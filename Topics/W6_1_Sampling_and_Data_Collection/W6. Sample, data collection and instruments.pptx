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notesSlides/notesSlide26.xml" ContentType="application/vnd.openxmlformats-officedocument.presentationml.notesSlide+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notesSlides/notesSlide27.xml" ContentType="application/vnd.openxmlformats-officedocument.presentationml.notesSlide+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notesSlides/notesSlide28.xml" ContentType="application/vnd.openxmlformats-officedocument.presentationml.notesSlide+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notesSlides/notesSlide32.xml" ContentType="application/vnd.openxmlformats-officedocument.presentationml.notesSlide+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notesSlides/notesSlide33.xml" ContentType="application/vnd.openxmlformats-officedocument.presentationml.notesSlide+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notesSlides/notesSlide34.xml" ContentType="application/vnd.openxmlformats-officedocument.presentationml.notesSlide+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notesSlides/notesSlide35.xml" ContentType="application/vnd.openxmlformats-officedocument.presentationml.notesSlide+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notesSlides/notesSlide36.xml" ContentType="application/vnd.openxmlformats-officedocument.presentationml.notesSlide+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notesSlides/notesSlide37.xml" ContentType="application/vnd.openxmlformats-officedocument.presentationml.notesSlide+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notesSlides/notesSlide38.xml" ContentType="application/vnd.openxmlformats-officedocument.presentationml.notesSlide+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notesSlides/notesSlide39.xml" ContentType="application/vnd.openxmlformats-officedocument.presentationml.notesSlide+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notesSlides/notesSlide40.xml" ContentType="application/vnd.openxmlformats-officedocument.presentationml.notesSlide+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79"/>
  </p:notesMasterIdLst>
  <p:handoutMasterIdLst>
    <p:handoutMasterId r:id="rId80"/>
  </p:handoutMasterIdLst>
  <p:sldIdLst>
    <p:sldId id="569" r:id="rId2"/>
    <p:sldId id="576" r:id="rId3"/>
    <p:sldId id="578" r:id="rId4"/>
    <p:sldId id="579" r:id="rId5"/>
    <p:sldId id="540" r:id="rId6"/>
    <p:sldId id="541" r:id="rId7"/>
    <p:sldId id="580" r:id="rId8"/>
    <p:sldId id="543" r:id="rId9"/>
    <p:sldId id="542" r:id="rId10"/>
    <p:sldId id="544" r:id="rId11"/>
    <p:sldId id="545" r:id="rId12"/>
    <p:sldId id="562" r:id="rId13"/>
    <p:sldId id="381" r:id="rId14"/>
    <p:sldId id="378" r:id="rId15"/>
    <p:sldId id="563" r:id="rId16"/>
    <p:sldId id="564" r:id="rId17"/>
    <p:sldId id="565" r:id="rId18"/>
    <p:sldId id="567" r:id="rId19"/>
    <p:sldId id="495" r:id="rId20"/>
    <p:sldId id="568" r:id="rId21"/>
    <p:sldId id="570" r:id="rId22"/>
    <p:sldId id="571" r:id="rId23"/>
    <p:sldId id="572" r:id="rId24"/>
    <p:sldId id="573" r:id="rId25"/>
    <p:sldId id="574" r:id="rId26"/>
    <p:sldId id="575" r:id="rId27"/>
    <p:sldId id="581" r:id="rId28"/>
    <p:sldId id="582" r:id="rId29"/>
    <p:sldId id="584" r:id="rId30"/>
    <p:sldId id="583" r:id="rId31"/>
    <p:sldId id="585" r:id="rId32"/>
    <p:sldId id="586" r:id="rId33"/>
    <p:sldId id="587" r:id="rId34"/>
    <p:sldId id="588" r:id="rId35"/>
    <p:sldId id="589" r:id="rId36"/>
    <p:sldId id="590" r:id="rId37"/>
    <p:sldId id="592" r:id="rId38"/>
    <p:sldId id="593" r:id="rId39"/>
    <p:sldId id="514" r:id="rId40"/>
    <p:sldId id="595" r:id="rId41"/>
    <p:sldId id="596" r:id="rId42"/>
    <p:sldId id="597" r:id="rId43"/>
    <p:sldId id="598" r:id="rId44"/>
    <p:sldId id="599" r:id="rId45"/>
    <p:sldId id="600" r:id="rId46"/>
    <p:sldId id="601" r:id="rId47"/>
    <p:sldId id="602" r:id="rId48"/>
    <p:sldId id="603" r:id="rId49"/>
    <p:sldId id="604" r:id="rId50"/>
    <p:sldId id="606" r:id="rId51"/>
    <p:sldId id="607" r:id="rId52"/>
    <p:sldId id="605" r:id="rId53"/>
    <p:sldId id="608" r:id="rId54"/>
    <p:sldId id="609" r:id="rId55"/>
    <p:sldId id="610" r:id="rId56"/>
    <p:sldId id="611" r:id="rId57"/>
    <p:sldId id="613" r:id="rId58"/>
    <p:sldId id="614" r:id="rId59"/>
    <p:sldId id="612" r:id="rId60"/>
    <p:sldId id="615" r:id="rId61"/>
    <p:sldId id="459" r:id="rId62"/>
    <p:sldId id="463" r:id="rId63"/>
    <p:sldId id="558" r:id="rId64"/>
    <p:sldId id="559" r:id="rId65"/>
    <p:sldId id="560" r:id="rId66"/>
    <p:sldId id="460" r:id="rId67"/>
    <p:sldId id="461" r:id="rId68"/>
    <p:sldId id="462" r:id="rId69"/>
    <p:sldId id="561" r:id="rId70"/>
    <p:sldId id="464" r:id="rId71"/>
    <p:sldId id="468" r:id="rId72"/>
    <p:sldId id="469" r:id="rId73"/>
    <p:sldId id="470" r:id="rId74"/>
    <p:sldId id="471" r:id="rId75"/>
    <p:sldId id="472" r:id="rId76"/>
    <p:sldId id="475" r:id="rId77"/>
    <p:sldId id="489"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753789B-3869-4F95-B035-F42C994266EA}">
          <p14:sldIdLst>
            <p14:sldId id="569"/>
            <p14:sldId id="576"/>
            <p14:sldId id="578"/>
            <p14:sldId id="579"/>
            <p14:sldId id="540"/>
            <p14:sldId id="541"/>
            <p14:sldId id="580"/>
            <p14:sldId id="543"/>
            <p14:sldId id="542"/>
            <p14:sldId id="544"/>
            <p14:sldId id="545"/>
            <p14:sldId id="562"/>
            <p14:sldId id="381"/>
            <p14:sldId id="378"/>
            <p14:sldId id="563"/>
            <p14:sldId id="564"/>
            <p14:sldId id="565"/>
            <p14:sldId id="567"/>
            <p14:sldId id="495"/>
            <p14:sldId id="568"/>
            <p14:sldId id="570"/>
            <p14:sldId id="571"/>
            <p14:sldId id="572"/>
            <p14:sldId id="573"/>
            <p14:sldId id="574"/>
            <p14:sldId id="575"/>
            <p14:sldId id="581"/>
            <p14:sldId id="582"/>
          </p14:sldIdLst>
        </p14:section>
        <p14:section name="Analisis de poder" id="{B811996B-21F9-4FF3-B899-60FD66515786}">
          <p14:sldIdLst>
            <p14:sldId id="584"/>
            <p14:sldId id="583"/>
            <p14:sldId id="585"/>
            <p14:sldId id="586"/>
            <p14:sldId id="587"/>
            <p14:sldId id="588"/>
            <p14:sldId id="589"/>
            <p14:sldId id="590"/>
            <p14:sldId id="592"/>
            <p14:sldId id="593"/>
            <p14:sldId id="514"/>
            <p14:sldId id="595"/>
            <p14:sldId id="596"/>
            <p14:sldId id="597"/>
            <p14:sldId id="598"/>
            <p14:sldId id="599"/>
            <p14:sldId id="600"/>
            <p14:sldId id="601"/>
            <p14:sldId id="602"/>
            <p14:sldId id="603"/>
            <p14:sldId id="604"/>
            <p14:sldId id="606"/>
            <p14:sldId id="607"/>
            <p14:sldId id="605"/>
            <p14:sldId id="608"/>
            <p14:sldId id="609"/>
            <p14:sldId id="610"/>
            <p14:sldId id="611"/>
            <p14:sldId id="613"/>
            <p14:sldId id="614"/>
            <p14:sldId id="612"/>
            <p14:sldId id="615"/>
          </p14:sldIdLst>
        </p14:section>
        <p14:section name="Repaso pruebas de hopotesis" id="{8C4A2732-630E-4955-80EB-94B90F1FE9BA}">
          <p14:sldIdLst>
            <p14:sldId id="459"/>
            <p14:sldId id="463"/>
            <p14:sldId id="558"/>
            <p14:sldId id="559"/>
            <p14:sldId id="560"/>
            <p14:sldId id="460"/>
            <p14:sldId id="461"/>
            <p14:sldId id="462"/>
            <p14:sldId id="561"/>
            <p14:sldId id="464"/>
            <p14:sldId id="468"/>
            <p14:sldId id="469"/>
            <p14:sldId id="470"/>
            <p14:sldId id="471"/>
            <p14:sldId id="472"/>
            <p14:sldId id="475"/>
            <p14:sldId id="48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B050"/>
    <a:srgbClr val="FFC000"/>
    <a:srgbClr val="FF0000"/>
    <a:srgbClr val="F20000"/>
    <a:srgbClr val="F2F2F2"/>
    <a:srgbClr val="EFFFF6"/>
    <a:srgbClr val="E5FFF1"/>
    <a:srgbClr val="DF102C"/>
    <a:srgbClr val="9F2A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E3200D-D6F1-61C4-8C0D-9ABE529FF8FC}" v="2" dt="2026-03-25T14:42:43.3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85"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86"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suario invitado" userId="S::urn:spo:tenantanon#f1e6c2bd-6875-4cee-ae9b-41d36acf9baa::" providerId="AD" clId="Web-{C6E3200D-D6F1-61C4-8C0D-9ABE529FF8FC}"/>
    <pc:docChg chg="modSld">
      <pc:chgData name="Usuario invitado" userId="S::urn:spo:tenantanon#f1e6c2bd-6875-4cee-ae9b-41d36acf9baa::" providerId="AD" clId="Web-{C6E3200D-D6F1-61C4-8C0D-9ABE529FF8FC}" dt="2026-03-25T14:42:43.318" v="1" actId="1076"/>
      <pc:docMkLst>
        <pc:docMk/>
      </pc:docMkLst>
      <pc:sldChg chg="modSp">
        <pc:chgData name="Usuario invitado" userId="S::urn:spo:tenantanon#f1e6c2bd-6875-4cee-ae9b-41d36acf9baa::" providerId="AD" clId="Web-{C6E3200D-D6F1-61C4-8C0D-9ABE529FF8FC}" dt="2026-03-25T14:42:43.318" v="1" actId="1076"/>
        <pc:sldMkLst>
          <pc:docMk/>
          <pc:sldMk cId="445491148" sldId="475"/>
        </pc:sldMkLst>
        <pc:spChg chg="mod">
          <ac:chgData name="Usuario invitado" userId="S::urn:spo:tenantanon#f1e6c2bd-6875-4cee-ae9b-41d36acf9baa::" providerId="AD" clId="Web-{C6E3200D-D6F1-61C4-8C0D-9ABE529FF8FC}" dt="2026-03-25T14:42:43.318" v="1" actId="1076"/>
          <ac:spMkLst>
            <pc:docMk/>
            <pc:sldMk cId="445491148" sldId="475"/>
            <ac:spMk id="315" creationId="{2E81EEC5-F944-F205-4E8E-7E65E50C84A6}"/>
          </ac:spMkLst>
        </pc:spChg>
      </pc:sldChg>
    </pc:docChg>
  </pc:docChgLst>
  <pc:docChgLst>
    <pc:chgData name="Daiana Camila Cubillos Chirva" userId="S::daiana.cubillos@est.uexternado.edu.co::60b2a824-9806-4f6a-b41f-1ff9929dfa7b" providerId="AD" clId="Web-{909F6629-3D98-94C5-25F8-EE29F7E7EFB5}"/>
    <pc:docChg chg="modSld">
      <pc:chgData name="Daiana Camila Cubillos Chirva" userId="S::daiana.cubillos@est.uexternado.edu.co::60b2a824-9806-4f6a-b41f-1ff9929dfa7b" providerId="AD" clId="Web-{909F6629-3D98-94C5-25F8-EE29F7E7EFB5}" dt="2026-03-16T16:45:05.969" v="0" actId="1076"/>
      <pc:docMkLst>
        <pc:docMk/>
      </pc:docMkLst>
      <pc:sldChg chg="modSp">
        <pc:chgData name="Daiana Camila Cubillos Chirva" userId="S::daiana.cubillos@est.uexternado.edu.co::60b2a824-9806-4f6a-b41f-1ff9929dfa7b" providerId="AD" clId="Web-{909F6629-3D98-94C5-25F8-EE29F7E7EFB5}" dt="2026-03-16T16:45:05.969" v="0" actId="1076"/>
        <pc:sldMkLst>
          <pc:docMk/>
          <pc:sldMk cId="2859300" sldId="587"/>
        </pc:sldMkLst>
        <pc:picChg chg="mod">
          <ac:chgData name="Daiana Camila Cubillos Chirva" userId="S::daiana.cubillos@est.uexternado.edu.co::60b2a824-9806-4f6a-b41f-1ff9929dfa7b" providerId="AD" clId="Web-{909F6629-3D98-94C5-25F8-EE29F7E7EFB5}" dt="2026-03-16T16:45:05.969" v="0" actId="1076"/>
          <ac:picMkLst>
            <pc:docMk/>
            <pc:sldMk cId="2859300" sldId="587"/>
            <ac:picMk id="49" creationId="{1ED43921-1B32-634D-32F3-0748B996C5CC}"/>
          </ac:picMkLst>
        </pc:picChg>
      </pc:sldChg>
    </pc:docChg>
  </pc:docChgLst>
  <pc:docChgLst>
    <pc:chgData name="Luis Carlos Guevara Hernandez" userId="946bcc4c-b146-4724-978c-751fab731e0a" providerId="ADAL" clId="{8D45B6E4-1233-4CBF-9F60-0793E96FE6AE}"/>
    <pc:docChg chg="undo custSel addSld delSld modSld modSection">
      <pc:chgData name="Luis Carlos Guevara Hernandez" userId="946bcc4c-b146-4724-978c-751fab731e0a" providerId="ADAL" clId="{8D45B6E4-1233-4CBF-9F60-0793E96FE6AE}" dt="2026-03-11T15:52:31.605" v="347"/>
      <pc:docMkLst>
        <pc:docMk/>
      </pc:docMkLst>
      <pc:sldChg chg="modAnim">
        <pc:chgData name="Luis Carlos Guevara Hernandez" userId="946bcc4c-b146-4724-978c-751fab731e0a" providerId="ADAL" clId="{8D45B6E4-1233-4CBF-9F60-0793E96FE6AE}" dt="2026-03-09T15:58:52.738" v="49"/>
        <pc:sldMkLst>
          <pc:docMk/>
          <pc:sldMk cId="3818468431" sldId="378"/>
        </pc:sldMkLst>
      </pc:sldChg>
      <pc:sldChg chg="modAnim">
        <pc:chgData name="Luis Carlos Guevara Hernandez" userId="946bcc4c-b146-4724-978c-751fab731e0a" providerId="ADAL" clId="{8D45B6E4-1233-4CBF-9F60-0793E96FE6AE}" dt="2026-03-09T15:58:47.753" v="42"/>
        <pc:sldMkLst>
          <pc:docMk/>
          <pc:sldMk cId="1499314954" sldId="381"/>
        </pc:sldMkLst>
      </pc:sldChg>
      <pc:sldChg chg="delSp mod">
        <pc:chgData name="Luis Carlos Guevara Hernandez" userId="946bcc4c-b146-4724-978c-751fab731e0a" providerId="ADAL" clId="{8D45B6E4-1233-4CBF-9F60-0793E96FE6AE}" dt="2026-03-09T18:52:50.677" v="104" actId="478"/>
        <pc:sldMkLst>
          <pc:docMk/>
          <pc:sldMk cId="2007580499" sldId="459"/>
        </pc:sldMkLst>
      </pc:sldChg>
      <pc:sldChg chg="delSp mod">
        <pc:chgData name="Luis Carlos Guevara Hernandez" userId="946bcc4c-b146-4724-978c-751fab731e0a" providerId="ADAL" clId="{8D45B6E4-1233-4CBF-9F60-0793E96FE6AE}" dt="2026-03-09T18:52:47.582" v="103" actId="478"/>
        <pc:sldMkLst>
          <pc:docMk/>
          <pc:sldMk cId="3679976318" sldId="463"/>
        </pc:sldMkLst>
      </pc:sldChg>
      <pc:sldChg chg="delSp mod">
        <pc:chgData name="Luis Carlos Guevara Hernandez" userId="946bcc4c-b146-4724-978c-751fab731e0a" providerId="ADAL" clId="{8D45B6E4-1233-4CBF-9F60-0793E96FE6AE}" dt="2026-03-09T18:53:08.359" v="107" actId="478"/>
        <pc:sldMkLst>
          <pc:docMk/>
          <pc:sldMk cId="4016790222" sldId="489"/>
        </pc:sldMkLst>
      </pc:sldChg>
      <pc:sldChg chg="modAnim">
        <pc:chgData name="Luis Carlos Guevara Hernandez" userId="946bcc4c-b146-4724-978c-751fab731e0a" providerId="ADAL" clId="{8D45B6E4-1233-4CBF-9F60-0793E96FE6AE}" dt="2026-03-11T15:45:32.183" v="169"/>
        <pc:sldMkLst>
          <pc:docMk/>
          <pc:sldMk cId="3690865178" sldId="514"/>
        </pc:sldMkLst>
      </pc:sldChg>
      <pc:sldChg chg="modAnim">
        <pc:chgData name="Luis Carlos Guevara Hernandez" userId="946bcc4c-b146-4724-978c-751fab731e0a" providerId="ADAL" clId="{8D45B6E4-1233-4CBF-9F60-0793E96FE6AE}" dt="2026-03-09T15:58:10.981" v="26"/>
        <pc:sldMkLst>
          <pc:docMk/>
          <pc:sldMk cId="3984689253" sldId="542"/>
        </pc:sldMkLst>
      </pc:sldChg>
      <pc:sldChg chg="modAnim">
        <pc:chgData name="Luis Carlos Guevara Hernandez" userId="946bcc4c-b146-4724-978c-751fab731e0a" providerId="ADAL" clId="{8D45B6E4-1233-4CBF-9F60-0793E96FE6AE}" dt="2026-03-09T15:58:26.031" v="30"/>
        <pc:sldMkLst>
          <pc:docMk/>
          <pc:sldMk cId="894420135" sldId="544"/>
        </pc:sldMkLst>
      </pc:sldChg>
      <pc:sldChg chg="delSp mod">
        <pc:chgData name="Luis Carlos Guevara Hernandez" userId="946bcc4c-b146-4724-978c-751fab731e0a" providerId="ADAL" clId="{8D45B6E4-1233-4CBF-9F60-0793E96FE6AE}" dt="2026-03-09T18:52:56.632" v="105" actId="478"/>
        <pc:sldMkLst>
          <pc:docMk/>
          <pc:sldMk cId="3064046313" sldId="558"/>
        </pc:sldMkLst>
      </pc:sldChg>
      <pc:sldChg chg="delSp mod">
        <pc:chgData name="Luis Carlos Guevara Hernandez" userId="946bcc4c-b146-4724-978c-751fab731e0a" providerId="ADAL" clId="{8D45B6E4-1233-4CBF-9F60-0793E96FE6AE}" dt="2026-03-09T18:53:00.166" v="106" actId="478"/>
        <pc:sldMkLst>
          <pc:docMk/>
          <pc:sldMk cId="2441407147" sldId="559"/>
        </pc:sldMkLst>
      </pc:sldChg>
      <pc:sldChg chg="modSp mod modAnim">
        <pc:chgData name="Luis Carlos Guevara Hernandez" userId="946bcc4c-b146-4724-978c-751fab731e0a" providerId="ADAL" clId="{8D45B6E4-1233-4CBF-9F60-0793E96FE6AE}" dt="2026-03-09T15:58:41.286" v="34"/>
        <pc:sldMkLst>
          <pc:docMk/>
          <pc:sldMk cId="1958219331" sldId="562"/>
        </pc:sldMkLst>
        <pc:spChg chg="mod">
          <ac:chgData name="Luis Carlos Guevara Hernandez" userId="946bcc4c-b146-4724-978c-751fab731e0a" providerId="ADAL" clId="{8D45B6E4-1233-4CBF-9F60-0793E96FE6AE}" dt="2026-03-09T15:58:38.521" v="33" actId="1076"/>
          <ac:spMkLst>
            <pc:docMk/>
            <pc:sldMk cId="1958219331" sldId="562"/>
            <ac:spMk id="33" creationId="{349A7CB5-11E0-770B-E2A7-160B706A1F94}"/>
          </ac:spMkLst>
        </pc:spChg>
      </pc:sldChg>
      <pc:sldChg chg="modAnim">
        <pc:chgData name="Luis Carlos Guevara Hernandez" userId="946bcc4c-b146-4724-978c-751fab731e0a" providerId="ADAL" clId="{8D45B6E4-1233-4CBF-9F60-0793E96FE6AE}" dt="2026-03-09T15:58:55.610" v="52"/>
        <pc:sldMkLst>
          <pc:docMk/>
          <pc:sldMk cId="3572340083" sldId="563"/>
        </pc:sldMkLst>
      </pc:sldChg>
      <pc:sldChg chg="modAnim">
        <pc:chgData name="Luis Carlos Guevara Hernandez" userId="946bcc4c-b146-4724-978c-751fab731e0a" providerId="ADAL" clId="{8D45B6E4-1233-4CBF-9F60-0793E96FE6AE}" dt="2026-03-09T15:59:17.496" v="55"/>
        <pc:sldMkLst>
          <pc:docMk/>
          <pc:sldMk cId="1954089118" sldId="565"/>
        </pc:sldMkLst>
      </pc:sldChg>
      <pc:sldChg chg="add del modAnim">
        <pc:chgData name="Luis Carlos Guevara Hernandez" userId="946bcc4c-b146-4724-978c-751fab731e0a" providerId="ADAL" clId="{8D45B6E4-1233-4CBF-9F60-0793E96FE6AE}" dt="2026-03-09T15:59:41.525" v="64"/>
        <pc:sldMkLst>
          <pc:docMk/>
          <pc:sldMk cId="1307752602" sldId="568"/>
        </pc:sldMkLst>
      </pc:sldChg>
      <pc:sldChg chg="add del">
        <pc:chgData name="Luis Carlos Guevara Hernandez" userId="946bcc4c-b146-4724-978c-751fab731e0a" providerId="ADAL" clId="{8D45B6E4-1233-4CBF-9F60-0793E96FE6AE}" dt="2026-03-09T15:59:38.061" v="58" actId="47"/>
        <pc:sldMkLst>
          <pc:docMk/>
          <pc:sldMk cId="864299956" sldId="570"/>
        </pc:sldMkLst>
      </pc:sldChg>
      <pc:sldChg chg="modAnim">
        <pc:chgData name="Luis Carlos Guevara Hernandez" userId="946bcc4c-b146-4724-978c-751fab731e0a" providerId="ADAL" clId="{8D45B6E4-1233-4CBF-9F60-0793E96FE6AE}" dt="2026-03-09T15:59:50.995" v="66"/>
        <pc:sldMkLst>
          <pc:docMk/>
          <pc:sldMk cId="1506012861" sldId="571"/>
        </pc:sldMkLst>
      </pc:sldChg>
      <pc:sldChg chg="modAnim">
        <pc:chgData name="Luis Carlos Guevara Hernandez" userId="946bcc4c-b146-4724-978c-751fab731e0a" providerId="ADAL" clId="{8D45B6E4-1233-4CBF-9F60-0793E96FE6AE}" dt="2026-03-09T15:59:58.820" v="67"/>
        <pc:sldMkLst>
          <pc:docMk/>
          <pc:sldMk cId="3988570938" sldId="572"/>
        </pc:sldMkLst>
      </pc:sldChg>
      <pc:sldChg chg="modAnim">
        <pc:chgData name="Luis Carlos Guevara Hernandez" userId="946bcc4c-b146-4724-978c-751fab731e0a" providerId="ADAL" clId="{8D45B6E4-1233-4CBF-9F60-0793E96FE6AE}" dt="2026-03-09T16:00:00.757" v="68"/>
        <pc:sldMkLst>
          <pc:docMk/>
          <pc:sldMk cId="3383078355" sldId="573"/>
        </pc:sldMkLst>
      </pc:sldChg>
      <pc:sldChg chg="modAnim">
        <pc:chgData name="Luis Carlos Guevara Hernandez" userId="946bcc4c-b146-4724-978c-751fab731e0a" providerId="ADAL" clId="{8D45B6E4-1233-4CBF-9F60-0793E96FE6AE}" dt="2026-03-09T16:00:03.150" v="69"/>
        <pc:sldMkLst>
          <pc:docMk/>
          <pc:sldMk cId="2535710206" sldId="574"/>
        </pc:sldMkLst>
      </pc:sldChg>
      <pc:sldChg chg="modAnim">
        <pc:chgData name="Luis Carlos Guevara Hernandez" userId="946bcc4c-b146-4724-978c-751fab731e0a" providerId="ADAL" clId="{8D45B6E4-1233-4CBF-9F60-0793E96FE6AE}" dt="2026-03-09T16:00:07.377" v="80"/>
        <pc:sldMkLst>
          <pc:docMk/>
          <pc:sldMk cId="4158460304" sldId="575"/>
        </pc:sldMkLst>
      </pc:sldChg>
      <pc:sldChg chg="modAnim">
        <pc:chgData name="Luis Carlos Guevara Hernandez" userId="946bcc4c-b146-4724-978c-751fab731e0a" providerId="ADAL" clId="{8D45B6E4-1233-4CBF-9F60-0793E96FE6AE}" dt="2026-03-09T15:55:41.130" v="3"/>
        <pc:sldMkLst>
          <pc:docMk/>
          <pc:sldMk cId="4006492489" sldId="576"/>
        </pc:sldMkLst>
      </pc:sldChg>
      <pc:sldChg chg="modSp modAnim">
        <pc:chgData name="Luis Carlos Guevara Hernandez" userId="946bcc4c-b146-4724-978c-751fab731e0a" providerId="ADAL" clId="{8D45B6E4-1233-4CBF-9F60-0793E96FE6AE}" dt="2026-03-09T15:56:45.112" v="12" actId="207"/>
        <pc:sldMkLst>
          <pc:docMk/>
          <pc:sldMk cId="3584465560" sldId="579"/>
        </pc:sldMkLst>
        <pc:spChg chg="mod">
          <ac:chgData name="Luis Carlos Guevara Hernandez" userId="946bcc4c-b146-4724-978c-751fab731e0a" providerId="ADAL" clId="{8D45B6E4-1233-4CBF-9F60-0793E96FE6AE}" dt="2026-03-09T15:56:45.112" v="12" actId="207"/>
          <ac:spMkLst>
            <pc:docMk/>
            <pc:sldMk cId="3584465560" sldId="579"/>
            <ac:spMk id="49" creationId="{F31ADBBA-55C1-1117-B8F6-C2ABA12F78BB}"/>
          </ac:spMkLst>
        </pc:spChg>
      </pc:sldChg>
      <pc:sldChg chg="modSp mod modAnim">
        <pc:chgData name="Luis Carlos Guevara Hernandez" userId="946bcc4c-b146-4724-978c-751fab731e0a" providerId="ADAL" clId="{8D45B6E4-1233-4CBF-9F60-0793E96FE6AE}" dt="2026-03-11T15:40:07.798" v="115"/>
        <pc:sldMkLst>
          <pc:docMk/>
          <pc:sldMk cId="2516487300" sldId="581"/>
        </pc:sldMkLst>
        <pc:grpChg chg="mod">
          <ac:chgData name="Luis Carlos Guevara Hernandez" userId="946bcc4c-b146-4724-978c-751fab731e0a" providerId="ADAL" clId="{8D45B6E4-1233-4CBF-9F60-0793E96FE6AE}" dt="2026-03-11T15:39:53.326" v="111" actId="1076"/>
          <ac:grpSpMkLst>
            <pc:docMk/>
            <pc:sldMk cId="2516487300" sldId="581"/>
            <ac:grpSpMk id="62" creationId="{ECE2A845-E8E9-04E0-6433-C69342D166D9}"/>
          </ac:grpSpMkLst>
        </pc:grpChg>
      </pc:sldChg>
      <pc:sldChg chg="addSp delSp modSp mod modAnim">
        <pc:chgData name="Luis Carlos Guevara Hernandez" userId="946bcc4c-b146-4724-978c-751fab731e0a" providerId="ADAL" clId="{8D45B6E4-1233-4CBF-9F60-0793E96FE6AE}" dt="2026-03-11T15:40:50.053" v="131"/>
        <pc:sldMkLst>
          <pc:docMk/>
          <pc:sldMk cId="679822926" sldId="582"/>
        </pc:sldMkLst>
        <pc:spChg chg="add mod">
          <ac:chgData name="Luis Carlos Guevara Hernandez" userId="946bcc4c-b146-4724-978c-751fab731e0a" providerId="ADAL" clId="{8D45B6E4-1233-4CBF-9F60-0793E96FE6AE}" dt="2026-03-11T15:40:32.570" v="119"/>
          <ac:spMkLst>
            <pc:docMk/>
            <pc:sldMk cId="679822926" sldId="582"/>
            <ac:spMk id="9" creationId="{026A6A53-EA1F-97A2-0FFD-68EBC60F06F0}"/>
          </ac:spMkLst>
        </pc:spChg>
        <pc:spChg chg="mod">
          <ac:chgData name="Luis Carlos Guevara Hernandez" userId="946bcc4c-b146-4724-978c-751fab731e0a" providerId="ADAL" clId="{8D45B6E4-1233-4CBF-9F60-0793E96FE6AE}" dt="2026-03-11T15:40:32.570" v="119"/>
          <ac:spMkLst>
            <pc:docMk/>
            <pc:sldMk cId="679822926" sldId="582"/>
            <ac:spMk id="11" creationId="{BFE15020-7DD6-D55F-CD3D-D4C3AE0A1B57}"/>
          </ac:spMkLst>
        </pc:spChg>
        <pc:spChg chg="mod">
          <ac:chgData name="Luis Carlos Guevara Hernandez" userId="946bcc4c-b146-4724-978c-751fab731e0a" providerId="ADAL" clId="{8D45B6E4-1233-4CBF-9F60-0793E96FE6AE}" dt="2026-03-11T15:40:32.570" v="119"/>
          <ac:spMkLst>
            <pc:docMk/>
            <pc:sldMk cId="679822926" sldId="582"/>
            <ac:spMk id="12" creationId="{6FF8C549-BC02-31E0-53A8-716779E97EDC}"/>
          </ac:spMkLst>
        </pc:spChg>
        <pc:spChg chg="add mod">
          <ac:chgData name="Luis Carlos Guevara Hernandez" userId="946bcc4c-b146-4724-978c-751fab731e0a" providerId="ADAL" clId="{8D45B6E4-1233-4CBF-9F60-0793E96FE6AE}" dt="2026-03-11T15:40:32.570" v="119"/>
          <ac:spMkLst>
            <pc:docMk/>
            <pc:sldMk cId="679822926" sldId="582"/>
            <ac:spMk id="13" creationId="{766A83DB-21BF-B69C-F9A5-88993C629317}"/>
          </ac:spMkLst>
        </pc:spChg>
        <pc:spChg chg="add mod">
          <ac:chgData name="Luis Carlos Guevara Hernandez" userId="946bcc4c-b146-4724-978c-751fab731e0a" providerId="ADAL" clId="{8D45B6E4-1233-4CBF-9F60-0793E96FE6AE}" dt="2026-03-11T15:40:37.241" v="122"/>
          <ac:spMkLst>
            <pc:docMk/>
            <pc:sldMk cId="679822926" sldId="582"/>
            <ac:spMk id="19" creationId="{FCBBFFC0-7371-683D-3DA7-808EBE19448B}"/>
          </ac:spMkLst>
        </pc:spChg>
        <pc:spChg chg="mod">
          <ac:chgData name="Luis Carlos Guevara Hernandez" userId="946bcc4c-b146-4724-978c-751fab731e0a" providerId="ADAL" clId="{8D45B6E4-1233-4CBF-9F60-0793E96FE6AE}" dt="2026-03-11T15:40:37.241" v="122"/>
          <ac:spMkLst>
            <pc:docMk/>
            <pc:sldMk cId="679822926" sldId="582"/>
            <ac:spMk id="21" creationId="{C0071015-AA9A-5418-6160-8CFDC6F47B28}"/>
          </ac:spMkLst>
        </pc:spChg>
        <pc:spChg chg="mod">
          <ac:chgData name="Luis Carlos Guevara Hernandez" userId="946bcc4c-b146-4724-978c-751fab731e0a" providerId="ADAL" clId="{8D45B6E4-1233-4CBF-9F60-0793E96FE6AE}" dt="2026-03-11T15:40:45.176" v="128" actId="1076"/>
          <ac:spMkLst>
            <pc:docMk/>
            <pc:sldMk cId="679822926" sldId="582"/>
            <ac:spMk id="38" creationId="{4B210588-15D0-E7D1-859D-72602953ECDF}"/>
          </ac:spMkLst>
        </pc:spChg>
        <pc:spChg chg="mod">
          <ac:chgData name="Luis Carlos Guevara Hernandez" userId="946bcc4c-b146-4724-978c-751fab731e0a" providerId="ADAL" clId="{8D45B6E4-1233-4CBF-9F60-0793E96FE6AE}" dt="2026-03-11T15:40:37.241" v="122"/>
          <ac:spMkLst>
            <pc:docMk/>
            <pc:sldMk cId="679822926" sldId="582"/>
            <ac:spMk id="40" creationId="{750908B1-0E25-A63B-B6E0-069EB55979C5}"/>
          </ac:spMkLst>
        </pc:spChg>
        <pc:spChg chg="add mod">
          <ac:chgData name="Luis Carlos Guevara Hernandez" userId="946bcc4c-b146-4724-978c-751fab731e0a" providerId="ADAL" clId="{8D45B6E4-1233-4CBF-9F60-0793E96FE6AE}" dt="2026-03-11T15:40:37.241" v="122"/>
          <ac:spMkLst>
            <pc:docMk/>
            <pc:sldMk cId="679822926" sldId="582"/>
            <ac:spMk id="41" creationId="{EF209B63-7B11-4CB1-B8BC-BEE5E028E617}"/>
          </ac:spMkLst>
        </pc:spChg>
        <pc:spChg chg="add mod">
          <ac:chgData name="Luis Carlos Guevara Hernandez" userId="946bcc4c-b146-4724-978c-751fab731e0a" providerId="ADAL" clId="{8D45B6E4-1233-4CBF-9F60-0793E96FE6AE}" dt="2026-03-11T15:40:41.529" v="125"/>
          <ac:spMkLst>
            <pc:docMk/>
            <pc:sldMk cId="679822926" sldId="582"/>
            <ac:spMk id="42" creationId="{CE836DA2-1980-0CE5-43B2-9D97C673F963}"/>
          </ac:spMkLst>
        </pc:spChg>
        <pc:spChg chg="mod">
          <ac:chgData name="Luis Carlos Guevara Hernandez" userId="946bcc4c-b146-4724-978c-751fab731e0a" providerId="ADAL" clId="{8D45B6E4-1233-4CBF-9F60-0793E96FE6AE}" dt="2026-03-11T15:40:41.529" v="125"/>
          <ac:spMkLst>
            <pc:docMk/>
            <pc:sldMk cId="679822926" sldId="582"/>
            <ac:spMk id="44" creationId="{BB5C1595-0956-9179-0349-14F861D1F130}"/>
          </ac:spMkLst>
        </pc:spChg>
        <pc:spChg chg="mod">
          <ac:chgData name="Luis Carlos Guevara Hernandez" userId="946bcc4c-b146-4724-978c-751fab731e0a" providerId="ADAL" clId="{8D45B6E4-1233-4CBF-9F60-0793E96FE6AE}" dt="2026-03-11T15:40:41.529" v="125"/>
          <ac:spMkLst>
            <pc:docMk/>
            <pc:sldMk cId="679822926" sldId="582"/>
            <ac:spMk id="45" creationId="{7B25468D-2BF2-DADE-F0A2-474E2406F4B8}"/>
          </ac:spMkLst>
        </pc:spChg>
        <pc:spChg chg="add mod">
          <ac:chgData name="Luis Carlos Guevara Hernandez" userId="946bcc4c-b146-4724-978c-751fab731e0a" providerId="ADAL" clId="{8D45B6E4-1233-4CBF-9F60-0793E96FE6AE}" dt="2026-03-11T15:40:41.529" v="125"/>
          <ac:spMkLst>
            <pc:docMk/>
            <pc:sldMk cId="679822926" sldId="582"/>
            <ac:spMk id="46" creationId="{39575525-0DA4-F560-2D26-BADBDEA90BC7}"/>
          </ac:spMkLst>
        </pc:spChg>
        <pc:spChg chg="add mod">
          <ac:chgData name="Luis Carlos Guevara Hernandez" userId="946bcc4c-b146-4724-978c-751fab731e0a" providerId="ADAL" clId="{8D45B6E4-1233-4CBF-9F60-0793E96FE6AE}" dt="2026-03-11T15:40:48.866" v="130"/>
          <ac:spMkLst>
            <pc:docMk/>
            <pc:sldMk cId="679822926" sldId="582"/>
            <ac:spMk id="47" creationId="{69867BB7-DD29-FEFA-B7AB-AF24AA886ABB}"/>
          </ac:spMkLst>
        </pc:spChg>
        <pc:spChg chg="mod">
          <ac:chgData name="Luis Carlos Guevara Hernandez" userId="946bcc4c-b146-4724-978c-751fab731e0a" providerId="ADAL" clId="{8D45B6E4-1233-4CBF-9F60-0793E96FE6AE}" dt="2026-03-11T15:40:48.866" v="130"/>
          <ac:spMkLst>
            <pc:docMk/>
            <pc:sldMk cId="679822926" sldId="582"/>
            <ac:spMk id="49" creationId="{F56AFACF-5673-58DF-3FD5-CC7D1DDB8447}"/>
          </ac:spMkLst>
        </pc:spChg>
        <pc:spChg chg="mod">
          <ac:chgData name="Luis Carlos Guevara Hernandez" userId="946bcc4c-b146-4724-978c-751fab731e0a" providerId="ADAL" clId="{8D45B6E4-1233-4CBF-9F60-0793E96FE6AE}" dt="2026-03-11T15:40:48.866" v="130"/>
          <ac:spMkLst>
            <pc:docMk/>
            <pc:sldMk cId="679822926" sldId="582"/>
            <ac:spMk id="50" creationId="{55B8CDC3-9232-399B-5979-5D25D496401A}"/>
          </ac:spMkLst>
        </pc:spChg>
        <pc:spChg chg="add mod">
          <ac:chgData name="Luis Carlos Guevara Hernandez" userId="946bcc4c-b146-4724-978c-751fab731e0a" providerId="ADAL" clId="{8D45B6E4-1233-4CBF-9F60-0793E96FE6AE}" dt="2026-03-11T15:40:48.866" v="130"/>
          <ac:spMkLst>
            <pc:docMk/>
            <pc:sldMk cId="679822926" sldId="582"/>
            <ac:spMk id="51" creationId="{100903AC-0E22-B009-1C24-B18422206FE4}"/>
          </ac:spMkLst>
        </pc:spChg>
        <pc:grpChg chg="add mod">
          <ac:chgData name="Luis Carlos Guevara Hernandez" userId="946bcc4c-b146-4724-978c-751fab731e0a" providerId="ADAL" clId="{8D45B6E4-1233-4CBF-9F60-0793E96FE6AE}" dt="2026-03-11T15:40:32.570" v="119"/>
          <ac:grpSpMkLst>
            <pc:docMk/>
            <pc:sldMk cId="679822926" sldId="582"/>
            <ac:grpSpMk id="10" creationId="{46EBE740-90D2-496D-226A-9F7481E32465}"/>
          </ac:grpSpMkLst>
        </pc:grpChg>
        <pc:grpChg chg="add mod">
          <ac:chgData name="Luis Carlos Guevara Hernandez" userId="946bcc4c-b146-4724-978c-751fab731e0a" providerId="ADAL" clId="{8D45B6E4-1233-4CBF-9F60-0793E96FE6AE}" dt="2026-03-11T15:40:37.241" v="122"/>
          <ac:grpSpMkLst>
            <pc:docMk/>
            <pc:sldMk cId="679822926" sldId="582"/>
            <ac:grpSpMk id="20" creationId="{BDBDF04B-0E6A-5244-F975-171D8C4B7BAD}"/>
          </ac:grpSpMkLst>
        </pc:grpChg>
        <pc:grpChg chg="add mod">
          <ac:chgData name="Luis Carlos Guevara Hernandez" userId="946bcc4c-b146-4724-978c-751fab731e0a" providerId="ADAL" clId="{8D45B6E4-1233-4CBF-9F60-0793E96FE6AE}" dt="2026-03-11T15:40:41.529" v="125"/>
          <ac:grpSpMkLst>
            <pc:docMk/>
            <pc:sldMk cId="679822926" sldId="582"/>
            <ac:grpSpMk id="43" creationId="{9EDF2520-AD31-02B6-96CE-3BAC3BB2F30E}"/>
          </ac:grpSpMkLst>
        </pc:grpChg>
        <pc:grpChg chg="add mod">
          <ac:chgData name="Luis Carlos Guevara Hernandez" userId="946bcc4c-b146-4724-978c-751fab731e0a" providerId="ADAL" clId="{8D45B6E4-1233-4CBF-9F60-0793E96FE6AE}" dt="2026-03-11T15:40:48.866" v="130"/>
          <ac:grpSpMkLst>
            <pc:docMk/>
            <pc:sldMk cId="679822926" sldId="582"/>
            <ac:grpSpMk id="48" creationId="{48FD752C-5AE7-1948-B520-A571D75FA575}"/>
          </ac:grpSpMkLst>
        </pc:grpChg>
      </pc:sldChg>
      <pc:sldChg chg="modAnim">
        <pc:chgData name="Luis Carlos Guevara Hernandez" userId="946bcc4c-b146-4724-978c-751fab731e0a" providerId="ADAL" clId="{8D45B6E4-1233-4CBF-9F60-0793E96FE6AE}" dt="2026-03-11T15:41:19.212" v="140"/>
        <pc:sldMkLst>
          <pc:docMk/>
          <pc:sldMk cId="2245137863" sldId="584"/>
        </pc:sldMkLst>
      </pc:sldChg>
      <pc:sldChg chg="modAnim">
        <pc:chgData name="Luis Carlos Guevara Hernandez" userId="946bcc4c-b146-4724-978c-751fab731e0a" providerId="ADAL" clId="{8D45B6E4-1233-4CBF-9F60-0793E96FE6AE}" dt="2026-03-11T15:43:10.451" v="145"/>
        <pc:sldMkLst>
          <pc:docMk/>
          <pc:sldMk cId="2859300" sldId="587"/>
        </pc:sldMkLst>
      </pc:sldChg>
      <pc:sldChg chg="modAnim">
        <pc:chgData name="Luis Carlos Guevara Hernandez" userId="946bcc4c-b146-4724-978c-751fab731e0a" providerId="ADAL" clId="{8D45B6E4-1233-4CBF-9F60-0793E96FE6AE}" dt="2026-03-11T15:43:41.977" v="150"/>
        <pc:sldMkLst>
          <pc:docMk/>
          <pc:sldMk cId="4132956915" sldId="588"/>
        </pc:sldMkLst>
      </pc:sldChg>
      <pc:sldChg chg="modAnim">
        <pc:chgData name="Luis Carlos Guevara Hernandez" userId="946bcc4c-b146-4724-978c-751fab731e0a" providerId="ADAL" clId="{8D45B6E4-1233-4CBF-9F60-0793E96FE6AE}" dt="2026-03-11T15:43:49.511" v="152"/>
        <pc:sldMkLst>
          <pc:docMk/>
          <pc:sldMk cId="721848778" sldId="589"/>
        </pc:sldMkLst>
      </pc:sldChg>
      <pc:sldChg chg="modAnim">
        <pc:chgData name="Luis Carlos Guevara Hernandez" userId="946bcc4c-b146-4724-978c-751fab731e0a" providerId="ADAL" clId="{8D45B6E4-1233-4CBF-9F60-0793E96FE6AE}" dt="2026-03-11T15:44:05.958" v="157"/>
        <pc:sldMkLst>
          <pc:docMk/>
          <pc:sldMk cId="1300323417" sldId="590"/>
        </pc:sldMkLst>
      </pc:sldChg>
      <pc:sldChg chg="modAnim">
        <pc:chgData name="Luis Carlos Guevara Hernandez" userId="946bcc4c-b146-4724-978c-751fab731e0a" providerId="ADAL" clId="{8D45B6E4-1233-4CBF-9F60-0793E96FE6AE}" dt="2026-03-11T15:44:39.927" v="160"/>
        <pc:sldMkLst>
          <pc:docMk/>
          <pc:sldMk cId="2373975541" sldId="592"/>
        </pc:sldMkLst>
      </pc:sldChg>
      <pc:sldChg chg="modTransition modAnim">
        <pc:chgData name="Luis Carlos Guevara Hernandez" userId="946bcc4c-b146-4724-978c-751fab731e0a" providerId="ADAL" clId="{8D45B6E4-1233-4CBF-9F60-0793E96FE6AE}" dt="2026-03-11T15:46:18.980" v="181"/>
        <pc:sldMkLst>
          <pc:docMk/>
          <pc:sldMk cId="4168729142" sldId="595"/>
        </pc:sldMkLst>
      </pc:sldChg>
      <pc:sldChg chg="modAnim">
        <pc:chgData name="Luis Carlos Guevara Hernandez" userId="946bcc4c-b146-4724-978c-751fab731e0a" providerId="ADAL" clId="{8D45B6E4-1233-4CBF-9F60-0793E96FE6AE}" dt="2026-03-11T15:46:29.213" v="182"/>
        <pc:sldMkLst>
          <pc:docMk/>
          <pc:sldMk cId="704406472" sldId="596"/>
        </pc:sldMkLst>
      </pc:sldChg>
      <pc:sldChg chg="add del modAnim">
        <pc:chgData name="Luis Carlos Guevara Hernandez" userId="946bcc4c-b146-4724-978c-751fab731e0a" providerId="ADAL" clId="{8D45B6E4-1233-4CBF-9F60-0793E96FE6AE}" dt="2026-03-11T15:47:22.897" v="202"/>
        <pc:sldMkLst>
          <pc:docMk/>
          <pc:sldMk cId="153259992" sldId="597"/>
        </pc:sldMkLst>
      </pc:sldChg>
      <pc:sldChg chg="addSp modSp add del mod modAnim">
        <pc:chgData name="Luis Carlos Guevara Hernandez" userId="946bcc4c-b146-4724-978c-751fab731e0a" providerId="ADAL" clId="{8D45B6E4-1233-4CBF-9F60-0793E96FE6AE}" dt="2026-03-11T15:48:24.929" v="217" actId="167"/>
        <pc:sldMkLst>
          <pc:docMk/>
          <pc:sldMk cId="2474414513" sldId="598"/>
        </pc:sldMkLst>
        <pc:spChg chg="mod">
          <ac:chgData name="Luis Carlos Guevara Hernandez" userId="946bcc4c-b146-4724-978c-751fab731e0a" providerId="ADAL" clId="{8D45B6E4-1233-4CBF-9F60-0793E96FE6AE}" dt="2026-03-11T15:48:14.692" v="214" actId="164"/>
          <ac:spMkLst>
            <pc:docMk/>
            <pc:sldMk cId="2474414513" sldId="598"/>
            <ac:spMk id="23" creationId="{7CCE1C74-0E8C-E74C-2E8A-6587809AE58E}"/>
          </ac:spMkLst>
        </pc:spChg>
        <pc:spChg chg="mod">
          <ac:chgData name="Luis Carlos Guevara Hernandez" userId="946bcc4c-b146-4724-978c-751fab731e0a" providerId="ADAL" clId="{8D45B6E4-1233-4CBF-9F60-0793E96FE6AE}" dt="2026-03-11T15:48:14.692" v="214" actId="164"/>
          <ac:spMkLst>
            <pc:docMk/>
            <pc:sldMk cId="2474414513" sldId="598"/>
            <ac:spMk id="32" creationId="{79C425E5-5381-DDD7-4840-6DCE62AF9188}"/>
          </ac:spMkLst>
        </pc:spChg>
        <pc:grpChg chg="add mod ord">
          <ac:chgData name="Luis Carlos Guevara Hernandez" userId="946bcc4c-b146-4724-978c-751fab731e0a" providerId="ADAL" clId="{8D45B6E4-1233-4CBF-9F60-0793E96FE6AE}" dt="2026-03-11T15:48:24.929" v="217" actId="167"/>
          <ac:grpSpMkLst>
            <pc:docMk/>
            <pc:sldMk cId="2474414513" sldId="598"/>
            <ac:grpSpMk id="11" creationId="{35628A03-A046-21B5-F1D6-3D8F51343DF3}"/>
          </ac:grpSpMkLst>
        </pc:grpChg>
      </pc:sldChg>
      <pc:sldChg chg="modAnim">
        <pc:chgData name="Luis Carlos Guevara Hernandez" userId="946bcc4c-b146-4724-978c-751fab731e0a" providerId="ADAL" clId="{8D45B6E4-1233-4CBF-9F60-0793E96FE6AE}" dt="2026-03-11T15:49:35.067" v="245"/>
        <pc:sldMkLst>
          <pc:docMk/>
          <pc:sldMk cId="3935823198" sldId="599"/>
        </pc:sldMkLst>
      </pc:sldChg>
      <pc:sldChg chg="modSp mod modAnim">
        <pc:chgData name="Luis Carlos Guevara Hernandez" userId="946bcc4c-b146-4724-978c-751fab731e0a" providerId="ADAL" clId="{8D45B6E4-1233-4CBF-9F60-0793E96FE6AE}" dt="2026-03-11T15:49:58.481" v="251"/>
        <pc:sldMkLst>
          <pc:docMk/>
          <pc:sldMk cId="211189287" sldId="600"/>
        </pc:sldMkLst>
        <pc:spChg chg="mod">
          <ac:chgData name="Luis Carlos Guevara Hernandez" userId="946bcc4c-b146-4724-978c-751fab731e0a" providerId="ADAL" clId="{8D45B6E4-1233-4CBF-9F60-0793E96FE6AE}" dt="2026-03-11T15:49:49.097" v="248" actId="1076"/>
          <ac:spMkLst>
            <pc:docMk/>
            <pc:sldMk cId="211189287" sldId="600"/>
            <ac:spMk id="9" creationId="{483D47C6-6794-04CE-EA07-0CCF1E0375D7}"/>
          </ac:spMkLst>
        </pc:spChg>
      </pc:sldChg>
      <pc:sldChg chg="modAnim">
        <pc:chgData name="Luis Carlos Guevara Hernandez" userId="946bcc4c-b146-4724-978c-751fab731e0a" providerId="ADAL" clId="{8D45B6E4-1233-4CBF-9F60-0793E96FE6AE}" dt="2026-03-11T15:51:00.040" v="297"/>
        <pc:sldMkLst>
          <pc:docMk/>
          <pc:sldMk cId="1566259645" sldId="601"/>
        </pc:sldMkLst>
      </pc:sldChg>
      <pc:sldChg chg="modAnim">
        <pc:chgData name="Luis Carlos Guevara Hernandez" userId="946bcc4c-b146-4724-978c-751fab731e0a" providerId="ADAL" clId="{8D45B6E4-1233-4CBF-9F60-0793E96FE6AE}" dt="2026-03-11T15:51:21.258" v="307"/>
        <pc:sldMkLst>
          <pc:docMk/>
          <pc:sldMk cId="1598673519" sldId="602"/>
        </pc:sldMkLst>
      </pc:sldChg>
      <pc:sldChg chg="modAnim">
        <pc:chgData name="Luis Carlos Guevara Hernandez" userId="946bcc4c-b146-4724-978c-751fab731e0a" providerId="ADAL" clId="{8D45B6E4-1233-4CBF-9F60-0793E96FE6AE}" dt="2026-03-11T15:51:33.370" v="310"/>
        <pc:sldMkLst>
          <pc:docMk/>
          <pc:sldMk cId="3606804867" sldId="603"/>
        </pc:sldMkLst>
      </pc:sldChg>
      <pc:sldChg chg="modAnim">
        <pc:chgData name="Luis Carlos Guevara Hernandez" userId="946bcc4c-b146-4724-978c-751fab731e0a" providerId="ADAL" clId="{8D45B6E4-1233-4CBF-9F60-0793E96FE6AE}" dt="2026-03-11T15:51:42.679" v="312"/>
        <pc:sldMkLst>
          <pc:docMk/>
          <pc:sldMk cId="141088473" sldId="604"/>
        </pc:sldMkLst>
      </pc:sldChg>
      <pc:sldChg chg="modAnim">
        <pc:chgData name="Luis Carlos Guevara Hernandez" userId="946bcc4c-b146-4724-978c-751fab731e0a" providerId="ADAL" clId="{8D45B6E4-1233-4CBF-9F60-0793E96FE6AE}" dt="2026-03-11T15:51:47.206" v="315"/>
        <pc:sldMkLst>
          <pc:docMk/>
          <pc:sldMk cId="3246977477" sldId="606"/>
        </pc:sldMkLst>
      </pc:sldChg>
      <pc:sldChg chg="modAnim">
        <pc:chgData name="Luis Carlos Guevara Hernandez" userId="946bcc4c-b146-4724-978c-751fab731e0a" providerId="ADAL" clId="{8D45B6E4-1233-4CBF-9F60-0793E96FE6AE}" dt="2026-03-11T15:51:50.506" v="316"/>
        <pc:sldMkLst>
          <pc:docMk/>
          <pc:sldMk cId="1746413460" sldId="607"/>
        </pc:sldMkLst>
      </pc:sldChg>
      <pc:sldChg chg="modAnim">
        <pc:chgData name="Luis Carlos Guevara Hernandez" userId="946bcc4c-b146-4724-978c-751fab731e0a" providerId="ADAL" clId="{8D45B6E4-1233-4CBF-9F60-0793E96FE6AE}" dt="2026-03-11T15:51:53.784" v="326"/>
        <pc:sldMkLst>
          <pc:docMk/>
          <pc:sldMk cId="2989795014" sldId="608"/>
        </pc:sldMkLst>
      </pc:sldChg>
      <pc:sldChg chg="add del modAnim">
        <pc:chgData name="Luis Carlos Guevara Hernandez" userId="946bcc4c-b146-4724-978c-751fab731e0a" providerId="ADAL" clId="{8D45B6E4-1233-4CBF-9F60-0793E96FE6AE}" dt="2026-03-11T15:52:18.681" v="333"/>
        <pc:sldMkLst>
          <pc:docMk/>
          <pc:sldMk cId="1320548372" sldId="610"/>
        </pc:sldMkLst>
      </pc:sldChg>
      <pc:sldChg chg="modAnim">
        <pc:chgData name="Luis Carlos Guevara Hernandez" userId="946bcc4c-b146-4724-978c-751fab731e0a" providerId="ADAL" clId="{8D45B6E4-1233-4CBF-9F60-0793E96FE6AE}" dt="2026-03-11T15:52:22.065" v="338"/>
        <pc:sldMkLst>
          <pc:docMk/>
          <pc:sldMk cId="1534433222" sldId="611"/>
        </pc:sldMkLst>
      </pc:sldChg>
      <pc:sldChg chg="modAnim">
        <pc:chgData name="Luis Carlos Guevara Hernandez" userId="946bcc4c-b146-4724-978c-751fab731e0a" providerId="ADAL" clId="{8D45B6E4-1233-4CBF-9F60-0793E96FE6AE}" dt="2026-03-11T15:52:29.002" v="346"/>
        <pc:sldMkLst>
          <pc:docMk/>
          <pc:sldMk cId="3528003717" sldId="612"/>
        </pc:sldMkLst>
      </pc:sldChg>
      <pc:sldChg chg="modAnim">
        <pc:chgData name="Luis Carlos Guevara Hernandez" userId="946bcc4c-b146-4724-978c-751fab731e0a" providerId="ADAL" clId="{8D45B6E4-1233-4CBF-9F60-0793E96FE6AE}" dt="2026-03-11T15:52:25.873" v="342"/>
        <pc:sldMkLst>
          <pc:docMk/>
          <pc:sldMk cId="1191068420" sldId="614"/>
        </pc:sldMkLst>
      </pc:sldChg>
      <pc:sldChg chg="modAnim">
        <pc:chgData name="Luis Carlos Guevara Hernandez" userId="946bcc4c-b146-4724-978c-751fab731e0a" providerId="ADAL" clId="{8D45B6E4-1233-4CBF-9F60-0793E96FE6AE}" dt="2026-03-11T15:52:31.605" v="347"/>
        <pc:sldMkLst>
          <pc:docMk/>
          <pc:sldMk cId="3555488879" sldId="615"/>
        </pc:sldMkLst>
      </pc:sldChg>
    </pc:docChg>
  </pc:docChgLst>
  <pc:docChgLst>
    <pc:chgData name="Luis Carlos Guevara Hernandez" userId="946bcc4c-b146-4724-978c-751fab731e0a" providerId="ADAL" clId="{E8E95438-7D72-4151-95E2-CCAFE31D1FDF}"/>
    <pc:docChg chg="undo redo custSel addSld delSld modSld sldOrd modMainMaster delSection modSection">
      <pc:chgData name="Luis Carlos Guevara Hernandez" userId="946bcc4c-b146-4724-978c-751fab731e0a" providerId="ADAL" clId="{E8E95438-7D72-4151-95E2-CCAFE31D1FDF}" dt="2026-03-10T21:48:37.748" v="9117" actId="207"/>
      <pc:docMkLst>
        <pc:docMk/>
      </pc:docMkLst>
      <pc:sldChg chg="addSp delSp modSp mod addAnim delAnim modAnim">
        <pc:chgData name="Luis Carlos Guevara Hernandez" userId="946bcc4c-b146-4724-978c-751fab731e0a" providerId="ADAL" clId="{E8E95438-7D72-4151-95E2-CCAFE31D1FDF}" dt="2026-03-09T23:41:34.356" v="6358" actId="790"/>
        <pc:sldMkLst>
          <pc:docMk/>
          <pc:sldMk cId="3818468431" sldId="378"/>
        </pc:sldMkLst>
        <pc:spChg chg="mod">
          <ac:chgData name="Luis Carlos Guevara Hernandez" userId="946bcc4c-b146-4724-978c-751fab731e0a" providerId="ADAL" clId="{E8E95438-7D72-4151-95E2-CCAFE31D1FDF}" dt="2026-03-09T23:41:34.356" v="6358" actId="790"/>
          <ac:spMkLst>
            <pc:docMk/>
            <pc:sldMk cId="3818468431" sldId="378"/>
            <ac:spMk id="5" creationId="{D2C885F8-55A9-38D1-FBB2-E36B750369DC}"/>
          </ac:spMkLst>
        </pc:spChg>
        <pc:spChg chg="mod">
          <ac:chgData name="Luis Carlos Guevara Hernandez" userId="946bcc4c-b146-4724-978c-751fab731e0a" providerId="ADAL" clId="{E8E95438-7D72-4151-95E2-CCAFE31D1FDF}" dt="2026-03-08T17:54:56.706" v="1690"/>
          <ac:spMkLst>
            <pc:docMk/>
            <pc:sldMk cId="3818468431" sldId="378"/>
            <ac:spMk id="6" creationId="{697B24ED-7AA7-3F6A-DDFC-E0A13D8951CC}"/>
          </ac:spMkLst>
        </pc:spChg>
        <pc:spChg chg="add mod">
          <ac:chgData name="Luis Carlos Guevara Hernandez" userId="946bcc4c-b146-4724-978c-751fab731e0a" providerId="ADAL" clId="{E8E95438-7D72-4151-95E2-CCAFE31D1FDF}" dt="2026-03-09T23:41:34.356" v="6358" actId="790"/>
          <ac:spMkLst>
            <pc:docMk/>
            <pc:sldMk cId="3818468431" sldId="378"/>
            <ac:spMk id="7" creationId="{E89257C4-909B-977C-61AA-043ABF93C102}"/>
          </ac:spMkLst>
        </pc:spChg>
        <pc:spChg chg="mod">
          <ac:chgData name="Luis Carlos Guevara Hernandez" userId="946bcc4c-b146-4724-978c-751fab731e0a" providerId="ADAL" clId="{E8E95438-7D72-4151-95E2-CCAFE31D1FDF}" dt="2026-03-09T23:41:34.356" v="6358" actId="790"/>
          <ac:spMkLst>
            <pc:docMk/>
            <pc:sldMk cId="3818468431" sldId="378"/>
            <ac:spMk id="8" creationId="{B9C66999-FBAF-FCF1-23C6-FE0CA6A1FE3C}"/>
          </ac:spMkLst>
        </pc:spChg>
        <pc:spChg chg="add mod">
          <ac:chgData name="Luis Carlos Guevara Hernandez" userId="946bcc4c-b146-4724-978c-751fab731e0a" providerId="ADAL" clId="{E8E95438-7D72-4151-95E2-CCAFE31D1FDF}" dt="2026-03-09T23:41:34.356" v="6358" actId="790"/>
          <ac:spMkLst>
            <pc:docMk/>
            <pc:sldMk cId="3818468431" sldId="378"/>
            <ac:spMk id="11" creationId="{75254483-E4C7-4229-E1C8-D1ADD63F2E0B}"/>
          </ac:spMkLst>
        </pc:spChg>
        <pc:spChg chg="mod">
          <ac:chgData name="Luis Carlos Guevara Hernandez" userId="946bcc4c-b146-4724-978c-751fab731e0a" providerId="ADAL" clId="{E8E95438-7D72-4151-95E2-CCAFE31D1FDF}" dt="2026-03-09T23:41:34.356" v="6358" actId="790"/>
          <ac:spMkLst>
            <pc:docMk/>
            <pc:sldMk cId="3818468431" sldId="378"/>
            <ac:spMk id="12" creationId="{DA4CB32A-A45F-CC4A-944A-68311D182A77}"/>
          </ac:spMkLst>
        </pc:spChg>
        <pc:spChg chg="add mod">
          <ac:chgData name="Luis Carlos Guevara Hernandez" userId="946bcc4c-b146-4724-978c-751fab731e0a" providerId="ADAL" clId="{E8E95438-7D72-4151-95E2-CCAFE31D1FDF}" dt="2026-03-09T23:41:34.356" v="6358" actId="790"/>
          <ac:spMkLst>
            <pc:docMk/>
            <pc:sldMk cId="3818468431" sldId="378"/>
            <ac:spMk id="15" creationId="{D45BF589-DB64-FACD-CE54-B943C9AE981E}"/>
          </ac:spMkLst>
        </pc:spChg>
        <pc:spChg chg="mod">
          <ac:chgData name="Luis Carlos Guevara Hernandez" userId="946bcc4c-b146-4724-978c-751fab731e0a" providerId="ADAL" clId="{E8E95438-7D72-4151-95E2-CCAFE31D1FDF}" dt="2026-03-08T18:02:34.214" v="1821" actId="20577"/>
          <ac:spMkLst>
            <pc:docMk/>
            <pc:sldMk cId="3818468431" sldId="378"/>
            <ac:spMk id="16" creationId="{2BFD606E-49E3-D9CF-7257-00E485ECB2B3}"/>
          </ac:spMkLst>
        </pc:spChg>
        <pc:spChg chg="mod topLvl">
          <ac:chgData name="Luis Carlos Guevara Hernandez" userId="946bcc4c-b146-4724-978c-751fab731e0a" providerId="ADAL" clId="{E8E95438-7D72-4151-95E2-CCAFE31D1FDF}" dt="2026-03-09T23:41:34.356" v="6358" actId="790"/>
          <ac:spMkLst>
            <pc:docMk/>
            <pc:sldMk cId="3818468431" sldId="378"/>
            <ac:spMk id="20" creationId="{FBDEA866-EA11-496B-6EEA-0F4BF4DFB2E4}"/>
          </ac:spMkLst>
        </pc:spChg>
        <pc:spChg chg="add mod">
          <ac:chgData name="Luis Carlos Guevara Hernandez" userId="946bcc4c-b146-4724-978c-751fab731e0a" providerId="ADAL" clId="{E8E95438-7D72-4151-95E2-CCAFE31D1FDF}" dt="2026-03-09T23:41:34.356" v="6358" actId="790"/>
          <ac:spMkLst>
            <pc:docMk/>
            <pc:sldMk cId="3818468431" sldId="378"/>
            <ac:spMk id="22" creationId="{5EE6B6DD-0F6D-04DB-B5EF-B2F6D3BE15AE}"/>
          </ac:spMkLst>
        </pc:spChg>
        <pc:spChg chg="add mod">
          <ac:chgData name="Luis Carlos Guevara Hernandez" userId="946bcc4c-b146-4724-978c-751fab731e0a" providerId="ADAL" clId="{E8E95438-7D72-4151-95E2-CCAFE31D1FDF}" dt="2026-03-08T18:02:26.226" v="1808" actId="20577"/>
          <ac:spMkLst>
            <pc:docMk/>
            <pc:sldMk cId="3818468431" sldId="378"/>
            <ac:spMk id="23" creationId="{CA6DCB2F-2D67-F6E1-250C-EE559739C3BF}"/>
          </ac:spMkLst>
        </pc:spChg>
        <pc:spChg chg="add mod">
          <ac:chgData name="Luis Carlos Guevara Hernandez" userId="946bcc4c-b146-4724-978c-751fab731e0a" providerId="ADAL" clId="{E8E95438-7D72-4151-95E2-CCAFE31D1FDF}" dt="2026-03-09T23:41:34.356" v="6358" actId="790"/>
          <ac:spMkLst>
            <pc:docMk/>
            <pc:sldMk cId="3818468431" sldId="378"/>
            <ac:spMk id="24" creationId="{C83712F8-4553-F773-006B-394474E06800}"/>
          </ac:spMkLst>
        </pc:spChg>
        <pc:spChg chg="mod">
          <ac:chgData name="Luis Carlos Guevara Hernandez" userId="946bcc4c-b146-4724-978c-751fab731e0a" providerId="ADAL" clId="{E8E95438-7D72-4151-95E2-CCAFE31D1FDF}" dt="2026-03-09T23:41:34.356" v="6358" actId="790"/>
          <ac:spMkLst>
            <pc:docMk/>
            <pc:sldMk cId="3818468431" sldId="378"/>
            <ac:spMk id="63" creationId="{2010AEBE-104C-57B8-F679-26B5586D737A}"/>
          </ac:spMkLst>
        </pc:spChg>
        <pc:grpChg chg="add del mod">
          <ac:chgData name="Luis Carlos Guevara Hernandez" userId="946bcc4c-b146-4724-978c-751fab731e0a" providerId="ADAL" clId="{E8E95438-7D72-4151-95E2-CCAFE31D1FDF}" dt="2026-03-08T18:01:42.053" v="1790" actId="1076"/>
          <ac:grpSpMkLst>
            <pc:docMk/>
            <pc:sldMk cId="3818468431" sldId="378"/>
            <ac:grpSpMk id="37" creationId="{EF4841A4-16B7-5DE8-B136-F1C0790642C5}"/>
          </ac:grpSpMkLst>
        </pc:grpChg>
        <pc:picChg chg="add mod">
          <ac:chgData name="Luis Carlos Guevara Hernandez" userId="946bcc4c-b146-4724-978c-751fab731e0a" providerId="ADAL" clId="{E8E95438-7D72-4151-95E2-CCAFE31D1FDF}" dt="2026-03-08T18:02:11.990" v="1802"/>
          <ac:picMkLst>
            <pc:docMk/>
            <pc:sldMk cId="3818468431" sldId="378"/>
            <ac:picMk id="21" creationId="{C759A638-4C5F-33C8-25C9-D9B627BF4282}"/>
          </ac:picMkLst>
        </pc:picChg>
        <pc:picChg chg="mod">
          <ac:chgData name="Luis Carlos Guevara Hernandez" userId="946bcc4c-b146-4724-978c-751fab731e0a" providerId="ADAL" clId="{E8E95438-7D72-4151-95E2-CCAFE31D1FDF}" dt="2026-03-08T18:01:54.690" v="1794" actId="1076"/>
          <ac:picMkLst>
            <pc:docMk/>
            <pc:sldMk cId="3818468431" sldId="378"/>
            <ac:picMk id="36" creationId="{7201C503-3F21-BA20-CEAF-E901B467CD40}"/>
          </ac:picMkLst>
        </pc:picChg>
      </pc:sldChg>
      <pc:sldChg chg="addSp delSp modSp mod ord setBg delAnim modAnim">
        <pc:chgData name="Luis Carlos Guevara Hernandez" userId="946bcc4c-b146-4724-978c-751fab731e0a" providerId="ADAL" clId="{E8E95438-7D72-4151-95E2-CCAFE31D1FDF}" dt="2026-03-09T23:41:34.356" v="6358" actId="790"/>
        <pc:sldMkLst>
          <pc:docMk/>
          <pc:sldMk cId="1499314954" sldId="381"/>
        </pc:sldMkLst>
        <pc:spChg chg="mod">
          <ac:chgData name="Luis Carlos Guevara Hernandez" userId="946bcc4c-b146-4724-978c-751fab731e0a" providerId="ADAL" clId="{E8E95438-7D72-4151-95E2-CCAFE31D1FDF}" dt="2026-03-08T17:30:05.833" v="1401" actId="207"/>
          <ac:spMkLst>
            <pc:docMk/>
            <pc:sldMk cId="1499314954" sldId="381"/>
            <ac:spMk id="7" creationId="{ABAD7CF8-CCAB-B6B1-0B88-C9BCD218C2A4}"/>
          </ac:spMkLst>
        </pc:spChg>
        <pc:spChg chg="add mod">
          <ac:chgData name="Luis Carlos Guevara Hernandez" userId="946bcc4c-b146-4724-978c-751fab731e0a" providerId="ADAL" clId="{E8E95438-7D72-4151-95E2-CCAFE31D1FDF}" dt="2026-03-08T17:49:14.696" v="1612"/>
          <ac:spMkLst>
            <pc:docMk/>
            <pc:sldMk cId="1499314954" sldId="381"/>
            <ac:spMk id="17" creationId="{9F960C0F-6D52-0746-E6C1-34FD83E1AA78}"/>
          </ac:spMkLst>
        </pc:spChg>
        <pc:spChg chg="add mod">
          <ac:chgData name="Luis Carlos Guevara Hernandez" userId="946bcc4c-b146-4724-978c-751fab731e0a" providerId="ADAL" clId="{E8E95438-7D72-4151-95E2-CCAFE31D1FDF}" dt="2026-03-09T23:41:34.356" v="6358" actId="790"/>
          <ac:spMkLst>
            <pc:docMk/>
            <pc:sldMk cId="1499314954" sldId="381"/>
            <ac:spMk id="18" creationId="{D5CBC3F9-10D8-8239-1FDE-DC272BC93477}"/>
          </ac:spMkLst>
        </pc:spChg>
        <pc:spChg chg="add mod">
          <ac:chgData name="Luis Carlos Guevara Hernandez" userId="946bcc4c-b146-4724-978c-751fab731e0a" providerId="ADAL" clId="{E8E95438-7D72-4151-95E2-CCAFE31D1FDF}" dt="2026-03-09T23:41:34.356" v="6358" actId="790"/>
          <ac:spMkLst>
            <pc:docMk/>
            <pc:sldMk cId="1499314954" sldId="381"/>
            <ac:spMk id="22" creationId="{263DF065-B358-9C12-CC09-701ADED4AECB}"/>
          </ac:spMkLst>
        </pc:spChg>
        <pc:spChg chg="add mod">
          <ac:chgData name="Luis Carlos Guevara Hernandez" userId="946bcc4c-b146-4724-978c-751fab731e0a" providerId="ADAL" clId="{E8E95438-7D72-4151-95E2-CCAFE31D1FDF}" dt="2026-03-09T23:41:34.356" v="6358" actId="790"/>
          <ac:spMkLst>
            <pc:docMk/>
            <pc:sldMk cId="1499314954" sldId="381"/>
            <ac:spMk id="25" creationId="{9AB98986-7E82-2B13-78B3-615159E4860E}"/>
          </ac:spMkLst>
        </pc:spChg>
        <pc:spChg chg="add mod">
          <ac:chgData name="Luis Carlos Guevara Hernandez" userId="946bcc4c-b146-4724-978c-751fab731e0a" providerId="ADAL" clId="{E8E95438-7D72-4151-95E2-CCAFE31D1FDF}" dt="2026-03-09T23:41:34.356" v="6358" actId="790"/>
          <ac:spMkLst>
            <pc:docMk/>
            <pc:sldMk cId="1499314954" sldId="381"/>
            <ac:spMk id="26" creationId="{1F1C70F6-F0EB-2C91-4D37-A1CD7AB62816}"/>
          </ac:spMkLst>
        </pc:spChg>
        <pc:spChg chg="add mod">
          <ac:chgData name="Luis Carlos Guevara Hernandez" userId="946bcc4c-b146-4724-978c-751fab731e0a" providerId="ADAL" clId="{E8E95438-7D72-4151-95E2-CCAFE31D1FDF}" dt="2026-03-08T17:53:31.943" v="1687" actId="1076"/>
          <ac:spMkLst>
            <pc:docMk/>
            <pc:sldMk cId="1499314954" sldId="381"/>
            <ac:spMk id="29" creationId="{3611B122-D3AD-FFAC-4DF4-9A41251FC5DB}"/>
          </ac:spMkLst>
        </pc:spChg>
        <pc:spChg chg="add mod">
          <ac:chgData name="Luis Carlos Guevara Hernandez" userId="946bcc4c-b146-4724-978c-751fab731e0a" providerId="ADAL" clId="{E8E95438-7D72-4151-95E2-CCAFE31D1FDF}" dt="2026-03-09T23:41:34.356" v="6358" actId="790"/>
          <ac:spMkLst>
            <pc:docMk/>
            <pc:sldMk cId="1499314954" sldId="381"/>
            <ac:spMk id="30" creationId="{D7D3EA98-D527-0327-47E0-C68F8642D72F}"/>
          </ac:spMkLst>
        </pc:spChg>
        <pc:spChg chg="add mod">
          <ac:chgData name="Luis Carlos Guevara Hernandez" userId="946bcc4c-b146-4724-978c-751fab731e0a" providerId="ADAL" clId="{E8E95438-7D72-4151-95E2-CCAFE31D1FDF}" dt="2026-03-08T17:53:31.943" v="1687" actId="1076"/>
          <ac:spMkLst>
            <pc:docMk/>
            <pc:sldMk cId="1499314954" sldId="381"/>
            <ac:spMk id="31" creationId="{D8AA9D33-CFC1-95AC-3864-B8C6AF7C802A}"/>
          </ac:spMkLst>
        </pc:spChg>
        <pc:spChg chg="add mod">
          <ac:chgData name="Luis Carlos Guevara Hernandez" userId="946bcc4c-b146-4724-978c-751fab731e0a" providerId="ADAL" clId="{E8E95438-7D72-4151-95E2-CCAFE31D1FDF}" dt="2026-03-09T23:41:34.356" v="6358" actId="790"/>
          <ac:spMkLst>
            <pc:docMk/>
            <pc:sldMk cId="1499314954" sldId="381"/>
            <ac:spMk id="32" creationId="{EB984EEB-93CB-D1BB-C56E-221F75369FD5}"/>
          </ac:spMkLst>
        </pc:spChg>
        <pc:spChg chg="add mod">
          <ac:chgData name="Luis Carlos Guevara Hernandez" userId="946bcc4c-b146-4724-978c-751fab731e0a" providerId="ADAL" clId="{E8E95438-7D72-4151-95E2-CCAFE31D1FDF}" dt="2026-03-08T17:53:31.943" v="1687" actId="1076"/>
          <ac:spMkLst>
            <pc:docMk/>
            <pc:sldMk cId="1499314954" sldId="381"/>
            <ac:spMk id="35" creationId="{680E0B18-A9DD-ED33-B847-E8EA4DBD642D}"/>
          </ac:spMkLst>
        </pc:spChg>
        <pc:spChg chg="add mod">
          <ac:chgData name="Luis Carlos Guevara Hernandez" userId="946bcc4c-b146-4724-978c-751fab731e0a" providerId="ADAL" clId="{E8E95438-7D72-4151-95E2-CCAFE31D1FDF}" dt="2026-03-08T17:53:31.943" v="1687" actId="1076"/>
          <ac:spMkLst>
            <pc:docMk/>
            <pc:sldMk cId="1499314954" sldId="381"/>
            <ac:spMk id="36" creationId="{E5F230FE-5DC6-28EC-2DAD-F45743E04514}"/>
          </ac:spMkLst>
        </pc:spChg>
        <pc:spChg chg="mod">
          <ac:chgData name="Luis Carlos Guevara Hernandez" userId="946bcc4c-b146-4724-978c-751fab731e0a" providerId="ADAL" clId="{E8E95438-7D72-4151-95E2-CCAFE31D1FDF}" dt="2026-03-09T23:41:34.356" v="6358" actId="790"/>
          <ac:spMkLst>
            <pc:docMk/>
            <pc:sldMk cId="1499314954" sldId="381"/>
            <ac:spMk id="38" creationId="{D6670626-8F22-A0BD-F29F-11A411A372F3}"/>
          </ac:spMkLst>
        </pc:spChg>
        <pc:spChg chg="mod">
          <ac:chgData name="Luis Carlos Guevara Hernandez" userId="946bcc4c-b146-4724-978c-751fab731e0a" providerId="ADAL" clId="{E8E95438-7D72-4151-95E2-CCAFE31D1FDF}" dt="2026-03-08T17:52:39.923" v="1666"/>
          <ac:spMkLst>
            <pc:docMk/>
            <pc:sldMk cId="1499314954" sldId="381"/>
            <ac:spMk id="39" creationId="{AAAC5E76-DE0D-E8C3-7987-A3F5B0CF932A}"/>
          </ac:spMkLst>
        </pc:spChg>
        <pc:spChg chg="mod">
          <ac:chgData name="Luis Carlos Guevara Hernandez" userId="946bcc4c-b146-4724-978c-751fab731e0a" providerId="ADAL" clId="{E8E95438-7D72-4151-95E2-CCAFE31D1FDF}" dt="2026-03-09T23:41:34.356" v="6358" actId="790"/>
          <ac:spMkLst>
            <pc:docMk/>
            <pc:sldMk cId="1499314954" sldId="381"/>
            <ac:spMk id="41" creationId="{27AE5DFD-68D5-4965-6280-721BA1DD04D3}"/>
          </ac:spMkLst>
        </pc:spChg>
        <pc:spChg chg="mod">
          <ac:chgData name="Luis Carlos Guevara Hernandez" userId="946bcc4c-b146-4724-978c-751fab731e0a" providerId="ADAL" clId="{E8E95438-7D72-4151-95E2-CCAFE31D1FDF}" dt="2026-03-09T23:41:34.356" v="6358" actId="790"/>
          <ac:spMkLst>
            <pc:docMk/>
            <pc:sldMk cId="1499314954" sldId="381"/>
            <ac:spMk id="42" creationId="{3B8E3615-06FF-2038-85D8-1C2A46727C97}"/>
          </ac:spMkLst>
        </pc:spChg>
        <pc:spChg chg="add mod">
          <ac:chgData name="Luis Carlos Guevara Hernandez" userId="946bcc4c-b146-4724-978c-751fab731e0a" providerId="ADAL" clId="{E8E95438-7D72-4151-95E2-CCAFE31D1FDF}" dt="2026-03-08T17:57:57.459" v="1719" actId="207"/>
          <ac:spMkLst>
            <pc:docMk/>
            <pc:sldMk cId="1499314954" sldId="381"/>
            <ac:spMk id="43" creationId="{AED32384-C8A0-7DE0-127C-8531668B2ED0}"/>
          </ac:spMkLst>
        </pc:spChg>
        <pc:spChg chg="add mod">
          <ac:chgData name="Luis Carlos Guevara Hernandez" userId="946bcc4c-b146-4724-978c-751fab731e0a" providerId="ADAL" clId="{E8E95438-7D72-4151-95E2-CCAFE31D1FDF}" dt="2026-03-09T23:41:34.356" v="6358" actId="790"/>
          <ac:spMkLst>
            <pc:docMk/>
            <pc:sldMk cId="1499314954" sldId="381"/>
            <ac:spMk id="44" creationId="{2E1C87FA-1AC0-5E29-2448-AA18A0005709}"/>
          </ac:spMkLst>
        </pc:spChg>
        <pc:grpChg chg="add mod">
          <ac:chgData name="Luis Carlos Guevara Hernandez" userId="946bcc4c-b146-4724-978c-751fab731e0a" providerId="ADAL" clId="{E8E95438-7D72-4151-95E2-CCAFE31D1FDF}" dt="2026-03-08T17:53:21.994" v="1684" actId="1076"/>
          <ac:grpSpMkLst>
            <pc:docMk/>
            <pc:sldMk cId="1499314954" sldId="381"/>
            <ac:grpSpMk id="37" creationId="{5A9D7D1A-C601-E540-17E8-63A619EED833}"/>
          </ac:grpSpMkLst>
        </pc:grpChg>
        <pc:grpChg chg="add mod">
          <ac:chgData name="Luis Carlos Guevara Hernandez" userId="946bcc4c-b146-4724-978c-751fab731e0a" providerId="ADAL" clId="{E8E95438-7D72-4151-95E2-CCAFE31D1FDF}" dt="2026-03-08T17:53:21.994" v="1684" actId="1076"/>
          <ac:grpSpMkLst>
            <pc:docMk/>
            <pc:sldMk cId="1499314954" sldId="381"/>
            <ac:grpSpMk id="40" creationId="{D1B6306C-3B1B-C5B4-A541-9161B0B600E5}"/>
          </ac:grpSpMkLst>
        </pc:grpChg>
        <pc:cxnChg chg="add mod">
          <ac:chgData name="Luis Carlos Guevara Hernandez" userId="946bcc4c-b146-4724-978c-751fab731e0a" providerId="ADAL" clId="{E8E95438-7D72-4151-95E2-CCAFE31D1FDF}" dt="2026-03-08T17:51:47.717" v="1649" actId="14100"/>
          <ac:cxnSpMkLst>
            <pc:docMk/>
            <pc:sldMk cId="1499314954" sldId="381"/>
            <ac:cxnSpMk id="33" creationId="{14212D58-7DF8-A579-48C6-E3DB00C74E8A}"/>
          </ac:cxnSpMkLst>
        </pc:cxnChg>
      </pc:sldChg>
      <pc:sldChg chg="modSp mod">
        <pc:chgData name="Luis Carlos Guevara Hernandez" userId="946bcc4c-b146-4724-978c-751fab731e0a" providerId="ADAL" clId="{E8E95438-7D72-4151-95E2-CCAFE31D1FDF}" dt="2026-03-09T23:41:34.356" v="6358" actId="790"/>
        <pc:sldMkLst>
          <pc:docMk/>
          <pc:sldMk cId="2007580499" sldId="459"/>
        </pc:sldMkLst>
        <pc:spChg chg="mod">
          <ac:chgData name="Luis Carlos Guevara Hernandez" userId="946bcc4c-b146-4724-978c-751fab731e0a" providerId="ADAL" clId="{E8E95438-7D72-4151-95E2-CCAFE31D1FDF}" dt="2026-03-08T13:58:14.666" v="67" actId="478"/>
          <ac:spMkLst>
            <pc:docMk/>
            <pc:sldMk cId="2007580499" sldId="459"/>
            <ac:spMk id="3" creationId="{195FC361-98A7-3A96-CB7D-6B59637607D5}"/>
          </ac:spMkLst>
        </pc:spChg>
        <pc:spChg chg="mod">
          <ac:chgData name="Luis Carlos Guevara Hernandez" userId="946bcc4c-b146-4724-978c-751fab731e0a" providerId="ADAL" clId="{E8E95438-7D72-4151-95E2-CCAFE31D1FDF}" dt="2026-03-08T13:56:46.464" v="56" actId="790"/>
          <ac:spMkLst>
            <pc:docMk/>
            <pc:sldMk cId="2007580499" sldId="459"/>
            <ac:spMk id="11" creationId="{975DE16E-DF4D-BC2D-5B08-D8A528509411}"/>
          </ac:spMkLst>
        </pc:spChg>
        <pc:spChg chg="mod">
          <ac:chgData name="Luis Carlos Guevara Hernandez" userId="946bcc4c-b146-4724-978c-751fab731e0a" providerId="ADAL" clId="{E8E95438-7D72-4151-95E2-CCAFE31D1FDF}" dt="2026-03-09T23:41:34.356" v="6358" actId="790"/>
          <ac:spMkLst>
            <pc:docMk/>
            <pc:sldMk cId="2007580499" sldId="459"/>
            <ac:spMk id="16" creationId="{92989DB4-4686-2A21-C6DA-11EDA6AC318F}"/>
          </ac:spMkLst>
        </pc:spChg>
        <pc:spChg chg="mod">
          <ac:chgData name="Luis Carlos Guevara Hernandez" userId="946bcc4c-b146-4724-978c-751fab731e0a" providerId="ADAL" clId="{E8E95438-7D72-4151-95E2-CCAFE31D1FDF}" dt="2026-03-08T13:56:46.464" v="56" actId="790"/>
          <ac:spMkLst>
            <pc:docMk/>
            <pc:sldMk cId="2007580499" sldId="459"/>
            <ac:spMk id="17" creationId="{E3013E7C-520B-E284-B335-79FE2C66D95B}"/>
          </ac:spMkLst>
        </pc:spChg>
        <pc:spChg chg="mod">
          <ac:chgData name="Luis Carlos Guevara Hernandez" userId="946bcc4c-b146-4724-978c-751fab731e0a" providerId="ADAL" clId="{E8E95438-7D72-4151-95E2-CCAFE31D1FDF}" dt="2026-03-09T23:41:34.356" v="6358" actId="790"/>
          <ac:spMkLst>
            <pc:docMk/>
            <pc:sldMk cId="2007580499" sldId="459"/>
            <ac:spMk id="18" creationId="{A05E931E-63F2-7AE4-50D3-9E071DD22606}"/>
          </ac:spMkLst>
        </pc:spChg>
        <pc:spChg chg="mod">
          <ac:chgData name="Luis Carlos Guevara Hernandez" userId="946bcc4c-b146-4724-978c-751fab731e0a" providerId="ADAL" clId="{E8E95438-7D72-4151-95E2-CCAFE31D1FDF}" dt="2026-03-09T23:41:34.356" v="6358" actId="790"/>
          <ac:spMkLst>
            <pc:docMk/>
            <pc:sldMk cId="2007580499" sldId="459"/>
            <ac:spMk id="24" creationId="{0D3C0039-B3DB-AB7F-0EF2-20AFF4CCFE2D}"/>
          </ac:spMkLst>
        </pc:spChg>
        <pc:spChg chg="mod">
          <ac:chgData name="Luis Carlos Guevara Hernandez" userId="946bcc4c-b146-4724-978c-751fab731e0a" providerId="ADAL" clId="{E8E95438-7D72-4151-95E2-CCAFE31D1FDF}" dt="2026-03-08T13:56:46.464" v="56" actId="790"/>
          <ac:spMkLst>
            <pc:docMk/>
            <pc:sldMk cId="2007580499" sldId="459"/>
            <ac:spMk id="26" creationId="{DF4DF695-8C92-4645-7E34-7D6757C53545}"/>
          </ac:spMkLst>
        </pc:spChg>
        <pc:spChg chg="mod">
          <ac:chgData name="Luis Carlos Guevara Hernandez" userId="946bcc4c-b146-4724-978c-751fab731e0a" providerId="ADAL" clId="{E8E95438-7D72-4151-95E2-CCAFE31D1FDF}" dt="2026-03-08T13:56:46.464" v="56" actId="790"/>
          <ac:spMkLst>
            <pc:docMk/>
            <pc:sldMk cId="2007580499" sldId="459"/>
            <ac:spMk id="29" creationId="{240EB778-D99C-C151-58A7-83DC4B71CF87}"/>
          </ac:spMkLst>
        </pc:spChg>
        <pc:spChg chg="mod">
          <ac:chgData name="Luis Carlos Guevara Hernandez" userId="946bcc4c-b146-4724-978c-751fab731e0a" providerId="ADAL" clId="{E8E95438-7D72-4151-95E2-CCAFE31D1FDF}" dt="2026-03-09T23:41:34.356" v="6358" actId="790"/>
          <ac:spMkLst>
            <pc:docMk/>
            <pc:sldMk cId="2007580499" sldId="459"/>
            <ac:spMk id="36" creationId="{34D7C8DE-9D0A-A6D3-FE85-C2FD49481EAA}"/>
          </ac:spMkLst>
        </pc:spChg>
        <pc:spChg chg="mod">
          <ac:chgData name="Luis Carlos Guevara Hernandez" userId="946bcc4c-b146-4724-978c-751fab731e0a" providerId="ADAL" clId="{E8E95438-7D72-4151-95E2-CCAFE31D1FDF}" dt="2026-03-09T23:41:34.356" v="6358" actId="790"/>
          <ac:spMkLst>
            <pc:docMk/>
            <pc:sldMk cId="2007580499" sldId="459"/>
            <ac:spMk id="41" creationId="{2B9E2E1C-F251-369B-9B1B-F226741CE650}"/>
          </ac:spMkLst>
        </pc:spChg>
        <pc:spChg chg="mod">
          <ac:chgData name="Luis Carlos Guevara Hernandez" userId="946bcc4c-b146-4724-978c-751fab731e0a" providerId="ADAL" clId="{E8E95438-7D72-4151-95E2-CCAFE31D1FDF}" dt="2026-03-09T23:41:34.356" v="6358" actId="790"/>
          <ac:spMkLst>
            <pc:docMk/>
            <pc:sldMk cId="2007580499" sldId="459"/>
            <ac:spMk id="46" creationId="{FF21608E-9E4A-0CEA-CF80-5E168BF303FE}"/>
          </ac:spMkLst>
        </pc:spChg>
        <pc:spChg chg="mod">
          <ac:chgData name="Luis Carlos Guevara Hernandez" userId="946bcc4c-b146-4724-978c-751fab731e0a" providerId="ADAL" clId="{E8E95438-7D72-4151-95E2-CCAFE31D1FDF}" dt="2026-03-09T23:41:34.356" v="6358" actId="790"/>
          <ac:spMkLst>
            <pc:docMk/>
            <pc:sldMk cId="2007580499" sldId="459"/>
            <ac:spMk id="47" creationId="{BA4D11DC-306B-EC0B-06FA-96E7A95201A4}"/>
          </ac:spMkLst>
        </pc:spChg>
        <pc:spChg chg="mod">
          <ac:chgData name="Luis Carlos Guevara Hernandez" userId="946bcc4c-b146-4724-978c-751fab731e0a" providerId="ADAL" clId="{E8E95438-7D72-4151-95E2-CCAFE31D1FDF}" dt="2026-03-09T23:41:34.356" v="6358" actId="790"/>
          <ac:spMkLst>
            <pc:docMk/>
            <pc:sldMk cId="2007580499" sldId="459"/>
            <ac:spMk id="49" creationId="{0AE86999-1552-CDD4-39B5-9CCFB8E3D8E3}"/>
          </ac:spMkLst>
        </pc:spChg>
        <pc:spChg chg="mod">
          <ac:chgData name="Luis Carlos Guevara Hernandez" userId="946bcc4c-b146-4724-978c-751fab731e0a" providerId="ADAL" clId="{E8E95438-7D72-4151-95E2-CCAFE31D1FDF}" dt="2026-03-09T23:41:34.356" v="6358" actId="790"/>
          <ac:spMkLst>
            <pc:docMk/>
            <pc:sldMk cId="2007580499" sldId="459"/>
            <ac:spMk id="50" creationId="{76AC73A0-E981-12C7-1D75-47FDE11AA3A9}"/>
          </ac:spMkLst>
        </pc:spChg>
        <pc:spChg chg="mod">
          <ac:chgData name="Luis Carlos Guevara Hernandez" userId="946bcc4c-b146-4724-978c-751fab731e0a" providerId="ADAL" clId="{E8E95438-7D72-4151-95E2-CCAFE31D1FDF}" dt="2026-03-08T13:56:46.464" v="56" actId="790"/>
          <ac:spMkLst>
            <pc:docMk/>
            <pc:sldMk cId="2007580499" sldId="459"/>
            <ac:spMk id="51" creationId="{D9F4A88B-06C6-E9BF-74FC-77E3ED6FE0FE}"/>
          </ac:spMkLst>
        </pc:spChg>
        <pc:spChg chg="mod">
          <ac:chgData name="Luis Carlos Guevara Hernandez" userId="946bcc4c-b146-4724-978c-751fab731e0a" providerId="ADAL" clId="{E8E95438-7D72-4151-95E2-CCAFE31D1FDF}" dt="2026-03-09T23:41:34.356" v="6358" actId="790"/>
          <ac:spMkLst>
            <pc:docMk/>
            <pc:sldMk cId="2007580499" sldId="459"/>
            <ac:spMk id="52" creationId="{926E3B6C-8745-7CF7-A3D9-50878A529620}"/>
          </ac:spMkLst>
        </pc:spChg>
      </pc:sldChg>
      <pc:sldChg chg="modSp add mod modShow">
        <pc:chgData name="Luis Carlos Guevara Hernandez" userId="946bcc4c-b146-4724-978c-751fab731e0a" providerId="ADAL" clId="{E8E95438-7D72-4151-95E2-CCAFE31D1FDF}" dt="2026-03-09T23:41:34.356" v="6358" actId="790"/>
        <pc:sldMkLst>
          <pc:docMk/>
          <pc:sldMk cId="2904765843" sldId="460"/>
        </pc:sldMkLst>
        <pc:spChg chg="mod">
          <ac:chgData name="Luis Carlos Guevara Hernandez" userId="946bcc4c-b146-4724-978c-751fab731e0a" providerId="ADAL" clId="{E8E95438-7D72-4151-95E2-CCAFE31D1FDF}" dt="2026-03-09T23:41:34.356" v="6358" actId="790"/>
          <ac:spMkLst>
            <pc:docMk/>
            <pc:sldMk cId="2904765843" sldId="460"/>
            <ac:spMk id="3" creationId="{195FC361-98A7-3A96-CB7D-6B59637607D5}"/>
          </ac:spMkLst>
        </pc:spChg>
        <pc:spChg chg="mod">
          <ac:chgData name="Luis Carlos Guevara Hernandez" userId="946bcc4c-b146-4724-978c-751fab731e0a" providerId="ADAL" clId="{E8E95438-7D72-4151-95E2-CCAFE31D1FDF}" dt="2026-03-09T23:41:34.356" v="6358" actId="790"/>
          <ac:spMkLst>
            <pc:docMk/>
            <pc:sldMk cId="2904765843" sldId="460"/>
            <ac:spMk id="4" creationId="{4CA765DB-7CCC-B355-2B80-E3D69346402F}"/>
          </ac:spMkLst>
        </pc:spChg>
        <pc:spChg chg="mod">
          <ac:chgData name="Luis Carlos Guevara Hernandez" userId="946bcc4c-b146-4724-978c-751fab731e0a" providerId="ADAL" clId="{E8E95438-7D72-4151-95E2-CCAFE31D1FDF}" dt="2026-03-09T23:41:34.356" v="6358" actId="790"/>
          <ac:spMkLst>
            <pc:docMk/>
            <pc:sldMk cId="2904765843" sldId="460"/>
            <ac:spMk id="6" creationId="{54591982-F5AD-DB9F-9F89-470ABB30708F}"/>
          </ac:spMkLst>
        </pc:spChg>
        <pc:spChg chg="mod">
          <ac:chgData name="Luis Carlos Guevara Hernandez" userId="946bcc4c-b146-4724-978c-751fab731e0a" providerId="ADAL" clId="{E8E95438-7D72-4151-95E2-CCAFE31D1FDF}" dt="2026-03-09T23:41:34.356" v="6358" actId="790"/>
          <ac:spMkLst>
            <pc:docMk/>
            <pc:sldMk cId="2904765843" sldId="460"/>
            <ac:spMk id="7" creationId="{5119C08F-5F19-B177-DF68-0E901BBD3B0B}"/>
          </ac:spMkLst>
        </pc:spChg>
        <pc:spChg chg="mod">
          <ac:chgData name="Luis Carlos Guevara Hernandez" userId="946bcc4c-b146-4724-978c-751fab731e0a" providerId="ADAL" clId="{E8E95438-7D72-4151-95E2-CCAFE31D1FDF}" dt="2026-03-09T23:41:34.356" v="6358" actId="790"/>
          <ac:spMkLst>
            <pc:docMk/>
            <pc:sldMk cId="2904765843" sldId="460"/>
            <ac:spMk id="8" creationId="{964F6F91-7753-2666-0C67-E83E1E1EBC72}"/>
          </ac:spMkLst>
        </pc:spChg>
        <pc:spChg chg="mod">
          <ac:chgData name="Luis Carlos Guevara Hernandez" userId="946bcc4c-b146-4724-978c-751fab731e0a" providerId="ADAL" clId="{E8E95438-7D72-4151-95E2-CCAFE31D1FDF}" dt="2026-03-09T23:41:34.356" v="6358" actId="790"/>
          <ac:spMkLst>
            <pc:docMk/>
            <pc:sldMk cId="2904765843" sldId="460"/>
            <ac:spMk id="9" creationId="{A0E61EAC-D629-34BB-E067-8C1C8C223EB9}"/>
          </ac:spMkLst>
        </pc:spChg>
        <pc:spChg chg="mod">
          <ac:chgData name="Luis Carlos Guevara Hernandez" userId="946bcc4c-b146-4724-978c-751fab731e0a" providerId="ADAL" clId="{E8E95438-7D72-4151-95E2-CCAFE31D1FDF}" dt="2026-03-09T23:41:34.356" v="6358" actId="790"/>
          <ac:spMkLst>
            <pc:docMk/>
            <pc:sldMk cId="2904765843" sldId="460"/>
            <ac:spMk id="10" creationId="{BF5EFA30-CD2D-5826-7695-C0CF5716A969}"/>
          </ac:spMkLst>
        </pc:spChg>
        <pc:spChg chg="mod">
          <ac:chgData name="Luis Carlos Guevara Hernandez" userId="946bcc4c-b146-4724-978c-751fab731e0a" providerId="ADAL" clId="{E8E95438-7D72-4151-95E2-CCAFE31D1FDF}" dt="2026-03-09T23:41:34.356" v="6358" actId="790"/>
          <ac:spMkLst>
            <pc:docMk/>
            <pc:sldMk cId="2904765843" sldId="460"/>
            <ac:spMk id="11" creationId="{4AEE15FB-F1E1-B3B1-C6D3-9869752F66AC}"/>
          </ac:spMkLst>
        </pc:spChg>
        <pc:spChg chg="mod">
          <ac:chgData name="Luis Carlos Guevara Hernandez" userId="946bcc4c-b146-4724-978c-751fab731e0a" providerId="ADAL" clId="{E8E95438-7D72-4151-95E2-CCAFE31D1FDF}" dt="2026-03-09T23:41:34.356" v="6358" actId="790"/>
          <ac:spMkLst>
            <pc:docMk/>
            <pc:sldMk cId="2904765843" sldId="460"/>
            <ac:spMk id="15" creationId="{F88588E3-6B13-5249-C99F-40068E023045}"/>
          </ac:spMkLst>
        </pc:spChg>
      </pc:sldChg>
      <pc:sldChg chg="modSp add mod modShow">
        <pc:chgData name="Luis Carlos Guevara Hernandez" userId="946bcc4c-b146-4724-978c-751fab731e0a" providerId="ADAL" clId="{E8E95438-7D72-4151-95E2-CCAFE31D1FDF}" dt="2026-03-09T23:41:34.356" v="6358" actId="790"/>
        <pc:sldMkLst>
          <pc:docMk/>
          <pc:sldMk cId="1277640738" sldId="461"/>
        </pc:sldMkLst>
        <pc:spChg chg="mod">
          <ac:chgData name="Luis Carlos Guevara Hernandez" userId="946bcc4c-b146-4724-978c-751fab731e0a" providerId="ADAL" clId="{E8E95438-7D72-4151-95E2-CCAFE31D1FDF}" dt="2026-03-09T23:41:34.356" v="6358" actId="790"/>
          <ac:spMkLst>
            <pc:docMk/>
            <pc:sldMk cId="1277640738" sldId="461"/>
            <ac:spMk id="12" creationId="{DE968164-241B-755B-1D69-1EFA5BBAACF1}"/>
          </ac:spMkLst>
        </pc:spChg>
        <pc:spChg chg="mod">
          <ac:chgData name="Luis Carlos Guevara Hernandez" userId="946bcc4c-b146-4724-978c-751fab731e0a" providerId="ADAL" clId="{E8E95438-7D72-4151-95E2-CCAFE31D1FDF}" dt="2026-03-09T23:41:34.356" v="6358" actId="790"/>
          <ac:spMkLst>
            <pc:docMk/>
            <pc:sldMk cId="1277640738" sldId="461"/>
            <ac:spMk id="13" creationId="{0DA9A062-5AC6-EE8F-FE29-0D5609635591}"/>
          </ac:spMkLst>
        </pc:spChg>
        <pc:spChg chg="mod">
          <ac:chgData name="Luis Carlos Guevara Hernandez" userId="946bcc4c-b146-4724-978c-751fab731e0a" providerId="ADAL" clId="{E8E95438-7D72-4151-95E2-CCAFE31D1FDF}" dt="2026-03-09T23:41:34.356" v="6358" actId="790"/>
          <ac:spMkLst>
            <pc:docMk/>
            <pc:sldMk cId="1277640738" sldId="461"/>
            <ac:spMk id="51" creationId="{922DFFDA-1473-FF28-F90D-8B7E56C34B0E}"/>
          </ac:spMkLst>
        </pc:spChg>
        <pc:spChg chg="mod">
          <ac:chgData name="Luis Carlos Guevara Hernandez" userId="946bcc4c-b146-4724-978c-751fab731e0a" providerId="ADAL" clId="{E8E95438-7D72-4151-95E2-CCAFE31D1FDF}" dt="2026-03-09T23:41:34.356" v="6358" actId="790"/>
          <ac:spMkLst>
            <pc:docMk/>
            <pc:sldMk cId="1277640738" sldId="461"/>
            <ac:spMk id="53" creationId="{2AA62D3F-7D61-59B7-A11C-A6AB183BF3B4}"/>
          </ac:spMkLst>
        </pc:spChg>
        <pc:spChg chg="mod">
          <ac:chgData name="Luis Carlos Guevara Hernandez" userId="946bcc4c-b146-4724-978c-751fab731e0a" providerId="ADAL" clId="{E8E95438-7D72-4151-95E2-CCAFE31D1FDF}" dt="2026-03-09T23:41:34.356" v="6358" actId="790"/>
          <ac:spMkLst>
            <pc:docMk/>
            <pc:sldMk cId="1277640738" sldId="461"/>
            <ac:spMk id="55" creationId="{EFF1C24E-139F-4A4A-E43B-D9580821F1CB}"/>
          </ac:spMkLst>
        </pc:spChg>
        <pc:spChg chg="mod">
          <ac:chgData name="Luis Carlos Guevara Hernandez" userId="946bcc4c-b146-4724-978c-751fab731e0a" providerId="ADAL" clId="{E8E95438-7D72-4151-95E2-CCAFE31D1FDF}" dt="2026-03-09T23:41:34.356" v="6358" actId="790"/>
          <ac:spMkLst>
            <pc:docMk/>
            <pc:sldMk cId="1277640738" sldId="461"/>
            <ac:spMk id="56" creationId="{F5D14C85-5CAC-BDD3-46B2-01E315523FD2}"/>
          </ac:spMkLst>
        </pc:spChg>
        <pc:spChg chg="mod">
          <ac:chgData name="Luis Carlos Guevara Hernandez" userId="946bcc4c-b146-4724-978c-751fab731e0a" providerId="ADAL" clId="{E8E95438-7D72-4151-95E2-CCAFE31D1FDF}" dt="2026-03-09T23:41:34.356" v="6358" actId="790"/>
          <ac:spMkLst>
            <pc:docMk/>
            <pc:sldMk cId="1277640738" sldId="461"/>
            <ac:spMk id="57" creationId="{7F105D6F-3150-26E5-A4CF-3EDDECC49D99}"/>
          </ac:spMkLst>
        </pc:spChg>
        <pc:spChg chg="mod">
          <ac:chgData name="Luis Carlos Guevara Hernandez" userId="946bcc4c-b146-4724-978c-751fab731e0a" providerId="ADAL" clId="{E8E95438-7D72-4151-95E2-CCAFE31D1FDF}" dt="2026-03-09T23:41:34.356" v="6358" actId="790"/>
          <ac:spMkLst>
            <pc:docMk/>
            <pc:sldMk cId="1277640738" sldId="461"/>
            <ac:spMk id="83" creationId="{9FCA332E-0791-A478-F3A4-CB674C636DDB}"/>
          </ac:spMkLst>
        </pc:spChg>
        <pc:spChg chg="mod">
          <ac:chgData name="Luis Carlos Guevara Hernandez" userId="946bcc4c-b146-4724-978c-751fab731e0a" providerId="ADAL" clId="{E8E95438-7D72-4151-95E2-CCAFE31D1FDF}" dt="2026-03-09T23:41:34.356" v="6358" actId="790"/>
          <ac:spMkLst>
            <pc:docMk/>
            <pc:sldMk cId="1277640738" sldId="461"/>
            <ac:spMk id="84" creationId="{C996DF41-AF32-1792-1A46-91636EBB249D}"/>
          </ac:spMkLst>
        </pc:spChg>
        <pc:spChg chg="mod">
          <ac:chgData name="Luis Carlos Guevara Hernandez" userId="946bcc4c-b146-4724-978c-751fab731e0a" providerId="ADAL" clId="{E8E95438-7D72-4151-95E2-CCAFE31D1FDF}" dt="2026-03-09T23:41:34.356" v="6358" actId="790"/>
          <ac:spMkLst>
            <pc:docMk/>
            <pc:sldMk cId="1277640738" sldId="461"/>
            <ac:spMk id="108" creationId="{F9B81A47-47EB-14C6-5EBB-6D06FAA34DCC}"/>
          </ac:spMkLst>
        </pc:spChg>
      </pc:sldChg>
      <pc:sldChg chg="modSp add mod modShow">
        <pc:chgData name="Luis Carlos Guevara Hernandez" userId="946bcc4c-b146-4724-978c-751fab731e0a" providerId="ADAL" clId="{E8E95438-7D72-4151-95E2-CCAFE31D1FDF}" dt="2026-03-09T23:41:34.356" v="6358" actId="790"/>
        <pc:sldMkLst>
          <pc:docMk/>
          <pc:sldMk cId="2211343349" sldId="462"/>
        </pc:sldMkLst>
        <pc:spChg chg="mod">
          <ac:chgData name="Luis Carlos Guevara Hernandez" userId="946bcc4c-b146-4724-978c-751fab731e0a" providerId="ADAL" clId="{E8E95438-7D72-4151-95E2-CCAFE31D1FDF}" dt="2026-03-09T23:41:34.356" v="6358" actId="790"/>
          <ac:spMkLst>
            <pc:docMk/>
            <pc:sldMk cId="2211343349" sldId="462"/>
            <ac:spMk id="4" creationId="{4CA765DB-7CCC-B355-2B80-E3D69346402F}"/>
          </ac:spMkLst>
        </pc:spChg>
        <pc:spChg chg="mod">
          <ac:chgData name="Luis Carlos Guevara Hernandez" userId="946bcc4c-b146-4724-978c-751fab731e0a" providerId="ADAL" clId="{E8E95438-7D72-4151-95E2-CCAFE31D1FDF}" dt="2026-03-09T23:41:34.356" v="6358" actId="790"/>
          <ac:spMkLst>
            <pc:docMk/>
            <pc:sldMk cId="2211343349" sldId="462"/>
            <ac:spMk id="8" creationId="{964F6F91-7753-2666-0C67-E83E1E1EBC72}"/>
          </ac:spMkLst>
        </pc:spChg>
        <pc:spChg chg="mod">
          <ac:chgData name="Luis Carlos Guevara Hernandez" userId="946bcc4c-b146-4724-978c-751fab731e0a" providerId="ADAL" clId="{E8E95438-7D72-4151-95E2-CCAFE31D1FDF}" dt="2026-03-09T23:41:34.356" v="6358" actId="790"/>
          <ac:spMkLst>
            <pc:docMk/>
            <pc:sldMk cId="2211343349" sldId="462"/>
            <ac:spMk id="20" creationId="{1C31EF74-7357-C8D2-0FAC-608510195F28}"/>
          </ac:spMkLst>
        </pc:spChg>
        <pc:spChg chg="mod">
          <ac:chgData name="Luis Carlos Guevara Hernandez" userId="946bcc4c-b146-4724-978c-751fab731e0a" providerId="ADAL" clId="{E8E95438-7D72-4151-95E2-CCAFE31D1FDF}" dt="2026-03-09T23:41:34.356" v="6358" actId="790"/>
          <ac:spMkLst>
            <pc:docMk/>
            <pc:sldMk cId="2211343349" sldId="462"/>
            <ac:spMk id="43" creationId="{B0A47182-9EDE-F506-AB16-9200585541B2}"/>
          </ac:spMkLst>
        </pc:spChg>
        <pc:spChg chg="mod">
          <ac:chgData name="Luis Carlos Guevara Hernandez" userId="946bcc4c-b146-4724-978c-751fab731e0a" providerId="ADAL" clId="{E8E95438-7D72-4151-95E2-CCAFE31D1FDF}" dt="2026-03-09T23:41:34.356" v="6358" actId="790"/>
          <ac:spMkLst>
            <pc:docMk/>
            <pc:sldMk cId="2211343349" sldId="462"/>
            <ac:spMk id="44" creationId="{5FC0F150-BDA6-218F-DBC5-EAFEA46030C3}"/>
          </ac:spMkLst>
        </pc:spChg>
        <pc:spChg chg="mod">
          <ac:chgData name="Luis Carlos Guevara Hernandez" userId="946bcc4c-b146-4724-978c-751fab731e0a" providerId="ADAL" clId="{E8E95438-7D72-4151-95E2-CCAFE31D1FDF}" dt="2026-03-09T23:41:34.356" v="6358" actId="790"/>
          <ac:spMkLst>
            <pc:docMk/>
            <pc:sldMk cId="2211343349" sldId="462"/>
            <ac:spMk id="45" creationId="{8068FE05-AA8A-4F06-030C-030B5D4E7852}"/>
          </ac:spMkLst>
        </pc:spChg>
        <pc:spChg chg="mod">
          <ac:chgData name="Luis Carlos Guevara Hernandez" userId="946bcc4c-b146-4724-978c-751fab731e0a" providerId="ADAL" clId="{E8E95438-7D72-4151-95E2-CCAFE31D1FDF}" dt="2026-03-09T23:41:34.356" v="6358" actId="790"/>
          <ac:spMkLst>
            <pc:docMk/>
            <pc:sldMk cId="2211343349" sldId="462"/>
            <ac:spMk id="46" creationId="{7610CCC2-A5CF-220E-E1AE-212AA37CE45D}"/>
          </ac:spMkLst>
        </pc:spChg>
        <pc:spChg chg="mod">
          <ac:chgData name="Luis Carlos Guevara Hernandez" userId="946bcc4c-b146-4724-978c-751fab731e0a" providerId="ADAL" clId="{E8E95438-7D72-4151-95E2-CCAFE31D1FDF}" dt="2026-03-09T23:41:34.356" v="6358" actId="790"/>
          <ac:spMkLst>
            <pc:docMk/>
            <pc:sldMk cId="2211343349" sldId="462"/>
            <ac:spMk id="61" creationId="{A4A9D5C8-5575-86BB-2F81-38D84A49F908}"/>
          </ac:spMkLst>
        </pc:spChg>
        <pc:spChg chg="mod">
          <ac:chgData name="Luis Carlos Guevara Hernandez" userId="946bcc4c-b146-4724-978c-751fab731e0a" providerId="ADAL" clId="{E8E95438-7D72-4151-95E2-CCAFE31D1FDF}" dt="2026-03-09T23:41:34.356" v="6358" actId="790"/>
          <ac:spMkLst>
            <pc:docMk/>
            <pc:sldMk cId="2211343349" sldId="462"/>
            <ac:spMk id="75" creationId="{FB326B81-CD89-B3DA-C27A-45A86152064F}"/>
          </ac:spMkLst>
        </pc:spChg>
        <pc:spChg chg="mod">
          <ac:chgData name="Luis Carlos Guevara Hernandez" userId="946bcc4c-b146-4724-978c-751fab731e0a" providerId="ADAL" clId="{E8E95438-7D72-4151-95E2-CCAFE31D1FDF}" dt="2026-03-09T23:41:34.356" v="6358" actId="790"/>
          <ac:spMkLst>
            <pc:docMk/>
            <pc:sldMk cId="2211343349" sldId="462"/>
            <ac:spMk id="95" creationId="{AA67F5AB-5D45-88D3-5B5F-D17878DBABDE}"/>
          </ac:spMkLst>
        </pc:spChg>
      </pc:sldChg>
      <pc:sldChg chg="modSp mod">
        <pc:chgData name="Luis Carlos Guevara Hernandez" userId="946bcc4c-b146-4724-978c-751fab731e0a" providerId="ADAL" clId="{E8E95438-7D72-4151-95E2-CCAFE31D1FDF}" dt="2026-03-09T23:41:34.356" v="6358" actId="790"/>
        <pc:sldMkLst>
          <pc:docMk/>
          <pc:sldMk cId="3679976318" sldId="463"/>
        </pc:sldMkLst>
        <pc:spChg chg="mod">
          <ac:chgData name="Luis Carlos Guevara Hernandez" userId="946bcc4c-b146-4724-978c-751fab731e0a" providerId="ADAL" clId="{E8E95438-7D72-4151-95E2-CCAFE31D1FDF}" dt="2026-03-08T13:58:14.666" v="67" actId="478"/>
          <ac:spMkLst>
            <pc:docMk/>
            <pc:sldMk cId="3679976318" sldId="463"/>
            <ac:spMk id="3" creationId="{195FC361-98A7-3A96-CB7D-6B59637607D5}"/>
          </ac:spMkLst>
        </pc:spChg>
        <pc:spChg chg="mod">
          <ac:chgData name="Luis Carlos Guevara Hernandez" userId="946bcc4c-b146-4724-978c-751fab731e0a" providerId="ADAL" clId="{E8E95438-7D72-4151-95E2-CCAFE31D1FDF}" dt="2026-03-08T13:56:46.464" v="56" actId="790"/>
          <ac:spMkLst>
            <pc:docMk/>
            <pc:sldMk cId="3679976318" sldId="463"/>
            <ac:spMk id="9" creationId="{87A8B33A-83D9-B41A-258D-A423EBEC79A1}"/>
          </ac:spMkLst>
        </pc:spChg>
        <pc:spChg chg="mod">
          <ac:chgData name="Luis Carlos Guevara Hernandez" userId="946bcc4c-b146-4724-978c-751fab731e0a" providerId="ADAL" clId="{E8E95438-7D72-4151-95E2-CCAFE31D1FDF}" dt="2026-03-08T13:56:46.464" v="56" actId="790"/>
          <ac:spMkLst>
            <pc:docMk/>
            <pc:sldMk cId="3679976318" sldId="463"/>
            <ac:spMk id="34" creationId="{BEB2D030-7153-B363-682A-935FF2DAC54D}"/>
          </ac:spMkLst>
        </pc:spChg>
        <pc:spChg chg="mod">
          <ac:chgData name="Luis Carlos Guevara Hernandez" userId="946bcc4c-b146-4724-978c-751fab731e0a" providerId="ADAL" clId="{E8E95438-7D72-4151-95E2-CCAFE31D1FDF}" dt="2026-03-09T23:41:34.356" v="6358" actId="790"/>
          <ac:spMkLst>
            <pc:docMk/>
            <pc:sldMk cId="3679976318" sldId="463"/>
            <ac:spMk id="41" creationId="{5063F70F-5F2C-495B-08CB-24E7779AB23F}"/>
          </ac:spMkLst>
        </pc:spChg>
        <pc:spChg chg="mod">
          <ac:chgData name="Luis Carlos Guevara Hernandez" userId="946bcc4c-b146-4724-978c-751fab731e0a" providerId="ADAL" clId="{E8E95438-7D72-4151-95E2-CCAFE31D1FDF}" dt="2026-03-08T13:56:46.464" v="56" actId="790"/>
          <ac:spMkLst>
            <pc:docMk/>
            <pc:sldMk cId="3679976318" sldId="463"/>
            <ac:spMk id="48" creationId="{432EB69D-A2E3-57D8-34A7-6CE09CC60FBF}"/>
          </ac:spMkLst>
        </pc:spChg>
        <pc:spChg chg="mod">
          <ac:chgData name="Luis Carlos Guevara Hernandez" userId="946bcc4c-b146-4724-978c-751fab731e0a" providerId="ADAL" clId="{E8E95438-7D72-4151-95E2-CCAFE31D1FDF}" dt="2026-03-09T23:41:34.356" v="6358" actId="790"/>
          <ac:spMkLst>
            <pc:docMk/>
            <pc:sldMk cId="3679976318" sldId="463"/>
            <ac:spMk id="71" creationId="{1C78F5BA-FF69-73C4-1F9C-55A887B35276}"/>
          </ac:spMkLst>
        </pc:spChg>
        <pc:spChg chg="mod">
          <ac:chgData name="Luis Carlos Guevara Hernandez" userId="946bcc4c-b146-4724-978c-751fab731e0a" providerId="ADAL" clId="{E8E95438-7D72-4151-95E2-CCAFE31D1FDF}" dt="2026-03-08T13:56:46.464" v="56" actId="790"/>
          <ac:spMkLst>
            <pc:docMk/>
            <pc:sldMk cId="3679976318" sldId="463"/>
            <ac:spMk id="77" creationId="{F88A9B63-4519-5C6C-FE06-4B33EDBE9CC3}"/>
          </ac:spMkLst>
        </pc:spChg>
        <pc:spChg chg="mod">
          <ac:chgData name="Luis Carlos Guevara Hernandez" userId="946bcc4c-b146-4724-978c-751fab731e0a" providerId="ADAL" clId="{E8E95438-7D72-4151-95E2-CCAFE31D1FDF}" dt="2026-03-09T23:41:34.356" v="6358" actId="790"/>
          <ac:spMkLst>
            <pc:docMk/>
            <pc:sldMk cId="3679976318" sldId="463"/>
            <ac:spMk id="78" creationId="{BE686E74-9EA2-5999-BDBF-25E852916D17}"/>
          </ac:spMkLst>
        </pc:spChg>
        <pc:spChg chg="mod">
          <ac:chgData name="Luis Carlos Guevara Hernandez" userId="946bcc4c-b146-4724-978c-751fab731e0a" providerId="ADAL" clId="{E8E95438-7D72-4151-95E2-CCAFE31D1FDF}" dt="2026-03-09T23:41:34.356" v="6358" actId="790"/>
          <ac:spMkLst>
            <pc:docMk/>
            <pc:sldMk cId="3679976318" sldId="463"/>
            <ac:spMk id="80" creationId="{A717FF99-B651-99E4-11C8-81FC2BC92ED8}"/>
          </ac:spMkLst>
        </pc:spChg>
        <pc:spChg chg="mod">
          <ac:chgData name="Luis Carlos Guevara Hernandez" userId="946bcc4c-b146-4724-978c-751fab731e0a" providerId="ADAL" clId="{E8E95438-7D72-4151-95E2-CCAFE31D1FDF}" dt="2026-03-09T23:41:34.356" v="6358" actId="790"/>
          <ac:spMkLst>
            <pc:docMk/>
            <pc:sldMk cId="3679976318" sldId="463"/>
            <ac:spMk id="103" creationId="{6BBADF02-0937-35AF-93B2-611ADE1A1BAA}"/>
          </ac:spMkLst>
        </pc:spChg>
        <pc:spChg chg="mod">
          <ac:chgData name="Luis Carlos Guevara Hernandez" userId="946bcc4c-b146-4724-978c-751fab731e0a" providerId="ADAL" clId="{E8E95438-7D72-4151-95E2-CCAFE31D1FDF}" dt="2026-03-09T23:41:34.356" v="6358" actId="790"/>
          <ac:spMkLst>
            <pc:docMk/>
            <pc:sldMk cId="3679976318" sldId="463"/>
            <ac:spMk id="105" creationId="{B171C510-2F14-56FC-41C7-4CA200895D72}"/>
          </ac:spMkLst>
        </pc:spChg>
        <pc:spChg chg="mod">
          <ac:chgData name="Luis Carlos Guevara Hernandez" userId="946bcc4c-b146-4724-978c-751fab731e0a" providerId="ADAL" clId="{E8E95438-7D72-4151-95E2-CCAFE31D1FDF}" dt="2026-03-08T13:56:46.464" v="56" actId="790"/>
          <ac:spMkLst>
            <pc:docMk/>
            <pc:sldMk cId="3679976318" sldId="463"/>
            <ac:spMk id="109" creationId="{9E337B48-AFC3-CC33-C2C5-5129EAB8AE94}"/>
          </ac:spMkLst>
        </pc:spChg>
        <pc:spChg chg="mod">
          <ac:chgData name="Luis Carlos Guevara Hernandez" userId="946bcc4c-b146-4724-978c-751fab731e0a" providerId="ADAL" clId="{E8E95438-7D72-4151-95E2-CCAFE31D1FDF}" dt="2026-03-08T13:56:46.464" v="56" actId="790"/>
          <ac:spMkLst>
            <pc:docMk/>
            <pc:sldMk cId="3679976318" sldId="463"/>
            <ac:spMk id="115" creationId="{1558BDD0-9611-EE65-00F6-48711A378162}"/>
          </ac:spMkLst>
        </pc:spChg>
        <pc:spChg chg="mod">
          <ac:chgData name="Luis Carlos Guevara Hernandez" userId="946bcc4c-b146-4724-978c-751fab731e0a" providerId="ADAL" clId="{E8E95438-7D72-4151-95E2-CCAFE31D1FDF}" dt="2026-03-08T13:56:46.464" v="56" actId="790"/>
          <ac:spMkLst>
            <pc:docMk/>
            <pc:sldMk cId="3679976318" sldId="463"/>
            <ac:spMk id="118" creationId="{E8D399F3-557C-2368-7B92-B53E2C4D9FA1}"/>
          </ac:spMkLst>
        </pc:spChg>
        <pc:spChg chg="mod">
          <ac:chgData name="Luis Carlos Guevara Hernandez" userId="946bcc4c-b146-4724-978c-751fab731e0a" providerId="ADAL" clId="{E8E95438-7D72-4151-95E2-CCAFE31D1FDF}" dt="2026-03-09T23:41:34.356" v="6358" actId="790"/>
          <ac:spMkLst>
            <pc:docMk/>
            <pc:sldMk cId="3679976318" sldId="463"/>
            <ac:spMk id="143" creationId="{6021D584-1A85-5E5F-972A-EFC90D11D9B9}"/>
          </ac:spMkLst>
        </pc:spChg>
        <pc:spChg chg="mod">
          <ac:chgData name="Luis Carlos Guevara Hernandez" userId="946bcc4c-b146-4724-978c-751fab731e0a" providerId="ADAL" clId="{E8E95438-7D72-4151-95E2-CCAFE31D1FDF}" dt="2026-03-09T23:41:34.356" v="6358" actId="790"/>
          <ac:spMkLst>
            <pc:docMk/>
            <pc:sldMk cId="3679976318" sldId="463"/>
            <ac:spMk id="144" creationId="{2A5B2C7E-6CBB-B8A7-62F1-BB4F177606E0}"/>
          </ac:spMkLst>
        </pc:spChg>
        <pc:spChg chg="mod">
          <ac:chgData name="Luis Carlos Guevara Hernandez" userId="946bcc4c-b146-4724-978c-751fab731e0a" providerId="ADAL" clId="{E8E95438-7D72-4151-95E2-CCAFE31D1FDF}" dt="2026-03-09T23:41:34.356" v="6358" actId="790"/>
          <ac:spMkLst>
            <pc:docMk/>
            <pc:sldMk cId="3679976318" sldId="463"/>
            <ac:spMk id="162" creationId="{91C397DC-9FB5-A218-BE10-23B7353C69BE}"/>
          </ac:spMkLst>
        </pc:spChg>
        <pc:spChg chg="mod">
          <ac:chgData name="Luis Carlos Guevara Hernandez" userId="946bcc4c-b146-4724-978c-751fab731e0a" providerId="ADAL" clId="{E8E95438-7D72-4151-95E2-CCAFE31D1FDF}" dt="2026-03-08T13:56:46.464" v="56" actId="790"/>
          <ac:spMkLst>
            <pc:docMk/>
            <pc:sldMk cId="3679976318" sldId="463"/>
            <ac:spMk id="163" creationId="{C43196CF-564D-E310-1B27-4207289B6B9D}"/>
          </ac:spMkLst>
        </pc:spChg>
        <pc:spChg chg="mod">
          <ac:chgData name="Luis Carlos Guevara Hernandez" userId="946bcc4c-b146-4724-978c-751fab731e0a" providerId="ADAL" clId="{E8E95438-7D72-4151-95E2-CCAFE31D1FDF}" dt="2026-03-09T23:41:34.356" v="6358" actId="790"/>
          <ac:spMkLst>
            <pc:docMk/>
            <pc:sldMk cId="3679976318" sldId="463"/>
            <ac:spMk id="166" creationId="{DE3DB727-B248-919C-63D3-7242984DAD3C}"/>
          </ac:spMkLst>
        </pc:spChg>
        <pc:spChg chg="mod">
          <ac:chgData name="Luis Carlos Guevara Hernandez" userId="946bcc4c-b146-4724-978c-751fab731e0a" providerId="ADAL" clId="{E8E95438-7D72-4151-95E2-CCAFE31D1FDF}" dt="2026-03-08T13:56:46.464" v="56" actId="790"/>
          <ac:spMkLst>
            <pc:docMk/>
            <pc:sldMk cId="3679976318" sldId="463"/>
            <ac:spMk id="167" creationId="{28115117-5916-2AED-2448-6727ABB0C59B}"/>
          </ac:spMkLst>
        </pc:spChg>
      </pc:sldChg>
      <pc:sldChg chg="modSp add mod modShow">
        <pc:chgData name="Luis Carlos Guevara Hernandez" userId="946bcc4c-b146-4724-978c-751fab731e0a" providerId="ADAL" clId="{E8E95438-7D72-4151-95E2-CCAFE31D1FDF}" dt="2026-03-09T23:41:34.356" v="6358" actId="790"/>
        <pc:sldMkLst>
          <pc:docMk/>
          <pc:sldMk cId="2183069001" sldId="464"/>
        </pc:sldMkLst>
        <pc:spChg chg="mod">
          <ac:chgData name="Luis Carlos Guevara Hernandez" userId="946bcc4c-b146-4724-978c-751fab731e0a" providerId="ADAL" clId="{E8E95438-7D72-4151-95E2-CCAFE31D1FDF}" dt="2026-03-09T23:41:34.356" v="6358" actId="790"/>
          <ac:spMkLst>
            <pc:docMk/>
            <pc:sldMk cId="2183069001" sldId="464"/>
            <ac:spMk id="12" creationId="{DE968164-241B-755B-1D69-1EFA5BBAACF1}"/>
          </ac:spMkLst>
        </pc:spChg>
        <pc:spChg chg="mod">
          <ac:chgData name="Luis Carlos Guevara Hernandez" userId="946bcc4c-b146-4724-978c-751fab731e0a" providerId="ADAL" clId="{E8E95438-7D72-4151-95E2-CCAFE31D1FDF}" dt="2026-03-09T23:41:34.356" v="6358" actId="790"/>
          <ac:spMkLst>
            <pc:docMk/>
            <pc:sldMk cId="2183069001" sldId="464"/>
            <ac:spMk id="59" creationId="{10C6EAA8-4AB5-D9A8-9495-0234EB3E4244}"/>
          </ac:spMkLst>
        </pc:spChg>
        <pc:spChg chg="mod">
          <ac:chgData name="Luis Carlos Guevara Hernandez" userId="946bcc4c-b146-4724-978c-751fab731e0a" providerId="ADAL" clId="{E8E95438-7D72-4151-95E2-CCAFE31D1FDF}" dt="2026-03-09T23:41:34.356" v="6358" actId="790"/>
          <ac:spMkLst>
            <pc:docMk/>
            <pc:sldMk cId="2183069001" sldId="464"/>
            <ac:spMk id="60" creationId="{838E672B-CAAA-F18F-581F-9A4707760373}"/>
          </ac:spMkLst>
        </pc:spChg>
        <pc:spChg chg="mod">
          <ac:chgData name="Luis Carlos Guevara Hernandez" userId="946bcc4c-b146-4724-978c-751fab731e0a" providerId="ADAL" clId="{E8E95438-7D72-4151-95E2-CCAFE31D1FDF}" dt="2026-03-09T23:41:34.356" v="6358" actId="790"/>
          <ac:spMkLst>
            <pc:docMk/>
            <pc:sldMk cId="2183069001" sldId="464"/>
            <ac:spMk id="63" creationId="{AF9ACC87-D32C-1BFA-80F3-8CE215BBC40F}"/>
          </ac:spMkLst>
        </pc:spChg>
        <pc:spChg chg="mod">
          <ac:chgData name="Luis Carlos Guevara Hernandez" userId="946bcc4c-b146-4724-978c-751fab731e0a" providerId="ADAL" clId="{E8E95438-7D72-4151-95E2-CCAFE31D1FDF}" dt="2026-03-09T23:41:34.356" v="6358" actId="790"/>
          <ac:spMkLst>
            <pc:docMk/>
            <pc:sldMk cId="2183069001" sldId="464"/>
            <ac:spMk id="100" creationId="{95C6F6E2-C0DF-EAC4-55D2-A872ED6E9C25}"/>
          </ac:spMkLst>
        </pc:spChg>
        <pc:spChg chg="mod">
          <ac:chgData name="Luis Carlos Guevara Hernandez" userId="946bcc4c-b146-4724-978c-751fab731e0a" providerId="ADAL" clId="{E8E95438-7D72-4151-95E2-CCAFE31D1FDF}" dt="2026-03-09T23:41:34.356" v="6358" actId="790"/>
          <ac:spMkLst>
            <pc:docMk/>
            <pc:sldMk cId="2183069001" sldId="464"/>
            <ac:spMk id="109" creationId="{94E5A3E0-C7CC-6E41-1A0F-7148315CBD39}"/>
          </ac:spMkLst>
        </pc:spChg>
        <pc:spChg chg="mod">
          <ac:chgData name="Luis Carlos Guevara Hernandez" userId="946bcc4c-b146-4724-978c-751fab731e0a" providerId="ADAL" clId="{E8E95438-7D72-4151-95E2-CCAFE31D1FDF}" dt="2026-03-09T23:41:34.356" v="6358" actId="790"/>
          <ac:spMkLst>
            <pc:docMk/>
            <pc:sldMk cId="2183069001" sldId="464"/>
            <ac:spMk id="112" creationId="{E684F26D-CF6A-BA8A-BE67-4823F94CE195}"/>
          </ac:spMkLst>
        </pc:spChg>
        <pc:spChg chg="mod">
          <ac:chgData name="Luis Carlos Guevara Hernandez" userId="946bcc4c-b146-4724-978c-751fab731e0a" providerId="ADAL" clId="{E8E95438-7D72-4151-95E2-CCAFE31D1FDF}" dt="2026-03-09T23:41:34.356" v="6358" actId="790"/>
          <ac:spMkLst>
            <pc:docMk/>
            <pc:sldMk cId="2183069001" sldId="464"/>
            <ac:spMk id="113" creationId="{5F4286B5-63E5-7131-36CE-4474DBD4F7AB}"/>
          </ac:spMkLst>
        </pc:spChg>
        <pc:spChg chg="mod">
          <ac:chgData name="Luis Carlos Guevara Hernandez" userId="946bcc4c-b146-4724-978c-751fab731e0a" providerId="ADAL" clId="{E8E95438-7D72-4151-95E2-CCAFE31D1FDF}" dt="2026-03-09T23:41:34.356" v="6358" actId="790"/>
          <ac:spMkLst>
            <pc:docMk/>
            <pc:sldMk cId="2183069001" sldId="464"/>
            <ac:spMk id="128" creationId="{DD6B4514-4891-BF07-9E20-96762A6EBEE8}"/>
          </ac:spMkLst>
        </pc:spChg>
        <pc:spChg chg="mod">
          <ac:chgData name="Luis Carlos Guevara Hernandez" userId="946bcc4c-b146-4724-978c-751fab731e0a" providerId="ADAL" clId="{E8E95438-7D72-4151-95E2-CCAFE31D1FDF}" dt="2026-03-09T23:41:34.356" v="6358" actId="790"/>
          <ac:spMkLst>
            <pc:docMk/>
            <pc:sldMk cId="2183069001" sldId="464"/>
            <ac:spMk id="196" creationId="{B86AF368-24D1-5DF0-FA4B-576A1EB1660C}"/>
          </ac:spMkLst>
        </pc:spChg>
      </pc:sldChg>
      <pc:sldChg chg="modSp add mod modShow">
        <pc:chgData name="Luis Carlos Guevara Hernandez" userId="946bcc4c-b146-4724-978c-751fab731e0a" providerId="ADAL" clId="{E8E95438-7D72-4151-95E2-CCAFE31D1FDF}" dt="2026-03-09T23:41:34.356" v="6358" actId="790"/>
        <pc:sldMkLst>
          <pc:docMk/>
          <pc:sldMk cId="2566658139" sldId="468"/>
        </pc:sldMkLst>
        <pc:spChg chg="mod">
          <ac:chgData name="Luis Carlos Guevara Hernandez" userId="946bcc4c-b146-4724-978c-751fab731e0a" providerId="ADAL" clId="{E8E95438-7D72-4151-95E2-CCAFE31D1FDF}" dt="2026-03-09T23:41:34.356" v="6358" actId="790"/>
          <ac:spMkLst>
            <pc:docMk/>
            <pc:sldMk cId="2566658139" sldId="468"/>
            <ac:spMk id="8" creationId="{964F6F91-7753-2666-0C67-E83E1E1EBC72}"/>
          </ac:spMkLst>
        </pc:spChg>
        <pc:spChg chg="mod">
          <ac:chgData name="Luis Carlos Guevara Hernandez" userId="946bcc4c-b146-4724-978c-751fab731e0a" providerId="ADAL" clId="{E8E95438-7D72-4151-95E2-CCAFE31D1FDF}" dt="2026-03-09T23:41:34.356" v="6358" actId="790"/>
          <ac:spMkLst>
            <pc:docMk/>
            <pc:sldMk cId="2566658139" sldId="468"/>
            <ac:spMk id="14" creationId="{339AA4C2-5FDF-6D5E-2ADF-FF1BDB3E4A81}"/>
          </ac:spMkLst>
        </pc:spChg>
        <pc:spChg chg="mod">
          <ac:chgData name="Luis Carlos Guevara Hernandez" userId="946bcc4c-b146-4724-978c-751fab731e0a" providerId="ADAL" clId="{E8E95438-7D72-4151-95E2-CCAFE31D1FDF}" dt="2026-03-09T23:41:34.356" v="6358" actId="790"/>
          <ac:spMkLst>
            <pc:docMk/>
            <pc:sldMk cId="2566658139" sldId="468"/>
            <ac:spMk id="16" creationId="{90978BF5-7695-2F63-CE28-7CE71F341C69}"/>
          </ac:spMkLst>
        </pc:spChg>
        <pc:spChg chg="mod">
          <ac:chgData name="Luis Carlos Guevara Hernandez" userId="946bcc4c-b146-4724-978c-751fab731e0a" providerId="ADAL" clId="{E8E95438-7D72-4151-95E2-CCAFE31D1FDF}" dt="2026-03-09T23:41:34.356" v="6358" actId="790"/>
          <ac:spMkLst>
            <pc:docMk/>
            <pc:sldMk cId="2566658139" sldId="468"/>
            <ac:spMk id="17" creationId="{D0BCD8EB-DF67-9140-576F-6E3F3200EAD6}"/>
          </ac:spMkLst>
        </pc:spChg>
        <pc:spChg chg="mod">
          <ac:chgData name="Luis Carlos Guevara Hernandez" userId="946bcc4c-b146-4724-978c-751fab731e0a" providerId="ADAL" clId="{E8E95438-7D72-4151-95E2-CCAFE31D1FDF}" dt="2026-03-09T23:41:34.356" v="6358" actId="790"/>
          <ac:spMkLst>
            <pc:docMk/>
            <pc:sldMk cId="2566658139" sldId="468"/>
            <ac:spMk id="33" creationId="{5338D6E9-AB3B-5806-1150-29D962882358}"/>
          </ac:spMkLst>
        </pc:spChg>
        <pc:spChg chg="mod">
          <ac:chgData name="Luis Carlos Guevara Hernandez" userId="946bcc4c-b146-4724-978c-751fab731e0a" providerId="ADAL" clId="{E8E95438-7D72-4151-95E2-CCAFE31D1FDF}" dt="2026-03-09T23:41:34.356" v="6358" actId="790"/>
          <ac:spMkLst>
            <pc:docMk/>
            <pc:sldMk cId="2566658139" sldId="468"/>
            <ac:spMk id="50" creationId="{DC141F39-7E93-306E-CD45-94E087F26774}"/>
          </ac:spMkLst>
        </pc:spChg>
        <pc:spChg chg="mod">
          <ac:chgData name="Luis Carlos Guevara Hernandez" userId="946bcc4c-b146-4724-978c-751fab731e0a" providerId="ADAL" clId="{E8E95438-7D72-4151-95E2-CCAFE31D1FDF}" dt="2026-03-09T23:41:34.356" v="6358" actId="790"/>
          <ac:spMkLst>
            <pc:docMk/>
            <pc:sldMk cId="2566658139" sldId="468"/>
            <ac:spMk id="67" creationId="{03F3F555-2A77-027F-FBBE-39B4BBB43D51}"/>
          </ac:spMkLst>
        </pc:spChg>
        <pc:spChg chg="mod">
          <ac:chgData name="Luis Carlos Guevara Hernandez" userId="946bcc4c-b146-4724-978c-751fab731e0a" providerId="ADAL" clId="{E8E95438-7D72-4151-95E2-CCAFE31D1FDF}" dt="2026-03-09T23:41:34.356" v="6358" actId="790"/>
          <ac:spMkLst>
            <pc:docMk/>
            <pc:sldMk cId="2566658139" sldId="468"/>
            <ac:spMk id="68" creationId="{15911BA1-D56B-8C8B-7D48-7214CD05F6F7}"/>
          </ac:spMkLst>
        </pc:spChg>
        <pc:spChg chg="mod">
          <ac:chgData name="Luis Carlos Guevara Hernandez" userId="946bcc4c-b146-4724-978c-751fab731e0a" providerId="ADAL" clId="{E8E95438-7D72-4151-95E2-CCAFE31D1FDF}" dt="2026-03-09T23:41:34.356" v="6358" actId="790"/>
          <ac:spMkLst>
            <pc:docMk/>
            <pc:sldMk cId="2566658139" sldId="468"/>
            <ac:spMk id="69" creationId="{2A0426AD-8635-11B1-1EA9-6BF5335FB90C}"/>
          </ac:spMkLst>
        </pc:spChg>
        <pc:spChg chg="mod">
          <ac:chgData name="Luis Carlos Guevara Hernandez" userId="946bcc4c-b146-4724-978c-751fab731e0a" providerId="ADAL" clId="{E8E95438-7D72-4151-95E2-CCAFE31D1FDF}" dt="2026-03-09T23:41:34.356" v="6358" actId="790"/>
          <ac:spMkLst>
            <pc:docMk/>
            <pc:sldMk cId="2566658139" sldId="468"/>
            <ac:spMk id="76" creationId="{83CB9B42-A12C-A29B-A7FF-AA76B6BDD85F}"/>
          </ac:spMkLst>
        </pc:spChg>
      </pc:sldChg>
      <pc:sldChg chg="modSp add mod modShow">
        <pc:chgData name="Luis Carlos Guevara Hernandez" userId="946bcc4c-b146-4724-978c-751fab731e0a" providerId="ADAL" clId="{E8E95438-7D72-4151-95E2-CCAFE31D1FDF}" dt="2026-03-09T23:41:34.356" v="6358" actId="790"/>
        <pc:sldMkLst>
          <pc:docMk/>
          <pc:sldMk cId="4135708460" sldId="469"/>
        </pc:sldMkLst>
        <pc:spChg chg="mod">
          <ac:chgData name="Luis Carlos Guevara Hernandez" userId="946bcc4c-b146-4724-978c-751fab731e0a" providerId="ADAL" clId="{E8E95438-7D72-4151-95E2-CCAFE31D1FDF}" dt="2026-03-09T23:41:34.356" v="6358" actId="790"/>
          <ac:spMkLst>
            <pc:docMk/>
            <pc:sldMk cId="4135708460" sldId="469"/>
            <ac:spMk id="8" creationId="{964F6F91-7753-2666-0C67-E83E1E1EBC72}"/>
          </ac:spMkLst>
        </pc:spChg>
        <pc:spChg chg="mod">
          <ac:chgData name="Luis Carlos Guevara Hernandez" userId="946bcc4c-b146-4724-978c-751fab731e0a" providerId="ADAL" clId="{E8E95438-7D72-4151-95E2-CCAFE31D1FDF}" dt="2026-03-09T23:41:34.356" v="6358" actId="790"/>
          <ac:spMkLst>
            <pc:docMk/>
            <pc:sldMk cId="4135708460" sldId="469"/>
            <ac:spMk id="20" creationId="{EA490C4D-8C83-7785-9A36-C8E13A4ACE13}"/>
          </ac:spMkLst>
        </pc:spChg>
        <pc:spChg chg="mod">
          <ac:chgData name="Luis Carlos Guevara Hernandez" userId="946bcc4c-b146-4724-978c-751fab731e0a" providerId="ADAL" clId="{E8E95438-7D72-4151-95E2-CCAFE31D1FDF}" dt="2026-03-09T23:41:34.356" v="6358" actId="790"/>
          <ac:spMkLst>
            <pc:docMk/>
            <pc:sldMk cId="4135708460" sldId="469"/>
            <ac:spMk id="43" creationId="{2E9CB112-F7FF-588B-550E-C191BA59AB53}"/>
          </ac:spMkLst>
        </pc:spChg>
        <pc:spChg chg="mod">
          <ac:chgData name="Luis Carlos Guevara Hernandez" userId="946bcc4c-b146-4724-978c-751fab731e0a" providerId="ADAL" clId="{E8E95438-7D72-4151-95E2-CCAFE31D1FDF}" dt="2026-03-09T23:41:34.356" v="6358" actId="790"/>
          <ac:spMkLst>
            <pc:docMk/>
            <pc:sldMk cId="4135708460" sldId="469"/>
            <ac:spMk id="44" creationId="{571F8B88-A2DF-23D5-7F7D-B11FD301D69D}"/>
          </ac:spMkLst>
        </pc:spChg>
        <pc:spChg chg="mod">
          <ac:chgData name="Luis Carlos Guevara Hernandez" userId="946bcc4c-b146-4724-978c-751fab731e0a" providerId="ADAL" clId="{E8E95438-7D72-4151-95E2-CCAFE31D1FDF}" dt="2026-03-09T23:41:34.356" v="6358" actId="790"/>
          <ac:spMkLst>
            <pc:docMk/>
            <pc:sldMk cId="4135708460" sldId="469"/>
            <ac:spMk id="45" creationId="{69D927B0-0263-6B0B-86B7-760AE4780721}"/>
          </ac:spMkLst>
        </pc:spChg>
        <pc:spChg chg="mod">
          <ac:chgData name="Luis Carlos Guevara Hernandez" userId="946bcc4c-b146-4724-978c-751fab731e0a" providerId="ADAL" clId="{E8E95438-7D72-4151-95E2-CCAFE31D1FDF}" dt="2026-03-09T23:41:34.356" v="6358" actId="790"/>
          <ac:spMkLst>
            <pc:docMk/>
            <pc:sldMk cId="4135708460" sldId="469"/>
            <ac:spMk id="76" creationId="{83CB9B42-A12C-A29B-A7FF-AA76B6BDD85F}"/>
          </ac:spMkLst>
        </pc:spChg>
        <pc:spChg chg="mod">
          <ac:chgData name="Luis Carlos Guevara Hernandez" userId="946bcc4c-b146-4724-978c-751fab731e0a" providerId="ADAL" clId="{E8E95438-7D72-4151-95E2-CCAFE31D1FDF}" dt="2026-03-09T23:41:34.356" v="6358" actId="790"/>
          <ac:spMkLst>
            <pc:docMk/>
            <pc:sldMk cId="4135708460" sldId="469"/>
            <ac:spMk id="77" creationId="{CC42799B-9719-C992-E762-198A68DE22E1}"/>
          </ac:spMkLst>
        </pc:spChg>
        <pc:spChg chg="mod">
          <ac:chgData name="Luis Carlos Guevara Hernandez" userId="946bcc4c-b146-4724-978c-751fab731e0a" providerId="ADAL" clId="{E8E95438-7D72-4151-95E2-CCAFE31D1FDF}" dt="2026-03-09T23:41:34.356" v="6358" actId="790"/>
          <ac:spMkLst>
            <pc:docMk/>
            <pc:sldMk cId="4135708460" sldId="469"/>
            <ac:spMk id="80" creationId="{E160E3BD-C784-93DB-CBA2-2215A49D21BC}"/>
          </ac:spMkLst>
        </pc:spChg>
        <pc:spChg chg="mod">
          <ac:chgData name="Luis Carlos Guevara Hernandez" userId="946bcc4c-b146-4724-978c-751fab731e0a" providerId="ADAL" clId="{E8E95438-7D72-4151-95E2-CCAFE31D1FDF}" dt="2026-03-09T23:41:34.356" v="6358" actId="790"/>
          <ac:spMkLst>
            <pc:docMk/>
            <pc:sldMk cId="4135708460" sldId="469"/>
            <ac:spMk id="83" creationId="{92C550BA-3946-0D10-23F1-1AFFC1BF3C3D}"/>
          </ac:spMkLst>
        </pc:spChg>
        <pc:spChg chg="mod">
          <ac:chgData name="Luis Carlos Guevara Hernandez" userId="946bcc4c-b146-4724-978c-751fab731e0a" providerId="ADAL" clId="{E8E95438-7D72-4151-95E2-CCAFE31D1FDF}" dt="2026-03-09T23:41:34.356" v="6358" actId="790"/>
          <ac:spMkLst>
            <pc:docMk/>
            <pc:sldMk cId="4135708460" sldId="469"/>
            <ac:spMk id="128" creationId="{DD6B4514-4891-BF07-9E20-96762A6EBEE8}"/>
          </ac:spMkLst>
        </pc:spChg>
      </pc:sldChg>
      <pc:sldChg chg="modSp add mod modShow">
        <pc:chgData name="Luis Carlos Guevara Hernandez" userId="946bcc4c-b146-4724-978c-751fab731e0a" providerId="ADAL" clId="{E8E95438-7D72-4151-95E2-CCAFE31D1FDF}" dt="2026-03-09T23:41:34.356" v="6358" actId="790"/>
        <pc:sldMkLst>
          <pc:docMk/>
          <pc:sldMk cId="967477256" sldId="470"/>
        </pc:sldMkLst>
        <pc:spChg chg="mod">
          <ac:chgData name="Luis Carlos Guevara Hernandez" userId="946bcc4c-b146-4724-978c-751fab731e0a" providerId="ADAL" clId="{E8E95438-7D72-4151-95E2-CCAFE31D1FDF}" dt="2026-03-09T23:41:34.356" v="6358" actId="790"/>
          <ac:spMkLst>
            <pc:docMk/>
            <pc:sldMk cId="967477256" sldId="470"/>
            <ac:spMk id="76" creationId="{83CB9B42-A12C-A29B-A7FF-AA76B6BDD85F}"/>
          </ac:spMkLst>
        </pc:spChg>
        <pc:spChg chg="mod">
          <ac:chgData name="Luis Carlos Guevara Hernandez" userId="946bcc4c-b146-4724-978c-751fab731e0a" providerId="ADAL" clId="{E8E95438-7D72-4151-95E2-CCAFE31D1FDF}" dt="2026-03-09T23:41:34.356" v="6358" actId="790"/>
          <ac:spMkLst>
            <pc:docMk/>
            <pc:sldMk cId="967477256" sldId="470"/>
            <ac:spMk id="95" creationId="{A91F9744-2AE0-5845-EFF0-F8AA10A91317}"/>
          </ac:spMkLst>
        </pc:spChg>
        <pc:spChg chg="mod">
          <ac:chgData name="Luis Carlos Guevara Hernandez" userId="946bcc4c-b146-4724-978c-751fab731e0a" providerId="ADAL" clId="{E8E95438-7D72-4151-95E2-CCAFE31D1FDF}" dt="2026-03-09T23:41:34.356" v="6358" actId="790"/>
          <ac:spMkLst>
            <pc:docMk/>
            <pc:sldMk cId="967477256" sldId="470"/>
            <ac:spMk id="128" creationId="{DD6B4514-4891-BF07-9E20-96762A6EBEE8}"/>
          </ac:spMkLst>
        </pc:spChg>
        <pc:spChg chg="mod">
          <ac:chgData name="Luis Carlos Guevara Hernandez" userId="946bcc4c-b146-4724-978c-751fab731e0a" providerId="ADAL" clId="{E8E95438-7D72-4151-95E2-CCAFE31D1FDF}" dt="2026-03-09T23:41:34.356" v="6358" actId="790"/>
          <ac:spMkLst>
            <pc:docMk/>
            <pc:sldMk cId="967477256" sldId="470"/>
            <ac:spMk id="183" creationId="{AA0198BF-86FD-3C75-EC5D-500AAEE43220}"/>
          </ac:spMkLst>
        </pc:spChg>
        <pc:spChg chg="mod">
          <ac:chgData name="Luis Carlos Guevara Hernandez" userId="946bcc4c-b146-4724-978c-751fab731e0a" providerId="ADAL" clId="{E8E95438-7D72-4151-95E2-CCAFE31D1FDF}" dt="2026-03-09T23:41:34.356" v="6358" actId="790"/>
          <ac:spMkLst>
            <pc:docMk/>
            <pc:sldMk cId="967477256" sldId="470"/>
            <ac:spMk id="216" creationId="{A0A7C4FA-A110-9E33-D9C9-3DEFE0DA2978}"/>
          </ac:spMkLst>
        </pc:spChg>
        <pc:spChg chg="mod">
          <ac:chgData name="Luis Carlos Guevara Hernandez" userId="946bcc4c-b146-4724-978c-751fab731e0a" providerId="ADAL" clId="{E8E95438-7D72-4151-95E2-CCAFE31D1FDF}" dt="2026-03-09T23:41:34.356" v="6358" actId="790"/>
          <ac:spMkLst>
            <pc:docMk/>
            <pc:sldMk cId="967477256" sldId="470"/>
            <ac:spMk id="230" creationId="{C0DEFEF1-BBB8-0EA2-04D4-991C3BA41309}"/>
          </ac:spMkLst>
        </pc:spChg>
        <pc:spChg chg="mod">
          <ac:chgData name="Luis Carlos Guevara Hernandez" userId="946bcc4c-b146-4724-978c-751fab731e0a" providerId="ADAL" clId="{E8E95438-7D72-4151-95E2-CCAFE31D1FDF}" dt="2026-03-09T23:41:34.356" v="6358" actId="790"/>
          <ac:spMkLst>
            <pc:docMk/>
            <pc:sldMk cId="967477256" sldId="470"/>
            <ac:spMk id="269" creationId="{FBC193C5-6160-143D-4A3D-259664F29C0F}"/>
          </ac:spMkLst>
        </pc:spChg>
        <pc:spChg chg="mod">
          <ac:chgData name="Luis Carlos Guevara Hernandez" userId="946bcc4c-b146-4724-978c-751fab731e0a" providerId="ADAL" clId="{E8E95438-7D72-4151-95E2-CCAFE31D1FDF}" dt="2026-03-09T23:41:34.356" v="6358" actId="790"/>
          <ac:spMkLst>
            <pc:docMk/>
            <pc:sldMk cId="967477256" sldId="470"/>
            <ac:spMk id="271" creationId="{C2615B06-36BF-BF69-2DD4-CC005835819B}"/>
          </ac:spMkLst>
        </pc:spChg>
        <pc:spChg chg="mod">
          <ac:chgData name="Luis Carlos Guevara Hernandez" userId="946bcc4c-b146-4724-978c-751fab731e0a" providerId="ADAL" clId="{E8E95438-7D72-4151-95E2-CCAFE31D1FDF}" dt="2026-03-09T23:41:34.356" v="6358" actId="790"/>
          <ac:spMkLst>
            <pc:docMk/>
            <pc:sldMk cId="967477256" sldId="470"/>
            <ac:spMk id="272" creationId="{DA3B82BC-4751-6026-DB35-4554D5B1356A}"/>
          </ac:spMkLst>
        </pc:spChg>
        <pc:spChg chg="mod">
          <ac:chgData name="Luis Carlos Guevara Hernandez" userId="946bcc4c-b146-4724-978c-751fab731e0a" providerId="ADAL" clId="{E8E95438-7D72-4151-95E2-CCAFE31D1FDF}" dt="2026-03-09T23:41:34.356" v="6358" actId="790"/>
          <ac:spMkLst>
            <pc:docMk/>
            <pc:sldMk cId="967477256" sldId="470"/>
            <ac:spMk id="282" creationId="{0F18A2E9-B001-DB48-4AC4-3364E80FC2BC}"/>
          </ac:spMkLst>
        </pc:spChg>
      </pc:sldChg>
      <pc:sldChg chg="modSp add mod modShow">
        <pc:chgData name="Luis Carlos Guevara Hernandez" userId="946bcc4c-b146-4724-978c-751fab731e0a" providerId="ADAL" clId="{E8E95438-7D72-4151-95E2-CCAFE31D1FDF}" dt="2026-03-09T23:41:34.356" v="6358" actId="790"/>
        <pc:sldMkLst>
          <pc:docMk/>
          <pc:sldMk cId="531401620" sldId="471"/>
        </pc:sldMkLst>
        <pc:spChg chg="mod">
          <ac:chgData name="Luis Carlos Guevara Hernandez" userId="946bcc4c-b146-4724-978c-751fab731e0a" providerId="ADAL" clId="{E8E95438-7D72-4151-95E2-CCAFE31D1FDF}" dt="2026-03-09T23:41:34.356" v="6358" actId="790"/>
          <ac:spMkLst>
            <pc:docMk/>
            <pc:sldMk cId="531401620" sldId="471"/>
            <ac:spMk id="4" creationId="{4CA765DB-7CCC-B355-2B80-E3D69346402F}"/>
          </ac:spMkLst>
        </pc:spChg>
        <pc:spChg chg="mod">
          <ac:chgData name="Luis Carlos Guevara Hernandez" userId="946bcc4c-b146-4724-978c-751fab731e0a" providerId="ADAL" clId="{E8E95438-7D72-4151-95E2-CCAFE31D1FDF}" dt="2026-03-09T23:41:34.356" v="6358" actId="790"/>
          <ac:spMkLst>
            <pc:docMk/>
            <pc:sldMk cId="531401620" sldId="471"/>
            <ac:spMk id="213" creationId="{8538867A-EF18-7C1A-30FD-C22107F25157}"/>
          </ac:spMkLst>
        </pc:spChg>
        <pc:spChg chg="mod">
          <ac:chgData name="Luis Carlos Guevara Hernandez" userId="946bcc4c-b146-4724-978c-751fab731e0a" providerId="ADAL" clId="{E8E95438-7D72-4151-95E2-CCAFE31D1FDF}" dt="2026-03-09T23:41:34.356" v="6358" actId="790"/>
          <ac:spMkLst>
            <pc:docMk/>
            <pc:sldMk cId="531401620" sldId="471"/>
            <ac:spMk id="221" creationId="{0CE14B89-9E82-9C2A-4F45-4A3C593A28A6}"/>
          </ac:spMkLst>
        </pc:spChg>
        <pc:spChg chg="mod">
          <ac:chgData name="Luis Carlos Guevara Hernandez" userId="946bcc4c-b146-4724-978c-751fab731e0a" providerId="ADAL" clId="{E8E95438-7D72-4151-95E2-CCAFE31D1FDF}" dt="2026-03-09T23:41:34.356" v="6358" actId="790"/>
          <ac:spMkLst>
            <pc:docMk/>
            <pc:sldMk cId="531401620" sldId="471"/>
            <ac:spMk id="225" creationId="{05079782-EE70-2A88-A41C-0B8F74DF0CB5}"/>
          </ac:spMkLst>
        </pc:spChg>
        <pc:spChg chg="mod">
          <ac:chgData name="Luis Carlos Guevara Hernandez" userId="946bcc4c-b146-4724-978c-751fab731e0a" providerId="ADAL" clId="{E8E95438-7D72-4151-95E2-CCAFE31D1FDF}" dt="2026-03-09T23:41:34.356" v="6358" actId="790"/>
          <ac:spMkLst>
            <pc:docMk/>
            <pc:sldMk cId="531401620" sldId="471"/>
            <ac:spMk id="226" creationId="{53B109E0-EA2C-8E95-7429-6C75C009CCD7}"/>
          </ac:spMkLst>
        </pc:spChg>
        <pc:spChg chg="mod">
          <ac:chgData name="Luis Carlos Guevara Hernandez" userId="946bcc4c-b146-4724-978c-751fab731e0a" providerId="ADAL" clId="{E8E95438-7D72-4151-95E2-CCAFE31D1FDF}" dt="2026-03-09T23:41:34.356" v="6358" actId="790"/>
          <ac:spMkLst>
            <pc:docMk/>
            <pc:sldMk cId="531401620" sldId="471"/>
            <ac:spMk id="269" creationId="{FBC193C5-6160-143D-4A3D-259664F29C0F}"/>
          </ac:spMkLst>
        </pc:spChg>
        <pc:spChg chg="mod">
          <ac:chgData name="Luis Carlos Guevara Hernandez" userId="946bcc4c-b146-4724-978c-751fab731e0a" providerId="ADAL" clId="{E8E95438-7D72-4151-95E2-CCAFE31D1FDF}" dt="2026-03-09T23:41:34.356" v="6358" actId="790"/>
          <ac:spMkLst>
            <pc:docMk/>
            <pc:sldMk cId="531401620" sldId="471"/>
            <ac:spMk id="270" creationId="{9CAD89DF-E7FA-3EFF-6F7B-3B35DBD935F1}"/>
          </ac:spMkLst>
        </pc:spChg>
        <pc:spChg chg="mod">
          <ac:chgData name="Luis Carlos Guevara Hernandez" userId="946bcc4c-b146-4724-978c-751fab731e0a" providerId="ADAL" clId="{E8E95438-7D72-4151-95E2-CCAFE31D1FDF}" dt="2026-03-09T23:41:34.356" v="6358" actId="790"/>
          <ac:spMkLst>
            <pc:docMk/>
            <pc:sldMk cId="531401620" sldId="471"/>
            <ac:spMk id="277" creationId="{98EE507B-09DF-B6D5-F2A7-32E0A819C5ED}"/>
          </ac:spMkLst>
        </pc:spChg>
        <pc:spChg chg="mod">
          <ac:chgData name="Luis Carlos Guevara Hernandez" userId="946bcc4c-b146-4724-978c-751fab731e0a" providerId="ADAL" clId="{E8E95438-7D72-4151-95E2-CCAFE31D1FDF}" dt="2026-03-09T23:41:34.356" v="6358" actId="790"/>
          <ac:spMkLst>
            <pc:docMk/>
            <pc:sldMk cId="531401620" sldId="471"/>
            <ac:spMk id="285" creationId="{EC56395B-FE87-0868-A2D5-6DCF9881411E}"/>
          </ac:spMkLst>
        </pc:spChg>
        <pc:spChg chg="mod">
          <ac:chgData name="Luis Carlos Guevara Hernandez" userId="946bcc4c-b146-4724-978c-751fab731e0a" providerId="ADAL" clId="{E8E95438-7D72-4151-95E2-CCAFE31D1FDF}" dt="2026-03-09T23:41:34.356" v="6358" actId="790"/>
          <ac:spMkLst>
            <pc:docMk/>
            <pc:sldMk cId="531401620" sldId="471"/>
            <ac:spMk id="287" creationId="{870D8A67-3CC6-3F64-DC47-3BF78A952D7C}"/>
          </ac:spMkLst>
        </pc:spChg>
      </pc:sldChg>
      <pc:sldChg chg="modSp add mod modShow">
        <pc:chgData name="Luis Carlos Guevara Hernandez" userId="946bcc4c-b146-4724-978c-751fab731e0a" providerId="ADAL" clId="{E8E95438-7D72-4151-95E2-CCAFE31D1FDF}" dt="2026-03-09T23:41:34.356" v="6358" actId="790"/>
        <pc:sldMkLst>
          <pc:docMk/>
          <pc:sldMk cId="1805348596" sldId="472"/>
        </pc:sldMkLst>
        <pc:spChg chg="mod">
          <ac:chgData name="Luis Carlos Guevara Hernandez" userId="946bcc4c-b146-4724-978c-751fab731e0a" providerId="ADAL" clId="{E8E95438-7D72-4151-95E2-CCAFE31D1FDF}" dt="2026-03-09T23:41:34.356" v="6358" actId="790"/>
          <ac:spMkLst>
            <pc:docMk/>
            <pc:sldMk cId="1805348596" sldId="472"/>
            <ac:spMk id="8" creationId="{964F6F91-7753-2666-0C67-E83E1E1EBC72}"/>
          </ac:spMkLst>
        </pc:spChg>
        <pc:spChg chg="mod">
          <ac:chgData name="Luis Carlos Guevara Hernandez" userId="946bcc4c-b146-4724-978c-751fab731e0a" providerId="ADAL" clId="{E8E95438-7D72-4151-95E2-CCAFE31D1FDF}" dt="2026-03-09T23:41:34.356" v="6358" actId="790"/>
          <ac:spMkLst>
            <pc:docMk/>
            <pc:sldMk cId="1805348596" sldId="472"/>
            <ac:spMk id="10" creationId="{0865AE8C-8C72-C66A-7C14-B31E42A0CFCC}"/>
          </ac:spMkLst>
        </pc:spChg>
        <pc:spChg chg="mod">
          <ac:chgData name="Luis Carlos Guevara Hernandez" userId="946bcc4c-b146-4724-978c-751fab731e0a" providerId="ADAL" clId="{E8E95438-7D72-4151-95E2-CCAFE31D1FDF}" dt="2026-03-09T23:41:34.356" v="6358" actId="790"/>
          <ac:spMkLst>
            <pc:docMk/>
            <pc:sldMk cId="1805348596" sldId="472"/>
            <ac:spMk id="212" creationId="{9FE146FC-79A2-69E1-6FAA-E66A4A4AB336}"/>
          </ac:spMkLst>
        </pc:spChg>
        <pc:spChg chg="mod">
          <ac:chgData name="Luis Carlos Guevara Hernandez" userId="946bcc4c-b146-4724-978c-751fab731e0a" providerId="ADAL" clId="{E8E95438-7D72-4151-95E2-CCAFE31D1FDF}" dt="2026-03-09T23:41:34.356" v="6358" actId="790"/>
          <ac:spMkLst>
            <pc:docMk/>
            <pc:sldMk cId="1805348596" sldId="472"/>
            <ac:spMk id="218" creationId="{538C8226-65E8-B711-D2D6-38C3D72972D4}"/>
          </ac:spMkLst>
        </pc:spChg>
        <pc:spChg chg="mod">
          <ac:chgData name="Luis Carlos Guevara Hernandez" userId="946bcc4c-b146-4724-978c-751fab731e0a" providerId="ADAL" clId="{E8E95438-7D72-4151-95E2-CCAFE31D1FDF}" dt="2026-03-09T23:41:34.356" v="6358" actId="790"/>
          <ac:spMkLst>
            <pc:docMk/>
            <pc:sldMk cId="1805348596" sldId="472"/>
            <ac:spMk id="231" creationId="{7949515E-9107-8B45-F0EE-C1097AA98240}"/>
          </ac:spMkLst>
        </pc:spChg>
        <pc:spChg chg="mod">
          <ac:chgData name="Luis Carlos Guevara Hernandez" userId="946bcc4c-b146-4724-978c-751fab731e0a" providerId="ADAL" clId="{E8E95438-7D72-4151-95E2-CCAFE31D1FDF}" dt="2026-03-09T23:41:34.356" v="6358" actId="790"/>
          <ac:spMkLst>
            <pc:docMk/>
            <pc:sldMk cId="1805348596" sldId="472"/>
            <ac:spMk id="274" creationId="{2D870AAD-8FA9-FBF3-612D-D113D5A78B1B}"/>
          </ac:spMkLst>
        </pc:spChg>
        <pc:spChg chg="mod">
          <ac:chgData name="Luis Carlos Guevara Hernandez" userId="946bcc4c-b146-4724-978c-751fab731e0a" providerId="ADAL" clId="{E8E95438-7D72-4151-95E2-CCAFE31D1FDF}" dt="2026-03-09T23:41:34.356" v="6358" actId="790"/>
          <ac:spMkLst>
            <pc:docMk/>
            <pc:sldMk cId="1805348596" sldId="472"/>
            <ac:spMk id="280" creationId="{0F0DE521-8C98-8200-2D7E-AD224B5C13CF}"/>
          </ac:spMkLst>
        </pc:spChg>
        <pc:spChg chg="mod">
          <ac:chgData name="Luis Carlos Guevara Hernandez" userId="946bcc4c-b146-4724-978c-751fab731e0a" providerId="ADAL" clId="{E8E95438-7D72-4151-95E2-CCAFE31D1FDF}" dt="2026-03-09T23:41:34.356" v="6358" actId="790"/>
          <ac:spMkLst>
            <pc:docMk/>
            <pc:sldMk cId="1805348596" sldId="472"/>
            <ac:spMk id="282" creationId="{0F18A2E9-B001-DB48-4AC4-3364E80FC2BC}"/>
          </ac:spMkLst>
        </pc:spChg>
        <pc:spChg chg="mod">
          <ac:chgData name="Luis Carlos Guevara Hernandez" userId="946bcc4c-b146-4724-978c-751fab731e0a" providerId="ADAL" clId="{E8E95438-7D72-4151-95E2-CCAFE31D1FDF}" dt="2026-03-09T23:41:34.356" v="6358" actId="790"/>
          <ac:spMkLst>
            <pc:docMk/>
            <pc:sldMk cId="1805348596" sldId="472"/>
            <ac:spMk id="283" creationId="{CECFAB24-DCB2-37EB-18F7-1D62BD65F144}"/>
          </ac:spMkLst>
        </pc:spChg>
        <pc:spChg chg="mod">
          <ac:chgData name="Luis Carlos Guevara Hernandez" userId="946bcc4c-b146-4724-978c-751fab731e0a" providerId="ADAL" clId="{E8E95438-7D72-4151-95E2-CCAFE31D1FDF}" dt="2026-03-09T23:41:34.356" v="6358" actId="790"/>
          <ac:spMkLst>
            <pc:docMk/>
            <pc:sldMk cId="1805348596" sldId="472"/>
            <ac:spMk id="285" creationId="{EC56395B-FE87-0868-A2D5-6DCF9881411E}"/>
          </ac:spMkLst>
        </pc:spChg>
      </pc:sldChg>
      <pc:sldChg chg="modSp add mod modShow">
        <pc:chgData name="Luis Carlos Guevara Hernandez" userId="946bcc4c-b146-4724-978c-751fab731e0a" providerId="ADAL" clId="{E8E95438-7D72-4151-95E2-CCAFE31D1FDF}" dt="2026-03-09T23:41:34.356" v="6358" actId="790"/>
        <pc:sldMkLst>
          <pc:docMk/>
          <pc:sldMk cId="445491148" sldId="475"/>
        </pc:sldMkLst>
        <pc:spChg chg="mod">
          <ac:chgData name="Luis Carlos Guevara Hernandez" userId="946bcc4c-b146-4724-978c-751fab731e0a" providerId="ADAL" clId="{E8E95438-7D72-4151-95E2-CCAFE31D1FDF}" dt="2026-03-09T23:41:34.356" v="6358" actId="790"/>
          <ac:spMkLst>
            <pc:docMk/>
            <pc:sldMk cId="445491148" sldId="475"/>
            <ac:spMk id="3" creationId="{195FC361-98A7-3A96-CB7D-6B59637607D5}"/>
          </ac:spMkLst>
        </pc:spChg>
        <pc:spChg chg="mod">
          <ac:chgData name="Luis Carlos Guevara Hernandez" userId="946bcc4c-b146-4724-978c-751fab731e0a" providerId="ADAL" clId="{E8E95438-7D72-4151-95E2-CCAFE31D1FDF}" dt="2026-03-09T23:41:34.356" v="6358" actId="790"/>
          <ac:spMkLst>
            <pc:docMk/>
            <pc:sldMk cId="445491148" sldId="475"/>
            <ac:spMk id="4" creationId="{4CA765DB-7CCC-B355-2B80-E3D69346402F}"/>
          </ac:spMkLst>
        </pc:spChg>
        <pc:spChg chg="mod">
          <ac:chgData name="Luis Carlos Guevara Hernandez" userId="946bcc4c-b146-4724-978c-751fab731e0a" providerId="ADAL" clId="{E8E95438-7D72-4151-95E2-CCAFE31D1FDF}" dt="2026-03-09T23:41:34.356" v="6358" actId="790"/>
          <ac:spMkLst>
            <pc:docMk/>
            <pc:sldMk cId="445491148" sldId="475"/>
            <ac:spMk id="295" creationId="{21A48F3C-EDBA-5B4A-5689-852D30452E42}"/>
          </ac:spMkLst>
        </pc:spChg>
        <pc:spChg chg="mod">
          <ac:chgData name="Luis Carlos Guevara Hernandez" userId="946bcc4c-b146-4724-978c-751fab731e0a" providerId="ADAL" clId="{E8E95438-7D72-4151-95E2-CCAFE31D1FDF}" dt="2026-03-09T23:41:34.356" v="6358" actId="790"/>
          <ac:spMkLst>
            <pc:docMk/>
            <pc:sldMk cId="445491148" sldId="475"/>
            <ac:spMk id="296" creationId="{13AD7453-3C39-4D78-4655-5BFF5CA51587}"/>
          </ac:spMkLst>
        </pc:spChg>
        <pc:spChg chg="mod">
          <ac:chgData name="Luis Carlos Guevara Hernandez" userId="946bcc4c-b146-4724-978c-751fab731e0a" providerId="ADAL" clId="{E8E95438-7D72-4151-95E2-CCAFE31D1FDF}" dt="2026-03-09T23:41:34.356" v="6358" actId="790"/>
          <ac:spMkLst>
            <pc:docMk/>
            <pc:sldMk cId="445491148" sldId="475"/>
            <ac:spMk id="297" creationId="{9B180C1C-A16C-1D7D-8CDF-BD1D77653687}"/>
          </ac:spMkLst>
        </pc:spChg>
        <pc:spChg chg="mod">
          <ac:chgData name="Luis Carlos Guevara Hernandez" userId="946bcc4c-b146-4724-978c-751fab731e0a" providerId="ADAL" clId="{E8E95438-7D72-4151-95E2-CCAFE31D1FDF}" dt="2026-03-09T23:41:34.356" v="6358" actId="790"/>
          <ac:spMkLst>
            <pc:docMk/>
            <pc:sldMk cId="445491148" sldId="475"/>
            <ac:spMk id="300" creationId="{F936A781-462B-002A-4D42-6B57075A1954}"/>
          </ac:spMkLst>
        </pc:spChg>
        <pc:spChg chg="mod">
          <ac:chgData name="Luis Carlos Guevara Hernandez" userId="946bcc4c-b146-4724-978c-751fab731e0a" providerId="ADAL" clId="{E8E95438-7D72-4151-95E2-CCAFE31D1FDF}" dt="2026-03-09T23:41:34.356" v="6358" actId="790"/>
          <ac:spMkLst>
            <pc:docMk/>
            <pc:sldMk cId="445491148" sldId="475"/>
            <ac:spMk id="301" creationId="{1390D3EA-EEBD-59CC-5475-6438617A3F95}"/>
          </ac:spMkLst>
        </pc:spChg>
        <pc:spChg chg="mod">
          <ac:chgData name="Luis Carlos Guevara Hernandez" userId="946bcc4c-b146-4724-978c-751fab731e0a" providerId="ADAL" clId="{E8E95438-7D72-4151-95E2-CCAFE31D1FDF}" dt="2026-03-09T23:41:34.356" v="6358" actId="790"/>
          <ac:spMkLst>
            <pc:docMk/>
            <pc:sldMk cId="445491148" sldId="475"/>
            <ac:spMk id="311" creationId="{068734AC-5BAA-A010-18DB-C184FB9FAD0A}"/>
          </ac:spMkLst>
        </pc:spChg>
        <pc:spChg chg="mod">
          <ac:chgData name="Luis Carlos Guevara Hernandez" userId="946bcc4c-b146-4724-978c-751fab731e0a" providerId="ADAL" clId="{E8E95438-7D72-4151-95E2-CCAFE31D1FDF}" dt="2026-03-09T23:41:34.356" v="6358" actId="790"/>
          <ac:spMkLst>
            <pc:docMk/>
            <pc:sldMk cId="445491148" sldId="475"/>
            <ac:spMk id="312" creationId="{B7CD6116-307B-06C9-5F71-57D61DD5967B}"/>
          </ac:spMkLst>
        </pc:spChg>
        <pc:spChg chg="mod">
          <ac:chgData name="Luis Carlos Guevara Hernandez" userId="946bcc4c-b146-4724-978c-751fab731e0a" providerId="ADAL" clId="{E8E95438-7D72-4151-95E2-CCAFE31D1FDF}" dt="2026-03-09T23:41:34.356" v="6358" actId="790"/>
          <ac:spMkLst>
            <pc:docMk/>
            <pc:sldMk cId="445491148" sldId="475"/>
            <ac:spMk id="316" creationId="{C05A374C-D264-6777-F337-BCEE6B33F8E5}"/>
          </ac:spMkLst>
        </pc:spChg>
      </pc:sldChg>
      <pc:sldChg chg="modSp add mod modShow">
        <pc:chgData name="Luis Carlos Guevara Hernandez" userId="946bcc4c-b146-4724-978c-751fab731e0a" providerId="ADAL" clId="{E8E95438-7D72-4151-95E2-CCAFE31D1FDF}" dt="2026-03-09T23:41:34.356" v="6358" actId="790"/>
        <pc:sldMkLst>
          <pc:docMk/>
          <pc:sldMk cId="4016790222" sldId="489"/>
        </pc:sldMkLst>
        <pc:spChg chg="mod">
          <ac:chgData name="Luis Carlos Guevara Hernandez" userId="946bcc4c-b146-4724-978c-751fab731e0a" providerId="ADAL" clId="{E8E95438-7D72-4151-95E2-CCAFE31D1FDF}" dt="2026-03-09T23:41:34.356" v="6358" actId="790"/>
          <ac:spMkLst>
            <pc:docMk/>
            <pc:sldMk cId="4016790222" sldId="489"/>
            <ac:spMk id="3" creationId="{7069FBC1-2A23-8CF6-47D7-328AF066D62F}"/>
          </ac:spMkLst>
        </pc:spChg>
        <pc:spChg chg="mod">
          <ac:chgData name="Luis Carlos Guevara Hernandez" userId="946bcc4c-b146-4724-978c-751fab731e0a" providerId="ADAL" clId="{E8E95438-7D72-4151-95E2-CCAFE31D1FDF}" dt="2026-03-09T23:41:34.356" v="6358" actId="790"/>
          <ac:spMkLst>
            <pc:docMk/>
            <pc:sldMk cId="4016790222" sldId="489"/>
            <ac:spMk id="4" creationId="{9D1A9D36-9E18-7B9A-0F68-A7102C4610E0}"/>
          </ac:spMkLst>
        </pc:spChg>
        <pc:spChg chg="mod">
          <ac:chgData name="Luis Carlos Guevara Hernandez" userId="946bcc4c-b146-4724-978c-751fab731e0a" providerId="ADAL" clId="{E8E95438-7D72-4151-95E2-CCAFE31D1FDF}" dt="2026-03-09T23:41:34.356" v="6358" actId="790"/>
          <ac:spMkLst>
            <pc:docMk/>
            <pc:sldMk cId="4016790222" sldId="489"/>
            <ac:spMk id="11" creationId="{5408E102-FD52-44F2-8452-8DA937F65B44}"/>
          </ac:spMkLst>
        </pc:spChg>
        <pc:spChg chg="mod">
          <ac:chgData name="Luis Carlos Guevara Hernandez" userId="946bcc4c-b146-4724-978c-751fab731e0a" providerId="ADAL" clId="{E8E95438-7D72-4151-95E2-CCAFE31D1FDF}" dt="2026-03-09T23:41:34.356" v="6358" actId="790"/>
          <ac:spMkLst>
            <pc:docMk/>
            <pc:sldMk cId="4016790222" sldId="489"/>
            <ac:spMk id="17" creationId="{8886D686-7018-6EEB-1E47-E35890D7B9DD}"/>
          </ac:spMkLst>
        </pc:spChg>
        <pc:spChg chg="mod">
          <ac:chgData name="Luis Carlos Guevara Hernandez" userId="946bcc4c-b146-4724-978c-751fab731e0a" providerId="ADAL" clId="{E8E95438-7D72-4151-95E2-CCAFE31D1FDF}" dt="2026-03-09T23:41:34.356" v="6358" actId="790"/>
          <ac:spMkLst>
            <pc:docMk/>
            <pc:sldMk cId="4016790222" sldId="489"/>
            <ac:spMk id="19" creationId="{541CE21A-314D-6C93-5A09-49FF19F8B4CD}"/>
          </ac:spMkLst>
        </pc:spChg>
        <pc:spChg chg="mod">
          <ac:chgData name="Luis Carlos Guevara Hernandez" userId="946bcc4c-b146-4724-978c-751fab731e0a" providerId="ADAL" clId="{E8E95438-7D72-4151-95E2-CCAFE31D1FDF}" dt="2026-03-09T23:41:34.356" v="6358" actId="790"/>
          <ac:spMkLst>
            <pc:docMk/>
            <pc:sldMk cId="4016790222" sldId="489"/>
            <ac:spMk id="20" creationId="{4254A236-5359-67AF-17E9-480CA2A79C5B}"/>
          </ac:spMkLst>
        </pc:spChg>
        <pc:spChg chg="mod">
          <ac:chgData name="Luis Carlos Guevara Hernandez" userId="946bcc4c-b146-4724-978c-751fab731e0a" providerId="ADAL" clId="{E8E95438-7D72-4151-95E2-CCAFE31D1FDF}" dt="2026-03-09T23:41:34.356" v="6358" actId="790"/>
          <ac:spMkLst>
            <pc:docMk/>
            <pc:sldMk cId="4016790222" sldId="489"/>
            <ac:spMk id="25" creationId="{C2CF8D37-9BF3-20AD-2400-8FFFB25553AA}"/>
          </ac:spMkLst>
        </pc:spChg>
      </pc:sldChg>
      <pc:sldChg chg="addSp delSp modSp mod delAnim modAnim">
        <pc:chgData name="Luis Carlos Guevara Hernandez" userId="946bcc4c-b146-4724-978c-751fab731e0a" providerId="ADAL" clId="{E8E95438-7D72-4151-95E2-CCAFE31D1FDF}" dt="2026-03-09T23:41:34.356" v="6358" actId="790"/>
        <pc:sldMkLst>
          <pc:docMk/>
          <pc:sldMk cId="1882139588" sldId="495"/>
        </pc:sldMkLst>
        <pc:spChg chg="mod">
          <ac:chgData name="Luis Carlos Guevara Hernandez" userId="946bcc4c-b146-4724-978c-751fab731e0a" providerId="ADAL" clId="{E8E95438-7D72-4151-95E2-CCAFE31D1FDF}" dt="2026-03-09T23:41:34.356" v="6358" actId="790"/>
          <ac:spMkLst>
            <pc:docMk/>
            <pc:sldMk cId="1882139588" sldId="495"/>
            <ac:spMk id="6" creationId="{677B7F54-1421-6E73-410A-99B867CE9622}"/>
          </ac:spMkLst>
        </pc:spChg>
        <pc:spChg chg="add mod">
          <ac:chgData name="Luis Carlos Guevara Hernandez" userId="946bcc4c-b146-4724-978c-751fab731e0a" providerId="ADAL" clId="{E8E95438-7D72-4151-95E2-CCAFE31D1FDF}" dt="2026-03-09T23:41:34.356" v="6358" actId="790"/>
          <ac:spMkLst>
            <pc:docMk/>
            <pc:sldMk cId="1882139588" sldId="495"/>
            <ac:spMk id="8" creationId="{896D9FC9-9DF8-510B-42A1-37A59EBAEA17}"/>
          </ac:spMkLst>
        </pc:spChg>
        <pc:spChg chg="mod">
          <ac:chgData name="Luis Carlos Guevara Hernandez" userId="946bcc4c-b146-4724-978c-751fab731e0a" providerId="ADAL" clId="{E8E95438-7D72-4151-95E2-CCAFE31D1FDF}" dt="2026-03-09T23:41:34.356" v="6358" actId="790"/>
          <ac:spMkLst>
            <pc:docMk/>
            <pc:sldMk cId="1882139588" sldId="495"/>
            <ac:spMk id="12" creationId="{AEDCBD79-0042-A704-B719-F1E1E91C0BD6}"/>
          </ac:spMkLst>
        </pc:spChg>
        <pc:spChg chg="mod">
          <ac:chgData name="Luis Carlos Guevara Hernandez" userId="946bcc4c-b146-4724-978c-751fab731e0a" providerId="ADAL" clId="{E8E95438-7D72-4151-95E2-CCAFE31D1FDF}" dt="2026-03-09T23:41:34.356" v="6358" actId="790"/>
          <ac:spMkLst>
            <pc:docMk/>
            <pc:sldMk cId="1882139588" sldId="495"/>
            <ac:spMk id="15" creationId="{7C9C55DC-3808-6A69-8AC1-6464F1663DD1}"/>
          </ac:spMkLst>
        </pc:spChg>
        <pc:spChg chg="mod">
          <ac:chgData name="Luis Carlos Guevara Hernandez" userId="946bcc4c-b146-4724-978c-751fab731e0a" providerId="ADAL" clId="{E8E95438-7D72-4151-95E2-CCAFE31D1FDF}" dt="2026-03-08T18:26:05.631" v="2816"/>
          <ac:spMkLst>
            <pc:docMk/>
            <pc:sldMk cId="1882139588" sldId="495"/>
            <ac:spMk id="16" creationId="{BDE24624-B082-222B-2D2D-B58711C620B8}"/>
          </ac:spMkLst>
        </pc:spChg>
        <pc:spChg chg="add mod">
          <ac:chgData name="Luis Carlos Guevara Hernandez" userId="946bcc4c-b146-4724-978c-751fab731e0a" providerId="ADAL" clId="{E8E95438-7D72-4151-95E2-CCAFE31D1FDF}" dt="2026-03-09T23:41:34.356" v="6358" actId="790"/>
          <ac:spMkLst>
            <pc:docMk/>
            <pc:sldMk cId="1882139588" sldId="495"/>
            <ac:spMk id="22" creationId="{8A5966DA-8719-35CC-8484-37E22A4E20E4}"/>
          </ac:spMkLst>
        </pc:spChg>
        <pc:spChg chg="mod">
          <ac:chgData name="Luis Carlos Guevara Hernandez" userId="946bcc4c-b146-4724-978c-751fab731e0a" providerId="ADAL" clId="{E8E95438-7D72-4151-95E2-CCAFE31D1FDF}" dt="2026-03-09T23:41:34.356" v="6358" actId="790"/>
          <ac:spMkLst>
            <pc:docMk/>
            <pc:sldMk cId="1882139588" sldId="495"/>
            <ac:spMk id="23" creationId="{1BB05F7C-28E7-E7AF-08E2-8354952F066B}"/>
          </ac:spMkLst>
        </pc:spChg>
        <pc:spChg chg="add mod">
          <ac:chgData name="Luis Carlos Guevara Hernandez" userId="946bcc4c-b146-4724-978c-751fab731e0a" providerId="ADAL" clId="{E8E95438-7D72-4151-95E2-CCAFE31D1FDF}" dt="2026-03-09T23:41:34.356" v="6358" actId="790"/>
          <ac:spMkLst>
            <pc:docMk/>
            <pc:sldMk cId="1882139588" sldId="495"/>
            <ac:spMk id="25" creationId="{0CF139FD-B170-0B5E-DAEA-5E07B842D00A}"/>
          </ac:spMkLst>
        </pc:spChg>
        <pc:spChg chg="add mod">
          <ac:chgData name="Luis Carlos Guevara Hernandez" userId="946bcc4c-b146-4724-978c-751fab731e0a" providerId="ADAL" clId="{E8E95438-7D72-4151-95E2-CCAFE31D1FDF}" dt="2026-03-08T18:29:16.223" v="2866" actId="1076"/>
          <ac:spMkLst>
            <pc:docMk/>
            <pc:sldMk cId="1882139588" sldId="495"/>
            <ac:spMk id="26" creationId="{F88AF930-C0E4-D556-10AA-9EF93210AF27}"/>
          </ac:spMkLst>
        </pc:spChg>
        <pc:spChg chg="add mod">
          <ac:chgData name="Luis Carlos Guevara Hernandez" userId="946bcc4c-b146-4724-978c-751fab731e0a" providerId="ADAL" clId="{E8E95438-7D72-4151-95E2-CCAFE31D1FDF}" dt="2026-03-08T18:29:16.223" v="2866" actId="1076"/>
          <ac:spMkLst>
            <pc:docMk/>
            <pc:sldMk cId="1882139588" sldId="495"/>
            <ac:spMk id="27" creationId="{1028B8FF-A7BF-EA62-1351-84C764DA18FE}"/>
          </ac:spMkLst>
        </pc:spChg>
        <pc:spChg chg="add mod">
          <ac:chgData name="Luis Carlos Guevara Hernandez" userId="946bcc4c-b146-4724-978c-751fab731e0a" providerId="ADAL" clId="{E8E95438-7D72-4151-95E2-CCAFE31D1FDF}" dt="2026-03-09T23:41:34.356" v="6358" actId="790"/>
          <ac:spMkLst>
            <pc:docMk/>
            <pc:sldMk cId="1882139588" sldId="495"/>
            <ac:spMk id="28" creationId="{692D3B33-3DFC-2612-741A-1B4279B9BA5C}"/>
          </ac:spMkLst>
        </pc:spChg>
        <pc:spChg chg="add mod">
          <ac:chgData name="Luis Carlos Guevara Hernandez" userId="946bcc4c-b146-4724-978c-751fab731e0a" providerId="ADAL" clId="{E8E95438-7D72-4151-95E2-CCAFE31D1FDF}" dt="2026-03-09T23:41:34.356" v="6358" actId="790"/>
          <ac:spMkLst>
            <pc:docMk/>
            <pc:sldMk cId="1882139588" sldId="495"/>
            <ac:spMk id="30" creationId="{532F1F61-D1C6-CFC5-A782-9763C0E516C4}"/>
          </ac:spMkLst>
        </pc:spChg>
        <pc:spChg chg="add mod">
          <ac:chgData name="Luis Carlos Guevara Hernandez" userId="946bcc4c-b146-4724-978c-751fab731e0a" providerId="ADAL" clId="{E8E95438-7D72-4151-95E2-CCAFE31D1FDF}" dt="2026-03-09T23:41:34.356" v="6358" actId="790"/>
          <ac:spMkLst>
            <pc:docMk/>
            <pc:sldMk cId="1882139588" sldId="495"/>
            <ac:spMk id="33" creationId="{25FDF0D6-0660-BFC8-A547-A84D115CBF54}"/>
          </ac:spMkLst>
        </pc:spChg>
        <pc:spChg chg="mod">
          <ac:chgData name="Luis Carlos Guevara Hernandez" userId="946bcc4c-b146-4724-978c-751fab731e0a" providerId="ADAL" clId="{E8E95438-7D72-4151-95E2-CCAFE31D1FDF}" dt="2026-03-08T18:27:19.949" v="2831" actId="1076"/>
          <ac:spMkLst>
            <pc:docMk/>
            <pc:sldMk cId="1882139588" sldId="495"/>
            <ac:spMk id="37" creationId="{9802A1D9-81DD-3CDB-13B1-32D1E2CC393F}"/>
          </ac:spMkLst>
        </pc:spChg>
        <pc:grpChg chg="add mod">
          <ac:chgData name="Luis Carlos Guevara Hernandez" userId="946bcc4c-b146-4724-978c-751fab731e0a" providerId="ADAL" clId="{E8E95438-7D72-4151-95E2-CCAFE31D1FDF}" dt="2026-03-08T18:27:19.949" v="2831" actId="1076"/>
          <ac:grpSpMkLst>
            <pc:docMk/>
            <pc:sldMk cId="1882139588" sldId="495"/>
            <ac:grpSpMk id="11" creationId="{D4F808C3-E1A5-8A1B-C740-4D7550EAC775}"/>
          </ac:grpSpMkLst>
        </pc:grpChg>
        <pc:cxnChg chg="add mod">
          <ac:chgData name="Luis Carlos Guevara Hernandez" userId="946bcc4c-b146-4724-978c-751fab731e0a" providerId="ADAL" clId="{E8E95438-7D72-4151-95E2-CCAFE31D1FDF}" dt="2026-03-08T18:27:34.377" v="2836" actId="14100"/>
          <ac:cxnSpMkLst>
            <pc:docMk/>
            <pc:sldMk cId="1882139588" sldId="495"/>
            <ac:cxnSpMk id="18" creationId="{24C5863F-B723-A51E-EBE7-5240C8839EF4}"/>
          </ac:cxnSpMkLst>
        </pc:cxnChg>
      </pc:sldChg>
      <pc:sldChg chg="addSp delSp modSp add del mod delAnim modAnim">
        <pc:chgData name="Luis Carlos Guevara Hernandez" userId="946bcc4c-b146-4724-978c-751fab731e0a" providerId="ADAL" clId="{E8E95438-7D72-4151-95E2-CCAFE31D1FDF}" dt="2026-03-10T00:04:09.702" v="6677" actId="207"/>
        <pc:sldMkLst>
          <pc:docMk/>
          <pc:sldMk cId="3690865178" sldId="514"/>
        </pc:sldMkLst>
        <pc:spChg chg="add mod">
          <ac:chgData name="Luis Carlos Guevara Hernandez" userId="946bcc4c-b146-4724-978c-751fab731e0a" providerId="ADAL" clId="{E8E95438-7D72-4151-95E2-CCAFE31D1FDF}" dt="2026-03-09T23:41:34.356" v="6358" actId="790"/>
          <ac:spMkLst>
            <pc:docMk/>
            <pc:sldMk cId="3690865178" sldId="514"/>
            <ac:spMk id="5" creationId="{9F0EB4AA-C73A-A6CF-8698-ACE36C07ECC5}"/>
          </ac:spMkLst>
        </pc:spChg>
        <pc:spChg chg="mod">
          <ac:chgData name="Luis Carlos Guevara Hernandez" userId="946bcc4c-b146-4724-978c-751fab731e0a" providerId="ADAL" clId="{E8E95438-7D72-4151-95E2-CCAFE31D1FDF}" dt="2026-03-09T23:39:47.176" v="6346"/>
          <ac:spMkLst>
            <pc:docMk/>
            <pc:sldMk cId="3690865178" sldId="514"/>
            <ac:spMk id="6" creationId="{84942E1D-38E0-2EAA-B3D2-550DB66E29F6}"/>
          </ac:spMkLst>
        </pc:spChg>
        <pc:spChg chg="mod">
          <ac:chgData name="Luis Carlos Guevara Hernandez" userId="946bcc4c-b146-4724-978c-751fab731e0a" providerId="ADAL" clId="{E8E95438-7D72-4151-95E2-CCAFE31D1FDF}" dt="2026-03-09T23:45:18.778" v="6420" actId="1076"/>
          <ac:spMkLst>
            <pc:docMk/>
            <pc:sldMk cId="3690865178" sldId="514"/>
            <ac:spMk id="7" creationId="{9001AD53-D2C9-AFBC-1450-C30FF573607A}"/>
          </ac:spMkLst>
        </pc:spChg>
        <pc:spChg chg="add mod">
          <ac:chgData name="Luis Carlos Guevara Hernandez" userId="946bcc4c-b146-4724-978c-751fab731e0a" providerId="ADAL" clId="{E8E95438-7D72-4151-95E2-CCAFE31D1FDF}" dt="2026-03-09T23:41:34.356" v="6358" actId="790"/>
          <ac:spMkLst>
            <pc:docMk/>
            <pc:sldMk cId="3690865178" sldId="514"/>
            <ac:spMk id="8" creationId="{E5714D4F-9DE5-13F8-7C24-76B5FDC36E46}"/>
          </ac:spMkLst>
        </pc:spChg>
        <pc:spChg chg="mod">
          <ac:chgData name="Luis Carlos Guevara Hernandez" userId="946bcc4c-b146-4724-978c-751fab731e0a" providerId="ADAL" clId="{E8E95438-7D72-4151-95E2-CCAFE31D1FDF}" dt="2026-03-09T23:47:15.709" v="6438" actId="13926"/>
          <ac:spMkLst>
            <pc:docMk/>
            <pc:sldMk cId="3690865178" sldId="514"/>
            <ac:spMk id="9" creationId="{A0C52BB5-2459-BF14-B70F-A8123FF98728}"/>
          </ac:spMkLst>
        </pc:spChg>
        <pc:spChg chg="mod">
          <ac:chgData name="Luis Carlos Guevara Hernandez" userId="946bcc4c-b146-4724-978c-751fab731e0a" providerId="ADAL" clId="{E8E95438-7D72-4151-95E2-CCAFE31D1FDF}" dt="2026-03-09T23:44:57.916" v="6412" actId="1076"/>
          <ac:spMkLst>
            <pc:docMk/>
            <pc:sldMk cId="3690865178" sldId="514"/>
            <ac:spMk id="15" creationId="{C0DD9B3B-96D8-1263-7952-AC3B468ED96E}"/>
          </ac:spMkLst>
        </pc:spChg>
        <pc:spChg chg="mod">
          <ac:chgData name="Luis Carlos Guevara Hernandez" userId="946bcc4c-b146-4724-978c-751fab731e0a" providerId="ADAL" clId="{E8E95438-7D72-4151-95E2-CCAFE31D1FDF}" dt="2026-03-09T23:41:34.356" v="6358" actId="790"/>
          <ac:spMkLst>
            <pc:docMk/>
            <pc:sldMk cId="3690865178" sldId="514"/>
            <ac:spMk id="16" creationId="{C0137816-8097-6C00-7DCE-763F8178FEB4}"/>
          </ac:spMkLst>
        </pc:spChg>
        <pc:spChg chg="mod">
          <ac:chgData name="Luis Carlos Guevara Hernandez" userId="946bcc4c-b146-4724-978c-751fab731e0a" providerId="ADAL" clId="{E8E95438-7D72-4151-95E2-CCAFE31D1FDF}" dt="2026-03-10T00:04:09.702" v="6677" actId="207"/>
          <ac:spMkLst>
            <pc:docMk/>
            <pc:sldMk cId="3690865178" sldId="514"/>
            <ac:spMk id="17" creationId="{5FE37EAD-9239-A2FD-FC4B-215E1D8905A0}"/>
          </ac:spMkLst>
        </pc:spChg>
        <pc:spChg chg="mod">
          <ac:chgData name="Luis Carlos Guevara Hernandez" userId="946bcc4c-b146-4724-978c-751fab731e0a" providerId="ADAL" clId="{E8E95438-7D72-4151-95E2-CCAFE31D1FDF}" dt="2026-03-09T23:45:28.202" v="6424" actId="14100"/>
          <ac:spMkLst>
            <pc:docMk/>
            <pc:sldMk cId="3690865178" sldId="514"/>
            <ac:spMk id="18" creationId="{4D7882F2-9CB9-D24C-165C-5598F7AAF8F5}"/>
          </ac:spMkLst>
        </pc:spChg>
        <pc:spChg chg="mod">
          <ac:chgData name="Luis Carlos Guevara Hernandez" userId="946bcc4c-b146-4724-978c-751fab731e0a" providerId="ADAL" clId="{E8E95438-7D72-4151-95E2-CCAFE31D1FDF}" dt="2026-03-09T23:45:13.125" v="6418" actId="14100"/>
          <ac:spMkLst>
            <pc:docMk/>
            <pc:sldMk cId="3690865178" sldId="514"/>
            <ac:spMk id="24" creationId="{676776EF-FE2D-4FE4-69DB-1F2F8B008253}"/>
          </ac:spMkLst>
        </pc:spChg>
        <pc:spChg chg="mod">
          <ac:chgData name="Luis Carlos Guevara Hernandez" userId="946bcc4c-b146-4724-978c-751fab731e0a" providerId="ADAL" clId="{E8E95438-7D72-4151-95E2-CCAFE31D1FDF}" dt="2026-03-09T23:45:03.439" v="6415" actId="404"/>
          <ac:spMkLst>
            <pc:docMk/>
            <pc:sldMk cId="3690865178" sldId="514"/>
            <ac:spMk id="25" creationId="{6B052023-90AB-D4C7-2CDD-5E724240BEEC}"/>
          </ac:spMkLst>
        </pc:spChg>
        <pc:spChg chg="mod">
          <ac:chgData name="Luis Carlos Guevara Hernandez" userId="946bcc4c-b146-4724-978c-751fab731e0a" providerId="ADAL" clId="{E8E95438-7D72-4151-95E2-CCAFE31D1FDF}" dt="2026-03-09T23:45:11.270" v="6417" actId="14100"/>
          <ac:spMkLst>
            <pc:docMk/>
            <pc:sldMk cId="3690865178" sldId="514"/>
            <ac:spMk id="27" creationId="{CC368C76-1CB7-610C-E92C-F10CE924E098}"/>
          </ac:spMkLst>
        </pc:spChg>
        <pc:spChg chg="mod">
          <ac:chgData name="Luis Carlos Guevara Hernandez" userId="946bcc4c-b146-4724-978c-751fab731e0a" providerId="ADAL" clId="{E8E95438-7D72-4151-95E2-CCAFE31D1FDF}" dt="2026-03-09T23:45:03.439" v="6415" actId="404"/>
          <ac:spMkLst>
            <pc:docMk/>
            <pc:sldMk cId="3690865178" sldId="514"/>
            <ac:spMk id="28" creationId="{C4124A4A-906E-94E5-1174-5A87709DFAB1}"/>
          </ac:spMkLst>
        </pc:spChg>
        <pc:spChg chg="add mod">
          <ac:chgData name="Luis Carlos Guevara Hernandez" userId="946bcc4c-b146-4724-978c-751fab731e0a" providerId="ADAL" clId="{E8E95438-7D72-4151-95E2-CCAFE31D1FDF}" dt="2026-03-10T00:00:58.225" v="6647" actId="1076"/>
          <ac:spMkLst>
            <pc:docMk/>
            <pc:sldMk cId="3690865178" sldId="514"/>
            <ac:spMk id="30" creationId="{552295BB-B064-AD00-A7AB-C18DC93E2C8D}"/>
          </ac:spMkLst>
        </pc:spChg>
        <pc:spChg chg="add mod">
          <ac:chgData name="Luis Carlos Guevara Hernandez" userId="946bcc4c-b146-4724-978c-751fab731e0a" providerId="ADAL" clId="{E8E95438-7D72-4151-95E2-CCAFE31D1FDF}" dt="2026-03-09T23:58:40.672" v="6614" actId="20577"/>
          <ac:spMkLst>
            <pc:docMk/>
            <pc:sldMk cId="3690865178" sldId="514"/>
            <ac:spMk id="31" creationId="{EE1431BF-CB40-D910-64D3-F4DB1CBFD6C2}"/>
          </ac:spMkLst>
        </pc:spChg>
        <pc:spChg chg="add mod">
          <ac:chgData name="Luis Carlos Guevara Hernandez" userId="946bcc4c-b146-4724-978c-751fab731e0a" providerId="ADAL" clId="{E8E95438-7D72-4151-95E2-CCAFE31D1FDF}" dt="2026-03-10T00:01:03.223" v="6648" actId="1076"/>
          <ac:spMkLst>
            <pc:docMk/>
            <pc:sldMk cId="3690865178" sldId="514"/>
            <ac:spMk id="32" creationId="{A6189432-E399-E7D4-0D82-47C26C80A8BF}"/>
          </ac:spMkLst>
        </pc:spChg>
        <pc:spChg chg="add mod">
          <ac:chgData name="Luis Carlos Guevara Hernandez" userId="946bcc4c-b146-4724-978c-751fab731e0a" providerId="ADAL" clId="{E8E95438-7D72-4151-95E2-CCAFE31D1FDF}" dt="2026-03-09T23:58:42.802" v="6615" actId="20577"/>
          <ac:spMkLst>
            <pc:docMk/>
            <pc:sldMk cId="3690865178" sldId="514"/>
            <ac:spMk id="33" creationId="{7FDD2CA1-6C3B-FC23-17EC-9F7C070F29F3}"/>
          </ac:spMkLst>
        </pc:spChg>
        <pc:spChg chg="add mod">
          <ac:chgData name="Luis Carlos Guevara Hernandez" userId="946bcc4c-b146-4724-978c-751fab731e0a" providerId="ADAL" clId="{E8E95438-7D72-4151-95E2-CCAFE31D1FDF}" dt="2026-03-10T00:01:09.493" v="6649" actId="1076"/>
          <ac:spMkLst>
            <pc:docMk/>
            <pc:sldMk cId="3690865178" sldId="514"/>
            <ac:spMk id="34" creationId="{FFB73A36-C898-2FF6-E3C1-8ACC4BBBC95D}"/>
          </ac:spMkLst>
        </pc:spChg>
        <pc:spChg chg="add mod">
          <ac:chgData name="Luis Carlos Guevara Hernandez" userId="946bcc4c-b146-4724-978c-751fab731e0a" providerId="ADAL" clId="{E8E95438-7D72-4151-95E2-CCAFE31D1FDF}" dt="2026-03-09T23:58:44.062" v="6616" actId="20577"/>
          <ac:spMkLst>
            <pc:docMk/>
            <pc:sldMk cId="3690865178" sldId="514"/>
            <ac:spMk id="35" creationId="{C7CFF654-CAD4-1FBF-1113-97A5D2DC7507}"/>
          </ac:spMkLst>
        </pc:spChg>
        <pc:spChg chg="add mod">
          <ac:chgData name="Luis Carlos Guevara Hernandez" userId="946bcc4c-b146-4724-978c-751fab731e0a" providerId="ADAL" clId="{E8E95438-7D72-4151-95E2-CCAFE31D1FDF}" dt="2026-03-09T23:59:58.370" v="6632" actId="20577"/>
          <ac:spMkLst>
            <pc:docMk/>
            <pc:sldMk cId="3690865178" sldId="514"/>
            <ac:spMk id="36" creationId="{05A77389-74EE-8B3C-85EB-1046079E2DCD}"/>
          </ac:spMkLst>
        </pc:spChg>
        <pc:spChg chg="mod">
          <ac:chgData name="Luis Carlos Guevara Hernandez" userId="946bcc4c-b146-4724-978c-751fab731e0a" providerId="ADAL" clId="{E8E95438-7D72-4151-95E2-CCAFE31D1FDF}" dt="2026-03-10T00:01:18.308" v="6650" actId="1076"/>
          <ac:spMkLst>
            <pc:docMk/>
            <pc:sldMk cId="3690865178" sldId="514"/>
            <ac:spMk id="41" creationId="{74F4E767-2F22-7A18-6222-0B29E330EFB4}"/>
          </ac:spMkLst>
        </pc:spChg>
        <pc:spChg chg="mod">
          <ac:chgData name="Luis Carlos Guevara Hernandez" userId="946bcc4c-b146-4724-978c-751fab731e0a" providerId="ADAL" clId="{E8E95438-7D72-4151-95E2-CCAFE31D1FDF}" dt="2026-03-10T00:00:04.283" v="6633" actId="113"/>
          <ac:spMkLst>
            <pc:docMk/>
            <pc:sldMk cId="3690865178" sldId="514"/>
            <ac:spMk id="42" creationId="{3BCD95A2-9A49-86BA-CEC1-92CBBC306EC6}"/>
          </ac:spMkLst>
        </pc:spChg>
        <pc:spChg chg="mod">
          <ac:chgData name="Luis Carlos Guevara Hernandez" userId="946bcc4c-b146-4724-978c-751fab731e0a" providerId="ADAL" clId="{E8E95438-7D72-4151-95E2-CCAFE31D1FDF}" dt="2026-03-10T00:01:28.949" v="6651" actId="1076"/>
          <ac:spMkLst>
            <pc:docMk/>
            <pc:sldMk cId="3690865178" sldId="514"/>
            <ac:spMk id="44" creationId="{2B10534B-AE25-25B0-FAA4-FDE18AA08713}"/>
          </ac:spMkLst>
        </pc:spChg>
        <pc:spChg chg="mod">
          <ac:chgData name="Luis Carlos Guevara Hernandez" userId="946bcc4c-b146-4724-978c-751fab731e0a" providerId="ADAL" clId="{E8E95438-7D72-4151-95E2-CCAFE31D1FDF}" dt="2026-03-10T00:00:10.763" v="6634" actId="113"/>
          <ac:spMkLst>
            <pc:docMk/>
            <pc:sldMk cId="3690865178" sldId="514"/>
            <ac:spMk id="45" creationId="{B4E8EE4C-411D-2251-8E57-5CF5C11EA309}"/>
          </ac:spMkLst>
        </pc:spChg>
        <pc:grpChg chg="add mod">
          <ac:chgData name="Luis Carlos Guevara Hernandez" userId="946bcc4c-b146-4724-978c-751fab731e0a" providerId="ADAL" clId="{E8E95438-7D72-4151-95E2-CCAFE31D1FDF}" dt="2026-03-09T23:45:01.006" v="6413" actId="1076"/>
          <ac:grpSpMkLst>
            <pc:docMk/>
            <pc:sldMk cId="3690865178" sldId="514"/>
            <ac:grpSpMk id="20" creationId="{1C0D2926-B1CB-4EDD-F96F-12D349A91632}"/>
          </ac:grpSpMkLst>
        </pc:grpChg>
        <pc:grpChg chg="add mod">
          <ac:chgData name="Luis Carlos Guevara Hernandez" userId="946bcc4c-b146-4724-978c-751fab731e0a" providerId="ADAL" clId="{E8E95438-7D72-4151-95E2-CCAFE31D1FDF}" dt="2026-03-09T23:45:15.076" v="6419" actId="14100"/>
          <ac:grpSpMkLst>
            <pc:docMk/>
            <pc:sldMk cId="3690865178" sldId="514"/>
            <ac:grpSpMk id="26" creationId="{8B8AB95F-FDF6-6DF7-0BEC-0D9015085219}"/>
          </ac:grpSpMkLst>
        </pc:grpChg>
        <pc:grpChg chg="add mod">
          <ac:chgData name="Luis Carlos Guevara Hernandez" userId="946bcc4c-b146-4724-978c-751fab731e0a" providerId="ADAL" clId="{E8E95438-7D72-4151-95E2-CCAFE31D1FDF}" dt="2026-03-09T23:58:18.830" v="6610" actId="1076"/>
          <ac:grpSpMkLst>
            <pc:docMk/>
            <pc:sldMk cId="3690865178" sldId="514"/>
            <ac:grpSpMk id="37" creationId="{FC05AC9B-F3DE-63FA-7DC2-0FCC2FDAFE2C}"/>
          </ac:grpSpMkLst>
        </pc:grpChg>
        <pc:grpChg chg="add mod">
          <ac:chgData name="Luis Carlos Guevara Hernandez" userId="946bcc4c-b146-4724-978c-751fab731e0a" providerId="ADAL" clId="{E8E95438-7D72-4151-95E2-CCAFE31D1FDF}" dt="2026-03-09T23:58:18.830" v="6610" actId="1076"/>
          <ac:grpSpMkLst>
            <pc:docMk/>
            <pc:sldMk cId="3690865178" sldId="514"/>
            <ac:grpSpMk id="38" creationId="{660EB2D9-DDFC-FCB0-ED2D-5F0706C384E8}"/>
          </ac:grpSpMkLst>
        </pc:grpChg>
        <pc:grpChg chg="add mod">
          <ac:chgData name="Luis Carlos Guevara Hernandez" userId="946bcc4c-b146-4724-978c-751fab731e0a" providerId="ADAL" clId="{E8E95438-7D72-4151-95E2-CCAFE31D1FDF}" dt="2026-03-09T23:58:18.830" v="6610" actId="1076"/>
          <ac:grpSpMkLst>
            <pc:docMk/>
            <pc:sldMk cId="3690865178" sldId="514"/>
            <ac:grpSpMk id="39" creationId="{0727DD48-1194-1CC1-3AF6-A1D511ADE424}"/>
          </ac:grpSpMkLst>
        </pc:grpChg>
        <pc:grpChg chg="add mod">
          <ac:chgData name="Luis Carlos Guevara Hernandez" userId="946bcc4c-b146-4724-978c-751fab731e0a" providerId="ADAL" clId="{E8E95438-7D72-4151-95E2-CCAFE31D1FDF}" dt="2026-03-09T23:59:35.486" v="6626"/>
          <ac:grpSpMkLst>
            <pc:docMk/>
            <pc:sldMk cId="3690865178" sldId="514"/>
            <ac:grpSpMk id="40" creationId="{09E992EB-827F-1EA3-2571-D674F6B09A36}"/>
          </ac:grpSpMkLst>
        </pc:grpChg>
        <pc:grpChg chg="add mod">
          <ac:chgData name="Luis Carlos Guevara Hernandez" userId="946bcc4c-b146-4724-978c-751fab731e0a" providerId="ADAL" clId="{E8E95438-7D72-4151-95E2-CCAFE31D1FDF}" dt="2026-03-09T23:59:53.461" v="6630"/>
          <ac:grpSpMkLst>
            <pc:docMk/>
            <pc:sldMk cId="3690865178" sldId="514"/>
            <ac:grpSpMk id="43" creationId="{5B3460A5-EC9A-542F-BAC3-0AA197D2204D}"/>
          </ac:grpSpMkLst>
        </pc:grpChg>
        <pc:picChg chg="add mod modCrop">
          <ac:chgData name="Luis Carlos Guevara Hernandez" userId="946bcc4c-b146-4724-978c-751fab731e0a" providerId="ADAL" clId="{E8E95438-7D72-4151-95E2-CCAFE31D1FDF}" dt="2026-03-09T23:55:15.922" v="6590" actId="1076"/>
          <ac:picMkLst>
            <pc:docMk/>
            <pc:sldMk cId="3690865178" sldId="514"/>
            <ac:picMk id="1026" creationId="{FF2FC0FA-98B6-A5E5-1E51-F583050DD0DF}"/>
          </ac:picMkLst>
        </pc:picChg>
      </pc:sldChg>
      <pc:sldChg chg="addSp delSp modSp mod delAnim modAnim">
        <pc:chgData name="Luis Carlos Guevara Hernandez" userId="946bcc4c-b146-4724-978c-751fab731e0a" providerId="ADAL" clId="{E8E95438-7D72-4151-95E2-CCAFE31D1FDF}" dt="2026-03-10T18:14:09.547" v="7560" actId="1036"/>
        <pc:sldMkLst>
          <pc:docMk/>
          <pc:sldMk cId="2512130995" sldId="540"/>
        </pc:sldMkLst>
        <pc:spChg chg="mod">
          <ac:chgData name="Luis Carlos Guevara Hernandez" userId="946bcc4c-b146-4724-978c-751fab731e0a" providerId="ADAL" clId="{E8E95438-7D72-4151-95E2-CCAFE31D1FDF}" dt="2026-03-08T16:03:19.926" v="306" actId="1076"/>
          <ac:spMkLst>
            <pc:docMk/>
            <pc:sldMk cId="2512130995" sldId="540"/>
            <ac:spMk id="5" creationId="{FD894B7C-4FDF-7C2B-DC95-891EB4BB149E}"/>
          </ac:spMkLst>
        </pc:spChg>
        <pc:spChg chg="mod">
          <ac:chgData name="Luis Carlos Guevara Hernandez" userId="946bcc4c-b146-4724-978c-751fab731e0a" providerId="ADAL" clId="{E8E95438-7D72-4151-95E2-CCAFE31D1FDF}" dt="2026-03-08T13:56:46.464" v="56" actId="790"/>
          <ac:spMkLst>
            <pc:docMk/>
            <pc:sldMk cId="2512130995" sldId="540"/>
            <ac:spMk id="6" creationId="{ADAD8C93-1D8B-0E60-C4D3-49E7F7C8479C}"/>
          </ac:spMkLst>
        </pc:spChg>
        <pc:spChg chg="mod">
          <ac:chgData name="Luis Carlos Guevara Hernandez" userId="946bcc4c-b146-4724-978c-751fab731e0a" providerId="ADAL" clId="{E8E95438-7D72-4151-95E2-CCAFE31D1FDF}" dt="2026-03-09T23:41:34.356" v="6358" actId="790"/>
          <ac:spMkLst>
            <pc:docMk/>
            <pc:sldMk cId="2512130995" sldId="540"/>
            <ac:spMk id="10" creationId="{42C05A5F-77AD-3587-2D0A-18C66CE749BF}"/>
          </ac:spMkLst>
        </pc:spChg>
        <pc:spChg chg="mod">
          <ac:chgData name="Luis Carlos Guevara Hernandez" userId="946bcc4c-b146-4724-978c-751fab731e0a" providerId="ADAL" clId="{E8E95438-7D72-4151-95E2-CCAFE31D1FDF}" dt="2026-03-08T14:02:52.854" v="132"/>
          <ac:spMkLst>
            <pc:docMk/>
            <pc:sldMk cId="2512130995" sldId="540"/>
            <ac:spMk id="11" creationId="{BD88C109-304F-C618-F0E2-C23C91708E51}"/>
          </ac:spMkLst>
        </pc:spChg>
        <pc:spChg chg="mod">
          <ac:chgData name="Luis Carlos Guevara Hernandez" userId="946bcc4c-b146-4724-978c-751fab731e0a" providerId="ADAL" clId="{E8E95438-7D72-4151-95E2-CCAFE31D1FDF}" dt="2026-03-09T23:41:34.356" v="6358" actId="790"/>
          <ac:spMkLst>
            <pc:docMk/>
            <pc:sldMk cId="2512130995" sldId="540"/>
            <ac:spMk id="13" creationId="{431ABB4D-B3F9-3B8D-EF90-28159FC7EBFF}"/>
          </ac:spMkLst>
        </pc:spChg>
        <pc:spChg chg="mod">
          <ac:chgData name="Luis Carlos Guevara Hernandez" userId="946bcc4c-b146-4724-978c-751fab731e0a" providerId="ADAL" clId="{E8E95438-7D72-4151-95E2-CCAFE31D1FDF}" dt="2026-03-08T14:03:05.888" v="138"/>
          <ac:spMkLst>
            <pc:docMk/>
            <pc:sldMk cId="2512130995" sldId="540"/>
            <ac:spMk id="14" creationId="{7CE4DB4D-6439-4FD7-35AC-D2B8DAE6F83D}"/>
          </ac:spMkLst>
        </pc:spChg>
        <pc:spChg chg="mod">
          <ac:chgData name="Luis Carlos Guevara Hernandez" userId="946bcc4c-b146-4724-978c-751fab731e0a" providerId="ADAL" clId="{E8E95438-7D72-4151-95E2-CCAFE31D1FDF}" dt="2026-03-08T16:09:35.332" v="317" actId="1076"/>
          <ac:spMkLst>
            <pc:docMk/>
            <pc:sldMk cId="2512130995" sldId="540"/>
            <ac:spMk id="15" creationId="{9FF6AEDD-836A-E2F3-9D59-3C4ECDF60C8C}"/>
          </ac:spMkLst>
        </pc:spChg>
        <pc:spChg chg="mod">
          <ac:chgData name="Luis Carlos Guevara Hernandez" userId="946bcc4c-b146-4724-978c-751fab731e0a" providerId="ADAL" clId="{E8E95438-7D72-4151-95E2-CCAFE31D1FDF}" dt="2026-03-09T23:41:34.356" v="6358" actId="790"/>
          <ac:spMkLst>
            <pc:docMk/>
            <pc:sldMk cId="2512130995" sldId="540"/>
            <ac:spMk id="17" creationId="{F95EE607-36AE-F90B-3406-6C40F6C10A8C}"/>
          </ac:spMkLst>
        </pc:spChg>
        <pc:spChg chg="mod">
          <ac:chgData name="Luis Carlos Guevara Hernandez" userId="946bcc4c-b146-4724-978c-751fab731e0a" providerId="ADAL" clId="{E8E95438-7D72-4151-95E2-CCAFE31D1FDF}" dt="2026-03-08T14:03:25.045" v="144"/>
          <ac:spMkLst>
            <pc:docMk/>
            <pc:sldMk cId="2512130995" sldId="540"/>
            <ac:spMk id="18" creationId="{1DBB10F6-C1BC-B88F-B243-94C3D2FCCCB5}"/>
          </ac:spMkLst>
        </pc:spChg>
        <pc:spChg chg="mod">
          <ac:chgData name="Luis Carlos Guevara Hernandez" userId="946bcc4c-b146-4724-978c-751fab731e0a" providerId="ADAL" clId="{E8E95438-7D72-4151-95E2-CCAFE31D1FDF}" dt="2026-03-08T16:09:35.332" v="317" actId="1076"/>
          <ac:spMkLst>
            <pc:docMk/>
            <pc:sldMk cId="2512130995" sldId="540"/>
            <ac:spMk id="20" creationId="{04ECDB34-518C-5304-249D-0572D3BD7CD0}"/>
          </ac:spMkLst>
        </pc:spChg>
        <pc:spChg chg="mod">
          <ac:chgData name="Luis Carlos Guevara Hernandez" userId="946bcc4c-b146-4724-978c-751fab731e0a" providerId="ADAL" clId="{E8E95438-7D72-4151-95E2-CCAFE31D1FDF}" dt="2026-03-09T23:41:34.356" v="6358" actId="790"/>
          <ac:spMkLst>
            <pc:docMk/>
            <pc:sldMk cId="2512130995" sldId="540"/>
            <ac:spMk id="21" creationId="{C8248C90-57DE-C9C3-31FF-1AB5931D73FC}"/>
          </ac:spMkLst>
        </pc:spChg>
        <pc:spChg chg="mod">
          <ac:chgData name="Luis Carlos Guevara Hernandez" userId="946bcc4c-b146-4724-978c-751fab731e0a" providerId="ADAL" clId="{E8E95438-7D72-4151-95E2-CCAFE31D1FDF}" dt="2026-03-08T14:03:25.045" v="144"/>
          <ac:spMkLst>
            <pc:docMk/>
            <pc:sldMk cId="2512130995" sldId="540"/>
            <ac:spMk id="22" creationId="{B1B8B3C8-FB0C-C6AA-6F0A-AB472B6B8FAD}"/>
          </ac:spMkLst>
        </pc:spChg>
        <pc:spChg chg="mod">
          <ac:chgData name="Luis Carlos Guevara Hernandez" userId="946bcc4c-b146-4724-978c-751fab731e0a" providerId="ADAL" clId="{E8E95438-7D72-4151-95E2-CCAFE31D1FDF}" dt="2026-03-10T18:14:03.786" v="7554" actId="14100"/>
          <ac:spMkLst>
            <pc:docMk/>
            <pc:sldMk cId="2512130995" sldId="540"/>
            <ac:spMk id="27" creationId="{0DE6F5D9-1D43-DAD3-9102-3CC389E5E82B}"/>
          </ac:spMkLst>
        </pc:spChg>
        <pc:spChg chg="mod">
          <ac:chgData name="Luis Carlos Guevara Hernandez" userId="946bcc4c-b146-4724-978c-751fab731e0a" providerId="ADAL" clId="{E8E95438-7D72-4151-95E2-CCAFE31D1FDF}" dt="2026-03-10T18:14:09.547" v="7560" actId="1036"/>
          <ac:spMkLst>
            <pc:docMk/>
            <pc:sldMk cId="2512130995" sldId="540"/>
            <ac:spMk id="36" creationId="{2695C963-27EB-1CCF-9B9E-EC1FB18B2501}"/>
          </ac:spMkLst>
        </pc:spChg>
        <pc:spChg chg="mod">
          <ac:chgData name="Luis Carlos Guevara Hernandez" userId="946bcc4c-b146-4724-978c-751fab731e0a" providerId="ADAL" clId="{E8E95438-7D72-4151-95E2-CCAFE31D1FDF}" dt="2026-03-10T18:14:09.547" v="7560" actId="1036"/>
          <ac:spMkLst>
            <pc:docMk/>
            <pc:sldMk cId="2512130995" sldId="540"/>
            <ac:spMk id="37" creationId="{9EEB18BD-4156-886C-F21C-F06397B051AD}"/>
          </ac:spMkLst>
        </pc:spChg>
        <pc:spChg chg="mod">
          <ac:chgData name="Luis Carlos Guevara Hernandez" userId="946bcc4c-b146-4724-978c-751fab731e0a" providerId="ADAL" clId="{E8E95438-7D72-4151-95E2-CCAFE31D1FDF}" dt="2026-03-08T14:10:15.912" v="277" actId="120"/>
          <ac:spMkLst>
            <pc:docMk/>
            <pc:sldMk cId="2512130995" sldId="540"/>
            <ac:spMk id="42" creationId="{E5FF1278-1203-0E0B-771C-26C206B3FD2A}"/>
          </ac:spMkLst>
        </pc:spChg>
        <pc:spChg chg="mod">
          <ac:chgData name="Luis Carlos Guevara Hernandez" userId="946bcc4c-b146-4724-978c-751fab731e0a" providerId="ADAL" clId="{E8E95438-7D72-4151-95E2-CCAFE31D1FDF}" dt="2026-03-09T23:41:34.356" v="6358" actId="790"/>
          <ac:spMkLst>
            <pc:docMk/>
            <pc:sldMk cId="2512130995" sldId="540"/>
            <ac:spMk id="43" creationId="{BAC396FE-C13C-B27B-8954-E6FCA4D593BE}"/>
          </ac:spMkLst>
        </pc:spChg>
        <pc:spChg chg="mod">
          <ac:chgData name="Luis Carlos Guevara Hernandez" userId="946bcc4c-b146-4724-978c-751fab731e0a" providerId="ADAL" clId="{E8E95438-7D72-4151-95E2-CCAFE31D1FDF}" dt="2026-03-08T14:11:18.226" v="303" actId="6549"/>
          <ac:spMkLst>
            <pc:docMk/>
            <pc:sldMk cId="2512130995" sldId="540"/>
            <ac:spMk id="45" creationId="{81554A0F-4B6E-0834-AEEF-27CE7BA58314}"/>
          </ac:spMkLst>
        </pc:spChg>
        <pc:spChg chg="mod">
          <ac:chgData name="Luis Carlos Guevara Hernandez" userId="946bcc4c-b146-4724-978c-751fab731e0a" providerId="ADAL" clId="{E8E95438-7D72-4151-95E2-CCAFE31D1FDF}" dt="2026-03-09T23:41:34.356" v="6358" actId="790"/>
          <ac:spMkLst>
            <pc:docMk/>
            <pc:sldMk cId="2512130995" sldId="540"/>
            <ac:spMk id="46" creationId="{46C68B6C-A01F-C79A-D604-17B6A123EA45}"/>
          </ac:spMkLst>
        </pc:spChg>
        <pc:spChg chg="add mod">
          <ac:chgData name="Luis Carlos Guevara Hernandez" userId="946bcc4c-b146-4724-978c-751fab731e0a" providerId="ADAL" clId="{E8E95438-7D72-4151-95E2-CCAFE31D1FDF}" dt="2026-03-10T18:14:09.547" v="7560" actId="1036"/>
          <ac:spMkLst>
            <pc:docMk/>
            <pc:sldMk cId="2512130995" sldId="540"/>
            <ac:spMk id="47" creationId="{F020DD74-2D6B-C481-ACA9-FE2B11D5E8E9}"/>
          </ac:spMkLst>
        </pc:spChg>
        <pc:spChg chg="add mod">
          <ac:chgData name="Luis Carlos Guevara Hernandez" userId="946bcc4c-b146-4724-978c-751fab731e0a" providerId="ADAL" clId="{E8E95438-7D72-4151-95E2-CCAFE31D1FDF}" dt="2026-03-10T18:14:09.547" v="7560" actId="1036"/>
          <ac:spMkLst>
            <pc:docMk/>
            <pc:sldMk cId="2512130995" sldId="540"/>
            <ac:spMk id="49" creationId="{3E2EC2EC-C421-7085-A834-27B6CF741A23}"/>
          </ac:spMkLst>
        </pc:spChg>
        <pc:spChg chg="add mod">
          <ac:chgData name="Luis Carlos Guevara Hernandez" userId="946bcc4c-b146-4724-978c-751fab731e0a" providerId="ADAL" clId="{E8E95438-7D72-4151-95E2-CCAFE31D1FDF}" dt="2026-03-08T16:09:35.332" v="317" actId="1076"/>
          <ac:spMkLst>
            <pc:docMk/>
            <pc:sldMk cId="2512130995" sldId="540"/>
            <ac:spMk id="50" creationId="{7E4205C5-F398-6E42-C440-004645DC5647}"/>
          </ac:spMkLst>
        </pc:spChg>
        <pc:spChg chg="add mod">
          <ac:chgData name="Luis Carlos Guevara Hernandez" userId="946bcc4c-b146-4724-978c-751fab731e0a" providerId="ADAL" clId="{E8E95438-7D72-4151-95E2-CCAFE31D1FDF}" dt="2026-03-08T17:57:19.898" v="1705"/>
          <ac:spMkLst>
            <pc:docMk/>
            <pc:sldMk cId="2512130995" sldId="540"/>
            <ac:spMk id="51" creationId="{D3D130BF-04DC-EBEE-37BE-7D90E01907D6}"/>
          </ac:spMkLst>
        </pc:spChg>
        <pc:spChg chg="add mod">
          <ac:chgData name="Luis Carlos Guevara Hernandez" userId="946bcc4c-b146-4724-978c-751fab731e0a" providerId="ADAL" clId="{E8E95438-7D72-4151-95E2-CCAFE31D1FDF}" dt="2026-03-09T23:41:34.356" v="6358" actId="790"/>
          <ac:spMkLst>
            <pc:docMk/>
            <pc:sldMk cId="2512130995" sldId="540"/>
            <ac:spMk id="52" creationId="{48466949-1A2E-0A84-8227-9A46FF1B4746}"/>
          </ac:spMkLst>
        </pc:spChg>
        <pc:grpChg chg="add mod">
          <ac:chgData name="Luis Carlos Guevara Hernandez" userId="946bcc4c-b146-4724-978c-751fab731e0a" providerId="ADAL" clId="{E8E95438-7D72-4151-95E2-CCAFE31D1FDF}" dt="2026-03-08T14:10:59.925" v="288" actId="1076"/>
          <ac:grpSpMkLst>
            <pc:docMk/>
            <pc:sldMk cId="2512130995" sldId="540"/>
            <ac:grpSpMk id="9" creationId="{F5C44877-04AE-3B52-6FA9-DB07CE94D306}"/>
          </ac:grpSpMkLst>
        </pc:grpChg>
        <pc:grpChg chg="add mod">
          <ac:chgData name="Luis Carlos Guevara Hernandez" userId="946bcc4c-b146-4724-978c-751fab731e0a" providerId="ADAL" clId="{E8E95438-7D72-4151-95E2-CCAFE31D1FDF}" dt="2026-03-08T14:10:59.925" v="288" actId="1076"/>
          <ac:grpSpMkLst>
            <pc:docMk/>
            <pc:sldMk cId="2512130995" sldId="540"/>
            <ac:grpSpMk id="12" creationId="{DA91FAFA-A44C-2F08-462C-124B6665B595}"/>
          </ac:grpSpMkLst>
        </pc:grpChg>
        <pc:grpChg chg="add mod">
          <ac:chgData name="Luis Carlos Guevara Hernandez" userId="946bcc4c-b146-4724-978c-751fab731e0a" providerId="ADAL" clId="{E8E95438-7D72-4151-95E2-CCAFE31D1FDF}" dt="2026-03-08T14:07:48.555" v="218" actId="1076"/>
          <ac:grpSpMkLst>
            <pc:docMk/>
            <pc:sldMk cId="2512130995" sldId="540"/>
            <ac:grpSpMk id="16" creationId="{F4F41EE8-8B58-1EFE-9636-0184829D4116}"/>
          </ac:grpSpMkLst>
        </pc:grpChg>
        <pc:grpChg chg="add mod">
          <ac:chgData name="Luis Carlos Guevara Hernandez" userId="946bcc4c-b146-4724-978c-751fab731e0a" providerId="ADAL" clId="{E8E95438-7D72-4151-95E2-CCAFE31D1FDF}" dt="2026-03-08T14:10:59.925" v="288" actId="1076"/>
          <ac:grpSpMkLst>
            <pc:docMk/>
            <pc:sldMk cId="2512130995" sldId="540"/>
            <ac:grpSpMk id="19" creationId="{BEDF196E-C187-16A2-2F5A-BF1C37A3FDF0}"/>
          </ac:grpSpMkLst>
        </pc:grpChg>
        <pc:grpChg chg="add mod">
          <ac:chgData name="Luis Carlos Guevara Hernandez" userId="946bcc4c-b146-4724-978c-751fab731e0a" providerId="ADAL" clId="{E8E95438-7D72-4151-95E2-CCAFE31D1FDF}" dt="2026-03-10T18:14:09.547" v="7560" actId="1036"/>
          <ac:grpSpMkLst>
            <pc:docMk/>
            <pc:sldMk cId="2512130995" sldId="540"/>
            <ac:grpSpMk id="41" creationId="{80C000E5-1F66-1A98-A571-33415D9DA365}"/>
          </ac:grpSpMkLst>
        </pc:grpChg>
        <pc:grpChg chg="add mod">
          <ac:chgData name="Luis Carlos Guevara Hernandez" userId="946bcc4c-b146-4724-978c-751fab731e0a" providerId="ADAL" clId="{E8E95438-7D72-4151-95E2-CCAFE31D1FDF}" dt="2026-03-10T18:14:09.547" v="7560" actId="1036"/>
          <ac:grpSpMkLst>
            <pc:docMk/>
            <pc:sldMk cId="2512130995" sldId="540"/>
            <ac:grpSpMk id="44" creationId="{2A06D8F6-67D4-D378-0CC8-0B5620D0D0A3}"/>
          </ac:grpSpMkLst>
        </pc:grpChg>
        <pc:picChg chg="mod modCrop">
          <ac:chgData name="Luis Carlos Guevara Hernandez" userId="946bcc4c-b146-4724-978c-751fab731e0a" providerId="ADAL" clId="{E8E95438-7D72-4151-95E2-CCAFE31D1FDF}" dt="2026-03-08T16:11:26.063" v="322" actId="34807"/>
          <ac:picMkLst>
            <pc:docMk/>
            <pc:sldMk cId="2512130995" sldId="540"/>
            <ac:picMk id="30" creationId="{984D4021-AAE8-DA0B-6D76-9BDBC76F2E91}"/>
          </ac:picMkLst>
        </pc:picChg>
        <pc:picChg chg="mod">
          <ac:chgData name="Luis Carlos Guevara Hernandez" userId="946bcc4c-b146-4724-978c-751fab731e0a" providerId="ADAL" clId="{E8E95438-7D72-4151-95E2-CCAFE31D1FDF}" dt="2026-03-10T18:14:09.547" v="7560" actId="1036"/>
          <ac:picMkLst>
            <pc:docMk/>
            <pc:sldMk cId="2512130995" sldId="540"/>
            <ac:picMk id="32" creationId="{DD4DB121-A641-BF79-665E-FDB4A95803C1}"/>
          </ac:picMkLst>
        </pc:picChg>
      </pc:sldChg>
      <pc:sldChg chg="addSp delSp modSp mod delAnim modAnim">
        <pc:chgData name="Luis Carlos Guevara Hernandez" userId="946bcc4c-b146-4724-978c-751fab731e0a" providerId="ADAL" clId="{E8E95438-7D72-4151-95E2-CCAFE31D1FDF}" dt="2026-03-09T23:41:34.356" v="6358" actId="790"/>
        <pc:sldMkLst>
          <pc:docMk/>
          <pc:sldMk cId="3112614967" sldId="541"/>
        </pc:sldMkLst>
        <pc:spChg chg="mod">
          <ac:chgData name="Luis Carlos Guevara Hernandez" userId="946bcc4c-b146-4724-978c-751fab731e0a" providerId="ADAL" clId="{E8E95438-7D72-4151-95E2-CCAFE31D1FDF}" dt="2026-03-09T23:41:34.356" v="6358" actId="790"/>
          <ac:spMkLst>
            <pc:docMk/>
            <pc:sldMk cId="3112614967" sldId="541"/>
            <ac:spMk id="2" creationId="{4EBA4146-52B5-0F02-6E0C-50F8B694C375}"/>
          </ac:spMkLst>
        </pc:spChg>
        <pc:spChg chg="mod">
          <ac:chgData name="Luis Carlos Guevara Hernandez" userId="946bcc4c-b146-4724-978c-751fab731e0a" providerId="ADAL" clId="{E8E95438-7D72-4151-95E2-CCAFE31D1FDF}" dt="2026-03-08T13:58:04.498" v="66"/>
          <ac:spMkLst>
            <pc:docMk/>
            <pc:sldMk cId="3112614967" sldId="541"/>
            <ac:spMk id="4" creationId="{687B57E1-AA01-89D6-08F0-B1097D72027A}"/>
          </ac:spMkLst>
        </pc:spChg>
        <pc:spChg chg="mod">
          <ac:chgData name="Luis Carlos Guevara Hernandez" userId="946bcc4c-b146-4724-978c-751fab731e0a" providerId="ADAL" clId="{E8E95438-7D72-4151-95E2-CCAFE31D1FDF}" dt="2026-03-09T23:41:34.356" v="6358" actId="790"/>
          <ac:spMkLst>
            <pc:docMk/>
            <pc:sldMk cId="3112614967" sldId="541"/>
            <ac:spMk id="7" creationId="{53C99B11-91CC-8B09-66A7-56E569F6DDBC}"/>
          </ac:spMkLst>
        </pc:spChg>
        <pc:spChg chg="mod">
          <ac:chgData name="Luis Carlos Guevara Hernandez" userId="946bcc4c-b146-4724-978c-751fab731e0a" providerId="ADAL" clId="{E8E95438-7D72-4151-95E2-CCAFE31D1FDF}" dt="2026-03-08T16:19:46.938" v="390"/>
          <ac:spMkLst>
            <pc:docMk/>
            <pc:sldMk cId="3112614967" sldId="541"/>
            <ac:spMk id="14" creationId="{0F7AFDDA-91A9-4CB6-5A95-CDD047396DB8}"/>
          </ac:spMkLst>
        </pc:spChg>
        <pc:spChg chg="mod">
          <ac:chgData name="Luis Carlos Guevara Hernandez" userId="946bcc4c-b146-4724-978c-751fab731e0a" providerId="ADAL" clId="{E8E95438-7D72-4151-95E2-CCAFE31D1FDF}" dt="2026-03-09T23:41:34.356" v="6358" actId="790"/>
          <ac:spMkLst>
            <pc:docMk/>
            <pc:sldMk cId="3112614967" sldId="541"/>
            <ac:spMk id="15" creationId="{CBFBF7AF-6D7C-8FC7-88FC-335CCFEB7E6A}"/>
          </ac:spMkLst>
        </pc:spChg>
        <pc:spChg chg="mod">
          <ac:chgData name="Luis Carlos Guevara Hernandez" userId="946bcc4c-b146-4724-978c-751fab731e0a" providerId="ADAL" clId="{E8E95438-7D72-4151-95E2-CCAFE31D1FDF}" dt="2026-03-09T23:41:34.356" v="6358" actId="790"/>
          <ac:spMkLst>
            <pc:docMk/>
            <pc:sldMk cId="3112614967" sldId="541"/>
            <ac:spMk id="16" creationId="{E2843378-4980-8EE3-1F8A-92B2AFCA7D9F}"/>
          </ac:spMkLst>
        </pc:spChg>
        <pc:spChg chg="mod">
          <ac:chgData name="Luis Carlos Guevara Hernandez" userId="946bcc4c-b146-4724-978c-751fab731e0a" providerId="ADAL" clId="{E8E95438-7D72-4151-95E2-CCAFE31D1FDF}" dt="2026-03-09T23:41:34.356" v="6358" actId="790"/>
          <ac:spMkLst>
            <pc:docMk/>
            <pc:sldMk cId="3112614967" sldId="541"/>
            <ac:spMk id="17" creationId="{294F3FC2-2E2B-70A9-DE9E-AF21FA271278}"/>
          </ac:spMkLst>
        </pc:spChg>
        <pc:spChg chg="mod">
          <ac:chgData name="Luis Carlos Guevara Hernandez" userId="946bcc4c-b146-4724-978c-751fab731e0a" providerId="ADAL" clId="{E8E95438-7D72-4151-95E2-CCAFE31D1FDF}" dt="2026-03-08T16:20:00.331" v="394"/>
          <ac:spMkLst>
            <pc:docMk/>
            <pc:sldMk cId="3112614967" sldId="541"/>
            <ac:spMk id="19" creationId="{4C5284E4-19CF-05C6-9992-309D78973CC5}"/>
          </ac:spMkLst>
        </pc:spChg>
        <pc:spChg chg="mod">
          <ac:chgData name="Luis Carlos Guevara Hernandez" userId="946bcc4c-b146-4724-978c-751fab731e0a" providerId="ADAL" clId="{E8E95438-7D72-4151-95E2-CCAFE31D1FDF}" dt="2026-03-08T16:19:50.591" v="391"/>
          <ac:spMkLst>
            <pc:docMk/>
            <pc:sldMk cId="3112614967" sldId="541"/>
            <ac:spMk id="20" creationId="{896E70B9-9D8D-3048-CF0E-E806D820FC72}"/>
          </ac:spMkLst>
        </pc:spChg>
        <pc:spChg chg="mod">
          <ac:chgData name="Luis Carlos Guevara Hernandez" userId="946bcc4c-b146-4724-978c-751fab731e0a" providerId="ADAL" clId="{E8E95438-7D72-4151-95E2-CCAFE31D1FDF}" dt="2026-03-08T16:20:12.225" v="398"/>
          <ac:spMkLst>
            <pc:docMk/>
            <pc:sldMk cId="3112614967" sldId="541"/>
            <ac:spMk id="22" creationId="{A52C5DF1-B676-1DA7-26E8-8FF9886BB91B}"/>
          </ac:spMkLst>
        </pc:spChg>
        <pc:spChg chg="mod">
          <ac:chgData name="Luis Carlos Guevara Hernandez" userId="946bcc4c-b146-4724-978c-751fab731e0a" providerId="ADAL" clId="{E8E95438-7D72-4151-95E2-CCAFE31D1FDF}" dt="2026-03-09T23:41:34.356" v="6358" actId="790"/>
          <ac:spMkLst>
            <pc:docMk/>
            <pc:sldMk cId="3112614967" sldId="541"/>
            <ac:spMk id="23" creationId="{DFD6AA91-F3A3-449B-47CF-4855E9EF71F2}"/>
          </ac:spMkLst>
        </pc:spChg>
        <pc:spChg chg="add mod">
          <ac:chgData name="Luis Carlos Guevara Hernandez" userId="946bcc4c-b146-4724-978c-751fab731e0a" providerId="ADAL" clId="{E8E95438-7D72-4151-95E2-CCAFE31D1FDF}" dt="2026-03-09T23:41:34.356" v="6358" actId="790"/>
          <ac:spMkLst>
            <pc:docMk/>
            <pc:sldMk cId="3112614967" sldId="541"/>
            <ac:spMk id="27" creationId="{CE7143C4-7E2B-A07E-D47A-1870F3309DE4}"/>
          </ac:spMkLst>
        </pc:spChg>
        <pc:spChg chg="add mod">
          <ac:chgData name="Luis Carlos Guevara Hernandez" userId="946bcc4c-b146-4724-978c-751fab731e0a" providerId="ADAL" clId="{E8E95438-7D72-4151-95E2-CCAFE31D1FDF}" dt="2026-03-09T23:41:34.356" v="6358" actId="790"/>
          <ac:spMkLst>
            <pc:docMk/>
            <pc:sldMk cId="3112614967" sldId="541"/>
            <ac:spMk id="28" creationId="{C737DD10-EA1E-DF42-DE33-C8A80B0DFBC9}"/>
          </ac:spMkLst>
        </pc:spChg>
        <pc:spChg chg="add mod">
          <ac:chgData name="Luis Carlos Guevara Hernandez" userId="946bcc4c-b146-4724-978c-751fab731e0a" providerId="ADAL" clId="{E8E95438-7D72-4151-95E2-CCAFE31D1FDF}" dt="2026-03-09T23:41:34.356" v="6358" actId="790"/>
          <ac:spMkLst>
            <pc:docMk/>
            <pc:sldMk cId="3112614967" sldId="541"/>
            <ac:spMk id="29" creationId="{E8A3EA0F-5579-770D-B08E-9E7A00D6A9B0}"/>
          </ac:spMkLst>
        </pc:spChg>
        <pc:spChg chg="mod">
          <ac:chgData name="Luis Carlos Guevara Hernandez" userId="946bcc4c-b146-4724-978c-751fab731e0a" providerId="ADAL" clId="{E8E95438-7D72-4151-95E2-CCAFE31D1FDF}" dt="2026-03-09T23:41:34.356" v="6358" actId="790"/>
          <ac:spMkLst>
            <pc:docMk/>
            <pc:sldMk cId="3112614967" sldId="541"/>
            <ac:spMk id="36" creationId="{83C1EF5C-F53D-9543-5CFD-0CF3988593C1}"/>
          </ac:spMkLst>
        </pc:spChg>
        <pc:grpChg chg="add mod">
          <ac:chgData name="Luis Carlos Guevara Hernandez" userId="946bcc4c-b146-4724-978c-751fab731e0a" providerId="ADAL" clId="{E8E95438-7D72-4151-95E2-CCAFE31D1FDF}" dt="2026-03-08T16:22:10.024" v="416" actId="1076"/>
          <ac:grpSpMkLst>
            <pc:docMk/>
            <pc:sldMk cId="3112614967" sldId="541"/>
            <ac:grpSpMk id="13" creationId="{F61D59DE-5D42-15E8-FFB4-837D6D624531}"/>
          </ac:grpSpMkLst>
        </pc:grpChg>
        <pc:grpChg chg="add mod">
          <ac:chgData name="Luis Carlos Guevara Hernandez" userId="946bcc4c-b146-4724-978c-751fab731e0a" providerId="ADAL" clId="{E8E95438-7D72-4151-95E2-CCAFE31D1FDF}" dt="2026-03-08T16:22:10.024" v="416" actId="1076"/>
          <ac:grpSpMkLst>
            <pc:docMk/>
            <pc:sldMk cId="3112614967" sldId="541"/>
            <ac:grpSpMk id="18" creationId="{FF4A12C1-6111-FA44-D1E9-2F915EDCB63D}"/>
          </ac:grpSpMkLst>
        </pc:grpChg>
        <pc:grpChg chg="add mod">
          <ac:chgData name="Luis Carlos Guevara Hernandez" userId="946bcc4c-b146-4724-978c-751fab731e0a" providerId="ADAL" clId="{E8E95438-7D72-4151-95E2-CCAFE31D1FDF}" dt="2026-03-08T16:22:10.024" v="416" actId="1076"/>
          <ac:grpSpMkLst>
            <pc:docMk/>
            <pc:sldMk cId="3112614967" sldId="541"/>
            <ac:grpSpMk id="21" creationId="{2BA0001B-7255-A6FC-16B5-51B031C6F450}"/>
          </ac:grpSpMkLst>
        </pc:grpChg>
        <pc:cxnChg chg="mod">
          <ac:chgData name="Luis Carlos Guevara Hernandez" userId="946bcc4c-b146-4724-978c-751fab731e0a" providerId="ADAL" clId="{E8E95438-7D72-4151-95E2-CCAFE31D1FDF}" dt="2026-03-08T17:51:40.331" v="1646" actId="1076"/>
          <ac:cxnSpMkLst>
            <pc:docMk/>
            <pc:sldMk cId="3112614967" sldId="541"/>
            <ac:cxnSpMk id="12" creationId="{2B904BFE-4C2F-29BF-F5B0-7DB3DB5F32E1}"/>
          </ac:cxnSpMkLst>
        </pc:cxnChg>
      </pc:sldChg>
      <pc:sldChg chg="addSp delSp modSp mod modAnim">
        <pc:chgData name="Luis Carlos Guevara Hernandez" userId="946bcc4c-b146-4724-978c-751fab731e0a" providerId="ADAL" clId="{E8E95438-7D72-4151-95E2-CCAFE31D1FDF}" dt="2026-03-09T23:41:34.356" v="6358" actId="790"/>
        <pc:sldMkLst>
          <pc:docMk/>
          <pc:sldMk cId="3984689253" sldId="542"/>
        </pc:sldMkLst>
        <pc:spChg chg="mod">
          <ac:chgData name="Luis Carlos Guevara Hernandez" userId="946bcc4c-b146-4724-978c-751fab731e0a" providerId="ADAL" clId="{E8E95438-7D72-4151-95E2-CCAFE31D1FDF}" dt="2026-03-08T13:58:04.498" v="66"/>
          <ac:spMkLst>
            <pc:docMk/>
            <pc:sldMk cId="3984689253" sldId="542"/>
            <ac:spMk id="4" creationId="{8B3EF994-BAF1-A341-691A-EA06024BA0B2}"/>
          </ac:spMkLst>
        </pc:spChg>
        <pc:spChg chg="mod topLvl">
          <ac:chgData name="Luis Carlos Guevara Hernandez" userId="946bcc4c-b146-4724-978c-751fab731e0a" providerId="ADAL" clId="{E8E95438-7D72-4151-95E2-CCAFE31D1FDF}" dt="2026-03-09T23:41:34.356" v="6358" actId="790"/>
          <ac:spMkLst>
            <pc:docMk/>
            <pc:sldMk cId="3984689253" sldId="542"/>
            <ac:spMk id="8" creationId="{F046CC90-AE4D-0011-8126-605DEE4AE992}"/>
          </ac:spMkLst>
        </pc:spChg>
        <pc:spChg chg="mod topLvl">
          <ac:chgData name="Luis Carlos Guevara Hernandez" userId="946bcc4c-b146-4724-978c-751fab731e0a" providerId="ADAL" clId="{E8E95438-7D72-4151-95E2-CCAFE31D1FDF}" dt="2026-03-08T17:05:08.676" v="1245" actId="1076"/>
          <ac:spMkLst>
            <pc:docMk/>
            <pc:sldMk cId="3984689253" sldId="542"/>
            <ac:spMk id="14" creationId="{76644064-1C1C-B62D-4853-E1F5C25882F8}"/>
          </ac:spMkLst>
        </pc:spChg>
        <pc:spChg chg="mod topLvl">
          <ac:chgData name="Luis Carlos Guevara Hernandez" userId="946bcc4c-b146-4724-978c-751fab731e0a" providerId="ADAL" clId="{E8E95438-7D72-4151-95E2-CCAFE31D1FDF}" dt="2026-03-08T16:52:40.468" v="1187" actId="20577"/>
          <ac:spMkLst>
            <pc:docMk/>
            <pc:sldMk cId="3984689253" sldId="542"/>
            <ac:spMk id="19" creationId="{863E9EEE-B491-7DD4-4C95-40230DD3BD90}"/>
          </ac:spMkLst>
        </pc:spChg>
        <pc:spChg chg="mod topLvl">
          <ac:chgData name="Luis Carlos Guevara Hernandez" userId="946bcc4c-b146-4724-978c-751fab731e0a" providerId="ADAL" clId="{E8E95438-7D72-4151-95E2-CCAFE31D1FDF}" dt="2026-03-09T23:41:34.356" v="6358" actId="790"/>
          <ac:spMkLst>
            <pc:docMk/>
            <pc:sldMk cId="3984689253" sldId="542"/>
            <ac:spMk id="26" creationId="{6C1F22EE-9314-C062-FA8E-D859430CA699}"/>
          </ac:spMkLst>
        </pc:spChg>
        <pc:spChg chg="mod">
          <ac:chgData name="Luis Carlos Guevara Hernandez" userId="946bcc4c-b146-4724-978c-751fab731e0a" providerId="ADAL" clId="{E8E95438-7D72-4151-95E2-CCAFE31D1FDF}" dt="2026-03-08T17:05:13.512" v="1246" actId="1076"/>
          <ac:spMkLst>
            <pc:docMk/>
            <pc:sldMk cId="3984689253" sldId="542"/>
            <ac:spMk id="31" creationId="{C1431F5A-9104-0180-545F-C8519FA6E529}"/>
          </ac:spMkLst>
        </pc:spChg>
        <pc:spChg chg="mod">
          <ac:chgData name="Luis Carlos Guevara Hernandez" userId="946bcc4c-b146-4724-978c-751fab731e0a" providerId="ADAL" clId="{E8E95438-7D72-4151-95E2-CCAFE31D1FDF}" dt="2026-03-09T23:41:34.356" v="6358" actId="790"/>
          <ac:spMkLst>
            <pc:docMk/>
            <pc:sldMk cId="3984689253" sldId="542"/>
            <ac:spMk id="36" creationId="{3C7B7E8E-6F3A-C5D9-1C2E-4CD6B28DB7A6}"/>
          </ac:spMkLst>
        </pc:spChg>
        <pc:spChg chg="mod topLvl">
          <ac:chgData name="Luis Carlos Guevara Hernandez" userId="946bcc4c-b146-4724-978c-751fab731e0a" providerId="ADAL" clId="{E8E95438-7D72-4151-95E2-CCAFE31D1FDF}" dt="2026-03-09T23:41:34.356" v="6358" actId="790"/>
          <ac:spMkLst>
            <pc:docMk/>
            <pc:sldMk cId="3984689253" sldId="542"/>
            <ac:spMk id="41" creationId="{AE285B4E-6DE1-39F5-3445-8E8EA3D77A3B}"/>
          </ac:spMkLst>
        </pc:spChg>
        <pc:spChg chg="add mod">
          <ac:chgData name="Luis Carlos Guevara Hernandez" userId="946bcc4c-b146-4724-978c-751fab731e0a" providerId="ADAL" clId="{E8E95438-7D72-4151-95E2-CCAFE31D1FDF}" dt="2026-03-08T17:05:08.676" v="1245" actId="1076"/>
          <ac:spMkLst>
            <pc:docMk/>
            <pc:sldMk cId="3984689253" sldId="542"/>
            <ac:spMk id="61" creationId="{660BDA5A-A609-E6CC-AC6B-2F568CBDFF2D}"/>
          </ac:spMkLst>
        </pc:spChg>
        <pc:spChg chg="mod topLvl">
          <ac:chgData name="Luis Carlos Guevara Hernandez" userId="946bcc4c-b146-4724-978c-751fab731e0a" providerId="ADAL" clId="{E8E95438-7D72-4151-95E2-CCAFE31D1FDF}" dt="2026-03-09T23:41:34.356" v="6358" actId="790"/>
          <ac:spMkLst>
            <pc:docMk/>
            <pc:sldMk cId="3984689253" sldId="542"/>
            <ac:spMk id="68" creationId="{077716F0-FB96-7D1B-1F11-38365558E839}"/>
          </ac:spMkLst>
        </pc:spChg>
        <pc:spChg chg="mod topLvl">
          <ac:chgData name="Luis Carlos Guevara Hernandez" userId="946bcc4c-b146-4724-978c-751fab731e0a" providerId="ADAL" clId="{E8E95438-7D72-4151-95E2-CCAFE31D1FDF}" dt="2026-03-09T23:41:34.356" v="6358" actId="790"/>
          <ac:spMkLst>
            <pc:docMk/>
            <pc:sldMk cId="3984689253" sldId="542"/>
            <ac:spMk id="69" creationId="{FB5BB6C4-6B20-08B1-D173-EF69754A6A57}"/>
          </ac:spMkLst>
        </pc:spChg>
        <pc:spChg chg="mod topLvl">
          <ac:chgData name="Luis Carlos Guevara Hernandez" userId="946bcc4c-b146-4724-978c-751fab731e0a" providerId="ADAL" clId="{E8E95438-7D72-4151-95E2-CCAFE31D1FDF}" dt="2026-03-08T17:05:08.676" v="1245" actId="1076"/>
          <ac:spMkLst>
            <pc:docMk/>
            <pc:sldMk cId="3984689253" sldId="542"/>
            <ac:spMk id="70" creationId="{2C3D258C-3B60-0D65-C501-833ABE841DBA}"/>
          </ac:spMkLst>
        </pc:spChg>
        <pc:spChg chg="mod topLvl">
          <ac:chgData name="Luis Carlos Guevara Hernandez" userId="946bcc4c-b146-4724-978c-751fab731e0a" providerId="ADAL" clId="{E8E95438-7D72-4151-95E2-CCAFE31D1FDF}" dt="2026-03-09T23:41:34.356" v="6358" actId="790"/>
          <ac:spMkLst>
            <pc:docMk/>
            <pc:sldMk cId="3984689253" sldId="542"/>
            <ac:spMk id="71" creationId="{2487648D-E61B-8396-48CB-47BCAA901F06}"/>
          </ac:spMkLst>
        </pc:spChg>
        <pc:spChg chg="add mod">
          <ac:chgData name="Luis Carlos Guevara Hernandez" userId="946bcc4c-b146-4724-978c-751fab731e0a" providerId="ADAL" clId="{E8E95438-7D72-4151-95E2-CCAFE31D1FDF}" dt="2026-03-08T17:05:08.676" v="1245" actId="1076"/>
          <ac:spMkLst>
            <pc:docMk/>
            <pc:sldMk cId="3984689253" sldId="542"/>
            <ac:spMk id="75" creationId="{BE336643-6C3C-DED4-37C2-A3ED93EC1632}"/>
          </ac:spMkLst>
        </pc:spChg>
        <pc:spChg chg="mod">
          <ac:chgData name="Luis Carlos Guevara Hernandez" userId="946bcc4c-b146-4724-978c-751fab731e0a" providerId="ADAL" clId="{E8E95438-7D72-4151-95E2-CCAFE31D1FDF}" dt="2026-03-09T23:41:34.356" v="6358" actId="790"/>
          <ac:spMkLst>
            <pc:docMk/>
            <pc:sldMk cId="3984689253" sldId="542"/>
            <ac:spMk id="91" creationId="{2A16B325-50E8-D8DF-F749-D6640DD96DC6}"/>
          </ac:spMkLst>
        </pc:spChg>
        <pc:spChg chg="mod topLvl">
          <ac:chgData name="Luis Carlos Guevara Hernandez" userId="946bcc4c-b146-4724-978c-751fab731e0a" providerId="ADAL" clId="{E8E95438-7D72-4151-95E2-CCAFE31D1FDF}" dt="2026-03-08T16:47:30.951" v="1106" actId="1037"/>
          <ac:spMkLst>
            <pc:docMk/>
            <pc:sldMk cId="3984689253" sldId="542"/>
            <ac:spMk id="92" creationId="{7D4DC5F0-1FB7-4313-47C2-3B4348091A51}"/>
          </ac:spMkLst>
        </pc:spChg>
        <pc:spChg chg="mod">
          <ac:chgData name="Luis Carlos Guevara Hernandez" userId="946bcc4c-b146-4724-978c-751fab731e0a" providerId="ADAL" clId="{E8E95438-7D72-4151-95E2-CCAFE31D1FDF}" dt="2026-03-09T23:41:34.356" v="6358" actId="790"/>
          <ac:spMkLst>
            <pc:docMk/>
            <pc:sldMk cId="3984689253" sldId="542"/>
            <ac:spMk id="93" creationId="{1184F116-6ECA-3566-37A1-92BA1A91FBF8}"/>
          </ac:spMkLst>
        </pc:spChg>
        <pc:spChg chg="add mod">
          <ac:chgData name="Luis Carlos Guevara Hernandez" userId="946bcc4c-b146-4724-978c-751fab731e0a" providerId="ADAL" clId="{E8E95438-7D72-4151-95E2-CCAFE31D1FDF}" dt="2026-03-08T17:05:08.676" v="1245" actId="1076"/>
          <ac:spMkLst>
            <pc:docMk/>
            <pc:sldMk cId="3984689253" sldId="542"/>
            <ac:spMk id="98" creationId="{65D4CE34-0BA4-5FF8-FE11-79A2F8C6846E}"/>
          </ac:spMkLst>
        </pc:spChg>
        <pc:spChg chg="add mod">
          <ac:chgData name="Luis Carlos Guevara Hernandez" userId="946bcc4c-b146-4724-978c-751fab731e0a" providerId="ADAL" clId="{E8E95438-7D72-4151-95E2-CCAFE31D1FDF}" dt="2026-03-09T23:41:34.356" v="6358" actId="790"/>
          <ac:spMkLst>
            <pc:docMk/>
            <pc:sldMk cId="3984689253" sldId="542"/>
            <ac:spMk id="108" creationId="{1F0577C5-0740-F6A7-649F-896739E3E123}"/>
          </ac:spMkLst>
        </pc:spChg>
        <pc:spChg chg="add mod">
          <ac:chgData name="Luis Carlos Guevara Hernandez" userId="946bcc4c-b146-4724-978c-751fab731e0a" providerId="ADAL" clId="{E8E95438-7D72-4151-95E2-CCAFE31D1FDF}" dt="2026-03-08T17:57:29.746" v="1709"/>
          <ac:spMkLst>
            <pc:docMk/>
            <pc:sldMk cId="3984689253" sldId="542"/>
            <ac:spMk id="113" creationId="{2BE623F7-C2C2-8D96-C710-20710C138C84}"/>
          </ac:spMkLst>
        </pc:spChg>
        <pc:spChg chg="add mod">
          <ac:chgData name="Luis Carlos Guevara Hernandez" userId="946bcc4c-b146-4724-978c-751fab731e0a" providerId="ADAL" clId="{E8E95438-7D72-4151-95E2-CCAFE31D1FDF}" dt="2026-03-08T17:57:29.746" v="1709"/>
          <ac:spMkLst>
            <pc:docMk/>
            <pc:sldMk cId="3984689253" sldId="542"/>
            <ac:spMk id="114" creationId="{145D27C9-2EF5-8354-CA3E-051BFE80A3CE}"/>
          </ac:spMkLst>
        </pc:spChg>
        <pc:cxnChg chg="mod">
          <ac:chgData name="Luis Carlos Guevara Hernandez" userId="946bcc4c-b146-4724-978c-751fab731e0a" providerId="ADAL" clId="{E8E95438-7D72-4151-95E2-CCAFE31D1FDF}" dt="2026-03-08T16:44:33.938" v="922" actId="1038"/>
          <ac:cxnSpMkLst>
            <pc:docMk/>
            <pc:sldMk cId="3984689253" sldId="542"/>
            <ac:cxnSpMk id="3" creationId="{269843C2-B2AF-DF48-A26E-EB12F3BFF96E}"/>
          </ac:cxnSpMkLst>
        </pc:cxnChg>
        <pc:cxnChg chg="mod">
          <ac:chgData name="Luis Carlos Guevara Hernandez" userId="946bcc4c-b146-4724-978c-751fab731e0a" providerId="ADAL" clId="{E8E95438-7D72-4151-95E2-CCAFE31D1FDF}" dt="2026-03-08T16:47:21.284" v="1080" actId="1037"/>
          <ac:cxnSpMkLst>
            <pc:docMk/>
            <pc:sldMk cId="3984689253" sldId="542"/>
            <ac:cxnSpMk id="9" creationId="{DC8E4B1E-2CCA-909D-8D0E-8398AAE3B25E}"/>
          </ac:cxnSpMkLst>
        </pc:cxnChg>
        <pc:cxnChg chg="mod">
          <ac:chgData name="Luis Carlos Guevara Hernandez" userId="946bcc4c-b146-4724-978c-751fab731e0a" providerId="ADAL" clId="{E8E95438-7D72-4151-95E2-CCAFE31D1FDF}" dt="2026-03-08T16:52:40.468" v="1187" actId="20577"/>
          <ac:cxnSpMkLst>
            <pc:docMk/>
            <pc:sldMk cId="3984689253" sldId="542"/>
            <ac:cxnSpMk id="15" creationId="{7ABD6085-0CCC-A449-0DFB-39EF8BE25FE3}"/>
          </ac:cxnSpMkLst>
        </pc:cxnChg>
        <pc:cxnChg chg="mod">
          <ac:chgData name="Luis Carlos Guevara Hernandez" userId="946bcc4c-b146-4724-978c-751fab731e0a" providerId="ADAL" clId="{E8E95438-7D72-4151-95E2-CCAFE31D1FDF}" dt="2026-03-08T16:52:43.241" v="1188" actId="20577"/>
          <ac:cxnSpMkLst>
            <pc:docMk/>
            <pc:sldMk cId="3984689253" sldId="542"/>
            <ac:cxnSpMk id="21" creationId="{7DFC8D8E-592C-2102-4C8D-59C502425224}"/>
          </ac:cxnSpMkLst>
        </pc:cxnChg>
        <pc:cxnChg chg="mod">
          <ac:chgData name="Luis Carlos Guevara Hernandez" userId="946bcc4c-b146-4724-978c-751fab731e0a" providerId="ADAL" clId="{E8E95438-7D72-4151-95E2-CCAFE31D1FDF}" dt="2026-03-08T16:48:05.583" v="1132" actId="14100"/>
          <ac:cxnSpMkLst>
            <pc:docMk/>
            <pc:sldMk cId="3984689253" sldId="542"/>
            <ac:cxnSpMk id="39" creationId="{D1553548-A3AA-63C0-4302-4224FAE7E6E7}"/>
          </ac:cxnSpMkLst>
        </pc:cxnChg>
        <pc:cxnChg chg="add mod">
          <ac:chgData name="Luis Carlos Guevara Hernandez" userId="946bcc4c-b146-4724-978c-751fab731e0a" providerId="ADAL" clId="{E8E95438-7D72-4151-95E2-CCAFE31D1FDF}" dt="2026-03-08T16:51:39.120" v="1152" actId="1076"/>
          <ac:cxnSpMkLst>
            <pc:docMk/>
            <pc:sldMk cId="3984689253" sldId="542"/>
            <ac:cxnSpMk id="62" creationId="{668EDC68-7C63-31B5-7E1B-1F71C229711A}"/>
          </ac:cxnSpMkLst>
        </pc:cxnChg>
        <pc:cxnChg chg="add mod">
          <ac:chgData name="Luis Carlos Guevara Hernandez" userId="946bcc4c-b146-4724-978c-751fab731e0a" providerId="ADAL" clId="{E8E95438-7D72-4151-95E2-CCAFE31D1FDF}" dt="2026-03-08T16:51:51.792" v="1155" actId="1076"/>
          <ac:cxnSpMkLst>
            <pc:docMk/>
            <pc:sldMk cId="3984689253" sldId="542"/>
            <ac:cxnSpMk id="73" creationId="{CC7B21CD-5D02-E1FE-DB65-CEE17C9DBE17}"/>
          </ac:cxnSpMkLst>
        </pc:cxnChg>
        <pc:cxnChg chg="mod">
          <ac:chgData name="Luis Carlos Guevara Hernandez" userId="946bcc4c-b146-4724-978c-751fab731e0a" providerId="ADAL" clId="{E8E95438-7D72-4151-95E2-CCAFE31D1FDF}" dt="2026-03-08T16:47:21.284" v="1080" actId="1037"/>
          <ac:cxnSpMkLst>
            <pc:docMk/>
            <pc:sldMk cId="3984689253" sldId="542"/>
            <ac:cxnSpMk id="82" creationId="{68333050-7516-D0B6-39F4-D830F63E98C0}"/>
          </ac:cxnSpMkLst>
        </pc:cxnChg>
        <pc:cxnChg chg="mod">
          <ac:chgData name="Luis Carlos Guevara Hernandez" userId="946bcc4c-b146-4724-978c-751fab731e0a" providerId="ADAL" clId="{E8E95438-7D72-4151-95E2-CCAFE31D1FDF}" dt="2026-03-08T16:47:41.309" v="1125" actId="1037"/>
          <ac:cxnSpMkLst>
            <pc:docMk/>
            <pc:sldMk cId="3984689253" sldId="542"/>
            <ac:cxnSpMk id="84" creationId="{CE946B2D-DD33-EC48-81E7-F2A4F5B30555}"/>
          </ac:cxnSpMkLst>
        </pc:cxnChg>
        <pc:cxnChg chg="mod">
          <ac:chgData name="Luis Carlos Guevara Hernandez" userId="946bcc4c-b146-4724-978c-751fab731e0a" providerId="ADAL" clId="{E8E95438-7D72-4151-95E2-CCAFE31D1FDF}" dt="2026-03-08T16:47:41.309" v="1125" actId="1037"/>
          <ac:cxnSpMkLst>
            <pc:docMk/>
            <pc:sldMk cId="3984689253" sldId="542"/>
            <ac:cxnSpMk id="85" creationId="{6ADB2C12-3A64-5A29-555C-4510EBF7EEA9}"/>
          </ac:cxnSpMkLst>
        </pc:cxnChg>
        <pc:cxnChg chg="mod">
          <ac:chgData name="Luis Carlos Guevara Hernandez" userId="946bcc4c-b146-4724-978c-751fab731e0a" providerId="ADAL" clId="{E8E95438-7D72-4151-95E2-CCAFE31D1FDF}" dt="2026-03-08T16:45:41.181" v="1042" actId="1038"/>
          <ac:cxnSpMkLst>
            <pc:docMk/>
            <pc:sldMk cId="3984689253" sldId="542"/>
            <ac:cxnSpMk id="86" creationId="{7C739E44-4940-4466-1700-7A87DAFCB0E6}"/>
          </ac:cxnSpMkLst>
        </pc:cxnChg>
        <pc:cxnChg chg="mod">
          <ac:chgData name="Luis Carlos Guevara Hernandez" userId="946bcc4c-b146-4724-978c-751fab731e0a" providerId="ADAL" clId="{E8E95438-7D72-4151-95E2-CCAFE31D1FDF}" dt="2026-03-08T16:47:30.951" v="1106" actId="1037"/>
          <ac:cxnSpMkLst>
            <pc:docMk/>
            <pc:sldMk cId="3984689253" sldId="542"/>
            <ac:cxnSpMk id="89" creationId="{11C0357C-1C1E-0A57-A17A-854706639054}"/>
          </ac:cxnSpMkLst>
        </pc:cxnChg>
        <pc:cxnChg chg="mod">
          <ac:chgData name="Luis Carlos Guevara Hernandez" userId="946bcc4c-b146-4724-978c-751fab731e0a" providerId="ADAL" clId="{E8E95438-7D72-4151-95E2-CCAFE31D1FDF}" dt="2026-03-08T16:54:18.658" v="1204" actId="14100"/>
          <ac:cxnSpMkLst>
            <pc:docMk/>
            <pc:sldMk cId="3984689253" sldId="542"/>
            <ac:cxnSpMk id="90" creationId="{85A5CCCD-E6C4-12C5-00C0-C5500AA18538}"/>
          </ac:cxnSpMkLst>
        </pc:cxnChg>
        <pc:cxnChg chg="add mod">
          <ac:chgData name="Luis Carlos Guevara Hernandez" userId="946bcc4c-b146-4724-978c-751fab731e0a" providerId="ADAL" clId="{E8E95438-7D72-4151-95E2-CCAFE31D1FDF}" dt="2026-03-08T16:54:35.569" v="1209" actId="1037"/>
          <ac:cxnSpMkLst>
            <pc:docMk/>
            <pc:sldMk cId="3984689253" sldId="542"/>
            <ac:cxnSpMk id="99" creationId="{064C747C-0AD4-1D82-60B2-102E18C432ED}"/>
          </ac:cxnSpMkLst>
        </pc:cxnChg>
        <pc:cxnChg chg="add mod">
          <ac:chgData name="Luis Carlos Guevara Hernandez" userId="946bcc4c-b146-4724-978c-751fab731e0a" providerId="ADAL" clId="{E8E95438-7D72-4151-95E2-CCAFE31D1FDF}" dt="2026-03-08T17:04:25.492" v="1239" actId="1076"/>
          <ac:cxnSpMkLst>
            <pc:docMk/>
            <pc:sldMk cId="3984689253" sldId="542"/>
            <ac:cxnSpMk id="109" creationId="{BF3D1039-B060-7246-4EDA-BF5F388A39F5}"/>
          </ac:cxnSpMkLst>
        </pc:cxnChg>
      </pc:sldChg>
      <pc:sldChg chg="addSp delSp modSp mod modAnim">
        <pc:chgData name="Luis Carlos Guevara Hernandez" userId="946bcc4c-b146-4724-978c-751fab731e0a" providerId="ADAL" clId="{E8E95438-7D72-4151-95E2-CCAFE31D1FDF}" dt="2026-03-09T23:41:34.356" v="6358" actId="790"/>
        <pc:sldMkLst>
          <pc:docMk/>
          <pc:sldMk cId="2650521708" sldId="543"/>
        </pc:sldMkLst>
        <pc:spChg chg="mod">
          <ac:chgData name="Luis Carlos Guevara Hernandez" userId="946bcc4c-b146-4724-978c-751fab731e0a" providerId="ADAL" clId="{E8E95438-7D72-4151-95E2-CCAFE31D1FDF}" dt="2026-03-08T16:25:20.717" v="460"/>
          <ac:spMkLst>
            <pc:docMk/>
            <pc:sldMk cId="2650521708" sldId="543"/>
            <ac:spMk id="3" creationId="{A63283AF-CA42-6DE2-8EDB-3B7208A5DA6D}"/>
          </ac:spMkLst>
        </pc:spChg>
        <pc:spChg chg="mod">
          <ac:chgData name="Luis Carlos Guevara Hernandez" userId="946bcc4c-b146-4724-978c-751fab731e0a" providerId="ADAL" clId="{E8E95438-7D72-4151-95E2-CCAFE31D1FDF}" dt="2026-03-08T13:58:04.498" v="66"/>
          <ac:spMkLst>
            <pc:docMk/>
            <pc:sldMk cId="2650521708" sldId="543"/>
            <ac:spMk id="4" creationId="{1EC1F068-9783-E959-EDE4-5AECCAEFEA13}"/>
          </ac:spMkLst>
        </pc:spChg>
        <pc:spChg chg="mod">
          <ac:chgData name="Luis Carlos Guevara Hernandez" userId="946bcc4c-b146-4724-978c-751fab731e0a" providerId="ADAL" clId="{E8E95438-7D72-4151-95E2-CCAFE31D1FDF}" dt="2026-03-08T16:23:42.548" v="451" actId="20577"/>
          <ac:spMkLst>
            <pc:docMk/>
            <pc:sldMk cId="2650521708" sldId="543"/>
            <ac:spMk id="7" creationId="{4927C138-0D64-54AF-A78C-74C006F14010}"/>
          </ac:spMkLst>
        </pc:spChg>
        <pc:spChg chg="mod">
          <ac:chgData name="Luis Carlos Guevara Hernandez" userId="946bcc4c-b146-4724-978c-751fab731e0a" providerId="ADAL" clId="{E8E95438-7D72-4151-95E2-CCAFE31D1FDF}" dt="2026-03-08T16:30:56.079" v="561" actId="14100"/>
          <ac:spMkLst>
            <pc:docMk/>
            <pc:sldMk cId="2650521708" sldId="543"/>
            <ac:spMk id="8" creationId="{438A2489-CCBF-1736-6E5E-C7065B6C1139}"/>
          </ac:spMkLst>
        </pc:spChg>
        <pc:spChg chg="add mod">
          <ac:chgData name="Luis Carlos Guevara Hernandez" userId="946bcc4c-b146-4724-978c-751fab731e0a" providerId="ADAL" clId="{E8E95438-7D72-4151-95E2-CCAFE31D1FDF}" dt="2026-03-08T16:32:30.023" v="583" actId="1076"/>
          <ac:spMkLst>
            <pc:docMk/>
            <pc:sldMk cId="2650521708" sldId="543"/>
            <ac:spMk id="9" creationId="{104C29A2-18F6-C7EA-35F6-05582A84A0B0}"/>
          </ac:spMkLst>
        </pc:spChg>
        <pc:spChg chg="add mod">
          <ac:chgData name="Luis Carlos Guevara Hernandez" userId="946bcc4c-b146-4724-978c-751fab731e0a" providerId="ADAL" clId="{E8E95438-7D72-4151-95E2-CCAFE31D1FDF}" dt="2026-03-08T17:57:25.613" v="1707"/>
          <ac:spMkLst>
            <pc:docMk/>
            <pc:sldMk cId="2650521708" sldId="543"/>
            <ac:spMk id="13" creationId="{0412A5F1-AA5B-31E8-C7A8-D511A3FB126C}"/>
          </ac:spMkLst>
        </pc:spChg>
        <pc:spChg chg="mod">
          <ac:chgData name="Luis Carlos Guevara Hernandez" userId="946bcc4c-b146-4724-978c-751fab731e0a" providerId="ADAL" clId="{E8E95438-7D72-4151-95E2-CCAFE31D1FDF}" dt="2026-03-08T16:30:53.097" v="560" actId="14100"/>
          <ac:spMkLst>
            <pc:docMk/>
            <pc:sldMk cId="2650521708" sldId="543"/>
            <ac:spMk id="14" creationId="{66B887C0-C418-BE5D-2A74-6270A864358F}"/>
          </ac:spMkLst>
        </pc:spChg>
        <pc:spChg chg="add mod">
          <ac:chgData name="Luis Carlos Guevara Hernandez" userId="946bcc4c-b146-4724-978c-751fab731e0a" providerId="ADAL" clId="{E8E95438-7D72-4151-95E2-CCAFE31D1FDF}" dt="2026-03-09T23:41:34.356" v="6358" actId="790"/>
          <ac:spMkLst>
            <pc:docMk/>
            <pc:sldMk cId="2650521708" sldId="543"/>
            <ac:spMk id="15" creationId="{D28A886B-67CA-E24A-277D-165FF10B6444}"/>
          </ac:spMkLst>
        </pc:spChg>
        <pc:spChg chg="mod">
          <ac:chgData name="Luis Carlos Guevara Hernandez" userId="946bcc4c-b146-4724-978c-751fab731e0a" providerId="ADAL" clId="{E8E95438-7D72-4151-95E2-CCAFE31D1FDF}" dt="2026-03-08T16:25:37.958" v="465" actId="1076"/>
          <ac:spMkLst>
            <pc:docMk/>
            <pc:sldMk cId="2650521708" sldId="543"/>
            <ac:spMk id="16" creationId="{108CA509-1ACE-6EC4-CF06-120BE1CE9DF4}"/>
          </ac:spMkLst>
        </pc:spChg>
        <pc:spChg chg="mod">
          <ac:chgData name="Luis Carlos Guevara Hernandez" userId="946bcc4c-b146-4724-978c-751fab731e0a" providerId="ADAL" clId="{E8E95438-7D72-4151-95E2-CCAFE31D1FDF}" dt="2026-03-08T16:23:34.936" v="437"/>
          <ac:spMkLst>
            <pc:docMk/>
            <pc:sldMk cId="2650521708" sldId="543"/>
            <ac:spMk id="17" creationId="{9D8DADB5-BC67-3491-DB26-CADBB200F946}"/>
          </ac:spMkLst>
        </pc:spChg>
        <pc:spChg chg="mod">
          <ac:chgData name="Luis Carlos Guevara Hernandez" userId="946bcc4c-b146-4724-978c-751fab731e0a" providerId="ADAL" clId="{E8E95438-7D72-4151-95E2-CCAFE31D1FDF}" dt="2026-03-08T16:31:03.894" v="562" actId="1076"/>
          <ac:spMkLst>
            <pc:docMk/>
            <pc:sldMk cId="2650521708" sldId="543"/>
            <ac:spMk id="22" creationId="{C9E1108C-1A1E-0993-8BA3-7D16F0612033}"/>
          </ac:spMkLst>
        </pc:spChg>
        <pc:spChg chg="mod">
          <ac:chgData name="Luis Carlos Guevara Hernandez" userId="946bcc4c-b146-4724-978c-751fab731e0a" providerId="ADAL" clId="{E8E95438-7D72-4151-95E2-CCAFE31D1FDF}" dt="2026-03-08T16:30:16.536" v="550" actId="207"/>
          <ac:spMkLst>
            <pc:docMk/>
            <pc:sldMk cId="2650521708" sldId="543"/>
            <ac:spMk id="23" creationId="{3088FBC7-C02E-3D1A-4086-A0DBAF0710D1}"/>
          </ac:spMkLst>
        </pc:spChg>
        <pc:spChg chg="mod">
          <ac:chgData name="Luis Carlos Guevara Hernandez" userId="946bcc4c-b146-4724-978c-751fab731e0a" providerId="ADAL" clId="{E8E95438-7D72-4151-95E2-CCAFE31D1FDF}" dt="2026-03-09T23:41:34.356" v="6358" actId="790"/>
          <ac:spMkLst>
            <pc:docMk/>
            <pc:sldMk cId="2650521708" sldId="543"/>
            <ac:spMk id="24" creationId="{750FA522-0BA4-7484-1439-41338D572392}"/>
          </ac:spMkLst>
        </pc:spChg>
        <pc:spChg chg="mod">
          <ac:chgData name="Luis Carlos Guevara Hernandez" userId="946bcc4c-b146-4724-978c-751fab731e0a" providerId="ADAL" clId="{E8E95438-7D72-4151-95E2-CCAFE31D1FDF}" dt="2026-03-09T23:41:34.356" v="6358" actId="790"/>
          <ac:spMkLst>
            <pc:docMk/>
            <pc:sldMk cId="2650521708" sldId="543"/>
            <ac:spMk id="25" creationId="{A5A4DDD4-6970-E3CE-86E4-E87CDBB1F853}"/>
          </ac:spMkLst>
        </pc:spChg>
        <pc:spChg chg="mod">
          <ac:chgData name="Luis Carlos Guevara Hernandez" userId="946bcc4c-b146-4724-978c-751fab731e0a" providerId="ADAL" clId="{E8E95438-7D72-4151-95E2-CCAFE31D1FDF}" dt="2026-03-08T16:31:29.934" v="573" actId="14100"/>
          <ac:spMkLst>
            <pc:docMk/>
            <pc:sldMk cId="2650521708" sldId="543"/>
            <ac:spMk id="27" creationId="{F2D7A512-BBB3-EC08-9EE6-B627F58B972C}"/>
          </ac:spMkLst>
        </pc:spChg>
        <pc:spChg chg="mod">
          <ac:chgData name="Luis Carlos Guevara Hernandez" userId="946bcc4c-b146-4724-978c-751fab731e0a" providerId="ADAL" clId="{E8E95438-7D72-4151-95E2-CCAFE31D1FDF}" dt="2026-03-08T16:32:33.034" v="584" actId="14100"/>
          <ac:spMkLst>
            <pc:docMk/>
            <pc:sldMk cId="2650521708" sldId="543"/>
            <ac:spMk id="29" creationId="{0F099CF1-3F8A-8508-E586-55446CCD4054}"/>
          </ac:spMkLst>
        </pc:spChg>
        <pc:spChg chg="mod">
          <ac:chgData name="Luis Carlos Guevara Hernandez" userId="946bcc4c-b146-4724-978c-751fab731e0a" providerId="ADAL" clId="{E8E95438-7D72-4151-95E2-CCAFE31D1FDF}" dt="2026-03-08T16:31:03.894" v="562" actId="1076"/>
          <ac:spMkLst>
            <pc:docMk/>
            <pc:sldMk cId="2650521708" sldId="543"/>
            <ac:spMk id="30" creationId="{1B326FD3-DA3C-027E-EAF3-3817410FDC3B}"/>
          </ac:spMkLst>
        </pc:spChg>
        <pc:spChg chg="mod">
          <ac:chgData name="Luis Carlos Guevara Hernandez" userId="946bcc4c-b146-4724-978c-751fab731e0a" providerId="ADAL" clId="{E8E95438-7D72-4151-95E2-CCAFE31D1FDF}" dt="2026-03-09T23:41:34.356" v="6358" actId="790"/>
          <ac:spMkLst>
            <pc:docMk/>
            <pc:sldMk cId="2650521708" sldId="543"/>
            <ac:spMk id="32" creationId="{6FCFB532-5005-7818-E3C2-A0CC66EFFD0E}"/>
          </ac:spMkLst>
        </pc:spChg>
        <pc:spChg chg="mod">
          <ac:chgData name="Luis Carlos Guevara Hernandez" userId="946bcc4c-b146-4724-978c-751fab731e0a" providerId="ADAL" clId="{E8E95438-7D72-4151-95E2-CCAFE31D1FDF}" dt="2026-03-08T16:31:03.894" v="562" actId="1076"/>
          <ac:spMkLst>
            <pc:docMk/>
            <pc:sldMk cId="2650521708" sldId="543"/>
            <ac:spMk id="33" creationId="{34D55580-A0EF-DA18-9FF9-C664D2CB5CBF}"/>
          </ac:spMkLst>
        </pc:spChg>
        <pc:spChg chg="mod">
          <ac:chgData name="Luis Carlos Guevara Hernandez" userId="946bcc4c-b146-4724-978c-751fab731e0a" providerId="ADAL" clId="{E8E95438-7D72-4151-95E2-CCAFE31D1FDF}" dt="2026-03-09T23:41:34.356" v="6358" actId="790"/>
          <ac:spMkLst>
            <pc:docMk/>
            <pc:sldMk cId="2650521708" sldId="543"/>
            <ac:spMk id="34" creationId="{AA44D5E0-3555-A31E-5690-ECBAFC1E2F63}"/>
          </ac:spMkLst>
        </pc:spChg>
        <pc:spChg chg="mod">
          <ac:chgData name="Luis Carlos Guevara Hernandez" userId="946bcc4c-b146-4724-978c-751fab731e0a" providerId="ADAL" clId="{E8E95438-7D72-4151-95E2-CCAFE31D1FDF}" dt="2026-03-08T16:26:44.565" v="481" actId="207"/>
          <ac:spMkLst>
            <pc:docMk/>
            <pc:sldMk cId="2650521708" sldId="543"/>
            <ac:spMk id="35" creationId="{6E72AD32-8579-DE01-F989-A4CB44613FE2}"/>
          </ac:spMkLst>
        </pc:spChg>
        <pc:spChg chg="mod">
          <ac:chgData name="Luis Carlos Guevara Hernandez" userId="946bcc4c-b146-4724-978c-751fab731e0a" providerId="ADAL" clId="{E8E95438-7D72-4151-95E2-CCAFE31D1FDF}" dt="2026-03-08T16:23:26.509" v="436"/>
          <ac:spMkLst>
            <pc:docMk/>
            <pc:sldMk cId="2650521708" sldId="543"/>
            <ac:spMk id="36" creationId="{6C1080E2-7800-74F0-773A-B53FC7ACE11E}"/>
          </ac:spMkLst>
        </pc:spChg>
        <pc:spChg chg="mod">
          <ac:chgData name="Luis Carlos Guevara Hernandez" userId="946bcc4c-b146-4724-978c-751fab731e0a" providerId="ADAL" clId="{E8E95438-7D72-4151-95E2-CCAFE31D1FDF}" dt="2026-03-08T16:29:38.937" v="539" actId="404"/>
          <ac:spMkLst>
            <pc:docMk/>
            <pc:sldMk cId="2650521708" sldId="543"/>
            <ac:spMk id="38" creationId="{C85793B3-65EA-BF34-EF94-1DCF1A51A43A}"/>
          </ac:spMkLst>
        </pc:spChg>
        <pc:spChg chg="mod">
          <ac:chgData name="Luis Carlos Guevara Hernandez" userId="946bcc4c-b146-4724-978c-751fab731e0a" providerId="ADAL" clId="{E8E95438-7D72-4151-95E2-CCAFE31D1FDF}" dt="2026-03-08T16:32:49.678" v="590" actId="14100"/>
          <ac:spMkLst>
            <pc:docMk/>
            <pc:sldMk cId="2650521708" sldId="543"/>
            <ac:spMk id="40" creationId="{112C3D6C-0F1F-A267-4B9C-74AA336D3E1B}"/>
          </ac:spMkLst>
        </pc:spChg>
        <pc:spChg chg="mod">
          <ac:chgData name="Luis Carlos Guevara Hernandez" userId="946bcc4c-b146-4724-978c-751fab731e0a" providerId="ADAL" clId="{E8E95438-7D72-4151-95E2-CCAFE31D1FDF}" dt="2026-03-09T23:41:34.356" v="6358" actId="790"/>
          <ac:spMkLst>
            <pc:docMk/>
            <pc:sldMk cId="2650521708" sldId="543"/>
            <ac:spMk id="42" creationId="{4157AFC4-24F2-156B-E7FB-268E5B9BDC13}"/>
          </ac:spMkLst>
        </pc:spChg>
        <pc:spChg chg="mod">
          <ac:chgData name="Luis Carlos Guevara Hernandez" userId="946bcc4c-b146-4724-978c-751fab731e0a" providerId="ADAL" clId="{E8E95438-7D72-4151-95E2-CCAFE31D1FDF}" dt="2026-03-08T16:31:03.894" v="562" actId="1076"/>
          <ac:spMkLst>
            <pc:docMk/>
            <pc:sldMk cId="2650521708" sldId="543"/>
            <ac:spMk id="56" creationId="{6CEC8ED8-656D-6013-DB31-5F91482CBCA4}"/>
          </ac:spMkLst>
        </pc:spChg>
        <pc:spChg chg="mod">
          <ac:chgData name="Luis Carlos Guevara Hernandez" userId="946bcc4c-b146-4724-978c-751fab731e0a" providerId="ADAL" clId="{E8E95438-7D72-4151-95E2-CCAFE31D1FDF}" dt="2026-03-09T23:41:34.356" v="6358" actId="790"/>
          <ac:spMkLst>
            <pc:docMk/>
            <pc:sldMk cId="2650521708" sldId="543"/>
            <ac:spMk id="57" creationId="{D1FC29D4-2378-DD6D-CC3B-AA27FB0CA2A4}"/>
          </ac:spMkLst>
        </pc:spChg>
        <pc:spChg chg="mod">
          <ac:chgData name="Luis Carlos Guevara Hernandez" userId="946bcc4c-b146-4724-978c-751fab731e0a" providerId="ADAL" clId="{E8E95438-7D72-4151-95E2-CCAFE31D1FDF}" dt="2026-03-08T16:30:35.576" v="557" actId="1076"/>
          <ac:spMkLst>
            <pc:docMk/>
            <pc:sldMk cId="2650521708" sldId="543"/>
            <ac:spMk id="58" creationId="{C207A751-65CE-08CF-805F-E26AA1D4496F}"/>
          </ac:spMkLst>
        </pc:spChg>
        <pc:spChg chg="mod">
          <ac:chgData name="Luis Carlos Guevara Hernandez" userId="946bcc4c-b146-4724-978c-751fab731e0a" providerId="ADAL" clId="{E8E95438-7D72-4151-95E2-CCAFE31D1FDF}" dt="2026-03-08T16:27:31.023" v="492" actId="207"/>
          <ac:spMkLst>
            <pc:docMk/>
            <pc:sldMk cId="2650521708" sldId="543"/>
            <ac:spMk id="59" creationId="{F611F808-6118-AE3A-6B5F-580F3D4ADECB}"/>
          </ac:spMkLst>
        </pc:spChg>
        <pc:spChg chg="mod">
          <ac:chgData name="Luis Carlos Guevara Hernandez" userId="946bcc4c-b146-4724-978c-751fab731e0a" providerId="ADAL" clId="{E8E95438-7D72-4151-95E2-CCAFE31D1FDF}" dt="2026-03-09T23:41:34.356" v="6358" actId="790"/>
          <ac:spMkLst>
            <pc:docMk/>
            <pc:sldMk cId="2650521708" sldId="543"/>
            <ac:spMk id="60" creationId="{F24DE6D6-F176-51E5-81A4-A0933262BFF1}"/>
          </ac:spMkLst>
        </pc:spChg>
        <pc:spChg chg="mod">
          <ac:chgData name="Luis Carlos Guevara Hernandez" userId="946bcc4c-b146-4724-978c-751fab731e0a" providerId="ADAL" clId="{E8E95438-7D72-4151-95E2-CCAFE31D1FDF}" dt="2026-03-09T23:41:34.356" v="6358" actId="790"/>
          <ac:spMkLst>
            <pc:docMk/>
            <pc:sldMk cId="2650521708" sldId="543"/>
            <ac:spMk id="61" creationId="{AD451195-8866-13F5-FC2A-243F031EF6B4}"/>
          </ac:spMkLst>
        </pc:spChg>
        <pc:spChg chg="mod">
          <ac:chgData name="Luis Carlos Guevara Hernandez" userId="946bcc4c-b146-4724-978c-751fab731e0a" providerId="ADAL" clId="{E8E95438-7D72-4151-95E2-CCAFE31D1FDF}" dt="2026-03-09T23:41:34.356" v="6358" actId="790"/>
          <ac:spMkLst>
            <pc:docMk/>
            <pc:sldMk cId="2650521708" sldId="543"/>
            <ac:spMk id="62" creationId="{45E7E308-02EE-5086-CF8D-939E5BE89DEB}"/>
          </ac:spMkLst>
        </pc:spChg>
        <pc:spChg chg="mod">
          <ac:chgData name="Luis Carlos Guevara Hernandez" userId="946bcc4c-b146-4724-978c-751fab731e0a" providerId="ADAL" clId="{E8E95438-7D72-4151-95E2-CCAFE31D1FDF}" dt="2026-03-08T16:31:03.894" v="562" actId="1076"/>
          <ac:spMkLst>
            <pc:docMk/>
            <pc:sldMk cId="2650521708" sldId="543"/>
            <ac:spMk id="63" creationId="{233566E5-BAF9-58EF-3C13-231236D5C513}"/>
          </ac:spMkLst>
        </pc:spChg>
        <pc:grpChg chg="mod">
          <ac:chgData name="Luis Carlos Guevara Hernandez" userId="946bcc4c-b146-4724-978c-751fab731e0a" providerId="ADAL" clId="{E8E95438-7D72-4151-95E2-CCAFE31D1FDF}" dt="2026-03-08T16:25:20.717" v="460"/>
          <ac:grpSpMkLst>
            <pc:docMk/>
            <pc:sldMk cId="2650521708" sldId="543"/>
            <ac:grpSpMk id="6" creationId="{8EF0FFBB-1818-EACE-9DEB-33118BD75CE0}"/>
          </ac:grpSpMkLst>
        </pc:grpChg>
      </pc:sldChg>
      <pc:sldChg chg="addSp delSp modSp mod ord modAnim">
        <pc:chgData name="Luis Carlos Guevara Hernandez" userId="946bcc4c-b146-4724-978c-751fab731e0a" providerId="ADAL" clId="{E8E95438-7D72-4151-95E2-CCAFE31D1FDF}" dt="2026-03-09T23:41:34.356" v="6358" actId="790"/>
        <pc:sldMkLst>
          <pc:docMk/>
          <pc:sldMk cId="894420135" sldId="544"/>
        </pc:sldMkLst>
        <pc:spChg chg="add mod">
          <ac:chgData name="Luis Carlos Guevara Hernandez" userId="946bcc4c-b146-4724-978c-751fab731e0a" providerId="ADAL" clId="{E8E95438-7D72-4151-95E2-CCAFE31D1FDF}" dt="2026-03-09T23:41:34.356" v="6358" actId="790"/>
          <ac:spMkLst>
            <pc:docMk/>
            <pc:sldMk cId="894420135" sldId="544"/>
            <ac:spMk id="3" creationId="{A59563AB-CDC6-F4FB-DE21-2F48FA010574}"/>
          </ac:spMkLst>
        </pc:spChg>
        <pc:spChg chg="mod">
          <ac:chgData name="Luis Carlos Guevara Hernandez" userId="946bcc4c-b146-4724-978c-751fab731e0a" providerId="ADAL" clId="{E8E95438-7D72-4151-95E2-CCAFE31D1FDF}" dt="2026-03-09T23:41:34.356" v="6358" actId="790"/>
          <ac:spMkLst>
            <pc:docMk/>
            <pc:sldMk cId="894420135" sldId="544"/>
            <ac:spMk id="4" creationId="{BBC98B20-2CEC-AFE2-7616-B08292775666}"/>
          </ac:spMkLst>
        </pc:spChg>
        <pc:spChg chg="mod">
          <ac:chgData name="Luis Carlos Guevara Hernandez" userId="946bcc4c-b146-4724-978c-751fab731e0a" providerId="ADAL" clId="{E8E95438-7D72-4151-95E2-CCAFE31D1FDF}" dt="2026-03-09T23:41:34.356" v="6358" actId="790"/>
          <ac:spMkLst>
            <pc:docMk/>
            <pc:sldMk cId="894420135" sldId="544"/>
            <ac:spMk id="6" creationId="{DD936C84-1D3F-EFDA-B36C-2DACB3FE7FE6}"/>
          </ac:spMkLst>
        </pc:spChg>
        <pc:spChg chg="mod">
          <ac:chgData name="Luis Carlos Guevara Hernandez" userId="946bcc4c-b146-4724-978c-751fab731e0a" providerId="ADAL" clId="{E8E95438-7D72-4151-95E2-CCAFE31D1FDF}" dt="2026-03-08T17:11:43.878" v="1327" actId="1076"/>
          <ac:spMkLst>
            <pc:docMk/>
            <pc:sldMk cId="894420135" sldId="544"/>
            <ac:spMk id="7" creationId="{30FD5208-21B8-377B-118E-E1355B221036}"/>
          </ac:spMkLst>
        </pc:spChg>
        <pc:spChg chg="mod">
          <ac:chgData name="Luis Carlos Guevara Hernandez" userId="946bcc4c-b146-4724-978c-751fab731e0a" providerId="ADAL" clId="{E8E95438-7D72-4151-95E2-CCAFE31D1FDF}" dt="2026-03-09T23:41:34.356" v="6358" actId="790"/>
          <ac:spMkLst>
            <pc:docMk/>
            <pc:sldMk cId="894420135" sldId="544"/>
            <ac:spMk id="9" creationId="{EA0BB4D0-A218-8F4C-57E9-A593A43EED84}"/>
          </ac:spMkLst>
        </pc:spChg>
        <pc:spChg chg="mod">
          <ac:chgData name="Luis Carlos Guevara Hernandez" userId="946bcc4c-b146-4724-978c-751fab731e0a" providerId="ADAL" clId="{E8E95438-7D72-4151-95E2-CCAFE31D1FDF}" dt="2026-03-08T17:11:47.631" v="1328" actId="1076"/>
          <ac:spMkLst>
            <pc:docMk/>
            <pc:sldMk cId="894420135" sldId="544"/>
            <ac:spMk id="14" creationId="{A8C2EE32-752C-E775-29C0-85C5703B03F6}"/>
          </ac:spMkLst>
        </pc:spChg>
        <pc:spChg chg="add mod">
          <ac:chgData name="Luis Carlos Guevara Hernandez" userId="946bcc4c-b146-4724-978c-751fab731e0a" providerId="ADAL" clId="{E8E95438-7D72-4151-95E2-CCAFE31D1FDF}" dt="2026-03-08T17:11:29.282" v="1322" actId="1076"/>
          <ac:spMkLst>
            <pc:docMk/>
            <pc:sldMk cId="894420135" sldId="544"/>
            <ac:spMk id="15" creationId="{1F1FA3B3-152C-BA4F-0FE3-C2BF2C7131EB}"/>
          </ac:spMkLst>
        </pc:spChg>
        <pc:spChg chg="mod">
          <ac:chgData name="Luis Carlos Guevara Hernandez" userId="946bcc4c-b146-4724-978c-751fab731e0a" providerId="ADAL" clId="{E8E95438-7D72-4151-95E2-CCAFE31D1FDF}" dt="2026-03-08T17:06:42.381" v="1249"/>
          <ac:spMkLst>
            <pc:docMk/>
            <pc:sldMk cId="894420135" sldId="544"/>
            <ac:spMk id="17" creationId="{2A12290C-FB91-3F63-CCCD-3DC53D5F8B1A}"/>
          </ac:spMkLst>
        </pc:spChg>
        <pc:spChg chg="add mod">
          <ac:chgData name="Luis Carlos Guevara Hernandez" userId="946bcc4c-b146-4724-978c-751fab731e0a" providerId="ADAL" clId="{E8E95438-7D72-4151-95E2-CCAFE31D1FDF}" dt="2026-03-09T23:41:34.356" v="6358" actId="790"/>
          <ac:spMkLst>
            <pc:docMk/>
            <pc:sldMk cId="894420135" sldId="544"/>
            <ac:spMk id="18" creationId="{88602077-2DEA-2A84-CDF6-5A7229461502}"/>
          </ac:spMkLst>
        </pc:spChg>
        <pc:spChg chg="add mod">
          <ac:chgData name="Luis Carlos Guevara Hernandez" userId="946bcc4c-b146-4724-978c-751fab731e0a" providerId="ADAL" clId="{E8E95438-7D72-4151-95E2-CCAFE31D1FDF}" dt="2026-03-09T23:41:34.356" v="6358" actId="790"/>
          <ac:spMkLst>
            <pc:docMk/>
            <pc:sldMk cId="894420135" sldId="544"/>
            <ac:spMk id="19" creationId="{D124934E-8B2F-63CD-F215-B33B0B0AC5E7}"/>
          </ac:spMkLst>
        </pc:spChg>
        <pc:spChg chg="mod">
          <ac:chgData name="Luis Carlos Guevara Hernandez" userId="946bcc4c-b146-4724-978c-751fab731e0a" providerId="ADAL" clId="{E8E95438-7D72-4151-95E2-CCAFE31D1FDF}" dt="2026-03-09T23:41:34.356" v="6358" actId="790"/>
          <ac:spMkLst>
            <pc:docMk/>
            <pc:sldMk cId="894420135" sldId="544"/>
            <ac:spMk id="20" creationId="{3AE4440C-8AF1-D4C4-2569-FAE1762A69C7}"/>
          </ac:spMkLst>
        </pc:spChg>
        <pc:spChg chg="add mod">
          <ac:chgData name="Luis Carlos Guevara Hernandez" userId="946bcc4c-b146-4724-978c-751fab731e0a" providerId="ADAL" clId="{E8E95438-7D72-4151-95E2-CCAFE31D1FDF}" dt="2026-03-08T17:11:29.282" v="1322" actId="1076"/>
          <ac:spMkLst>
            <pc:docMk/>
            <pc:sldMk cId="894420135" sldId="544"/>
            <ac:spMk id="21" creationId="{BF11094E-6105-9617-BDB2-94448C706B41}"/>
          </ac:spMkLst>
        </pc:spChg>
        <pc:spChg chg="add mod">
          <ac:chgData name="Luis Carlos Guevara Hernandez" userId="946bcc4c-b146-4724-978c-751fab731e0a" providerId="ADAL" clId="{E8E95438-7D72-4151-95E2-CCAFE31D1FDF}" dt="2026-03-09T23:41:34.356" v="6358" actId="790"/>
          <ac:spMkLst>
            <pc:docMk/>
            <pc:sldMk cId="894420135" sldId="544"/>
            <ac:spMk id="24" creationId="{69DFA04C-EC76-2FBB-E8F3-08053FDBD8EB}"/>
          </ac:spMkLst>
        </pc:spChg>
        <pc:spChg chg="add mod">
          <ac:chgData name="Luis Carlos Guevara Hernandez" userId="946bcc4c-b146-4724-978c-751fab731e0a" providerId="ADAL" clId="{E8E95438-7D72-4151-95E2-CCAFE31D1FDF}" dt="2026-03-09T23:41:34.356" v="6358" actId="790"/>
          <ac:spMkLst>
            <pc:docMk/>
            <pc:sldMk cId="894420135" sldId="544"/>
            <ac:spMk id="26" creationId="{3E2AFA02-F0CC-7D34-1DAC-972A7E1076DC}"/>
          </ac:spMkLst>
        </pc:spChg>
        <pc:spChg chg="add mod">
          <ac:chgData name="Luis Carlos Guevara Hernandez" userId="946bcc4c-b146-4724-978c-751fab731e0a" providerId="ADAL" clId="{E8E95438-7D72-4151-95E2-CCAFE31D1FDF}" dt="2026-03-08T17:57:41.206" v="1711"/>
          <ac:spMkLst>
            <pc:docMk/>
            <pc:sldMk cId="894420135" sldId="544"/>
            <ac:spMk id="27" creationId="{C74EA2B1-76D6-1252-BE0F-0A1A6DB48D5A}"/>
          </ac:spMkLst>
        </pc:spChg>
        <pc:spChg chg="mod">
          <ac:chgData name="Luis Carlos Guevara Hernandez" userId="946bcc4c-b146-4724-978c-751fab731e0a" providerId="ADAL" clId="{E8E95438-7D72-4151-95E2-CCAFE31D1FDF}" dt="2026-03-09T23:41:34.356" v="6358" actId="790"/>
          <ac:spMkLst>
            <pc:docMk/>
            <pc:sldMk cId="894420135" sldId="544"/>
            <ac:spMk id="36" creationId="{3E2DB09F-1AE8-AAC8-2711-E5439FB220A4}"/>
          </ac:spMkLst>
        </pc:spChg>
        <pc:spChg chg="mod">
          <ac:chgData name="Luis Carlos Guevara Hernandez" userId="946bcc4c-b146-4724-978c-751fab731e0a" providerId="ADAL" clId="{E8E95438-7D72-4151-95E2-CCAFE31D1FDF}" dt="2026-03-08T17:11:31.444" v="1323" actId="14100"/>
          <ac:spMkLst>
            <pc:docMk/>
            <pc:sldMk cId="894420135" sldId="544"/>
            <ac:spMk id="43" creationId="{9965C002-24B3-7291-BDD7-D086267BCFAA}"/>
          </ac:spMkLst>
        </pc:spChg>
        <pc:spChg chg="mod">
          <ac:chgData name="Luis Carlos Guevara Hernandez" userId="946bcc4c-b146-4724-978c-751fab731e0a" providerId="ADAL" clId="{E8E95438-7D72-4151-95E2-CCAFE31D1FDF}" dt="2026-03-08T17:07:29.509" v="1261" actId="1076"/>
          <ac:spMkLst>
            <pc:docMk/>
            <pc:sldMk cId="894420135" sldId="544"/>
            <ac:spMk id="46" creationId="{1E8F474C-4008-8D2B-283B-F1B68652FD7B}"/>
          </ac:spMkLst>
        </pc:spChg>
        <pc:grpChg chg="mod">
          <ac:chgData name="Luis Carlos Guevara Hernandez" userId="946bcc4c-b146-4724-978c-751fab731e0a" providerId="ADAL" clId="{E8E95438-7D72-4151-95E2-CCAFE31D1FDF}" dt="2026-03-08T17:11:29.282" v="1322" actId="1076"/>
          <ac:grpSpMkLst>
            <pc:docMk/>
            <pc:sldMk cId="894420135" sldId="544"/>
            <ac:grpSpMk id="2" creationId="{4009E50C-8517-BB44-CDBE-9824FDFE049A}"/>
          </ac:grpSpMkLst>
        </pc:grpChg>
        <pc:grpChg chg="add mod">
          <ac:chgData name="Luis Carlos Guevara Hernandez" userId="946bcc4c-b146-4724-978c-751fab731e0a" providerId="ADAL" clId="{E8E95438-7D72-4151-95E2-CCAFE31D1FDF}" dt="2026-03-08T17:11:29.282" v="1322" actId="1076"/>
          <ac:grpSpMkLst>
            <pc:docMk/>
            <pc:sldMk cId="894420135" sldId="544"/>
            <ac:grpSpMk id="8" creationId="{83CAB5C0-5DE1-15D2-6D60-CFE76C6B8811}"/>
          </ac:grpSpMkLst>
        </pc:grpChg>
      </pc:sldChg>
      <pc:sldChg chg="addSp delSp modSp mod ord modAnim">
        <pc:chgData name="Luis Carlos Guevara Hernandez" userId="946bcc4c-b146-4724-978c-751fab731e0a" providerId="ADAL" clId="{E8E95438-7D72-4151-95E2-CCAFE31D1FDF}" dt="2026-03-09T23:41:34.356" v="6358" actId="790"/>
        <pc:sldMkLst>
          <pc:docMk/>
          <pc:sldMk cId="2953498908" sldId="545"/>
        </pc:sldMkLst>
        <pc:spChg chg="mod">
          <ac:chgData name="Luis Carlos Guevara Hernandez" userId="946bcc4c-b146-4724-978c-751fab731e0a" providerId="ADAL" clId="{E8E95438-7D72-4151-95E2-CCAFE31D1FDF}" dt="2026-03-09T23:41:34.356" v="6358" actId="790"/>
          <ac:spMkLst>
            <pc:docMk/>
            <pc:sldMk cId="2953498908" sldId="545"/>
            <ac:spMk id="4" creationId="{6EBC33C0-0DCA-BDDC-675E-69A08A614F55}"/>
          </ac:spMkLst>
        </pc:spChg>
        <pc:spChg chg="mod">
          <ac:chgData name="Luis Carlos Guevara Hernandez" userId="946bcc4c-b146-4724-978c-751fab731e0a" providerId="ADAL" clId="{E8E95438-7D72-4151-95E2-CCAFE31D1FDF}" dt="2026-03-08T17:26:13.446" v="1386" actId="14100"/>
          <ac:spMkLst>
            <pc:docMk/>
            <pc:sldMk cId="2953498908" sldId="545"/>
            <ac:spMk id="8" creationId="{5D0854A6-7E32-5DDC-D906-DDAD7BBC4690}"/>
          </ac:spMkLst>
        </pc:spChg>
        <pc:spChg chg="mod">
          <ac:chgData name="Luis Carlos Guevara Hernandez" userId="946bcc4c-b146-4724-978c-751fab731e0a" providerId="ADAL" clId="{E8E95438-7D72-4151-95E2-CCAFE31D1FDF}" dt="2026-03-08T17:23:59.569" v="1343"/>
          <ac:spMkLst>
            <pc:docMk/>
            <pc:sldMk cId="2953498908" sldId="545"/>
            <ac:spMk id="9" creationId="{A9CF3B3C-D162-9804-33B9-A1EA8CACBA36}"/>
          </ac:spMkLst>
        </pc:spChg>
        <pc:spChg chg="mod">
          <ac:chgData name="Luis Carlos Guevara Hernandez" userId="946bcc4c-b146-4724-978c-751fab731e0a" providerId="ADAL" clId="{E8E95438-7D72-4151-95E2-CCAFE31D1FDF}" dt="2026-03-08T17:24:12.560" v="1349" actId="113"/>
          <ac:spMkLst>
            <pc:docMk/>
            <pc:sldMk cId="2953498908" sldId="545"/>
            <ac:spMk id="13" creationId="{4C00F782-7CD1-814E-ADD1-B7724D5129D1}"/>
          </ac:spMkLst>
        </pc:spChg>
        <pc:spChg chg="mod">
          <ac:chgData name="Luis Carlos Guevara Hernandez" userId="946bcc4c-b146-4724-978c-751fab731e0a" providerId="ADAL" clId="{E8E95438-7D72-4151-95E2-CCAFE31D1FDF}" dt="2026-03-08T17:24:10.652" v="1348"/>
          <ac:spMkLst>
            <pc:docMk/>
            <pc:sldMk cId="2953498908" sldId="545"/>
            <ac:spMk id="16" creationId="{12865B98-54E6-E9DA-2C5B-1E47361C4FEB}"/>
          </ac:spMkLst>
        </pc:spChg>
        <pc:spChg chg="mod">
          <ac:chgData name="Luis Carlos Guevara Hernandez" userId="946bcc4c-b146-4724-978c-751fab731e0a" providerId="ADAL" clId="{E8E95438-7D72-4151-95E2-CCAFE31D1FDF}" dt="2026-03-09T23:41:34.356" v="6358" actId="790"/>
          <ac:spMkLst>
            <pc:docMk/>
            <pc:sldMk cId="2953498908" sldId="545"/>
            <ac:spMk id="17" creationId="{FD40461D-D259-D942-4AF8-318BD4DCEBA3}"/>
          </ac:spMkLst>
        </pc:spChg>
        <pc:spChg chg="mod">
          <ac:chgData name="Luis Carlos Guevara Hernandez" userId="946bcc4c-b146-4724-978c-751fab731e0a" providerId="ADAL" clId="{E8E95438-7D72-4151-95E2-CCAFE31D1FDF}" dt="2026-03-08T13:56:46.464" v="56" actId="790"/>
          <ac:spMkLst>
            <pc:docMk/>
            <pc:sldMk cId="2953498908" sldId="545"/>
            <ac:spMk id="19" creationId="{04FB5D6E-F2AF-87C9-E571-CB6930C6A073}"/>
          </ac:spMkLst>
        </pc:spChg>
        <pc:spChg chg="mod">
          <ac:chgData name="Luis Carlos Guevara Hernandez" userId="946bcc4c-b146-4724-978c-751fab731e0a" providerId="ADAL" clId="{E8E95438-7D72-4151-95E2-CCAFE31D1FDF}" dt="2026-03-08T17:26:16.308" v="1387" actId="14100"/>
          <ac:spMkLst>
            <pc:docMk/>
            <pc:sldMk cId="2953498908" sldId="545"/>
            <ac:spMk id="23" creationId="{9F8BBF62-E17D-7941-9DFA-109BB5C7D9D5}"/>
          </ac:spMkLst>
        </pc:spChg>
        <pc:spChg chg="mod">
          <ac:chgData name="Luis Carlos Guevara Hernandez" userId="946bcc4c-b146-4724-978c-751fab731e0a" providerId="ADAL" clId="{E8E95438-7D72-4151-95E2-CCAFE31D1FDF}" dt="2026-03-09T23:41:34.356" v="6358" actId="790"/>
          <ac:spMkLst>
            <pc:docMk/>
            <pc:sldMk cId="2953498908" sldId="545"/>
            <ac:spMk id="24" creationId="{3B6B309B-A479-4562-13CB-884CD03F4981}"/>
          </ac:spMkLst>
        </pc:spChg>
        <pc:spChg chg="mod">
          <ac:chgData name="Luis Carlos Guevara Hernandez" userId="946bcc4c-b146-4724-978c-751fab731e0a" providerId="ADAL" clId="{E8E95438-7D72-4151-95E2-CCAFE31D1FDF}" dt="2026-03-09T23:41:34.356" v="6358" actId="790"/>
          <ac:spMkLst>
            <pc:docMk/>
            <pc:sldMk cId="2953498908" sldId="545"/>
            <ac:spMk id="26" creationId="{EDF10198-422E-7F8E-58DE-32BFDA38818F}"/>
          </ac:spMkLst>
        </pc:spChg>
        <pc:spChg chg="mod">
          <ac:chgData name="Luis Carlos Guevara Hernandez" userId="946bcc4c-b146-4724-978c-751fab731e0a" providerId="ADAL" clId="{E8E95438-7D72-4151-95E2-CCAFE31D1FDF}" dt="2026-03-08T17:24:31.290" v="1355"/>
          <ac:spMkLst>
            <pc:docMk/>
            <pc:sldMk cId="2953498908" sldId="545"/>
            <ac:spMk id="27" creationId="{1CBEEE47-10D2-BB04-F1C0-800AA5E9262D}"/>
          </ac:spMkLst>
        </pc:spChg>
        <pc:spChg chg="mod">
          <ac:chgData name="Luis Carlos Guevara Hernandez" userId="946bcc4c-b146-4724-978c-751fab731e0a" providerId="ADAL" clId="{E8E95438-7D72-4151-95E2-CCAFE31D1FDF}" dt="2026-03-08T17:25:06.162" v="1364" actId="113"/>
          <ac:spMkLst>
            <pc:docMk/>
            <pc:sldMk cId="2953498908" sldId="545"/>
            <ac:spMk id="29" creationId="{31C2C31E-3268-32AC-4771-6454E1B39181}"/>
          </ac:spMkLst>
        </pc:spChg>
        <pc:spChg chg="mod">
          <ac:chgData name="Luis Carlos Guevara Hernandez" userId="946bcc4c-b146-4724-978c-751fab731e0a" providerId="ADAL" clId="{E8E95438-7D72-4151-95E2-CCAFE31D1FDF}" dt="2026-03-08T17:25:01.480" v="1363"/>
          <ac:spMkLst>
            <pc:docMk/>
            <pc:sldMk cId="2953498908" sldId="545"/>
            <ac:spMk id="30" creationId="{0D13D7C1-10C4-AC66-1CD7-321E6ED64C1F}"/>
          </ac:spMkLst>
        </pc:spChg>
        <pc:spChg chg="mod">
          <ac:chgData name="Luis Carlos Guevara Hernandez" userId="946bcc4c-b146-4724-978c-751fab731e0a" providerId="ADAL" clId="{E8E95438-7D72-4151-95E2-CCAFE31D1FDF}" dt="2026-03-09T23:41:34.356" v="6358" actId="790"/>
          <ac:spMkLst>
            <pc:docMk/>
            <pc:sldMk cId="2953498908" sldId="545"/>
            <ac:spMk id="32" creationId="{347F88F3-1E4B-DA66-1FF7-001F2ABABDB1}"/>
          </ac:spMkLst>
        </pc:spChg>
        <pc:spChg chg="mod">
          <ac:chgData name="Luis Carlos Guevara Hernandez" userId="946bcc4c-b146-4724-978c-751fab731e0a" providerId="ADAL" clId="{E8E95438-7D72-4151-95E2-CCAFE31D1FDF}" dt="2026-03-08T17:25:17.343" v="1368"/>
          <ac:spMkLst>
            <pc:docMk/>
            <pc:sldMk cId="2953498908" sldId="545"/>
            <ac:spMk id="33" creationId="{E4CBE5FF-57F8-AF59-2CD4-D7D3776272DA}"/>
          </ac:spMkLst>
        </pc:spChg>
        <pc:spChg chg="mod">
          <ac:chgData name="Luis Carlos Guevara Hernandez" userId="946bcc4c-b146-4724-978c-751fab731e0a" providerId="ADAL" clId="{E8E95438-7D72-4151-95E2-CCAFE31D1FDF}" dt="2026-03-08T17:26:23.373" v="1389" actId="14100"/>
          <ac:spMkLst>
            <pc:docMk/>
            <pc:sldMk cId="2953498908" sldId="545"/>
            <ac:spMk id="35" creationId="{9C5BE1F7-9855-82F4-E88B-BB1566C848AC}"/>
          </ac:spMkLst>
        </pc:spChg>
        <pc:spChg chg="mod">
          <ac:chgData name="Luis Carlos Guevara Hernandez" userId="946bcc4c-b146-4724-978c-751fab731e0a" providerId="ADAL" clId="{E8E95438-7D72-4151-95E2-CCAFE31D1FDF}" dt="2026-03-08T17:23:18.463" v="1335"/>
          <ac:spMkLst>
            <pc:docMk/>
            <pc:sldMk cId="2953498908" sldId="545"/>
            <ac:spMk id="36" creationId="{245CB22E-A2EB-C2C1-40A2-4C97D88BF765}"/>
          </ac:spMkLst>
        </pc:spChg>
        <pc:spChg chg="mod">
          <ac:chgData name="Luis Carlos Guevara Hernandez" userId="946bcc4c-b146-4724-978c-751fab731e0a" providerId="ADAL" clId="{E8E95438-7D72-4151-95E2-CCAFE31D1FDF}" dt="2026-03-08T17:25:32.372" v="1373"/>
          <ac:spMkLst>
            <pc:docMk/>
            <pc:sldMk cId="2953498908" sldId="545"/>
            <ac:spMk id="37" creationId="{9392BA54-188A-6751-B226-60D50E413555}"/>
          </ac:spMkLst>
        </pc:spChg>
        <pc:spChg chg="mod">
          <ac:chgData name="Luis Carlos Guevara Hernandez" userId="946bcc4c-b146-4724-978c-751fab731e0a" providerId="ADAL" clId="{E8E95438-7D72-4151-95E2-CCAFE31D1FDF}" dt="2026-03-09T23:41:34.356" v="6358" actId="790"/>
          <ac:spMkLst>
            <pc:docMk/>
            <pc:sldMk cId="2953498908" sldId="545"/>
            <ac:spMk id="39" creationId="{8AE9DB79-B5A7-C807-F3EC-598F132CF806}"/>
          </ac:spMkLst>
        </pc:spChg>
        <pc:spChg chg="mod">
          <ac:chgData name="Luis Carlos Guevara Hernandez" userId="946bcc4c-b146-4724-978c-751fab731e0a" providerId="ADAL" clId="{E8E95438-7D72-4151-95E2-CCAFE31D1FDF}" dt="2026-03-09T23:41:34.356" v="6358" actId="790"/>
          <ac:spMkLst>
            <pc:docMk/>
            <pc:sldMk cId="2953498908" sldId="545"/>
            <ac:spMk id="40" creationId="{4CCC8744-7A5C-665C-327B-49034DCAC233}"/>
          </ac:spMkLst>
        </pc:spChg>
        <pc:spChg chg="mod">
          <ac:chgData name="Luis Carlos Guevara Hernandez" userId="946bcc4c-b146-4724-978c-751fab731e0a" providerId="ADAL" clId="{E8E95438-7D72-4151-95E2-CCAFE31D1FDF}" dt="2026-03-08T17:26:27.290" v="1390" actId="14100"/>
          <ac:spMkLst>
            <pc:docMk/>
            <pc:sldMk cId="2953498908" sldId="545"/>
            <ac:spMk id="42" creationId="{B72C1136-20EF-02BA-A7B3-6433965E49BE}"/>
          </ac:spMkLst>
        </pc:spChg>
        <pc:spChg chg="mod">
          <ac:chgData name="Luis Carlos Guevara Hernandez" userId="946bcc4c-b146-4724-978c-751fab731e0a" providerId="ADAL" clId="{E8E95438-7D72-4151-95E2-CCAFE31D1FDF}" dt="2026-03-08T17:23:33.780" v="1337" actId="13926"/>
          <ac:spMkLst>
            <pc:docMk/>
            <pc:sldMk cId="2953498908" sldId="545"/>
            <ac:spMk id="43" creationId="{4EAC178D-5FA3-DEDA-BA56-F95DDE5A9722}"/>
          </ac:spMkLst>
        </pc:spChg>
        <pc:spChg chg="mod">
          <ac:chgData name="Luis Carlos Guevara Hernandez" userId="946bcc4c-b146-4724-978c-751fab731e0a" providerId="ADAL" clId="{E8E95438-7D72-4151-95E2-CCAFE31D1FDF}" dt="2026-03-09T23:41:34.356" v="6358" actId="790"/>
          <ac:spMkLst>
            <pc:docMk/>
            <pc:sldMk cId="2953498908" sldId="545"/>
            <ac:spMk id="44" creationId="{2D688E57-4FCE-30B0-2599-8ECB2801075C}"/>
          </ac:spMkLst>
        </pc:spChg>
        <pc:spChg chg="mod">
          <ac:chgData name="Luis Carlos Guevara Hernandez" userId="946bcc4c-b146-4724-978c-751fab731e0a" providerId="ADAL" clId="{E8E95438-7D72-4151-95E2-CCAFE31D1FDF}" dt="2026-03-09T23:41:34.356" v="6358" actId="790"/>
          <ac:spMkLst>
            <pc:docMk/>
            <pc:sldMk cId="2953498908" sldId="545"/>
            <ac:spMk id="46" creationId="{5473BD6D-8C1C-1D44-4D5F-9444B2CD85EB}"/>
          </ac:spMkLst>
        </pc:spChg>
        <pc:spChg chg="add mod">
          <ac:chgData name="Luis Carlos Guevara Hernandez" userId="946bcc4c-b146-4724-978c-751fab731e0a" providerId="ADAL" clId="{E8E95438-7D72-4151-95E2-CCAFE31D1FDF}" dt="2026-03-08T17:57:46.944" v="1713"/>
          <ac:spMkLst>
            <pc:docMk/>
            <pc:sldMk cId="2953498908" sldId="545"/>
            <ac:spMk id="73" creationId="{F47F4B02-0FF9-84B5-8D44-8DDE65A56C4E}"/>
          </ac:spMkLst>
        </pc:spChg>
        <pc:spChg chg="add mod">
          <ac:chgData name="Luis Carlos Guevara Hernandez" userId="946bcc4c-b146-4724-978c-751fab731e0a" providerId="ADAL" clId="{E8E95438-7D72-4151-95E2-CCAFE31D1FDF}" dt="2026-03-09T23:41:34.356" v="6358" actId="790"/>
          <ac:spMkLst>
            <pc:docMk/>
            <pc:sldMk cId="2953498908" sldId="545"/>
            <ac:spMk id="74" creationId="{52BBB818-A634-EA80-69C1-170AA73827EE}"/>
          </ac:spMkLst>
        </pc:spChg>
        <pc:grpChg chg="add mod">
          <ac:chgData name="Luis Carlos Guevara Hernandez" userId="946bcc4c-b146-4724-978c-751fab731e0a" providerId="ADAL" clId="{E8E95438-7D72-4151-95E2-CCAFE31D1FDF}" dt="2026-03-08T17:23:59.569" v="1343"/>
          <ac:grpSpMkLst>
            <pc:docMk/>
            <pc:sldMk cId="2953498908" sldId="545"/>
            <ac:grpSpMk id="3" creationId="{1591C4E2-4562-631D-E7E5-E6A0C0DA9993}"/>
          </ac:grpSpMkLst>
        </pc:grpChg>
        <pc:grpChg chg="add mod">
          <ac:chgData name="Luis Carlos Guevara Hernandez" userId="946bcc4c-b146-4724-978c-751fab731e0a" providerId="ADAL" clId="{E8E95438-7D72-4151-95E2-CCAFE31D1FDF}" dt="2026-03-08T17:26:49.250" v="1394" actId="465"/>
          <ac:grpSpMkLst>
            <pc:docMk/>
            <pc:sldMk cId="2953498908" sldId="545"/>
            <ac:grpSpMk id="12" creationId="{731F9B8F-2FA9-F83B-B881-51475247446A}"/>
          </ac:grpSpMkLst>
        </pc:grpChg>
        <pc:grpChg chg="add mod">
          <ac:chgData name="Luis Carlos Guevara Hernandez" userId="946bcc4c-b146-4724-978c-751fab731e0a" providerId="ADAL" clId="{E8E95438-7D72-4151-95E2-CCAFE31D1FDF}" dt="2026-03-08T17:26:49.250" v="1394" actId="465"/>
          <ac:grpSpMkLst>
            <pc:docMk/>
            <pc:sldMk cId="2953498908" sldId="545"/>
            <ac:grpSpMk id="20" creationId="{8C332805-C87D-3118-B0F8-A65CB50E2155}"/>
          </ac:grpSpMkLst>
        </pc:grpChg>
        <pc:grpChg chg="mod">
          <ac:chgData name="Luis Carlos Guevara Hernandez" userId="946bcc4c-b146-4724-978c-751fab731e0a" providerId="ADAL" clId="{E8E95438-7D72-4151-95E2-CCAFE31D1FDF}" dt="2026-03-08T20:19:12.266" v="4912" actId="1076"/>
          <ac:grpSpMkLst>
            <pc:docMk/>
            <pc:sldMk cId="2953498908" sldId="545"/>
            <ac:grpSpMk id="21" creationId="{F3D7D2B9-74C3-9545-1120-4201AA3CCA0B}"/>
          </ac:grpSpMkLst>
        </pc:grpChg>
        <pc:grpChg chg="add mod">
          <ac:chgData name="Luis Carlos Guevara Hernandez" userId="946bcc4c-b146-4724-978c-751fab731e0a" providerId="ADAL" clId="{E8E95438-7D72-4151-95E2-CCAFE31D1FDF}" dt="2026-03-08T17:26:49.250" v="1394" actId="465"/>
          <ac:grpSpMkLst>
            <pc:docMk/>
            <pc:sldMk cId="2953498908" sldId="545"/>
            <ac:grpSpMk id="25" creationId="{4AB3F682-E770-1A13-8EBD-9899768B5F6D}"/>
          </ac:grpSpMkLst>
        </pc:grpChg>
        <pc:grpChg chg="add mod">
          <ac:chgData name="Luis Carlos Guevara Hernandez" userId="946bcc4c-b146-4724-978c-751fab731e0a" providerId="ADAL" clId="{E8E95438-7D72-4151-95E2-CCAFE31D1FDF}" dt="2026-03-08T17:26:49.250" v="1394" actId="465"/>
          <ac:grpSpMkLst>
            <pc:docMk/>
            <pc:sldMk cId="2953498908" sldId="545"/>
            <ac:grpSpMk id="28" creationId="{4EB49ACC-9034-6BE6-BB98-A2AA4FF6AB6A}"/>
          </ac:grpSpMkLst>
        </pc:grpChg>
        <pc:grpChg chg="add mod">
          <ac:chgData name="Luis Carlos Guevara Hernandez" userId="946bcc4c-b146-4724-978c-751fab731e0a" providerId="ADAL" clId="{E8E95438-7D72-4151-95E2-CCAFE31D1FDF}" dt="2026-03-08T17:26:49.250" v="1394" actId="465"/>
          <ac:grpSpMkLst>
            <pc:docMk/>
            <pc:sldMk cId="2953498908" sldId="545"/>
            <ac:grpSpMk id="31" creationId="{3EB48CF1-9A56-7BAB-C729-C8FA0531D16E}"/>
          </ac:grpSpMkLst>
        </pc:grpChg>
        <pc:grpChg chg="add mod">
          <ac:chgData name="Luis Carlos Guevara Hernandez" userId="946bcc4c-b146-4724-978c-751fab731e0a" providerId="ADAL" clId="{E8E95438-7D72-4151-95E2-CCAFE31D1FDF}" dt="2026-03-08T17:26:49.250" v="1394" actId="465"/>
          <ac:grpSpMkLst>
            <pc:docMk/>
            <pc:sldMk cId="2953498908" sldId="545"/>
            <ac:grpSpMk id="34" creationId="{02D31840-F9C0-CE81-BA1D-B0A6205C9373}"/>
          </ac:grpSpMkLst>
        </pc:grpChg>
        <pc:grpChg chg="add mod">
          <ac:chgData name="Luis Carlos Guevara Hernandez" userId="946bcc4c-b146-4724-978c-751fab731e0a" providerId="ADAL" clId="{E8E95438-7D72-4151-95E2-CCAFE31D1FDF}" dt="2026-03-08T17:26:49.250" v="1394" actId="465"/>
          <ac:grpSpMkLst>
            <pc:docMk/>
            <pc:sldMk cId="2953498908" sldId="545"/>
            <ac:grpSpMk id="38" creationId="{50A27FBF-597D-B745-B3F2-5AF425C331D0}"/>
          </ac:grpSpMkLst>
        </pc:grpChg>
        <pc:grpChg chg="add mod">
          <ac:chgData name="Luis Carlos Guevara Hernandez" userId="946bcc4c-b146-4724-978c-751fab731e0a" providerId="ADAL" clId="{E8E95438-7D72-4151-95E2-CCAFE31D1FDF}" dt="2026-03-08T17:26:01.408" v="1384"/>
          <ac:grpSpMkLst>
            <pc:docMk/>
            <pc:sldMk cId="2953498908" sldId="545"/>
            <ac:grpSpMk id="41" creationId="{03AB8772-5A27-FA3B-E8B9-AE5DA23DD62B}"/>
          </ac:grpSpMkLst>
        </pc:grpChg>
      </pc:sldChg>
      <pc:sldChg chg="modSp add mod modShow">
        <pc:chgData name="Luis Carlos Guevara Hernandez" userId="946bcc4c-b146-4724-978c-751fab731e0a" providerId="ADAL" clId="{E8E95438-7D72-4151-95E2-CCAFE31D1FDF}" dt="2026-03-09T23:41:34.356" v="6358" actId="790"/>
        <pc:sldMkLst>
          <pc:docMk/>
          <pc:sldMk cId="3064046313" sldId="558"/>
        </pc:sldMkLst>
        <pc:spChg chg="mod">
          <ac:chgData name="Luis Carlos Guevara Hernandez" userId="946bcc4c-b146-4724-978c-751fab731e0a" providerId="ADAL" clId="{E8E95438-7D72-4151-95E2-CCAFE31D1FDF}" dt="2026-03-09T23:41:34.356" v="6358" actId="790"/>
          <ac:spMkLst>
            <pc:docMk/>
            <pc:sldMk cId="3064046313" sldId="558"/>
            <ac:spMk id="14" creationId="{4317F3E3-D182-C884-5F9D-AB405EB72C2E}"/>
          </ac:spMkLst>
        </pc:spChg>
        <pc:spChg chg="mod">
          <ac:chgData name="Luis Carlos Guevara Hernandez" userId="946bcc4c-b146-4724-978c-751fab731e0a" providerId="ADAL" clId="{E8E95438-7D72-4151-95E2-CCAFE31D1FDF}" dt="2026-03-09T23:41:34.356" v="6358" actId="790"/>
          <ac:spMkLst>
            <pc:docMk/>
            <pc:sldMk cId="3064046313" sldId="558"/>
            <ac:spMk id="25" creationId="{C17ADFE7-7F6A-FB03-4A83-2F8DD39DBA9A}"/>
          </ac:spMkLst>
        </pc:spChg>
        <pc:spChg chg="mod">
          <ac:chgData name="Luis Carlos Guevara Hernandez" userId="946bcc4c-b146-4724-978c-751fab731e0a" providerId="ADAL" clId="{E8E95438-7D72-4151-95E2-CCAFE31D1FDF}" dt="2026-03-09T23:41:34.356" v="6358" actId="790"/>
          <ac:spMkLst>
            <pc:docMk/>
            <pc:sldMk cId="3064046313" sldId="558"/>
            <ac:spMk id="33" creationId="{D7C0CF8D-4693-8637-813E-7055DF297AA4}"/>
          </ac:spMkLst>
        </pc:spChg>
        <pc:spChg chg="mod">
          <ac:chgData name="Luis Carlos Guevara Hernandez" userId="946bcc4c-b146-4724-978c-751fab731e0a" providerId="ADAL" clId="{E8E95438-7D72-4151-95E2-CCAFE31D1FDF}" dt="2026-03-09T23:41:34.356" v="6358" actId="790"/>
          <ac:spMkLst>
            <pc:docMk/>
            <pc:sldMk cId="3064046313" sldId="558"/>
            <ac:spMk id="36" creationId="{34D7C8DE-9D0A-A6D3-FE85-C2FD49481EAA}"/>
          </ac:spMkLst>
        </pc:spChg>
        <pc:spChg chg="mod">
          <ac:chgData name="Luis Carlos Guevara Hernandez" userId="946bcc4c-b146-4724-978c-751fab731e0a" providerId="ADAL" clId="{E8E95438-7D72-4151-95E2-CCAFE31D1FDF}" dt="2026-03-09T23:41:34.356" v="6358" actId="790"/>
          <ac:spMkLst>
            <pc:docMk/>
            <pc:sldMk cId="3064046313" sldId="558"/>
            <ac:spMk id="41" creationId="{2B9E2E1C-F251-369B-9B1B-F226741CE650}"/>
          </ac:spMkLst>
        </pc:spChg>
        <pc:spChg chg="mod">
          <ac:chgData name="Luis Carlos Guevara Hernandez" userId="946bcc4c-b146-4724-978c-751fab731e0a" providerId="ADAL" clId="{E8E95438-7D72-4151-95E2-CCAFE31D1FDF}" dt="2026-03-09T23:41:34.356" v="6358" actId="790"/>
          <ac:spMkLst>
            <pc:docMk/>
            <pc:sldMk cId="3064046313" sldId="558"/>
            <ac:spMk id="43" creationId="{5AE5F9EB-D749-9936-D691-95F12A5F9435}"/>
          </ac:spMkLst>
        </pc:spChg>
        <pc:spChg chg="mod">
          <ac:chgData name="Luis Carlos Guevara Hernandez" userId="946bcc4c-b146-4724-978c-751fab731e0a" providerId="ADAL" clId="{E8E95438-7D72-4151-95E2-CCAFE31D1FDF}" dt="2026-03-09T23:41:34.356" v="6358" actId="790"/>
          <ac:spMkLst>
            <pc:docMk/>
            <pc:sldMk cId="3064046313" sldId="558"/>
            <ac:spMk id="44" creationId="{95835C23-83E8-C809-784A-A77104DEB65B}"/>
          </ac:spMkLst>
        </pc:spChg>
        <pc:spChg chg="mod">
          <ac:chgData name="Luis Carlos Guevara Hernandez" userId="946bcc4c-b146-4724-978c-751fab731e0a" providerId="ADAL" clId="{E8E95438-7D72-4151-95E2-CCAFE31D1FDF}" dt="2026-03-09T23:41:34.356" v="6358" actId="790"/>
          <ac:spMkLst>
            <pc:docMk/>
            <pc:sldMk cId="3064046313" sldId="558"/>
            <ac:spMk id="47" creationId="{BA4D11DC-306B-EC0B-06FA-96E7A95201A4}"/>
          </ac:spMkLst>
        </pc:spChg>
        <pc:spChg chg="mod">
          <ac:chgData name="Luis Carlos Guevara Hernandez" userId="946bcc4c-b146-4724-978c-751fab731e0a" providerId="ADAL" clId="{E8E95438-7D72-4151-95E2-CCAFE31D1FDF}" dt="2026-03-09T23:41:34.356" v="6358" actId="790"/>
          <ac:spMkLst>
            <pc:docMk/>
            <pc:sldMk cId="3064046313" sldId="558"/>
            <ac:spMk id="51" creationId="{D9F4A88B-06C6-E9BF-74FC-77E3ED6FE0FE}"/>
          </ac:spMkLst>
        </pc:spChg>
        <pc:spChg chg="mod">
          <ac:chgData name="Luis Carlos Guevara Hernandez" userId="946bcc4c-b146-4724-978c-751fab731e0a" providerId="ADAL" clId="{E8E95438-7D72-4151-95E2-CCAFE31D1FDF}" dt="2026-03-09T23:41:34.356" v="6358" actId="790"/>
          <ac:spMkLst>
            <pc:docMk/>
            <pc:sldMk cId="3064046313" sldId="558"/>
            <ac:spMk id="58" creationId="{14F7740E-DE0E-4CEA-189D-0B898451D6AD}"/>
          </ac:spMkLst>
        </pc:spChg>
      </pc:sldChg>
      <pc:sldChg chg="modSp add mod modShow">
        <pc:chgData name="Luis Carlos Guevara Hernandez" userId="946bcc4c-b146-4724-978c-751fab731e0a" providerId="ADAL" clId="{E8E95438-7D72-4151-95E2-CCAFE31D1FDF}" dt="2026-03-09T23:41:34.356" v="6358" actId="790"/>
        <pc:sldMkLst>
          <pc:docMk/>
          <pc:sldMk cId="2441407147" sldId="559"/>
        </pc:sldMkLst>
        <pc:spChg chg="mod">
          <ac:chgData name="Luis Carlos Guevara Hernandez" userId="946bcc4c-b146-4724-978c-751fab731e0a" providerId="ADAL" clId="{E8E95438-7D72-4151-95E2-CCAFE31D1FDF}" dt="2026-03-09T23:41:34.356" v="6358" actId="790"/>
          <ac:spMkLst>
            <pc:docMk/>
            <pc:sldMk cId="2441407147" sldId="559"/>
            <ac:spMk id="35" creationId="{4E7104C7-D9B7-B86E-E561-B965EF0DD0A9}"/>
          </ac:spMkLst>
        </pc:spChg>
        <pc:spChg chg="mod">
          <ac:chgData name="Luis Carlos Guevara Hernandez" userId="946bcc4c-b146-4724-978c-751fab731e0a" providerId="ADAL" clId="{E8E95438-7D72-4151-95E2-CCAFE31D1FDF}" dt="2026-03-09T23:41:34.356" v="6358" actId="790"/>
          <ac:spMkLst>
            <pc:docMk/>
            <pc:sldMk cId="2441407147" sldId="559"/>
            <ac:spMk id="49" creationId="{2313530C-A1AC-6FC5-352B-A7AAFCE9F7DF}"/>
          </ac:spMkLst>
        </pc:spChg>
        <pc:spChg chg="mod">
          <ac:chgData name="Luis Carlos Guevara Hernandez" userId="946bcc4c-b146-4724-978c-751fab731e0a" providerId="ADAL" clId="{E8E95438-7D72-4151-95E2-CCAFE31D1FDF}" dt="2026-03-09T23:41:34.356" v="6358" actId="790"/>
          <ac:spMkLst>
            <pc:docMk/>
            <pc:sldMk cId="2441407147" sldId="559"/>
            <ac:spMk id="50" creationId="{FBA039A7-344B-0459-D35F-BCF3855DE1BD}"/>
          </ac:spMkLst>
        </pc:spChg>
        <pc:spChg chg="mod">
          <ac:chgData name="Luis Carlos Guevara Hernandez" userId="946bcc4c-b146-4724-978c-751fab731e0a" providerId="ADAL" clId="{E8E95438-7D72-4151-95E2-CCAFE31D1FDF}" dt="2026-03-09T23:41:34.356" v="6358" actId="790"/>
          <ac:spMkLst>
            <pc:docMk/>
            <pc:sldMk cId="2441407147" sldId="559"/>
            <ac:spMk id="75" creationId="{FB326B81-CD89-B3DA-C27A-45A86152064F}"/>
          </ac:spMkLst>
        </pc:spChg>
        <pc:spChg chg="mod">
          <ac:chgData name="Luis Carlos Guevara Hernandez" userId="946bcc4c-b146-4724-978c-751fab731e0a" providerId="ADAL" clId="{E8E95438-7D72-4151-95E2-CCAFE31D1FDF}" dt="2026-03-09T23:41:34.356" v="6358" actId="790"/>
          <ac:spMkLst>
            <pc:docMk/>
            <pc:sldMk cId="2441407147" sldId="559"/>
            <ac:spMk id="93" creationId="{C56A1836-F843-6A69-F499-DAC96F301BB9}"/>
          </ac:spMkLst>
        </pc:spChg>
        <pc:spChg chg="mod">
          <ac:chgData name="Luis Carlos Guevara Hernandez" userId="946bcc4c-b146-4724-978c-751fab731e0a" providerId="ADAL" clId="{E8E95438-7D72-4151-95E2-CCAFE31D1FDF}" dt="2026-03-09T23:41:34.356" v="6358" actId="790"/>
          <ac:spMkLst>
            <pc:docMk/>
            <pc:sldMk cId="2441407147" sldId="559"/>
            <ac:spMk id="94" creationId="{399CBBB8-01B7-5552-692A-EBFD067929AF}"/>
          </ac:spMkLst>
        </pc:spChg>
        <pc:spChg chg="mod">
          <ac:chgData name="Luis Carlos Guevara Hernandez" userId="946bcc4c-b146-4724-978c-751fab731e0a" providerId="ADAL" clId="{E8E95438-7D72-4151-95E2-CCAFE31D1FDF}" dt="2026-03-09T23:41:34.356" v="6358" actId="790"/>
          <ac:spMkLst>
            <pc:docMk/>
            <pc:sldMk cId="2441407147" sldId="559"/>
            <ac:spMk id="97" creationId="{B6292674-4807-9EA3-D403-63E6D498CB2A}"/>
          </ac:spMkLst>
        </pc:spChg>
        <pc:spChg chg="mod">
          <ac:chgData name="Luis Carlos Guevara Hernandez" userId="946bcc4c-b146-4724-978c-751fab731e0a" providerId="ADAL" clId="{E8E95438-7D72-4151-95E2-CCAFE31D1FDF}" dt="2026-03-09T23:41:34.356" v="6358" actId="790"/>
          <ac:spMkLst>
            <pc:docMk/>
            <pc:sldMk cId="2441407147" sldId="559"/>
            <ac:spMk id="111" creationId="{E9252DC2-974D-A5D7-AFDD-97FBBE29237C}"/>
          </ac:spMkLst>
        </pc:spChg>
        <pc:spChg chg="mod">
          <ac:chgData name="Luis Carlos Guevara Hernandez" userId="946bcc4c-b146-4724-978c-751fab731e0a" providerId="ADAL" clId="{E8E95438-7D72-4151-95E2-CCAFE31D1FDF}" dt="2026-03-09T23:41:34.356" v="6358" actId="790"/>
          <ac:spMkLst>
            <pc:docMk/>
            <pc:sldMk cId="2441407147" sldId="559"/>
            <ac:spMk id="120" creationId="{D1F0FBAA-7838-1C5B-5EB8-B95BDAAC543F}"/>
          </ac:spMkLst>
        </pc:spChg>
        <pc:spChg chg="mod">
          <ac:chgData name="Luis Carlos Guevara Hernandez" userId="946bcc4c-b146-4724-978c-751fab731e0a" providerId="ADAL" clId="{E8E95438-7D72-4151-95E2-CCAFE31D1FDF}" dt="2026-03-09T23:41:34.356" v="6358" actId="790"/>
          <ac:spMkLst>
            <pc:docMk/>
            <pc:sldMk cId="2441407147" sldId="559"/>
            <ac:spMk id="130" creationId="{66EAF965-774C-2BF6-E31E-E4894479B756}"/>
          </ac:spMkLst>
        </pc:spChg>
      </pc:sldChg>
      <pc:sldChg chg="modSp add mod modShow">
        <pc:chgData name="Luis Carlos Guevara Hernandez" userId="946bcc4c-b146-4724-978c-751fab731e0a" providerId="ADAL" clId="{E8E95438-7D72-4151-95E2-CCAFE31D1FDF}" dt="2026-03-09T23:41:34.356" v="6358" actId="790"/>
        <pc:sldMkLst>
          <pc:docMk/>
          <pc:sldMk cId="555516929" sldId="560"/>
        </pc:sldMkLst>
        <pc:spChg chg="mod">
          <ac:chgData name="Luis Carlos Guevara Hernandez" userId="946bcc4c-b146-4724-978c-751fab731e0a" providerId="ADAL" clId="{E8E95438-7D72-4151-95E2-CCAFE31D1FDF}" dt="2026-03-09T23:41:34.356" v="6358" actId="790"/>
          <ac:spMkLst>
            <pc:docMk/>
            <pc:sldMk cId="555516929" sldId="560"/>
            <ac:spMk id="3" creationId="{195FC361-98A7-3A96-CB7D-6B59637607D5}"/>
          </ac:spMkLst>
        </pc:spChg>
        <pc:spChg chg="mod">
          <ac:chgData name="Luis Carlos Guevara Hernandez" userId="946bcc4c-b146-4724-978c-751fab731e0a" providerId="ADAL" clId="{E8E95438-7D72-4151-95E2-CCAFE31D1FDF}" dt="2026-03-09T23:41:34.356" v="6358" actId="790"/>
          <ac:spMkLst>
            <pc:docMk/>
            <pc:sldMk cId="555516929" sldId="560"/>
            <ac:spMk id="4" creationId="{4CA765DB-7CCC-B355-2B80-E3D69346402F}"/>
          </ac:spMkLst>
        </pc:spChg>
        <pc:spChg chg="mod">
          <ac:chgData name="Luis Carlos Guevara Hernandez" userId="946bcc4c-b146-4724-978c-751fab731e0a" providerId="ADAL" clId="{E8E95438-7D72-4151-95E2-CCAFE31D1FDF}" dt="2026-03-09T23:41:34.356" v="6358" actId="790"/>
          <ac:spMkLst>
            <pc:docMk/>
            <pc:sldMk cId="555516929" sldId="560"/>
            <ac:spMk id="6" creationId="{54591982-F5AD-DB9F-9F89-470ABB30708F}"/>
          </ac:spMkLst>
        </pc:spChg>
        <pc:spChg chg="mod">
          <ac:chgData name="Luis Carlos Guevara Hernandez" userId="946bcc4c-b146-4724-978c-751fab731e0a" providerId="ADAL" clId="{E8E95438-7D72-4151-95E2-CCAFE31D1FDF}" dt="2026-03-09T23:41:34.356" v="6358" actId="790"/>
          <ac:spMkLst>
            <pc:docMk/>
            <pc:sldMk cId="555516929" sldId="560"/>
            <ac:spMk id="8" creationId="{964F6F91-7753-2666-0C67-E83E1E1EBC72}"/>
          </ac:spMkLst>
        </pc:spChg>
        <pc:spChg chg="mod">
          <ac:chgData name="Luis Carlos Guevara Hernandez" userId="946bcc4c-b146-4724-978c-751fab731e0a" providerId="ADAL" clId="{E8E95438-7D72-4151-95E2-CCAFE31D1FDF}" dt="2026-03-09T23:41:34.356" v="6358" actId="790"/>
          <ac:spMkLst>
            <pc:docMk/>
            <pc:sldMk cId="555516929" sldId="560"/>
            <ac:spMk id="9" creationId="{A0E61EAC-D629-34BB-E067-8C1C8C223EB9}"/>
          </ac:spMkLst>
        </pc:spChg>
        <pc:spChg chg="mod">
          <ac:chgData name="Luis Carlos Guevara Hernandez" userId="946bcc4c-b146-4724-978c-751fab731e0a" providerId="ADAL" clId="{E8E95438-7D72-4151-95E2-CCAFE31D1FDF}" dt="2026-03-09T23:41:34.356" v="6358" actId="790"/>
          <ac:spMkLst>
            <pc:docMk/>
            <pc:sldMk cId="555516929" sldId="560"/>
            <ac:spMk id="10" creationId="{BF5EFA30-CD2D-5826-7695-C0CF5716A969}"/>
          </ac:spMkLst>
        </pc:spChg>
        <pc:spChg chg="mod">
          <ac:chgData name="Luis Carlos Guevara Hernandez" userId="946bcc4c-b146-4724-978c-751fab731e0a" providerId="ADAL" clId="{E8E95438-7D72-4151-95E2-CCAFE31D1FDF}" dt="2026-03-09T23:41:34.356" v="6358" actId="790"/>
          <ac:spMkLst>
            <pc:docMk/>
            <pc:sldMk cId="555516929" sldId="560"/>
            <ac:spMk id="12" creationId="{57C56B23-4FA8-EF94-D9E0-125E12F858B4}"/>
          </ac:spMkLst>
        </pc:spChg>
        <pc:spChg chg="mod">
          <ac:chgData name="Luis Carlos Guevara Hernandez" userId="946bcc4c-b146-4724-978c-751fab731e0a" providerId="ADAL" clId="{E8E95438-7D72-4151-95E2-CCAFE31D1FDF}" dt="2026-03-09T23:41:34.356" v="6358" actId="790"/>
          <ac:spMkLst>
            <pc:docMk/>
            <pc:sldMk cId="555516929" sldId="560"/>
            <ac:spMk id="13" creationId="{1CCF00D3-F6EE-BD82-7EB2-CBA6FBDE2680}"/>
          </ac:spMkLst>
        </pc:spChg>
        <pc:spChg chg="mod">
          <ac:chgData name="Luis Carlos Guevara Hernandez" userId="946bcc4c-b146-4724-978c-751fab731e0a" providerId="ADAL" clId="{E8E95438-7D72-4151-95E2-CCAFE31D1FDF}" dt="2026-03-09T23:41:34.356" v="6358" actId="790"/>
          <ac:spMkLst>
            <pc:docMk/>
            <pc:sldMk cId="555516929" sldId="560"/>
            <ac:spMk id="23" creationId="{7309AFDA-0ED4-1383-9759-B87D5648C3B0}"/>
          </ac:spMkLst>
        </pc:spChg>
      </pc:sldChg>
      <pc:sldChg chg="modSp add mod modShow">
        <pc:chgData name="Luis Carlos Guevara Hernandez" userId="946bcc4c-b146-4724-978c-751fab731e0a" providerId="ADAL" clId="{E8E95438-7D72-4151-95E2-CCAFE31D1FDF}" dt="2026-03-09T23:41:34.356" v="6358" actId="790"/>
        <pc:sldMkLst>
          <pc:docMk/>
          <pc:sldMk cId="2413542167" sldId="561"/>
        </pc:sldMkLst>
        <pc:spChg chg="mod">
          <ac:chgData name="Luis Carlos Guevara Hernandez" userId="946bcc4c-b146-4724-978c-751fab731e0a" providerId="ADAL" clId="{E8E95438-7D72-4151-95E2-CCAFE31D1FDF}" dt="2026-03-09T23:41:34.356" v="6358" actId="790"/>
          <ac:spMkLst>
            <pc:docMk/>
            <pc:sldMk cId="2413542167" sldId="561"/>
            <ac:spMk id="33" creationId="{353B8217-74CE-E704-B3CB-27F2FB07610E}"/>
          </ac:spMkLst>
        </pc:spChg>
        <pc:spChg chg="mod">
          <ac:chgData name="Luis Carlos Guevara Hernandez" userId="946bcc4c-b146-4724-978c-751fab731e0a" providerId="ADAL" clId="{E8E95438-7D72-4151-95E2-CCAFE31D1FDF}" dt="2026-03-09T23:41:34.356" v="6358" actId="790"/>
          <ac:spMkLst>
            <pc:docMk/>
            <pc:sldMk cId="2413542167" sldId="561"/>
            <ac:spMk id="37" creationId="{07CE7BF8-1AEA-12B0-C114-F90C70049182}"/>
          </ac:spMkLst>
        </pc:spChg>
        <pc:spChg chg="mod">
          <ac:chgData name="Luis Carlos Guevara Hernandez" userId="946bcc4c-b146-4724-978c-751fab731e0a" providerId="ADAL" clId="{E8E95438-7D72-4151-95E2-CCAFE31D1FDF}" dt="2026-03-09T23:41:34.356" v="6358" actId="790"/>
          <ac:spMkLst>
            <pc:docMk/>
            <pc:sldMk cId="2413542167" sldId="561"/>
            <ac:spMk id="38" creationId="{967CAC56-A3CD-AB91-5C2E-243B500938F5}"/>
          </ac:spMkLst>
        </pc:spChg>
        <pc:spChg chg="mod">
          <ac:chgData name="Luis Carlos Guevara Hernandez" userId="946bcc4c-b146-4724-978c-751fab731e0a" providerId="ADAL" clId="{E8E95438-7D72-4151-95E2-CCAFE31D1FDF}" dt="2026-03-09T23:41:34.356" v="6358" actId="790"/>
          <ac:spMkLst>
            <pc:docMk/>
            <pc:sldMk cId="2413542167" sldId="561"/>
            <ac:spMk id="92" creationId="{C63D7F20-AFB0-A15B-0F87-A92F4C3684B7}"/>
          </ac:spMkLst>
        </pc:spChg>
        <pc:spChg chg="mod">
          <ac:chgData name="Luis Carlos Guevara Hernandez" userId="946bcc4c-b146-4724-978c-751fab731e0a" providerId="ADAL" clId="{E8E95438-7D72-4151-95E2-CCAFE31D1FDF}" dt="2026-03-09T23:41:34.356" v="6358" actId="790"/>
          <ac:spMkLst>
            <pc:docMk/>
            <pc:sldMk cId="2413542167" sldId="561"/>
            <ac:spMk id="104" creationId="{5001B319-683D-D079-222B-63CBAD1BE897}"/>
          </ac:spMkLst>
        </pc:spChg>
        <pc:spChg chg="mod">
          <ac:chgData name="Luis Carlos Guevara Hernandez" userId="946bcc4c-b146-4724-978c-751fab731e0a" providerId="ADAL" clId="{E8E95438-7D72-4151-95E2-CCAFE31D1FDF}" dt="2026-03-09T23:41:34.356" v="6358" actId="790"/>
          <ac:spMkLst>
            <pc:docMk/>
            <pc:sldMk cId="2413542167" sldId="561"/>
            <ac:spMk id="106" creationId="{FCD97AED-3762-D2A4-659A-5D875E12AD7F}"/>
          </ac:spMkLst>
        </pc:spChg>
        <pc:spChg chg="mod">
          <ac:chgData name="Luis Carlos Guevara Hernandez" userId="946bcc4c-b146-4724-978c-751fab731e0a" providerId="ADAL" clId="{E8E95438-7D72-4151-95E2-CCAFE31D1FDF}" dt="2026-03-09T23:41:34.356" v="6358" actId="790"/>
          <ac:spMkLst>
            <pc:docMk/>
            <pc:sldMk cId="2413542167" sldId="561"/>
            <ac:spMk id="147" creationId="{2A846734-8B2C-783A-EFC5-EB7E1002EE3F}"/>
          </ac:spMkLst>
        </pc:spChg>
        <pc:spChg chg="mod">
          <ac:chgData name="Luis Carlos Guevara Hernandez" userId="946bcc4c-b146-4724-978c-751fab731e0a" providerId="ADAL" clId="{E8E95438-7D72-4151-95E2-CCAFE31D1FDF}" dt="2026-03-09T23:41:34.356" v="6358" actId="790"/>
          <ac:spMkLst>
            <pc:docMk/>
            <pc:sldMk cId="2413542167" sldId="561"/>
            <ac:spMk id="159" creationId="{B9D973A2-3D6E-BE56-838E-87679DDEDF33}"/>
          </ac:spMkLst>
        </pc:spChg>
        <pc:spChg chg="mod">
          <ac:chgData name="Luis Carlos Guevara Hernandez" userId="946bcc4c-b146-4724-978c-751fab731e0a" providerId="ADAL" clId="{E8E95438-7D72-4151-95E2-CCAFE31D1FDF}" dt="2026-03-09T23:41:34.356" v="6358" actId="790"/>
          <ac:spMkLst>
            <pc:docMk/>
            <pc:sldMk cId="2413542167" sldId="561"/>
            <ac:spMk id="163" creationId="{C43196CF-564D-E310-1B27-4207289B6B9D}"/>
          </ac:spMkLst>
        </pc:spChg>
        <pc:spChg chg="mod">
          <ac:chgData name="Luis Carlos Guevara Hernandez" userId="946bcc4c-b146-4724-978c-751fab731e0a" providerId="ADAL" clId="{E8E95438-7D72-4151-95E2-CCAFE31D1FDF}" dt="2026-03-09T23:41:34.356" v="6358" actId="790"/>
          <ac:spMkLst>
            <pc:docMk/>
            <pc:sldMk cId="2413542167" sldId="561"/>
            <ac:spMk id="174" creationId="{A0D6C479-A1F3-B7F6-C9AA-E99C480A2379}"/>
          </ac:spMkLst>
        </pc:spChg>
      </pc:sldChg>
      <pc:sldChg chg="addSp delSp modSp add mod delAnim modAnim">
        <pc:chgData name="Luis Carlos Guevara Hernandez" userId="946bcc4c-b146-4724-978c-751fab731e0a" providerId="ADAL" clId="{E8E95438-7D72-4151-95E2-CCAFE31D1FDF}" dt="2026-03-09T23:41:34.356" v="6358" actId="790"/>
        <pc:sldMkLst>
          <pc:docMk/>
          <pc:sldMk cId="1958219331" sldId="562"/>
        </pc:sldMkLst>
        <pc:spChg chg="add mod">
          <ac:chgData name="Luis Carlos Guevara Hernandez" userId="946bcc4c-b146-4724-978c-751fab731e0a" providerId="ADAL" clId="{E8E95438-7D72-4151-95E2-CCAFE31D1FDF}" dt="2026-03-08T17:32:08.880" v="1430" actId="6549"/>
          <ac:spMkLst>
            <pc:docMk/>
            <pc:sldMk cId="1958219331" sldId="562"/>
            <ac:spMk id="2" creationId="{AE9AD176-4F42-22FF-8B8E-A974948EDA2C}"/>
          </ac:spMkLst>
        </pc:spChg>
        <pc:spChg chg="add mod">
          <ac:chgData name="Luis Carlos Guevara Hernandez" userId="946bcc4c-b146-4724-978c-751fab731e0a" providerId="ADAL" clId="{E8E95438-7D72-4151-95E2-CCAFE31D1FDF}" dt="2026-03-09T23:41:34.356" v="6358" actId="790"/>
          <ac:spMkLst>
            <pc:docMk/>
            <pc:sldMk cId="1958219331" sldId="562"/>
            <ac:spMk id="4" creationId="{6AD38180-5882-63CC-0232-8412033392A3}"/>
          </ac:spMkLst>
        </pc:spChg>
        <pc:spChg chg="mod">
          <ac:chgData name="Luis Carlos Guevara Hernandez" userId="946bcc4c-b146-4724-978c-751fab731e0a" providerId="ADAL" clId="{E8E95438-7D72-4151-95E2-CCAFE31D1FDF}" dt="2026-03-08T17:31:33.549" v="1416" actId="207"/>
          <ac:spMkLst>
            <pc:docMk/>
            <pc:sldMk cId="1958219331" sldId="562"/>
            <ac:spMk id="5" creationId="{9660D7BB-CDE3-1728-E1A3-603BEFB9A5C7}"/>
          </ac:spMkLst>
        </pc:spChg>
        <pc:spChg chg="mod">
          <ac:chgData name="Luis Carlos Guevara Hernandez" userId="946bcc4c-b146-4724-978c-751fab731e0a" providerId="ADAL" clId="{E8E95438-7D72-4151-95E2-CCAFE31D1FDF}" dt="2026-03-09T23:41:34.356" v="6358" actId="790"/>
          <ac:spMkLst>
            <pc:docMk/>
            <pc:sldMk cId="1958219331" sldId="562"/>
            <ac:spMk id="7" creationId="{9B3C2166-D13F-97E9-62C7-96F646B15C39}"/>
          </ac:spMkLst>
        </pc:spChg>
        <pc:spChg chg="mod">
          <ac:chgData name="Luis Carlos Guevara Hernandez" userId="946bcc4c-b146-4724-978c-751fab731e0a" providerId="ADAL" clId="{E8E95438-7D72-4151-95E2-CCAFE31D1FDF}" dt="2026-03-08T17:44:46.210" v="1498" actId="14100"/>
          <ac:spMkLst>
            <pc:docMk/>
            <pc:sldMk cId="1958219331" sldId="562"/>
            <ac:spMk id="8" creationId="{F6132B97-CBEC-B2E1-4E8A-E2FC55F56B25}"/>
          </ac:spMkLst>
        </pc:spChg>
        <pc:spChg chg="add mod">
          <ac:chgData name="Luis Carlos Guevara Hernandez" userId="946bcc4c-b146-4724-978c-751fab731e0a" providerId="ADAL" clId="{E8E95438-7D72-4151-95E2-CCAFE31D1FDF}" dt="2026-03-08T17:44:52.248" v="1499" actId="1076"/>
          <ac:spMkLst>
            <pc:docMk/>
            <pc:sldMk cId="1958219331" sldId="562"/>
            <ac:spMk id="9" creationId="{BC179E2E-6647-C1E4-4208-7243C9469E6C}"/>
          </ac:spMkLst>
        </pc:spChg>
        <pc:spChg chg="add mod">
          <ac:chgData name="Luis Carlos Guevara Hernandez" userId="946bcc4c-b146-4724-978c-751fab731e0a" providerId="ADAL" clId="{E8E95438-7D72-4151-95E2-CCAFE31D1FDF}" dt="2026-03-08T17:44:52.248" v="1499" actId="1076"/>
          <ac:spMkLst>
            <pc:docMk/>
            <pc:sldMk cId="1958219331" sldId="562"/>
            <ac:spMk id="13" creationId="{7AB84D36-4080-36EA-C4BE-A7446203A081}"/>
          </ac:spMkLst>
        </pc:spChg>
        <pc:spChg chg="add mod">
          <ac:chgData name="Luis Carlos Guevara Hernandez" userId="946bcc4c-b146-4724-978c-751fab731e0a" providerId="ADAL" clId="{E8E95438-7D72-4151-95E2-CCAFE31D1FDF}" dt="2026-03-08T17:44:52.248" v="1499" actId="1076"/>
          <ac:spMkLst>
            <pc:docMk/>
            <pc:sldMk cId="1958219331" sldId="562"/>
            <ac:spMk id="17" creationId="{0BB7347C-BC98-23B7-EBCE-55252F491F49}"/>
          </ac:spMkLst>
        </pc:spChg>
        <pc:spChg chg="add mod">
          <ac:chgData name="Luis Carlos Guevara Hernandez" userId="946bcc4c-b146-4724-978c-751fab731e0a" providerId="ADAL" clId="{E8E95438-7D72-4151-95E2-CCAFE31D1FDF}" dt="2026-03-09T23:41:34.356" v="6358" actId="790"/>
          <ac:spMkLst>
            <pc:docMk/>
            <pc:sldMk cId="1958219331" sldId="562"/>
            <ac:spMk id="18" creationId="{D1424E94-A114-2E7D-786A-396CAD27E899}"/>
          </ac:spMkLst>
        </pc:spChg>
        <pc:spChg chg="add mod">
          <ac:chgData name="Luis Carlos Guevara Hernandez" userId="946bcc4c-b146-4724-978c-751fab731e0a" providerId="ADAL" clId="{E8E95438-7D72-4151-95E2-CCAFE31D1FDF}" dt="2026-03-09T23:41:34.356" v="6358" actId="790"/>
          <ac:spMkLst>
            <pc:docMk/>
            <pc:sldMk cId="1958219331" sldId="562"/>
            <ac:spMk id="19" creationId="{A7CF97E0-D28D-720B-DB54-22B896B90BCC}"/>
          </ac:spMkLst>
        </pc:spChg>
        <pc:spChg chg="add mod">
          <ac:chgData name="Luis Carlos Guevara Hernandez" userId="946bcc4c-b146-4724-978c-751fab731e0a" providerId="ADAL" clId="{E8E95438-7D72-4151-95E2-CCAFE31D1FDF}" dt="2026-03-09T23:41:34.356" v="6358" actId="790"/>
          <ac:spMkLst>
            <pc:docMk/>
            <pc:sldMk cId="1958219331" sldId="562"/>
            <ac:spMk id="22" creationId="{30CB4A91-6D3D-244E-9EF3-0FA912582E4F}"/>
          </ac:spMkLst>
        </pc:spChg>
        <pc:spChg chg="add mod">
          <ac:chgData name="Luis Carlos Guevara Hernandez" userId="946bcc4c-b146-4724-978c-751fab731e0a" providerId="ADAL" clId="{E8E95438-7D72-4151-95E2-CCAFE31D1FDF}" dt="2026-03-08T17:44:52.248" v="1499" actId="1076"/>
          <ac:spMkLst>
            <pc:docMk/>
            <pc:sldMk cId="1958219331" sldId="562"/>
            <ac:spMk id="25" creationId="{BEA474E8-4664-6832-2F82-39635FCA1AB0}"/>
          </ac:spMkLst>
        </pc:spChg>
        <pc:spChg chg="add mod">
          <ac:chgData name="Luis Carlos Guevara Hernandez" userId="946bcc4c-b146-4724-978c-751fab731e0a" providerId="ADAL" clId="{E8E95438-7D72-4151-95E2-CCAFE31D1FDF}" dt="2026-03-09T23:41:34.356" v="6358" actId="790"/>
          <ac:spMkLst>
            <pc:docMk/>
            <pc:sldMk cId="1958219331" sldId="562"/>
            <ac:spMk id="26" creationId="{076337F6-7439-9CFC-848E-F5505379AB59}"/>
          </ac:spMkLst>
        </pc:spChg>
        <pc:spChg chg="add mod">
          <ac:chgData name="Luis Carlos Guevara Hernandez" userId="946bcc4c-b146-4724-978c-751fab731e0a" providerId="ADAL" clId="{E8E95438-7D72-4151-95E2-CCAFE31D1FDF}" dt="2026-03-08T17:46:16.229" v="1540" actId="790"/>
          <ac:spMkLst>
            <pc:docMk/>
            <pc:sldMk cId="1958219331" sldId="562"/>
            <ac:spMk id="27" creationId="{0CF60746-D015-95A7-2780-5CB8A0DE3AF4}"/>
          </ac:spMkLst>
        </pc:spChg>
        <pc:spChg chg="add mod">
          <ac:chgData name="Luis Carlos Guevara Hernandez" userId="946bcc4c-b146-4724-978c-751fab731e0a" providerId="ADAL" clId="{E8E95438-7D72-4151-95E2-CCAFE31D1FDF}" dt="2026-03-09T23:41:34.356" v="6358" actId="790"/>
          <ac:spMkLst>
            <pc:docMk/>
            <pc:sldMk cId="1958219331" sldId="562"/>
            <ac:spMk id="28" creationId="{944157A5-2FC3-490E-596D-F8B746CB947B}"/>
          </ac:spMkLst>
        </pc:spChg>
        <pc:spChg chg="add mod">
          <ac:chgData name="Luis Carlos Guevara Hernandez" userId="946bcc4c-b146-4724-978c-751fab731e0a" providerId="ADAL" clId="{E8E95438-7D72-4151-95E2-CCAFE31D1FDF}" dt="2026-03-09T23:41:34.356" v="6358" actId="790"/>
          <ac:spMkLst>
            <pc:docMk/>
            <pc:sldMk cId="1958219331" sldId="562"/>
            <ac:spMk id="29" creationId="{C76D16A1-AB1C-7F3E-BAAF-EC61B0B37CFA}"/>
          </ac:spMkLst>
        </pc:spChg>
        <pc:spChg chg="add mod">
          <ac:chgData name="Luis Carlos Guevara Hernandez" userId="946bcc4c-b146-4724-978c-751fab731e0a" providerId="ADAL" clId="{E8E95438-7D72-4151-95E2-CCAFE31D1FDF}" dt="2026-03-09T23:41:34.356" v="6358" actId="790"/>
          <ac:spMkLst>
            <pc:docMk/>
            <pc:sldMk cId="1958219331" sldId="562"/>
            <ac:spMk id="30" creationId="{6953613E-A57A-E595-97DC-C683E86F17E8}"/>
          </ac:spMkLst>
        </pc:spChg>
        <pc:spChg chg="add mod">
          <ac:chgData name="Luis Carlos Guevara Hernandez" userId="946bcc4c-b146-4724-978c-751fab731e0a" providerId="ADAL" clId="{E8E95438-7D72-4151-95E2-CCAFE31D1FDF}" dt="2026-03-09T23:41:34.356" v="6358" actId="790"/>
          <ac:spMkLst>
            <pc:docMk/>
            <pc:sldMk cId="1958219331" sldId="562"/>
            <ac:spMk id="31" creationId="{8692B5C7-F3C4-38DF-ACF9-2B93107CEABB}"/>
          </ac:spMkLst>
        </pc:spChg>
        <pc:spChg chg="add mod">
          <ac:chgData name="Luis Carlos Guevara Hernandez" userId="946bcc4c-b146-4724-978c-751fab731e0a" providerId="ADAL" clId="{E8E95438-7D72-4151-95E2-CCAFE31D1FDF}" dt="2026-03-08T17:47:22.542" v="1607" actId="1037"/>
          <ac:spMkLst>
            <pc:docMk/>
            <pc:sldMk cId="1958219331" sldId="562"/>
            <ac:spMk id="32" creationId="{A11F6835-E0C8-DD51-35D4-7F29A9EAA1AB}"/>
          </ac:spMkLst>
        </pc:spChg>
        <pc:spChg chg="add mod">
          <ac:chgData name="Luis Carlos Guevara Hernandez" userId="946bcc4c-b146-4724-978c-751fab731e0a" providerId="ADAL" clId="{E8E95438-7D72-4151-95E2-CCAFE31D1FDF}" dt="2026-03-08T17:57:52.438" v="1716" actId="207"/>
          <ac:spMkLst>
            <pc:docMk/>
            <pc:sldMk cId="1958219331" sldId="562"/>
            <ac:spMk id="33" creationId="{349A7CB5-11E0-770B-E2A7-160B706A1F94}"/>
          </ac:spMkLst>
        </pc:spChg>
        <pc:spChg chg="add mod">
          <ac:chgData name="Luis Carlos Guevara Hernandez" userId="946bcc4c-b146-4724-978c-751fab731e0a" providerId="ADAL" clId="{E8E95438-7D72-4151-95E2-CCAFE31D1FDF}" dt="2026-03-08T17:57:52.438" v="1716" actId="207"/>
          <ac:spMkLst>
            <pc:docMk/>
            <pc:sldMk cId="1958219331" sldId="562"/>
            <ac:spMk id="34" creationId="{E2B69DD1-E35F-C2E0-952A-CF684797A1A2}"/>
          </ac:spMkLst>
        </pc:spChg>
      </pc:sldChg>
      <pc:sldChg chg="addSp delSp modSp add mod delAnim modAnim">
        <pc:chgData name="Luis Carlos Guevara Hernandez" userId="946bcc4c-b146-4724-978c-751fab731e0a" providerId="ADAL" clId="{E8E95438-7D72-4151-95E2-CCAFE31D1FDF}" dt="2026-03-09T23:41:34.356" v="6358" actId="790"/>
        <pc:sldMkLst>
          <pc:docMk/>
          <pc:sldMk cId="3572340083" sldId="563"/>
        </pc:sldMkLst>
        <pc:spChg chg="mod">
          <ac:chgData name="Luis Carlos Guevara Hernandez" userId="946bcc4c-b146-4724-978c-751fab731e0a" providerId="ADAL" clId="{E8E95438-7D72-4151-95E2-CCAFE31D1FDF}" dt="2026-03-09T23:41:34.356" v="6358" actId="790"/>
          <ac:spMkLst>
            <pc:docMk/>
            <pc:sldMk cId="3572340083" sldId="563"/>
            <ac:spMk id="17" creationId="{1489406D-EFD8-C355-C036-A69115014B49}"/>
          </ac:spMkLst>
        </pc:spChg>
        <pc:spChg chg="add mod">
          <ac:chgData name="Luis Carlos Guevara Hernandez" userId="946bcc4c-b146-4724-978c-751fab731e0a" providerId="ADAL" clId="{E8E95438-7D72-4151-95E2-CCAFE31D1FDF}" dt="2026-03-08T18:07:02.409" v="2190" actId="20577"/>
          <ac:spMkLst>
            <pc:docMk/>
            <pc:sldMk cId="3572340083" sldId="563"/>
            <ac:spMk id="21" creationId="{0247DCB4-3CF6-FB71-B88D-E009F53CC514}"/>
          </ac:spMkLst>
        </pc:spChg>
        <pc:spChg chg="add mod">
          <ac:chgData name="Luis Carlos Guevara Hernandez" userId="946bcc4c-b146-4724-978c-751fab731e0a" providerId="ADAL" clId="{E8E95438-7D72-4151-95E2-CCAFE31D1FDF}" dt="2026-03-09T23:41:34.356" v="6358" actId="790"/>
          <ac:spMkLst>
            <pc:docMk/>
            <pc:sldMk cId="3572340083" sldId="563"/>
            <ac:spMk id="23" creationId="{00DECE54-A895-B11A-B301-8AF5F1A62C90}"/>
          </ac:spMkLst>
        </pc:spChg>
        <pc:spChg chg="mod">
          <ac:chgData name="Luis Carlos Guevara Hernandez" userId="946bcc4c-b146-4724-978c-751fab731e0a" providerId="ADAL" clId="{E8E95438-7D72-4151-95E2-CCAFE31D1FDF}" dt="2026-03-09T23:41:34.356" v="6358" actId="790"/>
          <ac:spMkLst>
            <pc:docMk/>
            <pc:sldMk cId="3572340083" sldId="563"/>
            <ac:spMk id="34" creationId="{5A7A084E-C12F-7C23-A70E-7F1FBFC0D153}"/>
          </ac:spMkLst>
        </pc:spChg>
        <pc:spChg chg="mod">
          <ac:chgData name="Luis Carlos Guevara Hernandez" userId="946bcc4c-b146-4724-978c-751fab731e0a" providerId="ADAL" clId="{E8E95438-7D72-4151-95E2-CCAFE31D1FDF}" dt="2026-03-09T23:41:34.356" v="6358" actId="790"/>
          <ac:spMkLst>
            <pc:docMk/>
            <pc:sldMk cId="3572340083" sldId="563"/>
            <ac:spMk id="44" creationId="{4A58643E-8182-8EFF-8A1F-704015E3743E}"/>
          </ac:spMkLst>
        </pc:spChg>
        <pc:spChg chg="mod">
          <ac:chgData name="Luis Carlos Guevara Hernandez" userId="946bcc4c-b146-4724-978c-751fab731e0a" providerId="ADAL" clId="{E8E95438-7D72-4151-95E2-CCAFE31D1FDF}" dt="2026-03-09T23:41:34.356" v="6358" actId="790"/>
          <ac:spMkLst>
            <pc:docMk/>
            <pc:sldMk cId="3572340083" sldId="563"/>
            <ac:spMk id="45" creationId="{ABF3E780-397A-3775-C4A0-25B6A0531355}"/>
          </ac:spMkLst>
        </pc:spChg>
        <pc:spChg chg="mod">
          <ac:chgData name="Luis Carlos Guevara Hernandez" userId="946bcc4c-b146-4724-978c-751fab731e0a" providerId="ADAL" clId="{E8E95438-7D72-4151-95E2-CCAFE31D1FDF}" dt="2026-03-09T23:41:34.356" v="6358" actId="790"/>
          <ac:spMkLst>
            <pc:docMk/>
            <pc:sldMk cId="3572340083" sldId="563"/>
            <ac:spMk id="50" creationId="{86365942-8E7C-E2C4-87EC-6F64FB2B3DC2}"/>
          </ac:spMkLst>
        </pc:spChg>
        <pc:spChg chg="mod">
          <ac:chgData name="Luis Carlos Guevara Hernandez" userId="946bcc4c-b146-4724-978c-751fab731e0a" providerId="ADAL" clId="{E8E95438-7D72-4151-95E2-CCAFE31D1FDF}" dt="2026-03-08T18:06:05.791" v="2062" actId="207"/>
          <ac:spMkLst>
            <pc:docMk/>
            <pc:sldMk cId="3572340083" sldId="563"/>
            <ac:spMk id="51" creationId="{CFC387DB-E700-4C19-310F-EDCE0AC813FC}"/>
          </ac:spMkLst>
        </pc:spChg>
        <pc:spChg chg="mod ord">
          <ac:chgData name="Luis Carlos Guevara Hernandez" userId="946bcc4c-b146-4724-978c-751fab731e0a" providerId="ADAL" clId="{E8E95438-7D72-4151-95E2-CCAFE31D1FDF}" dt="2026-03-09T23:41:34.356" v="6358" actId="790"/>
          <ac:spMkLst>
            <pc:docMk/>
            <pc:sldMk cId="3572340083" sldId="563"/>
            <ac:spMk id="55" creationId="{B8FDA119-BE15-163E-C143-FB3634327E42}"/>
          </ac:spMkLst>
        </pc:spChg>
        <pc:spChg chg="mod ord">
          <ac:chgData name="Luis Carlos Guevara Hernandez" userId="946bcc4c-b146-4724-978c-751fab731e0a" providerId="ADAL" clId="{E8E95438-7D72-4151-95E2-CCAFE31D1FDF}" dt="2026-03-08T18:04:56.595" v="1939" actId="962"/>
          <ac:spMkLst>
            <pc:docMk/>
            <pc:sldMk cId="3572340083" sldId="563"/>
            <ac:spMk id="58" creationId="{92038E4A-D07A-1A69-3A17-A48480846184}"/>
          </ac:spMkLst>
        </pc:spChg>
        <pc:spChg chg="mod">
          <ac:chgData name="Luis Carlos Guevara Hernandez" userId="946bcc4c-b146-4724-978c-751fab731e0a" providerId="ADAL" clId="{E8E95438-7D72-4151-95E2-CCAFE31D1FDF}" dt="2026-03-09T23:41:34.356" v="6358" actId="790"/>
          <ac:spMkLst>
            <pc:docMk/>
            <pc:sldMk cId="3572340083" sldId="563"/>
            <ac:spMk id="62" creationId="{96259AEF-EE55-D833-33B9-A98D49FD4893}"/>
          </ac:spMkLst>
        </pc:spChg>
        <pc:spChg chg="mod">
          <ac:chgData name="Luis Carlos Guevara Hernandez" userId="946bcc4c-b146-4724-978c-751fab731e0a" providerId="ADAL" clId="{E8E95438-7D72-4151-95E2-CCAFE31D1FDF}" dt="2026-03-09T23:41:34.356" v="6358" actId="790"/>
          <ac:spMkLst>
            <pc:docMk/>
            <pc:sldMk cId="3572340083" sldId="563"/>
            <ac:spMk id="63" creationId="{DD05A548-BC00-7F17-1AE7-EBC40716DBF0}"/>
          </ac:spMkLst>
        </pc:spChg>
        <pc:spChg chg="mod">
          <ac:chgData name="Luis Carlos Guevara Hernandez" userId="946bcc4c-b146-4724-978c-751fab731e0a" providerId="ADAL" clId="{E8E95438-7D72-4151-95E2-CCAFE31D1FDF}" dt="2026-03-08T18:06:05.791" v="2062" actId="207"/>
          <ac:spMkLst>
            <pc:docMk/>
            <pc:sldMk cId="3572340083" sldId="563"/>
            <ac:spMk id="68" creationId="{BBF05929-C807-7F0A-47B0-CE981EFE8069}"/>
          </ac:spMkLst>
        </pc:spChg>
        <pc:spChg chg="mod ord">
          <ac:chgData name="Luis Carlos Guevara Hernandez" userId="946bcc4c-b146-4724-978c-751fab731e0a" providerId="ADAL" clId="{E8E95438-7D72-4151-95E2-CCAFE31D1FDF}" dt="2026-03-08T18:06:05.791" v="2062" actId="207"/>
          <ac:spMkLst>
            <pc:docMk/>
            <pc:sldMk cId="3572340083" sldId="563"/>
            <ac:spMk id="73" creationId="{DFA65990-2D5F-813E-80A2-DAF6B937FCC9}"/>
          </ac:spMkLst>
        </pc:spChg>
        <pc:spChg chg="mod ord">
          <ac:chgData name="Luis Carlos Guevara Hernandez" userId="946bcc4c-b146-4724-978c-751fab731e0a" providerId="ADAL" clId="{E8E95438-7D72-4151-95E2-CCAFE31D1FDF}" dt="2026-03-08T18:05:41.877" v="2025" actId="962"/>
          <ac:spMkLst>
            <pc:docMk/>
            <pc:sldMk cId="3572340083" sldId="563"/>
            <ac:spMk id="76" creationId="{721B2401-DE6E-5282-A9B8-04B1ED1F7529}"/>
          </ac:spMkLst>
        </pc:spChg>
        <pc:spChg chg="mod ord">
          <ac:chgData name="Luis Carlos Guevara Hernandez" userId="946bcc4c-b146-4724-978c-751fab731e0a" providerId="ADAL" clId="{E8E95438-7D72-4151-95E2-CCAFE31D1FDF}" dt="2026-03-08T18:06:05.791" v="2062" actId="207"/>
          <ac:spMkLst>
            <pc:docMk/>
            <pc:sldMk cId="3572340083" sldId="563"/>
            <ac:spMk id="79" creationId="{5AB772CA-F1F6-E4DE-A948-0BC653EDD916}"/>
          </ac:spMkLst>
        </pc:spChg>
        <pc:spChg chg="mod">
          <ac:chgData name="Luis Carlos Guevara Hernandez" userId="946bcc4c-b146-4724-978c-751fab731e0a" providerId="ADAL" clId="{E8E95438-7D72-4151-95E2-CCAFE31D1FDF}" dt="2026-03-09T23:41:34.356" v="6358" actId="790"/>
          <ac:spMkLst>
            <pc:docMk/>
            <pc:sldMk cId="3572340083" sldId="563"/>
            <ac:spMk id="84" creationId="{292251E0-8162-6A9E-5183-F38FE5C3146B}"/>
          </ac:spMkLst>
        </pc:spChg>
        <pc:grpChg chg="mod ord">
          <ac:chgData name="Luis Carlos Guevara Hernandez" userId="946bcc4c-b146-4724-978c-751fab731e0a" providerId="ADAL" clId="{E8E95438-7D72-4151-95E2-CCAFE31D1FDF}" dt="2026-03-08T18:07:09.160" v="2197" actId="1035"/>
          <ac:grpSpMkLst>
            <pc:docMk/>
            <pc:sldMk cId="3572340083" sldId="563"/>
            <ac:grpSpMk id="46" creationId="{60A2667A-3D3A-7843-4F42-454602B3E65C}"/>
          </ac:grpSpMkLst>
        </pc:grpChg>
        <pc:grpChg chg="mod ord">
          <ac:chgData name="Luis Carlos Guevara Hernandez" userId="946bcc4c-b146-4724-978c-751fab731e0a" providerId="ADAL" clId="{E8E95438-7D72-4151-95E2-CCAFE31D1FDF}" dt="2026-03-08T18:07:09.160" v="2197" actId="1035"/>
          <ac:grpSpMkLst>
            <pc:docMk/>
            <pc:sldMk cId="3572340083" sldId="563"/>
            <ac:grpSpMk id="52" creationId="{3C7BE806-9E78-E31B-7053-849919059212}"/>
          </ac:grpSpMkLst>
        </pc:grpChg>
        <pc:grpChg chg="mod ord">
          <ac:chgData name="Luis Carlos Guevara Hernandez" userId="946bcc4c-b146-4724-978c-751fab731e0a" providerId="ADAL" clId="{E8E95438-7D72-4151-95E2-CCAFE31D1FDF}" dt="2026-03-08T18:05:10.247" v="1962" actId="962"/>
          <ac:grpSpMkLst>
            <pc:docMk/>
            <pc:sldMk cId="3572340083" sldId="563"/>
            <ac:grpSpMk id="64" creationId="{24880E8C-4F31-0356-D1A4-CCF36BE40B2D}"/>
          </ac:grpSpMkLst>
        </pc:grpChg>
        <pc:grpChg chg="mod ord">
          <ac:chgData name="Luis Carlos Guevara Hernandez" userId="946bcc4c-b146-4724-978c-751fab731e0a" providerId="ADAL" clId="{E8E95438-7D72-4151-95E2-CCAFE31D1FDF}" dt="2026-03-08T18:05:16.725" v="1983" actId="962"/>
          <ac:grpSpMkLst>
            <pc:docMk/>
            <pc:sldMk cId="3572340083" sldId="563"/>
            <ac:grpSpMk id="70" creationId="{AEEA911A-E0A1-3E71-F408-99653A5F4829}"/>
          </ac:grpSpMkLst>
        </pc:grpChg>
        <pc:grpChg chg="mod ord">
          <ac:chgData name="Luis Carlos Guevara Hernandez" userId="946bcc4c-b146-4724-978c-751fab731e0a" providerId="ADAL" clId="{E8E95438-7D72-4151-95E2-CCAFE31D1FDF}" dt="2026-03-08T18:06:00.326" v="2061" actId="962"/>
          <ac:grpSpMkLst>
            <pc:docMk/>
            <pc:sldMk cId="3572340083" sldId="563"/>
            <ac:grpSpMk id="85" creationId="{9817F3C9-5A27-5014-0DAC-424126C655C0}"/>
          </ac:grpSpMkLst>
        </pc:grpChg>
        <pc:graphicFrameChg chg="modGraphic">
          <ac:chgData name="Luis Carlos Guevara Hernandez" userId="946bcc4c-b146-4724-978c-751fab731e0a" providerId="ADAL" clId="{E8E95438-7D72-4151-95E2-CCAFE31D1FDF}" dt="2026-03-08T18:06:58.156" v="2180" actId="20577"/>
          <ac:graphicFrameMkLst>
            <pc:docMk/>
            <pc:sldMk cId="3572340083" sldId="563"/>
            <ac:graphicFrameMk id="2" creationId="{AC3208DB-DCB3-8E7A-F375-9853EFFA647C}"/>
          </ac:graphicFrameMkLst>
        </pc:graphicFrameChg>
      </pc:sldChg>
      <pc:sldChg chg="addSp delSp modSp add mod delAnim modAnim">
        <pc:chgData name="Luis Carlos Guevara Hernandez" userId="946bcc4c-b146-4724-978c-751fab731e0a" providerId="ADAL" clId="{E8E95438-7D72-4151-95E2-CCAFE31D1FDF}" dt="2026-03-09T23:41:34.356" v="6358" actId="790"/>
        <pc:sldMkLst>
          <pc:docMk/>
          <pc:sldMk cId="1118020017" sldId="564"/>
        </pc:sldMkLst>
        <pc:spChg chg="add mod">
          <ac:chgData name="Luis Carlos Guevara Hernandez" userId="946bcc4c-b146-4724-978c-751fab731e0a" providerId="ADAL" clId="{E8E95438-7D72-4151-95E2-CCAFE31D1FDF}" dt="2026-03-09T23:41:34.356" v="6358" actId="790"/>
          <ac:spMkLst>
            <pc:docMk/>
            <pc:sldMk cId="1118020017" sldId="564"/>
            <ac:spMk id="3" creationId="{92B2819B-147C-CDAE-2AAE-1D13448559C4}"/>
          </ac:spMkLst>
        </pc:spChg>
        <pc:spChg chg="add mod">
          <ac:chgData name="Luis Carlos Guevara Hernandez" userId="946bcc4c-b146-4724-978c-751fab731e0a" providerId="ADAL" clId="{E8E95438-7D72-4151-95E2-CCAFE31D1FDF}" dt="2026-03-09T23:41:34.356" v="6358" actId="790"/>
          <ac:spMkLst>
            <pc:docMk/>
            <pc:sldMk cId="1118020017" sldId="564"/>
            <ac:spMk id="4" creationId="{7C4DE904-77DA-BAFA-6FA9-F929A5331578}"/>
          </ac:spMkLst>
        </pc:spChg>
        <pc:spChg chg="add mod">
          <ac:chgData name="Luis Carlos Guevara Hernandez" userId="946bcc4c-b146-4724-978c-751fab731e0a" providerId="ADAL" clId="{E8E95438-7D72-4151-95E2-CCAFE31D1FDF}" dt="2026-03-08T18:12:22.008" v="2429" actId="207"/>
          <ac:spMkLst>
            <pc:docMk/>
            <pc:sldMk cId="1118020017" sldId="564"/>
            <ac:spMk id="5" creationId="{0935179A-39BD-EAAC-E36D-96EF30FEDAD9}"/>
          </ac:spMkLst>
        </pc:spChg>
        <pc:spChg chg="mod">
          <ac:chgData name="Luis Carlos Guevara Hernandez" userId="946bcc4c-b146-4724-978c-751fab731e0a" providerId="ADAL" clId="{E8E95438-7D72-4151-95E2-CCAFE31D1FDF}" dt="2026-03-09T23:41:34.356" v="6358" actId="790"/>
          <ac:spMkLst>
            <pc:docMk/>
            <pc:sldMk cId="1118020017" sldId="564"/>
            <ac:spMk id="9" creationId="{4D1391B8-6EB6-D1CF-68D3-DF06CB1F4DAB}"/>
          </ac:spMkLst>
        </pc:spChg>
        <pc:spChg chg="mod">
          <ac:chgData name="Luis Carlos Guevara Hernandez" userId="946bcc4c-b146-4724-978c-751fab731e0a" providerId="ADAL" clId="{E8E95438-7D72-4151-95E2-CCAFE31D1FDF}" dt="2026-03-09T23:41:34.356" v="6358" actId="790"/>
          <ac:spMkLst>
            <pc:docMk/>
            <pc:sldMk cId="1118020017" sldId="564"/>
            <ac:spMk id="12" creationId="{4D3962C2-87A8-4DB4-5AA4-C0D6915A4A35}"/>
          </ac:spMkLst>
        </pc:spChg>
        <pc:spChg chg="mod">
          <ac:chgData name="Luis Carlos Guevara Hernandez" userId="946bcc4c-b146-4724-978c-751fab731e0a" providerId="ADAL" clId="{E8E95438-7D72-4151-95E2-CCAFE31D1FDF}" dt="2026-03-08T18:10:34.501" v="2203"/>
          <ac:spMkLst>
            <pc:docMk/>
            <pc:sldMk cId="1118020017" sldId="564"/>
            <ac:spMk id="15" creationId="{3EB35335-A308-8631-B479-49C9EE0D09DD}"/>
          </ac:spMkLst>
        </pc:spChg>
        <pc:spChg chg="mod">
          <ac:chgData name="Luis Carlos Guevara Hernandez" userId="946bcc4c-b146-4724-978c-751fab731e0a" providerId="ADAL" clId="{E8E95438-7D72-4151-95E2-CCAFE31D1FDF}" dt="2026-03-09T23:41:34.356" v="6358" actId="790"/>
          <ac:spMkLst>
            <pc:docMk/>
            <pc:sldMk cId="1118020017" sldId="564"/>
            <ac:spMk id="17" creationId="{E8803509-6BAF-D58D-114C-217B4399D40B}"/>
          </ac:spMkLst>
        </pc:spChg>
        <pc:spChg chg="mod">
          <ac:chgData name="Luis Carlos Guevara Hernandez" userId="946bcc4c-b146-4724-978c-751fab731e0a" providerId="ADAL" clId="{E8E95438-7D72-4151-95E2-CCAFE31D1FDF}" dt="2026-03-09T23:41:34.356" v="6358" actId="790"/>
          <ac:spMkLst>
            <pc:docMk/>
            <pc:sldMk cId="1118020017" sldId="564"/>
            <ac:spMk id="19" creationId="{FE7342ED-B986-8325-38D1-CDDB9FAAFEB4}"/>
          </ac:spMkLst>
        </pc:spChg>
        <pc:spChg chg="mod">
          <ac:chgData name="Luis Carlos Guevara Hernandez" userId="946bcc4c-b146-4724-978c-751fab731e0a" providerId="ADAL" clId="{E8E95438-7D72-4151-95E2-CCAFE31D1FDF}" dt="2026-03-09T23:41:34.356" v="6358" actId="790"/>
          <ac:spMkLst>
            <pc:docMk/>
            <pc:sldMk cId="1118020017" sldId="564"/>
            <ac:spMk id="24" creationId="{C8097082-BFCC-4030-F350-CDD47B79BAD1}"/>
          </ac:spMkLst>
        </pc:spChg>
        <pc:spChg chg="mod">
          <ac:chgData name="Luis Carlos Guevara Hernandez" userId="946bcc4c-b146-4724-978c-751fab731e0a" providerId="ADAL" clId="{E8E95438-7D72-4151-95E2-CCAFE31D1FDF}" dt="2026-03-09T23:41:34.356" v="6358" actId="790"/>
          <ac:spMkLst>
            <pc:docMk/>
            <pc:sldMk cId="1118020017" sldId="564"/>
            <ac:spMk id="27" creationId="{5039AEAC-EDA4-4A26-F4B9-13F6C0300D75}"/>
          </ac:spMkLst>
        </pc:spChg>
        <pc:spChg chg="mod">
          <ac:chgData name="Luis Carlos Guevara Hernandez" userId="946bcc4c-b146-4724-978c-751fab731e0a" providerId="ADAL" clId="{E8E95438-7D72-4151-95E2-CCAFE31D1FDF}" dt="2026-03-09T23:41:34.356" v="6358" actId="790"/>
          <ac:spMkLst>
            <pc:docMk/>
            <pc:sldMk cId="1118020017" sldId="564"/>
            <ac:spMk id="30" creationId="{E4339270-2F22-7CB2-1AF1-4AED2F85D536}"/>
          </ac:spMkLst>
        </pc:spChg>
        <pc:spChg chg="mod">
          <ac:chgData name="Luis Carlos Guevara Hernandez" userId="946bcc4c-b146-4724-978c-751fab731e0a" providerId="ADAL" clId="{E8E95438-7D72-4151-95E2-CCAFE31D1FDF}" dt="2026-03-09T23:41:34.356" v="6358" actId="790"/>
          <ac:spMkLst>
            <pc:docMk/>
            <pc:sldMk cId="1118020017" sldId="564"/>
            <ac:spMk id="43" creationId="{B0916DFD-7DD7-2FC8-539D-3B114A3AB5C2}"/>
          </ac:spMkLst>
        </pc:spChg>
      </pc:sldChg>
      <pc:sldChg chg="addSp delSp modSp add mod delAnim modAnim">
        <pc:chgData name="Luis Carlos Guevara Hernandez" userId="946bcc4c-b146-4724-978c-751fab731e0a" providerId="ADAL" clId="{E8E95438-7D72-4151-95E2-CCAFE31D1FDF}" dt="2026-03-09T23:41:34.356" v="6358" actId="790"/>
        <pc:sldMkLst>
          <pc:docMk/>
          <pc:sldMk cId="1954089118" sldId="565"/>
        </pc:sldMkLst>
        <pc:spChg chg="add mod">
          <ac:chgData name="Luis Carlos Guevara Hernandez" userId="946bcc4c-b146-4724-978c-751fab731e0a" providerId="ADAL" clId="{E8E95438-7D72-4151-95E2-CCAFE31D1FDF}" dt="2026-03-09T23:41:34.356" v="6358" actId="790"/>
          <ac:spMkLst>
            <pc:docMk/>
            <pc:sldMk cId="1954089118" sldId="565"/>
            <ac:spMk id="2" creationId="{47A277DD-74F7-502E-A6B0-ACF3928FDCDA}"/>
          </ac:spMkLst>
        </pc:spChg>
        <pc:spChg chg="mod">
          <ac:chgData name="Luis Carlos Guevara Hernandez" userId="946bcc4c-b146-4724-978c-751fab731e0a" providerId="ADAL" clId="{E8E95438-7D72-4151-95E2-CCAFE31D1FDF}" dt="2026-03-09T23:41:34.356" v="6358" actId="790"/>
          <ac:spMkLst>
            <pc:docMk/>
            <pc:sldMk cId="1954089118" sldId="565"/>
            <ac:spMk id="17" creationId="{3C376957-695D-81FD-7ACA-690163EFC731}"/>
          </ac:spMkLst>
        </pc:spChg>
        <pc:spChg chg="mod">
          <ac:chgData name="Luis Carlos Guevara Hernandez" userId="946bcc4c-b146-4724-978c-751fab731e0a" providerId="ADAL" clId="{E8E95438-7D72-4151-95E2-CCAFE31D1FDF}" dt="2026-03-08T18:16:22.868" v="2534" actId="165"/>
          <ac:spMkLst>
            <pc:docMk/>
            <pc:sldMk cId="1954089118" sldId="565"/>
            <ac:spMk id="35" creationId="{10D5778C-C8EC-54FD-68E2-A3B2A9860B95}"/>
          </ac:spMkLst>
        </pc:spChg>
        <pc:spChg chg="mod">
          <ac:chgData name="Luis Carlos Guevara Hernandez" userId="946bcc4c-b146-4724-978c-751fab731e0a" providerId="ADAL" clId="{E8E95438-7D72-4151-95E2-CCAFE31D1FDF}" dt="2026-03-08T18:16:22.868" v="2534" actId="165"/>
          <ac:spMkLst>
            <pc:docMk/>
            <pc:sldMk cId="1954089118" sldId="565"/>
            <ac:spMk id="36" creationId="{D07E32EC-4A25-F576-A624-2AE01570D57F}"/>
          </ac:spMkLst>
        </pc:spChg>
        <pc:spChg chg="add mod">
          <ac:chgData name="Luis Carlos Guevara Hernandez" userId="946bcc4c-b146-4724-978c-751fab731e0a" providerId="ADAL" clId="{E8E95438-7D72-4151-95E2-CCAFE31D1FDF}" dt="2026-03-08T18:16:55.843" v="2540" actId="164"/>
          <ac:spMkLst>
            <pc:docMk/>
            <pc:sldMk cId="1954089118" sldId="565"/>
            <ac:spMk id="37" creationId="{9817DF17-AD04-7BB7-8DE3-ADEC7C00930A}"/>
          </ac:spMkLst>
        </pc:spChg>
        <pc:spChg chg="mod">
          <ac:chgData name="Luis Carlos Guevara Hernandez" userId="946bcc4c-b146-4724-978c-751fab731e0a" providerId="ADAL" clId="{E8E95438-7D72-4151-95E2-CCAFE31D1FDF}" dt="2026-03-08T18:14:01.527" v="2455" actId="207"/>
          <ac:spMkLst>
            <pc:docMk/>
            <pc:sldMk cId="1954089118" sldId="565"/>
            <ac:spMk id="39" creationId="{6A1B6F54-97D7-7F1C-EED3-D00040F5C8D3}"/>
          </ac:spMkLst>
        </pc:spChg>
        <pc:spChg chg="mod">
          <ac:chgData name="Luis Carlos Guevara Hernandez" userId="946bcc4c-b146-4724-978c-751fab731e0a" providerId="ADAL" clId="{E8E95438-7D72-4151-95E2-CCAFE31D1FDF}" dt="2026-03-09T23:41:34.356" v="6358" actId="790"/>
          <ac:spMkLst>
            <pc:docMk/>
            <pc:sldMk cId="1954089118" sldId="565"/>
            <ac:spMk id="43" creationId="{A4266B13-2E0B-2FB5-7EA4-BF416199349F}"/>
          </ac:spMkLst>
        </pc:spChg>
        <pc:spChg chg="add del mod topLvl">
          <ac:chgData name="Luis Carlos Guevara Hernandez" userId="946bcc4c-b146-4724-978c-751fab731e0a" providerId="ADAL" clId="{E8E95438-7D72-4151-95E2-CCAFE31D1FDF}" dt="2026-03-08T18:15:48" v="2511"/>
          <ac:spMkLst>
            <pc:docMk/>
            <pc:sldMk cId="1954089118" sldId="565"/>
            <ac:spMk id="46" creationId="{AC2F0AE0-2D68-0D63-1FB1-FC836F893379}"/>
          </ac:spMkLst>
        </pc:spChg>
        <pc:spChg chg="add del mod topLvl">
          <ac:chgData name="Luis Carlos Guevara Hernandez" userId="946bcc4c-b146-4724-978c-751fab731e0a" providerId="ADAL" clId="{E8E95438-7D72-4151-95E2-CCAFE31D1FDF}" dt="2026-03-08T18:15:48" v="2511"/>
          <ac:spMkLst>
            <pc:docMk/>
            <pc:sldMk cId="1954089118" sldId="565"/>
            <ac:spMk id="47" creationId="{562BE715-12F8-94C7-890E-BD615234075C}"/>
          </ac:spMkLst>
        </pc:spChg>
        <pc:spChg chg="mod">
          <ac:chgData name="Luis Carlos Guevara Hernandez" userId="946bcc4c-b146-4724-978c-751fab731e0a" providerId="ADAL" clId="{E8E95438-7D72-4151-95E2-CCAFE31D1FDF}" dt="2026-03-08T18:16:22.868" v="2534" actId="165"/>
          <ac:spMkLst>
            <pc:docMk/>
            <pc:sldMk cId="1954089118" sldId="565"/>
            <ac:spMk id="49" creationId="{A77F9B08-0C45-849B-B644-FDB9306E9F1C}"/>
          </ac:spMkLst>
        </pc:spChg>
        <pc:spChg chg="mod">
          <ac:chgData name="Luis Carlos Guevara Hernandez" userId="946bcc4c-b146-4724-978c-751fab731e0a" providerId="ADAL" clId="{E8E95438-7D72-4151-95E2-CCAFE31D1FDF}" dt="2026-03-09T23:41:34.356" v="6358" actId="790"/>
          <ac:spMkLst>
            <pc:docMk/>
            <pc:sldMk cId="1954089118" sldId="565"/>
            <ac:spMk id="50" creationId="{39C42898-54C6-CE0D-4756-06FA14041F12}"/>
          </ac:spMkLst>
        </pc:spChg>
        <pc:spChg chg="mod">
          <ac:chgData name="Luis Carlos Guevara Hernandez" userId="946bcc4c-b146-4724-978c-751fab731e0a" providerId="ADAL" clId="{E8E95438-7D72-4151-95E2-CCAFE31D1FDF}" dt="2026-03-08T18:16:22.868" v="2534" actId="165"/>
          <ac:spMkLst>
            <pc:docMk/>
            <pc:sldMk cId="1954089118" sldId="565"/>
            <ac:spMk id="51" creationId="{3DCC6128-F2ED-B973-5E99-0381BBE9897A}"/>
          </ac:spMkLst>
        </pc:spChg>
        <pc:spChg chg="mod">
          <ac:chgData name="Luis Carlos Guevara Hernandez" userId="946bcc4c-b146-4724-978c-751fab731e0a" providerId="ADAL" clId="{E8E95438-7D72-4151-95E2-CCAFE31D1FDF}" dt="2026-03-08T18:16:22.868" v="2534" actId="165"/>
          <ac:spMkLst>
            <pc:docMk/>
            <pc:sldMk cId="1954089118" sldId="565"/>
            <ac:spMk id="52" creationId="{BCA0C68F-F7E8-C03D-D7A7-151A42064136}"/>
          </ac:spMkLst>
        </pc:spChg>
        <pc:spChg chg="mod">
          <ac:chgData name="Luis Carlos Guevara Hernandez" userId="946bcc4c-b146-4724-978c-751fab731e0a" providerId="ADAL" clId="{E8E95438-7D72-4151-95E2-CCAFE31D1FDF}" dt="2026-03-08T18:16:22.868" v="2534" actId="165"/>
          <ac:spMkLst>
            <pc:docMk/>
            <pc:sldMk cId="1954089118" sldId="565"/>
            <ac:spMk id="53" creationId="{E46556BC-9E14-43D0-520A-A1C20A977276}"/>
          </ac:spMkLst>
        </pc:spChg>
        <pc:spChg chg="mod">
          <ac:chgData name="Luis Carlos Guevara Hernandez" userId="946bcc4c-b146-4724-978c-751fab731e0a" providerId="ADAL" clId="{E8E95438-7D72-4151-95E2-CCAFE31D1FDF}" dt="2026-03-08T18:16:22.868" v="2534" actId="165"/>
          <ac:spMkLst>
            <pc:docMk/>
            <pc:sldMk cId="1954089118" sldId="565"/>
            <ac:spMk id="54" creationId="{75AB16B0-49A2-CEF8-C0B4-C3C6273B9CE7}"/>
          </ac:spMkLst>
        </pc:spChg>
        <pc:spChg chg="mod">
          <ac:chgData name="Luis Carlos Guevara Hernandez" userId="946bcc4c-b146-4724-978c-751fab731e0a" providerId="ADAL" clId="{E8E95438-7D72-4151-95E2-CCAFE31D1FDF}" dt="2026-03-08T18:16:22.868" v="2534" actId="165"/>
          <ac:spMkLst>
            <pc:docMk/>
            <pc:sldMk cId="1954089118" sldId="565"/>
            <ac:spMk id="55" creationId="{3D0A1F71-985A-35AE-2C55-8BE223FD43B4}"/>
          </ac:spMkLst>
        </pc:spChg>
        <pc:spChg chg="mod">
          <ac:chgData name="Luis Carlos Guevara Hernandez" userId="946bcc4c-b146-4724-978c-751fab731e0a" providerId="ADAL" clId="{E8E95438-7D72-4151-95E2-CCAFE31D1FDF}" dt="2026-03-08T18:15:32.774" v="2471" actId="165"/>
          <ac:spMkLst>
            <pc:docMk/>
            <pc:sldMk cId="1954089118" sldId="565"/>
            <ac:spMk id="57" creationId="{42DC725D-2943-36E6-795A-5242826E6EEF}"/>
          </ac:spMkLst>
        </pc:spChg>
        <pc:spChg chg="mod">
          <ac:chgData name="Luis Carlos Guevara Hernandez" userId="946bcc4c-b146-4724-978c-751fab731e0a" providerId="ADAL" clId="{E8E95438-7D72-4151-95E2-CCAFE31D1FDF}" dt="2026-03-08T18:15:32.774" v="2471" actId="165"/>
          <ac:spMkLst>
            <pc:docMk/>
            <pc:sldMk cId="1954089118" sldId="565"/>
            <ac:spMk id="58" creationId="{E109330F-9258-F2DC-4764-236A5A879141}"/>
          </ac:spMkLst>
        </pc:spChg>
        <pc:spChg chg="mod">
          <ac:chgData name="Luis Carlos Guevara Hernandez" userId="946bcc4c-b146-4724-978c-751fab731e0a" providerId="ADAL" clId="{E8E95438-7D72-4151-95E2-CCAFE31D1FDF}" dt="2026-03-08T18:15:32.774" v="2471" actId="165"/>
          <ac:spMkLst>
            <pc:docMk/>
            <pc:sldMk cId="1954089118" sldId="565"/>
            <ac:spMk id="59" creationId="{9DDA3B47-412B-56BA-67FB-406EEEC8B419}"/>
          </ac:spMkLst>
        </pc:spChg>
        <pc:spChg chg="mod">
          <ac:chgData name="Luis Carlos Guevara Hernandez" userId="946bcc4c-b146-4724-978c-751fab731e0a" providerId="ADAL" clId="{E8E95438-7D72-4151-95E2-CCAFE31D1FDF}" dt="2026-03-08T18:15:32.774" v="2471" actId="165"/>
          <ac:spMkLst>
            <pc:docMk/>
            <pc:sldMk cId="1954089118" sldId="565"/>
            <ac:spMk id="60" creationId="{88999ADD-52B1-4C7D-3F45-14DA830BE46F}"/>
          </ac:spMkLst>
        </pc:spChg>
        <pc:spChg chg="mod">
          <ac:chgData name="Luis Carlos Guevara Hernandez" userId="946bcc4c-b146-4724-978c-751fab731e0a" providerId="ADAL" clId="{E8E95438-7D72-4151-95E2-CCAFE31D1FDF}" dt="2026-03-08T18:15:32.774" v="2471" actId="165"/>
          <ac:spMkLst>
            <pc:docMk/>
            <pc:sldMk cId="1954089118" sldId="565"/>
            <ac:spMk id="61" creationId="{A85C7A12-3A57-82AA-899B-4F6FCD85FCDF}"/>
          </ac:spMkLst>
        </pc:spChg>
        <pc:spChg chg="mod">
          <ac:chgData name="Luis Carlos Guevara Hernandez" userId="946bcc4c-b146-4724-978c-751fab731e0a" providerId="ADAL" clId="{E8E95438-7D72-4151-95E2-CCAFE31D1FDF}" dt="2026-03-08T18:15:32.774" v="2471" actId="165"/>
          <ac:spMkLst>
            <pc:docMk/>
            <pc:sldMk cId="1954089118" sldId="565"/>
            <ac:spMk id="62" creationId="{812FB88D-8AC1-2D47-3B15-561EC791C2B8}"/>
          </ac:spMkLst>
        </pc:spChg>
        <pc:spChg chg="mod">
          <ac:chgData name="Luis Carlos Guevara Hernandez" userId="946bcc4c-b146-4724-978c-751fab731e0a" providerId="ADAL" clId="{E8E95438-7D72-4151-95E2-CCAFE31D1FDF}" dt="2026-03-09T23:41:34.356" v="6358" actId="790"/>
          <ac:spMkLst>
            <pc:docMk/>
            <pc:sldMk cId="1954089118" sldId="565"/>
            <ac:spMk id="63" creationId="{67F016A1-925C-C3EC-D4DE-EA5464339DF8}"/>
          </ac:spMkLst>
        </pc:spChg>
        <pc:spChg chg="mod">
          <ac:chgData name="Luis Carlos Guevara Hernandez" userId="946bcc4c-b146-4724-978c-751fab731e0a" providerId="ADAL" clId="{E8E95438-7D72-4151-95E2-CCAFE31D1FDF}" dt="2026-03-08T18:13:18.293" v="2442" actId="207"/>
          <ac:spMkLst>
            <pc:docMk/>
            <pc:sldMk cId="1954089118" sldId="565"/>
            <ac:spMk id="65" creationId="{5B5140FA-1650-8630-A431-82B553E31B6B}"/>
          </ac:spMkLst>
        </pc:spChg>
        <pc:spChg chg="mod">
          <ac:chgData name="Luis Carlos Guevara Hernandez" userId="946bcc4c-b146-4724-978c-751fab731e0a" providerId="ADAL" clId="{E8E95438-7D72-4151-95E2-CCAFE31D1FDF}" dt="2026-03-09T23:41:34.356" v="6358" actId="790"/>
          <ac:spMkLst>
            <pc:docMk/>
            <pc:sldMk cId="1954089118" sldId="565"/>
            <ac:spMk id="70" creationId="{0708392A-59ED-096D-080C-0D03DDC4636F}"/>
          </ac:spMkLst>
        </pc:spChg>
        <pc:spChg chg="mod">
          <ac:chgData name="Luis Carlos Guevara Hernandez" userId="946bcc4c-b146-4724-978c-751fab731e0a" providerId="ADAL" clId="{E8E95438-7D72-4151-95E2-CCAFE31D1FDF}" dt="2026-03-08T18:13:18.293" v="2442" actId="207"/>
          <ac:spMkLst>
            <pc:docMk/>
            <pc:sldMk cId="1954089118" sldId="565"/>
            <ac:spMk id="71" creationId="{6F5E3932-7FC0-A5C3-7CFA-8162BF1B4FC2}"/>
          </ac:spMkLst>
        </pc:spChg>
        <pc:spChg chg="mod">
          <ac:chgData name="Luis Carlos Guevara Hernandez" userId="946bcc4c-b146-4724-978c-751fab731e0a" providerId="ADAL" clId="{E8E95438-7D72-4151-95E2-CCAFE31D1FDF}" dt="2026-03-09T23:41:34.356" v="6358" actId="790"/>
          <ac:spMkLst>
            <pc:docMk/>
            <pc:sldMk cId="1954089118" sldId="565"/>
            <ac:spMk id="74" creationId="{B0582E17-57CE-ACB5-7138-57F5F73A45A8}"/>
          </ac:spMkLst>
        </pc:spChg>
        <pc:spChg chg="mod">
          <ac:chgData name="Luis Carlos Guevara Hernandez" userId="946bcc4c-b146-4724-978c-751fab731e0a" providerId="ADAL" clId="{E8E95438-7D72-4151-95E2-CCAFE31D1FDF}" dt="2026-03-08T18:13:18.293" v="2442" actId="207"/>
          <ac:spMkLst>
            <pc:docMk/>
            <pc:sldMk cId="1954089118" sldId="565"/>
            <ac:spMk id="81" creationId="{09065E5B-7F66-464B-2C8C-913B9B57BEB1}"/>
          </ac:spMkLst>
        </pc:spChg>
        <pc:spChg chg="mod">
          <ac:chgData name="Luis Carlos Guevara Hernandez" userId="946bcc4c-b146-4724-978c-751fab731e0a" providerId="ADAL" clId="{E8E95438-7D72-4151-95E2-CCAFE31D1FDF}" dt="2026-03-09T23:41:34.356" v="6358" actId="790"/>
          <ac:spMkLst>
            <pc:docMk/>
            <pc:sldMk cId="1954089118" sldId="565"/>
            <ac:spMk id="83" creationId="{847BB683-85BA-E60A-2306-31D200775300}"/>
          </ac:spMkLst>
        </pc:spChg>
        <pc:spChg chg="mod">
          <ac:chgData name="Luis Carlos Guevara Hernandez" userId="946bcc4c-b146-4724-978c-751fab731e0a" providerId="ADAL" clId="{E8E95438-7D72-4151-95E2-CCAFE31D1FDF}" dt="2026-03-09T23:41:34.356" v="6358" actId="790"/>
          <ac:spMkLst>
            <pc:docMk/>
            <pc:sldMk cId="1954089118" sldId="565"/>
            <ac:spMk id="84" creationId="{4D8D10B5-EAA7-2FB4-6588-FD5267E8D8FE}"/>
          </ac:spMkLst>
        </pc:spChg>
        <pc:spChg chg="mod">
          <ac:chgData name="Luis Carlos Guevara Hernandez" userId="946bcc4c-b146-4724-978c-751fab731e0a" providerId="ADAL" clId="{E8E95438-7D72-4151-95E2-CCAFE31D1FDF}" dt="2026-03-08T18:13:18.293" v="2442" actId="207"/>
          <ac:spMkLst>
            <pc:docMk/>
            <pc:sldMk cId="1954089118" sldId="565"/>
            <ac:spMk id="85" creationId="{C3F7C16A-8FF1-9BB5-4151-D7739D9660A4}"/>
          </ac:spMkLst>
        </pc:spChg>
        <pc:spChg chg="add mod ord topLvl">
          <ac:chgData name="Luis Carlos Guevara Hernandez" userId="946bcc4c-b146-4724-978c-751fab731e0a" providerId="ADAL" clId="{E8E95438-7D72-4151-95E2-CCAFE31D1FDF}" dt="2026-03-08T18:16:46.294" v="2538" actId="164"/>
          <ac:spMkLst>
            <pc:docMk/>
            <pc:sldMk cId="1954089118" sldId="565"/>
            <ac:spMk id="89" creationId="{DB284551-6D09-DF86-077A-041470134D1B}"/>
          </ac:spMkLst>
        </pc:spChg>
        <pc:spChg chg="add mod ord topLvl">
          <ac:chgData name="Luis Carlos Guevara Hernandez" userId="946bcc4c-b146-4724-978c-751fab731e0a" providerId="ADAL" clId="{E8E95438-7D72-4151-95E2-CCAFE31D1FDF}" dt="2026-03-08T18:16:52.155" v="2539" actId="164"/>
          <ac:spMkLst>
            <pc:docMk/>
            <pc:sldMk cId="1954089118" sldId="565"/>
            <ac:spMk id="90" creationId="{CBC67608-C169-684F-397E-232FA5A2F387}"/>
          </ac:spMkLst>
        </pc:spChg>
        <pc:spChg chg="mod">
          <ac:chgData name="Luis Carlos Guevara Hernandez" userId="946bcc4c-b146-4724-978c-751fab731e0a" providerId="ADAL" clId="{E8E95438-7D72-4151-95E2-CCAFE31D1FDF}" dt="2026-03-09T23:41:34.356" v="6358" actId="790"/>
          <ac:spMkLst>
            <pc:docMk/>
            <pc:sldMk cId="1954089118" sldId="565"/>
            <ac:spMk id="105" creationId="{EA027A29-16FD-0EE9-AC2C-FFA145D77025}"/>
          </ac:spMkLst>
        </pc:spChg>
        <pc:spChg chg="mod">
          <ac:chgData name="Luis Carlos Guevara Hernandez" userId="946bcc4c-b146-4724-978c-751fab731e0a" providerId="ADAL" clId="{E8E95438-7D72-4151-95E2-CCAFE31D1FDF}" dt="2026-03-08T18:16:00.907" v="2526" actId="108"/>
          <ac:spMkLst>
            <pc:docMk/>
            <pc:sldMk cId="1954089118" sldId="565"/>
            <ac:spMk id="106" creationId="{A7575A55-5684-C92D-6650-ECEB396F6494}"/>
          </ac:spMkLst>
        </pc:spChg>
        <pc:grpChg chg="mod topLvl">
          <ac:chgData name="Luis Carlos Guevara Hernandez" userId="946bcc4c-b146-4724-978c-751fab731e0a" providerId="ADAL" clId="{E8E95438-7D72-4151-95E2-CCAFE31D1FDF}" dt="2026-03-08T18:16:46.294" v="2538" actId="164"/>
          <ac:grpSpMkLst>
            <pc:docMk/>
            <pc:sldMk cId="1954089118" sldId="565"/>
            <ac:grpSpMk id="34" creationId="{26A6E03D-688A-734B-7E34-750F6625EF77}"/>
          </ac:grpSpMkLst>
        </pc:grpChg>
        <pc:grpChg chg="mod">
          <ac:chgData name="Luis Carlos Guevara Hernandez" userId="946bcc4c-b146-4724-978c-751fab731e0a" providerId="ADAL" clId="{E8E95438-7D72-4151-95E2-CCAFE31D1FDF}" dt="2026-03-08T18:16:59.536" v="2541" actId="164"/>
          <ac:grpSpMkLst>
            <pc:docMk/>
            <pc:sldMk cId="1954089118" sldId="565"/>
            <ac:grpSpMk id="38" creationId="{0EA869EF-0078-94B8-F641-890919497188}"/>
          </ac:grpSpMkLst>
        </pc:grpChg>
        <pc:grpChg chg="add del mod topLvl">
          <ac:chgData name="Luis Carlos Guevara Hernandez" userId="946bcc4c-b146-4724-978c-751fab731e0a" providerId="ADAL" clId="{E8E95438-7D72-4151-95E2-CCAFE31D1FDF}" dt="2026-03-08T18:16:52.155" v="2539" actId="164"/>
          <ac:grpSpMkLst>
            <pc:docMk/>
            <pc:sldMk cId="1954089118" sldId="565"/>
            <ac:grpSpMk id="45" creationId="{8CAA7A90-9DA1-87C5-E539-D3369138AA91}"/>
          </ac:grpSpMkLst>
        </pc:grpChg>
        <pc:grpChg chg="mod">
          <ac:chgData name="Luis Carlos Guevara Hernandez" userId="946bcc4c-b146-4724-978c-751fab731e0a" providerId="ADAL" clId="{E8E95438-7D72-4151-95E2-CCAFE31D1FDF}" dt="2026-03-08T18:16:46.294" v="2538" actId="164"/>
          <ac:grpSpMkLst>
            <pc:docMk/>
            <pc:sldMk cId="1954089118" sldId="565"/>
            <ac:grpSpMk id="48" creationId="{ED269614-D516-1249-120F-115775561357}"/>
          </ac:grpSpMkLst>
        </pc:grpChg>
        <pc:grpChg chg="mod">
          <ac:chgData name="Luis Carlos Guevara Hernandez" userId="946bcc4c-b146-4724-978c-751fab731e0a" providerId="ADAL" clId="{E8E95438-7D72-4151-95E2-CCAFE31D1FDF}" dt="2026-03-08T18:16:52.155" v="2539" actId="164"/>
          <ac:grpSpMkLst>
            <pc:docMk/>
            <pc:sldMk cId="1954089118" sldId="565"/>
            <ac:grpSpMk id="56" creationId="{781B0491-B772-4988-AF96-D9C2137DAC51}"/>
          </ac:grpSpMkLst>
        </pc:grpChg>
        <pc:grpChg chg="mod">
          <ac:chgData name="Luis Carlos Guevara Hernandez" userId="946bcc4c-b146-4724-978c-751fab731e0a" providerId="ADAL" clId="{E8E95438-7D72-4151-95E2-CCAFE31D1FDF}" dt="2026-03-08T18:16:55.843" v="2540" actId="164"/>
          <ac:grpSpMkLst>
            <pc:docMk/>
            <pc:sldMk cId="1954089118" sldId="565"/>
            <ac:grpSpMk id="64" creationId="{71253967-8E66-7452-401F-E6F1D0305883}"/>
          </ac:grpSpMkLst>
        </pc:grpChg>
        <pc:grpChg chg="mod">
          <ac:chgData name="Luis Carlos Guevara Hernandez" userId="946bcc4c-b146-4724-978c-751fab731e0a" providerId="ADAL" clId="{E8E95438-7D72-4151-95E2-CCAFE31D1FDF}" dt="2026-03-08T18:16:59.536" v="2541" actId="164"/>
          <ac:grpSpMkLst>
            <pc:docMk/>
            <pc:sldMk cId="1954089118" sldId="565"/>
            <ac:grpSpMk id="72" creationId="{1508C14B-9588-CC92-A89B-E015311FBCE4}"/>
          </ac:grpSpMkLst>
        </pc:grpChg>
        <pc:grpChg chg="mod ord">
          <ac:chgData name="Luis Carlos Guevara Hernandez" userId="946bcc4c-b146-4724-978c-751fab731e0a" providerId="ADAL" clId="{E8E95438-7D72-4151-95E2-CCAFE31D1FDF}" dt="2026-03-08T18:16:55.843" v="2540" actId="164"/>
          <ac:grpSpMkLst>
            <pc:docMk/>
            <pc:sldMk cId="1954089118" sldId="565"/>
            <ac:grpSpMk id="107" creationId="{6EDF6685-FF6E-6CF7-B52B-09C7C446383F}"/>
          </ac:grpSpMkLst>
        </pc:grpChg>
        <pc:grpChg chg="add mod">
          <ac:chgData name="Luis Carlos Guevara Hernandez" userId="946bcc4c-b146-4724-978c-751fab731e0a" providerId="ADAL" clId="{E8E95438-7D72-4151-95E2-CCAFE31D1FDF}" dt="2026-03-08T18:16:46.294" v="2538" actId="164"/>
          <ac:grpSpMkLst>
            <pc:docMk/>
            <pc:sldMk cId="1954089118" sldId="565"/>
            <ac:grpSpMk id="111" creationId="{F7C23318-AACA-C76A-7F4E-7802E8CDF7A0}"/>
          </ac:grpSpMkLst>
        </pc:grpChg>
        <pc:grpChg chg="add mod">
          <ac:chgData name="Luis Carlos Guevara Hernandez" userId="946bcc4c-b146-4724-978c-751fab731e0a" providerId="ADAL" clId="{E8E95438-7D72-4151-95E2-CCAFE31D1FDF}" dt="2026-03-08T18:16:52.155" v="2539" actId="164"/>
          <ac:grpSpMkLst>
            <pc:docMk/>
            <pc:sldMk cId="1954089118" sldId="565"/>
            <ac:grpSpMk id="112" creationId="{7469C4B2-1ACC-B468-C98C-AB38FC5549F4}"/>
          </ac:grpSpMkLst>
        </pc:grpChg>
        <pc:grpChg chg="add mod">
          <ac:chgData name="Luis Carlos Guevara Hernandez" userId="946bcc4c-b146-4724-978c-751fab731e0a" providerId="ADAL" clId="{E8E95438-7D72-4151-95E2-CCAFE31D1FDF}" dt="2026-03-08T18:16:55.843" v="2540" actId="164"/>
          <ac:grpSpMkLst>
            <pc:docMk/>
            <pc:sldMk cId="1954089118" sldId="565"/>
            <ac:grpSpMk id="113" creationId="{DEBF50F5-D39F-7BE3-1B70-537032A47E2C}"/>
          </ac:grpSpMkLst>
        </pc:grpChg>
        <pc:grpChg chg="add mod">
          <ac:chgData name="Luis Carlos Guevara Hernandez" userId="946bcc4c-b146-4724-978c-751fab731e0a" providerId="ADAL" clId="{E8E95438-7D72-4151-95E2-CCAFE31D1FDF}" dt="2026-03-08T18:16:59.536" v="2541" actId="164"/>
          <ac:grpSpMkLst>
            <pc:docMk/>
            <pc:sldMk cId="1954089118" sldId="565"/>
            <ac:grpSpMk id="114" creationId="{ED373262-330D-D6CE-AB95-58AB791C3DA0}"/>
          </ac:grpSpMkLst>
        </pc:grpChg>
        <pc:picChg chg="mod">
          <ac:chgData name="Luis Carlos Guevara Hernandez" userId="946bcc4c-b146-4724-978c-751fab731e0a" providerId="ADAL" clId="{E8E95438-7D72-4151-95E2-CCAFE31D1FDF}" dt="2026-03-08T18:13:55.147" v="2454" actId="207"/>
          <ac:picMkLst>
            <pc:docMk/>
            <pc:sldMk cId="1954089118" sldId="565"/>
            <ac:picMk id="40" creationId="{A674341A-7284-66F5-B790-B9461286D89B}"/>
          </ac:picMkLst>
        </pc:picChg>
      </pc:sldChg>
      <pc:sldChg chg="addSp delSp modSp add mod delAnim modAnim">
        <pc:chgData name="Luis Carlos Guevara Hernandez" userId="946bcc4c-b146-4724-978c-751fab731e0a" providerId="ADAL" clId="{E8E95438-7D72-4151-95E2-CCAFE31D1FDF}" dt="2026-03-09T23:41:34.356" v="6358" actId="790"/>
        <pc:sldMkLst>
          <pc:docMk/>
          <pc:sldMk cId="957921894" sldId="567"/>
        </pc:sldMkLst>
        <pc:spChg chg="add mod">
          <ac:chgData name="Luis Carlos Guevara Hernandez" userId="946bcc4c-b146-4724-978c-751fab731e0a" providerId="ADAL" clId="{E8E95438-7D72-4151-95E2-CCAFE31D1FDF}" dt="2026-03-09T23:41:34.356" v="6358" actId="790"/>
          <ac:spMkLst>
            <pc:docMk/>
            <pc:sldMk cId="957921894" sldId="567"/>
            <ac:spMk id="3" creationId="{00033CA3-4F2B-B13D-F196-7E7F8152EEEC}"/>
          </ac:spMkLst>
        </pc:spChg>
        <pc:spChg chg="add mod">
          <ac:chgData name="Luis Carlos Guevara Hernandez" userId="946bcc4c-b146-4724-978c-751fab731e0a" providerId="ADAL" clId="{E8E95438-7D72-4151-95E2-CCAFE31D1FDF}" dt="2026-03-08T18:20:37.901" v="2679" actId="1076"/>
          <ac:spMkLst>
            <pc:docMk/>
            <pc:sldMk cId="957921894" sldId="567"/>
            <ac:spMk id="4" creationId="{72E226E0-4B91-D5BB-7D37-F7E42EEE3E1C}"/>
          </ac:spMkLst>
        </pc:spChg>
        <pc:spChg chg="add mod">
          <ac:chgData name="Luis Carlos Guevara Hernandez" userId="946bcc4c-b146-4724-978c-751fab731e0a" providerId="ADAL" clId="{E8E95438-7D72-4151-95E2-CCAFE31D1FDF}" dt="2026-03-08T18:20:37.901" v="2679" actId="1076"/>
          <ac:spMkLst>
            <pc:docMk/>
            <pc:sldMk cId="957921894" sldId="567"/>
            <ac:spMk id="6" creationId="{7B9D6995-9E54-BD95-E9D3-CFC7625A83F2}"/>
          </ac:spMkLst>
        </pc:spChg>
        <pc:spChg chg="mod">
          <ac:chgData name="Luis Carlos Guevara Hernandez" userId="946bcc4c-b146-4724-978c-751fab731e0a" providerId="ADAL" clId="{E8E95438-7D72-4151-95E2-CCAFE31D1FDF}" dt="2026-03-08T18:19:51.392" v="2663" actId="207"/>
          <ac:spMkLst>
            <pc:docMk/>
            <pc:sldMk cId="957921894" sldId="567"/>
            <ac:spMk id="12" creationId="{526E0A81-8F9F-E477-7215-F690B9EB2E9B}"/>
          </ac:spMkLst>
        </pc:spChg>
        <pc:spChg chg="mod">
          <ac:chgData name="Luis Carlos Guevara Hernandez" userId="946bcc4c-b146-4724-978c-751fab731e0a" providerId="ADAL" clId="{E8E95438-7D72-4151-95E2-CCAFE31D1FDF}" dt="2026-03-08T18:19:51.392" v="2663" actId="207"/>
          <ac:spMkLst>
            <pc:docMk/>
            <pc:sldMk cId="957921894" sldId="567"/>
            <ac:spMk id="13" creationId="{D9FAD7FE-0426-4376-AD0D-13F0E2E51F10}"/>
          </ac:spMkLst>
        </pc:spChg>
        <pc:spChg chg="mod">
          <ac:chgData name="Luis Carlos Guevara Hernandez" userId="946bcc4c-b146-4724-978c-751fab731e0a" providerId="ADAL" clId="{E8E95438-7D72-4151-95E2-CCAFE31D1FDF}" dt="2026-03-09T23:41:34.356" v="6358" actId="790"/>
          <ac:spMkLst>
            <pc:docMk/>
            <pc:sldMk cId="957921894" sldId="567"/>
            <ac:spMk id="14" creationId="{C437C624-8C53-3789-B9E8-1DD286545BA8}"/>
          </ac:spMkLst>
        </pc:spChg>
        <pc:spChg chg="mod">
          <ac:chgData name="Luis Carlos Guevara Hernandez" userId="946bcc4c-b146-4724-978c-751fab731e0a" providerId="ADAL" clId="{E8E95438-7D72-4151-95E2-CCAFE31D1FDF}" dt="2026-03-08T18:19:51.392" v="2663" actId="207"/>
          <ac:spMkLst>
            <pc:docMk/>
            <pc:sldMk cId="957921894" sldId="567"/>
            <ac:spMk id="18" creationId="{535A17BC-E820-86D9-AE9E-D520227B0ABE}"/>
          </ac:spMkLst>
        </pc:spChg>
        <pc:spChg chg="mod">
          <ac:chgData name="Luis Carlos Guevara Hernandez" userId="946bcc4c-b146-4724-978c-751fab731e0a" providerId="ADAL" clId="{E8E95438-7D72-4151-95E2-CCAFE31D1FDF}" dt="2026-03-08T18:19:51.392" v="2663" actId="207"/>
          <ac:spMkLst>
            <pc:docMk/>
            <pc:sldMk cId="957921894" sldId="567"/>
            <ac:spMk id="19" creationId="{D267BB09-69C3-B204-FE74-6A16F9C39D4B}"/>
          </ac:spMkLst>
        </pc:spChg>
        <pc:spChg chg="mod">
          <ac:chgData name="Luis Carlos Guevara Hernandez" userId="946bcc4c-b146-4724-978c-751fab731e0a" providerId="ADAL" clId="{E8E95438-7D72-4151-95E2-CCAFE31D1FDF}" dt="2026-03-08T18:19:51.392" v="2663" actId="207"/>
          <ac:spMkLst>
            <pc:docMk/>
            <pc:sldMk cId="957921894" sldId="567"/>
            <ac:spMk id="22" creationId="{B8730982-668C-9958-8B67-1BCE8FD85A5E}"/>
          </ac:spMkLst>
        </pc:spChg>
        <pc:spChg chg="mod">
          <ac:chgData name="Luis Carlos Guevara Hernandez" userId="946bcc4c-b146-4724-978c-751fab731e0a" providerId="ADAL" clId="{E8E95438-7D72-4151-95E2-CCAFE31D1FDF}" dt="2026-03-08T18:19:51.392" v="2663" actId="207"/>
          <ac:spMkLst>
            <pc:docMk/>
            <pc:sldMk cId="957921894" sldId="567"/>
            <ac:spMk id="24" creationId="{940887DD-BBA6-7790-8758-919A9652EFAC}"/>
          </ac:spMkLst>
        </pc:spChg>
        <pc:spChg chg="mod">
          <ac:chgData name="Luis Carlos Guevara Hernandez" userId="946bcc4c-b146-4724-978c-751fab731e0a" providerId="ADAL" clId="{E8E95438-7D72-4151-95E2-CCAFE31D1FDF}" dt="2026-03-08T18:19:51.392" v="2663" actId="207"/>
          <ac:spMkLst>
            <pc:docMk/>
            <pc:sldMk cId="957921894" sldId="567"/>
            <ac:spMk id="25" creationId="{12327100-ED3D-E444-0678-3862003EF6B2}"/>
          </ac:spMkLst>
        </pc:spChg>
        <pc:spChg chg="mod">
          <ac:chgData name="Luis Carlos Guevara Hernandez" userId="946bcc4c-b146-4724-978c-751fab731e0a" providerId="ADAL" clId="{E8E95438-7D72-4151-95E2-CCAFE31D1FDF}" dt="2026-03-09T23:41:34.356" v="6358" actId="790"/>
          <ac:spMkLst>
            <pc:docMk/>
            <pc:sldMk cId="957921894" sldId="567"/>
            <ac:spMk id="28" creationId="{DBF00E58-3145-C0E1-42DF-E1441DFEDA8E}"/>
          </ac:spMkLst>
        </pc:spChg>
        <pc:spChg chg="mod">
          <ac:chgData name="Luis Carlos Guevara Hernandez" userId="946bcc4c-b146-4724-978c-751fab731e0a" providerId="ADAL" clId="{E8E95438-7D72-4151-95E2-CCAFE31D1FDF}" dt="2026-03-09T23:41:34.356" v="6358" actId="790"/>
          <ac:spMkLst>
            <pc:docMk/>
            <pc:sldMk cId="957921894" sldId="567"/>
            <ac:spMk id="29" creationId="{30DDDE2C-5AD2-6DF3-4E8A-50C002A27B72}"/>
          </ac:spMkLst>
        </pc:spChg>
        <pc:spChg chg="mod">
          <ac:chgData name="Luis Carlos Guevara Hernandez" userId="946bcc4c-b146-4724-978c-751fab731e0a" providerId="ADAL" clId="{E8E95438-7D72-4151-95E2-CCAFE31D1FDF}" dt="2026-03-08T18:19:51.392" v="2663" actId="207"/>
          <ac:spMkLst>
            <pc:docMk/>
            <pc:sldMk cId="957921894" sldId="567"/>
            <ac:spMk id="30" creationId="{424B532F-5B53-6CFF-B59D-32122F81B837}"/>
          </ac:spMkLst>
        </pc:spChg>
        <pc:spChg chg="mod">
          <ac:chgData name="Luis Carlos Guevara Hernandez" userId="946bcc4c-b146-4724-978c-751fab731e0a" providerId="ADAL" clId="{E8E95438-7D72-4151-95E2-CCAFE31D1FDF}" dt="2026-03-09T23:41:34.356" v="6358" actId="790"/>
          <ac:spMkLst>
            <pc:docMk/>
            <pc:sldMk cId="957921894" sldId="567"/>
            <ac:spMk id="36" creationId="{0500F2FC-197F-796A-C991-876EBD40B07B}"/>
          </ac:spMkLst>
        </pc:spChg>
        <pc:spChg chg="mod">
          <ac:chgData name="Luis Carlos Guevara Hernandez" userId="946bcc4c-b146-4724-978c-751fab731e0a" providerId="ADAL" clId="{E8E95438-7D72-4151-95E2-CCAFE31D1FDF}" dt="2026-03-09T23:41:34.356" v="6358" actId="790"/>
          <ac:spMkLst>
            <pc:docMk/>
            <pc:sldMk cId="957921894" sldId="567"/>
            <ac:spMk id="54" creationId="{B99F765B-52E7-170E-3BA1-5DE6F8B6F3D4}"/>
          </ac:spMkLst>
        </pc:spChg>
        <pc:spChg chg="mod">
          <ac:chgData name="Luis Carlos Guevara Hernandez" userId="946bcc4c-b146-4724-978c-751fab731e0a" providerId="ADAL" clId="{E8E95438-7D72-4151-95E2-CCAFE31D1FDF}" dt="2026-03-09T23:41:34.356" v="6358" actId="790"/>
          <ac:spMkLst>
            <pc:docMk/>
            <pc:sldMk cId="957921894" sldId="567"/>
            <ac:spMk id="55" creationId="{C7F9556E-235D-7BEC-FE6D-DC07E4DE36F2}"/>
          </ac:spMkLst>
        </pc:spChg>
        <pc:spChg chg="mod">
          <ac:chgData name="Luis Carlos Guevara Hernandez" userId="946bcc4c-b146-4724-978c-751fab731e0a" providerId="ADAL" clId="{E8E95438-7D72-4151-95E2-CCAFE31D1FDF}" dt="2026-03-09T23:41:34.356" v="6358" actId="790"/>
          <ac:spMkLst>
            <pc:docMk/>
            <pc:sldMk cId="957921894" sldId="567"/>
            <ac:spMk id="63" creationId="{082B60D3-E508-D999-8E2D-80F550A2724D}"/>
          </ac:spMkLst>
        </pc:spChg>
        <pc:spChg chg="mod">
          <ac:chgData name="Luis Carlos Guevara Hernandez" userId="946bcc4c-b146-4724-978c-751fab731e0a" providerId="ADAL" clId="{E8E95438-7D72-4151-95E2-CCAFE31D1FDF}" dt="2026-03-09T23:41:34.356" v="6358" actId="790"/>
          <ac:spMkLst>
            <pc:docMk/>
            <pc:sldMk cId="957921894" sldId="567"/>
            <ac:spMk id="74" creationId="{EA878F07-234D-7A0B-D5BC-1DA34B4ECEB5}"/>
          </ac:spMkLst>
        </pc:spChg>
        <pc:spChg chg="mod">
          <ac:chgData name="Luis Carlos Guevara Hernandez" userId="946bcc4c-b146-4724-978c-751fab731e0a" providerId="ADAL" clId="{E8E95438-7D72-4151-95E2-CCAFE31D1FDF}" dt="2026-03-09T23:41:34.356" v="6358" actId="790"/>
          <ac:spMkLst>
            <pc:docMk/>
            <pc:sldMk cId="957921894" sldId="567"/>
            <ac:spMk id="79" creationId="{7904AAE4-A264-9EDA-A99B-790B17CCC33F}"/>
          </ac:spMkLst>
        </pc:spChg>
        <pc:grpChg chg="mod ord">
          <ac:chgData name="Luis Carlos Guevara Hernandez" userId="946bcc4c-b146-4724-978c-751fab731e0a" providerId="ADAL" clId="{E8E95438-7D72-4151-95E2-CCAFE31D1FDF}" dt="2026-03-08T18:20:37.901" v="2679" actId="1076"/>
          <ac:grpSpMkLst>
            <pc:docMk/>
            <pc:sldMk cId="957921894" sldId="567"/>
            <ac:grpSpMk id="31" creationId="{21E64410-F0BF-9EB6-12AB-73B6CF9D87FF}"/>
          </ac:grpSpMkLst>
        </pc:grpChg>
        <pc:grpChg chg="mod">
          <ac:chgData name="Luis Carlos Guevara Hernandez" userId="946bcc4c-b146-4724-978c-751fab731e0a" providerId="ADAL" clId="{E8E95438-7D72-4151-95E2-CCAFE31D1FDF}" dt="2026-03-08T18:17:29.936" v="2621" actId="1037"/>
          <ac:grpSpMkLst>
            <pc:docMk/>
            <pc:sldMk cId="957921894" sldId="567"/>
            <ac:grpSpMk id="111" creationId="{0411CFBF-BFAB-6E7D-3373-BC411FB81B8F}"/>
          </ac:grpSpMkLst>
        </pc:grpChg>
        <pc:grpChg chg="mod">
          <ac:chgData name="Luis Carlos Guevara Hernandez" userId="946bcc4c-b146-4724-978c-751fab731e0a" providerId="ADAL" clId="{E8E95438-7D72-4151-95E2-CCAFE31D1FDF}" dt="2026-03-08T18:17:29.936" v="2621" actId="1037"/>
          <ac:grpSpMkLst>
            <pc:docMk/>
            <pc:sldMk cId="957921894" sldId="567"/>
            <ac:grpSpMk id="112" creationId="{88C78AE3-CA6F-FC3C-637C-88C39F9D2A6F}"/>
          </ac:grpSpMkLst>
        </pc:grpChg>
        <pc:grpChg chg="mod">
          <ac:chgData name="Luis Carlos Guevara Hernandez" userId="946bcc4c-b146-4724-978c-751fab731e0a" providerId="ADAL" clId="{E8E95438-7D72-4151-95E2-CCAFE31D1FDF}" dt="2026-03-08T18:17:29.936" v="2621" actId="1037"/>
          <ac:grpSpMkLst>
            <pc:docMk/>
            <pc:sldMk cId="957921894" sldId="567"/>
            <ac:grpSpMk id="113" creationId="{28D2D871-D314-062C-E4AE-057985B5B466}"/>
          </ac:grpSpMkLst>
        </pc:grpChg>
        <pc:grpChg chg="mod">
          <ac:chgData name="Luis Carlos Guevara Hernandez" userId="946bcc4c-b146-4724-978c-751fab731e0a" providerId="ADAL" clId="{E8E95438-7D72-4151-95E2-CCAFE31D1FDF}" dt="2026-03-08T18:17:29.936" v="2621" actId="1037"/>
          <ac:grpSpMkLst>
            <pc:docMk/>
            <pc:sldMk cId="957921894" sldId="567"/>
            <ac:grpSpMk id="114" creationId="{0A7E02D3-8F64-0AEF-8019-24AA8944713B}"/>
          </ac:grpSpMkLst>
        </pc:grpChg>
      </pc:sldChg>
      <pc:sldChg chg="addSp delSp modSp add mod addAnim delAnim modAnim">
        <pc:chgData name="Luis Carlos Guevara Hernandez" userId="946bcc4c-b146-4724-978c-751fab731e0a" providerId="ADAL" clId="{E8E95438-7D72-4151-95E2-CCAFE31D1FDF}" dt="2026-03-09T23:41:34.356" v="6358" actId="790"/>
        <pc:sldMkLst>
          <pc:docMk/>
          <pc:sldMk cId="1307752602" sldId="568"/>
        </pc:sldMkLst>
        <pc:spChg chg="add mod">
          <ac:chgData name="Luis Carlos Guevara Hernandez" userId="946bcc4c-b146-4724-978c-751fab731e0a" providerId="ADAL" clId="{E8E95438-7D72-4151-95E2-CCAFE31D1FDF}" dt="2026-03-09T23:41:34.356" v="6358" actId="790"/>
          <ac:spMkLst>
            <pc:docMk/>
            <pc:sldMk cId="1307752602" sldId="568"/>
            <ac:spMk id="8" creationId="{00865B63-CFB8-34EF-F73F-61684A5AC07D}"/>
          </ac:spMkLst>
        </pc:spChg>
        <pc:spChg chg="add mod">
          <ac:chgData name="Luis Carlos Guevara Hernandez" userId="946bcc4c-b146-4724-978c-751fab731e0a" providerId="ADAL" clId="{E8E95438-7D72-4151-95E2-CCAFE31D1FDF}" dt="2026-03-09T23:41:34.356" v="6358" actId="790"/>
          <ac:spMkLst>
            <pc:docMk/>
            <pc:sldMk cId="1307752602" sldId="568"/>
            <ac:spMk id="9" creationId="{D1A9893F-5349-C4BF-C3FB-9A6D623003BA}"/>
          </ac:spMkLst>
        </pc:spChg>
        <pc:spChg chg="add mod">
          <ac:chgData name="Luis Carlos Guevara Hernandez" userId="946bcc4c-b146-4724-978c-751fab731e0a" providerId="ADAL" clId="{E8E95438-7D72-4151-95E2-CCAFE31D1FDF}" dt="2026-03-09T23:41:34.356" v="6358" actId="790"/>
          <ac:spMkLst>
            <pc:docMk/>
            <pc:sldMk cId="1307752602" sldId="568"/>
            <ac:spMk id="10" creationId="{3CFF4BFC-C34F-851D-9206-C83C9320C4BD}"/>
          </ac:spMkLst>
        </pc:spChg>
        <pc:spChg chg="add mod">
          <ac:chgData name="Luis Carlos Guevara Hernandez" userId="946bcc4c-b146-4724-978c-751fab731e0a" providerId="ADAL" clId="{E8E95438-7D72-4151-95E2-CCAFE31D1FDF}" dt="2026-03-08T18:33:16.072" v="2968" actId="20577"/>
          <ac:spMkLst>
            <pc:docMk/>
            <pc:sldMk cId="1307752602" sldId="568"/>
            <ac:spMk id="11" creationId="{1EC570DC-E23B-2693-A1F7-093E164D40E9}"/>
          </ac:spMkLst>
        </pc:spChg>
        <pc:spChg chg="mod">
          <ac:chgData name="Luis Carlos Guevara Hernandez" userId="946bcc4c-b146-4724-978c-751fab731e0a" providerId="ADAL" clId="{E8E95438-7D72-4151-95E2-CCAFE31D1FDF}" dt="2026-03-09T23:41:34.356" v="6358" actId="790"/>
          <ac:spMkLst>
            <pc:docMk/>
            <pc:sldMk cId="1307752602" sldId="568"/>
            <ac:spMk id="17" creationId="{73514867-2492-6FD8-F788-368240C89610}"/>
          </ac:spMkLst>
        </pc:spChg>
        <pc:spChg chg="add mod ord">
          <ac:chgData name="Luis Carlos Guevara Hernandez" userId="946bcc4c-b146-4724-978c-751fab731e0a" providerId="ADAL" clId="{E8E95438-7D72-4151-95E2-CCAFE31D1FDF}" dt="2026-03-08T18:37:59.515" v="3055" actId="1038"/>
          <ac:spMkLst>
            <pc:docMk/>
            <pc:sldMk cId="1307752602" sldId="568"/>
            <ac:spMk id="32" creationId="{E410C0EC-B18B-D784-C4AE-5EFC860D8755}"/>
          </ac:spMkLst>
        </pc:spChg>
        <pc:spChg chg="add mod">
          <ac:chgData name="Luis Carlos Guevara Hernandez" userId="946bcc4c-b146-4724-978c-751fab731e0a" providerId="ADAL" clId="{E8E95438-7D72-4151-95E2-CCAFE31D1FDF}" dt="2026-03-09T23:41:34.356" v="6358" actId="790"/>
          <ac:spMkLst>
            <pc:docMk/>
            <pc:sldMk cId="1307752602" sldId="568"/>
            <ac:spMk id="41" creationId="{BAE5D3C1-1053-78BD-9F9B-308315231F6D}"/>
          </ac:spMkLst>
        </pc:spChg>
        <pc:spChg chg="mod">
          <ac:chgData name="Luis Carlos Guevara Hernandez" userId="946bcc4c-b146-4724-978c-751fab731e0a" providerId="ADAL" clId="{E8E95438-7D72-4151-95E2-CCAFE31D1FDF}" dt="2026-03-09T23:41:34.356" v="6358" actId="790"/>
          <ac:spMkLst>
            <pc:docMk/>
            <pc:sldMk cId="1307752602" sldId="568"/>
            <ac:spMk id="44" creationId="{8BC467BF-81E5-A82F-9071-E37D0CAE5A76}"/>
          </ac:spMkLst>
        </pc:spChg>
        <pc:spChg chg="mod">
          <ac:chgData name="Luis Carlos Guevara Hernandez" userId="946bcc4c-b146-4724-978c-751fab731e0a" providerId="ADAL" clId="{E8E95438-7D72-4151-95E2-CCAFE31D1FDF}" dt="2026-03-09T23:41:34.356" v="6358" actId="790"/>
          <ac:spMkLst>
            <pc:docMk/>
            <pc:sldMk cId="1307752602" sldId="568"/>
            <ac:spMk id="82" creationId="{FF7A9F98-22FA-2EEF-75F6-6E3781EBBDD7}"/>
          </ac:spMkLst>
        </pc:spChg>
        <pc:spChg chg="mod">
          <ac:chgData name="Luis Carlos Guevara Hernandez" userId="946bcc4c-b146-4724-978c-751fab731e0a" providerId="ADAL" clId="{E8E95438-7D72-4151-95E2-CCAFE31D1FDF}" dt="2026-03-09T23:41:34.356" v="6358" actId="790"/>
          <ac:spMkLst>
            <pc:docMk/>
            <pc:sldMk cId="1307752602" sldId="568"/>
            <ac:spMk id="83" creationId="{1EC831BA-D5C1-D06F-1AA3-301A8D127800}"/>
          </ac:spMkLst>
        </pc:spChg>
        <pc:spChg chg="mod topLvl">
          <ac:chgData name="Luis Carlos Guevara Hernandez" userId="946bcc4c-b146-4724-978c-751fab731e0a" providerId="ADAL" clId="{E8E95438-7D72-4151-95E2-CCAFE31D1FDF}" dt="2026-03-08T18:38:41.026" v="3069" actId="164"/>
          <ac:spMkLst>
            <pc:docMk/>
            <pc:sldMk cId="1307752602" sldId="568"/>
            <ac:spMk id="86" creationId="{A60A2FED-FCF1-3855-294B-B3AFBC1F8D37}"/>
          </ac:spMkLst>
        </pc:spChg>
        <pc:spChg chg="add mod">
          <ac:chgData name="Luis Carlos Guevara Hernandez" userId="946bcc4c-b146-4724-978c-751fab731e0a" providerId="ADAL" clId="{E8E95438-7D72-4151-95E2-CCAFE31D1FDF}" dt="2026-03-09T23:41:34.356" v="6358" actId="790"/>
          <ac:spMkLst>
            <pc:docMk/>
            <pc:sldMk cId="1307752602" sldId="568"/>
            <ac:spMk id="88" creationId="{35FA0009-4160-7558-B3A8-842236B0C0F1}"/>
          </ac:spMkLst>
        </pc:spChg>
        <pc:spChg chg="mod">
          <ac:chgData name="Luis Carlos Guevara Hernandez" userId="946bcc4c-b146-4724-978c-751fab731e0a" providerId="ADAL" clId="{E8E95438-7D72-4151-95E2-CCAFE31D1FDF}" dt="2026-03-09T23:41:34.356" v="6358" actId="790"/>
          <ac:spMkLst>
            <pc:docMk/>
            <pc:sldMk cId="1307752602" sldId="568"/>
            <ac:spMk id="94" creationId="{3ABF0D74-6BA4-67D1-15CE-8B25E8B7D817}"/>
          </ac:spMkLst>
        </pc:spChg>
        <pc:spChg chg="mod">
          <ac:chgData name="Luis Carlos Guevara Hernandez" userId="946bcc4c-b146-4724-978c-751fab731e0a" providerId="ADAL" clId="{E8E95438-7D72-4151-95E2-CCAFE31D1FDF}" dt="2026-03-08T18:38:57.134" v="3075"/>
          <ac:spMkLst>
            <pc:docMk/>
            <pc:sldMk cId="1307752602" sldId="568"/>
            <ac:spMk id="95" creationId="{44884073-3076-CDF1-D7BE-B81206F4C3B5}"/>
          </ac:spMkLst>
        </pc:spChg>
        <pc:grpChg chg="add mod">
          <ac:chgData name="Luis Carlos Guevara Hernandez" userId="946bcc4c-b146-4724-978c-751fab731e0a" providerId="ADAL" clId="{E8E95438-7D72-4151-95E2-CCAFE31D1FDF}" dt="2026-03-08T18:36:55.925" v="3037" actId="1036"/>
          <ac:grpSpMkLst>
            <pc:docMk/>
            <pc:sldMk cId="1307752602" sldId="568"/>
            <ac:grpSpMk id="42" creationId="{C0A798CA-3CD5-495B-3950-6CF8D126E1A9}"/>
          </ac:grpSpMkLst>
        </pc:grpChg>
        <pc:grpChg chg="add mod">
          <ac:chgData name="Luis Carlos Guevara Hernandez" userId="946bcc4c-b146-4724-978c-751fab731e0a" providerId="ADAL" clId="{E8E95438-7D72-4151-95E2-CCAFE31D1FDF}" dt="2026-03-08T18:37:07.862" v="3040" actId="1076"/>
          <ac:grpSpMkLst>
            <pc:docMk/>
            <pc:sldMk cId="1307752602" sldId="568"/>
            <ac:grpSpMk id="81" creationId="{949098AE-A66B-F607-E5AE-6848FE9ED7AB}"/>
          </ac:grpSpMkLst>
        </pc:grpChg>
        <pc:grpChg chg="add mod">
          <ac:chgData name="Luis Carlos Guevara Hernandez" userId="946bcc4c-b146-4724-978c-751fab731e0a" providerId="ADAL" clId="{E8E95438-7D72-4151-95E2-CCAFE31D1FDF}" dt="2026-03-08T18:38:46.416" v="3070" actId="1076"/>
          <ac:grpSpMkLst>
            <pc:docMk/>
            <pc:sldMk cId="1307752602" sldId="568"/>
            <ac:grpSpMk id="91" creationId="{F1B7F9CD-DDE4-86E3-B7ED-AAC6F980F06E}"/>
          </ac:grpSpMkLst>
        </pc:grpChg>
        <pc:grpChg chg="add mod">
          <ac:chgData name="Luis Carlos Guevara Hernandez" userId="946bcc4c-b146-4724-978c-751fab731e0a" providerId="ADAL" clId="{E8E95438-7D72-4151-95E2-CCAFE31D1FDF}" dt="2026-03-08T18:39:01.224" v="3076" actId="1076"/>
          <ac:grpSpMkLst>
            <pc:docMk/>
            <pc:sldMk cId="1307752602" sldId="568"/>
            <ac:grpSpMk id="93" creationId="{3102B60E-04F0-8D57-FFA4-67896E56DC29}"/>
          </ac:grpSpMkLst>
        </pc:grpChg>
        <pc:graphicFrameChg chg="add mod modGraphic">
          <ac:chgData name="Luis Carlos Guevara Hernandez" userId="946bcc4c-b146-4724-978c-751fab731e0a" providerId="ADAL" clId="{E8E95438-7D72-4151-95E2-CCAFE31D1FDF}" dt="2026-03-08T18:35:19.079" v="3007" actId="122"/>
          <ac:graphicFrameMkLst>
            <pc:docMk/>
            <pc:sldMk cId="1307752602" sldId="568"/>
            <ac:graphicFrameMk id="5" creationId="{3F0EE8DE-68A2-E3A6-D94B-4CB52607E8B7}"/>
          </ac:graphicFrameMkLst>
        </pc:graphicFrameChg>
      </pc:sldChg>
      <pc:sldChg chg="addSp delSp modSp add mod delAnim">
        <pc:chgData name="Luis Carlos Guevara Hernandez" userId="946bcc4c-b146-4724-978c-751fab731e0a" providerId="ADAL" clId="{E8E95438-7D72-4151-95E2-CCAFE31D1FDF}" dt="2026-03-09T23:41:34.356" v="6358" actId="790"/>
        <pc:sldMkLst>
          <pc:docMk/>
          <pc:sldMk cId="1685783226" sldId="569"/>
        </pc:sldMkLst>
        <pc:spChg chg="add mod">
          <ac:chgData name="Luis Carlos Guevara Hernandez" userId="946bcc4c-b146-4724-978c-751fab731e0a" providerId="ADAL" clId="{E8E95438-7D72-4151-95E2-CCAFE31D1FDF}" dt="2026-03-09T23:41:34.356" v="6358" actId="790"/>
          <ac:spMkLst>
            <pc:docMk/>
            <pc:sldMk cId="1685783226" sldId="569"/>
            <ac:spMk id="8" creationId="{687B03B1-F682-627F-5365-D854D0180586}"/>
          </ac:spMkLst>
        </pc:spChg>
        <pc:spChg chg="mod">
          <ac:chgData name="Luis Carlos Guevara Hernandez" userId="946bcc4c-b146-4724-978c-751fab731e0a" providerId="ADAL" clId="{E8E95438-7D72-4151-95E2-CCAFE31D1FDF}" dt="2026-03-09T23:41:34.356" v="6358" actId="790"/>
          <ac:spMkLst>
            <pc:docMk/>
            <pc:sldMk cId="1685783226" sldId="569"/>
            <ac:spMk id="17" creationId="{06132DC8-AD8F-6ADA-3DE6-0B3C4479F681}"/>
          </ac:spMkLst>
        </pc:spChg>
        <pc:spChg chg="mod">
          <ac:chgData name="Luis Carlos Guevara Hernandez" userId="946bcc4c-b146-4724-978c-751fab731e0a" providerId="ADAL" clId="{E8E95438-7D72-4151-95E2-CCAFE31D1FDF}" dt="2026-03-09T23:41:34.356" v="6358" actId="790"/>
          <ac:spMkLst>
            <pc:docMk/>
            <pc:sldMk cId="1685783226" sldId="569"/>
            <ac:spMk id="43" creationId="{F3364C32-E4EF-E06E-4488-24140B040896}"/>
          </ac:spMkLst>
        </pc:spChg>
        <pc:spChg chg="mod">
          <ac:chgData name="Luis Carlos Guevara Hernandez" userId="946bcc4c-b146-4724-978c-751fab731e0a" providerId="ADAL" clId="{E8E95438-7D72-4151-95E2-CCAFE31D1FDF}" dt="2026-03-09T23:41:34.356" v="6358" actId="790"/>
          <ac:spMkLst>
            <pc:docMk/>
            <pc:sldMk cId="1685783226" sldId="569"/>
            <ac:spMk id="44" creationId="{C8F374C7-7891-67E2-6F8B-0102DC41A8F4}"/>
          </ac:spMkLst>
        </pc:spChg>
        <pc:picChg chg="add mod">
          <ac:chgData name="Luis Carlos Guevara Hernandez" userId="946bcc4c-b146-4724-978c-751fab731e0a" providerId="ADAL" clId="{E8E95438-7D72-4151-95E2-CCAFE31D1FDF}" dt="2026-03-08T18:31:00.685" v="2882"/>
          <ac:picMkLst>
            <pc:docMk/>
            <pc:sldMk cId="1685783226" sldId="569"/>
            <ac:picMk id="5" creationId="{8AD871B2-1100-3372-F893-0535F759B1FA}"/>
          </ac:picMkLst>
        </pc:picChg>
      </pc:sldChg>
      <pc:sldChg chg="addSp delSp modSp add mod delAnim">
        <pc:chgData name="Luis Carlos Guevara Hernandez" userId="946bcc4c-b146-4724-978c-751fab731e0a" providerId="ADAL" clId="{E8E95438-7D72-4151-95E2-CCAFE31D1FDF}" dt="2026-03-09T23:41:34.356" v="6358" actId="790"/>
        <pc:sldMkLst>
          <pc:docMk/>
          <pc:sldMk cId="864299956" sldId="570"/>
        </pc:sldMkLst>
        <pc:spChg chg="mod">
          <ac:chgData name="Luis Carlos Guevara Hernandez" userId="946bcc4c-b146-4724-978c-751fab731e0a" providerId="ADAL" clId="{E8E95438-7D72-4151-95E2-CCAFE31D1FDF}" dt="2026-03-08T19:14:31.025" v="3757" actId="1036"/>
          <ac:spMkLst>
            <pc:docMk/>
            <pc:sldMk cId="864299956" sldId="570"/>
            <ac:spMk id="15" creationId="{D7D6D1C3-4389-104D-1E8E-102FA0838530}"/>
          </ac:spMkLst>
        </pc:spChg>
        <pc:spChg chg="add mod">
          <ac:chgData name="Luis Carlos Guevara Hernandez" userId="946bcc4c-b146-4724-978c-751fab731e0a" providerId="ADAL" clId="{E8E95438-7D72-4151-95E2-CCAFE31D1FDF}" dt="2026-03-08T18:39:35.808" v="3082"/>
          <ac:spMkLst>
            <pc:docMk/>
            <pc:sldMk cId="864299956" sldId="570"/>
            <ac:spMk id="34" creationId="{B631E51F-6E37-D2DB-DD67-DBEDF1D6552B}"/>
          </ac:spMkLst>
        </pc:spChg>
        <pc:spChg chg="mod">
          <ac:chgData name="Luis Carlos Guevara Hernandez" userId="946bcc4c-b146-4724-978c-751fab731e0a" providerId="ADAL" clId="{E8E95438-7D72-4151-95E2-CCAFE31D1FDF}" dt="2026-03-08T19:14:31.025" v="3757" actId="1036"/>
          <ac:spMkLst>
            <pc:docMk/>
            <pc:sldMk cId="864299956" sldId="570"/>
            <ac:spMk id="35" creationId="{76640F16-B208-7D35-54B2-74462CFF14EB}"/>
          </ac:spMkLst>
        </pc:spChg>
        <pc:spChg chg="mod">
          <ac:chgData name="Luis Carlos Guevara Hernandez" userId="946bcc4c-b146-4724-978c-751fab731e0a" providerId="ADAL" clId="{E8E95438-7D72-4151-95E2-CCAFE31D1FDF}" dt="2026-03-09T23:41:34.356" v="6358" actId="790"/>
          <ac:spMkLst>
            <pc:docMk/>
            <pc:sldMk cId="864299956" sldId="570"/>
            <ac:spMk id="37" creationId="{38018B3B-9C36-D16D-A942-7671FC5F30D4}"/>
          </ac:spMkLst>
        </pc:spChg>
        <pc:spChg chg="mod">
          <ac:chgData name="Luis Carlos Guevara Hernandez" userId="946bcc4c-b146-4724-978c-751fab731e0a" providerId="ADAL" clId="{E8E95438-7D72-4151-95E2-CCAFE31D1FDF}" dt="2026-03-09T23:41:34.356" v="6358" actId="790"/>
          <ac:spMkLst>
            <pc:docMk/>
            <pc:sldMk cId="864299956" sldId="570"/>
            <ac:spMk id="39" creationId="{73169366-4287-B1E7-ACA3-37D3F9EB9600}"/>
          </ac:spMkLst>
        </pc:spChg>
        <pc:spChg chg="add mod">
          <ac:chgData name="Luis Carlos Guevara Hernandez" userId="946bcc4c-b146-4724-978c-751fab731e0a" providerId="ADAL" clId="{E8E95438-7D72-4151-95E2-CCAFE31D1FDF}" dt="2026-03-08T18:39:35.808" v="3082"/>
          <ac:spMkLst>
            <pc:docMk/>
            <pc:sldMk cId="864299956" sldId="570"/>
            <ac:spMk id="51" creationId="{253F59DB-939C-40DB-69C9-AE40EC8FB09F}"/>
          </ac:spMkLst>
        </pc:spChg>
        <pc:spChg chg="mod">
          <ac:chgData name="Luis Carlos Guevara Hernandez" userId="946bcc4c-b146-4724-978c-751fab731e0a" providerId="ADAL" clId="{E8E95438-7D72-4151-95E2-CCAFE31D1FDF}" dt="2026-03-09T23:41:34.356" v="6358" actId="790"/>
          <ac:spMkLst>
            <pc:docMk/>
            <pc:sldMk cId="864299956" sldId="570"/>
            <ac:spMk id="53" creationId="{ED88452D-9024-56B1-4B67-6110D097C586}"/>
          </ac:spMkLst>
        </pc:spChg>
        <pc:spChg chg="mod">
          <ac:chgData name="Luis Carlos Guevara Hernandez" userId="946bcc4c-b146-4724-978c-751fab731e0a" providerId="ADAL" clId="{E8E95438-7D72-4151-95E2-CCAFE31D1FDF}" dt="2026-03-08T19:14:31.025" v="3757" actId="1036"/>
          <ac:spMkLst>
            <pc:docMk/>
            <pc:sldMk cId="864299956" sldId="570"/>
            <ac:spMk id="55" creationId="{68E23938-F360-60ED-C0D7-EDB36330E66B}"/>
          </ac:spMkLst>
        </pc:spChg>
        <pc:spChg chg="mod">
          <ac:chgData name="Luis Carlos Guevara Hernandez" userId="946bcc4c-b146-4724-978c-751fab731e0a" providerId="ADAL" clId="{E8E95438-7D72-4151-95E2-CCAFE31D1FDF}" dt="2026-03-08T18:39:35.808" v="3082"/>
          <ac:spMkLst>
            <pc:docMk/>
            <pc:sldMk cId="864299956" sldId="570"/>
            <ac:spMk id="87" creationId="{4EF19B36-DB2A-8CA8-7EA1-AB0175082008}"/>
          </ac:spMkLst>
        </pc:spChg>
        <pc:spChg chg="mod">
          <ac:chgData name="Luis Carlos Guevara Hernandez" userId="946bcc4c-b146-4724-978c-751fab731e0a" providerId="ADAL" clId="{E8E95438-7D72-4151-95E2-CCAFE31D1FDF}" dt="2026-03-08T18:39:35.808" v="3082"/>
          <ac:spMkLst>
            <pc:docMk/>
            <pc:sldMk cId="864299956" sldId="570"/>
            <ac:spMk id="89" creationId="{4E7680C4-7FE9-4FF6-AF41-CEBDB0544BB6}"/>
          </ac:spMkLst>
        </pc:spChg>
        <pc:spChg chg="mod">
          <ac:chgData name="Luis Carlos Guevara Hernandez" userId="946bcc4c-b146-4724-978c-751fab731e0a" providerId="ADAL" clId="{E8E95438-7D72-4151-95E2-CCAFE31D1FDF}" dt="2026-03-08T18:49:58.317" v="3362" actId="207"/>
          <ac:spMkLst>
            <pc:docMk/>
            <pc:sldMk cId="864299956" sldId="570"/>
            <ac:spMk id="92" creationId="{2968FE4B-1C27-73F1-57E5-94F23753A6DB}"/>
          </ac:spMkLst>
        </pc:spChg>
        <pc:spChg chg="mod">
          <ac:chgData name="Luis Carlos Guevara Hernandez" userId="946bcc4c-b146-4724-978c-751fab731e0a" providerId="ADAL" clId="{E8E95438-7D72-4151-95E2-CCAFE31D1FDF}" dt="2026-03-09T23:41:34.356" v="6358" actId="790"/>
          <ac:spMkLst>
            <pc:docMk/>
            <pc:sldMk cId="864299956" sldId="570"/>
            <ac:spMk id="97" creationId="{573FCDDA-E6AC-E3FE-0F55-A4DA17217445}"/>
          </ac:spMkLst>
        </pc:spChg>
        <pc:spChg chg="mod">
          <ac:chgData name="Luis Carlos Guevara Hernandez" userId="946bcc4c-b146-4724-978c-751fab731e0a" providerId="ADAL" clId="{E8E95438-7D72-4151-95E2-CCAFE31D1FDF}" dt="2026-03-08T19:14:31.025" v="3757" actId="1036"/>
          <ac:spMkLst>
            <pc:docMk/>
            <pc:sldMk cId="864299956" sldId="570"/>
            <ac:spMk id="98" creationId="{2CE6BFE7-C2AD-6965-CD89-AE4498587512}"/>
          </ac:spMkLst>
        </pc:spChg>
        <pc:spChg chg="mod">
          <ac:chgData name="Luis Carlos Guevara Hernandez" userId="946bcc4c-b146-4724-978c-751fab731e0a" providerId="ADAL" clId="{E8E95438-7D72-4151-95E2-CCAFE31D1FDF}" dt="2026-03-09T23:41:34.356" v="6358" actId="790"/>
          <ac:spMkLst>
            <pc:docMk/>
            <pc:sldMk cId="864299956" sldId="570"/>
            <ac:spMk id="101" creationId="{A15A7E3A-5FEA-9895-34EF-E0AC1B3237BA}"/>
          </ac:spMkLst>
        </pc:spChg>
        <pc:spChg chg="add mod">
          <ac:chgData name="Luis Carlos Guevara Hernandez" userId="946bcc4c-b146-4724-978c-751fab731e0a" providerId="ADAL" clId="{E8E95438-7D72-4151-95E2-CCAFE31D1FDF}" dt="2026-03-08T18:39:35.808" v="3082"/>
          <ac:spMkLst>
            <pc:docMk/>
            <pc:sldMk cId="864299956" sldId="570"/>
            <ac:spMk id="104" creationId="{0CB57B08-5E02-8AF1-AA27-D7AF7F28ADF6}"/>
          </ac:spMkLst>
        </pc:spChg>
        <pc:spChg chg="mod">
          <ac:chgData name="Luis Carlos Guevara Hernandez" userId="946bcc4c-b146-4724-978c-751fab731e0a" providerId="ADAL" clId="{E8E95438-7D72-4151-95E2-CCAFE31D1FDF}" dt="2026-03-09T23:41:34.356" v="6358" actId="790"/>
          <ac:spMkLst>
            <pc:docMk/>
            <pc:sldMk cId="864299956" sldId="570"/>
            <ac:spMk id="106" creationId="{6A886E95-2B87-9354-43A0-323524DC0933}"/>
          </ac:spMkLst>
        </pc:spChg>
        <pc:spChg chg="mod">
          <ac:chgData name="Luis Carlos Guevara Hernandez" userId="946bcc4c-b146-4724-978c-751fab731e0a" providerId="ADAL" clId="{E8E95438-7D72-4151-95E2-CCAFE31D1FDF}" dt="2026-03-08T19:14:31.025" v="3757" actId="1036"/>
          <ac:spMkLst>
            <pc:docMk/>
            <pc:sldMk cId="864299956" sldId="570"/>
            <ac:spMk id="108" creationId="{87B6D9DB-7E6B-A1D2-5B94-BFA298EEFD76}"/>
          </ac:spMkLst>
        </pc:spChg>
        <pc:spChg chg="mod">
          <ac:chgData name="Luis Carlos Guevara Hernandez" userId="946bcc4c-b146-4724-978c-751fab731e0a" providerId="ADAL" clId="{E8E95438-7D72-4151-95E2-CCAFE31D1FDF}" dt="2026-03-08T19:14:31.025" v="3757" actId="1036"/>
          <ac:spMkLst>
            <pc:docMk/>
            <pc:sldMk cId="864299956" sldId="570"/>
            <ac:spMk id="119" creationId="{E9AAEBA1-9274-D2D7-8E70-2955584E19C1}"/>
          </ac:spMkLst>
        </pc:spChg>
        <pc:spChg chg="add mod">
          <ac:chgData name="Luis Carlos Guevara Hernandez" userId="946bcc4c-b146-4724-978c-751fab731e0a" providerId="ADAL" clId="{E8E95438-7D72-4151-95E2-CCAFE31D1FDF}" dt="2026-03-08T18:39:35.808" v="3082"/>
          <ac:spMkLst>
            <pc:docMk/>
            <pc:sldMk cId="864299956" sldId="570"/>
            <ac:spMk id="120" creationId="{8C8803D5-F332-A01A-B114-004C10B6315C}"/>
          </ac:spMkLst>
        </pc:spChg>
        <pc:spChg chg="mod">
          <ac:chgData name="Luis Carlos Guevara Hernandez" userId="946bcc4c-b146-4724-978c-751fab731e0a" providerId="ADAL" clId="{E8E95438-7D72-4151-95E2-CCAFE31D1FDF}" dt="2026-03-08T19:14:31.025" v="3757" actId="1036"/>
          <ac:spMkLst>
            <pc:docMk/>
            <pc:sldMk cId="864299956" sldId="570"/>
            <ac:spMk id="123" creationId="{67F5B2BA-92F6-50BE-4A31-2319FFE14079}"/>
          </ac:spMkLst>
        </pc:spChg>
        <pc:spChg chg="mod">
          <ac:chgData name="Luis Carlos Guevara Hernandez" userId="946bcc4c-b146-4724-978c-751fab731e0a" providerId="ADAL" clId="{E8E95438-7D72-4151-95E2-CCAFE31D1FDF}" dt="2026-03-09T23:41:34.356" v="6358" actId="790"/>
          <ac:spMkLst>
            <pc:docMk/>
            <pc:sldMk cId="864299956" sldId="570"/>
            <ac:spMk id="127" creationId="{D3B5532D-E14E-2626-E203-28421250FFA4}"/>
          </ac:spMkLst>
        </pc:spChg>
        <pc:spChg chg="mod">
          <ac:chgData name="Luis Carlos Guevara Hernandez" userId="946bcc4c-b146-4724-978c-751fab731e0a" providerId="ADAL" clId="{E8E95438-7D72-4151-95E2-CCAFE31D1FDF}" dt="2026-03-08T19:14:31.025" v="3757" actId="1036"/>
          <ac:spMkLst>
            <pc:docMk/>
            <pc:sldMk cId="864299956" sldId="570"/>
            <ac:spMk id="129" creationId="{87698B1A-5DD8-6AB1-B35C-793C50BA700E}"/>
          </ac:spMkLst>
        </pc:spChg>
        <pc:spChg chg="mod">
          <ac:chgData name="Luis Carlos Guevara Hernandez" userId="946bcc4c-b146-4724-978c-751fab731e0a" providerId="ADAL" clId="{E8E95438-7D72-4151-95E2-CCAFE31D1FDF}" dt="2026-03-08T19:14:31.025" v="3757" actId="1036"/>
          <ac:spMkLst>
            <pc:docMk/>
            <pc:sldMk cId="864299956" sldId="570"/>
            <ac:spMk id="132" creationId="{BCD921A2-3F90-40B8-E181-2F1DCAE56532}"/>
          </ac:spMkLst>
        </pc:spChg>
        <pc:spChg chg="mod">
          <ac:chgData name="Luis Carlos Guevara Hernandez" userId="946bcc4c-b146-4724-978c-751fab731e0a" providerId="ADAL" clId="{E8E95438-7D72-4151-95E2-CCAFE31D1FDF}" dt="2026-03-09T23:41:34.356" v="6358" actId="790"/>
          <ac:spMkLst>
            <pc:docMk/>
            <pc:sldMk cId="864299956" sldId="570"/>
            <ac:spMk id="144" creationId="{8317EBF7-A5F8-12FA-E472-9187D840AF65}"/>
          </ac:spMkLst>
        </pc:spChg>
        <pc:spChg chg="mod">
          <ac:chgData name="Luis Carlos Guevara Hernandez" userId="946bcc4c-b146-4724-978c-751fab731e0a" providerId="ADAL" clId="{E8E95438-7D72-4151-95E2-CCAFE31D1FDF}" dt="2026-03-08T18:39:35.808" v="3082"/>
          <ac:spMkLst>
            <pc:docMk/>
            <pc:sldMk cId="864299956" sldId="570"/>
            <ac:spMk id="157" creationId="{7459721E-006E-21A4-6914-421A87C12C20}"/>
          </ac:spMkLst>
        </pc:spChg>
        <pc:spChg chg="mod">
          <ac:chgData name="Luis Carlos Guevara Hernandez" userId="946bcc4c-b146-4724-978c-751fab731e0a" providerId="ADAL" clId="{E8E95438-7D72-4151-95E2-CCAFE31D1FDF}" dt="2026-03-09T23:41:34.356" v="6358" actId="790"/>
          <ac:spMkLst>
            <pc:docMk/>
            <pc:sldMk cId="864299956" sldId="570"/>
            <ac:spMk id="161" creationId="{752157EE-2491-3FF8-C5F7-4DA3C74C6C55}"/>
          </ac:spMkLst>
        </pc:spChg>
        <pc:spChg chg="mod">
          <ac:chgData name="Luis Carlos Guevara Hernandez" userId="946bcc4c-b146-4724-978c-751fab731e0a" providerId="ADAL" clId="{E8E95438-7D72-4151-95E2-CCAFE31D1FDF}" dt="2026-03-08T19:07:09.831" v="3673" actId="1036"/>
          <ac:spMkLst>
            <pc:docMk/>
            <pc:sldMk cId="864299956" sldId="570"/>
            <ac:spMk id="163" creationId="{FC7DB2CB-C897-EB2E-67BE-342104687126}"/>
          </ac:spMkLst>
        </pc:spChg>
        <pc:spChg chg="add mod">
          <ac:chgData name="Luis Carlos Guevara Hernandez" userId="946bcc4c-b146-4724-978c-751fab731e0a" providerId="ADAL" clId="{E8E95438-7D72-4151-95E2-CCAFE31D1FDF}" dt="2026-03-08T18:39:35.808" v="3082"/>
          <ac:spMkLst>
            <pc:docMk/>
            <pc:sldMk cId="864299956" sldId="570"/>
            <ac:spMk id="164" creationId="{812FC628-90ED-F898-09BF-F248F880CBD5}"/>
          </ac:spMkLst>
        </pc:spChg>
        <pc:spChg chg="mod">
          <ac:chgData name="Luis Carlos Guevara Hernandez" userId="946bcc4c-b146-4724-978c-751fab731e0a" providerId="ADAL" clId="{E8E95438-7D72-4151-95E2-CCAFE31D1FDF}" dt="2026-03-08T18:51:23.059" v="3379" actId="14100"/>
          <ac:spMkLst>
            <pc:docMk/>
            <pc:sldMk cId="864299956" sldId="570"/>
            <ac:spMk id="165" creationId="{5340B625-CD6F-1169-63D7-07F2B1A32D9A}"/>
          </ac:spMkLst>
        </pc:spChg>
        <pc:spChg chg="mod">
          <ac:chgData name="Luis Carlos Guevara Hernandez" userId="946bcc4c-b146-4724-978c-751fab731e0a" providerId="ADAL" clId="{E8E95438-7D72-4151-95E2-CCAFE31D1FDF}" dt="2026-03-09T23:41:34.356" v="6358" actId="790"/>
          <ac:spMkLst>
            <pc:docMk/>
            <pc:sldMk cId="864299956" sldId="570"/>
            <ac:spMk id="170" creationId="{315FCF50-1E84-63FA-A64A-ABB4B4726F51}"/>
          </ac:spMkLst>
        </pc:spChg>
        <pc:spChg chg="add mod">
          <ac:chgData name="Luis Carlos Guevara Hernandez" userId="946bcc4c-b146-4724-978c-751fab731e0a" providerId="ADAL" clId="{E8E95438-7D72-4151-95E2-CCAFE31D1FDF}" dt="2026-03-08T19:14:31.025" v="3757" actId="1036"/>
          <ac:spMkLst>
            <pc:docMk/>
            <pc:sldMk cId="864299956" sldId="570"/>
            <ac:spMk id="173" creationId="{6A85B487-97C1-2FFC-CED4-6E1295714977}"/>
          </ac:spMkLst>
        </pc:spChg>
        <pc:spChg chg="add mod">
          <ac:chgData name="Luis Carlos Guevara Hernandez" userId="946bcc4c-b146-4724-978c-751fab731e0a" providerId="ADAL" clId="{E8E95438-7D72-4151-95E2-CCAFE31D1FDF}" dt="2026-03-08T19:04:39.141" v="3635" actId="1035"/>
          <ac:spMkLst>
            <pc:docMk/>
            <pc:sldMk cId="864299956" sldId="570"/>
            <ac:spMk id="174" creationId="{503312E3-0F3D-790C-F4B2-68C101FEAB78}"/>
          </ac:spMkLst>
        </pc:spChg>
        <pc:spChg chg="add mod">
          <ac:chgData name="Luis Carlos Guevara Hernandez" userId="946bcc4c-b146-4724-978c-751fab731e0a" providerId="ADAL" clId="{E8E95438-7D72-4151-95E2-CCAFE31D1FDF}" dt="2026-03-08T19:09:12.484" v="3711" actId="20577"/>
          <ac:spMkLst>
            <pc:docMk/>
            <pc:sldMk cId="864299956" sldId="570"/>
            <ac:spMk id="175" creationId="{627118F5-5739-DB74-C329-A77A45F8D467}"/>
          </ac:spMkLst>
        </pc:spChg>
        <pc:spChg chg="add mod">
          <ac:chgData name="Luis Carlos Guevara Hernandez" userId="946bcc4c-b146-4724-978c-751fab731e0a" providerId="ADAL" clId="{E8E95438-7D72-4151-95E2-CCAFE31D1FDF}" dt="2026-03-08T19:09:38.699" v="3716" actId="1076"/>
          <ac:spMkLst>
            <pc:docMk/>
            <pc:sldMk cId="864299956" sldId="570"/>
            <ac:spMk id="178" creationId="{6CACB342-0842-2082-BC81-AB634E0A7A00}"/>
          </ac:spMkLst>
        </pc:spChg>
        <pc:cxnChg chg="mod">
          <ac:chgData name="Luis Carlos Guevara Hernandez" userId="946bcc4c-b146-4724-978c-751fab731e0a" providerId="ADAL" clId="{E8E95438-7D72-4151-95E2-CCAFE31D1FDF}" dt="2026-03-08T18:53:49.200" v="3473" actId="1076"/>
          <ac:cxnSpMkLst>
            <pc:docMk/>
            <pc:sldMk cId="864299956" sldId="570"/>
            <ac:cxnSpMk id="166" creationId="{3B2CB083-1ADB-E101-7B8E-6A9CEAC4E0A4}"/>
          </ac:cxnSpMkLst>
        </pc:cxnChg>
        <pc:cxnChg chg="mod">
          <ac:chgData name="Luis Carlos Guevara Hernandez" userId="946bcc4c-b146-4724-978c-751fab731e0a" providerId="ADAL" clId="{E8E95438-7D72-4151-95E2-CCAFE31D1FDF}" dt="2026-03-08T18:53:56.541" v="3474" actId="1076"/>
          <ac:cxnSpMkLst>
            <pc:docMk/>
            <pc:sldMk cId="864299956" sldId="570"/>
            <ac:cxnSpMk id="167" creationId="{D6811983-58AB-11CE-55A5-DC6A4D4174FC}"/>
          </ac:cxnSpMkLst>
        </pc:cxnChg>
        <pc:cxnChg chg="add mod">
          <ac:chgData name="Luis Carlos Guevara Hernandez" userId="946bcc4c-b146-4724-978c-751fab731e0a" providerId="ADAL" clId="{E8E95438-7D72-4151-95E2-CCAFE31D1FDF}" dt="2026-03-08T19:07:18.588" v="3674" actId="1076"/>
          <ac:cxnSpMkLst>
            <pc:docMk/>
            <pc:sldMk cId="864299956" sldId="570"/>
            <ac:cxnSpMk id="177" creationId="{0E31ACB3-8108-2ADC-92CA-863DE1AF6968}"/>
          </ac:cxnSpMkLst>
        </pc:cxnChg>
        <pc:cxnChg chg="add mod">
          <ac:chgData name="Luis Carlos Guevara Hernandez" userId="946bcc4c-b146-4724-978c-751fab731e0a" providerId="ADAL" clId="{E8E95438-7D72-4151-95E2-CCAFE31D1FDF}" dt="2026-03-08T19:09:43.643" v="3719" actId="14100"/>
          <ac:cxnSpMkLst>
            <pc:docMk/>
            <pc:sldMk cId="864299956" sldId="570"/>
            <ac:cxnSpMk id="179" creationId="{41B9DC54-C4B4-7201-2FF4-BD8000480A90}"/>
          </ac:cxnSpMkLst>
        </pc:cxnChg>
      </pc:sldChg>
      <pc:sldChg chg="addSp delSp modSp add mod delAnim modAnim">
        <pc:chgData name="Luis Carlos Guevara Hernandez" userId="946bcc4c-b146-4724-978c-751fab731e0a" providerId="ADAL" clId="{E8E95438-7D72-4151-95E2-CCAFE31D1FDF}" dt="2026-03-09T23:41:34.356" v="6358" actId="790"/>
        <pc:sldMkLst>
          <pc:docMk/>
          <pc:sldMk cId="1506012861" sldId="571"/>
        </pc:sldMkLst>
        <pc:spChg chg="mod">
          <ac:chgData name="Luis Carlos Guevara Hernandez" userId="946bcc4c-b146-4724-978c-751fab731e0a" providerId="ADAL" clId="{E8E95438-7D72-4151-95E2-CCAFE31D1FDF}" dt="2026-03-09T23:41:34.356" v="6358" actId="790"/>
          <ac:spMkLst>
            <pc:docMk/>
            <pc:sldMk cId="1506012861" sldId="571"/>
            <ac:spMk id="7" creationId="{349BC594-1E5B-835B-352B-29E68AF49826}"/>
          </ac:spMkLst>
        </pc:spChg>
        <pc:spChg chg="mod">
          <ac:chgData name="Luis Carlos Guevara Hernandez" userId="946bcc4c-b146-4724-978c-751fab731e0a" providerId="ADAL" clId="{E8E95438-7D72-4151-95E2-CCAFE31D1FDF}" dt="2026-03-08T18:47:01.204" v="3254"/>
          <ac:spMkLst>
            <pc:docMk/>
            <pc:sldMk cId="1506012861" sldId="571"/>
            <ac:spMk id="81" creationId="{EEEBBF07-FAD0-6BF4-9B23-DEF2123F1FFB}"/>
          </ac:spMkLst>
        </pc:spChg>
        <pc:spChg chg="mod">
          <ac:chgData name="Luis Carlos Guevara Hernandez" userId="946bcc4c-b146-4724-978c-751fab731e0a" providerId="ADAL" clId="{E8E95438-7D72-4151-95E2-CCAFE31D1FDF}" dt="2026-03-08T18:47:01.204" v="3254"/>
          <ac:spMkLst>
            <pc:docMk/>
            <pc:sldMk cId="1506012861" sldId="571"/>
            <ac:spMk id="83" creationId="{87F96BFD-C239-9A34-A57C-DC823BC76855}"/>
          </ac:spMkLst>
        </pc:spChg>
        <pc:spChg chg="mod">
          <ac:chgData name="Luis Carlos Guevara Hernandez" userId="946bcc4c-b146-4724-978c-751fab731e0a" providerId="ADAL" clId="{E8E95438-7D72-4151-95E2-CCAFE31D1FDF}" dt="2026-03-08T18:47:01.204" v="3254"/>
          <ac:spMkLst>
            <pc:docMk/>
            <pc:sldMk cId="1506012861" sldId="571"/>
            <ac:spMk id="86" creationId="{D9F8BF61-769B-E59C-A286-612E43B4BF20}"/>
          </ac:spMkLst>
        </pc:spChg>
        <pc:spChg chg="mod">
          <ac:chgData name="Luis Carlos Guevara Hernandez" userId="946bcc4c-b146-4724-978c-751fab731e0a" providerId="ADAL" clId="{E8E95438-7D72-4151-95E2-CCAFE31D1FDF}" dt="2026-03-08T18:47:01.204" v="3254"/>
          <ac:spMkLst>
            <pc:docMk/>
            <pc:sldMk cId="1506012861" sldId="571"/>
            <ac:spMk id="91" creationId="{15884B72-15BD-1BDA-A2F6-13E86FC8B5C3}"/>
          </ac:spMkLst>
        </pc:spChg>
        <pc:spChg chg="mod">
          <ac:chgData name="Luis Carlos Guevara Hernandez" userId="946bcc4c-b146-4724-978c-751fab731e0a" providerId="ADAL" clId="{E8E95438-7D72-4151-95E2-CCAFE31D1FDF}" dt="2026-03-08T18:47:01.204" v="3254"/>
          <ac:spMkLst>
            <pc:docMk/>
            <pc:sldMk cId="1506012861" sldId="571"/>
            <ac:spMk id="94" creationId="{42B8B0EF-C025-3D3F-BA1D-E54418B14098}"/>
          </ac:spMkLst>
        </pc:spChg>
        <pc:spChg chg="mod">
          <ac:chgData name="Luis Carlos Guevara Hernandez" userId="946bcc4c-b146-4724-978c-751fab731e0a" providerId="ADAL" clId="{E8E95438-7D72-4151-95E2-CCAFE31D1FDF}" dt="2026-03-09T23:41:34.356" v="6358" actId="790"/>
          <ac:spMkLst>
            <pc:docMk/>
            <pc:sldMk cId="1506012861" sldId="571"/>
            <ac:spMk id="168" creationId="{6E667FF0-85D9-D45F-64DC-96025794440A}"/>
          </ac:spMkLst>
        </pc:spChg>
        <pc:spChg chg="mod">
          <ac:chgData name="Luis Carlos Guevara Hernandez" userId="946bcc4c-b146-4724-978c-751fab731e0a" providerId="ADAL" clId="{E8E95438-7D72-4151-95E2-CCAFE31D1FDF}" dt="2026-03-08T18:47:01.204" v="3254"/>
          <ac:spMkLst>
            <pc:docMk/>
            <pc:sldMk cId="1506012861" sldId="571"/>
            <ac:spMk id="175" creationId="{39B05015-E10E-6B03-A0D3-8069002D4116}"/>
          </ac:spMkLst>
        </pc:spChg>
        <pc:spChg chg="mod">
          <ac:chgData name="Luis Carlos Guevara Hernandez" userId="946bcc4c-b146-4724-978c-751fab731e0a" providerId="ADAL" clId="{E8E95438-7D72-4151-95E2-CCAFE31D1FDF}" dt="2026-03-08T18:47:01.204" v="3254"/>
          <ac:spMkLst>
            <pc:docMk/>
            <pc:sldMk cId="1506012861" sldId="571"/>
            <ac:spMk id="180" creationId="{2E6A7251-A569-1FAA-5694-182DF8806517}"/>
          </ac:spMkLst>
        </pc:spChg>
        <pc:spChg chg="mod">
          <ac:chgData name="Luis Carlos Guevara Hernandez" userId="946bcc4c-b146-4724-978c-751fab731e0a" providerId="ADAL" clId="{E8E95438-7D72-4151-95E2-CCAFE31D1FDF}" dt="2026-03-08T18:47:01.204" v="3254"/>
          <ac:spMkLst>
            <pc:docMk/>
            <pc:sldMk cId="1506012861" sldId="571"/>
            <ac:spMk id="194" creationId="{D52BA48C-7002-057B-5063-B687E95F233D}"/>
          </ac:spMkLst>
        </pc:spChg>
        <pc:spChg chg="add mod">
          <ac:chgData name="Luis Carlos Guevara Hernandez" userId="946bcc4c-b146-4724-978c-751fab731e0a" providerId="ADAL" clId="{E8E95438-7D72-4151-95E2-CCAFE31D1FDF}" dt="2026-03-08T18:53:10.847" v="3459" actId="1076"/>
          <ac:spMkLst>
            <pc:docMk/>
            <pc:sldMk cId="1506012861" sldId="571"/>
            <ac:spMk id="195" creationId="{D10780BD-730A-0EB7-9FF7-5FC9F826708C}"/>
          </ac:spMkLst>
        </pc:spChg>
        <pc:spChg chg="add mod">
          <ac:chgData name="Luis Carlos Guevara Hernandez" userId="946bcc4c-b146-4724-978c-751fab731e0a" providerId="ADAL" clId="{E8E95438-7D72-4151-95E2-CCAFE31D1FDF}" dt="2026-03-08T18:53:10.847" v="3459" actId="1076"/>
          <ac:spMkLst>
            <pc:docMk/>
            <pc:sldMk cId="1506012861" sldId="571"/>
            <ac:spMk id="196" creationId="{7A65FEEB-8685-5C30-F392-1C61DFB6F843}"/>
          </ac:spMkLst>
        </pc:spChg>
        <pc:spChg chg="add mod">
          <ac:chgData name="Luis Carlos Guevara Hernandez" userId="946bcc4c-b146-4724-978c-751fab731e0a" providerId="ADAL" clId="{E8E95438-7D72-4151-95E2-CCAFE31D1FDF}" dt="2026-03-08T18:53:10.847" v="3459" actId="1076"/>
          <ac:spMkLst>
            <pc:docMk/>
            <pc:sldMk cId="1506012861" sldId="571"/>
            <ac:spMk id="197" creationId="{53495CCA-1BC6-3C37-A4D8-84B28A6529D8}"/>
          </ac:spMkLst>
        </pc:spChg>
        <pc:spChg chg="mod">
          <ac:chgData name="Luis Carlos Guevara Hernandez" userId="946bcc4c-b146-4724-978c-751fab731e0a" providerId="ADAL" clId="{E8E95438-7D72-4151-95E2-CCAFE31D1FDF}" dt="2026-03-08T18:52:15.272" v="3428" actId="1037"/>
          <ac:spMkLst>
            <pc:docMk/>
            <pc:sldMk cId="1506012861" sldId="571"/>
            <ac:spMk id="203" creationId="{3951BCAF-517D-0B37-46AA-A7D09D1276AA}"/>
          </ac:spMkLst>
        </pc:spChg>
        <pc:spChg chg="add mod">
          <ac:chgData name="Luis Carlos Guevara Hernandez" userId="946bcc4c-b146-4724-978c-751fab731e0a" providerId="ADAL" clId="{E8E95438-7D72-4151-95E2-CCAFE31D1FDF}" dt="2026-03-08T18:52:10.925" v="3386"/>
          <ac:spMkLst>
            <pc:docMk/>
            <pc:sldMk cId="1506012861" sldId="571"/>
            <ac:spMk id="204" creationId="{633F01A7-D226-F17F-E3CD-9D46AC6E3045}"/>
          </ac:spMkLst>
        </pc:spChg>
        <pc:spChg chg="add mod">
          <ac:chgData name="Luis Carlos Guevara Hernandez" userId="946bcc4c-b146-4724-978c-751fab731e0a" providerId="ADAL" clId="{E8E95438-7D72-4151-95E2-CCAFE31D1FDF}" dt="2026-03-08T19:06:57.874" v="3659" actId="1036"/>
          <ac:spMkLst>
            <pc:docMk/>
            <pc:sldMk cId="1506012861" sldId="571"/>
            <ac:spMk id="206" creationId="{217FA38F-6312-3A2E-A486-093A0F98385D}"/>
          </ac:spMkLst>
        </pc:spChg>
        <pc:spChg chg="mod">
          <ac:chgData name="Luis Carlos Guevara Hernandez" userId="946bcc4c-b146-4724-978c-751fab731e0a" providerId="ADAL" clId="{E8E95438-7D72-4151-95E2-CCAFE31D1FDF}" dt="2026-03-08T19:06:57.874" v="3659" actId="1036"/>
          <ac:spMkLst>
            <pc:docMk/>
            <pc:sldMk cId="1506012861" sldId="571"/>
            <ac:spMk id="212" creationId="{E57A3BC8-7522-5F44-206E-8FB4E81F8549}"/>
          </ac:spMkLst>
        </pc:spChg>
        <pc:spChg chg="mod">
          <ac:chgData name="Luis Carlos Guevara Hernandez" userId="946bcc4c-b146-4724-978c-751fab731e0a" providerId="ADAL" clId="{E8E95438-7D72-4151-95E2-CCAFE31D1FDF}" dt="2026-03-08T18:52:15.272" v="3428" actId="1037"/>
          <ac:spMkLst>
            <pc:docMk/>
            <pc:sldMk cId="1506012861" sldId="571"/>
            <ac:spMk id="221" creationId="{3776011C-D662-031F-F766-D4668AF3D86B}"/>
          </ac:spMkLst>
        </pc:spChg>
        <pc:spChg chg="mod">
          <ac:chgData name="Luis Carlos Guevara Hernandez" userId="946bcc4c-b146-4724-978c-751fab731e0a" providerId="ADAL" clId="{E8E95438-7D72-4151-95E2-CCAFE31D1FDF}" dt="2026-03-09T23:41:34.356" v="6358" actId="790"/>
          <ac:spMkLst>
            <pc:docMk/>
            <pc:sldMk cId="1506012861" sldId="571"/>
            <ac:spMk id="224" creationId="{C138B562-75D6-3AE5-CD50-6F915446F9F8}"/>
          </ac:spMkLst>
        </pc:spChg>
        <pc:spChg chg="add mod">
          <ac:chgData name="Luis Carlos Guevara Hernandez" userId="946bcc4c-b146-4724-978c-751fab731e0a" providerId="ADAL" clId="{E8E95438-7D72-4151-95E2-CCAFE31D1FDF}" dt="2026-03-09T23:41:34.356" v="6358" actId="790"/>
          <ac:spMkLst>
            <pc:docMk/>
            <pc:sldMk cId="1506012861" sldId="571"/>
            <ac:spMk id="225" creationId="{30060A2A-89A3-C763-6D28-E00ECC2DB221}"/>
          </ac:spMkLst>
        </pc:spChg>
        <pc:spChg chg="mod">
          <ac:chgData name="Luis Carlos Guevara Hernandez" userId="946bcc4c-b146-4724-978c-751fab731e0a" providerId="ADAL" clId="{E8E95438-7D72-4151-95E2-CCAFE31D1FDF}" dt="2026-03-08T19:06:57.874" v="3659" actId="1036"/>
          <ac:spMkLst>
            <pc:docMk/>
            <pc:sldMk cId="1506012861" sldId="571"/>
            <ac:spMk id="226" creationId="{07127BF7-6FAD-6580-4FED-0690A9F7A4FC}"/>
          </ac:spMkLst>
        </pc:spChg>
        <pc:spChg chg="mod">
          <ac:chgData name="Luis Carlos Guevara Hernandez" userId="946bcc4c-b146-4724-978c-751fab731e0a" providerId="ADAL" clId="{E8E95438-7D72-4151-95E2-CCAFE31D1FDF}" dt="2026-03-08T18:52:15.272" v="3428" actId="1037"/>
          <ac:spMkLst>
            <pc:docMk/>
            <pc:sldMk cId="1506012861" sldId="571"/>
            <ac:spMk id="228" creationId="{D2FB531B-6D61-E081-DE16-B10C2321EB3D}"/>
          </ac:spMkLst>
        </pc:spChg>
        <pc:spChg chg="mod">
          <ac:chgData name="Luis Carlos Guevara Hernandez" userId="946bcc4c-b146-4724-978c-751fab731e0a" providerId="ADAL" clId="{E8E95438-7D72-4151-95E2-CCAFE31D1FDF}" dt="2026-03-08T18:52:15.272" v="3428" actId="1037"/>
          <ac:spMkLst>
            <pc:docMk/>
            <pc:sldMk cId="1506012861" sldId="571"/>
            <ac:spMk id="237" creationId="{AE991DD7-A837-F026-CA3D-6364A2D543BB}"/>
          </ac:spMkLst>
        </pc:spChg>
        <pc:spChg chg="add mod">
          <ac:chgData name="Luis Carlos Guevara Hernandez" userId="946bcc4c-b146-4724-978c-751fab731e0a" providerId="ADAL" clId="{E8E95438-7D72-4151-95E2-CCAFE31D1FDF}" dt="2026-03-08T18:52:10.925" v="3386"/>
          <ac:spMkLst>
            <pc:docMk/>
            <pc:sldMk cId="1506012861" sldId="571"/>
            <ac:spMk id="238" creationId="{19AF85A5-9B48-6C7B-01EE-7D2CF3777C90}"/>
          </ac:spMkLst>
        </pc:spChg>
        <pc:spChg chg="mod">
          <ac:chgData name="Luis Carlos Guevara Hernandez" userId="946bcc4c-b146-4724-978c-751fab731e0a" providerId="ADAL" clId="{E8E95438-7D72-4151-95E2-CCAFE31D1FDF}" dt="2026-03-08T19:06:57.874" v="3659" actId="1036"/>
          <ac:spMkLst>
            <pc:docMk/>
            <pc:sldMk cId="1506012861" sldId="571"/>
            <ac:spMk id="241" creationId="{868A98BF-7E95-10FE-3A51-2621911C3C97}"/>
          </ac:spMkLst>
        </pc:spChg>
        <pc:spChg chg="mod">
          <ac:chgData name="Luis Carlos Guevara Hernandez" userId="946bcc4c-b146-4724-978c-751fab731e0a" providerId="ADAL" clId="{E8E95438-7D72-4151-95E2-CCAFE31D1FDF}" dt="2026-03-08T18:52:10.925" v="3386"/>
          <ac:spMkLst>
            <pc:docMk/>
            <pc:sldMk cId="1506012861" sldId="571"/>
            <ac:spMk id="257" creationId="{011B2B20-8ECE-5049-9004-5394C0BD490B}"/>
          </ac:spMkLst>
        </pc:spChg>
        <pc:spChg chg="mod">
          <ac:chgData name="Luis Carlos Guevara Hernandez" userId="946bcc4c-b146-4724-978c-751fab731e0a" providerId="ADAL" clId="{E8E95438-7D72-4151-95E2-CCAFE31D1FDF}" dt="2026-03-08T18:52:15.272" v="3428" actId="1037"/>
          <ac:spMkLst>
            <pc:docMk/>
            <pc:sldMk cId="1506012861" sldId="571"/>
            <ac:spMk id="260" creationId="{CFB38282-DFA7-9282-980F-7A1847218BE5}"/>
          </ac:spMkLst>
        </pc:spChg>
        <pc:spChg chg="mod">
          <ac:chgData name="Luis Carlos Guevara Hernandez" userId="946bcc4c-b146-4724-978c-751fab731e0a" providerId="ADAL" clId="{E8E95438-7D72-4151-95E2-CCAFE31D1FDF}" dt="2026-03-08T19:06:57.874" v="3659" actId="1036"/>
          <ac:spMkLst>
            <pc:docMk/>
            <pc:sldMk cId="1506012861" sldId="571"/>
            <ac:spMk id="262" creationId="{C0D1F776-9B32-F96A-8FF6-63B3882634A4}"/>
          </ac:spMkLst>
        </pc:spChg>
        <pc:spChg chg="mod">
          <ac:chgData name="Luis Carlos Guevara Hernandez" userId="946bcc4c-b146-4724-978c-751fab731e0a" providerId="ADAL" clId="{E8E95438-7D72-4151-95E2-CCAFE31D1FDF}" dt="2026-03-08T18:52:15.272" v="3428" actId="1037"/>
          <ac:spMkLst>
            <pc:docMk/>
            <pc:sldMk cId="1506012861" sldId="571"/>
            <ac:spMk id="266" creationId="{48C0C3B1-089C-BE37-53CD-737DDDBC2AB4}"/>
          </ac:spMkLst>
        </pc:spChg>
        <pc:spChg chg="mod">
          <ac:chgData name="Luis Carlos Guevara Hernandez" userId="946bcc4c-b146-4724-978c-751fab731e0a" providerId="ADAL" clId="{E8E95438-7D72-4151-95E2-CCAFE31D1FDF}" dt="2026-03-09T23:41:34.356" v="6358" actId="790"/>
          <ac:spMkLst>
            <pc:docMk/>
            <pc:sldMk cId="1506012861" sldId="571"/>
            <ac:spMk id="268" creationId="{21191C53-98DE-1468-DF8C-FC8B8E6B39F3}"/>
          </ac:spMkLst>
        </pc:spChg>
        <pc:spChg chg="mod">
          <ac:chgData name="Luis Carlos Guevara Hernandez" userId="946bcc4c-b146-4724-978c-751fab731e0a" providerId="ADAL" clId="{E8E95438-7D72-4151-95E2-CCAFE31D1FDF}" dt="2026-03-09T23:41:34.356" v="6358" actId="790"/>
          <ac:spMkLst>
            <pc:docMk/>
            <pc:sldMk cId="1506012861" sldId="571"/>
            <ac:spMk id="269" creationId="{6123EC91-F1FD-0E7C-A332-7943141CC953}"/>
          </ac:spMkLst>
        </pc:spChg>
        <pc:spChg chg="add mod">
          <ac:chgData name="Luis Carlos Guevara Hernandez" userId="946bcc4c-b146-4724-978c-751fab731e0a" providerId="ADAL" clId="{E8E95438-7D72-4151-95E2-CCAFE31D1FDF}" dt="2026-03-08T19:06:57.874" v="3659" actId="1036"/>
          <ac:spMkLst>
            <pc:docMk/>
            <pc:sldMk cId="1506012861" sldId="571"/>
            <ac:spMk id="271" creationId="{B99BD7FA-9AD5-31AB-05B2-EC0EECD056E4}"/>
          </ac:spMkLst>
        </pc:spChg>
        <pc:spChg chg="add mod">
          <ac:chgData name="Luis Carlos Guevara Hernandez" userId="946bcc4c-b146-4724-978c-751fab731e0a" providerId="ADAL" clId="{E8E95438-7D72-4151-95E2-CCAFE31D1FDF}" dt="2026-03-08T18:52:10.925" v="3386"/>
          <ac:spMkLst>
            <pc:docMk/>
            <pc:sldMk cId="1506012861" sldId="571"/>
            <ac:spMk id="273" creationId="{4D88A527-3A2C-1A21-60ED-E2666F882F63}"/>
          </ac:spMkLst>
        </pc:spChg>
        <pc:spChg chg="mod">
          <ac:chgData name="Luis Carlos Guevara Hernandez" userId="946bcc4c-b146-4724-978c-751fab731e0a" providerId="ADAL" clId="{E8E95438-7D72-4151-95E2-CCAFE31D1FDF}" dt="2026-03-08T18:52:15.272" v="3428" actId="1037"/>
          <ac:spMkLst>
            <pc:docMk/>
            <pc:sldMk cId="1506012861" sldId="571"/>
            <ac:spMk id="274" creationId="{E43563BA-24F5-DC40-06DD-9E6605A6DBB4}"/>
          </ac:spMkLst>
        </pc:spChg>
        <pc:spChg chg="mod">
          <ac:chgData name="Luis Carlos Guevara Hernandez" userId="946bcc4c-b146-4724-978c-751fab731e0a" providerId="ADAL" clId="{E8E95438-7D72-4151-95E2-CCAFE31D1FDF}" dt="2026-03-08T19:06:57.874" v="3659" actId="1036"/>
          <ac:spMkLst>
            <pc:docMk/>
            <pc:sldMk cId="1506012861" sldId="571"/>
            <ac:spMk id="286" creationId="{F200BC16-1D05-9753-BB45-76B104452880}"/>
          </ac:spMkLst>
        </pc:spChg>
        <pc:spChg chg="mod">
          <ac:chgData name="Luis Carlos Guevara Hernandez" userId="946bcc4c-b146-4724-978c-751fab731e0a" providerId="ADAL" clId="{E8E95438-7D72-4151-95E2-CCAFE31D1FDF}" dt="2026-03-08T18:52:15.272" v="3428" actId="1037"/>
          <ac:spMkLst>
            <pc:docMk/>
            <pc:sldMk cId="1506012861" sldId="571"/>
            <ac:spMk id="292" creationId="{F7D36EE5-4D60-D54B-E2B7-A31C58EDFBC5}"/>
          </ac:spMkLst>
        </pc:spChg>
        <pc:spChg chg="add mod">
          <ac:chgData name="Luis Carlos Guevara Hernandez" userId="946bcc4c-b146-4724-978c-751fab731e0a" providerId="ADAL" clId="{E8E95438-7D72-4151-95E2-CCAFE31D1FDF}" dt="2026-03-08T18:52:10.925" v="3386"/>
          <ac:spMkLst>
            <pc:docMk/>
            <pc:sldMk cId="1506012861" sldId="571"/>
            <ac:spMk id="294" creationId="{84EC413C-167A-204D-84FE-15BFE3165E6B}"/>
          </ac:spMkLst>
        </pc:spChg>
        <pc:spChg chg="mod">
          <ac:chgData name="Luis Carlos Guevara Hernandez" userId="946bcc4c-b146-4724-978c-751fab731e0a" providerId="ADAL" clId="{E8E95438-7D72-4151-95E2-CCAFE31D1FDF}" dt="2026-03-08T19:06:57.874" v="3659" actId="1036"/>
          <ac:spMkLst>
            <pc:docMk/>
            <pc:sldMk cId="1506012861" sldId="571"/>
            <ac:spMk id="296" creationId="{235B2242-0E82-4FEE-A5F3-0BE972727B91}"/>
          </ac:spMkLst>
        </pc:spChg>
        <pc:spChg chg="mod">
          <ac:chgData name="Luis Carlos Guevara Hernandez" userId="946bcc4c-b146-4724-978c-751fab731e0a" providerId="ADAL" clId="{E8E95438-7D72-4151-95E2-CCAFE31D1FDF}" dt="2026-03-08T19:06:57.874" v="3659" actId="1036"/>
          <ac:spMkLst>
            <pc:docMk/>
            <pc:sldMk cId="1506012861" sldId="571"/>
            <ac:spMk id="297" creationId="{952174F6-D42B-0A99-459E-509E699CDAB8}"/>
          </ac:spMkLst>
        </pc:spChg>
        <pc:spChg chg="mod">
          <ac:chgData name="Luis Carlos Guevara Hernandez" userId="946bcc4c-b146-4724-978c-751fab731e0a" providerId="ADAL" clId="{E8E95438-7D72-4151-95E2-CCAFE31D1FDF}" dt="2026-03-09T23:41:34.356" v="6358" actId="790"/>
          <ac:spMkLst>
            <pc:docMk/>
            <pc:sldMk cId="1506012861" sldId="571"/>
            <ac:spMk id="298" creationId="{6EDD0148-5D35-676D-99D1-2F0DC2CFF627}"/>
          </ac:spMkLst>
        </pc:spChg>
        <pc:spChg chg="mod">
          <ac:chgData name="Luis Carlos Guevara Hernandez" userId="946bcc4c-b146-4724-978c-751fab731e0a" providerId="ADAL" clId="{E8E95438-7D72-4151-95E2-CCAFE31D1FDF}" dt="2026-03-08T18:52:10.925" v="3386"/>
          <ac:spMkLst>
            <pc:docMk/>
            <pc:sldMk cId="1506012861" sldId="571"/>
            <ac:spMk id="305" creationId="{E0A5B1C4-2956-B769-6C1D-42C39CE72AC6}"/>
          </ac:spMkLst>
        </pc:spChg>
        <pc:spChg chg="add mod">
          <ac:chgData name="Luis Carlos Guevara Hernandez" userId="946bcc4c-b146-4724-978c-751fab731e0a" providerId="ADAL" clId="{E8E95438-7D72-4151-95E2-CCAFE31D1FDF}" dt="2026-03-08T18:52:10.925" v="3386"/>
          <ac:spMkLst>
            <pc:docMk/>
            <pc:sldMk cId="1506012861" sldId="571"/>
            <ac:spMk id="308" creationId="{66EF3773-2251-EB45-C703-D6ED4EE87690}"/>
          </ac:spMkLst>
        </pc:spChg>
        <pc:spChg chg="mod">
          <ac:chgData name="Luis Carlos Guevara Hernandez" userId="946bcc4c-b146-4724-978c-751fab731e0a" providerId="ADAL" clId="{E8E95438-7D72-4151-95E2-CCAFE31D1FDF}" dt="2026-03-08T19:06:57.874" v="3659" actId="1036"/>
          <ac:spMkLst>
            <pc:docMk/>
            <pc:sldMk cId="1506012861" sldId="571"/>
            <ac:spMk id="309" creationId="{91B1F4E4-FCBE-E02F-2706-2AA60A7A8F75}"/>
          </ac:spMkLst>
        </pc:spChg>
        <pc:spChg chg="mod">
          <ac:chgData name="Luis Carlos Guevara Hernandez" userId="946bcc4c-b146-4724-978c-751fab731e0a" providerId="ADAL" clId="{E8E95438-7D72-4151-95E2-CCAFE31D1FDF}" dt="2026-03-08T18:52:15.272" v="3428" actId="1037"/>
          <ac:spMkLst>
            <pc:docMk/>
            <pc:sldMk cId="1506012861" sldId="571"/>
            <ac:spMk id="310" creationId="{60AD9724-E46E-E670-13CB-F49231C86743}"/>
          </ac:spMkLst>
        </pc:spChg>
        <pc:spChg chg="mod">
          <ac:chgData name="Luis Carlos Guevara Hernandez" userId="946bcc4c-b146-4724-978c-751fab731e0a" providerId="ADAL" clId="{E8E95438-7D72-4151-95E2-CCAFE31D1FDF}" dt="2026-03-09T23:41:34.356" v="6358" actId="790"/>
          <ac:spMkLst>
            <pc:docMk/>
            <pc:sldMk cId="1506012861" sldId="571"/>
            <ac:spMk id="313" creationId="{98AC663F-6322-CBC1-7B31-C20C4FE03C7B}"/>
          </ac:spMkLst>
        </pc:spChg>
        <pc:spChg chg="mod">
          <ac:chgData name="Luis Carlos Guevara Hernandez" userId="946bcc4c-b146-4724-978c-751fab731e0a" providerId="ADAL" clId="{E8E95438-7D72-4151-95E2-CCAFE31D1FDF}" dt="2026-03-09T23:41:34.356" v="6358" actId="790"/>
          <ac:spMkLst>
            <pc:docMk/>
            <pc:sldMk cId="1506012861" sldId="571"/>
            <ac:spMk id="317" creationId="{9F0B4BDC-6838-F17E-F123-C9E758EECBAC}"/>
          </ac:spMkLst>
        </pc:spChg>
        <pc:spChg chg="mod">
          <ac:chgData name="Luis Carlos Guevara Hernandez" userId="946bcc4c-b146-4724-978c-751fab731e0a" providerId="ADAL" clId="{E8E95438-7D72-4151-95E2-CCAFE31D1FDF}" dt="2026-03-08T18:52:15.272" v="3428" actId="1037"/>
          <ac:spMkLst>
            <pc:docMk/>
            <pc:sldMk cId="1506012861" sldId="571"/>
            <ac:spMk id="319" creationId="{ED605534-DD85-E6BC-6D70-D5C3B8ACE05E}"/>
          </ac:spMkLst>
        </pc:spChg>
        <pc:spChg chg="mod">
          <ac:chgData name="Luis Carlos Guevara Hernandez" userId="946bcc4c-b146-4724-978c-751fab731e0a" providerId="ADAL" clId="{E8E95438-7D72-4151-95E2-CCAFE31D1FDF}" dt="2026-03-08T19:04:47.021" v="3650" actId="1035"/>
          <ac:spMkLst>
            <pc:docMk/>
            <pc:sldMk cId="1506012861" sldId="571"/>
            <ac:spMk id="323" creationId="{A0686123-4739-65AE-F290-C8C066ED77E9}"/>
          </ac:spMkLst>
        </pc:spChg>
        <pc:spChg chg="mod">
          <ac:chgData name="Luis Carlos Guevara Hernandez" userId="946bcc4c-b146-4724-978c-751fab731e0a" providerId="ADAL" clId="{E8E95438-7D72-4151-95E2-CCAFE31D1FDF}" dt="2026-03-08T19:04:47.021" v="3650" actId="1035"/>
          <ac:spMkLst>
            <pc:docMk/>
            <pc:sldMk cId="1506012861" sldId="571"/>
            <ac:spMk id="324" creationId="{83AD1CC1-7681-9165-2D46-CE8C2BAC94EB}"/>
          </ac:spMkLst>
        </pc:spChg>
        <pc:spChg chg="add mod">
          <ac:chgData name="Luis Carlos Guevara Hernandez" userId="946bcc4c-b146-4724-978c-751fab731e0a" providerId="ADAL" clId="{E8E95438-7D72-4151-95E2-CCAFE31D1FDF}" dt="2026-03-08T18:53:10.847" v="3459" actId="1076"/>
          <ac:spMkLst>
            <pc:docMk/>
            <pc:sldMk cId="1506012861" sldId="571"/>
            <ac:spMk id="325" creationId="{4233D8B2-4AD2-2D13-D71F-7CC848A86C79}"/>
          </ac:spMkLst>
        </pc:spChg>
        <pc:spChg chg="add mod">
          <ac:chgData name="Luis Carlos Guevara Hernandez" userId="946bcc4c-b146-4724-978c-751fab731e0a" providerId="ADAL" clId="{E8E95438-7D72-4151-95E2-CCAFE31D1FDF}" dt="2026-03-08T19:04:20.706" v="3625" actId="1076"/>
          <ac:spMkLst>
            <pc:docMk/>
            <pc:sldMk cId="1506012861" sldId="571"/>
            <ac:spMk id="326" creationId="{B969F822-4FC1-7838-CD88-3F101BA0C0BA}"/>
          </ac:spMkLst>
        </pc:spChg>
        <pc:spChg chg="add mod">
          <ac:chgData name="Luis Carlos Guevara Hernandez" userId="946bcc4c-b146-4724-978c-751fab731e0a" providerId="ADAL" clId="{E8E95438-7D72-4151-95E2-CCAFE31D1FDF}" dt="2026-03-09T23:41:34.356" v="6358" actId="790"/>
          <ac:spMkLst>
            <pc:docMk/>
            <pc:sldMk cId="1506012861" sldId="571"/>
            <ac:spMk id="336" creationId="{A3E33EAA-A17C-ABF3-EE48-A19B6749DA28}"/>
          </ac:spMkLst>
        </pc:spChg>
        <pc:grpChg chg="mod">
          <ac:chgData name="Luis Carlos Guevara Hernandez" userId="946bcc4c-b146-4724-978c-751fab731e0a" providerId="ADAL" clId="{E8E95438-7D72-4151-95E2-CCAFE31D1FDF}" dt="2026-03-08T18:53:10.847" v="3459" actId="1076"/>
          <ac:grpSpMkLst>
            <pc:docMk/>
            <pc:sldMk cId="1506012861" sldId="571"/>
            <ac:grpSpMk id="32" creationId="{241A0BFB-6A9B-A79C-A156-D1A3EF651D37}"/>
          </ac:grpSpMkLst>
        </pc:grpChg>
        <pc:grpChg chg="mod">
          <ac:chgData name="Luis Carlos Guevara Hernandez" userId="946bcc4c-b146-4724-978c-751fab731e0a" providerId="ADAL" clId="{E8E95438-7D72-4151-95E2-CCAFE31D1FDF}" dt="2026-03-08T18:53:10.847" v="3459" actId="1076"/>
          <ac:grpSpMkLst>
            <pc:docMk/>
            <pc:sldMk cId="1506012861" sldId="571"/>
            <ac:grpSpMk id="82" creationId="{833E017D-6F83-ECCC-B5FC-6D06A176AA00}"/>
          </ac:grpSpMkLst>
        </pc:grpChg>
        <pc:grpChg chg="mod">
          <ac:chgData name="Luis Carlos Guevara Hernandez" userId="946bcc4c-b146-4724-978c-751fab731e0a" providerId="ADAL" clId="{E8E95438-7D72-4151-95E2-CCAFE31D1FDF}" dt="2026-03-08T18:53:10.847" v="3459" actId="1076"/>
          <ac:grpSpMkLst>
            <pc:docMk/>
            <pc:sldMk cId="1506012861" sldId="571"/>
            <ac:grpSpMk id="95" creationId="{88FE2FC9-D2CF-DB4E-C216-38DB5B023519}"/>
          </ac:grpSpMkLst>
        </pc:grpChg>
        <pc:grpChg chg="mod">
          <ac:chgData name="Luis Carlos Guevara Hernandez" userId="946bcc4c-b146-4724-978c-751fab731e0a" providerId="ADAL" clId="{E8E95438-7D72-4151-95E2-CCAFE31D1FDF}" dt="2026-03-08T18:53:10.847" v="3459" actId="1076"/>
          <ac:grpSpMkLst>
            <pc:docMk/>
            <pc:sldMk cId="1506012861" sldId="571"/>
            <ac:grpSpMk id="177" creationId="{7D17AAC3-114F-A9F8-B72D-8172DDA1B1B4}"/>
          </ac:grpSpMkLst>
        </pc:grpChg>
        <pc:grpChg chg="mod">
          <ac:chgData name="Luis Carlos Guevara Hernandez" userId="946bcc4c-b146-4724-978c-751fab731e0a" providerId="ADAL" clId="{E8E95438-7D72-4151-95E2-CCAFE31D1FDF}" dt="2026-03-08T18:53:10.847" v="3459" actId="1076"/>
          <ac:grpSpMkLst>
            <pc:docMk/>
            <pc:sldMk cId="1506012861" sldId="571"/>
            <ac:grpSpMk id="184" creationId="{0976C85C-881C-3F4E-A1FB-C704864CE0DC}"/>
          </ac:grpSpMkLst>
        </pc:grpChg>
        <pc:grpChg chg="mod">
          <ac:chgData name="Luis Carlos Guevara Hernandez" userId="946bcc4c-b146-4724-978c-751fab731e0a" providerId="ADAL" clId="{E8E95438-7D72-4151-95E2-CCAFE31D1FDF}" dt="2026-03-08T18:53:10.847" v="3459" actId="1076"/>
          <ac:grpSpMkLst>
            <pc:docMk/>
            <pc:sldMk cId="1506012861" sldId="571"/>
            <ac:grpSpMk id="191" creationId="{CA391E32-6430-DB4E-37F7-1D9C05825B84}"/>
          </ac:grpSpMkLst>
        </pc:grpChg>
        <pc:cxnChg chg="mod">
          <ac:chgData name="Luis Carlos Guevara Hernandez" userId="946bcc4c-b146-4724-978c-751fab731e0a" providerId="ADAL" clId="{E8E95438-7D72-4151-95E2-CCAFE31D1FDF}" dt="2026-03-08T18:47:44.786" v="3263" actId="14100"/>
          <ac:cxnSpMkLst>
            <pc:docMk/>
            <pc:sldMk cId="1506012861" sldId="571"/>
            <ac:cxnSpMk id="9" creationId="{46802029-4F9C-68E0-26CC-E3036E30B12B}"/>
          </ac:cxnSpMkLst>
        </pc:cxnChg>
        <pc:cxnChg chg="mod">
          <ac:chgData name="Luis Carlos Guevara Hernandez" userId="946bcc4c-b146-4724-978c-751fab731e0a" providerId="ADAL" clId="{E8E95438-7D72-4151-95E2-CCAFE31D1FDF}" dt="2026-03-08T18:47:44.786" v="3263" actId="14100"/>
          <ac:cxnSpMkLst>
            <pc:docMk/>
            <pc:sldMk cId="1506012861" sldId="571"/>
            <ac:cxnSpMk id="10" creationId="{1F19F4B8-598E-7314-EBF2-6003AE8CC558}"/>
          </ac:cxnSpMkLst>
        </pc:cxnChg>
        <pc:cxnChg chg="add mod">
          <ac:chgData name="Luis Carlos Guevara Hernandez" userId="946bcc4c-b146-4724-978c-751fab731e0a" providerId="ADAL" clId="{E8E95438-7D72-4151-95E2-CCAFE31D1FDF}" dt="2026-03-08T19:03:56.952" v="3620" actId="1076"/>
          <ac:cxnSpMkLst>
            <pc:docMk/>
            <pc:sldMk cId="1506012861" sldId="571"/>
            <ac:cxnSpMk id="349" creationId="{281A6D07-6D60-4761-AB30-55C35B4E90E7}"/>
          </ac:cxnSpMkLst>
        </pc:cxnChg>
        <pc:cxnChg chg="add mod">
          <ac:chgData name="Luis Carlos Guevara Hernandez" userId="946bcc4c-b146-4724-978c-751fab731e0a" providerId="ADAL" clId="{E8E95438-7D72-4151-95E2-CCAFE31D1FDF}" dt="2026-03-08T19:04:15.578" v="3624" actId="1076"/>
          <ac:cxnSpMkLst>
            <pc:docMk/>
            <pc:sldMk cId="1506012861" sldId="571"/>
            <ac:cxnSpMk id="350" creationId="{217D06DA-DB69-F75D-2B1E-33669574B4AE}"/>
          </ac:cxnSpMkLst>
        </pc:cxnChg>
      </pc:sldChg>
      <pc:sldChg chg="addSp delSp modSp add mod delAnim modAnim modNotesTx">
        <pc:chgData name="Luis Carlos Guevara Hernandez" userId="946bcc4c-b146-4724-978c-751fab731e0a" providerId="ADAL" clId="{E8E95438-7D72-4151-95E2-CCAFE31D1FDF}" dt="2026-03-09T23:41:34.356" v="6358" actId="790"/>
        <pc:sldMkLst>
          <pc:docMk/>
          <pc:sldMk cId="3988570938" sldId="572"/>
        </pc:sldMkLst>
        <pc:spChg chg="add mod">
          <ac:chgData name="Luis Carlos Guevara Hernandez" userId="946bcc4c-b146-4724-978c-751fab731e0a" providerId="ADAL" clId="{E8E95438-7D72-4151-95E2-CCAFE31D1FDF}" dt="2026-03-08T19:15:45.518" v="3903"/>
          <ac:spMkLst>
            <pc:docMk/>
            <pc:sldMk cId="3988570938" sldId="572"/>
            <ac:spMk id="2" creationId="{153CC2EB-B20D-D3D5-DA0B-E4DFB752DD7C}"/>
          </ac:spMkLst>
        </pc:spChg>
        <pc:spChg chg="add mod">
          <ac:chgData name="Luis Carlos Guevara Hernandez" userId="946bcc4c-b146-4724-978c-751fab731e0a" providerId="ADAL" clId="{E8E95438-7D72-4151-95E2-CCAFE31D1FDF}" dt="2026-03-08T19:20:27.686" v="3946" actId="20577"/>
          <ac:spMkLst>
            <pc:docMk/>
            <pc:sldMk cId="3988570938" sldId="572"/>
            <ac:spMk id="3" creationId="{B482F121-FA93-C4E0-06FA-2F2C3140AE74}"/>
          </ac:spMkLst>
        </pc:spChg>
        <pc:spChg chg="add mod">
          <ac:chgData name="Luis Carlos Guevara Hernandez" userId="946bcc4c-b146-4724-978c-751fab731e0a" providerId="ADAL" clId="{E8E95438-7D72-4151-95E2-CCAFE31D1FDF}" dt="2026-03-08T19:30:50.388" v="4021" actId="1076"/>
          <ac:spMkLst>
            <pc:docMk/>
            <pc:sldMk cId="3988570938" sldId="572"/>
            <ac:spMk id="8" creationId="{BA35270A-9AB9-84E5-F301-423064D06CB6}"/>
          </ac:spMkLst>
        </pc:spChg>
        <pc:spChg chg="add mod">
          <ac:chgData name="Luis Carlos Guevara Hernandez" userId="946bcc4c-b146-4724-978c-751fab731e0a" providerId="ADAL" clId="{E8E95438-7D72-4151-95E2-CCAFE31D1FDF}" dt="2026-03-08T19:22:03.982" v="3950" actId="6549"/>
          <ac:spMkLst>
            <pc:docMk/>
            <pc:sldMk cId="3988570938" sldId="572"/>
            <ac:spMk id="12" creationId="{80B4AB50-A8A6-F590-CA96-2D4A7B3572A0}"/>
          </ac:spMkLst>
        </pc:spChg>
        <pc:spChg chg="mod">
          <ac:chgData name="Luis Carlos Guevara Hernandez" userId="946bcc4c-b146-4724-978c-751fab731e0a" providerId="ADAL" clId="{E8E95438-7D72-4151-95E2-CCAFE31D1FDF}" dt="2026-03-09T23:41:34.356" v="6358" actId="790"/>
          <ac:spMkLst>
            <pc:docMk/>
            <pc:sldMk cId="3988570938" sldId="572"/>
            <ac:spMk id="43" creationId="{9BA27CE2-0791-43A5-97D2-1FBAF48C7DB4}"/>
          </ac:spMkLst>
        </pc:spChg>
        <pc:spChg chg="mod">
          <ac:chgData name="Luis Carlos Guevara Hernandez" userId="946bcc4c-b146-4724-978c-751fab731e0a" providerId="ADAL" clId="{E8E95438-7D72-4151-95E2-CCAFE31D1FDF}" dt="2026-03-09T23:41:34.356" v="6358" actId="790"/>
          <ac:spMkLst>
            <pc:docMk/>
            <pc:sldMk cId="3988570938" sldId="572"/>
            <ac:spMk id="44" creationId="{92955A70-3FE1-B39A-0D0E-ACBB769482E1}"/>
          </ac:spMkLst>
        </pc:spChg>
        <pc:spChg chg="mod">
          <ac:chgData name="Luis Carlos Guevara Hernandez" userId="946bcc4c-b146-4724-978c-751fab731e0a" providerId="ADAL" clId="{E8E95438-7D72-4151-95E2-CCAFE31D1FDF}" dt="2026-03-09T23:41:34.356" v="6358" actId="790"/>
          <ac:spMkLst>
            <pc:docMk/>
            <pc:sldMk cId="3988570938" sldId="572"/>
            <ac:spMk id="169" creationId="{A8DAEE71-81DE-7F9E-FCC4-6C27AB41AD93}"/>
          </ac:spMkLst>
        </pc:spChg>
        <pc:spChg chg="mod">
          <ac:chgData name="Luis Carlos Guevara Hernandez" userId="946bcc4c-b146-4724-978c-751fab731e0a" providerId="ADAL" clId="{E8E95438-7D72-4151-95E2-CCAFE31D1FDF}" dt="2026-03-09T23:41:34.356" v="6358" actId="790"/>
          <ac:spMkLst>
            <pc:docMk/>
            <pc:sldMk cId="3988570938" sldId="572"/>
            <ac:spMk id="175" creationId="{4A2A0921-9B7B-88D4-3912-7786E613A0C4}"/>
          </ac:spMkLst>
        </pc:spChg>
        <pc:spChg chg="mod">
          <ac:chgData name="Luis Carlos Guevara Hernandez" userId="946bcc4c-b146-4724-978c-751fab731e0a" providerId="ADAL" clId="{E8E95438-7D72-4151-95E2-CCAFE31D1FDF}" dt="2026-03-09T23:41:34.356" v="6358" actId="790"/>
          <ac:spMkLst>
            <pc:docMk/>
            <pc:sldMk cId="3988570938" sldId="572"/>
            <ac:spMk id="182" creationId="{3234FB70-BDB5-E5A0-BF9B-6615C81DCFD9}"/>
          </ac:spMkLst>
        </pc:spChg>
        <pc:spChg chg="mod">
          <ac:chgData name="Luis Carlos Guevara Hernandez" userId="946bcc4c-b146-4724-978c-751fab731e0a" providerId="ADAL" clId="{E8E95438-7D72-4151-95E2-CCAFE31D1FDF}" dt="2026-03-09T23:41:34.356" v="6358" actId="790"/>
          <ac:spMkLst>
            <pc:docMk/>
            <pc:sldMk cId="3988570938" sldId="572"/>
            <ac:spMk id="186" creationId="{0D6DC7E5-2BD6-CDD2-6F71-C031A31F7F17}"/>
          </ac:spMkLst>
        </pc:spChg>
        <pc:spChg chg="mod">
          <ac:chgData name="Luis Carlos Guevara Hernandez" userId="946bcc4c-b146-4724-978c-751fab731e0a" providerId="ADAL" clId="{E8E95438-7D72-4151-95E2-CCAFE31D1FDF}" dt="2026-03-09T23:41:34.356" v="6358" actId="790"/>
          <ac:spMkLst>
            <pc:docMk/>
            <pc:sldMk cId="3988570938" sldId="572"/>
            <ac:spMk id="187" creationId="{A83BF264-B586-F4BE-1647-E08C0763C551}"/>
          </ac:spMkLst>
        </pc:spChg>
        <pc:spChg chg="mod">
          <ac:chgData name="Luis Carlos Guevara Hernandez" userId="946bcc4c-b146-4724-978c-751fab731e0a" providerId="ADAL" clId="{E8E95438-7D72-4151-95E2-CCAFE31D1FDF}" dt="2026-03-09T23:41:34.356" v="6358" actId="790"/>
          <ac:spMkLst>
            <pc:docMk/>
            <pc:sldMk cId="3988570938" sldId="572"/>
            <ac:spMk id="190" creationId="{E275A8C7-6023-ECE7-F732-02CD96CEE9E5}"/>
          </ac:spMkLst>
        </pc:spChg>
        <pc:spChg chg="mod">
          <ac:chgData name="Luis Carlos Guevara Hernandez" userId="946bcc4c-b146-4724-978c-751fab731e0a" providerId="ADAL" clId="{E8E95438-7D72-4151-95E2-CCAFE31D1FDF}" dt="2026-03-09T23:41:34.356" v="6358" actId="790"/>
          <ac:spMkLst>
            <pc:docMk/>
            <pc:sldMk cId="3988570938" sldId="572"/>
            <ac:spMk id="193" creationId="{AD6C94EC-0C01-ECE3-292B-95D25ED26825}"/>
          </ac:spMkLst>
        </pc:spChg>
        <pc:spChg chg="mod">
          <ac:chgData name="Luis Carlos Guevara Hernandez" userId="946bcc4c-b146-4724-978c-751fab731e0a" providerId="ADAL" clId="{E8E95438-7D72-4151-95E2-CCAFE31D1FDF}" dt="2026-03-08T19:15:41.602" v="3902" actId="1037"/>
          <ac:spMkLst>
            <pc:docMk/>
            <pc:sldMk cId="3988570938" sldId="572"/>
            <ac:spMk id="195" creationId="{6CDF8DA6-01A3-1991-DC8D-86BB8125D27D}"/>
          </ac:spMkLst>
        </pc:spChg>
        <pc:spChg chg="mod">
          <ac:chgData name="Luis Carlos Guevara Hernandez" userId="946bcc4c-b146-4724-978c-751fab731e0a" providerId="ADAL" clId="{E8E95438-7D72-4151-95E2-CCAFE31D1FDF}" dt="2026-03-08T19:15:41.602" v="3902" actId="1037"/>
          <ac:spMkLst>
            <pc:docMk/>
            <pc:sldMk cId="3988570938" sldId="572"/>
            <ac:spMk id="196" creationId="{F565509F-BC8A-667C-987A-C6D49A99173D}"/>
          </ac:spMkLst>
        </pc:spChg>
        <pc:spChg chg="mod">
          <ac:chgData name="Luis Carlos Guevara Hernandez" userId="946bcc4c-b146-4724-978c-751fab731e0a" providerId="ADAL" clId="{E8E95438-7D72-4151-95E2-CCAFE31D1FDF}" dt="2026-03-09T23:41:34.356" v="6358" actId="790"/>
          <ac:spMkLst>
            <pc:docMk/>
            <pc:sldMk cId="3988570938" sldId="572"/>
            <ac:spMk id="197" creationId="{5F2297AC-D5D2-55FC-7741-69E630006B69}"/>
          </ac:spMkLst>
        </pc:spChg>
        <pc:spChg chg="mod">
          <ac:chgData name="Luis Carlos Guevara Hernandez" userId="946bcc4c-b146-4724-978c-751fab731e0a" providerId="ADAL" clId="{E8E95438-7D72-4151-95E2-CCAFE31D1FDF}" dt="2026-03-08T19:15:41.602" v="3902" actId="1037"/>
          <ac:spMkLst>
            <pc:docMk/>
            <pc:sldMk cId="3988570938" sldId="572"/>
            <ac:spMk id="325" creationId="{3812C463-C298-974A-653F-244066D45971}"/>
          </ac:spMkLst>
        </pc:spChg>
        <pc:grpChg chg="mod">
          <ac:chgData name="Luis Carlos Guevara Hernandez" userId="946bcc4c-b146-4724-978c-751fab731e0a" providerId="ADAL" clId="{E8E95438-7D72-4151-95E2-CCAFE31D1FDF}" dt="2026-03-08T19:15:41.602" v="3902" actId="1037"/>
          <ac:grpSpMkLst>
            <pc:docMk/>
            <pc:sldMk cId="3988570938" sldId="572"/>
            <ac:grpSpMk id="32" creationId="{9DAED9C4-CDBF-319B-B541-A10C3123903F}"/>
          </ac:grpSpMkLst>
        </pc:grpChg>
        <pc:grpChg chg="mod">
          <ac:chgData name="Luis Carlos Guevara Hernandez" userId="946bcc4c-b146-4724-978c-751fab731e0a" providerId="ADAL" clId="{E8E95438-7D72-4151-95E2-CCAFE31D1FDF}" dt="2026-03-08T19:15:41.602" v="3902" actId="1037"/>
          <ac:grpSpMkLst>
            <pc:docMk/>
            <pc:sldMk cId="3988570938" sldId="572"/>
            <ac:grpSpMk id="82" creationId="{8ECEDB8F-5F90-5F8D-3E94-2B21B4A06404}"/>
          </ac:grpSpMkLst>
        </pc:grpChg>
        <pc:grpChg chg="mod">
          <ac:chgData name="Luis Carlos Guevara Hernandez" userId="946bcc4c-b146-4724-978c-751fab731e0a" providerId="ADAL" clId="{E8E95438-7D72-4151-95E2-CCAFE31D1FDF}" dt="2026-03-08T19:15:41.602" v="3902" actId="1037"/>
          <ac:grpSpMkLst>
            <pc:docMk/>
            <pc:sldMk cId="3988570938" sldId="572"/>
            <ac:grpSpMk id="95" creationId="{D4C7EFF7-DA3D-1E59-0A90-0DCAEAE77AF7}"/>
          </ac:grpSpMkLst>
        </pc:grpChg>
        <pc:grpChg chg="mod">
          <ac:chgData name="Luis Carlos Guevara Hernandez" userId="946bcc4c-b146-4724-978c-751fab731e0a" providerId="ADAL" clId="{E8E95438-7D72-4151-95E2-CCAFE31D1FDF}" dt="2026-03-08T19:15:41.602" v="3902" actId="1037"/>
          <ac:grpSpMkLst>
            <pc:docMk/>
            <pc:sldMk cId="3988570938" sldId="572"/>
            <ac:grpSpMk id="177" creationId="{5254EBE1-D11E-D698-F8A9-67F00D13132B}"/>
          </ac:grpSpMkLst>
        </pc:grpChg>
        <pc:grpChg chg="mod">
          <ac:chgData name="Luis Carlos Guevara Hernandez" userId="946bcc4c-b146-4724-978c-751fab731e0a" providerId="ADAL" clId="{E8E95438-7D72-4151-95E2-CCAFE31D1FDF}" dt="2026-03-08T19:15:41.602" v="3902" actId="1037"/>
          <ac:grpSpMkLst>
            <pc:docMk/>
            <pc:sldMk cId="3988570938" sldId="572"/>
            <ac:grpSpMk id="184" creationId="{19E0D527-9D0D-AF5C-18C5-A3E50EB58981}"/>
          </ac:grpSpMkLst>
        </pc:grpChg>
        <pc:grpChg chg="mod">
          <ac:chgData name="Luis Carlos Guevara Hernandez" userId="946bcc4c-b146-4724-978c-751fab731e0a" providerId="ADAL" clId="{E8E95438-7D72-4151-95E2-CCAFE31D1FDF}" dt="2026-03-08T19:15:41.602" v="3902" actId="1037"/>
          <ac:grpSpMkLst>
            <pc:docMk/>
            <pc:sldMk cId="3988570938" sldId="572"/>
            <ac:grpSpMk id="191" creationId="{D2E15E10-3802-CBB5-AE6D-37EE719AD3AB}"/>
          </ac:grpSpMkLst>
        </pc:grpChg>
      </pc:sldChg>
      <pc:sldChg chg="addSp modSp add mod">
        <pc:chgData name="Luis Carlos Guevara Hernandez" userId="946bcc4c-b146-4724-978c-751fab731e0a" providerId="ADAL" clId="{E8E95438-7D72-4151-95E2-CCAFE31D1FDF}" dt="2026-03-09T23:41:34.356" v="6358" actId="790"/>
        <pc:sldMkLst>
          <pc:docMk/>
          <pc:sldMk cId="3383078355" sldId="573"/>
        </pc:sldMkLst>
        <pc:spChg chg="mod">
          <ac:chgData name="Luis Carlos Guevara Hernandez" userId="946bcc4c-b146-4724-978c-751fab731e0a" providerId="ADAL" clId="{E8E95438-7D72-4151-95E2-CCAFE31D1FDF}" dt="2026-03-08T19:23:34.086" v="3962" actId="20577"/>
          <ac:spMkLst>
            <pc:docMk/>
            <pc:sldMk cId="3383078355" sldId="573"/>
            <ac:spMk id="3" creationId="{2E83E9B8-AE5E-027C-33E9-243EEC3686EE}"/>
          </ac:spMkLst>
        </pc:spChg>
        <pc:spChg chg="mod">
          <ac:chgData name="Luis Carlos Guevara Hernandez" userId="946bcc4c-b146-4724-978c-751fab731e0a" providerId="ADAL" clId="{E8E95438-7D72-4151-95E2-CCAFE31D1FDF}" dt="2026-03-09T23:41:34.356" v="6358" actId="790"/>
          <ac:spMkLst>
            <pc:docMk/>
            <pc:sldMk cId="3383078355" sldId="573"/>
            <ac:spMk id="7" creationId="{0527A281-7DFB-111C-7D43-E213CE180410}"/>
          </ac:spMkLst>
        </pc:spChg>
        <pc:spChg chg="mod">
          <ac:chgData name="Luis Carlos Guevara Hernandez" userId="946bcc4c-b146-4724-978c-751fab731e0a" providerId="ADAL" clId="{E8E95438-7D72-4151-95E2-CCAFE31D1FDF}" dt="2026-03-08T19:23:21.204" v="3955"/>
          <ac:spMkLst>
            <pc:docMk/>
            <pc:sldMk cId="3383078355" sldId="573"/>
            <ac:spMk id="8" creationId="{F4E1ADB4-F2A3-844F-87B9-C5667ED485C7}"/>
          </ac:spMkLst>
        </pc:spChg>
        <pc:spChg chg="mod">
          <ac:chgData name="Luis Carlos Guevara Hernandez" userId="946bcc4c-b146-4724-978c-751fab731e0a" providerId="ADAL" clId="{E8E95438-7D72-4151-95E2-CCAFE31D1FDF}" dt="2026-03-08T19:24:32.377" v="3985" actId="13926"/>
          <ac:spMkLst>
            <pc:docMk/>
            <pc:sldMk cId="3383078355" sldId="573"/>
            <ac:spMk id="12" creationId="{22D94FE1-3484-127A-3E0B-B4A3F16F065D}"/>
          </ac:spMkLst>
        </pc:spChg>
        <pc:spChg chg="mod">
          <ac:chgData name="Luis Carlos Guevara Hernandez" userId="946bcc4c-b146-4724-978c-751fab731e0a" providerId="ADAL" clId="{E8E95438-7D72-4151-95E2-CCAFE31D1FDF}" dt="2026-03-09T23:41:34.356" v="6358" actId="790"/>
          <ac:spMkLst>
            <pc:docMk/>
            <pc:sldMk cId="3383078355" sldId="573"/>
            <ac:spMk id="91" creationId="{B7C57A61-7523-4E2A-241E-B78738023E93}"/>
          </ac:spMkLst>
        </pc:spChg>
        <pc:spChg chg="mod">
          <ac:chgData name="Luis Carlos Guevara Hernandez" userId="946bcc4c-b146-4724-978c-751fab731e0a" providerId="ADAL" clId="{E8E95438-7D72-4151-95E2-CCAFE31D1FDF}" dt="2026-03-09T23:41:34.356" v="6358" actId="790"/>
          <ac:spMkLst>
            <pc:docMk/>
            <pc:sldMk cId="3383078355" sldId="573"/>
            <ac:spMk id="93" creationId="{A0E5D774-07B6-DD55-5611-010DDD1795FD}"/>
          </ac:spMkLst>
        </pc:spChg>
        <pc:spChg chg="mod">
          <ac:chgData name="Luis Carlos Guevara Hernandez" userId="946bcc4c-b146-4724-978c-751fab731e0a" providerId="ADAL" clId="{E8E95438-7D72-4151-95E2-CCAFE31D1FDF}" dt="2026-03-09T23:41:34.356" v="6358" actId="790"/>
          <ac:spMkLst>
            <pc:docMk/>
            <pc:sldMk cId="3383078355" sldId="573"/>
            <ac:spMk id="168" creationId="{050E7690-F4E6-963F-10FC-4E0372439A20}"/>
          </ac:spMkLst>
        </pc:spChg>
        <pc:spChg chg="mod">
          <ac:chgData name="Luis Carlos Guevara Hernandez" userId="946bcc4c-b146-4724-978c-751fab731e0a" providerId="ADAL" clId="{E8E95438-7D72-4151-95E2-CCAFE31D1FDF}" dt="2026-03-09T23:41:34.356" v="6358" actId="790"/>
          <ac:spMkLst>
            <pc:docMk/>
            <pc:sldMk cId="3383078355" sldId="573"/>
            <ac:spMk id="178" creationId="{1CC58DCE-2760-C0A7-4557-3512D99098A7}"/>
          </ac:spMkLst>
        </pc:spChg>
        <pc:spChg chg="mod">
          <ac:chgData name="Luis Carlos Guevara Hernandez" userId="946bcc4c-b146-4724-978c-751fab731e0a" providerId="ADAL" clId="{E8E95438-7D72-4151-95E2-CCAFE31D1FDF}" dt="2026-03-09T23:41:34.356" v="6358" actId="790"/>
          <ac:spMkLst>
            <pc:docMk/>
            <pc:sldMk cId="3383078355" sldId="573"/>
            <ac:spMk id="179" creationId="{C8289944-702C-B3B1-9C4D-85061F92B6D8}"/>
          </ac:spMkLst>
        </pc:spChg>
        <pc:spChg chg="mod">
          <ac:chgData name="Luis Carlos Guevara Hernandez" userId="946bcc4c-b146-4724-978c-751fab731e0a" providerId="ADAL" clId="{E8E95438-7D72-4151-95E2-CCAFE31D1FDF}" dt="2026-03-09T23:41:34.356" v="6358" actId="790"/>
          <ac:spMkLst>
            <pc:docMk/>
            <pc:sldMk cId="3383078355" sldId="573"/>
            <ac:spMk id="186" creationId="{3E184052-5085-E732-96F2-0DB4709ABAAE}"/>
          </ac:spMkLst>
        </pc:spChg>
        <pc:spChg chg="mod">
          <ac:chgData name="Luis Carlos Guevara Hernandez" userId="946bcc4c-b146-4724-978c-751fab731e0a" providerId="ADAL" clId="{E8E95438-7D72-4151-95E2-CCAFE31D1FDF}" dt="2026-03-09T23:41:34.356" v="6358" actId="790"/>
          <ac:spMkLst>
            <pc:docMk/>
            <pc:sldMk cId="3383078355" sldId="573"/>
            <ac:spMk id="187" creationId="{F522E038-0359-7308-42D2-E6244F80170A}"/>
          </ac:spMkLst>
        </pc:spChg>
        <pc:spChg chg="mod">
          <ac:chgData name="Luis Carlos Guevara Hernandez" userId="946bcc4c-b146-4724-978c-751fab731e0a" providerId="ADAL" clId="{E8E95438-7D72-4151-95E2-CCAFE31D1FDF}" dt="2026-03-09T23:41:34.356" v="6358" actId="790"/>
          <ac:spMkLst>
            <pc:docMk/>
            <pc:sldMk cId="3383078355" sldId="573"/>
            <ac:spMk id="194" creationId="{62892C5F-63A9-F47A-DB60-0735FF68E148}"/>
          </ac:spMkLst>
        </pc:spChg>
        <pc:spChg chg="mod">
          <ac:chgData name="Luis Carlos Guevara Hernandez" userId="946bcc4c-b146-4724-978c-751fab731e0a" providerId="ADAL" clId="{E8E95438-7D72-4151-95E2-CCAFE31D1FDF}" dt="2026-03-09T23:41:34.356" v="6358" actId="790"/>
          <ac:spMkLst>
            <pc:docMk/>
            <pc:sldMk cId="3383078355" sldId="573"/>
            <ac:spMk id="195" creationId="{9C539C30-056A-0551-E760-879E48F372C7}"/>
          </ac:spMkLst>
        </pc:spChg>
      </pc:sldChg>
      <pc:sldChg chg="addSp delSp modSp add mod">
        <pc:chgData name="Luis Carlos Guevara Hernandez" userId="946bcc4c-b146-4724-978c-751fab731e0a" providerId="ADAL" clId="{E8E95438-7D72-4151-95E2-CCAFE31D1FDF}" dt="2026-03-09T23:41:34.356" v="6358" actId="790"/>
        <pc:sldMkLst>
          <pc:docMk/>
          <pc:sldMk cId="2535710206" sldId="574"/>
        </pc:sldMkLst>
        <pc:spChg chg="mod">
          <ac:chgData name="Luis Carlos Guevara Hernandez" userId="946bcc4c-b146-4724-978c-751fab731e0a" providerId="ADAL" clId="{E8E95438-7D72-4151-95E2-CCAFE31D1FDF}" dt="2026-03-08T19:36:01.852" v="4121" actId="1076"/>
          <ac:spMkLst>
            <pc:docMk/>
            <pc:sldMk cId="2535710206" sldId="574"/>
            <ac:spMk id="3" creationId="{915F6F20-9B92-A2A5-BB4B-59D8375A33DA}"/>
          </ac:spMkLst>
        </pc:spChg>
        <pc:spChg chg="add del mod">
          <ac:chgData name="Luis Carlos Guevara Hernandez" userId="946bcc4c-b146-4724-978c-751fab731e0a" providerId="ADAL" clId="{E8E95438-7D72-4151-95E2-CCAFE31D1FDF}" dt="2026-03-08T19:36:01.852" v="4121" actId="1076"/>
          <ac:spMkLst>
            <pc:docMk/>
            <pc:sldMk cId="2535710206" sldId="574"/>
            <ac:spMk id="12" creationId="{71092DE5-C820-DE53-C07E-274685A4EC90}"/>
          </ac:spMkLst>
        </pc:spChg>
        <pc:spChg chg="mod">
          <ac:chgData name="Luis Carlos Guevara Hernandez" userId="946bcc4c-b146-4724-978c-751fab731e0a" providerId="ADAL" clId="{E8E95438-7D72-4151-95E2-CCAFE31D1FDF}" dt="2026-03-08T19:33:31.166" v="4033"/>
          <ac:spMkLst>
            <pc:docMk/>
            <pc:sldMk cId="2535710206" sldId="574"/>
            <ac:spMk id="13" creationId="{F5E10DC5-9B34-A8C5-5435-857D58AF119F}"/>
          </ac:spMkLst>
        </pc:spChg>
        <pc:spChg chg="mod">
          <ac:chgData name="Luis Carlos Guevara Hernandez" userId="946bcc4c-b146-4724-978c-751fab731e0a" providerId="ADAL" clId="{E8E95438-7D72-4151-95E2-CCAFE31D1FDF}" dt="2026-03-08T19:33:31.166" v="4033"/>
          <ac:spMkLst>
            <pc:docMk/>
            <pc:sldMk cId="2535710206" sldId="574"/>
            <ac:spMk id="14" creationId="{7EE2487E-F825-066E-4B0E-91AE9500A2B4}"/>
          </ac:spMkLst>
        </pc:spChg>
        <pc:spChg chg="add mod">
          <ac:chgData name="Luis Carlos Guevara Hernandez" userId="946bcc4c-b146-4724-978c-751fab731e0a" providerId="ADAL" clId="{E8E95438-7D72-4151-95E2-CCAFE31D1FDF}" dt="2026-03-08T19:36:01.852" v="4121" actId="1076"/>
          <ac:spMkLst>
            <pc:docMk/>
            <pc:sldMk cId="2535710206" sldId="574"/>
            <ac:spMk id="15" creationId="{50F0A622-CB29-8ADA-AF25-08B3733B446E}"/>
          </ac:spMkLst>
        </pc:spChg>
        <pc:spChg chg="mod">
          <ac:chgData name="Luis Carlos Guevara Hernandez" userId="946bcc4c-b146-4724-978c-751fab731e0a" providerId="ADAL" clId="{E8E95438-7D72-4151-95E2-CCAFE31D1FDF}" dt="2026-03-08T19:33:45.762" v="4042"/>
          <ac:spMkLst>
            <pc:docMk/>
            <pc:sldMk cId="2535710206" sldId="574"/>
            <ac:spMk id="17" creationId="{EB45D4DC-7625-5AF7-18C8-03301A53DF1B}"/>
          </ac:spMkLst>
        </pc:spChg>
        <pc:spChg chg="mod">
          <ac:chgData name="Luis Carlos Guevara Hernandez" userId="946bcc4c-b146-4724-978c-751fab731e0a" providerId="ADAL" clId="{E8E95438-7D72-4151-95E2-CCAFE31D1FDF}" dt="2026-03-08T19:33:45.762" v="4042"/>
          <ac:spMkLst>
            <pc:docMk/>
            <pc:sldMk cId="2535710206" sldId="574"/>
            <ac:spMk id="18" creationId="{E9E264DA-4F00-CCB7-B092-1E1D64BA20DC}"/>
          </ac:spMkLst>
        </pc:spChg>
        <pc:spChg chg="add mod">
          <ac:chgData name="Luis Carlos Guevara Hernandez" userId="946bcc4c-b146-4724-978c-751fab731e0a" providerId="ADAL" clId="{E8E95438-7D72-4151-95E2-CCAFE31D1FDF}" dt="2026-03-08T19:36:01.852" v="4121" actId="1076"/>
          <ac:spMkLst>
            <pc:docMk/>
            <pc:sldMk cId="2535710206" sldId="574"/>
            <ac:spMk id="22" creationId="{8B6103CA-281D-3A78-5C4B-AD1ED2FDF1ED}"/>
          </ac:spMkLst>
        </pc:spChg>
        <pc:spChg chg="mod">
          <ac:chgData name="Luis Carlos Guevara Hernandez" userId="946bcc4c-b146-4724-978c-751fab731e0a" providerId="ADAL" clId="{E8E95438-7D72-4151-95E2-CCAFE31D1FDF}" dt="2026-03-09T23:41:34.356" v="6358" actId="790"/>
          <ac:spMkLst>
            <pc:docMk/>
            <pc:sldMk cId="2535710206" sldId="574"/>
            <ac:spMk id="42" creationId="{9929B44E-3FFB-818C-3C08-FEF81763D6E5}"/>
          </ac:spMkLst>
        </pc:spChg>
        <pc:spChg chg="mod">
          <ac:chgData name="Luis Carlos Guevara Hernandez" userId="946bcc4c-b146-4724-978c-751fab731e0a" providerId="ADAL" clId="{E8E95438-7D72-4151-95E2-CCAFE31D1FDF}" dt="2026-03-09T23:41:34.356" v="6358" actId="790"/>
          <ac:spMkLst>
            <pc:docMk/>
            <pc:sldMk cId="2535710206" sldId="574"/>
            <ac:spMk id="168" creationId="{FF6E43D0-F4C6-1899-6671-B1A273850D06}"/>
          </ac:spMkLst>
        </pc:spChg>
        <pc:spChg chg="mod">
          <ac:chgData name="Luis Carlos Guevara Hernandez" userId="946bcc4c-b146-4724-978c-751fab731e0a" providerId="ADAL" clId="{E8E95438-7D72-4151-95E2-CCAFE31D1FDF}" dt="2026-03-09T23:41:34.356" v="6358" actId="790"/>
          <ac:spMkLst>
            <pc:docMk/>
            <pc:sldMk cId="2535710206" sldId="574"/>
            <ac:spMk id="185" creationId="{7123E8A2-EDAD-6BA5-DE1D-83FA033EB6F3}"/>
          </ac:spMkLst>
        </pc:spChg>
        <pc:spChg chg="mod">
          <ac:chgData name="Luis Carlos Guevara Hernandez" userId="946bcc4c-b146-4724-978c-751fab731e0a" providerId="ADAL" clId="{E8E95438-7D72-4151-95E2-CCAFE31D1FDF}" dt="2026-03-09T23:41:34.356" v="6358" actId="790"/>
          <ac:spMkLst>
            <pc:docMk/>
            <pc:sldMk cId="2535710206" sldId="574"/>
            <ac:spMk id="188" creationId="{337D86E3-FD67-D4DF-05EF-11987BCB7DCA}"/>
          </ac:spMkLst>
        </pc:spChg>
        <pc:spChg chg="mod">
          <ac:chgData name="Luis Carlos Guevara Hernandez" userId="946bcc4c-b146-4724-978c-751fab731e0a" providerId="ADAL" clId="{E8E95438-7D72-4151-95E2-CCAFE31D1FDF}" dt="2026-03-09T23:41:34.356" v="6358" actId="790"/>
          <ac:spMkLst>
            <pc:docMk/>
            <pc:sldMk cId="2535710206" sldId="574"/>
            <ac:spMk id="192" creationId="{E2FF96DE-B09F-78FF-BF77-93625F93DD55}"/>
          </ac:spMkLst>
        </pc:spChg>
        <pc:spChg chg="mod">
          <ac:chgData name="Luis Carlos Guevara Hernandez" userId="946bcc4c-b146-4724-978c-751fab731e0a" providerId="ADAL" clId="{E8E95438-7D72-4151-95E2-CCAFE31D1FDF}" dt="2026-03-09T23:41:34.356" v="6358" actId="790"/>
          <ac:spMkLst>
            <pc:docMk/>
            <pc:sldMk cId="2535710206" sldId="574"/>
            <ac:spMk id="193" creationId="{49D70855-4E41-ABB9-B84C-F42B29755A38}"/>
          </ac:spMkLst>
        </pc:spChg>
        <pc:spChg chg="mod">
          <ac:chgData name="Luis Carlos Guevara Hernandez" userId="946bcc4c-b146-4724-978c-751fab731e0a" providerId="ADAL" clId="{E8E95438-7D72-4151-95E2-CCAFE31D1FDF}" dt="2026-03-09T23:41:34.356" v="6358" actId="790"/>
          <ac:spMkLst>
            <pc:docMk/>
            <pc:sldMk cId="2535710206" sldId="574"/>
            <ac:spMk id="194" creationId="{E8108461-00D2-5991-0B1B-B9A65F8F838D}"/>
          </ac:spMkLst>
        </pc:spChg>
        <pc:spChg chg="mod">
          <ac:chgData name="Luis Carlos Guevara Hernandez" userId="946bcc4c-b146-4724-978c-751fab731e0a" providerId="ADAL" clId="{E8E95438-7D72-4151-95E2-CCAFE31D1FDF}" dt="2026-03-09T23:41:34.356" v="6358" actId="790"/>
          <ac:spMkLst>
            <pc:docMk/>
            <pc:sldMk cId="2535710206" sldId="574"/>
            <ac:spMk id="195" creationId="{2CA90D03-6329-25F1-8DE1-DBDB67FC9597}"/>
          </ac:spMkLst>
        </pc:spChg>
        <pc:spChg chg="mod">
          <ac:chgData name="Luis Carlos Guevara Hernandez" userId="946bcc4c-b146-4724-978c-751fab731e0a" providerId="ADAL" clId="{E8E95438-7D72-4151-95E2-CCAFE31D1FDF}" dt="2026-03-09T23:41:34.356" v="6358" actId="790"/>
          <ac:spMkLst>
            <pc:docMk/>
            <pc:sldMk cId="2535710206" sldId="574"/>
            <ac:spMk id="196" creationId="{380A119C-4E07-B147-8CE5-DC09A04F02D5}"/>
          </ac:spMkLst>
        </pc:spChg>
        <pc:spChg chg="mod">
          <ac:chgData name="Luis Carlos Guevara Hernandez" userId="946bcc4c-b146-4724-978c-751fab731e0a" providerId="ADAL" clId="{E8E95438-7D72-4151-95E2-CCAFE31D1FDF}" dt="2026-03-09T23:41:34.356" v="6358" actId="790"/>
          <ac:spMkLst>
            <pc:docMk/>
            <pc:sldMk cId="2535710206" sldId="574"/>
            <ac:spMk id="325" creationId="{19D415C0-EE61-4014-BD32-4677639DA3CB}"/>
          </ac:spMkLst>
        </pc:spChg>
        <pc:grpChg chg="add mod">
          <ac:chgData name="Luis Carlos Guevara Hernandez" userId="946bcc4c-b146-4724-978c-751fab731e0a" providerId="ADAL" clId="{E8E95438-7D72-4151-95E2-CCAFE31D1FDF}" dt="2026-03-08T19:36:01.852" v="4121" actId="1076"/>
          <ac:grpSpMkLst>
            <pc:docMk/>
            <pc:sldMk cId="2535710206" sldId="574"/>
            <ac:grpSpMk id="11" creationId="{9FE15144-DE78-892F-15D8-FBFA2531D70C}"/>
          </ac:grpSpMkLst>
        </pc:grpChg>
        <pc:grpChg chg="add mod">
          <ac:chgData name="Luis Carlos Guevara Hernandez" userId="946bcc4c-b146-4724-978c-751fab731e0a" providerId="ADAL" clId="{E8E95438-7D72-4151-95E2-CCAFE31D1FDF}" dt="2026-03-08T19:36:01.852" v="4121" actId="1076"/>
          <ac:grpSpMkLst>
            <pc:docMk/>
            <pc:sldMk cId="2535710206" sldId="574"/>
            <ac:grpSpMk id="16" creationId="{F0762E78-A7D3-8106-BE33-DE708500FAD3}"/>
          </ac:grpSpMkLst>
        </pc:grpChg>
      </pc:sldChg>
      <pc:sldChg chg="addSp delSp modSp add mod delAnim modAnim">
        <pc:chgData name="Luis Carlos Guevara Hernandez" userId="946bcc4c-b146-4724-978c-751fab731e0a" providerId="ADAL" clId="{E8E95438-7D72-4151-95E2-CCAFE31D1FDF}" dt="2026-03-09T23:41:34.356" v="6358" actId="790"/>
        <pc:sldMkLst>
          <pc:docMk/>
          <pc:sldMk cId="4158460304" sldId="575"/>
        </pc:sldMkLst>
        <pc:spChg chg="mod">
          <ac:chgData name="Luis Carlos Guevara Hernandez" userId="946bcc4c-b146-4724-978c-751fab731e0a" providerId="ADAL" clId="{E8E95438-7D72-4151-95E2-CCAFE31D1FDF}" dt="2026-03-08T19:44:24.569" v="4239" actId="1076"/>
          <ac:spMkLst>
            <pc:docMk/>
            <pc:sldMk cId="4158460304" sldId="575"/>
            <ac:spMk id="2" creationId="{EBEECCE6-1188-55CF-1198-EEC312E3EC19}"/>
          </ac:spMkLst>
        </pc:spChg>
        <pc:spChg chg="mod">
          <ac:chgData name="Luis Carlos Guevara Hernandez" userId="946bcc4c-b146-4724-978c-751fab731e0a" providerId="ADAL" clId="{E8E95438-7D72-4151-95E2-CCAFE31D1FDF}" dt="2026-03-08T19:46:58.214" v="4547" actId="207"/>
          <ac:spMkLst>
            <pc:docMk/>
            <pc:sldMk cId="4158460304" sldId="575"/>
            <ac:spMk id="5" creationId="{F6D20501-7E77-2941-0089-561E9850DB2A}"/>
          </ac:spMkLst>
        </pc:spChg>
        <pc:spChg chg="mod">
          <ac:chgData name="Luis Carlos Guevara Hernandez" userId="946bcc4c-b146-4724-978c-751fab731e0a" providerId="ADAL" clId="{E8E95438-7D72-4151-95E2-CCAFE31D1FDF}" dt="2026-03-08T19:47:13.238" v="4551" actId="20577"/>
          <ac:spMkLst>
            <pc:docMk/>
            <pc:sldMk cId="4158460304" sldId="575"/>
            <ac:spMk id="6" creationId="{7F92B09E-5394-9EB5-C27C-22349CCAE931}"/>
          </ac:spMkLst>
        </pc:spChg>
        <pc:spChg chg="mod topLvl">
          <ac:chgData name="Luis Carlos Guevara Hernandez" userId="946bcc4c-b146-4724-978c-751fab731e0a" providerId="ADAL" clId="{E8E95438-7D72-4151-95E2-CCAFE31D1FDF}" dt="2026-03-08T19:42:02.555" v="4145" actId="165"/>
          <ac:spMkLst>
            <pc:docMk/>
            <pc:sldMk cId="4158460304" sldId="575"/>
            <ac:spMk id="19" creationId="{C5C439DB-1F9C-F180-F1F3-A460162010EB}"/>
          </ac:spMkLst>
        </pc:spChg>
        <pc:spChg chg="mod">
          <ac:chgData name="Luis Carlos Guevara Hernandez" userId="946bcc4c-b146-4724-978c-751fab731e0a" providerId="ADAL" clId="{E8E95438-7D72-4151-95E2-CCAFE31D1FDF}" dt="2026-03-09T23:41:34.356" v="6358" actId="790"/>
          <ac:spMkLst>
            <pc:docMk/>
            <pc:sldMk cId="4158460304" sldId="575"/>
            <ac:spMk id="23" creationId="{2D7C4D55-BB7F-83D9-3BB7-001A31D041FD}"/>
          </ac:spMkLst>
        </pc:spChg>
        <pc:spChg chg="mod topLvl">
          <ac:chgData name="Luis Carlos Guevara Hernandez" userId="946bcc4c-b146-4724-978c-751fab731e0a" providerId="ADAL" clId="{E8E95438-7D72-4151-95E2-CCAFE31D1FDF}" dt="2026-03-08T19:42:02.555" v="4145" actId="165"/>
          <ac:spMkLst>
            <pc:docMk/>
            <pc:sldMk cId="4158460304" sldId="575"/>
            <ac:spMk id="24" creationId="{C1856CF5-A5D3-D057-E52D-C80E29966AA2}"/>
          </ac:spMkLst>
        </pc:spChg>
        <pc:spChg chg="mod">
          <ac:chgData name="Luis Carlos Guevara Hernandez" userId="946bcc4c-b146-4724-978c-751fab731e0a" providerId="ADAL" clId="{E8E95438-7D72-4151-95E2-CCAFE31D1FDF}" dt="2026-03-08T19:39:38.834" v="4128"/>
          <ac:spMkLst>
            <pc:docMk/>
            <pc:sldMk cId="4158460304" sldId="575"/>
            <ac:spMk id="48" creationId="{C867BACD-4C1B-AD51-9A2E-2959FF10F3C4}"/>
          </ac:spMkLst>
        </pc:spChg>
        <pc:spChg chg="mod">
          <ac:chgData name="Luis Carlos Guevara Hernandez" userId="946bcc4c-b146-4724-978c-751fab731e0a" providerId="ADAL" clId="{E8E95438-7D72-4151-95E2-CCAFE31D1FDF}" dt="2026-03-08T19:42:49.641" v="4149" actId="208"/>
          <ac:spMkLst>
            <pc:docMk/>
            <pc:sldMk cId="4158460304" sldId="575"/>
            <ac:spMk id="49" creationId="{034A4E44-CE74-5EFF-9898-E679FF6ABCA9}"/>
          </ac:spMkLst>
        </pc:spChg>
        <pc:spChg chg="mod">
          <ac:chgData name="Luis Carlos Guevara Hernandez" userId="946bcc4c-b146-4724-978c-751fab731e0a" providerId="ADAL" clId="{E8E95438-7D72-4151-95E2-CCAFE31D1FDF}" dt="2026-03-09T23:41:34.356" v="6358" actId="790"/>
          <ac:spMkLst>
            <pc:docMk/>
            <pc:sldMk cId="4158460304" sldId="575"/>
            <ac:spMk id="61" creationId="{AE3B895F-A0A8-E7E5-BE50-24963C784F58}"/>
          </ac:spMkLst>
        </pc:spChg>
        <pc:spChg chg="mod">
          <ac:chgData name="Luis Carlos Guevara Hernandez" userId="946bcc4c-b146-4724-978c-751fab731e0a" providerId="ADAL" clId="{E8E95438-7D72-4151-95E2-CCAFE31D1FDF}" dt="2026-03-08T19:39:38.834" v="4128"/>
          <ac:spMkLst>
            <pc:docMk/>
            <pc:sldMk cId="4158460304" sldId="575"/>
            <ac:spMk id="68" creationId="{796D4BBD-8C8D-6756-76D9-3A9689DBCE97}"/>
          </ac:spMkLst>
        </pc:spChg>
        <pc:spChg chg="mod topLvl">
          <ac:chgData name="Luis Carlos Guevara Hernandez" userId="946bcc4c-b146-4724-978c-751fab731e0a" providerId="ADAL" clId="{E8E95438-7D72-4151-95E2-CCAFE31D1FDF}" dt="2026-03-08T19:42:02.555" v="4145" actId="165"/>
          <ac:spMkLst>
            <pc:docMk/>
            <pc:sldMk cId="4158460304" sldId="575"/>
            <ac:spMk id="97" creationId="{BF13D40F-D2F7-ECFF-7923-10596903C837}"/>
          </ac:spMkLst>
        </pc:spChg>
        <pc:spChg chg="mod topLvl">
          <ac:chgData name="Luis Carlos Guevara Hernandez" userId="946bcc4c-b146-4724-978c-751fab731e0a" providerId="ADAL" clId="{E8E95438-7D72-4151-95E2-CCAFE31D1FDF}" dt="2026-03-08T19:42:02.555" v="4145" actId="165"/>
          <ac:spMkLst>
            <pc:docMk/>
            <pc:sldMk cId="4158460304" sldId="575"/>
            <ac:spMk id="102" creationId="{F28F4F7A-3981-9800-C9BD-278248E97AC6}"/>
          </ac:spMkLst>
        </pc:spChg>
        <pc:spChg chg="mod">
          <ac:chgData name="Luis Carlos Guevara Hernandez" userId="946bcc4c-b146-4724-978c-751fab731e0a" providerId="ADAL" clId="{E8E95438-7D72-4151-95E2-CCAFE31D1FDF}" dt="2026-03-09T23:41:34.356" v="6358" actId="790"/>
          <ac:spMkLst>
            <pc:docMk/>
            <pc:sldMk cId="4158460304" sldId="575"/>
            <ac:spMk id="105" creationId="{A9D41265-33AF-E2DF-35E9-652672470D32}"/>
          </ac:spMkLst>
        </pc:spChg>
        <pc:spChg chg="mod topLvl">
          <ac:chgData name="Luis Carlos Guevara Hernandez" userId="946bcc4c-b146-4724-978c-751fab731e0a" providerId="ADAL" clId="{E8E95438-7D72-4151-95E2-CCAFE31D1FDF}" dt="2026-03-08T19:42:02.555" v="4145" actId="165"/>
          <ac:spMkLst>
            <pc:docMk/>
            <pc:sldMk cId="4158460304" sldId="575"/>
            <ac:spMk id="110" creationId="{F3932446-956B-A1CA-F1B7-CDEA2ABAB54A}"/>
          </ac:spMkLst>
        </pc:spChg>
        <pc:spChg chg="mod">
          <ac:chgData name="Luis Carlos Guevara Hernandez" userId="946bcc4c-b146-4724-978c-751fab731e0a" providerId="ADAL" clId="{E8E95438-7D72-4151-95E2-CCAFE31D1FDF}" dt="2026-03-08T19:39:38.834" v="4128"/>
          <ac:spMkLst>
            <pc:docMk/>
            <pc:sldMk cId="4158460304" sldId="575"/>
            <ac:spMk id="125" creationId="{F8F39763-D7F1-A97B-079C-50A40B5FC99B}"/>
          </ac:spMkLst>
        </pc:spChg>
        <pc:spChg chg="mod">
          <ac:chgData name="Luis Carlos Guevara Hernandez" userId="946bcc4c-b146-4724-978c-751fab731e0a" providerId="ADAL" clId="{E8E95438-7D72-4151-95E2-CCAFE31D1FDF}" dt="2026-03-09T23:41:34.356" v="6358" actId="790"/>
          <ac:spMkLst>
            <pc:docMk/>
            <pc:sldMk cId="4158460304" sldId="575"/>
            <ac:spMk id="126" creationId="{5E2DFC8F-205D-EE2F-BBF5-82CEDD4BE29D}"/>
          </ac:spMkLst>
        </pc:spChg>
        <pc:spChg chg="mod topLvl">
          <ac:chgData name="Luis Carlos Guevara Hernandez" userId="946bcc4c-b146-4724-978c-751fab731e0a" providerId="ADAL" clId="{E8E95438-7D72-4151-95E2-CCAFE31D1FDF}" dt="2026-03-08T19:42:02.555" v="4145" actId="165"/>
          <ac:spMkLst>
            <pc:docMk/>
            <pc:sldMk cId="4158460304" sldId="575"/>
            <ac:spMk id="130" creationId="{6F6ADEFB-2657-17BB-048C-15311BAB248A}"/>
          </ac:spMkLst>
        </pc:spChg>
        <pc:spChg chg="mod topLvl">
          <ac:chgData name="Luis Carlos Guevara Hernandez" userId="946bcc4c-b146-4724-978c-751fab731e0a" providerId="ADAL" clId="{E8E95438-7D72-4151-95E2-CCAFE31D1FDF}" dt="2026-03-08T19:42:02.555" v="4145" actId="165"/>
          <ac:spMkLst>
            <pc:docMk/>
            <pc:sldMk cId="4158460304" sldId="575"/>
            <ac:spMk id="131" creationId="{F61AF945-0204-BA52-9417-9A6A3B98590E}"/>
          </ac:spMkLst>
        </pc:spChg>
        <pc:spChg chg="mod">
          <ac:chgData name="Luis Carlos Guevara Hernandez" userId="946bcc4c-b146-4724-978c-751fab731e0a" providerId="ADAL" clId="{E8E95438-7D72-4151-95E2-CCAFE31D1FDF}" dt="2026-03-09T23:41:34.356" v="6358" actId="790"/>
          <ac:spMkLst>
            <pc:docMk/>
            <pc:sldMk cId="4158460304" sldId="575"/>
            <ac:spMk id="140" creationId="{2A5F7CFF-6659-7924-A5BC-877C7F7D7120}"/>
          </ac:spMkLst>
        </pc:spChg>
        <pc:spChg chg="mod">
          <ac:chgData name="Luis Carlos Guevara Hernandez" userId="946bcc4c-b146-4724-978c-751fab731e0a" providerId="ADAL" clId="{E8E95438-7D72-4151-95E2-CCAFE31D1FDF}" dt="2026-03-08T19:39:38.834" v="4128"/>
          <ac:spMkLst>
            <pc:docMk/>
            <pc:sldMk cId="4158460304" sldId="575"/>
            <ac:spMk id="143" creationId="{358CC620-59C7-5324-0EE4-479E226E777F}"/>
          </ac:spMkLst>
        </pc:spChg>
        <pc:spChg chg="mod topLvl">
          <ac:chgData name="Luis Carlos Guevara Hernandez" userId="946bcc4c-b146-4724-978c-751fab731e0a" providerId="ADAL" clId="{E8E95438-7D72-4151-95E2-CCAFE31D1FDF}" dt="2026-03-08T19:42:02.555" v="4145" actId="165"/>
          <ac:spMkLst>
            <pc:docMk/>
            <pc:sldMk cId="4158460304" sldId="575"/>
            <ac:spMk id="146" creationId="{ECC0A669-A180-5E42-19B2-B4570CD4777A}"/>
          </ac:spMkLst>
        </pc:spChg>
        <pc:spChg chg="mod topLvl">
          <ac:chgData name="Luis Carlos Guevara Hernandez" userId="946bcc4c-b146-4724-978c-751fab731e0a" providerId="ADAL" clId="{E8E95438-7D72-4151-95E2-CCAFE31D1FDF}" dt="2026-03-08T19:42:02.555" v="4145" actId="165"/>
          <ac:spMkLst>
            <pc:docMk/>
            <pc:sldMk cId="4158460304" sldId="575"/>
            <ac:spMk id="151" creationId="{9C657B79-BFB0-3F5A-9DF9-0103770B2A51}"/>
          </ac:spMkLst>
        </pc:spChg>
        <pc:spChg chg="mod">
          <ac:chgData name="Luis Carlos Guevara Hernandez" userId="946bcc4c-b146-4724-978c-751fab731e0a" providerId="ADAL" clId="{E8E95438-7D72-4151-95E2-CCAFE31D1FDF}" dt="2026-03-08T19:39:38.834" v="4128"/>
          <ac:spMkLst>
            <pc:docMk/>
            <pc:sldMk cId="4158460304" sldId="575"/>
            <ac:spMk id="152" creationId="{A400B24C-F329-17E5-4A9E-088DC74AA2DE}"/>
          </ac:spMkLst>
        </pc:spChg>
        <pc:spChg chg="mod topLvl">
          <ac:chgData name="Luis Carlos Guevara Hernandez" userId="946bcc4c-b146-4724-978c-751fab731e0a" providerId="ADAL" clId="{E8E95438-7D72-4151-95E2-CCAFE31D1FDF}" dt="2026-03-08T19:42:02.555" v="4145" actId="165"/>
          <ac:spMkLst>
            <pc:docMk/>
            <pc:sldMk cId="4158460304" sldId="575"/>
            <ac:spMk id="164" creationId="{8BAB5D6F-8362-E2F7-11DF-58BFAC480127}"/>
          </ac:spMkLst>
        </pc:spChg>
        <pc:spChg chg="mod topLvl">
          <ac:chgData name="Luis Carlos Guevara Hernandez" userId="946bcc4c-b146-4724-978c-751fab731e0a" providerId="ADAL" clId="{E8E95438-7D72-4151-95E2-CCAFE31D1FDF}" dt="2026-03-08T19:42:09.494" v="4146" actId="165"/>
          <ac:spMkLst>
            <pc:docMk/>
            <pc:sldMk cId="4158460304" sldId="575"/>
            <ac:spMk id="209" creationId="{3B8A12C8-46E2-6A47-05D4-A958219ECBDA}"/>
          </ac:spMkLst>
        </pc:spChg>
        <pc:spChg chg="mod">
          <ac:chgData name="Luis Carlos Guevara Hernandez" userId="946bcc4c-b146-4724-978c-751fab731e0a" providerId="ADAL" clId="{E8E95438-7D72-4151-95E2-CCAFE31D1FDF}" dt="2026-03-08T19:42:09.494" v="4146" actId="165"/>
          <ac:spMkLst>
            <pc:docMk/>
            <pc:sldMk cId="4158460304" sldId="575"/>
            <ac:spMk id="218" creationId="{51632ABE-FE91-5371-7E85-7795AE924705}"/>
          </ac:spMkLst>
        </pc:spChg>
        <pc:spChg chg="mod">
          <ac:chgData name="Luis Carlos Guevara Hernandez" userId="946bcc4c-b146-4724-978c-751fab731e0a" providerId="ADAL" clId="{E8E95438-7D72-4151-95E2-CCAFE31D1FDF}" dt="2026-03-08T19:39:38.834" v="4128"/>
          <ac:spMkLst>
            <pc:docMk/>
            <pc:sldMk cId="4158460304" sldId="575"/>
            <ac:spMk id="219" creationId="{45707408-E37B-AFE8-6C62-8BF2C8CEE2BE}"/>
          </ac:spMkLst>
        </pc:spChg>
        <pc:spChg chg="mod">
          <ac:chgData name="Luis Carlos Guevara Hernandez" userId="946bcc4c-b146-4724-978c-751fab731e0a" providerId="ADAL" clId="{E8E95438-7D72-4151-95E2-CCAFE31D1FDF}" dt="2026-03-09T23:41:34.356" v="6358" actId="790"/>
          <ac:spMkLst>
            <pc:docMk/>
            <pc:sldMk cId="4158460304" sldId="575"/>
            <ac:spMk id="223" creationId="{01800901-D04E-2E51-0903-5A774E7107A3}"/>
          </ac:spMkLst>
        </pc:spChg>
        <pc:spChg chg="mod">
          <ac:chgData name="Luis Carlos Guevara Hernandez" userId="946bcc4c-b146-4724-978c-751fab731e0a" providerId="ADAL" clId="{E8E95438-7D72-4151-95E2-CCAFE31D1FDF}" dt="2026-03-08T19:42:09.494" v="4146" actId="165"/>
          <ac:spMkLst>
            <pc:docMk/>
            <pc:sldMk cId="4158460304" sldId="575"/>
            <ac:spMk id="225" creationId="{D82FF0AF-BCA6-8999-C879-0563C1891A29}"/>
          </ac:spMkLst>
        </pc:spChg>
        <pc:spChg chg="mod">
          <ac:chgData name="Luis Carlos Guevara Hernandez" userId="946bcc4c-b146-4724-978c-751fab731e0a" providerId="ADAL" clId="{E8E95438-7D72-4151-95E2-CCAFE31D1FDF}" dt="2026-03-08T19:42:09.494" v="4146" actId="165"/>
          <ac:spMkLst>
            <pc:docMk/>
            <pc:sldMk cId="4158460304" sldId="575"/>
            <ac:spMk id="226" creationId="{01CD79C4-1515-6AA2-9119-8FA2DBB76CFF}"/>
          </ac:spMkLst>
        </pc:spChg>
        <pc:spChg chg="mod">
          <ac:chgData name="Luis Carlos Guevara Hernandez" userId="946bcc4c-b146-4724-978c-751fab731e0a" providerId="ADAL" clId="{E8E95438-7D72-4151-95E2-CCAFE31D1FDF}" dt="2026-03-08T19:42:09.494" v="4146" actId="165"/>
          <ac:spMkLst>
            <pc:docMk/>
            <pc:sldMk cId="4158460304" sldId="575"/>
            <ac:spMk id="229" creationId="{C883B84C-4559-0773-F51F-2E25312A8470}"/>
          </ac:spMkLst>
        </pc:spChg>
        <pc:spChg chg="mod">
          <ac:chgData name="Luis Carlos Guevara Hernandez" userId="946bcc4c-b146-4724-978c-751fab731e0a" providerId="ADAL" clId="{E8E95438-7D72-4151-95E2-CCAFE31D1FDF}" dt="2026-03-08T19:42:09.494" v="4146" actId="165"/>
          <ac:spMkLst>
            <pc:docMk/>
            <pc:sldMk cId="4158460304" sldId="575"/>
            <ac:spMk id="230" creationId="{0D7E3527-1FAA-0635-9101-A7EF47A2FA5A}"/>
          </ac:spMkLst>
        </pc:spChg>
        <pc:spChg chg="mod">
          <ac:chgData name="Luis Carlos Guevara Hernandez" userId="946bcc4c-b146-4724-978c-751fab731e0a" providerId="ADAL" clId="{E8E95438-7D72-4151-95E2-CCAFE31D1FDF}" dt="2026-03-08T19:42:09.494" v="4146" actId="165"/>
          <ac:spMkLst>
            <pc:docMk/>
            <pc:sldMk cId="4158460304" sldId="575"/>
            <ac:spMk id="232" creationId="{7D937CCC-3702-FF9A-756A-7231583B1E8C}"/>
          </ac:spMkLst>
        </pc:spChg>
        <pc:spChg chg="mod">
          <ac:chgData name="Luis Carlos Guevara Hernandez" userId="946bcc4c-b146-4724-978c-751fab731e0a" providerId="ADAL" clId="{E8E95438-7D72-4151-95E2-CCAFE31D1FDF}" dt="2026-03-08T19:42:09.494" v="4146" actId="165"/>
          <ac:spMkLst>
            <pc:docMk/>
            <pc:sldMk cId="4158460304" sldId="575"/>
            <ac:spMk id="236" creationId="{895EFDFD-E860-D29E-5475-142E2EB869B6}"/>
          </ac:spMkLst>
        </pc:spChg>
        <pc:spChg chg="mod">
          <ac:chgData name="Luis Carlos Guevara Hernandez" userId="946bcc4c-b146-4724-978c-751fab731e0a" providerId="ADAL" clId="{E8E95438-7D72-4151-95E2-CCAFE31D1FDF}" dt="2026-03-09T23:41:34.356" v="6358" actId="790"/>
          <ac:spMkLst>
            <pc:docMk/>
            <pc:sldMk cId="4158460304" sldId="575"/>
            <ac:spMk id="237" creationId="{D3009F00-E03B-422E-8B3F-91C18924E9DA}"/>
          </ac:spMkLst>
        </pc:spChg>
        <pc:spChg chg="mod">
          <ac:chgData name="Luis Carlos Guevara Hernandez" userId="946bcc4c-b146-4724-978c-751fab731e0a" providerId="ADAL" clId="{E8E95438-7D72-4151-95E2-CCAFE31D1FDF}" dt="2026-03-08T19:42:09.494" v="4146" actId="165"/>
          <ac:spMkLst>
            <pc:docMk/>
            <pc:sldMk cId="4158460304" sldId="575"/>
            <ac:spMk id="239" creationId="{E2D2C932-4A4B-34CC-5E5F-6E218A355A65}"/>
          </ac:spMkLst>
        </pc:spChg>
        <pc:spChg chg="mod topLvl">
          <ac:chgData name="Luis Carlos Guevara Hernandez" userId="946bcc4c-b146-4724-978c-751fab731e0a" providerId="ADAL" clId="{E8E95438-7D72-4151-95E2-CCAFE31D1FDF}" dt="2026-03-08T19:46:09.284" v="4535" actId="1038"/>
          <ac:spMkLst>
            <pc:docMk/>
            <pc:sldMk cId="4158460304" sldId="575"/>
            <ac:spMk id="241" creationId="{AD370BF1-86A8-B557-5C9C-4812ABF09637}"/>
          </ac:spMkLst>
        </pc:spChg>
        <pc:spChg chg="mod">
          <ac:chgData name="Luis Carlos Guevara Hernandez" userId="946bcc4c-b146-4724-978c-751fab731e0a" providerId="ADAL" clId="{E8E95438-7D72-4151-95E2-CCAFE31D1FDF}" dt="2026-03-08T19:39:38.834" v="4128"/>
          <ac:spMkLst>
            <pc:docMk/>
            <pc:sldMk cId="4158460304" sldId="575"/>
            <ac:spMk id="245" creationId="{85F3485C-80E1-0079-CE38-590DC7AD1085}"/>
          </ac:spMkLst>
        </pc:spChg>
        <pc:spChg chg="mod">
          <ac:chgData name="Luis Carlos Guevara Hernandez" userId="946bcc4c-b146-4724-978c-751fab731e0a" providerId="ADAL" clId="{E8E95438-7D72-4151-95E2-CCAFE31D1FDF}" dt="2026-03-09T23:41:34.356" v="6358" actId="790"/>
          <ac:spMkLst>
            <pc:docMk/>
            <pc:sldMk cId="4158460304" sldId="575"/>
            <ac:spMk id="251" creationId="{4531A270-11BC-AA7D-EAD7-CEF4BB40B878}"/>
          </ac:spMkLst>
        </pc:spChg>
        <pc:spChg chg="mod topLvl">
          <ac:chgData name="Luis Carlos Guevara Hernandez" userId="946bcc4c-b146-4724-978c-751fab731e0a" providerId="ADAL" clId="{E8E95438-7D72-4151-95E2-CCAFE31D1FDF}" dt="2026-03-08T19:46:09.284" v="4535" actId="1038"/>
          <ac:spMkLst>
            <pc:docMk/>
            <pc:sldMk cId="4158460304" sldId="575"/>
            <ac:spMk id="252" creationId="{A743E571-6A67-6FB4-C7D9-0CB9F4572B58}"/>
          </ac:spMkLst>
        </pc:spChg>
        <pc:spChg chg="mod topLvl">
          <ac:chgData name="Luis Carlos Guevara Hernandez" userId="946bcc4c-b146-4724-978c-751fab731e0a" providerId="ADAL" clId="{E8E95438-7D72-4151-95E2-CCAFE31D1FDF}" dt="2026-03-08T19:46:09.284" v="4535" actId="1038"/>
          <ac:spMkLst>
            <pc:docMk/>
            <pc:sldMk cId="4158460304" sldId="575"/>
            <ac:spMk id="254" creationId="{6EC3BE13-C7EB-3BB2-3262-EBEDBA1A6007}"/>
          </ac:spMkLst>
        </pc:spChg>
        <pc:spChg chg="mod topLvl">
          <ac:chgData name="Luis Carlos Guevara Hernandez" userId="946bcc4c-b146-4724-978c-751fab731e0a" providerId="ADAL" clId="{E8E95438-7D72-4151-95E2-CCAFE31D1FDF}" dt="2026-03-08T19:46:09.284" v="4535" actId="1038"/>
          <ac:spMkLst>
            <pc:docMk/>
            <pc:sldMk cId="4158460304" sldId="575"/>
            <ac:spMk id="327" creationId="{0B69D9AA-9CDC-6F81-C3C3-EFC4FC462F98}"/>
          </ac:spMkLst>
        </pc:spChg>
        <pc:spChg chg="mod">
          <ac:chgData name="Luis Carlos Guevara Hernandez" userId="946bcc4c-b146-4724-978c-751fab731e0a" providerId="ADAL" clId="{E8E95438-7D72-4151-95E2-CCAFE31D1FDF}" dt="2026-03-08T19:42:49.641" v="4149" actId="208"/>
          <ac:spMkLst>
            <pc:docMk/>
            <pc:sldMk cId="4158460304" sldId="575"/>
            <ac:spMk id="330" creationId="{5509C2EE-B87D-85AC-D911-276761DA2633}"/>
          </ac:spMkLst>
        </pc:spChg>
        <pc:spChg chg="mod topLvl">
          <ac:chgData name="Luis Carlos Guevara Hernandez" userId="946bcc4c-b146-4724-978c-751fab731e0a" providerId="ADAL" clId="{E8E95438-7D72-4151-95E2-CCAFE31D1FDF}" dt="2026-03-08T19:46:09.284" v="4535" actId="1038"/>
          <ac:spMkLst>
            <pc:docMk/>
            <pc:sldMk cId="4158460304" sldId="575"/>
            <ac:spMk id="355" creationId="{3567FEE0-F66E-433A-B85E-E6298D4D17D3}"/>
          </ac:spMkLst>
        </pc:spChg>
        <pc:spChg chg="mod topLvl">
          <ac:chgData name="Luis Carlos Guevara Hernandez" userId="946bcc4c-b146-4724-978c-751fab731e0a" providerId="ADAL" clId="{E8E95438-7D72-4151-95E2-CCAFE31D1FDF}" dt="2026-03-08T19:46:09.284" v="4535" actId="1038"/>
          <ac:spMkLst>
            <pc:docMk/>
            <pc:sldMk cId="4158460304" sldId="575"/>
            <ac:spMk id="361" creationId="{89C2422A-F20A-54D1-EE40-B22302955E0C}"/>
          </ac:spMkLst>
        </pc:spChg>
        <pc:spChg chg="mod">
          <ac:chgData name="Luis Carlos Guevara Hernandez" userId="946bcc4c-b146-4724-978c-751fab731e0a" providerId="ADAL" clId="{E8E95438-7D72-4151-95E2-CCAFE31D1FDF}" dt="2026-03-09T23:41:34.356" v="6358" actId="790"/>
          <ac:spMkLst>
            <pc:docMk/>
            <pc:sldMk cId="4158460304" sldId="575"/>
            <ac:spMk id="364" creationId="{893ADEEF-81E3-38BD-8B7D-B7FCFD76FBB9}"/>
          </ac:spMkLst>
        </pc:spChg>
        <pc:spChg chg="mod">
          <ac:chgData name="Luis Carlos Guevara Hernandez" userId="946bcc4c-b146-4724-978c-751fab731e0a" providerId="ADAL" clId="{E8E95438-7D72-4151-95E2-CCAFE31D1FDF}" dt="2026-03-08T19:39:38.834" v="4128"/>
          <ac:spMkLst>
            <pc:docMk/>
            <pc:sldMk cId="4158460304" sldId="575"/>
            <ac:spMk id="369" creationId="{2ADD5576-D637-8B0A-C3C9-C1E09339C4F9}"/>
          </ac:spMkLst>
        </pc:spChg>
        <pc:spChg chg="mod">
          <ac:chgData name="Luis Carlos Guevara Hernandez" userId="946bcc4c-b146-4724-978c-751fab731e0a" providerId="ADAL" clId="{E8E95438-7D72-4151-95E2-CCAFE31D1FDF}" dt="2026-03-09T23:41:34.356" v="6358" actId="790"/>
          <ac:spMkLst>
            <pc:docMk/>
            <pc:sldMk cId="4158460304" sldId="575"/>
            <ac:spMk id="378" creationId="{F7967F07-D96F-E974-E054-124AACF756B9}"/>
          </ac:spMkLst>
        </pc:spChg>
        <pc:spChg chg="mod topLvl">
          <ac:chgData name="Luis Carlos Guevara Hernandez" userId="946bcc4c-b146-4724-978c-751fab731e0a" providerId="ADAL" clId="{E8E95438-7D72-4151-95E2-CCAFE31D1FDF}" dt="2026-03-08T19:46:09.284" v="4535" actId="1038"/>
          <ac:spMkLst>
            <pc:docMk/>
            <pc:sldMk cId="4158460304" sldId="575"/>
            <ac:spMk id="391" creationId="{9AA11945-55D8-F85E-599A-E6C035C0203A}"/>
          </ac:spMkLst>
        </pc:spChg>
        <pc:spChg chg="mod topLvl">
          <ac:chgData name="Luis Carlos Guevara Hernandez" userId="946bcc4c-b146-4724-978c-751fab731e0a" providerId="ADAL" clId="{E8E95438-7D72-4151-95E2-CCAFE31D1FDF}" dt="2026-03-08T19:46:09.284" v="4535" actId="1038"/>
          <ac:spMkLst>
            <pc:docMk/>
            <pc:sldMk cId="4158460304" sldId="575"/>
            <ac:spMk id="413" creationId="{4A9B0EE2-6987-88A9-12CE-EB33160EF06D}"/>
          </ac:spMkLst>
        </pc:spChg>
        <pc:spChg chg="mod topLvl">
          <ac:chgData name="Luis Carlos Guevara Hernandez" userId="946bcc4c-b146-4724-978c-751fab731e0a" providerId="ADAL" clId="{E8E95438-7D72-4151-95E2-CCAFE31D1FDF}" dt="2026-03-08T19:46:09.284" v="4535" actId="1038"/>
          <ac:spMkLst>
            <pc:docMk/>
            <pc:sldMk cId="4158460304" sldId="575"/>
            <ac:spMk id="420" creationId="{AE60C547-7368-9FA8-E174-9E79B1EBA352}"/>
          </ac:spMkLst>
        </pc:spChg>
        <pc:spChg chg="mod">
          <ac:chgData name="Luis Carlos Guevara Hernandez" userId="946bcc4c-b146-4724-978c-751fab731e0a" providerId="ADAL" clId="{E8E95438-7D72-4151-95E2-CCAFE31D1FDF}" dt="2026-03-08T19:39:38.834" v="4128"/>
          <ac:spMkLst>
            <pc:docMk/>
            <pc:sldMk cId="4158460304" sldId="575"/>
            <ac:spMk id="422" creationId="{75477836-549B-C66C-F2B7-A4AD00D304F3}"/>
          </ac:spMkLst>
        </pc:spChg>
        <pc:spChg chg="mod topLvl">
          <ac:chgData name="Luis Carlos Guevara Hernandez" userId="946bcc4c-b146-4724-978c-751fab731e0a" providerId="ADAL" clId="{E8E95438-7D72-4151-95E2-CCAFE31D1FDF}" dt="2026-03-08T19:46:09.284" v="4535" actId="1038"/>
          <ac:spMkLst>
            <pc:docMk/>
            <pc:sldMk cId="4158460304" sldId="575"/>
            <ac:spMk id="433" creationId="{0FF28E45-25E1-5C2B-C813-483E0BA04DD2}"/>
          </ac:spMkLst>
        </pc:spChg>
        <pc:spChg chg="mod">
          <ac:chgData name="Luis Carlos Guevara Hernandez" userId="946bcc4c-b146-4724-978c-751fab731e0a" providerId="ADAL" clId="{E8E95438-7D72-4151-95E2-CCAFE31D1FDF}" dt="2026-03-08T19:39:40.957" v="4129" actId="1076"/>
          <ac:spMkLst>
            <pc:docMk/>
            <pc:sldMk cId="4158460304" sldId="575"/>
            <ac:spMk id="483" creationId="{42DBC753-CB6C-34E8-4648-7793115C1564}"/>
          </ac:spMkLst>
        </pc:spChg>
        <pc:spChg chg="mod">
          <ac:chgData name="Luis Carlos Guevara Hernandez" userId="946bcc4c-b146-4724-978c-751fab731e0a" providerId="ADAL" clId="{E8E95438-7D72-4151-95E2-CCAFE31D1FDF}" dt="2026-03-08T19:47:22.024" v="4553" actId="1076"/>
          <ac:spMkLst>
            <pc:docMk/>
            <pc:sldMk cId="4158460304" sldId="575"/>
            <ac:spMk id="484" creationId="{068E68B9-3606-6F6A-107F-CC6D9CA615A6}"/>
          </ac:spMkLst>
        </pc:spChg>
        <pc:spChg chg="mod">
          <ac:chgData name="Luis Carlos Guevara Hernandez" userId="946bcc4c-b146-4724-978c-751fab731e0a" providerId="ADAL" clId="{E8E95438-7D72-4151-95E2-CCAFE31D1FDF}" dt="2026-03-08T19:40:22.445" v="4136"/>
          <ac:spMkLst>
            <pc:docMk/>
            <pc:sldMk cId="4158460304" sldId="575"/>
            <ac:spMk id="487" creationId="{7739EA78-0B1A-4E1B-ED7E-F3F35003ED54}"/>
          </ac:spMkLst>
        </pc:spChg>
        <pc:spChg chg="mod">
          <ac:chgData name="Luis Carlos Guevara Hernandez" userId="946bcc4c-b146-4724-978c-751fab731e0a" providerId="ADAL" clId="{E8E95438-7D72-4151-95E2-CCAFE31D1FDF}" dt="2026-03-08T19:40:22.445" v="4136"/>
          <ac:spMkLst>
            <pc:docMk/>
            <pc:sldMk cId="4158460304" sldId="575"/>
            <ac:spMk id="488" creationId="{1662AAE7-A5A9-8E3C-B4A8-A464B0430111}"/>
          </ac:spMkLst>
        </pc:spChg>
        <pc:spChg chg="mod">
          <ac:chgData name="Luis Carlos Guevara Hernandez" userId="946bcc4c-b146-4724-978c-751fab731e0a" providerId="ADAL" clId="{E8E95438-7D72-4151-95E2-CCAFE31D1FDF}" dt="2026-03-08T19:40:22.445" v="4136"/>
          <ac:spMkLst>
            <pc:docMk/>
            <pc:sldMk cId="4158460304" sldId="575"/>
            <ac:spMk id="490" creationId="{BB20E072-A192-BF44-7F10-C7A2B57CBB1D}"/>
          </ac:spMkLst>
        </pc:spChg>
        <pc:spChg chg="mod">
          <ac:chgData name="Luis Carlos Guevara Hernandez" userId="946bcc4c-b146-4724-978c-751fab731e0a" providerId="ADAL" clId="{E8E95438-7D72-4151-95E2-CCAFE31D1FDF}" dt="2026-03-08T19:40:22.445" v="4136"/>
          <ac:spMkLst>
            <pc:docMk/>
            <pc:sldMk cId="4158460304" sldId="575"/>
            <ac:spMk id="491" creationId="{8B2BB34E-DEA9-30B2-FD9A-11D4B4086E70}"/>
          </ac:spMkLst>
        </pc:spChg>
        <pc:spChg chg="mod">
          <ac:chgData name="Luis Carlos Guevara Hernandez" userId="946bcc4c-b146-4724-978c-751fab731e0a" providerId="ADAL" clId="{E8E95438-7D72-4151-95E2-CCAFE31D1FDF}" dt="2026-03-08T19:40:22.445" v="4136"/>
          <ac:spMkLst>
            <pc:docMk/>
            <pc:sldMk cId="4158460304" sldId="575"/>
            <ac:spMk id="493" creationId="{F0BBDD06-D824-BD4F-9688-8A1D2DE571B2}"/>
          </ac:spMkLst>
        </pc:spChg>
        <pc:spChg chg="mod">
          <ac:chgData name="Luis Carlos Guevara Hernandez" userId="946bcc4c-b146-4724-978c-751fab731e0a" providerId="ADAL" clId="{E8E95438-7D72-4151-95E2-CCAFE31D1FDF}" dt="2026-03-08T19:40:22.445" v="4136"/>
          <ac:spMkLst>
            <pc:docMk/>
            <pc:sldMk cId="4158460304" sldId="575"/>
            <ac:spMk id="494" creationId="{B54E6585-EAE7-05AB-F0E4-74D5BDFFB219}"/>
          </ac:spMkLst>
        </pc:spChg>
        <pc:spChg chg="mod">
          <ac:chgData name="Luis Carlos Guevara Hernandez" userId="946bcc4c-b146-4724-978c-751fab731e0a" providerId="ADAL" clId="{E8E95438-7D72-4151-95E2-CCAFE31D1FDF}" dt="2026-03-08T19:40:22.445" v="4136"/>
          <ac:spMkLst>
            <pc:docMk/>
            <pc:sldMk cId="4158460304" sldId="575"/>
            <ac:spMk id="496" creationId="{E78893CB-5245-343C-BF6B-0066D31F434A}"/>
          </ac:spMkLst>
        </pc:spChg>
        <pc:spChg chg="mod">
          <ac:chgData name="Luis Carlos Guevara Hernandez" userId="946bcc4c-b146-4724-978c-751fab731e0a" providerId="ADAL" clId="{E8E95438-7D72-4151-95E2-CCAFE31D1FDF}" dt="2026-03-08T19:40:22.445" v="4136"/>
          <ac:spMkLst>
            <pc:docMk/>
            <pc:sldMk cId="4158460304" sldId="575"/>
            <ac:spMk id="497" creationId="{E12060F8-3AF2-094E-3744-AFAD72CBFF08}"/>
          </ac:spMkLst>
        </pc:spChg>
        <pc:spChg chg="add mod">
          <ac:chgData name="Luis Carlos Guevara Hernandez" userId="946bcc4c-b146-4724-978c-751fab731e0a" providerId="ADAL" clId="{E8E95438-7D72-4151-95E2-CCAFE31D1FDF}" dt="2026-03-08T19:47:33.472" v="4555" actId="404"/>
          <ac:spMkLst>
            <pc:docMk/>
            <pc:sldMk cId="4158460304" sldId="575"/>
            <ac:spMk id="498" creationId="{64FA49E8-574B-6B7E-7E10-291A84D53DCB}"/>
          </ac:spMkLst>
        </pc:spChg>
        <pc:spChg chg="add mod">
          <ac:chgData name="Luis Carlos Guevara Hernandez" userId="946bcc4c-b146-4724-978c-751fab731e0a" providerId="ADAL" clId="{E8E95438-7D72-4151-95E2-CCAFE31D1FDF}" dt="2026-03-08T19:47:33.472" v="4555" actId="404"/>
          <ac:spMkLst>
            <pc:docMk/>
            <pc:sldMk cId="4158460304" sldId="575"/>
            <ac:spMk id="499" creationId="{6471FB92-50E5-7A42-8D25-4BE94932AA82}"/>
          </ac:spMkLst>
        </pc:spChg>
        <pc:spChg chg="add mod">
          <ac:chgData name="Luis Carlos Guevara Hernandez" userId="946bcc4c-b146-4724-978c-751fab731e0a" providerId="ADAL" clId="{E8E95438-7D72-4151-95E2-CCAFE31D1FDF}" dt="2026-03-08T19:47:33.472" v="4555" actId="404"/>
          <ac:spMkLst>
            <pc:docMk/>
            <pc:sldMk cId="4158460304" sldId="575"/>
            <ac:spMk id="500" creationId="{23F3B61D-FF7C-CAE1-E35A-FE0BC365D56A}"/>
          </ac:spMkLst>
        </pc:spChg>
        <pc:spChg chg="add mod">
          <ac:chgData name="Luis Carlos Guevara Hernandez" userId="946bcc4c-b146-4724-978c-751fab731e0a" providerId="ADAL" clId="{E8E95438-7D72-4151-95E2-CCAFE31D1FDF}" dt="2026-03-08T19:47:33.472" v="4555" actId="404"/>
          <ac:spMkLst>
            <pc:docMk/>
            <pc:sldMk cId="4158460304" sldId="575"/>
            <ac:spMk id="501" creationId="{03C9FE18-9039-14B0-D008-F04BB6BAAA12}"/>
          </ac:spMkLst>
        </pc:spChg>
        <pc:spChg chg="mod">
          <ac:chgData name="Luis Carlos Guevara Hernandez" userId="946bcc4c-b146-4724-978c-751fab731e0a" providerId="ADAL" clId="{E8E95438-7D72-4151-95E2-CCAFE31D1FDF}" dt="2026-03-08T19:47:33.472" v="4555" actId="404"/>
          <ac:spMkLst>
            <pc:docMk/>
            <pc:sldMk cId="4158460304" sldId="575"/>
            <ac:spMk id="505" creationId="{80D8C5DA-7348-41C6-D6D8-1DE55CF357FE}"/>
          </ac:spMkLst>
        </pc:spChg>
        <pc:spChg chg="mod">
          <ac:chgData name="Luis Carlos Guevara Hernandez" userId="946bcc4c-b146-4724-978c-751fab731e0a" providerId="ADAL" clId="{E8E95438-7D72-4151-95E2-CCAFE31D1FDF}" dt="2026-03-08T19:47:33.472" v="4555" actId="404"/>
          <ac:spMkLst>
            <pc:docMk/>
            <pc:sldMk cId="4158460304" sldId="575"/>
            <ac:spMk id="506" creationId="{2F6D2F04-A5C5-59AD-0F9F-8CD9D5179BE1}"/>
          </ac:spMkLst>
        </pc:spChg>
        <pc:spChg chg="mod">
          <ac:chgData name="Luis Carlos Guevara Hernandez" userId="946bcc4c-b146-4724-978c-751fab731e0a" providerId="ADAL" clId="{E8E95438-7D72-4151-95E2-CCAFE31D1FDF}" dt="2026-03-08T19:47:33.472" v="4555" actId="404"/>
          <ac:spMkLst>
            <pc:docMk/>
            <pc:sldMk cId="4158460304" sldId="575"/>
            <ac:spMk id="508" creationId="{EE608978-4A0E-8382-8CD3-20B4042CB0E1}"/>
          </ac:spMkLst>
        </pc:spChg>
        <pc:spChg chg="mod">
          <ac:chgData name="Luis Carlos Guevara Hernandez" userId="946bcc4c-b146-4724-978c-751fab731e0a" providerId="ADAL" clId="{E8E95438-7D72-4151-95E2-CCAFE31D1FDF}" dt="2026-03-08T19:47:33.472" v="4555" actId="404"/>
          <ac:spMkLst>
            <pc:docMk/>
            <pc:sldMk cId="4158460304" sldId="575"/>
            <ac:spMk id="509" creationId="{6BAC175F-2D81-7E68-F523-7279C836C54E}"/>
          </ac:spMkLst>
        </pc:spChg>
        <pc:grpChg chg="mod">
          <ac:chgData name="Luis Carlos Guevara Hernandez" userId="946bcc4c-b146-4724-978c-751fab731e0a" providerId="ADAL" clId="{E8E95438-7D72-4151-95E2-CCAFE31D1FDF}" dt="2026-03-08T19:39:40.957" v="4129" actId="1076"/>
          <ac:grpSpMkLst>
            <pc:docMk/>
            <pc:sldMk cId="4158460304" sldId="575"/>
            <ac:grpSpMk id="458" creationId="{A2077A52-5A5F-4B6D-C569-3A78DA294FB0}"/>
          </ac:grpSpMkLst>
        </pc:grpChg>
        <pc:grpChg chg="mod">
          <ac:chgData name="Luis Carlos Guevara Hernandez" userId="946bcc4c-b146-4724-978c-751fab731e0a" providerId="ADAL" clId="{E8E95438-7D72-4151-95E2-CCAFE31D1FDF}" dt="2026-03-08T19:39:40.957" v="4129" actId="1076"/>
          <ac:grpSpMkLst>
            <pc:docMk/>
            <pc:sldMk cId="4158460304" sldId="575"/>
            <ac:grpSpMk id="472" creationId="{01F92B7D-572D-2470-9577-326967D29E91}"/>
          </ac:grpSpMkLst>
        </pc:grpChg>
        <pc:grpChg chg="mod">
          <ac:chgData name="Luis Carlos Guevara Hernandez" userId="946bcc4c-b146-4724-978c-751fab731e0a" providerId="ADAL" clId="{E8E95438-7D72-4151-95E2-CCAFE31D1FDF}" dt="2026-03-08T19:41:03.350" v="4142" actId="1076"/>
          <ac:grpSpMkLst>
            <pc:docMk/>
            <pc:sldMk cId="4158460304" sldId="575"/>
            <ac:grpSpMk id="486" creationId="{A32E6D09-2B49-4D00-6AD3-7E1ACCB39EDA}"/>
          </ac:grpSpMkLst>
        </pc:grpChg>
        <pc:grpChg chg="add mod">
          <ac:chgData name="Luis Carlos Guevara Hernandez" userId="946bcc4c-b146-4724-978c-751fab731e0a" providerId="ADAL" clId="{E8E95438-7D72-4151-95E2-CCAFE31D1FDF}" dt="2026-03-08T19:40:54.206" v="4141" actId="1076"/>
          <ac:grpSpMkLst>
            <pc:docMk/>
            <pc:sldMk cId="4158460304" sldId="575"/>
            <ac:grpSpMk id="489" creationId="{319B7507-1578-BD3B-F1BF-CA02CAFE2B88}"/>
          </ac:grpSpMkLst>
        </pc:grpChg>
        <pc:grpChg chg="mod">
          <ac:chgData name="Luis Carlos Guevara Hernandez" userId="946bcc4c-b146-4724-978c-751fab731e0a" providerId="ADAL" clId="{E8E95438-7D72-4151-95E2-CCAFE31D1FDF}" dt="2026-03-08T19:40:54.206" v="4141" actId="1076"/>
          <ac:grpSpMkLst>
            <pc:docMk/>
            <pc:sldMk cId="4158460304" sldId="575"/>
            <ac:grpSpMk id="492" creationId="{81B19159-C1BA-FE84-D0B9-80A320A8690F}"/>
          </ac:grpSpMkLst>
        </pc:grpChg>
        <pc:grpChg chg="mod">
          <ac:chgData name="Luis Carlos Guevara Hernandez" userId="946bcc4c-b146-4724-978c-751fab731e0a" providerId="ADAL" clId="{E8E95438-7D72-4151-95E2-CCAFE31D1FDF}" dt="2026-03-08T19:41:03.350" v="4142" actId="1076"/>
          <ac:grpSpMkLst>
            <pc:docMk/>
            <pc:sldMk cId="4158460304" sldId="575"/>
            <ac:grpSpMk id="495" creationId="{ABCBBB04-71C5-C74A-E5DE-40ECD077BE31}"/>
          </ac:grpSpMkLst>
        </pc:grpChg>
        <pc:grpChg chg="add mod">
          <ac:chgData name="Luis Carlos Guevara Hernandez" userId="946bcc4c-b146-4724-978c-751fab731e0a" providerId="ADAL" clId="{E8E95438-7D72-4151-95E2-CCAFE31D1FDF}" dt="2026-03-08T19:45:46.615" v="4385" actId="1037"/>
          <ac:grpSpMkLst>
            <pc:docMk/>
            <pc:sldMk cId="4158460304" sldId="575"/>
            <ac:grpSpMk id="502" creationId="{C8F797DA-B899-4882-C398-B534997A2ABD}"/>
          </ac:grpSpMkLst>
        </pc:grpChg>
        <pc:grpChg chg="add mod">
          <ac:chgData name="Luis Carlos Guevara Hernandez" userId="946bcc4c-b146-4724-978c-751fab731e0a" providerId="ADAL" clId="{E8E95438-7D72-4151-95E2-CCAFE31D1FDF}" dt="2026-03-08T19:45:53.161" v="4443" actId="1038"/>
          <ac:grpSpMkLst>
            <pc:docMk/>
            <pc:sldMk cId="4158460304" sldId="575"/>
            <ac:grpSpMk id="503" creationId="{773905B7-5FDB-0971-33B4-608C50579B96}"/>
          </ac:grpSpMkLst>
        </pc:grpChg>
        <pc:grpChg chg="add mod">
          <ac:chgData name="Luis Carlos Guevara Hernandez" userId="946bcc4c-b146-4724-978c-751fab731e0a" providerId="ADAL" clId="{E8E95438-7D72-4151-95E2-CCAFE31D1FDF}" dt="2026-03-08T19:45:39.475" v="4310" actId="1038"/>
          <ac:grpSpMkLst>
            <pc:docMk/>
            <pc:sldMk cId="4158460304" sldId="575"/>
            <ac:grpSpMk id="504" creationId="{AAE3756D-7255-5AF6-C34B-5BD00ADA1533}"/>
          </ac:grpSpMkLst>
        </pc:grpChg>
        <pc:grpChg chg="add mod">
          <ac:chgData name="Luis Carlos Guevara Hernandez" userId="946bcc4c-b146-4724-978c-751fab731e0a" providerId="ADAL" clId="{E8E95438-7D72-4151-95E2-CCAFE31D1FDF}" dt="2026-03-08T19:45:29.624" v="4254" actId="1076"/>
          <ac:grpSpMkLst>
            <pc:docMk/>
            <pc:sldMk cId="4158460304" sldId="575"/>
            <ac:grpSpMk id="507" creationId="{5F58B68B-5655-263B-B22A-52B1A626C429}"/>
          </ac:grpSpMkLst>
        </pc:grpChg>
        <pc:graphicFrameChg chg="mod">
          <ac:chgData name="Luis Carlos Guevara Hernandez" userId="946bcc4c-b146-4724-978c-751fab731e0a" providerId="ADAL" clId="{E8E95438-7D72-4151-95E2-CCAFE31D1FDF}" dt="2026-03-08T19:40:37.921" v="4139"/>
          <ac:graphicFrameMkLst>
            <pc:docMk/>
            <pc:sldMk cId="4158460304" sldId="575"/>
            <ac:graphicFrameMk id="4" creationId="{B9EC2259-A2B6-EA20-8AC9-36430BE8E41C}"/>
          </ac:graphicFrameMkLst>
        </pc:graphicFrameChg>
        <pc:cxnChg chg="mod">
          <ac:chgData name="Luis Carlos Guevara Hernandez" userId="946bcc4c-b146-4724-978c-751fab731e0a" providerId="ADAL" clId="{E8E95438-7D72-4151-95E2-CCAFE31D1FDF}" dt="2026-03-08T19:43:33.101" v="4161" actId="14100"/>
          <ac:cxnSpMkLst>
            <pc:docMk/>
            <pc:sldMk cId="4158460304" sldId="575"/>
            <ac:cxnSpMk id="167" creationId="{763DC080-F834-7D8D-5142-F173D5FBEC67}"/>
          </ac:cxnSpMkLst>
        </pc:cxnChg>
        <pc:cxnChg chg="mod">
          <ac:chgData name="Luis Carlos Guevara Hernandez" userId="946bcc4c-b146-4724-978c-751fab731e0a" providerId="ADAL" clId="{E8E95438-7D72-4151-95E2-CCAFE31D1FDF}" dt="2026-03-08T19:43:35.876" v="4162" actId="14100"/>
          <ac:cxnSpMkLst>
            <pc:docMk/>
            <pc:sldMk cId="4158460304" sldId="575"/>
            <ac:cxnSpMk id="170" creationId="{B43AC503-1CC7-B728-FE86-D71E4EA0CB5F}"/>
          </ac:cxnSpMkLst>
        </pc:cxnChg>
        <pc:cxnChg chg="mod">
          <ac:chgData name="Luis Carlos Guevara Hernandez" userId="946bcc4c-b146-4724-978c-751fab731e0a" providerId="ADAL" clId="{E8E95438-7D72-4151-95E2-CCAFE31D1FDF}" dt="2026-03-08T19:42:56.749" v="4150" actId="14100"/>
          <ac:cxnSpMkLst>
            <pc:docMk/>
            <pc:sldMk cId="4158460304" sldId="575"/>
            <ac:cxnSpMk id="201" creationId="{2E0BC56A-EA78-597F-7CD4-6489437FCE25}"/>
          </ac:cxnSpMkLst>
        </pc:cxnChg>
        <pc:cxnChg chg="mod">
          <ac:chgData name="Luis Carlos Guevara Hernandez" userId="946bcc4c-b146-4724-978c-751fab731e0a" providerId="ADAL" clId="{E8E95438-7D72-4151-95E2-CCAFE31D1FDF}" dt="2026-03-08T19:42:56.749" v="4150" actId="14100"/>
          <ac:cxnSpMkLst>
            <pc:docMk/>
            <pc:sldMk cId="4158460304" sldId="575"/>
            <ac:cxnSpMk id="202" creationId="{2C87F383-4CAE-1325-C360-E968902C8A3B}"/>
          </ac:cxnSpMkLst>
        </pc:cxnChg>
        <pc:cxnChg chg="mod">
          <ac:chgData name="Luis Carlos Guevara Hernandez" userId="946bcc4c-b146-4724-978c-751fab731e0a" providerId="ADAL" clId="{E8E95438-7D72-4151-95E2-CCAFE31D1FDF}" dt="2026-03-08T19:42:45.466" v="4148" actId="208"/>
          <ac:cxnSpMkLst>
            <pc:docMk/>
            <pc:sldMk cId="4158460304" sldId="575"/>
            <ac:cxnSpMk id="439" creationId="{22122616-3FEC-60B5-9780-AE3F139A4765}"/>
          </ac:cxnSpMkLst>
        </pc:cxnChg>
        <pc:cxnChg chg="mod">
          <ac:chgData name="Luis Carlos Guevara Hernandez" userId="946bcc4c-b146-4724-978c-751fab731e0a" providerId="ADAL" clId="{E8E95438-7D72-4151-95E2-CCAFE31D1FDF}" dt="2026-03-08T19:42:45.466" v="4148" actId="208"/>
          <ac:cxnSpMkLst>
            <pc:docMk/>
            <pc:sldMk cId="4158460304" sldId="575"/>
            <ac:cxnSpMk id="440" creationId="{584869EF-6464-72DF-687D-A0AC1DE44880}"/>
          </ac:cxnSpMkLst>
        </pc:cxnChg>
        <pc:cxnChg chg="mod">
          <ac:chgData name="Luis Carlos Guevara Hernandez" userId="946bcc4c-b146-4724-978c-751fab731e0a" providerId="ADAL" clId="{E8E95438-7D72-4151-95E2-CCAFE31D1FDF}" dt="2026-03-08T19:42:56.749" v="4150" actId="14100"/>
          <ac:cxnSpMkLst>
            <pc:docMk/>
            <pc:sldMk cId="4158460304" sldId="575"/>
            <ac:cxnSpMk id="445" creationId="{52CDE915-B6E4-5B6F-8BCA-1DA2E1075782}"/>
          </ac:cxnSpMkLst>
        </pc:cxnChg>
        <pc:cxnChg chg="mod">
          <ac:chgData name="Luis Carlos Guevara Hernandez" userId="946bcc4c-b146-4724-978c-751fab731e0a" providerId="ADAL" clId="{E8E95438-7D72-4151-95E2-CCAFE31D1FDF}" dt="2026-03-08T19:42:56.749" v="4150" actId="14100"/>
          <ac:cxnSpMkLst>
            <pc:docMk/>
            <pc:sldMk cId="4158460304" sldId="575"/>
            <ac:cxnSpMk id="446" creationId="{9EED64C7-F505-8437-BCA1-FAA428AC5384}"/>
          </ac:cxnSpMkLst>
        </pc:cxnChg>
      </pc:sldChg>
      <pc:sldChg chg="addSp delSp modSp add mod modAnim">
        <pc:chgData name="Luis Carlos Guevara Hernandez" userId="946bcc4c-b146-4724-978c-751fab731e0a" providerId="ADAL" clId="{E8E95438-7D72-4151-95E2-CCAFE31D1FDF}" dt="2026-03-09T23:41:34.356" v="6358" actId="790"/>
        <pc:sldMkLst>
          <pc:docMk/>
          <pc:sldMk cId="4006492489" sldId="576"/>
        </pc:sldMkLst>
        <pc:spChg chg="add mod">
          <ac:chgData name="Luis Carlos Guevara Hernandez" userId="946bcc4c-b146-4724-978c-751fab731e0a" providerId="ADAL" clId="{E8E95438-7D72-4151-95E2-CCAFE31D1FDF}" dt="2026-03-08T19:50:50.750" v="4570" actId="207"/>
          <ac:spMkLst>
            <pc:docMk/>
            <pc:sldMk cId="4006492489" sldId="576"/>
            <ac:spMk id="2" creationId="{A508ACBB-D3E2-F419-FF4B-D920A0BAF427}"/>
          </ac:spMkLst>
        </pc:spChg>
        <pc:spChg chg="add mod">
          <ac:chgData name="Luis Carlos Guevara Hernandez" userId="946bcc4c-b146-4724-978c-751fab731e0a" providerId="ADAL" clId="{E8E95438-7D72-4151-95E2-CCAFE31D1FDF}" dt="2026-03-08T19:50:50.750" v="4570" actId="207"/>
          <ac:spMkLst>
            <pc:docMk/>
            <pc:sldMk cId="4006492489" sldId="576"/>
            <ac:spMk id="3" creationId="{33C194A3-B9D8-10C9-ED9D-A37EDCCADBB0}"/>
          </ac:spMkLst>
        </pc:spChg>
        <pc:spChg chg="mod">
          <ac:chgData name="Luis Carlos Guevara Hernandez" userId="946bcc4c-b146-4724-978c-751fab731e0a" providerId="ADAL" clId="{E8E95438-7D72-4151-95E2-CCAFE31D1FDF}" dt="2026-03-09T23:41:34.356" v="6358" actId="790"/>
          <ac:spMkLst>
            <pc:docMk/>
            <pc:sldMk cId="4006492489" sldId="576"/>
            <ac:spMk id="6" creationId="{FEA08F26-1367-DCDE-5CF2-47173ED1ED06}"/>
          </ac:spMkLst>
        </pc:spChg>
        <pc:spChg chg="add mod">
          <ac:chgData name="Luis Carlos Guevara Hernandez" userId="946bcc4c-b146-4724-978c-751fab731e0a" providerId="ADAL" clId="{E8E95438-7D72-4151-95E2-CCAFE31D1FDF}" dt="2026-03-09T23:41:34.356" v="6358" actId="790"/>
          <ac:spMkLst>
            <pc:docMk/>
            <pc:sldMk cId="4006492489" sldId="576"/>
            <ac:spMk id="7" creationId="{D8B38482-F69C-8825-8AC3-2BF6C790170C}"/>
          </ac:spMkLst>
        </pc:spChg>
        <pc:spChg chg="add mod">
          <ac:chgData name="Luis Carlos Guevara Hernandez" userId="946bcc4c-b146-4724-978c-751fab731e0a" providerId="ADAL" clId="{E8E95438-7D72-4151-95E2-CCAFE31D1FDF}" dt="2026-03-09T23:41:34.356" v="6358" actId="790"/>
          <ac:spMkLst>
            <pc:docMk/>
            <pc:sldMk cId="4006492489" sldId="576"/>
            <ac:spMk id="9" creationId="{4642DAD5-4A74-0C95-0C5D-A4C456BAEAF1}"/>
          </ac:spMkLst>
        </pc:spChg>
        <pc:spChg chg="add mod">
          <ac:chgData name="Luis Carlos Guevara Hernandez" userId="946bcc4c-b146-4724-978c-751fab731e0a" providerId="ADAL" clId="{E8E95438-7D72-4151-95E2-CCAFE31D1FDF}" dt="2026-03-09T23:41:34.356" v="6358" actId="790"/>
          <ac:spMkLst>
            <pc:docMk/>
            <pc:sldMk cId="4006492489" sldId="576"/>
            <ac:spMk id="10" creationId="{55047BF3-991A-53DC-A65C-14F8C3D053D7}"/>
          </ac:spMkLst>
        </pc:spChg>
        <pc:spChg chg="add mod">
          <ac:chgData name="Luis Carlos Guevara Hernandez" userId="946bcc4c-b146-4724-978c-751fab731e0a" providerId="ADAL" clId="{E8E95438-7D72-4151-95E2-CCAFE31D1FDF}" dt="2026-03-08T19:54:11.547" v="4596" actId="208"/>
          <ac:spMkLst>
            <pc:docMk/>
            <pc:sldMk cId="4006492489" sldId="576"/>
            <ac:spMk id="11" creationId="{9453A37C-2C45-6BF7-A5F7-C74C285C35C4}"/>
          </ac:spMkLst>
        </pc:spChg>
        <pc:spChg chg="add mod">
          <ac:chgData name="Luis Carlos Guevara Hernandez" userId="946bcc4c-b146-4724-978c-751fab731e0a" providerId="ADAL" clId="{E8E95438-7D72-4151-95E2-CCAFE31D1FDF}" dt="2026-03-09T23:41:34.356" v="6358" actId="790"/>
          <ac:spMkLst>
            <pc:docMk/>
            <pc:sldMk cId="4006492489" sldId="576"/>
            <ac:spMk id="12" creationId="{799B86EA-728F-5B96-B8E0-598119E1A1A6}"/>
          </ac:spMkLst>
        </pc:spChg>
        <pc:spChg chg="mod">
          <ac:chgData name="Luis Carlos Guevara Hernandez" userId="946bcc4c-b146-4724-978c-751fab731e0a" providerId="ADAL" clId="{E8E95438-7D72-4151-95E2-CCAFE31D1FDF}" dt="2026-03-09T23:41:34.356" v="6358" actId="790"/>
          <ac:spMkLst>
            <pc:docMk/>
            <pc:sldMk cId="4006492489" sldId="576"/>
            <ac:spMk id="13" creationId="{EA9B896F-ED63-97B7-E692-9515F020D9C6}"/>
          </ac:spMkLst>
        </pc:spChg>
        <pc:spChg chg="add mod">
          <ac:chgData name="Luis Carlos Guevara Hernandez" userId="946bcc4c-b146-4724-978c-751fab731e0a" providerId="ADAL" clId="{E8E95438-7D72-4151-95E2-CCAFE31D1FDF}" dt="2026-03-08T19:54:11.547" v="4596" actId="208"/>
          <ac:spMkLst>
            <pc:docMk/>
            <pc:sldMk cId="4006492489" sldId="576"/>
            <ac:spMk id="14" creationId="{D97CA70F-5470-450E-221C-A1FA925762BA}"/>
          </ac:spMkLst>
        </pc:spChg>
        <pc:spChg chg="add mod">
          <ac:chgData name="Luis Carlos Guevara Hernandez" userId="946bcc4c-b146-4724-978c-751fab731e0a" providerId="ADAL" clId="{E8E95438-7D72-4151-95E2-CCAFE31D1FDF}" dt="2026-03-09T23:41:34.356" v="6358" actId="790"/>
          <ac:spMkLst>
            <pc:docMk/>
            <pc:sldMk cId="4006492489" sldId="576"/>
            <ac:spMk id="15" creationId="{F8104598-3DF9-5607-5429-C24075CAD024}"/>
          </ac:spMkLst>
        </pc:spChg>
        <pc:spChg chg="add mod">
          <ac:chgData name="Luis Carlos Guevara Hernandez" userId="946bcc4c-b146-4724-978c-751fab731e0a" providerId="ADAL" clId="{E8E95438-7D72-4151-95E2-CCAFE31D1FDF}" dt="2026-03-09T23:41:34.356" v="6358" actId="790"/>
          <ac:spMkLst>
            <pc:docMk/>
            <pc:sldMk cId="4006492489" sldId="576"/>
            <ac:spMk id="16" creationId="{BE170B42-5B49-9F9E-739D-131897CE6081}"/>
          </ac:spMkLst>
        </pc:spChg>
        <pc:spChg chg="add mod">
          <ac:chgData name="Luis Carlos Guevara Hernandez" userId="946bcc4c-b146-4724-978c-751fab731e0a" providerId="ADAL" clId="{E8E95438-7D72-4151-95E2-CCAFE31D1FDF}" dt="2026-03-09T23:41:34.356" v="6358" actId="790"/>
          <ac:spMkLst>
            <pc:docMk/>
            <pc:sldMk cId="4006492489" sldId="576"/>
            <ac:spMk id="18" creationId="{8055249D-B4D3-9A08-A01D-5051E695C434}"/>
          </ac:spMkLst>
        </pc:spChg>
        <pc:spChg chg="add mod">
          <ac:chgData name="Luis Carlos Guevara Hernandez" userId="946bcc4c-b146-4724-978c-751fab731e0a" providerId="ADAL" clId="{E8E95438-7D72-4151-95E2-CCAFE31D1FDF}" dt="2026-03-08T19:50:56.667" v="4571"/>
          <ac:spMkLst>
            <pc:docMk/>
            <pc:sldMk cId="4006492489" sldId="576"/>
            <ac:spMk id="19" creationId="{FB6ED732-0817-43B2-CC05-65DBE1ED73A0}"/>
          </ac:spMkLst>
        </pc:spChg>
        <pc:spChg chg="mod">
          <ac:chgData name="Luis Carlos Guevara Hernandez" userId="946bcc4c-b146-4724-978c-751fab731e0a" providerId="ADAL" clId="{E8E95438-7D72-4151-95E2-CCAFE31D1FDF}" dt="2026-03-09T23:41:34.356" v="6358" actId="790"/>
          <ac:spMkLst>
            <pc:docMk/>
            <pc:sldMk cId="4006492489" sldId="576"/>
            <ac:spMk id="44" creationId="{25AB8E7C-FC2F-D576-7CE5-7E28EE714815}"/>
          </ac:spMkLst>
        </pc:spChg>
        <pc:graphicFrameChg chg="mod modGraphic">
          <ac:chgData name="Luis Carlos Guevara Hernandez" userId="946bcc4c-b146-4724-978c-751fab731e0a" providerId="ADAL" clId="{E8E95438-7D72-4151-95E2-CCAFE31D1FDF}" dt="2026-03-08T19:56:54.082" v="4656" actId="207"/>
          <ac:graphicFrameMkLst>
            <pc:docMk/>
            <pc:sldMk cId="4006492489" sldId="576"/>
            <ac:graphicFrameMk id="4" creationId="{A42EB2A2-DD0F-E62B-4A3B-37C3A1A7123C}"/>
          </ac:graphicFrameMkLst>
        </pc:graphicFrameChg>
      </pc:sldChg>
      <pc:sldChg chg="addSp delSp modSp add mod delAnim">
        <pc:chgData name="Luis Carlos Guevara Hernandez" userId="946bcc4c-b146-4724-978c-751fab731e0a" providerId="ADAL" clId="{E8E95438-7D72-4151-95E2-CCAFE31D1FDF}" dt="2026-03-09T23:41:34.356" v="6358" actId="790"/>
        <pc:sldMkLst>
          <pc:docMk/>
          <pc:sldMk cId="2093766948" sldId="578"/>
        </pc:sldMkLst>
        <pc:spChg chg="mod">
          <ac:chgData name="Luis Carlos Guevara Hernandez" userId="946bcc4c-b146-4724-978c-751fab731e0a" providerId="ADAL" clId="{E8E95438-7D72-4151-95E2-CCAFE31D1FDF}" dt="2026-03-09T23:41:34.356" v="6358" actId="790"/>
          <ac:spMkLst>
            <pc:docMk/>
            <pc:sldMk cId="2093766948" sldId="578"/>
            <ac:spMk id="2" creationId="{226AF4CC-A98F-033D-DC16-FEF4DF09F49A}"/>
          </ac:spMkLst>
        </pc:spChg>
        <pc:spChg chg="mod">
          <ac:chgData name="Luis Carlos Guevara Hernandez" userId="946bcc4c-b146-4724-978c-751fab731e0a" providerId="ADAL" clId="{E8E95438-7D72-4151-95E2-CCAFE31D1FDF}" dt="2026-03-09T23:41:34.356" v="6358" actId="790"/>
          <ac:spMkLst>
            <pc:docMk/>
            <pc:sldMk cId="2093766948" sldId="578"/>
            <ac:spMk id="3" creationId="{1B93C743-C197-AE7B-ED64-374F7B6C6386}"/>
          </ac:spMkLst>
        </pc:spChg>
        <pc:spChg chg="add mod">
          <ac:chgData name="Luis Carlos Guevara Hernandez" userId="946bcc4c-b146-4724-978c-751fab731e0a" providerId="ADAL" clId="{E8E95438-7D72-4151-95E2-CCAFE31D1FDF}" dt="2026-03-09T23:41:34.356" v="6358" actId="790"/>
          <ac:spMkLst>
            <pc:docMk/>
            <pc:sldMk cId="2093766948" sldId="578"/>
            <ac:spMk id="5" creationId="{8A79C69E-4D79-12CD-41FE-9F1872210032}"/>
          </ac:spMkLst>
        </pc:spChg>
        <pc:spChg chg="add mod">
          <ac:chgData name="Luis Carlos Guevara Hernandez" userId="946bcc4c-b146-4724-978c-751fab731e0a" providerId="ADAL" clId="{E8E95438-7D72-4151-95E2-CCAFE31D1FDF}" dt="2026-03-09T23:41:34.356" v="6358" actId="790"/>
          <ac:spMkLst>
            <pc:docMk/>
            <pc:sldMk cId="2093766948" sldId="578"/>
            <ac:spMk id="8" creationId="{A6F7DF50-951E-34F0-DB9F-871F5837D40B}"/>
          </ac:spMkLst>
        </pc:spChg>
        <pc:spChg chg="mod">
          <ac:chgData name="Luis Carlos Guevara Hernandez" userId="946bcc4c-b146-4724-978c-751fab731e0a" providerId="ADAL" clId="{E8E95438-7D72-4151-95E2-CCAFE31D1FDF}" dt="2026-03-09T23:41:34.356" v="6358" actId="790"/>
          <ac:spMkLst>
            <pc:docMk/>
            <pc:sldMk cId="2093766948" sldId="578"/>
            <ac:spMk id="17" creationId="{1A35F95B-CF56-EE5F-CED9-1CBB48351D8F}"/>
          </ac:spMkLst>
        </pc:spChg>
        <pc:spChg chg="add mod">
          <ac:chgData name="Luis Carlos Guevara Hernandez" userId="946bcc4c-b146-4724-978c-751fab731e0a" providerId="ADAL" clId="{E8E95438-7D72-4151-95E2-CCAFE31D1FDF}" dt="2026-03-09T23:41:34.356" v="6358" actId="790"/>
          <ac:spMkLst>
            <pc:docMk/>
            <pc:sldMk cId="2093766948" sldId="578"/>
            <ac:spMk id="20" creationId="{63F2C30C-F586-EE80-8D8E-5134A4A84E18}"/>
          </ac:spMkLst>
        </pc:spChg>
        <pc:spChg chg="add mod">
          <ac:chgData name="Luis Carlos Guevara Hernandez" userId="946bcc4c-b146-4724-978c-751fab731e0a" providerId="ADAL" clId="{E8E95438-7D72-4151-95E2-CCAFE31D1FDF}" dt="2026-03-09T23:41:34.356" v="6358" actId="790"/>
          <ac:spMkLst>
            <pc:docMk/>
            <pc:sldMk cId="2093766948" sldId="578"/>
            <ac:spMk id="21" creationId="{099D27A0-9A57-4970-9F65-400D4CB46412}"/>
          </ac:spMkLst>
        </pc:spChg>
        <pc:spChg chg="add mod">
          <ac:chgData name="Luis Carlos Guevara Hernandez" userId="946bcc4c-b146-4724-978c-751fab731e0a" providerId="ADAL" clId="{E8E95438-7D72-4151-95E2-CCAFE31D1FDF}" dt="2026-03-09T23:41:34.356" v="6358" actId="790"/>
          <ac:spMkLst>
            <pc:docMk/>
            <pc:sldMk cId="2093766948" sldId="578"/>
            <ac:spMk id="22" creationId="{90A0FEB8-011C-7126-1660-2B12DB603011}"/>
          </ac:spMkLst>
        </pc:spChg>
        <pc:spChg chg="add mod">
          <ac:chgData name="Luis Carlos Guevara Hernandez" userId="946bcc4c-b146-4724-978c-751fab731e0a" providerId="ADAL" clId="{E8E95438-7D72-4151-95E2-CCAFE31D1FDF}" dt="2026-03-08T20:01:37.211" v="4706" actId="207"/>
          <ac:spMkLst>
            <pc:docMk/>
            <pc:sldMk cId="2093766948" sldId="578"/>
            <ac:spMk id="23" creationId="{C91BF2A0-391D-9DB3-B652-4FFA2EC6E020}"/>
          </ac:spMkLst>
        </pc:spChg>
        <pc:spChg chg="mod">
          <ac:chgData name="Luis Carlos Guevara Hernandez" userId="946bcc4c-b146-4724-978c-751fab731e0a" providerId="ADAL" clId="{E8E95438-7D72-4151-95E2-CCAFE31D1FDF}" dt="2026-03-09T23:41:34.356" v="6358" actId="790"/>
          <ac:spMkLst>
            <pc:docMk/>
            <pc:sldMk cId="2093766948" sldId="578"/>
            <ac:spMk id="43" creationId="{C3474D58-A450-658D-6202-95A2E1007423}"/>
          </ac:spMkLst>
        </pc:spChg>
        <pc:spChg chg="mod">
          <ac:chgData name="Luis Carlos Guevara Hernandez" userId="946bcc4c-b146-4724-978c-751fab731e0a" providerId="ADAL" clId="{E8E95438-7D72-4151-95E2-CCAFE31D1FDF}" dt="2026-03-09T23:41:34.356" v="6358" actId="790"/>
          <ac:spMkLst>
            <pc:docMk/>
            <pc:sldMk cId="2093766948" sldId="578"/>
            <ac:spMk id="44" creationId="{96693603-0B1A-3935-CDEC-47BB06368AD2}"/>
          </ac:spMkLst>
        </pc:spChg>
      </pc:sldChg>
      <pc:sldChg chg="addSp delSp modSp add mod delAnim modAnim">
        <pc:chgData name="Luis Carlos Guevara Hernandez" userId="946bcc4c-b146-4724-978c-751fab731e0a" providerId="ADAL" clId="{E8E95438-7D72-4151-95E2-CCAFE31D1FDF}" dt="2026-03-09T23:41:34.356" v="6358" actId="790"/>
        <pc:sldMkLst>
          <pc:docMk/>
          <pc:sldMk cId="3584465560" sldId="579"/>
        </pc:sldMkLst>
        <pc:spChg chg="mod">
          <ac:chgData name="Luis Carlos Guevara Hernandez" userId="946bcc4c-b146-4724-978c-751fab731e0a" providerId="ADAL" clId="{E8E95438-7D72-4151-95E2-CCAFE31D1FDF}" dt="2026-03-08T20:08:38.165" v="4733"/>
          <ac:spMkLst>
            <pc:docMk/>
            <pc:sldMk cId="3584465560" sldId="579"/>
            <ac:spMk id="6" creationId="{187AC4F8-2F27-15AD-415F-84FCB8D9DB04}"/>
          </ac:spMkLst>
        </pc:spChg>
        <pc:spChg chg="mod">
          <ac:chgData name="Luis Carlos Guevara Hernandez" userId="946bcc4c-b146-4724-978c-751fab731e0a" providerId="ADAL" clId="{E8E95438-7D72-4151-95E2-CCAFE31D1FDF}" dt="2026-03-09T23:41:34.356" v="6358" actId="790"/>
          <ac:spMkLst>
            <pc:docMk/>
            <pc:sldMk cId="3584465560" sldId="579"/>
            <ac:spMk id="7" creationId="{FA4A5C92-2368-79EF-5174-935D3BBF77E1}"/>
          </ac:spMkLst>
        </pc:spChg>
        <pc:spChg chg="mod">
          <ac:chgData name="Luis Carlos Guevara Hernandez" userId="946bcc4c-b146-4724-978c-751fab731e0a" providerId="ADAL" clId="{E8E95438-7D72-4151-95E2-CCAFE31D1FDF}" dt="2026-03-09T23:41:34.356" v="6358" actId="790"/>
          <ac:spMkLst>
            <pc:docMk/>
            <pc:sldMk cId="3584465560" sldId="579"/>
            <ac:spMk id="8" creationId="{7FB2F9FA-4422-D76F-CEDB-276B09656501}"/>
          </ac:spMkLst>
        </pc:spChg>
        <pc:spChg chg="add mod">
          <ac:chgData name="Luis Carlos Guevara Hernandez" userId="946bcc4c-b146-4724-978c-751fab731e0a" providerId="ADAL" clId="{E8E95438-7D72-4151-95E2-CCAFE31D1FDF}" dt="2026-03-09T23:41:34.356" v="6358" actId="790"/>
          <ac:spMkLst>
            <pc:docMk/>
            <pc:sldMk cId="3584465560" sldId="579"/>
            <ac:spMk id="9" creationId="{5BB316CD-7BCD-BC40-7F13-8EED268A11D7}"/>
          </ac:spMkLst>
        </pc:spChg>
        <pc:spChg chg="mod">
          <ac:chgData name="Luis Carlos Guevara Hernandez" userId="946bcc4c-b146-4724-978c-751fab731e0a" providerId="ADAL" clId="{E8E95438-7D72-4151-95E2-CCAFE31D1FDF}" dt="2026-03-08T20:17:20.645" v="4907" actId="1076"/>
          <ac:spMkLst>
            <pc:docMk/>
            <pc:sldMk cId="3584465560" sldId="579"/>
            <ac:spMk id="11" creationId="{DBDFB4A4-312F-E1EF-E76C-ECCD6234F8FD}"/>
          </ac:spMkLst>
        </pc:spChg>
        <pc:spChg chg="add mod">
          <ac:chgData name="Luis Carlos Guevara Hernandez" userId="946bcc4c-b146-4724-978c-751fab731e0a" providerId="ADAL" clId="{E8E95438-7D72-4151-95E2-CCAFE31D1FDF}" dt="2026-03-09T23:41:34.356" v="6358" actId="790"/>
          <ac:spMkLst>
            <pc:docMk/>
            <pc:sldMk cId="3584465560" sldId="579"/>
            <ac:spMk id="22" creationId="{EEF5E5CD-1CF9-0900-F418-3C68FDDA5984}"/>
          </ac:spMkLst>
        </pc:spChg>
        <pc:spChg chg="mod">
          <ac:chgData name="Luis Carlos Guevara Hernandez" userId="946bcc4c-b146-4724-978c-751fab731e0a" providerId="ADAL" clId="{E8E95438-7D72-4151-95E2-CCAFE31D1FDF}" dt="2026-03-09T23:41:34.356" v="6358" actId="790"/>
          <ac:spMkLst>
            <pc:docMk/>
            <pc:sldMk cId="3584465560" sldId="579"/>
            <ac:spMk id="24" creationId="{5E3FC886-070C-0EC0-300D-D398957AE5EB}"/>
          </ac:spMkLst>
        </pc:spChg>
        <pc:spChg chg="mod">
          <ac:chgData name="Luis Carlos Guevara Hernandez" userId="946bcc4c-b146-4724-978c-751fab731e0a" providerId="ADAL" clId="{E8E95438-7D72-4151-95E2-CCAFE31D1FDF}" dt="2026-03-08T20:12:25.435" v="4824" actId="404"/>
          <ac:spMkLst>
            <pc:docMk/>
            <pc:sldMk cId="3584465560" sldId="579"/>
            <ac:spMk id="26" creationId="{A41AF2A9-ECF5-DA83-1F34-B2DE9ADD633F}"/>
          </ac:spMkLst>
        </pc:spChg>
        <pc:spChg chg="add mod">
          <ac:chgData name="Luis Carlos Guevara Hernandez" userId="946bcc4c-b146-4724-978c-751fab731e0a" providerId="ADAL" clId="{E8E95438-7D72-4151-95E2-CCAFE31D1FDF}" dt="2026-03-08T20:17:20.645" v="4907" actId="1076"/>
          <ac:spMkLst>
            <pc:docMk/>
            <pc:sldMk cId="3584465560" sldId="579"/>
            <ac:spMk id="27" creationId="{547B20FA-6F6A-379F-4422-C3A58D2AEBFD}"/>
          </ac:spMkLst>
        </pc:spChg>
        <pc:spChg chg="add mod">
          <ac:chgData name="Luis Carlos Guevara Hernandez" userId="946bcc4c-b146-4724-978c-751fab731e0a" providerId="ADAL" clId="{E8E95438-7D72-4151-95E2-CCAFE31D1FDF}" dt="2026-03-08T20:36:32.658" v="4913" actId="20577"/>
          <ac:spMkLst>
            <pc:docMk/>
            <pc:sldMk cId="3584465560" sldId="579"/>
            <ac:spMk id="28" creationId="{C4A8963F-8718-61AF-7271-6346CF20864D}"/>
          </ac:spMkLst>
        </pc:spChg>
        <pc:spChg chg="mod">
          <ac:chgData name="Luis Carlos Guevara Hernandez" userId="946bcc4c-b146-4724-978c-751fab731e0a" providerId="ADAL" clId="{E8E95438-7D72-4151-95E2-CCAFE31D1FDF}" dt="2026-03-08T20:14:24.345" v="4855" actId="14100"/>
          <ac:spMkLst>
            <pc:docMk/>
            <pc:sldMk cId="3584465560" sldId="579"/>
            <ac:spMk id="31" creationId="{E6422DCC-DD5A-3CFD-5850-338DE1060401}"/>
          </ac:spMkLst>
        </pc:spChg>
        <pc:spChg chg="mod">
          <ac:chgData name="Luis Carlos Guevara Hernandez" userId="946bcc4c-b146-4724-978c-751fab731e0a" providerId="ADAL" clId="{E8E95438-7D72-4151-95E2-CCAFE31D1FDF}" dt="2026-03-08T20:14:18.322" v="4853"/>
          <ac:spMkLst>
            <pc:docMk/>
            <pc:sldMk cId="3584465560" sldId="579"/>
            <ac:spMk id="32" creationId="{6E6A447F-A05C-8271-F1F7-05DA46F083F0}"/>
          </ac:spMkLst>
        </pc:spChg>
        <pc:spChg chg="mod">
          <ac:chgData name="Luis Carlos Guevara Hernandez" userId="946bcc4c-b146-4724-978c-751fab731e0a" providerId="ADAL" clId="{E8E95438-7D72-4151-95E2-CCAFE31D1FDF}" dt="2026-03-08T20:14:38.110" v="4860"/>
          <ac:spMkLst>
            <pc:docMk/>
            <pc:sldMk cId="3584465560" sldId="579"/>
            <ac:spMk id="35" creationId="{7BFCAD5E-A736-87EB-113A-49D7596359FF}"/>
          </ac:spMkLst>
        </pc:spChg>
        <pc:spChg chg="mod">
          <ac:chgData name="Luis Carlos Guevara Hernandez" userId="946bcc4c-b146-4724-978c-751fab731e0a" providerId="ADAL" clId="{E8E95438-7D72-4151-95E2-CCAFE31D1FDF}" dt="2026-03-08T20:14:31.917" v="4857"/>
          <ac:spMkLst>
            <pc:docMk/>
            <pc:sldMk cId="3584465560" sldId="579"/>
            <ac:spMk id="36" creationId="{C17E644D-5066-E628-4328-4CD48AD2C7A9}"/>
          </ac:spMkLst>
        </pc:spChg>
        <pc:spChg chg="mod">
          <ac:chgData name="Luis Carlos Guevara Hernandez" userId="946bcc4c-b146-4724-978c-751fab731e0a" providerId="ADAL" clId="{E8E95438-7D72-4151-95E2-CCAFE31D1FDF}" dt="2026-03-08T20:14:57.037" v="4868" actId="14100"/>
          <ac:spMkLst>
            <pc:docMk/>
            <pc:sldMk cId="3584465560" sldId="579"/>
            <ac:spMk id="38" creationId="{B70AD11F-0700-B02B-CFE0-B5665B877925}"/>
          </ac:spMkLst>
        </pc:spChg>
        <pc:spChg chg="mod">
          <ac:chgData name="Luis Carlos Guevara Hernandez" userId="946bcc4c-b146-4724-978c-751fab731e0a" providerId="ADAL" clId="{E8E95438-7D72-4151-95E2-CCAFE31D1FDF}" dt="2026-03-09T23:41:34.356" v="6358" actId="790"/>
          <ac:spMkLst>
            <pc:docMk/>
            <pc:sldMk cId="3584465560" sldId="579"/>
            <ac:spMk id="39" creationId="{0D8F054C-C1E1-CA34-F05E-44F179B9561C}"/>
          </ac:spMkLst>
        </pc:spChg>
        <pc:spChg chg="mod">
          <ac:chgData name="Luis Carlos Guevara Hernandez" userId="946bcc4c-b146-4724-978c-751fab731e0a" providerId="ADAL" clId="{E8E95438-7D72-4151-95E2-CCAFE31D1FDF}" dt="2026-03-09T23:41:34.356" v="6358" actId="790"/>
          <ac:spMkLst>
            <pc:docMk/>
            <pc:sldMk cId="3584465560" sldId="579"/>
            <ac:spMk id="41" creationId="{FCC2FBC5-8161-B124-BDB9-FFA6CFF075A6}"/>
          </ac:spMkLst>
        </pc:spChg>
        <pc:spChg chg="mod">
          <ac:chgData name="Luis Carlos Guevara Hernandez" userId="946bcc4c-b146-4724-978c-751fab731e0a" providerId="ADAL" clId="{E8E95438-7D72-4151-95E2-CCAFE31D1FDF}" dt="2026-03-09T23:41:34.356" v="6358" actId="790"/>
          <ac:spMkLst>
            <pc:docMk/>
            <pc:sldMk cId="3584465560" sldId="579"/>
            <ac:spMk id="42" creationId="{6A4DA72D-46D4-8F19-ED1F-2EA71BD14F2B}"/>
          </ac:spMkLst>
        </pc:spChg>
        <pc:spChg chg="mod">
          <ac:chgData name="Luis Carlos Guevara Hernandez" userId="946bcc4c-b146-4724-978c-751fab731e0a" providerId="ADAL" clId="{E8E95438-7D72-4151-95E2-CCAFE31D1FDF}" dt="2026-03-09T23:41:34.356" v="6358" actId="790"/>
          <ac:spMkLst>
            <pc:docMk/>
            <pc:sldMk cId="3584465560" sldId="579"/>
            <ac:spMk id="44" creationId="{2E622C74-1F78-1A17-5D30-8B08794A0E85}"/>
          </ac:spMkLst>
        </pc:spChg>
        <pc:spChg chg="mod">
          <ac:chgData name="Luis Carlos Guevara Hernandez" userId="946bcc4c-b146-4724-978c-751fab731e0a" providerId="ADAL" clId="{E8E95438-7D72-4151-95E2-CCAFE31D1FDF}" dt="2026-03-08T20:15:13.858" v="4874"/>
          <ac:spMkLst>
            <pc:docMk/>
            <pc:sldMk cId="3584465560" sldId="579"/>
            <ac:spMk id="45" creationId="{57BF8531-21CA-9516-2CFC-D611C142DD7F}"/>
          </ac:spMkLst>
        </pc:spChg>
        <pc:spChg chg="add mod">
          <ac:chgData name="Luis Carlos Guevara Hernandez" userId="946bcc4c-b146-4724-978c-751fab731e0a" providerId="ADAL" clId="{E8E95438-7D72-4151-95E2-CCAFE31D1FDF}" dt="2026-03-08T20:17:20.645" v="4907" actId="1076"/>
          <ac:spMkLst>
            <pc:docMk/>
            <pc:sldMk cId="3584465560" sldId="579"/>
            <ac:spMk id="46" creationId="{A346B03B-5094-23E6-C020-A21D171229E1}"/>
          </ac:spMkLst>
        </pc:spChg>
        <pc:spChg chg="add mod">
          <ac:chgData name="Luis Carlos Guevara Hernandez" userId="946bcc4c-b146-4724-978c-751fab731e0a" providerId="ADAL" clId="{E8E95438-7D72-4151-95E2-CCAFE31D1FDF}" dt="2026-03-08T20:17:20.645" v="4907" actId="1076"/>
          <ac:spMkLst>
            <pc:docMk/>
            <pc:sldMk cId="3584465560" sldId="579"/>
            <ac:spMk id="49" creationId="{F31ADBBA-55C1-1117-B8F6-C2ABA12F78BB}"/>
          </ac:spMkLst>
        </pc:spChg>
        <pc:spChg chg="add mod">
          <ac:chgData name="Luis Carlos Guevara Hernandez" userId="946bcc4c-b146-4724-978c-751fab731e0a" providerId="ADAL" clId="{E8E95438-7D72-4151-95E2-CCAFE31D1FDF}" dt="2026-03-08T20:17:01.889" v="4902"/>
          <ac:spMkLst>
            <pc:docMk/>
            <pc:sldMk cId="3584465560" sldId="579"/>
            <ac:spMk id="50" creationId="{E00B6CC2-A949-5535-F2F5-C9F565871B0F}"/>
          </ac:spMkLst>
        </pc:spChg>
        <pc:spChg chg="add mod">
          <ac:chgData name="Luis Carlos Guevara Hernandez" userId="946bcc4c-b146-4724-978c-751fab731e0a" providerId="ADAL" clId="{E8E95438-7D72-4151-95E2-CCAFE31D1FDF}" dt="2026-03-09T23:41:34.356" v="6358" actId="790"/>
          <ac:spMkLst>
            <pc:docMk/>
            <pc:sldMk cId="3584465560" sldId="579"/>
            <ac:spMk id="51" creationId="{991CEB12-EF3F-5A8E-4131-D50B01B1224E}"/>
          </ac:spMkLst>
        </pc:spChg>
        <pc:grpChg chg="add mod">
          <ac:chgData name="Luis Carlos Guevara Hernandez" userId="946bcc4c-b146-4724-978c-751fab731e0a" providerId="ADAL" clId="{E8E95438-7D72-4151-95E2-CCAFE31D1FDF}" dt="2026-03-08T20:17:20.645" v="4907" actId="1076"/>
          <ac:grpSpMkLst>
            <pc:docMk/>
            <pc:sldMk cId="3584465560" sldId="579"/>
            <ac:grpSpMk id="5" creationId="{DBDCBB6D-2352-4CDB-808A-B93071757093}"/>
          </ac:grpSpMkLst>
        </pc:grpChg>
        <pc:grpChg chg="mod">
          <ac:chgData name="Luis Carlos Guevara Hernandez" userId="946bcc4c-b146-4724-978c-751fab731e0a" providerId="ADAL" clId="{E8E95438-7D72-4151-95E2-CCAFE31D1FDF}" dt="2026-03-08T20:17:20.645" v="4907" actId="1076"/>
          <ac:grpSpMkLst>
            <pc:docMk/>
            <pc:sldMk cId="3584465560" sldId="579"/>
            <ac:grpSpMk id="21" creationId="{E319FF9B-3BDE-E93B-62E7-F58E951C449F}"/>
          </ac:grpSpMkLst>
        </pc:grpChg>
        <pc:grpChg chg="add mod">
          <ac:chgData name="Luis Carlos Guevara Hernandez" userId="946bcc4c-b146-4724-978c-751fab731e0a" providerId="ADAL" clId="{E8E95438-7D72-4151-95E2-CCAFE31D1FDF}" dt="2026-03-08T20:17:20.645" v="4907" actId="1076"/>
          <ac:grpSpMkLst>
            <pc:docMk/>
            <pc:sldMk cId="3584465560" sldId="579"/>
            <ac:grpSpMk id="23" creationId="{A0D015E5-C5DA-F0B2-1ED6-1DA04E9B7B65}"/>
          </ac:grpSpMkLst>
        </pc:grpChg>
        <pc:grpChg chg="add mod">
          <ac:chgData name="Luis Carlos Guevara Hernandez" userId="946bcc4c-b146-4724-978c-751fab731e0a" providerId="ADAL" clId="{E8E95438-7D72-4151-95E2-CCAFE31D1FDF}" dt="2026-03-08T20:17:13.526" v="4906" actId="1076"/>
          <ac:grpSpMkLst>
            <pc:docMk/>
            <pc:sldMk cId="3584465560" sldId="579"/>
            <ac:grpSpMk id="30" creationId="{D37F2AE2-4BE0-617D-13D3-F98BC25292BA}"/>
          </ac:grpSpMkLst>
        </pc:grpChg>
        <pc:grpChg chg="add mod">
          <ac:chgData name="Luis Carlos Guevara Hernandez" userId="946bcc4c-b146-4724-978c-751fab731e0a" providerId="ADAL" clId="{E8E95438-7D72-4151-95E2-CCAFE31D1FDF}" dt="2026-03-08T20:17:13.526" v="4906" actId="1076"/>
          <ac:grpSpMkLst>
            <pc:docMk/>
            <pc:sldMk cId="3584465560" sldId="579"/>
            <ac:grpSpMk id="34" creationId="{B899CB0B-BE9E-13B9-3B96-357DCB37FFC6}"/>
          </ac:grpSpMkLst>
        </pc:grpChg>
        <pc:grpChg chg="add mod">
          <ac:chgData name="Luis Carlos Guevara Hernandez" userId="946bcc4c-b146-4724-978c-751fab731e0a" providerId="ADAL" clId="{E8E95438-7D72-4151-95E2-CCAFE31D1FDF}" dt="2026-03-08T20:17:13.526" v="4906" actId="1076"/>
          <ac:grpSpMkLst>
            <pc:docMk/>
            <pc:sldMk cId="3584465560" sldId="579"/>
            <ac:grpSpMk id="37" creationId="{FFA2A356-0069-F6D6-E9BC-6C8BB4881DA6}"/>
          </ac:grpSpMkLst>
        </pc:grpChg>
        <pc:grpChg chg="add mod">
          <ac:chgData name="Luis Carlos Guevara Hernandez" userId="946bcc4c-b146-4724-978c-751fab731e0a" providerId="ADAL" clId="{E8E95438-7D72-4151-95E2-CCAFE31D1FDF}" dt="2026-03-08T20:17:20.645" v="4907" actId="1076"/>
          <ac:grpSpMkLst>
            <pc:docMk/>
            <pc:sldMk cId="3584465560" sldId="579"/>
            <ac:grpSpMk id="40" creationId="{6866556B-1A63-E115-C2ED-EDAF71C2A947}"/>
          </ac:grpSpMkLst>
        </pc:grpChg>
        <pc:grpChg chg="add mod">
          <ac:chgData name="Luis Carlos Guevara Hernandez" userId="946bcc4c-b146-4724-978c-751fab731e0a" providerId="ADAL" clId="{E8E95438-7D72-4151-95E2-CCAFE31D1FDF}" dt="2026-03-08T20:17:13.526" v="4906" actId="1076"/>
          <ac:grpSpMkLst>
            <pc:docMk/>
            <pc:sldMk cId="3584465560" sldId="579"/>
            <ac:grpSpMk id="43" creationId="{FF9AD85E-9915-96C7-94DA-C39292EA1CC2}"/>
          </ac:grpSpMkLst>
        </pc:grpChg>
        <pc:picChg chg="mod">
          <ac:chgData name="Luis Carlos Guevara Hernandez" userId="946bcc4c-b146-4724-978c-751fab731e0a" providerId="ADAL" clId="{E8E95438-7D72-4151-95E2-CCAFE31D1FDF}" dt="2026-03-08T20:11:55.901" v="4819" actId="1076"/>
          <ac:picMkLst>
            <pc:docMk/>
            <pc:sldMk cId="3584465560" sldId="579"/>
            <ac:picMk id="19" creationId="{9DC394B5-77CF-1C4C-4EAA-09F73344A3E0}"/>
          </ac:picMkLst>
        </pc:picChg>
      </pc:sldChg>
      <pc:sldChg chg="modSp add mod">
        <pc:chgData name="Luis Carlos Guevara Hernandez" userId="946bcc4c-b146-4724-978c-751fab731e0a" providerId="ADAL" clId="{E8E95438-7D72-4151-95E2-CCAFE31D1FDF}" dt="2026-03-09T23:41:34.356" v="6358" actId="790"/>
        <pc:sldMkLst>
          <pc:docMk/>
          <pc:sldMk cId="3181653970" sldId="580"/>
        </pc:sldMkLst>
        <pc:spChg chg="mod">
          <ac:chgData name="Luis Carlos Guevara Hernandez" userId="946bcc4c-b146-4724-978c-751fab731e0a" providerId="ADAL" clId="{E8E95438-7D72-4151-95E2-CCAFE31D1FDF}" dt="2026-03-09T23:41:34.356" v="6358" actId="790"/>
          <ac:spMkLst>
            <pc:docMk/>
            <pc:sldMk cId="3181653970" sldId="580"/>
            <ac:spMk id="2" creationId="{D19AB798-2E42-A584-9C04-D6597C7DB2D8}"/>
          </ac:spMkLst>
        </pc:spChg>
        <pc:spChg chg="mod">
          <ac:chgData name="Luis Carlos Guevara Hernandez" userId="946bcc4c-b146-4724-978c-751fab731e0a" providerId="ADAL" clId="{E8E95438-7D72-4151-95E2-CCAFE31D1FDF}" dt="2026-03-09T23:41:34.356" v="6358" actId="790"/>
          <ac:spMkLst>
            <pc:docMk/>
            <pc:sldMk cId="3181653970" sldId="580"/>
            <ac:spMk id="3" creationId="{886535BA-D6FF-4414-AA26-6D14C023F72C}"/>
          </ac:spMkLst>
        </pc:spChg>
        <pc:spChg chg="mod">
          <ac:chgData name="Luis Carlos Guevara Hernandez" userId="946bcc4c-b146-4724-978c-751fab731e0a" providerId="ADAL" clId="{E8E95438-7D72-4151-95E2-CCAFE31D1FDF}" dt="2026-03-09T23:41:34.356" v="6358" actId="790"/>
          <ac:spMkLst>
            <pc:docMk/>
            <pc:sldMk cId="3181653970" sldId="580"/>
            <ac:spMk id="5" creationId="{7074DD5E-E178-42A4-36A5-200489E27898}"/>
          </ac:spMkLst>
        </pc:spChg>
        <pc:spChg chg="mod">
          <ac:chgData name="Luis Carlos Guevara Hernandez" userId="946bcc4c-b146-4724-978c-751fab731e0a" providerId="ADAL" clId="{E8E95438-7D72-4151-95E2-CCAFE31D1FDF}" dt="2026-03-09T23:41:34.356" v="6358" actId="790"/>
          <ac:spMkLst>
            <pc:docMk/>
            <pc:sldMk cId="3181653970" sldId="580"/>
            <ac:spMk id="8" creationId="{21587636-D692-4F76-81D1-33F2E5571FC5}"/>
          </ac:spMkLst>
        </pc:spChg>
        <pc:spChg chg="mod">
          <ac:chgData name="Luis Carlos Guevara Hernandez" userId="946bcc4c-b146-4724-978c-751fab731e0a" providerId="ADAL" clId="{E8E95438-7D72-4151-95E2-CCAFE31D1FDF}" dt="2026-03-09T23:41:34.356" v="6358" actId="790"/>
          <ac:spMkLst>
            <pc:docMk/>
            <pc:sldMk cId="3181653970" sldId="580"/>
            <ac:spMk id="20" creationId="{F25F5190-FD8B-0D50-AA02-005A7FD819BD}"/>
          </ac:spMkLst>
        </pc:spChg>
        <pc:spChg chg="mod">
          <ac:chgData name="Luis Carlos Guevara Hernandez" userId="946bcc4c-b146-4724-978c-751fab731e0a" providerId="ADAL" clId="{E8E95438-7D72-4151-95E2-CCAFE31D1FDF}" dt="2026-03-09T23:41:34.356" v="6358" actId="790"/>
          <ac:spMkLst>
            <pc:docMk/>
            <pc:sldMk cId="3181653970" sldId="580"/>
            <ac:spMk id="21" creationId="{B07FBF7E-1660-4DE0-2937-DF87528A7B73}"/>
          </ac:spMkLst>
        </pc:spChg>
        <pc:spChg chg="mod">
          <ac:chgData name="Luis Carlos Guevara Hernandez" userId="946bcc4c-b146-4724-978c-751fab731e0a" providerId="ADAL" clId="{E8E95438-7D72-4151-95E2-CCAFE31D1FDF}" dt="2026-03-09T23:41:34.356" v="6358" actId="790"/>
          <ac:spMkLst>
            <pc:docMk/>
            <pc:sldMk cId="3181653970" sldId="580"/>
            <ac:spMk id="22" creationId="{A679A829-A49F-43CB-5E37-026C34FB938E}"/>
          </ac:spMkLst>
        </pc:spChg>
        <pc:spChg chg="mod">
          <ac:chgData name="Luis Carlos Guevara Hernandez" userId="946bcc4c-b146-4724-978c-751fab731e0a" providerId="ADAL" clId="{E8E95438-7D72-4151-95E2-CCAFE31D1FDF}" dt="2026-03-09T23:41:34.356" v="6358" actId="790"/>
          <ac:spMkLst>
            <pc:docMk/>
            <pc:sldMk cId="3181653970" sldId="580"/>
            <ac:spMk id="23" creationId="{A64F0B8C-F406-4F7E-682F-32868832C699}"/>
          </ac:spMkLst>
        </pc:spChg>
        <pc:spChg chg="mod">
          <ac:chgData name="Luis Carlos Guevara Hernandez" userId="946bcc4c-b146-4724-978c-751fab731e0a" providerId="ADAL" clId="{E8E95438-7D72-4151-95E2-CCAFE31D1FDF}" dt="2026-03-09T23:41:34.356" v="6358" actId="790"/>
          <ac:spMkLst>
            <pc:docMk/>
            <pc:sldMk cId="3181653970" sldId="580"/>
            <ac:spMk id="43" creationId="{8BA709C7-17E1-142E-C939-0503D4D323F3}"/>
          </ac:spMkLst>
        </pc:spChg>
        <pc:spChg chg="mod">
          <ac:chgData name="Luis Carlos Guevara Hernandez" userId="946bcc4c-b146-4724-978c-751fab731e0a" providerId="ADAL" clId="{E8E95438-7D72-4151-95E2-CCAFE31D1FDF}" dt="2026-03-09T23:41:34.356" v="6358" actId="790"/>
          <ac:spMkLst>
            <pc:docMk/>
            <pc:sldMk cId="3181653970" sldId="580"/>
            <ac:spMk id="44" creationId="{47103475-08A4-7803-246E-E4B7663B7B51}"/>
          </ac:spMkLst>
        </pc:spChg>
      </pc:sldChg>
      <pc:sldChg chg="addSp delSp modSp add mod delAnim modAnim">
        <pc:chgData name="Luis Carlos Guevara Hernandez" userId="946bcc4c-b146-4724-978c-751fab731e0a" providerId="ADAL" clId="{E8E95438-7D72-4151-95E2-CCAFE31D1FDF}" dt="2026-03-09T23:41:34.356" v="6358" actId="790"/>
        <pc:sldMkLst>
          <pc:docMk/>
          <pc:sldMk cId="2516487300" sldId="581"/>
        </pc:sldMkLst>
        <pc:spChg chg="add mod">
          <ac:chgData name="Luis Carlos Guevara Hernandez" userId="946bcc4c-b146-4724-978c-751fab731e0a" providerId="ADAL" clId="{E8E95438-7D72-4151-95E2-CCAFE31D1FDF}" dt="2026-03-09T23:41:34.356" v="6358" actId="790"/>
          <ac:spMkLst>
            <pc:docMk/>
            <pc:sldMk cId="2516487300" sldId="581"/>
            <ac:spMk id="5" creationId="{9F3D3A3C-D6FF-C67C-0C00-4EC8232B9805}"/>
          </ac:spMkLst>
        </pc:spChg>
        <pc:spChg chg="mod">
          <ac:chgData name="Luis Carlos Guevara Hernandez" userId="946bcc4c-b146-4724-978c-751fab731e0a" providerId="ADAL" clId="{E8E95438-7D72-4151-95E2-CCAFE31D1FDF}" dt="2026-03-09T23:41:34.356" v="6358" actId="790"/>
          <ac:spMkLst>
            <pc:docMk/>
            <pc:sldMk cId="2516487300" sldId="581"/>
            <ac:spMk id="6" creationId="{1C61C0D5-C5ED-0C2E-09FA-05EC576F433C}"/>
          </ac:spMkLst>
        </pc:spChg>
        <pc:spChg chg="add mod">
          <ac:chgData name="Luis Carlos Guevara Hernandez" userId="946bcc4c-b146-4724-978c-751fab731e0a" providerId="ADAL" clId="{E8E95438-7D72-4151-95E2-CCAFE31D1FDF}" dt="2026-03-09T23:41:34.356" v="6358" actId="790"/>
          <ac:spMkLst>
            <pc:docMk/>
            <pc:sldMk cId="2516487300" sldId="581"/>
            <ac:spMk id="8" creationId="{0213C813-B67C-C35B-1DD8-4E690DBFC49F}"/>
          </ac:spMkLst>
        </pc:spChg>
        <pc:spChg chg="add mod">
          <ac:chgData name="Luis Carlos Guevara Hernandez" userId="946bcc4c-b146-4724-978c-751fab731e0a" providerId="ADAL" clId="{E8E95438-7D72-4151-95E2-CCAFE31D1FDF}" dt="2026-03-09T23:41:34.356" v="6358" actId="790"/>
          <ac:spMkLst>
            <pc:docMk/>
            <pc:sldMk cId="2516487300" sldId="581"/>
            <ac:spMk id="19" creationId="{B7D845E7-98B9-DB71-87EA-396A7FC42BDE}"/>
          </ac:spMkLst>
        </pc:spChg>
        <pc:spChg chg="add mod">
          <ac:chgData name="Luis Carlos Guevara Hernandez" userId="946bcc4c-b146-4724-978c-751fab731e0a" providerId="ADAL" clId="{E8E95438-7D72-4151-95E2-CCAFE31D1FDF}" dt="2026-03-09T23:41:34.356" v="6358" actId="790"/>
          <ac:spMkLst>
            <pc:docMk/>
            <pc:sldMk cId="2516487300" sldId="581"/>
            <ac:spMk id="20" creationId="{A6B0A9FE-7FFF-290A-65F8-98E20B021692}"/>
          </ac:spMkLst>
        </pc:spChg>
        <pc:spChg chg="mod">
          <ac:chgData name="Luis Carlos Guevara Hernandez" userId="946bcc4c-b146-4724-978c-751fab731e0a" providerId="ADAL" clId="{E8E95438-7D72-4151-95E2-CCAFE31D1FDF}" dt="2026-03-08T20:54:29.564" v="5110" actId="20577"/>
          <ac:spMkLst>
            <pc:docMk/>
            <pc:sldMk cId="2516487300" sldId="581"/>
            <ac:spMk id="34" creationId="{0B6D9902-6179-EA97-EC93-A868BFD62C16}"/>
          </ac:spMkLst>
        </pc:spChg>
        <pc:spChg chg="mod">
          <ac:chgData name="Luis Carlos Guevara Hernandez" userId="946bcc4c-b146-4724-978c-751fab731e0a" providerId="ADAL" clId="{E8E95438-7D72-4151-95E2-CCAFE31D1FDF}" dt="2026-03-08T20:52:17.518" v="5069" actId="179"/>
          <ac:spMkLst>
            <pc:docMk/>
            <pc:sldMk cId="2516487300" sldId="581"/>
            <ac:spMk id="36" creationId="{2692064A-7526-DDBB-1B8F-9C2AFB748569}"/>
          </ac:spMkLst>
        </pc:spChg>
        <pc:spChg chg="mod">
          <ac:chgData name="Luis Carlos Guevara Hernandez" userId="946bcc4c-b146-4724-978c-751fab731e0a" providerId="ADAL" clId="{E8E95438-7D72-4151-95E2-CCAFE31D1FDF}" dt="2026-03-09T23:41:34.356" v="6358" actId="790"/>
          <ac:spMkLst>
            <pc:docMk/>
            <pc:sldMk cId="2516487300" sldId="581"/>
            <ac:spMk id="41" creationId="{5F32D974-56E1-B063-58E1-759185046C14}"/>
          </ac:spMkLst>
        </pc:spChg>
        <pc:spChg chg="mod">
          <ac:chgData name="Luis Carlos Guevara Hernandez" userId="946bcc4c-b146-4724-978c-751fab731e0a" providerId="ADAL" clId="{E8E95438-7D72-4151-95E2-CCAFE31D1FDF}" dt="2026-03-09T23:41:34.356" v="6358" actId="790"/>
          <ac:spMkLst>
            <pc:docMk/>
            <pc:sldMk cId="2516487300" sldId="581"/>
            <ac:spMk id="42" creationId="{E47D2289-3938-6E35-B3F9-1A56625D9D40}"/>
          </ac:spMkLst>
        </pc:spChg>
        <pc:spChg chg="mod">
          <ac:chgData name="Luis Carlos Guevara Hernandez" userId="946bcc4c-b146-4724-978c-751fab731e0a" providerId="ADAL" clId="{E8E95438-7D72-4151-95E2-CCAFE31D1FDF}" dt="2026-03-08T20:50:13.635" v="4986"/>
          <ac:spMkLst>
            <pc:docMk/>
            <pc:sldMk cId="2516487300" sldId="581"/>
            <ac:spMk id="44" creationId="{9C44D470-A13D-44F5-A3E5-0917E3174CA3}"/>
          </ac:spMkLst>
        </pc:spChg>
        <pc:spChg chg="mod">
          <ac:chgData name="Luis Carlos Guevara Hernandez" userId="946bcc4c-b146-4724-978c-751fab731e0a" providerId="ADAL" clId="{E8E95438-7D72-4151-95E2-CCAFE31D1FDF}" dt="2026-03-09T23:41:34.356" v="6358" actId="790"/>
          <ac:spMkLst>
            <pc:docMk/>
            <pc:sldMk cId="2516487300" sldId="581"/>
            <ac:spMk id="57" creationId="{F20C9251-54D8-D1AD-B757-B8B555085CCB}"/>
          </ac:spMkLst>
        </pc:spChg>
        <pc:spChg chg="mod">
          <ac:chgData name="Luis Carlos Guevara Hernandez" userId="946bcc4c-b146-4724-978c-751fab731e0a" providerId="ADAL" clId="{E8E95438-7D72-4151-95E2-CCAFE31D1FDF}" dt="2026-03-09T23:41:34.356" v="6358" actId="790"/>
          <ac:spMkLst>
            <pc:docMk/>
            <pc:sldMk cId="2516487300" sldId="581"/>
            <ac:spMk id="58" creationId="{C398660B-4E0F-2448-C86F-21BCAE41E562}"/>
          </ac:spMkLst>
        </pc:spChg>
        <pc:spChg chg="mod">
          <ac:chgData name="Luis Carlos Guevara Hernandez" userId="946bcc4c-b146-4724-978c-751fab731e0a" providerId="ADAL" clId="{E8E95438-7D72-4151-95E2-CCAFE31D1FDF}" dt="2026-03-09T23:41:34.356" v="6358" actId="790"/>
          <ac:spMkLst>
            <pc:docMk/>
            <pc:sldMk cId="2516487300" sldId="581"/>
            <ac:spMk id="59" creationId="{8FD863CC-7AFD-03E7-8BBB-2AFED9D41FD8}"/>
          </ac:spMkLst>
        </pc:spChg>
        <pc:spChg chg="mod">
          <ac:chgData name="Luis Carlos Guevara Hernandez" userId="946bcc4c-b146-4724-978c-751fab731e0a" providerId="ADAL" clId="{E8E95438-7D72-4151-95E2-CCAFE31D1FDF}" dt="2026-03-08T20:57:41.068" v="5153" actId="20577"/>
          <ac:spMkLst>
            <pc:docMk/>
            <pc:sldMk cId="2516487300" sldId="581"/>
            <ac:spMk id="64" creationId="{A7FB4BD2-7FC4-4A9E-7F3C-4B8BEDABC2A7}"/>
          </ac:spMkLst>
        </pc:spChg>
        <pc:spChg chg="mod">
          <ac:chgData name="Luis Carlos Guevara Hernandez" userId="946bcc4c-b146-4724-978c-751fab731e0a" providerId="ADAL" clId="{E8E95438-7D72-4151-95E2-CCAFE31D1FDF}" dt="2026-03-08T20:46:45.149" v="4930" actId="165"/>
          <ac:spMkLst>
            <pc:docMk/>
            <pc:sldMk cId="2516487300" sldId="581"/>
            <ac:spMk id="65" creationId="{790718C3-1249-F5F0-9239-336356633753}"/>
          </ac:spMkLst>
        </pc:spChg>
        <pc:spChg chg="mod">
          <ac:chgData name="Luis Carlos Guevara Hernandez" userId="946bcc4c-b146-4724-978c-751fab731e0a" providerId="ADAL" clId="{E8E95438-7D72-4151-95E2-CCAFE31D1FDF}" dt="2026-03-08T20:56:24.942" v="5126"/>
          <ac:spMkLst>
            <pc:docMk/>
            <pc:sldMk cId="2516487300" sldId="581"/>
            <ac:spMk id="66" creationId="{2888B9AA-A4A2-0A6E-FDE1-18180EFC420C}"/>
          </ac:spMkLst>
        </pc:spChg>
        <pc:grpChg chg="mod">
          <ac:chgData name="Luis Carlos Guevara Hernandez" userId="946bcc4c-b146-4724-978c-751fab731e0a" providerId="ADAL" clId="{E8E95438-7D72-4151-95E2-CCAFE31D1FDF}" dt="2026-03-08T20:46:51.977" v="4931" actId="1076"/>
          <ac:grpSpMkLst>
            <pc:docMk/>
            <pc:sldMk cId="2516487300" sldId="581"/>
            <ac:grpSpMk id="54" creationId="{A760B33E-753F-A7EF-6E44-543DDA731ED0}"/>
          </ac:grpSpMkLst>
        </pc:grpChg>
        <pc:grpChg chg="mod">
          <ac:chgData name="Luis Carlos Guevara Hernandez" userId="946bcc4c-b146-4724-978c-751fab731e0a" providerId="ADAL" clId="{E8E95438-7D72-4151-95E2-CCAFE31D1FDF}" dt="2026-03-08T20:46:51.977" v="4931" actId="1076"/>
          <ac:grpSpMkLst>
            <pc:docMk/>
            <pc:sldMk cId="2516487300" sldId="581"/>
            <ac:grpSpMk id="56" creationId="{958392A3-E079-563A-3185-AFB7E14D658D}"/>
          </ac:grpSpMkLst>
        </pc:grpChg>
        <pc:grpChg chg="mod">
          <ac:chgData name="Luis Carlos Guevara Hernandez" userId="946bcc4c-b146-4724-978c-751fab731e0a" providerId="ADAL" clId="{E8E95438-7D72-4151-95E2-CCAFE31D1FDF}" dt="2026-03-08T20:46:51.977" v="4931" actId="1076"/>
          <ac:grpSpMkLst>
            <pc:docMk/>
            <pc:sldMk cId="2516487300" sldId="581"/>
            <ac:grpSpMk id="60" creationId="{D4666608-4242-0229-F939-FE13123E47C7}"/>
          </ac:grpSpMkLst>
        </pc:grpChg>
        <pc:grpChg chg="mod">
          <ac:chgData name="Luis Carlos Guevara Hernandez" userId="946bcc4c-b146-4724-978c-751fab731e0a" providerId="ADAL" clId="{E8E95438-7D72-4151-95E2-CCAFE31D1FDF}" dt="2026-03-08T20:54:26.650" v="5109" actId="1076"/>
          <ac:grpSpMkLst>
            <pc:docMk/>
            <pc:sldMk cId="2516487300" sldId="581"/>
            <ac:grpSpMk id="62" creationId="{ECE2A845-E8E9-04E0-6433-C69342D166D9}"/>
          </ac:grpSpMkLst>
        </pc:grpChg>
      </pc:sldChg>
      <pc:sldChg chg="addSp delSp modSp add mod modAnim">
        <pc:chgData name="Luis Carlos Guevara Hernandez" userId="946bcc4c-b146-4724-978c-751fab731e0a" providerId="ADAL" clId="{E8E95438-7D72-4151-95E2-CCAFE31D1FDF}" dt="2026-03-09T23:41:34.356" v="6358" actId="790"/>
        <pc:sldMkLst>
          <pc:docMk/>
          <pc:sldMk cId="679822926" sldId="582"/>
        </pc:sldMkLst>
        <pc:spChg chg="mod">
          <ac:chgData name="Luis Carlos Guevara Hernandez" userId="946bcc4c-b146-4724-978c-751fab731e0a" providerId="ADAL" clId="{E8E95438-7D72-4151-95E2-CCAFE31D1FDF}" dt="2026-03-09T23:41:34.356" v="6358" actId="790"/>
          <ac:spMkLst>
            <pc:docMk/>
            <pc:sldMk cId="679822926" sldId="582"/>
            <ac:spMk id="5" creationId="{21A13ADA-0A1E-938D-F004-E498E9907436}"/>
          </ac:spMkLst>
        </pc:spChg>
        <pc:spChg chg="add mod">
          <ac:chgData name="Luis Carlos Guevara Hernandez" userId="946bcc4c-b146-4724-978c-751fab731e0a" providerId="ADAL" clId="{E8E95438-7D72-4151-95E2-CCAFE31D1FDF}" dt="2026-03-08T22:24:06.319" v="6256"/>
          <ac:spMkLst>
            <pc:docMk/>
            <pc:sldMk cId="679822926" sldId="582"/>
            <ac:spMk id="38" creationId="{4B210588-15D0-E7D1-859D-72602953ECDF}"/>
          </ac:spMkLst>
        </pc:spChg>
        <pc:spChg chg="add mod">
          <ac:chgData name="Luis Carlos Guevara Hernandez" userId="946bcc4c-b146-4724-978c-751fab731e0a" providerId="ADAL" clId="{E8E95438-7D72-4151-95E2-CCAFE31D1FDF}" dt="2026-03-08T22:24:06.319" v="6256"/>
          <ac:spMkLst>
            <pc:docMk/>
            <pc:sldMk cId="679822926" sldId="582"/>
            <ac:spMk id="39" creationId="{BF66B6D2-02A2-FB14-10FE-E254F7718644}"/>
          </ac:spMkLst>
        </pc:spChg>
        <pc:spChg chg="mod topLvl">
          <ac:chgData name="Luis Carlos Guevara Hernandez" userId="946bcc4c-b146-4724-978c-751fab731e0a" providerId="ADAL" clId="{E8E95438-7D72-4151-95E2-CCAFE31D1FDF}" dt="2026-03-09T23:41:34.356" v="6358" actId="790"/>
          <ac:spMkLst>
            <pc:docMk/>
            <pc:sldMk cId="679822926" sldId="582"/>
            <ac:spMk id="117" creationId="{ACEA17AB-60B8-DF17-1C51-311F6C068E75}"/>
          </ac:spMkLst>
        </pc:spChg>
        <pc:spChg chg="mod">
          <ac:chgData name="Luis Carlos Guevara Hernandez" userId="946bcc4c-b146-4724-978c-751fab731e0a" providerId="ADAL" clId="{E8E95438-7D72-4151-95E2-CCAFE31D1FDF}" dt="2026-03-09T23:41:34.356" v="6358" actId="790"/>
          <ac:spMkLst>
            <pc:docMk/>
            <pc:sldMk cId="679822926" sldId="582"/>
            <ac:spMk id="122" creationId="{720B3B32-7AE3-417E-A7B2-5DCED27646D9}"/>
          </ac:spMkLst>
        </pc:spChg>
        <pc:cxnChg chg="add mod">
          <ac:chgData name="Luis Carlos Guevara Hernandez" userId="946bcc4c-b146-4724-978c-751fab731e0a" providerId="ADAL" clId="{E8E95438-7D72-4151-95E2-CCAFE31D1FDF}" dt="2026-03-08T21:06:16.337" v="5310" actId="1076"/>
          <ac:cxnSpMkLst>
            <pc:docMk/>
            <pc:sldMk cId="679822926" sldId="582"/>
            <ac:cxnSpMk id="15" creationId="{78178072-C30A-98EB-FF56-67713124F5CF}"/>
          </ac:cxnSpMkLst>
        </pc:cxnChg>
      </pc:sldChg>
      <pc:sldChg chg="addSp delSp modSp add mod delAnim">
        <pc:chgData name="Luis Carlos Guevara Hernandez" userId="946bcc4c-b146-4724-978c-751fab731e0a" providerId="ADAL" clId="{E8E95438-7D72-4151-95E2-CCAFE31D1FDF}" dt="2026-03-09T23:41:34.356" v="6358" actId="790"/>
        <pc:sldMkLst>
          <pc:docMk/>
          <pc:sldMk cId="600577719" sldId="583"/>
        </pc:sldMkLst>
        <pc:spChg chg="add mod">
          <ac:chgData name="Luis Carlos Guevara Hernandez" userId="946bcc4c-b146-4724-978c-751fab731e0a" providerId="ADAL" clId="{E8E95438-7D72-4151-95E2-CCAFE31D1FDF}" dt="2026-03-09T23:41:34.356" v="6358" actId="790"/>
          <ac:spMkLst>
            <pc:docMk/>
            <pc:sldMk cId="600577719" sldId="583"/>
            <ac:spMk id="3" creationId="{F9357916-E200-711B-FB1D-A5FF86231AFB}"/>
          </ac:spMkLst>
        </pc:spChg>
        <pc:spChg chg="add mod">
          <ac:chgData name="Luis Carlos Guevara Hernandez" userId="946bcc4c-b146-4724-978c-751fab731e0a" providerId="ADAL" clId="{E8E95438-7D72-4151-95E2-CCAFE31D1FDF}" dt="2026-03-09T23:41:34.356" v="6358" actId="790"/>
          <ac:spMkLst>
            <pc:docMk/>
            <pc:sldMk cId="600577719" sldId="583"/>
            <ac:spMk id="8" creationId="{546C4821-17B9-862A-3FCD-94A999BAEBCB}"/>
          </ac:spMkLst>
        </pc:spChg>
        <pc:spChg chg="add mod">
          <ac:chgData name="Luis Carlos Guevara Hernandez" userId="946bcc4c-b146-4724-978c-751fab731e0a" providerId="ADAL" clId="{E8E95438-7D72-4151-95E2-CCAFE31D1FDF}" dt="2026-03-08T21:18:23.265" v="5486" actId="207"/>
          <ac:spMkLst>
            <pc:docMk/>
            <pc:sldMk cId="600577719" sldId="583"/>
            <ac:spMk id="11" creationId="{122783B7-173A-F0A6-84CC-597306D7FFC9}"/>
          </ac:spMkLst>
        </pc:spChg>
        <pc:spChg chg="add mod">
          <ac:chgData name="Luis Carlos Guevara Hernandez" userId="946bcc4c-b146-4724-978c-751fab731e0a" providerId="ADAL" clId="{E8E95438-7D72-4151-95E2-CCAFE31D1FDF}" dt="2026-03-09T23:41:34.356" v="6358" actId="790"/>
          <ac:spMkLst>
            <pc:docMk/>
            <pc:sldMk cId="600577719" sldId="583"/>
            <ac:spMk id="12" creationId="{DBBD3B2D-5FA3-1A57-BAA2-F6C47C89813B}"/>
          </ac:spMkLst>
        </pc:spChg>
        <pc:spChg chg="add mod">
          <ac:chgData name="Luis Carlos Guevara Hernandez" userId="946bcc4c-b146-4724-978c-751fab731e0a" providerId="ADAL" clId="{E8E95438-7D72-4151-95E2-CCAFE31D1FDF}" dt="2026-03-09T23:41:34.356" v="6358" actId="790"/>
          <ac:spMkLst>
            <pc:docMk/>
            <pc:sldMk cId="600577719" sldId="583"/>
            <ac:spMk id="13" creationId="{FF165CC1-1B71-04FD-B7BE-10FD8164FCAF}"/>
          </ac:spMkLst>
        </pc:spChg>
        <pc:spChg chg="add mod">
          <ac:chgData name="Luis Carlos Guevara Hernandez" userId="946bcc4c-b146-4724-978c-751fab731e0a" providerId="ADAL" clId="{E8E95438-7D72-4151-95E2-CCAFE31D1FDF}" dt="2026-03-09T23:41:34.356" v="6358" actId="790"/>
          <ac:spMkLst>
            <pc:docMk/>
            <pc:sldMk cId="600577719" sldId="583"/>
            <ac:spMk id="15" creationId="{5FF9361A-1B84-7F86-7895-EBD3A66BC9C2}"/>
          </ac:spMkLst>
        </pc:spChg>
        <pc:spChg chg="add mod">
          <ac:chgData name="Luis Carlos Guevara Hernandez" userId="946bcc4c-b146-4724-978c-751fab731e0a" providerId="ADAL" clId="{E8E95438-7D72-4151-95E2-CCAFE31D1FDF}" dt="2026-03-09T23:41:34.356" v="6358" actId="790"/>
          <ac:spMkLst>
            <pc:docMk/>
            <pc:sldMk cId="600577719" sldId="583"/>
            <ac:spMk id="16" creationId="{0EB4F0F9-85A9-C2B6-6300-836D35717E85}"/>
          </ac:spMkLst>
        </pc:spChg>
        <pc:spChg chg="add mod">
          <ac:chgData name="Luis Carlos Guevara Hernandez" userId="946bcc4c-b146-4724-978c-751fab731e0a" providerId="ADAL" clId="{E8E95438-7D72-4151-95E2-CCAFE31D1FDF}" dt="2026-03-09T23:41:34.356" v="6358" actId="790"/>
          <ac:spMkLst>
            <pc:docMk/>
            <pc:sldMk cId="600577719" sldId="583"/>
            <ac:spMk id="17" creationId="{5C0E4953-F359-11F6-87E3-47FE69DC5DDE}"/>
          </ac:spMkLst>
        </pc:spChg>
        <pc:spChg chg="add mod">
          <ac:chgData name="Luis Carlos Guevara Hernandez" userId="946bcc4c-b146-4724-978c-751fab731e0a" providerId="ADAL" clId="{E8E95438-7D72-4151-95E2-CCAFE31D1FDF}" dt="2026-03-09T23:41:34.356" v="6358" actId="790"/>
          <ac:spMkLst>
            <pc:docMk/>
            <pc:sldMk cId="600577719" sldId="583"/>
            <ac:spMk id="18" creationId="{8E694ACE-EAD5-86A4-3527-B1B80107A3F6}"/>
          </ac:spMkLst>
        </pc:spChg>
        <pc:spChg chg="add mod">
          <ac:chgData name="Luis Carlos Guevara Hernandez" userId="946bcc4c-b146-4724-978c-751fab731e0a" providerId="ADAL" clId="{E8E95438-7D72-4151-95E2-CCAFE31D1FDF}" dt="2026-03-09T23:41:34.356" v="6358" actId="790"/>
          <ac:spMkLst>
            <pc:docMk/>
            <pc:sldMk cId="600577719" sldId="583"/>
            <ac:spMk id="22" creationId="{E5ACD788-B55A-0EDB-5B67-D8857CD6FA0E}"/>
          </ac:spMkLst>
        </pc:spChg>
        <pc:spChg chg="mod">
          <ac:chgData name="Luis Carlos Guevara Hernandez" userId="946bcc4c-b146-4724-978c-751fab731e0a" providerId="ADAL" clId="{E8E95438-7D72-4151-95E2-CCAFE31D1FDF}" dt="2026-03-09T23:41:34.356" v="6358" actId="790"/>
          <ac:spMkLst>
            <pc:docMk/>
            <pc:sldMk cId="600577719" sldId="583"/>
            <ac:spMk id="43" creationId="{3B974211-01AA-F301-ACEE-E2583670334D}"/>
          </ac:spMkLst>
        </pc:spChg>
      </pc:sldChg>
      <pc:sldChg chg="addSp delSp modSp add mod delAnim modAnim">
        <pc:chgData name="Luis Carlos Guevara Hernandez" userId="946bcc4c-b146-4724-978c-751fab731e0a" providerId="ADAL" clId="{E8E95438-7D72-4151-95E2-CCAFE31D1FDF}" dt="2026-03-09T23:41:34.356" v="6358" actId="790"/>
        <pc:sldMkLst>
          <pc:docMk/>
          <pc:sldMk cId="2245137863" sldId="584"/>
        </pc:sldMkLst>
        <pc:spChg chg="add mod">
          <ac:chgData name="Luis Carlos Guevara Hernandez" userId="946bcc4c-b146-4724-978c-751fab731e0a" providerId="ADAL" clId="{E8E95438-7D72-4151-95E2-CCAFE31D1FDF}" dt="2026-03-09T23:41:34.356" v="6358" actId="790"/>
          <ac:spMkLst>
            <pc:docMk/>
            <pc:sldMk cId="2245137863" sldId="584"/>
            <ac:spMk id="3" creationId="{66CA05E2-A859-2D3D-97EE-02A4A9D0742B}"/>
          </ac:spMkLst>
        </pc:spChg>
        <pc:spChg chg="mod">
          <ac:chgData name="Luis Carlos Guevara Hernandez" userId="946bcc4c-b146-4724-978c-751fab731e0a" providerId="ADAL" clId="{E8E95438-7D72-4151-95E2-CCAFE31D1FDF}" dt="2026-03-09T23:41:34.356" v="6358" actId="790"/>
          <ac:spMkLst>
            <pc:docMk/>
            <pc:sldMk cId="2245137863" sldId="584"/>
            <ac:spMk id="9" creationId="{30675BB0-EDEA-6763-BDCB-32D94AF14CF5}"/>
          </ac:spMkLst>
        </pc:spChg>
        <pc:spChg chg="mod">
          <ac:chgData name="Luis Carlos Guevara Hernandez" userId="946bcc4c-b146-4724-978c-751fab731e0a" providerId="ADAL" clId="{E8E95438-7D72-4151-95E2-CCAFE31D1FDF}" dt="2026-03-08T21:13:04.307" v="5366"/>
          <ac:spMkLst>
            <pc:docMk/>
            <pc:sldMk cId="2245137863" sldId="584"/>
            <ac:spMk id="10" creationId="{005D5723-7F7D-D032-0486-F63B9796EA6E}"/>
          </ac:spMkLst>
        </pc:spChg>
        <pc:spChg chg="mod">
          <ac:chgData name="Luis Carlos Guevara Hernandez" userId="946bcc4c-b146-4724-978c-751fab731e0a" providerId="ADAL" clId="{E8E95438-7D72-4151-95E2-CCAFE31D1FDF}" dt="2026-03-09T23:41:34.356" v="6358" actId="790"/>
          <ac:spMkLst>
            <pc:docMk/>
            <pc:sldMk cId="2245137863" sldId="584"/>
            <ac:spMk id="19" creationId="{C3CADEC2-4538-7B7F-9220-F0CEA4820EC9}"/>
          </ac:spMkLst>
        </pc:spChg>
        <pc:spChg chg="mod">
          <ac:chgData name="Luis Carlos Guevara Hernandez" userId="946bcc4c-b146-4724-978c-751fab731e0a" providerId="ADAL" clId="{E8E95438-7D72-4151-95E2-CCAFE31D1FDF}" dt="2026-03-08T21:13:27.436" v="5375"/>
          <ac:spMkLst>
            <pc:docMk/>
            <pc:sldMk cId="2245137863" sldId="584"/>
            <ac:spMk id="20" creationId="{68BBDF31-4F50-7A3F-D209-04534F91CC09}"/>
          </ac:spMkLst>
        </pc:spChg>
        <pc:spChg chg="mod">
          <ac:chgData name="Luis Carlos Guevara Hernandez" userId="946bcc4c-b146-4724-978c-751fab731e0a" providerId="ADAL" clId="{E8E95438-7D72-4151-95E2-CCAFE31D1FDF}" dt="2026-03-08T21:13:53.772" v="5388" actId="20577"/>
          <ac:spMkLst>
            <pc:docMk/>
            <pc:sldMk cId="2245137863" sldId="584"/>
            <ac:spMk id="38" creationId="{7C049007-B577-9644-2C73-8D8A4BD69716}"/>
          </ac:spMkLst>
        </pc:spChg>
        <pc:spChg chg="mod">
          <ac:chgData name="Luis Carlos Guevara Hernandez" userId="946bcc4c-b146-4724-978c-751fab731e0a" providerId="ADAL" clId="{E8E95438-7D72-4151-95E2-CCAFE31D1FDF}" dt="2026-03-08T21:13:40.227" v="5381"/>
          <ac:spMkLst>
            <pc:docMk/>
            <pc:sldMk cId="2245137863" sldId="584"/>
            <ac:spMk id="39" creationId="{DE626603-4D14-8C2B-6794-D96919379B12}"/>
          </ac:spMkLst>
        </pc:spChg>
        <pc:spChg chg="mod">
          <ac:chgData name="Luis Carlos Guevara Hernandez" userId="946bcc4c-b146-4724-978c-751fab731e0a" providerId="ADAL" clId="{E8E95438-7D72-4151-95E2-CCAFE31D1FDF}" dt="2026-03-08T21:14:12.156" v="5395" actId="20577"/>
          <ac:spMkLst>
            <pc:docMk/>
            <pc:sldMk cId="2245137863" sldId="584"/>
            <ac:spMk id="41" creationId="{8BF0C61F-E711-D216-650B-A37A4BDC4094}"/>
          </ac:spMkLst>
        </pc:spChg>
        <pc:spChg chg="mod">
          <ac:chgData name="Luis Carlos Guevara Hernandez" userId="946bcc4c-b146-4724-978c-751fab731e0a" providerId="ADAL" clId="{E8E95438-7D72-4151-95E2-CCAFE31D1FDF}" dt="2026-03-08T21:13:56.624" v="5389"/>
          <ac:spMkLst>
            <pc:docMk/>
            <pc:sldMk cId="2245137863" sldId="584"/>
            <ac:spMk id="42" creationId="{0B73BAB4-57FD-9E49-6175-DA6D9ED13134}"/>
          </ac:spMkLst>
        </pc:spChg>
        <pc:spChg chg="mod">
          <ac:chgData name="Luis Carlos Guevara Hernandez" userId="946bcc4c-b146-4724-978c-751fab731e0a" providerId="ADAL" clId="{E8E95438-7D72-4151-95E2-CCAFE31D1FDF}" dt="2026-03-09T23:41:34.356" v="6358" actId="790"/>
          <ac:spMkLst>
            <pc:docMk/>
            <pc:sldMk cId="2245137863" sldId="584"/>
            <ac:spMk id="44" creationId="{855E35C2-4AAC-6F00-E789-BD73CE89158F}"/>
          </ac:spMkLst>
        </pc:spChg>
        <pc:spChg chg="mod">
          <ac:chgData name="Luis Carlos Guevara Hernandez" userId="946bcc4c-b146-4724-978c-751fab731e0a" providerId="ADAL" clId="{E8E95438-7D72-4151-95E2-CCAFE31D1FDF}" dt="2026-03-08T21:14:26.584" v="5399" actId="207"/>
          <ac:spMkLst>
            <pc:docMk/>
            <pc:sldMk cId="2245137863" sldId="584"/>
            <ac:spMk id="45" creationId="{E87B7138-A8FA-4618-7234-129200BFBC27}"/>
          </ac:spMkLst>
        </pc:spChg>
        <pc:spChg chg="mod">
          <ac:chgData name="Luis Carlos Guevara Hernandez" userId="946bcc4c-b146-4724-978c-751fab731e0a" providerId="ADAL" clId="{E8E95438-7D72-4151-95E2-CCAFE31D1FDF}" dt="2026-03-09T23:41:34.356" v="6358" actId="790"/>
          <ac:spMkLst>
            <pc:docMk/>
            <pc:sldMk cId="2245137863" sldId="584"/>
            <ac:spMk id="46" creationId="{96E710F3-1B1A-C7A9-566B-A9589B323420}"/>
          </ac:spMkLst>
        </pc:spChg>
        <pc:spChg chg="mod">
          <ac:chgData name="Luis Carlos Guevara Hernandez" userId="946bcc4c-b146-4724-978c-751fab731e0a" providerId="ADAL" clId="{E8E95438-7D72-4151-95E2-CCAFE31D1FDF}" dt="2026-03-08T21:14:26.584" v="5399" actId="207"/>
          <ac:spMkLst>
            <pc:docMk/>
            <pc:sldMk cId="2245137863" sldId="584"/>
            <ac:spMk id="47" creationId="{766D0991-C2F7-639C-8870-F2F9BBEC71DE}"/>
          </ac:spMkLst>
        </pc:spChg>
        <pc:spChg chg="mod">
          <ac:chgData name="Luis Carlos Guevara Hernandez" userId="946bcc4c-b146-4724-978c-751fab731e0a" providerId="ADAL" clId="{E8E95438-7D72-4151-95E2-CCAFE31D1FDF}" dt="2026-03-08T21:14:26.584" v="5399" actId="207"/>
          <ac:spMkLst>
            <pc:docMk/>
            <pc:sldMk cId="2245137863" sldId="584"/>
            <ac:spMk id="48" creationId="{EA5860B3-903C-C006-28BB-93DD3335238E}"/>
          </ac:spMkLst>
        </pc:spChg>
        <pc:spChg chg="mod">
          <ac:chgData name="Luis Carlos Guevara Hernandez" userId="946bcc4c-b146-4724-978c-751fab731e0a" providerId="ADAL" clId="{E8E95438-7D72-4151-95E2-CCAFE31D1FDF}" dt="2026-03-08T21:14:26.584" v="5399" actId="207"/>
          <ac:spMkLst>
            <pc:docMk/>
            <pc:sldMk cId="2245137863" sldId="584"/>
            <ac:spMk id="49" creationId="{C3F959E0-4E1A-1C75-8890-6AB71B1F94A3}"/>
          </ac:spMkLst>
        </pc:spChg>
        <pc:spChg chg="mod">
          <ac:chgData name="Luis Carlos Guevara Hernandez" userId="946bcc4c-b146-4724-978c-751fab731e0a" providerId="ADAL" clId="{E8E95438-7D72-4151-95E2-CCAFE31D1FDF}" dt="2026-03-08T21:14:26.584" v="5399" actId="207"/>
          <ac:spMkLst>
            <pc:docMk/>
            <pc:sldMk cId="2245137863" sldId="584"/>
            <ac:spMk id="50" creationId="{4FF84FF0-FB81-E406-8E8B-CCCF036992D0}"/>
          </ac:spMkLst>
        </pc:spChg>
        <pc:spChg chg="mod">
          <ac:chgData name="Luis Carlos Guevara Hernandez" userId="946bcc4c-b146-4724-978c-751fab731e0a" providerId="ADAL" clId="{E8E95438-7D72-4151-95E2-CCAFE31D1FDF}" dt="2026-03-09T23:41:34.356" v="6358" actId="790"/>
          <ac:spMkLst>
            <pc:docMk/>
            <pc:sldMk cId="2245137863" sldId="584"/>
            <ac:spMk id="51" creationId="{AD1F0DEA-1948-ADCA-955A-FA4DEE181EF6}"/>
          </ac:spMkLst>
        </pc:spChg>
        <pc:spChg chg="add mod">
          <ac:chgData name="Luis Carlos Guevara Hernandez" userId="946bcc4c-b146-4724-978c-751fab731e0a" providerId="ADAL" clId="{E8E95438-7D72-4151-95E2-CCAFE31D1FDF}" dt="2026-03-08T21:16:58.752" v="5466" actId="1076"/>
          <ac:spMkLst>
            <pc:docMk/>
            <pc:sldMk cId="2245137863" sldId="584"/>
            <ac:spMk id="53" creationId="{88B1196C-8754-B7D4-15AE-6035C1CD3AB2}"/>
          </ac:spMkLst>
        </pc:spChg>
        <pc:spChg chg="add mod">
          <ac:chgData name="Luis Carlos Guevara Hernandez" userId="946bcc4c-b146-4724-978c-751fab731e0a" providerId="ADAL" clId="{E8E95438-7D72-4151-95E2-CCAFE31D1FDF}" dt="2026-03-09T23:41:34.356" v="6358" actId="790"/>
          <ac:spMkLst>
            <pc:docMk/>
            <pc:sldMk cId="2245137863" sldId="584"/>
            <ac:spMk id="54" creationId="{4D43C4EA-3568-D9E3-DBFB-3EF13AC3BB78}"/>
          </ac:spMkLst>
        </pc:spChg>
        <pc:spChg chg="add mod">
          <ac:chgData name="Luis Carlos Guevara Hernandez" userId="946bcc4c-b146-4724-978c-751fab731e0a" providerId="ADAL" clId="{E8E95438-7D72-4151-95E2-CCAFE31D1FDF}" dt="2026-03-08T21:22:57.379" v="5517" actId="14100"/>
          <ac:spMkLst>
            <pc:docMk/>
            <pc:sldMk cId="2245137863" sldId="584"/>
            <ac:spMk id="55" creationId="{CAB7C562-E1D8-841B-7D07-DEA880095647}"/>
          </ac:spMkLst>
        </pc:spChg>
        <pc:spChg chg="add mod">
          <ac:chgData name="Luis Carlos Guevara Hernandez" userId="946bcc4c-b146-4724-978c-751fab731e0a" providerId="ADAL" clId="{E8E95438-7D72-4151-95E2-CCAFE31D1FDF}" dt="2026-03-08T21:18:01.756" v="5480" actId="403"/>
          <ac:spMkLst>
            <pc:docMk/>
            <pc:sldMk cId="2245137863" sldId="584"/>
            <ac:spMk id="56" creationId="{67D951E2-C92C-4E64-7347-9153A1CDA532}"/>
          </ac:spMkLst>
        </pc:spChg>
        <pc:spChg chg="add mod">
          <ac:chgData name="Luis Carlos Guevara Hernandez" userId="946bcc4c-b146-4724-978c-751fab731e0a" providerId="ADAL" clId="{E8E95438-7D72-4151-95E2-CCAFE31D1FDF}" dt="2026-03-09T23:41:34.356" v="6358" actId="790"/>
          <ac:spMkLst>
            <pc:docMk/>
            <pc:sldMk cId="2245137863" sldId="584"/>
            <ac:spMk id="57" creationId="{07081ED9-9EFD-31D7-8CE6-EDE32C4F3A28}"/>
          </ac:spMkLst>
        </pc:spChg>
        <pc:spChg chg="add mod">
          <ac:chgData name="Luis Carlos Guevara Hernandez" userId="946bcc4c-b146-4724-978c-751fab731e0a" providerId="ADAL" clId="{E8E95438-7D72-4151-95E2-CCAFE31D1FDF}" dt="2026-03-08T21:18:01.756" v="5480" actId="403"/>
          <ac:spMkLst>
            <pc:docMk/>
            <pc:sldMk cId="2245137863" sldId="584"/>
            <ac:spMk id="58" creationId="{4DEFF020-2320-E1CD-8B17-07413C20A846}"/>
          </ac:spMkLst>
        </pc:spChg>
        <pc:spChg chg="add mod">
          <ac:chgData name="Luis Carlos Guevara Hernandez" userId="946bcc4c-b146-4724-978c-751fab731e0a" providerId="ADAL" clId="{E8E95438-7D72-4151-95E2-CCAFE31D1FDF}" dt="2026-03-08T21:16:58.752" v="5466" actId="1076"/>
          <ac:spMkLst>
            <pc:docMk/>
            <pc:sldMk cId="2245137863" sldId="584"/>
            <ac:spMk id="59" creationId="{E7E6FC2F-D28B-B333-C72F-DEC2F75F21AF}"/>
          </ac:spMkLst>
        </pc:spChg>
        <pc:spChg chg="add mod">
          <ac:chgData name="Luis Carlos Guevara Hernandez" userId="946bcc4c-b146-4724-978c-751fab731e0a" providerId="ADAL" clId="{E8E95438-7D72-4151-95E2-CCAFE31D1FDF}" dt="2026-03-08T22:24:11.929" v="6258"/>
          <ac:spMkLst>
            <pc:docMk/>
            <pc:sldMk cId="2245137863" sldId="584"/>
            <ac:spMk id="60" creationId="{12A33602-8D3A-2318-3896-15C0FA857727}"/>
          </ac:spMkLst>
        </pc:spChg>
        <pc:spChg chg="add mod">
          <ac:chgData name="Luis Carlos Guevara Hernandez" userId="946bcc4c-b146-4724-978c-751fab731e0a" providerId="ADAL" clId="{E8E95438-7D72-4151-95E2-CCAFE31D1FDF}" dt="2026-03-09T23:41:34.356" v="6358" actId="790"/>
          <ac:spMkLst>
            <pc:docMk/>
            <pc:sldMk cId="2245137863" sldId="584"/>
            <ac:spMk id="61" creationId="{AFFF59F2-F91D-F858-9C83-FF11E5D778E2}"/>
          </ac:spMkLst>
        </pc:spChg>
        <pc:spChg chg="mod">
          <ac:chgData name="Luis Carlos Guevara Hernandez" userId="946bcc4c-b146-4724-978c-751fab731e0a" providerId="ADAL" clId="{E8E95438-7D72-4151-95E2-CCAFE31D1FDF}" dt="2026-03-09T23:41:34.356" v="6358" actId="790"/>
          <ac:spMkLst>
            <pc:docMk/>
            <pc:sldMk cId="2245137863" sldId="584"/>
            <ac:spMk id="117" creationId="{3447AB49-7D56-D519-6A0D-8D47B8EAD619}"/>
          </ac:spMkLst>
        </pc:spChg>
        <pc:grpChg chg="add mod">
          <ac:chgData name="Luis Carlos Guevara Hernandez" userId="946bcc4c-b146-4724-978c-751fab731e0a" providerId="ADAL" clId="{E8E95438-7D72-4151-95E2-CCAFE31D1FDF}" dt="2026-03-08T21:16:58.752" v="5466" actId="1076"/>
          <ac:grpSpMkLst>
            <pc:docMk/>
            <pc:sldMk cId="2245137863" sldId="584"/>
            <ac:grpSpMk id="6" creationId="{4501AB16-CCD0-8D60-8267-0C7958935C62}"/>
          </ac:grpSpMkLst>
        </pc:grpChg>
        <pc:grpChg chg="add mod">
          <ac:chgData name="Luis Carlos Guevara Hernandez" userId="946bcc4c-b146-4724-978c-751fab731e0a" providerId="ADAL" clId="{E8E95438-7D72-4151-95E2-CCAFE31D1FDF}" dt="2026-03-08T21:13:29.584" v="5376" actId="1076"/>
          <ac:grpSpMkLst>
            <pc:docMk/>
            <pc:sldMk cId="2245137863" sldId="584"/>
            <ac:grpSpMk id="13" creationId="{BCF042F9-4CCE-EF44-2663-98181A11E016}"/>
          </ac:grpSpMkLst>
        </pc:grpChg>
        <pc:grpChg chg="add mod">
          <ac:chgData name="Luis Carlos Guevara Hernandez" userId="946bcc4c-b146-4724-978c-751fab731e0a" providerId="ADAL" clId="{E8E95438-7D72-4151-95E2-CCAFE31D1FDF}" dt="2026-03-08T21:16:58.752" v="5466" actId="1076"/>
          <ac:grpSpMkLst>
            <pc:docMk/>
            <pc:sldMk cId="2245137863" sldId="584"/>
            <ac:grpSpMk id="21" creationId="{3491DD7F-37BE-D879-F89A-B6901303534D}"/>
          </ac:grpSpMkLst>
        </pc:grpChg>
        <pc:grpChg chg="add mod">
          <ac:chgData name="Luis Carlos Guevara Hernandez" userId="946bcc4c-b146-4724-978c-751fab731e0a" providerId="ADAL" clId="{E8E95438-7D72-4151-95E2-CCAFE31D1FDF}" dt="2026-03-08T21:14:02.011" v="5390" actId="1076"/>
          <ac:grpSpMkLst>
            <pc:docMk/>
            <pc:sldMk cId="2245137863" sldId="584"/>
            <ac:grpSpMk id="40" creationId="{DD6F0B27-32B6-382E-2801-4738F166ED28}"/>
          </ac:grpSpMkLst>
        </pc:grpChg>
        <pc:grpChg chg="add mod">
          <ac:chgData name="Luis Carlos Guevara Hernandez" userId="946bcc4c-b146-4724-978c-751fab731e0a" providerId="ADAL" clId="{E8E95438-7D72-4151-95E2-CCAFE31D1FDF}" dt="2026-03-08T21:14:31.604" v="5401" actId="1076"/>
          <ac:grpSpMkLst>
            <pc:docMk/>
            <pc:sldMk cId="2245137863" sldId="584"/>
            <ac:grpSpMk id="43" creationId="{65633DB7-C353-4A07-7852-0B01CE999FFF}"/>
          </ac:grpSpMkLst>
        </pc:grpChg>
      </pc:sldChg>
      <pc:sldChg chg="addSp delSp modSp add mod">
        <pc:chgData name="Luis Carlos Guevara Hernandez" userId="946bcc4c-b146-4724-978c-751fab731e0a" providerId="ADAL" clId="{E8E95438-7D72-4151-95E2-CCAFE31D1FDF}" dt="2026-03-09T23:41:34.356" v="6358" actId="790"/>
        <pc:sldMkLst>
          <pc:docMk/>
          <pc:sldMk cId="285917907" sldId="585"/>
        </pc:sldMkLst>
        <pc:spChg chg="add mod">
          <ac:chgData name="Luis Carlos Guevara Hernandez" userId="946bcc4c-b146-4724-978c-751fab731e0a" providerId="ADAL" clId="{E8E95438-7D72-4151-95E2-CCAFE31D1FDF}" dt="2026-03-09T23:41:34.356" v="6358" actId="790"/>
          <ac:spMkLst>
            <pc:docMk/>
            <pc:sldMk cId="285917907" sldId="585"/>
            <ac:spMk id="2" creationId="{A1270278-F216-C0DA-0A32-3B4F3F9F3F0D}"/>
          </ac:spMkLst>
        </pc:spChg>
        <pc:spChg chg="mod">
          <ac:chgData name="Luis Carlos Guevara Hernandez" userId="946bcc4c-b146-4724-978c-751fab731e0a" providerId="ADAL" clId="{E8E95438-7D72-4151-95E2-CCAFE31D1FDF}" dt="2026-03-09T23:41:34.356" v="6358" actId="790"/>
          <ac:spMkLst>
            <pc:docMk/>
            <pc:sldMk cId="285917907" sldId="585"/>
            <ac:spMk id="3" creationId="{D78193A5-F00B-0411-9E23-70C965566F31}"/>
          </ac:spMkLst>
        </pc:spChg>
        <pc:spChg chg="add mod">
          <ac:chgData name="Luis Carlos Guevara Hernandez" userId="946bcc4c-b146-4724-978c-751fab731e0a" providerId="ADAL" clId="{E8E95438-7D72-4151-95E2-CCAFE31D1FDF}" dt="2026-03-09T23:41:34.356" v="6358" actId="790"/>
          <ac:spMkLst>
            <pc:docMk/>
            <pc:sldMk cId="285917907" sldId="585"/>
            <ac:spMk id="4" creationId="{17467CFE-AD47-3C58-B6D8-E7C0AB54657C}"/>
          </ac:spMkLst>
        </pc:spChg>
        <pc:spChg chg="add mod">
          <ac:chgData name="Luis Carlos Guevara Hernandez" userId="946bcc4c-b146-4724-978c-751fab731e0a" providerId="ADAL" clId="{E8E95438-7D72-4151-95E2-CCAFE31D1FDF}" dt="2026-03-09T23:41:34.356" v="6358" actId="790"/>
          <ac:spMkLst>
            <pc:docMk/>
            <pc:sldMk cId="285917907" sldId="585"/>
            <ac:spMk id="7" creationId="{F9198995-8EE3-1B08-B464-6EB8AD91AB54}"/>
          </ac:spMkLst>
        </pc:spChg>
        <pc:spChg chg="mod">
          <ac:chgData name="Luis Carlos Guevara Hernandez" userId="946bcc4c-b146-4724-978c-751fab731e0a" providerId="ADAL" clId="{E8E95438-7D72-4151-95E2-CCAFE31D1FDF}" dt="2026-03-09T23:41:34.356" v="6358" actId="790"/>
          <ac:spMkLst>
            <pc:docMk/>
            <pc:sldMk cId="285917907" sldId="585"/>
            <ac:spMk id="8" creationId="{C634156B-F398-F4D5-3E38-B0415C99FFC4}"/>
          </ac:spMkLst>
        </pc:spChg>
        <pc:spChg chg="add mod">
          <ac:chgData name="Luis Carlos Guevara Hernandez" userId="946bcc4c-b146-4724-978c-751fab731e0a" providerId="ADAL" clId="{E8E95438-7D72-4151-95E2-CCAFE31D1FDF}" dt="2026-03-09T23:41:34.356" v="6358" actId="790"/>
          <ac:spMkLst>
            <pc:docMk/>
            <pc:sldMk cId="285917907" sldId="585"/>
            <ac:spMk id="9" creationId="{09EAE275-E44E-8E33-D90F-9DA8B9B2F0E3}"/>
          </ac:spMkLst>
        </pc:spChg>
        <pc:spChg chg="add mod">
          <ac:chgData name="Luis Carlos Guevara Hernandez" userId="946bcc4c-b146-4724-978c-751fab731e0a" providerId="ADAL" clId="{E8E95438-7D72-4151-95E2-CCAFE31D1FDF}" dt="2026-03-08T21:24:33.530" v="5532"/>
          <ac:spMkLst>
            <pc:docMk/>
            <pc:sldMk cId="285917907" sldId="585"/>
            <ac:spMk id="10" creationId="{879C761C-D803-1868-395C-B00B81FC6433}"/>
          </ac:spMkLst>
        </pc:spChg>
        <pc:spChg chg="mod">
          <ac:chgData name="Luis Carlos Guevara Hernandez" userId="946bcc4c-b146-4724-978c-751fab731e0a" providerId="ADAL" clId="{E8E95438-7D72-4151-95E2-CCAFE31D1FDF}" dt="2026-03-09T23:41:34.356" v="6358" actId="790"/>
          <ac:spMkLst>
            <pc:docMk/>
            <pc:sldMk cId="285917907" sldId="585"/>
            <ac:spMk id="13" creationId="{B563CD4F-590E-C79F-26D9-E1839B27B4AC}"/>
          </ac:spMkLst>
        </pc:spChg>
        <pc:spChg chg="mod">
          <ac:chgData name="Luis Carlos Guevara Hernandez" userId="946bcc4c-b146-4724-978c-751fab731e0a" providerId="ADAL" clId="{E8E95438-7D72-4151-95E2-CCAFE31D1FDF}" dt="2026-03-09T23:41:34.356" v="6358" actId="790"/>
          <ac:spMkLst>
            <pc:docMk/>
            <pc:sldMk cId="285917907" sldId="585"/>
            <ac:spMk id="17" creationId="{CDE39B09-2BE4-DEE8-1BA6-CD9FD9B551AE}"/>
          </ac:spMkLst>
        </pc:spChg>
        <pc:spChg chg="mod">
          <ac:chgData name="Luis Carlos Guevara Hernandez" userId="946bcc4c-b146-4724-978c-751fab731e0a" providerId="ADAL" clId="{E8E95438-7D72-4151-95E2-CCAFE31D1FDF}" dt="2026-03-09T23:41:34.356" v="6358" actId="790"/>
          <ac:spMkLst>
            <pc:docMk/>
            <pc:sldMk cId="285917907" sldId="585"/>
            <ac:spMk id="18" creationId="{F2327454-5C16-91F8-5912-BFDE208A44DE}"/>
          </ac:spMkLst>
        </pc:spChg>
        <pc:spChg chg="mod">
          <ac:chgData name="Luis Carlos Guevara Hernandez" userId="946bcc4c-b146-4724-978c-751fab731e0a" providerId="ADAL" clId="{E8E95438-7D72-4151-95E2-CCAFE31D1FDF}" dt="2026-03-09T23:41:34.356" v="6358" actId="790"/>
          <ac:spMkLst>
            <pc:docMk/>
            <pc:sldMk cId="285917907" sldId="585"/>
            <ac:spMk id="43" creationId="{87A4F0E4-CEDC-796C-9F55-43EE23C97606}"/>
          </ac:spMkLst>
        </pc:spChg>
      </pc:sldChg>
      <pc:sldChg chg="addSp delSp modSp add del mod modAnim">
        <pc:chgData name="Luis Carlos Guevara Hernandez" userId="946bcc4c-b146-4724-978c-751fab731e0a" providerId="ADAL" clId="{E8E95438-7D72-4151-95E2-CCAFE31D1FDF}" dt="2026-03-09T23:41:34.356" v="6358" actId="790"/>
        <pc:sldMkLst>
          <pc:docMk/>
          <pc:sldMk cId="767060127" sldId="586"/>
        </pc:sldMkLst>
        <pc:spChg chg="mod">
          <ac:chgData name="Luis Carlos Guevara Hernandez" userId="946bcc4c-b146-4724-978c-751fab731e0a" providerId="ADAL" clId="{E8E95438-7D72-4151-95E2-CCAFE31D1FDF}" dt="2026-03-08T21:26:54.165" v="5571" actId="1076"/>
          <ac:spMkLst>
            <pc:docMk/>
            <pc:sldMk cId="767060127" sldId="586"/>
            <ac:spMk id="2" creationId="{ADA2FD95-CB2B-3B5F-8A8D-0406BC01E32F}"/>
          </ac:spMkLst>
        </pc:spChg>
        <pc:spChg chg="mod">
          <ac:chgData name="Luis Carlos Guevara Hernandez" userId="946bcc4c-b146-4724-978c-751fab731e0a" providerId="ADAL" clId="{E8E95438-7D72-4151-95E2-CCAFE31D1FDF}" dt="2026-03-09T23:41:34.356" v="6358" actId="790"/>
          <ac:spMkLst>
            <pc:docMk/>
            <pc:sldMk cId="767060127" sldId="586"/>
            <ac:spMk id="4" creationId="{82742C72-F6F8-563A-3C09-B2B513FB6042}"/>
          </ac:spMkLst>
        </pc:spChg>
        <pc:spChg chg="add mod">
          <ac:chgData name="Luis Carlos Guevara Hernandez" userId="946bcc4c-b146-4724-978c-751fab731e0a" providerId="ADAL" clId="{E8E95438-7D72-4151-95E2-CCAFE31D1FDF}" dt="2026-03-08T21:26:55.255" v="5572"/>
          <ac:spMkLst>
            <pc:docMk/>
            <pc:sldMk cId="767060127" sldId="586"/>
            <ac:spMk id="5" creationId="{F2FE6F29-BE33-F721-DC9B-1BE590A4C8DD}"/>
          </ac:spMkLst>
        </pc:spChg>
        <pc:spChg chg="add mod">
          <ac:chgData name="Luis Carlos Guevara Hernandez" userId="946bcc4c-b146-4724-978c-751fab731e0a" providerId="ADAL" clId="{E8E95438-7D72-4151-95E2-CCAFE31D1FDF}" dt="2026-03-09T23:41:34.356" v="6358" actId="790"/>
          <ac:spMkLst>
            <pc:docMk/>
            <pc:sldMk cId="767060127" sldId="586"/>
            <ac:spMk id="6" creationId="{021C1109-957B-2A69-BCCC-38D3D2B93B4F}"/>
          </ac:spMkLst>
        </pc:spChg>
        <pc:spChg chg="mod">
          <ac:chgData name="Luis Carlos Guevara Hernandez" userId="946bcc4c-b146-4724-978c-751fab731e0a" providerId="ADAL" clId="{E8E95438-7D72-4151-95E2-CCAFE31D1FDF}" dt="2026-03-09T23:41:34.356" v="6358" actId="790"/>
          <ac:spMkLst>
            <pc:docMk/>
            <pc:sldMk cId="767060127" sldId="586"/>
            <ac:spMk id="8" creationId="{4C74C0F7-480E-07B5-BB49-A2D869671F99}"/>
          </ac:spMkLst>
        </pc:spChg>
        <pc:spChg chg="mod">
          <ac:chgData name="Luis Carlos Guevara Hernandez" userId="946bcc4c-b146-4724-978c-751fab731e0a" providerId="ADAL" clId="{E8E95438-7D72-4151-95E2-CCAFE31D1FDF}" dt="2026-03-09T23:41:34.356" v="6358" actId="790"/>
          <ac:spMkLst>
            <pc:docMk/>
            <pc:sldMk cId="767060127" sldId="586"/>
            <ac:spMk id="9" creationId="{84F300AE-5EFD-D8E5-B03D-F0820364836F}"/>
          </ac:spMkLst>
        </pc:spChg>
        <pc:spChg chg="mod">
          <ac:chgData name="Luis Carlos Guevara Hernandez" userId="946bcc4c-b146-4724-978c-751fab731e0a" providerId="ADAL" clId="{E8E95438-7D72-4151-95E2-CCAFE31D1FDF}" dt="2026-03-08T21:34:54.846" v="5672" actId="14100"/>
          <ac:spMkLst>
            <pc:docMk/>
            <pc:sldMk cId="767060127" sldId="586"/>
            <ac:spMk id="13" creationId="{B8B5BD31-12F3-15E4-C5AC-6F24EF3A4E3D}"/>
          </ac:spMkLst>
        </pc:spChg>
        <pc:spChg chg="mod">
          <ac:chgData name="Luis Carlos Guevara Hernandez" userId="946bcc4c-b146-4724-978c-751fab731e0a" providerId="ADAL" clId="{E8E95438-7D72-4151-95E2-CCAFE31D1FDF}" dt="2026-03-09T23:41:34.356" v="6358" actId="790"/>
          <ac:spMkLst>
            <pc:docMk/>
            <pc:sldMk cId="767060127" sldId="586"/>
            <ac:spMk id="14" creationId="{9F4C5A87-75A7-A3AD-CC67-CE21056AA2EF}"/>
          </ac:spMkLst>
        </pc:spChg>
        <pc:spChg chg="mod">
          <ac:chgData name="Luis Carlos Guevara Hernandez" userId="946bcc4c-b146-4724-978c-751fab731e0a" providerId="ADAL" clId="{E8E95438-7D72-4151-95E2-CCAFE31D1FDF}" dt="2026-03-09T23:41:34.356" v="6358" actId="790"/>
          <ac:spMkLst>
            <pc:docMk/>
            <pc:sldMk cId="767060127" sldId="586"/>
            <ac:spMk id="15" creationId="{D100729C-74CA-4E86-D119-E6D048F2EA82}"/>
          </ac:spMkLst>
        </pc:spChg>
        <pc:spChg chg="mod">
          <ac:chgData name="Luis Carlos Guevara Hernandez" userId="946bcc4c-b146-4724-978c-751fab731e0a" providerId="ADAL" clId="{E8E95438-7D72-4151-95E2-CCAFE31D1FDF}" dt="2026-03-09T23:41:34.356" v="6358" actId="790"/>
          <ac:spMkLst>
            <pc:docMk/>
            <pc:sldMk cId="767060127" sldId="586"/>
            <ac:spMk id="16" creationId="{5B5A71C5-DFA1-CF33-6C0F-179A58274074}"/>
          </ac:spMkLst>
        </pc:spChg>
        <pc:spChg chg="mod">
          <ac:chgData name="Luis Carlos Guevara Hernandez" userId="946bcc4c-b146-4724-978c-751fab731e0a" providerId="ADAL" clId="{E8E95438-7D72-4151-95E2-CCAFE31D1FDF}" dt="2026-03-09T23:41:34.356" v="6358" actId="790"/>
          <ac:spMkLst>
            <pc:docMk/>
            <pc:sldMk cId="767060127" sldId="586"/>
            <ac:spMk id="19" creationId="{42B8C750-F69B-1583-88B6-3DB65B7DB698}"/>
          </ac:spMkLst>
        </pc:spChg>
        <pc:spChg chg="mod">
          <ac:chgData name="Luis Carlos Guevara Hernandez" userId="946bcc4c-b146-4724-978c-751fab731e0a" providerId="ADAL" clId="{E8E95438-7D72-4151-95E2-CCAFE31D1FDF}" dt="2026-03-08T21:29:55.235" v="5594"/>
          <ac:spMkLst>
            <pc:docMk/>
            <pc:sldMk cId="767060127" sldId="586"/>
            <ac:spMk id="22" creationId="{FA9368FB-81C3-CF28-39E9-BA8A53466CCF}"/>
          </ac:spMkLst>
        </pc:spChg>
        <pc:spChg chg="mod">
          <ac:chgData name="Luis Carlos Guevara Hernandez" userId="946bcc4c-b146-4724-978c-751fab731e0a" providerId="ADAL" clId="{E8E95438-7D72-4151-95E2-CCAFE31D1FDF}" dt="2026-03-08T21:29:55.235" v="5594"/>
          <ac:spMkLst>
            <pc:docMk/>
            <pc:sldMk cId="767060127" sldId="586"/>
            <ac:spMk id="23" creationId="{E69B6998-F5F0-FEEF-BB46-C44A997AA13D}"/>
          </ac:spMkLst>
        </pc:spChg>
        <pc:spChg chg="mod">
          <ac:chgData name="Luis Carlos Guevara Hernandez" userId="946bcc4c-b146-4724-978c-751fab731e0a" providerId="ADAL" clId="{E8E95438-7D72-4151-95E2-CCAFE31D1FDF}" dt="2026-03-08T21:29:55.235" v="5594"/>
          <ac:spMkLst>
            <pc:docMk/>
            <pc:sldMk cId="767060127" sldId="586"/>
            <ac:spMk id="24" creationId="{408088E6-A8C1-E82E-608B-628CF37B35C3}"/>
          </ac:spMkLst>
        </pc:spChg>
        <pc:spChg chg="mod">
          <ac:chgData name="Luis Carlos Guevara Hernandez" userId="946bcc4c-b146-4724-978c-751fab731e0a" providerId="ADAL" clId="{E8E95438-7D72-4151-95E2-CCAFE31D1FDF}" dt="2026-03-08T21:29:55.235" v="5594"/>
          <ac:spMkLst>
            <pc:docMk/>
            <pc:sldMk cId="767060127" sldId="586"/>
            <ac:spMk id="25" creationId="{7791285E-484C-3225-6601-D5511C4976EB}"/>
          </ac:spMkLst>
        </pc:spChg>
        <pc:spChg chg="mod">
          <ac:chgData name="Luis Carlos Guevara Hernandez" userId="946bcc4c-b146-4724-978c-751fab731e0a" providerId="ADAL" clId="{E8E95438-7D72-4151-95E2-CCAFE31D1FDF}" dt="2026-03-09T23:41:34.356" v="6358" actId="790"/>
          <ac:spMkLst>
            <pc:docMk/>
            <pc:sldMk cId="767060127" sldId="586"/>
            <ac:spMk id="29" creationId="{03BB81F6-141E-456C-DA04-DB64963A1ADC}"/>
          </ac:spMkLst>
        </pc:spChg>
        <pc:spChg chg="mod">
          <ac:chgData name="Luis Carlos Guevara Hernandez" userId="946bcc4c-b146-4724-978c-751fab731e0a" providerId="ADAL" clId="{E8E95438-7D72-4151-95E2-CCAFE31D1FDF}" dt="2026-03-09T23:41:34.356" v="6358" actId="790"/>
          <ac:spMkLst>
            <pc:docMk/>
            <pc:sldMk cId="767060127" sldId="586"/>
            <ac:spMk id="30" creationId="{DE5F06B7-BAF5-3074-2F19-2F12E8041655}"/>
          </ac:spMkLst>
        </pc:spChg>
        <pc:spChg chg="mod">
          <ac:chgData name="Luis Carlos Guevara Hernandez" userId="946bcc4c-b146-4724-978c-751fab731e0a" providerId="ADAL" clId="{E8E95438-7D72-4151-95E2-CCAFE31D1FDF}" dt="2026-03-08T21:29:55.235" v="5594"/>
          <ac:spMkLst>
            <pc:docMk/>
            <pc:sldMk cId="767060127" sldId="586"/>
            <ac:spMk id="33" creationId="{B3875E06-AED9-2966-CB1B-BE1212B91493}"/>
          </ac:spMkLst>
        </pc:spChg>
        <pc:spChg chg="mod">
          <ac:chgData name="Luis Carlos Guevara Hernandez" userId="946bcc4c-b146-4724-978c-751fab731e0a" providerId="ADAL" clId="{E8E95438-7D72-4151-95E2-CCAFE31D1FDF}" dt="2026-03-08T21:29:55.235" v="5594"/>
          <ac:spMkLst>
            <pc:docMk/>
            <pc:sldMk cId="767060127" sldId="586"/>
            <ac:spMk id="34" creationId="{EF5C92D5-C5E8-DD3F-2437-2B5007C8C1E5}"/>
          </ac:spMkLst>
        </pc:spChg>
        <pc:spChg chg="mod">
          <ac:chgData name="Luis Carlos Guevara Hernandez" userId="946bcc4c-b146-4724-978c-751fab731e0a" providerId="ADAL" clId="{E8E95438-7D72-4151-95E2-CCAFE31D1FDF}" dt="2026-03-08T21:29:55.235" v="5594"/>
          <ac:spMkLst>
            <pc:docMk/>
            <pc:sldMk cId="767060127" sldId="586"/>
            <ac:spMk id="35" creationId="{19D9402D-D3D5-9CA5-8606-5104DD586188}"/>
          </ac:spMkLst>
        </pc:spChg>
        <pc:spChg chg="add mod">
          <ac:chgData name="Luis Carlos Guevara Hernandez" userId="946bcc4c-b146-4724-978c-751fab731e0a" providerId="ADAL" clId="{E8E95438-7D72-4151-95E2-CCAFE31D1FDF}" dt="2026-03-08T21:37:48.680" v="5738" actId="1076"/>
          <ac:spMkLst>
            <pc:docMk/>
            <pc:sldMk cId="767060127" sldId="586"/>
            <ac:spMk id="38" creationId="{F922EBD2-E61D-1EC8-7C49-AB18C9817461}"/>
          </ac:spMkLst>
        </pc:spChg>
        <pc:spChg chg="add mod">
          <ac:chgData name="Luis Carlos Guevara Hernandez" userId="946bcc4c-b146-4724-978c-751fab731e0a" providerId="ADAL" clId="{E8E95438-7D72-4151-95E2-CCAFE31D1FDF}" dt="2026-03-08T21:37:48.680" v="5738" actId="1076"/>
          <ac:spMkLst>
            <pc:docMk/>
            <pc:sldMk cId="767060127" sldId="586"/>
            <ac:spMk id="40" creationId="{2D63731E-42E5-53CA-9108-E1205FEA10D1}"/>
          </ac:spMkLst>
        </pc:spChg>
        <pc:spChg chg="add mod">
          <ac:chgData name="Luis Carlos Guevara Hernandez" userId="946bcc4c-b146-4724-978c-751fab731e0a" providerId="ADAL" clId="{E8E95438-7D72-4151-95E2-CCAFE31D1FDF}" dt="2026-03-08T21:37:48.680" v="5738" actId="1076"/>
          <ac:spMkLst>
            <pc:docMk/>
            <pc:sldMk cId="767060127" sldId="586"/>
            <ac:spMk id="41" creationId="{21B2BEE1-6CB5-EA52-52B7-0829761C0A98}"/>
          </ac:spMkLst>
        </pc:spChg>
        <pc:spChg chg="add mod">
          <ac:chgData name="Luis Carlos Guevara Hernandez" userId="946bcc4c-b146-4724-978c-751fab731e0a" providerId="ADAL" clId="{E8E95438-7D72-4151-95E2-CCAFE31D1FDF}" dt="2026-03-08T21:37:48.680" v="5738" actId="1076"/>
          <ac:spMkLst>
            <pc:docMk/>
            <pc:sldMk cId="767060127" sldId="586"/>
            <ac:spMk id="47" creationId="{939D55A3-0B6D-4D21-38E5-71B0C5B844CB}"/>
          </ac:spMkLst>
        </pc:spChg>
        <pc:grpChg chg="mod">
          <ac:chgData name="Luis Carlos Guevara Hernandez" userId="946bcc4c-b146-4724-978c-751fab731e0a" providerId="ADAL" clId="{E8E95438-7D72-4151-95E2-CCAFE31D1FDF}" dt="2026-03-08T21:37:48.680" v="5738" actId="1076"/>
          <ac:grpSpMkLst>
            <pc:docMk/>
            <pc:sldMk cId="767060127" sldId="586"/>
            <ac:grpSpMk id="12" creationId="{4C652668-4144-CF39-E9FB-13EC541FB8B3}"/>
          </ac:grpSpMkLst>
        </pc:grpChg>
        <pc:picChg chg="add mod">
          <ac:chgData name="Luis Carlos Guevara Hernandez" userId="946bcc4c-b146-4724-978c-751fab731e0a" providerId="ADAL" clId="{E8E95438-7D72-4151-95E2-CCAFE31D1FDF}" dt="2026-03-08T21:37:48.680" v="5738" actId="1076"/>
          <ac:picMkLst>
            <pc:docMk/>
            <pc:sldMk cId="767060127" sldId="586"/>
            <ac:picMk id="37" creationId="{5974D970-3CE1-B9E4-2D72-23F6D8028767}"/>
          </ac:picMkLst>
        </pc:picChg>
      </pc:sldChg>
      <pc:sldChg chg="addSp delSp modSp add mod delAnim modAnim">
        <pc:chgData name="Luis Carlos Guevara Hernandez" userId="946bcc4c-b146-4724-978c-751fab731e0a" providerId="ADAL" clId="{E8E95438-7D72-4151-95E2-CCAFE31D1FDF}" dt="2026-03-09T23:41:34.356" v="6358" actId="790"/>
        <pc:sldMkLst>
          <pc:docMk/>
          <pc:sldMk cId="2859300" sldId="587"/>
        </pc:sldMkLst>
        <pc:spChg chg="mod">
          <ac:chgData name="Luis Carlos Guevara Hernandez" userId="946bcc4c-b146-4724-978c-751fab731e0a" providerId="ADAL" clId="{E8E95438-7D72-4151-95E2-CCAFE31D1FDF}" dt="2026-03-09T23:41:34.356" v="6358" actId="790"/>
          <ac:spMkLst>
            <pc:docMk/>
            <pc:sldMk cId="2859300" sldId="587"/>
            <ac:spMk id="3" creationId="{1F13297E-CA95-E17F-FB44-1B685139E70F}"/>
          </ac:spMkLst>
        </pc:spChg>
        <pc:spChg chg="mod">
          <ac:chgData name="Luis Carlos Guevara Hernandez" userId="946bcc4c-b146-4724-978c-751fab731e0a" providerId="ADAL" clId="{E8E95438-7D72-4151-95E2-CCAFE31D1FDF}" dt="2026-03-09T23:41:34.356" v="6358" actId="790"/>
          <ac:spMkLst>
            <pc:docMk/>
            <pc:sldMk cId="2859300" sldId="587"/>
            <ac:spMk id="8" creationId="{61A1BAA6-8D80-ED2D-F61D-B0D17643C6AF}"/>
          </ac:spMkLst>
        </pc:spChg>
        <pc:spChg chg="mod">
          <ac:chgData name="Luis Carlos Guevara Hernandez" userId="946bcc4c-b146-4724-978c-751fab731e0a" providerId="ADAL" clId="{E8E95438-7D72-4151-95E2-CCAFE31D1FDF}" dt="2026-03-09T23:41:34.356" v="6358" actId="790"/>
          <ac:spMkLst>
            <pc:docMk/>
            <pc:sldMk cId="2859300" sldId="587"/>
            <ac:spMk id="10" creationId="{7282C48F-24A9-0FE7-ECBC-B7CF6908FA2F}"/>
          </ac:spMkLst>
        </pc:spChg>
        <pc:spChg chg="add mod">
          <ac:chgData name="Luis Carlos Guevara Hernandez" userId="946bcc4c-b146-4724-978c-751fab731e0a" providerId="ADAL" clId="{E8E95438-7D72-4151-95E2-CCAFE31D1FDF}" dt="2026-03-09T23:41:34.356" v="6358" actId="790"/>
          <ac:spMkLst>
            <pc:docMk/>
            <pc:sldMk cId="2859300" sldId="587"/>
            <ac:spMk id="11" creationId="{EB2B5C91-AF10-F577-8217-C447659D54FA}"/>
          </ac:spMkLst>
        </pc:spChg>
        <pc:spChg chg="add mod">
          <ac:chgData name="Luis Carlos Guevara Hernandez" userId="946bcc4c-b146-4724-978c-751fab731e0a" providerId="ADAL" clId="{E8E95438-7D72-4151-95E2-CCAFE31D1FDF}" dt="2026-03-09T23:41:34.356" v="6358" actId="790"/>
          <ac:spMkLst>
            <pc:docMk/>
            <pc:sldMk cId="2859300" sldId="587"/>
            <ac:spMk id="17" creationId="{00C03365-0356-8637-5444-E715D88DE4CA}"/>
          </ac:spMkLst>
        </pc:spChg>
        <pc:spChg chg="add mod">
          <ac:chgData name="Luis Carlos Guevara Hernandez" userId="946bcc4c-b146-4724-978c-751fab731e0a" providerId="ADAL" clId="{E8E95438-7D72-4151-95E2-CCAFE31D1FDF}" dt="2026-03-09T23:41:34.356" v="6358" actId="790"/>
          <ac:spMkLst>
            <pc:docMk/>
            <pc:sldMk cId="2859300" sldId="587"/>
            <ac:spMk id="39" creationId="{4AB341AE-AFCF-2C64-4C0A-B011BC5A2D5D}"/>
          </ac:spMkLst>
        </pc:spChg>
        <pc:spChg chg="mod">
          <ac:chgData name="Luis Carlos Guevara Hernandez" userId="946bcc4c-b146-4724-978c-751fab731e0a" providerId="ADAL" clId="{E8E95438-7D72-4151-95E2-CCAFE31D1FDF}" dt="2026-03-09T23:41:34.356" v="6358" actId="790"/>
          <ac:spMkLst>
            <pc:docMk/>
            <pc:sldMk cId="2859300" sldId="587"/>
            <ac:spMk id="43" creationId="{49515832-90A0-5064-7163-F6DC60565225}"/>
          </ac:spMkLst>
        </pc:spChg>
        <pc:spChg chg="mod">
          <ac:chgData name="Luis Carlos Guevara Hernandez" userId="946bcc4c-b146-4724-978c-751fab731e0a" providerId="ADAL" clId="{E8E95438-7D72-4151-95E2-CCAFE31D1FDF}" dt="2026-03-09T23:41:34.356" v="6358" actId="790"/>
          <ac:spMkLst>
            <pc:docMk/>
            <pc:sldMk cId="2859300" sldId="587"/>
            <ac:spMk id="44" creationId="{115BC729-3C61-D6DD-BDCA-B7DF14266994}"/>
          </ac:spMkLst>
        </pc:spChg>
        <pc:spChg chg="add mod">
          <ac:chgData name="Luis Carlos Guevara Hernandez" userId="946bcc4c-b146-4724-978c-751fab731e0a" providerId="ADAL" clId="{E8E95438-7D72-4151-95E2-CCAFE31D1FDF}" dt="2026-03-09T23:41:34.356" v="6358" actId="790"/>
          <ac:spMkLst>
            <pc:docMk/>
            <pc:sldMk cId="2859300" sldId="587"/>
            <ac:spMk id="45" creationId="{2DDCA639-47AD-5578-8925-8C6764307B9D}"/>
          </ac:spMkLst>
        </pc:spChg>
        <pc:spChg chg="add mod">
          <ac:chgData name="Luis Carlos Guevara Hernandez" userId="946bcc4c-b146-4724-978c-751fab731e0a" providerId="ADAL" clId="{E8E95438-7D72-4151-95E2-CCAFE31D1FDF}" dt="2026-03-09T23:41:34.356" v="6358" actId="790"/>
          <ac:spMkLst>
            <pc:docMk/>
            <pc:sldMk cId="2859300" sldId="587"/>
            <ac:spMk id="48" creationId="{53604D77-D7D8-FC82-FD77-889F98A4D71B}"/>
          </ac:spMkLst>
        </pc:spChg>
        <pc:picChg chg="add mod">
          <ac:chgData name="Luis Carlos Guevara Hernandez" userId="946bcc4c-b146-4724-978c-751fab731e0a" providerId="ADAL" clId="{E8E95438-7D72-4151-95E2-CCAFE31D1FDF}" dt="2026-03-08T21:38:44.657" v="5747" actId="1076"/>
          <ac:picMkLst>
            <pc:docMk/>
            <pc:sldMk cId="2859300" sldId="587"/>
            <ac:picMk id="49" creationId="{1ED43921-1B32-634D-32F3-0748B996C5CC}"/>
          </ac:picMkLst>
        </pc:picChg>
        <pc:picChg chg="add mod">
          <ac:chgData name="Luis Carlos Guevara Hernandez" userId="946bcc4c-b146-4724-978c-751fab731e0a" providerId="ADAL" clId="{E8E95438-7D72-4151-95E2-CCAFE31D1FDF}" dt="2026-03-08T21:39:01.538" v="5752" actId="207"/>
          <ac:picMkLst>
            <pc:docMk/>
            <pc:sldMk cId="2859300" sldId="587"/>
            <ac:picMk id="50" creationId="{B11A9868-68EC-F75A-0F55-D1B9E9774434}"/>
          </ac:picMkLst>
        </pc:picChg>
        <pc:cxnChg chg="add mod">
          <ac:chgData name="Luis Carlos Guevara Hernandez" userId="946bcc4c-b146-4724-978c-751fab731e0a" providerId="ADAL" clId="{E8E95438-7D72-4151-95E2-CCAFE31D1FDF}" dt="2026-03-08T21:38:55.648" v="5751" actId="208"/>
          <ac:cxnSpMkLst>
            <pc:docMk/>
            <pc:sldMk cId="2859300" sldId="587"/>
            <ac:cxnSpMk id="18" creationId="{47A2F01B-2E1F-DCE7-BFCB-670376D1825E}"/>
          </ac:cxnSpMkLst>
        </pc:cxnChg>
        <pc:cxnChg chg="mod">
          <ac:chgData name="Luis Carlos Guevara Hernandez" userId="946bcc4c-b146-4724-978c-751fab731e0a" providerId="ADAL" clId="{E8E95438-7D72-4151-95E2-CCAFE31D1FDF}" dt="2026-03-08T21:38:55.648" v="5751" actId="208"/>
          <ac:cxnSpMkLst>
            <pc:docMk/>
            <pc:sldMk cId="2859300" sldId="587"/>
            <ac:cxnSpMk id="42" creationId="{E618BEE3-C88F-FFDA-CF30-33B7CA3BD03E}"/>
          </ac:cxnSpMkLst>
        </pc:cxnChg>
        <pc:cxnChg chg="mod">
          <ac:chgData name="Luis Carlos Guevara Hernandez" userId="946bcc4c-b146-4724-978c-751fab731e0a" providerId="ADAL" clId="{E8E95438-7D72-4151-95E2-CCAFE31D1FDF}" dt="2026-03-08T21:38:55.648" v="5751" actId="208"/>
          <ac:cxnSpMkLst>
            <pc:docMk/>
            <pc:sldMk cId="2859300" sldId="587"/>
            <ac:cxnSpMk id="46" creationId="{E539CDA1-F7C3-B0E6-EDF7-F0F5079D1830}"/>
          </ac:cxnSpMkLst>
        </pc:cxnChg>
      </pc:sldChg>
      <pc:sldChg chg="addSp delSp modSp add mod delAnim modAnim">
        <pc:chgData name="Luis Carlos Guevara Hernandez" userId="946bcc4c-b146-4724-978c-751fab731e0a" providerId="ADAL" clId="{E8E95438-7D72-4151-95E2-CCAFE31D1FDF}" dt="2026-03-09T23:41:34.356" v="6358" actId="790"/>
        <pc:sldMkLst>
          <pc:docMk/>
          <pc:sldMk cId="4132956915" sldId="588"/>
        </pc:sldMkLst>
        <pc:spChg chg="add mod">
          <ac:chgData name="Luis Carlos Guevara Hernandez" userId="946bcc4c-b146-4724-978c-751fab731e0a" providerId="ADAL" clId="{E8E95438-7D72-4151-95E2-CCAFE31D1FDF}" dt="2026-03-09T23:41:34.356" v="6358" actId="790"/>
          <ac:spMkLst>
            <pc:docMk/>
            <pc:sldMk cId="4132956915" sldId="588"/>
            <ac:spMk id="4" creationId="{DAA472F4-BD3C-8DDE-02F0-F79976D8C1B7}"/>
          </ac:spMkLst>
        </pc:spChg>
        <pc:spChg chg="add mod">
          <ac:chgData name="Luis Carlos Guevara Hernandez" userId="946bcc4c-b146-4724-978c-751fab731e0a" providerId="ADAL" clId="{E8E95438-7D72-4151-95E2-CCAFE31D1FDF}" dt="2026-03-09T23:41:34.356" v="6358" actId="790"/>
          <ac:spMkLst>
            <pc:docMk/>
            <pc:sldMk cId="4132956915" sldId="588"/>
            <ac:spMk id="5" creationId="{F8082C67-0891-80B7-9996-A724E2D5D9A1}"/>
          </ac:spMkLst>
        </pc:spChg>
        <pc:spChg chg="add mod">
          <ac:chgData name="Luis Carlos Guevara Hernandez" userId="946bcc4c-b146-4724-978c-751fab731e0a" providerId="ADAL" clId="{E8E95438-7D72-4151-95E2-CCAFE31D1FDF}" dt="2026-03-09T23:41:34.356" v="6358" actId="790"/>
          <ac:spMkLst>
            <pc:docMk/>
            <pc:sldMk cId="4132956915" sldId="588"/>
            <ac:spMk id="12" creationId="{AECF35CE-F9EB-BB5E-E666-B6D117209BE4}"/>
          </ac:spMkLst>
        </pc:spChg>
        <pc:spChg chg="add mod">
          <ac:chgData name="Luis Carlos Guevara Hernandez" userId="946bcc4c-b146-4724-978c-751fab731e0a" providerId="ADAL" clId="{E8E95438-7D72-4151-95E2-CCAFE31D1FDF}" dt="2026-03-09T23:41:34.356" v="6358" actId="790"/>
          <ac:spMkLst>
            <pc:docMk/>
            <pc:sldMk cId="4132956915" sldId="588"/>
            <ac:spMk id="15" creationId="{B03CAAA7-1559-274E-EB7D-2076A8AACF45}"/>
          </ac:spMkLst>
        </pc:spChg>
        <pc:spChg chg="add mod">
          <ac:chgData name="Luis Carlos Guevara Hernandez" userId="946bcc4c-b146-4724-978c-751fab731e0a" providerId="ADAL" clId="{E8E95438-7D72-4151-95E2-CCAFE31D1FDF}" dt="2026-03-09T23:41:34.356" v="6358" actId="790"/>
          <ac:spMkLst>
            <pc:docMk/>
            <pc:sldMk cId="4132956915" sldId="588"/>
            <ac:spMk id="17" creationId="{2EDD26D4-750F-3131-34FB-EBB0C7C04368}"/>
          </ac:spMkLst>
        </pc:spChg>
        <pc:spChg chg="add mod">
          <ac:chgData name="Luis Carlos Guevara Hernandez" userId="946bcc4c-b146-4724-978c-751fab731e0a" providerId="ADAL" clId="{E8E95438-7D72-4151-95E2-CCAFE31D1FDF}" dt="2026-03-09T23:41:34.356" v="6358" actId="790"/>
          <ac:spMkLst>
            <pc:docMk/>
            <pc:sldMk cId="4132956915" sldId="588"/>
            <ac:spMk id="18" creationId="{2CF8A477-EED8-7793-86AB-FB329A6C09FC}"/>
          </ac:spMkLst>
        </pc:spChg>
        <pc:spChg chg="add mod">
          <ac:chgData name="Luis Carlos Guevara Hernandez" userId="946bcc4c-b146-4724-978c-751fab731e0a" providerId="ADAL" clId="{E8E95438-7D72-4151-95E2-CCAFE31D1FDF}" dt="2026-03-09T23:41:34.356" v="6358" actId="790"/>
          <ac:spMkLst>
            <pc:docMk/>
            <pc:sldMk cId="4132956915" sldId="588"/>
            <ac:spMk id="22" creationId="{8775D473-96EE-6023-507A-B4EC964BA1B7}"/>
          </ac:spMkLst>
        </pc:spChg>
        <pc:spChg chg="add mod">
          <ac:chgData name="Luis Carlos Guevara Hernandez" userId="946bcc4c-b146-4724-978c-751fab731e0a" providerId="ADAL" clId="{E8E95438-7D72-4151-95E2-CCAFE31D1FDF}" dt="2026-03-09T23:41:34.356" v="6358" actId="790"/>
          <ac:spMkLst>
            <pc:docMk/>
            <pc:sldMk cId="4132956915" sldId="588"/>
            <ac:spMk id="23" creationId="{7C3D3DF4-CD11-D9F4-BA90-ECF200C1A384}"/>
          </ac:spMkLst>
        </pc:spChg>
        <pc:spChg chg="mod">
          <ac:chgData name="Luis Carlos Guevara Hernandez" userId="946bcc4c-b146-4724-978c-751fab731e0a" providerId="ADAL" clId="{E8E95438-7D72-4151-95E2-CCAFE31D1FDF}" dt="2026-03-09T23:41:34.356" v="6358" actId="790"/>
          <ac:spMkLst>
            <pc:docMk/>
            <pc:sldMk cId="4132956915" sldId="588"/>
            <ac:spMk id="117" creationId="{40BBFF25-637A-6A86-B786-5627E5D9C008}"/>
          </ac:spMkLst>
        </pc:spChg>
        <pc:spChg chg="mod">
          <ac:chgData name="Luis Carlos Guevara Hernandez" userId="946bcc4c-b146-4724-978c-751fab731e0a" providerId="ADAL" clId="{E8E95438-7D72-4151-95E2-CCAFE31D1FDF}" dt="2026-03-09T23:41:34.356" v="6358" actId="790"/>
          <ac:spMkLst>
            <pc:docMk/>
            <pc:sldMk cId="4132956915" sldId="588"/>
            <ac:spMk id="122" creationId="{80AFF1E5-8346-9749-0E68-D8192AF1F3FB}"/>
          </ac:spMkLst>
        </pc:spChg>
        <pc:picChg chg="add mod">
          <ac:chgData name="Luis Carlos Guevara Hernandez" userId="946bcc4c-b146-4724-978c-751fab731e0a" providerId="ADAL" clId="{E8E95438-7D72-4151-95E2-CCAFE31D1FDF}" dt="2026-03-08T21:49:59.930" v="6015" actId="1037"/>
          <ac:picMkLst>
            <pc:docMk/>
            <pc:sldMk cId="4132956915" sldId="588"/>
            <ac:picMk id="11" creationId="{5998785F-98E9-71E1-0F6D-A2D06591FDC0}"/>
          </ac:picMkLst>
        </pc:picChg>
        <pc:picChg chg="add mod">
          <ac:chgData name="Luis Carlos Guevara Hernandez" userId="946bcc4c-b146-4724-978c-751fab731e0a" providerId="ADAL" clId="{E8E95438-7D72-4151-95E2-CCAFE31D1FDF}" dt="2026-03-08T21:49:59.930" v="6015" actId="1037"/>
          <ac:picMkLst>
            <pc:docMk/>
            <pc:sldMk cId="4132956915" sldId="588"/>
            <ac:picMk id="14" creationId="{2A94380B-6D5E-1892-028E-C96B17A50EB4}"/>
          </ac:picMkLst>
        </pc:picChg>
      </pc:sldChg>
      <pc:sldChg chg="addSp delSp modSp add mod delAnim modAnim">
        <pc:chgData name="Luis Carlos Guevara Hernandez" userId="946bcc4c-b146-4724-978c-751fab731e0a" providerId="ADAL" clId="{E8E95438-7D72-4151-95E2-CCAFE31D1FDF}" dt="2026-03-09T23:41:34.356" v="6358" actId="790"/>
        <pc:sldMkLst>
          <pc:docMk/>
          <pc:sldMk cId="721848778" sldId="589"/>
        </pc:sldMkLst>
        <pc:spChg chg="mod">
          <ac:chgData name="Luis Carlos Guevara Hernandez" userId="946bcc4c-b146-4724-978c-751fab731e0a" providerId="ADAL" clId="{E8E95438-7D72-4151-95E2-CCAFE31D1FDF}" dt="2026-03-09T23:41:34.356" v="6358" actId="790"/>
          <ac:spMkLst>
            <pc:docMk/>
            <pc:sldMk cId="721848778" sldId="589"/>
            <ac:spMk id="4" creationId="{27DF79CF-9F92-B055-B043-0C870CCEF7FA}"/>
          </ac:spMkLst>
        </pc:spChg>
        <pc:spChg chg="add mod">
          <ac:chgData name="Luis Carlos Guevara Hernandez" userId="946bcc4c-b146-4724-978c-751fab731e0a" providerId="ADAL" clId="{E8E95438-7D72-4151-95E2-CCAFE31D1FDF}" dt="2026-03-09T23:41:34.356" v="6358" actId="790"/>
          <ac:spMkLst>
            <pc:docMk/>
            <pc:sldMk cId="721848778" sldId="589"/>
            <ac:spMk id="6" creationId="{27DBAD65-89BA-44AF-F858-A84BF3D7A75A}"/>
          </ac:spMkLst>
        </pc:spChg>
        <pc:spChg chg="add mod">
          <ac:chgData name="Luis Carlos Guevara Hernandez" userId="946bcc4c-b146-4724-978c-751fab731e0a" providerId="ADAL" clId="{E8E95438-7D72-4151-95E2-CCAFE31D1FDF}" dt="2026-03-09T23:41:34.356" v="6358" actId="790"/>
          <ac:spMkLst>
            <pc:docMk/>
            <pc:sldMk cId="721848778" sldId="589"/>
            <ac:spMk id="9" creationId="{3350BE4D-9EF4-FA48-84C9-A88F88549C4B}"/>
          </ac:spMkLst>
        </pc:spChg>
        <pc:spChg chg="add mod">
          <ac:chgData name="Luis Carlos Guevara Hernandez" userId="946bcc4c-b146-4724-978c-751fab731e0a" providerId="ADAL" clId="{E8E95438-7D72-4151-95E2-CCAFE31D1FDF}" dt="2026-03-09T23:41:34.356" v="6358" actId="790"/>
          <ac:spMkLst>
            <pc:docMk/>
            <pc:sldMk cId="721848778" sldId="589"/>
            <ac:spMk id="10" creationId="{D0A4E485-5BF3-DE46-A94D-11C61905AA09}"/>
          </ac:spMkLst>
        </pc:spChg>
        <pc:spChg chg="add mod">
          <ac:chgData name="Luis Carlos Guevara Hernandez" userId="946bcc4c-b146-4724-978c-751fab731e0a" providerId="ADAL" clId="{E8E95438-7D72-4151-95E2-CCAFE31D1FDF}" dt="2026-03-09T23:41:34.356" v="6358" actId="790"/>
          <ac:spMkLst>
            <pc:docMk/>
            <pc:sldMk cId="721848778" sldId="589"/>
            <ac:spMk id="13" creationId="{60A292A7-E2D0-96D2-5C8E-CC98777EFC40}"/>
          </ac:spMkLst>
        </pc:spChg>
        <pc:spChg chg="mod">
          <ac:chgData name="Luis Carlos Guevara Hernandez" userId="946bcc4c-b146-4724-978c-751fab731e0a" providerId="ADAL" clId="{E8E95438-7D72-4151-95E2-CCAFE31D1FDF}" dt="2026-03-09T23:41:34.356" v="6358" actId="790"/>
          <ac:spMkLst>
            <pc:docMk/>
            <pc:sldMk cId="721848778" sldId="589"/>
            <ac:spMk id="15" creationId="{FFA1642F-63F1-CB61-B71A-F9439ACFB068}"/>
          </ac:spMkLst>
        </pc:spChg>
        <pc:spChg chg="mod">
          <ac:chgData name="Luis Carlos Guevara Hernandez" userId="946bcc4c-b146-4724-978c-751fab731e0a" providerId="ADAL" clId="{E8E95438-7D72-4151-95E2-CCAFE31D1FDF}" dt="2026-03-09T23:41:34.356" v="6358" actId="790"/>
          <ac:spMkLst>
            <pc:docMk/>
            <pc:sldMk cId="721848778" sldId="589"/>
            <ac:spMk id="17" creationId="{6D47D135-4FCE-A9A7-8C7C-AEF2E3B98C6F}"/>
          </ac:spMkLst>
        </pc:spChg>
        <pc:spChg chg="mod">
          <ac:chgData name="Luis Carlos Guevara Hernandez" userId="946bcc4c-b146-4724-978c-751fab731e0a" providerId="ADAL" clId="{E8E95438-7D72-4151-95E2-CCAFE31D1FDF}" dt="2026-03-09T23:41:34.356" v="6358" actId="790"/>
          <ac:spMkLst>
            <pc:docMk/>
            <pc:sldMk cId="721848778" sldId="589"/>
            <ac:spMk id="18" creationId="{70EEA328-40AF-63D5-9278-B63831C861AE}"/>
          </ac:spMkLst>
        </pc:spChg>
        <pc:spChg chg="mod">
          <ac:chgData name="Luis Carlos Guevara Hernandez" userId="946bcc4c-b146-4724-978c-751fab731e0a" providerId="ADAL" clId="{E8E95438-7D72-4151-95E2-CCAFE31D1FDF}" dt="2026-03-09T23:41:34.356" v="6358" actId="790"/>
          <ac:spMkLst>
            <pc:docMk/>
            <pc:sldMk cId="721848778" sldId="589"/>
            <ac:spMk id="117" creationId="{B43E5AEA-B41E-996E-896B-C36162EEF1CC}"/>
          </ac:spMkLst>
        </pc:spChg>
        <pc:spChg chg="mod">
          <ac:chgData name="Luis Carlos Guevara Hernandez" userId="946bcc4c-b146-4724-978c-751fab731e0a" providerId="ADAL" clId="{E8E95438-7D72-4151-95E2-CCAFE31D1FDF}" dt="2026-03-09T23:41:34.356" v="6358" actId="790"/>
          <ac:spMkLst>
            <pc:docMk/>
            <pc:sldMk cId="721848778" sldId="589"/>
            <ac:spMk id="122" creationId="{3F8F532E-8B8F-F49C-7426-F01CABF25A89}"/>
          </ac:spMkLst>
        </pc:spChg>
        <pc:picChg chg="add mod">
          <ac:chgData name="Luis Carlos Guevara Hernandez" userId="946bcc4c-b146-4724-978c-751fab731e0a" providerId="ADAL" clId="{E8E95438-7D72-4151-95E2-CCAFE31D1FDF}" dt="2026-03-08T21:50:23.674" v="6019" actId="1076"/>
          <ac:picMkLst>
            <pc:docMk/>
            <pc:sldMk cId="721848778" sldId="589"/>
            <ac:picMk id="2" creationId="{5688B292-34B8-EEF0-1E7C-E9D510140745}"/>
          </ac:picMkLst>
        </pc:picChg>
        <pc:picChg chg="add mod">
          <ac:chgData name="Luis Carlos Guevara Hernandez" userId="946bcc4c-b146-4724-978c-751fab731e0a" providerId="ADAL" clId="{E8E95438-7D72-4151-95E2-CCAFE31D1FDF}" dt="2026-03-08T21:50:23.674" v="6019" actId="1076"/>
          <ac:picMkLst>
            <pc:docMk/>
            <pc:sldMk cId="721848778" sldId="589"/>
            <ac:picMk id="3" creationId="{58076D56-EB80-87BD-C972-1FD788694EF3}"/>
          </ac:picMkLst>
        </pc:picChg>
      </pc:sldChg>
      <pc:sldChg chg="addSp delSp modSp add mod delAnim modAnim">
        <pc:chgData name="Luis Carlos Guevara Hernandez" userId="946bcc4c-b146-4724-978c-751fab731e0a" providerId="ADAL" clId="{E8E95438-7D72-4151-95E2-CCAFE31D1FDF}" dt="2026-03-09T23:41:34.356" v="6358" actId="790"/>
        <pc:sldMkLst>
          <pc:docMk/>
          <pc:sldMk cId="1300323417" sldId="590"/>
        </pc:sldMkLst>
        <pc:spChg chg="add mod">
          <ac:chgData name="Luis Carlos Guevara Hernandez" userId="946bcc4c-b146-4724-978c-751fab731e0a" providerId="ADAL" clId="{E8E95438-7D72-4151-95E2-CCAFE31D1FDF}" dt="2026-03-08T22:20:27.825" v="6181" actId="13926"/>
          <ac:spMkLst>
            <pc:docMk/>
            <pc:sldMk cId="1300323417" sldId="590"/>
            <ac:spMk id="2" creationId="{D973E87D-7EE5-12A5-9DC1-943F1BF2ECD5}"/>
          </ac:spMkLst>
        </pc:spChg>
        <pc:spChg chg="mod">
          <ac:chgData name="Luis Carlos Guevara Hernandez" userId="946bcc4c-b146-4724-978c-751fab731e0a" providerId="ADAL" clId="{E8E95438-7D72-4151-95E2-CCAFE31D1FDF}" dt="2026-03-08T22:19:40.172" v="6167"/>
          <ac:spMkLst>
            <pc:docMk/>
            <pc:sldMk cId="1300323417" sldId="590"/>
            <ac:spMk id="5" creationId="{40F40992-83D0-7A7F-62DD-14A03C8E34A7}"/>
          </ac:spMkLst>
        </pc:spChg>
        <pc:spChg chg="mod">
          <ac:chgData name="Luis Carlos Guevara Hernandez" userId="946bcc4c-b146-4724-978c-751fab731e0a" providerId="ADAL" clId="{E8E95438-7D72-4151-95E2-CCAFE31D1FDF}" dt="2026-03-09T23:41:34.356" v="6358" actId="790"/>
          <ac:spMkLst>
            <pc:docMk/>
            <pc:sldMk cId="1300323417" sldId="590"/>
            <ac:spMk id="6" creationId="{CDB579B0-94F8-25AB-90A2-144A8A4C2BDE}"/>
          </ac:spMkLst>
        </pc:spChg>
        <pc:spChg chg="mod">
          <ac:chgData name="Luis Carlos Guevara Hernandez" userId="946bcc4c-b146-4724-978c-751fab731e0a" providerId="ADAL" clId="{E8E95438-7D72-4151-95E2-CCAFE31D1FDF}" dt="2026-03-08T22:20:33.084" v="6182"/>
          <ac:spMkLst>
            <pc:docMk/>
            <pc:sldMk cId="1300323417" sldId="590"/>
            <ac:spMk id="9" creationId="{F87F0839-89C5-2D9E-4ED5-B4511836096D}"/>
          </ac:spMkLst>
        </pc:spChg>
        <pc:spChg chg="mod">
          <ac:chgData name="Luis Carlos Guevara Hernandez" userId="946bcc4c-b146-4724-978c-751fab731e0a" providerId="ADAL" clId="{E8E95438-7D72-4151-95E2-CCAFE31D1FDF}" dt="2026-03-08T22:20:33.084" v="6182"/>
          <ac:spMkLst>
            <pc:docMk/>
            <pc:sldMk cId="1300323417" sldId="590"/>
            <ac:spMk id="10" creationId="{508825A1-73E9-CCFA-78E1-808E1FA1F92E}"/>
          </ac:spMkLst>
        </pc:spChg>
        <pc:spChg chg="mod">
          <ac:chgData name="Luis Carlos Guevara Hernandez" userId="946bcc4c-b146-4724-978c-751fab731e0a" providerId="ADAL" clId="{E8E95438-7D72-4151-95E2-CCAFE31D1FDF}" dt="2026-03-09T23:41:34.356" v="6358" actId="790"/>
          <ac:spMkLst>
            <pc:docMk/>
            <pc:sldMk cId="1300323417" sldId="590"/>
            <ac:spMk id="13" creationId="{5FEF3192-90F5-355C-7A76-3FD3D91CAC2F}"/>
          </ac:spMkLst>
        </pc:spChg>
        <pc:spChg chg="mod">
          <ac:chgData name="Luis Carlos Guevara Hernandez" userId="946bcc4c-b146-4724-978c-751fab731e0a" providerId="ADAL" clId="{E8E95438-7D72-4151-95E2-CCAFE31D1FDF}" dt="2026-03-09T23:41:34.356" v="6358" actId="790"/>
          <ac:spMkLst>
            <pc:docMk/>
            <pc:sldMk cId="1300323417" sldId="590"/>
            <ac:spMk id="15" creationId="{D11FE983-77ED-D1E9-29D7-F69727C6D16B}"/>
          </ac:spMkLst>
        </pc:spChg>
        <pc:spChg chg="mod">
          <ac:chgData name="Luis Carlos Guevara Hernandez" userId="946bcc4c-b146-4724-978c-751fab731e0a" providerId="ADAL" clId="{E8E95438-7D72-4151-95E2-CCAFE31D1FDF}" dt="2026-03-09T23:41:34.356" v="6358" actId="790"/>
          <ac:spMkLst>
            <pc:docMk/>
            <pc:sldMk cId="1300323417" sldId="590"/>
            <ac:spMk id="16" creationId="{377E418D-0D45-758E-D1DD-DA983BF224E2}"/>
          </ac:spMkLst>
        </pc:spChg>
        <pc:spChg chg="mod">
          <ac:chgData name="Luis Carlos Guevara Hernandez" userId="946bcc4c-b146-4724-978c-751fab731e0a" providerId="ADAL" clId="{E8E95438-7D72-4151-95E2-CCAFE31D1FDF}" dt="2026-03-09T23:41:34.356" v="6358" actId="790"/>
          <ac:spMkLst>
            <pc:docMk/>
            <pc:sldMk cId="1300323417" sldId="590"/>
            <ac:spMk id="17" creationId="{399BF2FD-7E92-BA88-FD86-8000353495FE}"/>
          </ac:spMkLst>
        </pc:spChg>
        <pc:spChg chg="mod">
          <ac:chgData name="Luis Carlos Guevara Hernandez" userId="946bcc4c-b146-4724-978c-751fab731e0a" providerId="ADAL" clId="{E8E95438-7D72-4151-95E2-CCAFE31D1FDF}" dt="2026-03-08T22:20:33.084" v="6182"/>
          <ac:spMkLst>
            <pc:docMk/>
            <pc:sldMk cId="1300323417" sldId="590"/>
            <ac:spMk id="19" creationId="{C1163568-B577-8513-3040-4A6CE45C08D7}"/>
          </ac:spMkLst>
        </pc:spChg>
        <pc:spChg chg="mod">
          <ac:chgData name="Luis Carlos Guevara Hernandez" userId="946bcc4c-b146-4724-978c-751fab731e0a" providerId="ADAL" clId="{E8E95438-7D72-4151-95E2-CCAFE31D1FDF}" dt="2026-03-09T23:41:34.356" v="6358" actId="790"/>
          <ac:spMkLst>
            <pc:docMk/>
            <pc:sldMk cId="1300323417" sldId="590"/>
            <ac:spMk id="20" creationId="{DEE25943-69D8-9BD6-59B2-CA156B5A0408}"/>
          </ac:spMkLst>
        </pc:spChg>
        <pc:spChg chg="mod">
          <ac:chgData name="Luis Carlos Guevara Hernandez" userId="946bcc4c-b146-4724-978c-751fab731e0a" providerId="ADAL" clId="{E8E95438-7D72-4151-95E2-CCAFE31D1FDF}" dt="2026-03-08T22:20:33.084" v="6182"/>
          <ac:spMkLst>
            <pc:docMk/>
            <pc:sldMk cId="1300323417" sldId="590"/>
            <ac:spMk id="21" creationId="{9B4CD0CE-5A3D-81DF-EA5C-A5E30BC62360}"/>
          </ac:spMkLst>
        </pc:spChg>
        <pc:spChg chg="mod">
          <ac:chgData name="Luis Carlos Guevara Hernandez" userId="946bcc4c-b146-4724-978c-751fab731e0a" providerId="ADAL" clId="{E8E95438-7D72-4151-95E2-CCAFE31D1FDF}" dt="2026-03-08T22:20:33.084" v="6182"/>
          <ac:spMkLst>
            <pc:docMk/>
            <pc:sldMk cId="1300323417" sldId="590"/>
            <ac:spMk id="22" creationId="{F61DFF4E-7B59-5A1E-491D-97E1AE309DE4}"/>
          </ac:spMkLst>
        </pc:spChg>
        <pc:spChg chg="mod">
          <ac:chgData name="Luis Carlos Guevara Hernandez" userId="946bcc4c-b146-4724-978c-751fab731e0a" providerId="ADAL" clId="{E8E95438-7D72-4151-95E2-CCAFE31D1FDF}" dt="2026-03-09T23:41:34.356" v="6358" actId="790"/>
          <ac:spMkLst>
            <pc:docMk/>
            <pc:sldMk cId="1300323417" sldId="590"/>
            <ac:spMk id="23" creationId="{7368DFC0-6BC4-D285-A0E7-A74AC6BF6FEF}"/>
          </ac:spMkLst>
        </pc:spChg>
        <pc:spChg chg="add mod">
          <ac:chgData name="Luis Carlos Guevara Hernandez" userId="946bcc4c-b146-4724-978c-751fab731e0a" providerId="ADAL" clId="{E8E95438-7D72-4151-95E2-CCAFE31D1FDF}" dt="2026-03-09T23:41:34.356" v="6358" actId="790"/>
          <ac:spMkLst>
            <pc:docMk/>
            <pc:sldMk cId="1300323417" sldId="590"/>
            <ac:spMk id="24" creationId="{A3AA6CE4-4CE5-1C84-E1B8-51A623253219}"/>
          </ac:spMkLst>
        </pc:spChg>
        <pc:spChg chg="add mod">
          <ac:chgData name="Luis Carlos Guevara Hernandez" userId="946bcc4c-b146-4724-978c-751fab731e0a" providerId="ADAL" clId="{E8E95438-7D72-4151-95E2-CCAFE31D1FDF}" dt="2026-03-08T22:23:00.771" v="6249" actId="20577"/>
          <ac:spMkLst>
            <pc:docMk/>
            <pc:sldMk cId="1300323417" sldId="590"/>
            <ac:spMk id="27" creationId="{95A7C48A-855E-4CEE-7BE8-116D7AAD4465}"/>
          </ac:spMkLst>
        </pc:spChg>
        <pc:spChg chg="add mod">
          <ac:chgData name="Luis Carlos Guevara Hernandez" userId="946bcc4c-b146-4724-978c-751fab731e0a" providerId="ADAL" clId="{E8E95438-7D72-4151-95E2-CCAFE31D1FDF}" dt="2026-03-08T22:24:28.467" v="6264"/>
          <ac:spMkLst>
            <pc:docMk/>
            <pc:sldMk cId="1300323417" sldId="590"/>
            <ac:spMk id="29" creationId="{09D42B9E-09C2-6917-A5AA-C7E72450F8C2}"/>
          </ac:spMkLst>
        </pc:spChg>
        <pc:spChg chg="add mod">
          <ac:chgData name="Luis Carlos Guevara Hernandez" userId="946bcc4c-b146-4724-978c-751fab731e0a" providerId="ADAL" clId="{E8E95438-7D72-4151-95E2-CCAFE31D1FDF}" dt="2026-03-09T23:41:34.356" v="6358" actId="790"/>
          <ac:spMkLst>
            <pc:docMk/>
            <pc:sldMk cId="1300323417" sldId="590"/>
            <ac:spMk id="30" creationId="{1C7934F8-37B4-119B-285D-00365C4D989A}"/>
          </ac:spMkLst>
        </pc:spChg>
        <pc:spChg chg="mod">
          <ac:chgData name="Luis Carlos Guevara Hernandez" userId="946bcc4c-b146-4724-978c-751fab731e0a" providerId="ADAL" clId="{E8E95438-7D72-4151-95E2-CCAFE31D1FDF}" dt="2026-03-09T23:41:34.356" v="6358" actId="790"/>
          <ac:spMkLst>
            <pc:docMk/>
            <pc:sldMk cId="1300323417" sldId="590"/>
            <ac:spMk id="117" creationId="{9FE806BB-23AE-0681-2DC4-74FC403248AE}"/>
          </ac:spMkLst>
        </pc:spChg>
        <pc:grpChg chg="mod">
          <ac:chgData name="Luis Carlos Guevara Hernandez" userId="946bcc4c-b146-4724-978c-751fab731e0a" providerId="ADAL" clId="{E8E95438-7D72-4151-95E2-CCAFE31D1FDF}" dt="2026-03-08T22:20:35.327" v="6183" actId="1076"/>
          <ac:grpSpMkLst>
            <pc:docMk/>
            <pc:sldMk cId="1300323417" sldId="590"/>
            <ac:grpSpMk id="3" creationId="{E566C7DD-2845-2E09-BE51-9D4BBA1E549E}"/>
          </ac:grpSpMkLst>
        </pc:grpChg>
        <pc:picChg chg="add mod">
          <ac:chgData name="Luis Carlos Guevara Hernandez" userId="946bcc4c-b146-4724-978c-751fab731e0a" providerId="ADAL" clId="{E8E95438-7D72-4151-95E2-CCAFE31D1FDF}" dt="2026-03-08T22:22:32.501" v="6230"/>
          <ac:picMkLst>
            <pc:docMk/>
            <pc:sldMk cId="1300323417" sldId="590"/>
            <ac:picMk id="28" creationId="{E00D983C-925F-7737-4430-2C0D7CA4EA7E}"/>
          </ac:picMkLst>
        </pc:picChg>
      </pc:sldChg>
      <pc:sldChg chg="addSp delSp modSp add mod delAnim modAnim">
        <pc:chgData name="Luis Carlos Guevara Hernandez" userId="946bcc4c-b146-4724-978c-751fab731e0a" providerId="ADAL" clId="{E8E95438-7D72-4151-95E2-CCAFE31D1FDF}" dt="2026-03-10T00:07:41.398" v="6765" actId="478"/>
        <pc:sldMkLst>
          <pc:docMk/>
          <pc:sldMk cId="2373975541" sldId="592"/>
        </pc:sldMkLst>
        <pc:spChg chg="mod">
          <ac:chgData name="Luis Carlos Guevara Hernandez" userId="946bcc4c-b146-4724-978c-751fab731e0a" providerId="ADAL" clId="{E8E95438-7D72-4151-95E2-CCAFE31D1FDF}" dt="2026-03-09T23:41:34.356" v="6358" actId="790"/>
          <ac:spMkLst>
            <pc:docMk/>
            <pc:sldMk cId="2373975541" sldId="592"/>
            <ac:spMk id="4" creationId="{A22F1EDE-AAAF-42A6-55F8-4284CE4479DA}"/>
          </ac:spMkLst>
        </pc:spChg>
        <pc:spChg chg="mod">
          <ac:chgData name="Luis Carlos Guevara Hernandez" userId="946bcc4c-b146-4724-978c-751fab731e0a" providerId="ADAL" clId="{E8E95438-7D72-4151-95E2-CCAFE31D1FDF}" dt="2026-03-10T00:07:30.299" v="6762" actId="1037"/>
          <ac:spMkLst>
            <pc:docMk/>
            <pc:sldMk cId="2373975541" sldId="592"/>
            <ac:spMk id="17" creationId="{C6260464-4969-4D4D-0EFF-016DB46EB67E}"/>
          </ac:spMkLst>
        </pc:spChg>
        <pc:spChg chg="mod">
          <ac:chgData name="Luis Carlos Guevara Hernandez" userId="946bcc4c-b146-4724-978c-751fab731e0a" providerId="ADAL" clId="{E8E95438-7D72-4151-95E2-CCAFE31D1FDF}" dt="2026-03-09T23:41:34.356" v="6358" actId="790"/>
          <ac:spMkLst>
            <pc:docMk/>
            <pc:sldMk cId="2373975541" sldId="592"/>
            <ac:spMk id="29" creationId="{A56AB221-730F-2814-2FF4-C4300B93B891}"/>
          </ac:spMkLst>
        </pc:spChg>
        <pc:spChg chg="mod">
          <ac:chgData name="Luis Carlos Guevara Hernandez" userId="946bcc4c-b146-4724-978c-751fab731e0a" providerId="ADAL" clId="{E8E95438-7D72-4151-95E2-CCAFE31D1FDF}" dt="2026-03-09T23:41:34.356" v="6358" actId="790"/>
          <ac:spMkLst>
            <pc:docMk/>
            <pc:sldMk cId="2373975541" sldId="592"/>
            <ac:spMk id="30" creationId="{0E3A6556-65E7-A383-11D4-D55F61176C93}"/>
          </ac:spMkLst>
        </pc:spChg>
        <pc:spChg chg="mod topLvl">
          <ac:chgData name="Luis Carlos Guevara Hernandez" userId="946bcc4c-b146-4724-978c-751fab731e0a" providerId="ADAL" clId="{E8E95438-7D72-4151-95E2-CCAFE31D1FDF}" dt="2026-03-08T22:26:45.320" v="6298" actId="1076"/>
          <ac:spMkLst>
            <pc:docMk/>
            <pc:sldMk cId="2373975541" sldId="592"/>
            <ac:spMk id="34" creationId="{F2DBFF07-0753-93F8-94BD-31C4872F8FC2}"/>
          </ac:spMkLst>
        </pc:spChg>
        <pc:spChg chg="mod">
          <ac:chgData name="Luis Carlos Guevara Hernandez" userId="946bcc4c-b146-4724-978c-751fab731e0a" providerId="ADAL" clId="{E8E95438-7D72-4151-95E2-CCAFE31D1FDF}" dt="2026-03-08T22:27:06.514" v="6303" actId="113"/>
          <ac:spMkLst>
            <pc:docMk/>
            <pc:sldMk cId="2373975541" sldId="592"/>
            <ac:spMk id="37" creationId="{9E8DBAB6-C557-8EDC-38CC-9069EC3833A7}"/>
          </ac:spMkLst>
        </pc:spChg>
        <pc:spChg chg="mod">
          <ac:chgData name="Luis Carlos Guevara Hernandez" userId="946bcc4c-b146-4724-978c-751fab731e0a" providerId="ADAL" clId="{E8E95438-7D72-4151-95E2-CCAFE31D1FDF}" dt="2026-03-09T23:41:34.356" v="6358" actId="790"/>
          <ac:spMkLst>
            <pc:docMk/>
            <pc:sldMk cId="2373975541" sldId="592"/>
            <ac:spMk id="38" creationId="{4757D2FA-3708-6150-80BE-1D1E9F2087BD}"/>
          </ac:spMkLst>
        </pc:spChg>
        <pc:spChg chg="add mod">
          <ac:chgData name="Luis Carlos Guevara Hernandez" userId="946bcc4c-b146-4724-978c-751fab731e0a" providerId="ADAL" clId="{E8E95438-7D72-4151-95E2-CCAFE31D1FDF}" dt="2026-03-09T23:41:34.356" v="6358" actId="790"/>
          <ac:spMkLst>
            <pc:docMk/>
            <pc:sldMk cId="2373975541" sldId="592"/>
            <ac:spMk id="40" creationId="{8A7BC959-550F-C097-E6F2-10155998A790}"/>
          </ac:spMkLst>
        </pc:spChg>
        <pc:spChg chg="add mod">
          <ac:chgData name="Luis Carlos Guevara Hernandez" userId="946bcc4c-b146-4724-978c-751fab731e0a" providerId="ADAL" clId="{E8E95438-7D72-4151-95E2-CCAFE31D1FDF}" dt="2026-03-09T23:41:34.356" v="6358" actId="790"/>
          <ac:spMkLst>
            <pc:docMk/>
            <pc:sldMk cId="2373975541" sldId="592"/>
            <ac:spMk id="41" creationId="{CCE9F256-4D11-F2FB-175C-F3BB82D6BC48}"/>
          </ac:spMkLst>
        </pc:spChg>
        <pc:spChg chg="mod">
          <ac:chgData name="Luis Carlos Guevara Hernandez" userId="946bcc4c-b146-4724-978c-751fab731e0a" providerId="ADAL" clId="{E8E95438-7D72-4151-95E2-CCAFE31D1FDF}" dt="2026-03-09T23:41:34.356" v="6358" actId="790"/>
          <ac:spMkLst>
            <pc:docMk/>
            <pc:sldMk cId="2373975541" sldId="592"/>
            <ac:spMk id="117" creationId="{5B0DC96A-A06C-9E50-C9F9-9248ABBC095A}"/>
          </ac:spMkLst>
        </pc:spChg>
        <pc:spChg chg="mod">
          <ac:chgData name="Luis Carlos Guevara Hernandez" userId="946bcc4c-b146-4724-978c-751fab731e0a" providerId="ADAL" clId="{E8E95438-7D72-4151-95E2-CCAFE31D1FDF}" dt="2026-03-09T23:41:34.356" v="6358" actId="790"/>
          <ac:spMkLst>
            <pc:docMk/>
            <pc:sldMk cId="2373975541" sldId="592"/>
            <ac:spMk id="122" creationId="{A33F7827-830C-78B0-4281-2F09EF0EDF54}"/>
          </ac:spMkLst>
        </pc:spChg>
        <pc:grpChg chg="add mod">
          <ac:chgData name="Luis Carlos Guevara Hernandez" userId="946bcc4c-b146-4724-978c-751fab731e0a" providerId="ADAL" clId="{E8E95438-7D72-4151-95E2-CCAFE31D1FDF}" dt="2026-03-08T22:26:54.779" v="6301" actId="1076"/>
          <ac:grpSpMkLst>
            <pc:docMk/>
            <pc:sldMk cId="2373975541" sldId="592"/>
            <ac:grpSpMk id="36" creationId="{28EBB0B5-18DA-ACA3-AEB9-8F22089FD3BC}"/>
          </ac:grpSpMkLst>
        </pc:grpChg>
        <pc:picChg chg="add mod">
          <ac:chgData name="Luis Carlos Guevara Hernandez" userId="946bcc4c-b146-4724-978c-751fab731e0a" providerId="ADAL" clId="{E8E95438-7D72-4151-95E2-CCAFE31D1FDF}" dt="2026-03-08T22:26:11.633" v="6286" actId="1076"/>
          <ac:picMkLst>
            <pc:docMk/>
            <pc:sldMk cId="2373975541" sldId="592"/>
            <ac:picMk id="31" creationId="{00BC4BC8-F370-1267-8FE8-C57FB664637A}"/>
          </ac:picMkLst>
        </pc:picChg>
        <pc:picChg chg="add mod">
          <ac:chgData name="Luis Carlos Guevara Hernandez" userId="946bcc4c-b146-4724-978c-751fab731e0a" providerId="ADAL" clId="{E8E95438-7D72-4151-95E2-CCAFE31D1FDF}" dt="2026-03-08T22:25:38.446" v="6277"/>
          <ac:picMkLst>
            <pc:docMk/>
            <pc:sldMk cId="2373975541" sldId="592"/>
            <ac:picMk id="32" creationId="{F4A3843C-657C-80B5-8B3E-9033BF53A467}"/>
          </ac:picMkLst>
        </pc:picChg>
      </pc:sldChg>
      <pc:sldChg chg="modSp add mod">
        <pc:chgData name="Luis Carlos Guevara Hernandez" userId="946bcc4c-b146-4724-978c-751fab731e0a" providerId="ADAL" clId="{E8E95438-7D72-4151-95E2-CCAFE31D1FDF}" dt="2026-03-09T23:41:34.356" v="6358" actId="790"/>
        <pc:sldMkLst>
          <pc:docMk/>
          <pc:sldMk cId="3952334000" sldId="593"/>
        </pc:sldMkLst>
        <pc:spChg chg="mod">
          <ac:chgData name="Luis Carlos Guevara Hernandez" userId="946bcc4c-b146-4724-978c-751fab731e0a" providerId="ADAL" clId="{E8E95438-7D72-4151-95E2-CCAFE31D1FDF}" dt="2026-03-09T23:41:34.356" v="6358" actId="790"/>
          <ac:spMkLst>
            <pc:docMk/>
            <pc:sldMk cId="3952334000" sldId="593"/>
            <ac:spMk id="2" creationId="{424727A4-285C-CEFB-0CC1-EB675D0C9F76}"/>
          </ac:spMkLst>
        </pc:spChg>
        <pc:spChg chg="mod">
          <ac:chgData name="Luis Carlos Guevara Hernandez" userId="946bcc4c-b146-4724-978c-751fab731e0a" providerId="ADAL" clId="{E8E95438-7D72-4151-95E2-CCAFE31D1FDF}" dt="2026-03-09T23:41:34.356" v="6358" actId="790"/>
          <ac:spMkLst>
            <pc:docMk/>
            <pc:sldMk cId="3952334000" sldId="593"/>
            <ac:spMk id="5" creationId="{B05841EF-CC69-F816-2B39-4E5548930A8C}"/>
          </ac:spMkLst>
        </pc:spChg>
        <pc:spChg chg="mod">
          <ac:chgData name="Luis Carlos Guevara Hernandez" userId="946bcc4c-b146-4724-978c-751fab731e0a" providerId="ADAL" clId="{E8E95438-7D72-4151-95E2-CCAFE31D1FDF}" dt="2026-03-09T23:41:34.356" v="6358" actId="790"/>
          <ac:spMkLst>
            <pc:docMk/>
            <pc:sldMk cId="3952334000" sldId="593"/>
            <ac:spMk id="8" creationId="{5569114B-695B-AC70-791C-8A95B5EA73B4}"/>
          </ac:spMkLst>
        </pc:spChg>
        <pc:spChg chg="mod">
          <ac:chgData name="Luis Carlos Guevara Hernandez" userId="946bcc4c-b146-4724-978c-751fab731e0a" providerId="ADAL" clId="{E8E95438-7D72-4151-95E2-CCAFE31D1FDF}" dt="2026-03-09T23:41:34.356" v="6358" actId="790"/>
          <ac:spMkLst>
            <pc:docMk/>
            <pc:sldMk cId="3952334000" sldId="593"/>
            <ac:spMk id="17" creationId="{4530CEB5-B524-BE25-ACBE-CABB4ADBCB74}"/>
          </ac:spMkLst>
        </pc:spChg>
        <pc:spChg chg="mod">
          <ac:chgData name="Luis Carlos Guevara Hernandez" userId="946bcc4c-b146-4724-978c-751fab731e0a" providerId="ADAL" clId="{E8E95438-7D72-4151-95E2-CCAFE31D1FDF}" dt="2026-03-09T23:41:34.356" v="6358" actId="790"/>
          <ac:spMkLst>
            <pc:docMk/>
            <pc:sldMk cId="3952334000" sldId="593"/>
            <ac:spMk id="20" creationId="{09147557-09AA-6AF8-F5A3-7E76B55731D5}"/>
          </ac:spMkLst>
        </pc:spChg>
        <pc:spChg chg="mod">
          <ac:chgData name="Luis Carlos Guevara Hernandez" userId="946bcc4c-b146-4724-978c-751fab731e0a" providerId="ADAL" clId="{E8E95438-7D72-4151-95E2-CCAFE31D1FDF}" dt="2026-03-09T23:41:34.356" v="6358" actId="790"/>
          <ac:spMkLst>
            <pc:docMk/>
            <pc:sldMk cId="3952334000" sldId="593"/>
            <ac:spMk id="21" creationId="{37181F50-331D-8B6D-A67C-1D6186CB752B}"/>
          </ac:spMkLst>
        </pc:spChg>
        <pc:spChg chg="mod">
          <ac:chgData name="Luis Carlos Guevara Hernandez" userId="946bcc4c-b146-4724-978c-751fab731e0a" providerId="ADAL" clId="{E8E95438-7D72-4151-95E2-CCAFE31D1FDF}" dt="2026-03-09T23:41:34.356" v="6358" actId="790"/>
          <ac:spMkLst>
            <pc:docMk/>
            <pc:sldMk cId="3952334000" sldId="593"/>
            <ac:spMk id="22" creationId="{BADFE3C9-21F1-79EF-F2C2-123A8BA5847C}"/>
          </ac:spMkLst>
        </pc:spChg>
        <pc:spChg chg="mod">
          <ac:chgData name="Luis Carlos Guevara Hernandez" userId="946bcc4c-b146-4724-978c-751fab731e0a" providerId="ADAL" clId="{E8E95438-7D72-4151-95E2-CCAFE31D1FDF}" dt="2026-03-09T23:41:34.356" v="6358" actId="790"/>
          <ac:spMkLst>
            <pc:docMk/>
            <pc:sldMk cId="3952334000" sldId="593"/>
            <ac:spMk id="23" creationId="{A887FE83-988D-5E8A-960E-E310FF376DCA}"/>
          </ac:spMkLst>
        </pc:spChg>
        <pc:spChg chg="mod">
          <ac:chgData name="Luis Carlos Guevara Hernandez" userId="946bcc4c-b146-4724-978c-751fab731e0a" providerId="ADAL" clId="{E8E95438-7D72-4151-95E2-CCAFE31D1FDF}" dt="2026-03-09T23:41:34.356" v="6358" actId="790"/>
          <ac:spMkLst>
            <pc:docMk/>
            <pc:sldMk cId="3952334000" sldId="593"/>
            <ac:spMk id="43" creationId="{0B52B16F-8FA4-BB8C-168F-2A52B69C07E6}"/>
          </ac:spMkLst>
        </pc:spChg>
        <pc:spChg chg="mod">
          <ac:chgData name="Luis Carlos Guevara Hernandez" userId="946bcc4c-b146-4724-978c-751fab731e0a" providerId="ADAL" clId="{E8E95438-7D72-4151-95E2-CCAFE31D1FDF}" dt="2026-03-09T23:41:34.356" v="6358" actId="790"/>
          <ac:spMkLst>
            <pc:docMk/>
            <pc:sldMk cId="3952334000" sldId="593"/>
            <ac:spMk id="44" creationId="{D6989F34-94D4-BC71-50EA-B47302CB5145}"/>
          </ac:spMkLst>
        </pc:spChg>
      </pc:sldChg>
      <pc:sldChg chg="addSp delSp modSp add mod delAnim modAnim">
        <pc:chgData name="Luis Carlos Guevara Hernandez" userId="946bcc4c-b146-4724-978c-751fab731e0a" providerId="ADAL" clId="{E8E95438-7D72-4151-95E2-CCAFE31D1FDF}" dt="2026-03-10T17:23:26.788" v="7119" actId="14100"/>
        <pc:sldMkLst>
          <pc:docMk/>
          <pc:sldMk cId="4168729142" sldId="595"/>
        </pc:sldMkLst>
        <pc:spChg chg="add mod">
          <ac:chgData name="Luis Carlos Guevara Hernandez" userId="946bcc4c-b146-4724-978c-751fab731e0a" providerId="ADAL" clId="{E8E95438-7D72-4151-95E2-CCAFE31D1FDF}" dt="2026-03-10T00:13:14.349" v="6868"/>
          <ac:spMkLst>
            <pc:docMk/>
            <pc:sldMk cId="4168729142" sldId="595"/>
            <ac:spMk id="60" creationId="{2C4F5843-D3C0-0D28-EE79-C00366EB7F0E}"/>
          </ac:spMkLst>
        </pc:spChg>
        <pc:spChg chg="mod">
          <ac:chgData name="Luis Carlos Guevara Hernandez" userId="946bcc4c-b146-4724-978c-751fab731e0a" providerId="ADAL" clId="{E8E95438-7D72-4151-95E2-CCAFE31D1FDF}" dt="2026-03-10T00:13:14.349" v="6868"/>
          <ac:spMkLst>
            <pc:docMk/>
            <pc:sldMk cId="4168729142" sldId="595"/>
            <ac:spMk id="62" creationId="{77B2F448-66C3-EFB9-04DF-2BB0D70145B0}"/>
          </ac:spMkLst>
        </pc:spChg>
        <pc:spChg chg="mod">
          <ac:chgData name="Luis Carlos Guevara Hernandez" userId="946bcc4c-b146-4724-978c-751fab731e0a" providerId="ADAL" clId="{E8E95438-7D72-4151-95E2-CCAFE31D1FDF}" dt="2026-03-10T17:23:26.788" v="7119" actId="14100"/>
          <ac:spMkLst>
            <pc:docMk/>
            <pc:sldMk cId="4168729142" sldId="595"/>
            <ac:spMk id="63" creationId="{7ADA5440-C493-74B0-6303-D7991466BEE2}"/>
          </ac:spMkLst>
        </pc:spChg>
        <pc:spChg chg="add mod">
          <ac:chgData name="Luis Carlos Guevara Hernandez" userId="946bcc4c-b146-4724-978c-751fab731e0a" providerId="ADAL" clId="{E8E95438-7D72-4151-95E2-CCAFE31D1FDF}" dt="2026-03-10T00:13:14.349" v="6868"/>
          <ac:spMkLst>
            <pc:docMk/>
            <pc:sldMk cId="4168729142" sldId="595"/>
            <ac:spMk id="1024" creationId="{9EF7E5F9-1AA1-D90D-EEA4-E203D74291D4}"/>
          </ac:spMkLst>
        </pc:spChg>
        <pc:spChg chg="add mod">
          <ac:chgData name="Luis Carlos Guevara Hernandez" userId="946bcc4c-b146-4724-978c-751fab731e0a" providerId="ADAL" clId="{E8E95438-7D72-4151-95E2-CCAFE31D1FDF}" dt="2026-03-10T00:13:14.349" v="6868"/>
          <ac:spMkLst>
            <pc:docMk/>
            <pc:sldMk cId="4168729142" sldId="595"/>
            <ac:spMk id="1025" creationId="{A2FCC194-FC81-6932-D496-EFDBF598A019}"/>
          </ac:spMkLst>
        </pc:spChg>
        <pc:spChg chg="add mod">
          <ac:chgData name="Luis Carlos Guevara Hernandez" userId="946bcc4c-b146-4724-978c-751fab731e0a" providerId="ADAL" clId="{E8E95438-7D72-4151-95E2-CCAFE31D1FDF}" dt="2026-03-10T00:13:14.349" v="6868"/>
          <ac:spMkLst>
            <pc:docMk/>
            <pc:sldMk cId="4168729142" sldId="595"/>
            <ac:spMk id="1027" creationId="{E173631E-46DB-A912-499A-13C9F5D14D80}"/>
          </ac:spMkLst>
        </pc:spChg>
        <pc:spChg chg="add mod">
          <ac:chgData name="Luis Carlos Guevara Hernandez" userId="946bcc4c-b146-4724-978c-751fab731e0a" providerId="ADAL" clId="{E8E95438-7D72-4151-95E2-CCAFE31D1FDF}" dt="2026-03-10T00:13:14.349" v="6868"/>
          <ac:spMkLst>
            <pc:docMk/>
            <pc:sldMk cId="4168729142" sldId="595"/>
            <ac:spMk id="1028" creationId="{C0C5DE55-C220-D94B-CCA0-DCDD65930A9C}"/>
          </ac:spMkLst>
        </pc:spChg>
        <pc:spChg chg="add mod">
          <ac:chgData name="Luis Carlos Guevara Hernandez" userId="946bcc4c-b146-4724-978c-751fab731e0a" providerId="ADAL" clId="{E8E95438-7D72-4151-95E2-CCAFE31D1FDF}" dt="2026-03-10T00:13:14.349" v="6868"/>
          <ac:spMkLst>
            <pc:docMk/>
            <pc:sldMk cId="4168729142" sldId="595"/>
            <ac:spMk id="1029" creationId="{CC781BB1-9CBF-3709-2F28-EAEF6EAEFEBA}"/>
          </ac:spMkLst>
        </pc:spChg>
        <pc:spChg chg="add mod">
          <ac:chgData name="Luis Carlos Guevara Hernandez" userId="946bcc4c-b146-4724-978c-751fab731e0a" providerId="ADAL" clId="{E8E95438-7D72-4151-95E2-CCAFE31D1FDF}" dt="2026-03-10T00:13:14.349" v="6868"/>
          <ac:spMkLst>
            <pc:docMk/>
            <pc:sldMk cId="4168729142" sldId="595"/>
            <ac:spMk id="1030" creationId="{33354460-E52F-64BB-6DC3-B480FB0A45F7}"/>
          </ac:spMkLst>
        </pc:spChg>
        <pc:grpChg chg="add mod">
          <ac:chgData name="Luis Carlos Guevara Hernandez" userId="946bcc4c-b146-4724-978c-751fab731e0a" providerId="ADAL" clId="{E8E95438-7D72-4151-95E2-CCAFE31D1FDF}" dt="2026-03-10T00:13:14.349" v="6868"/>
          <ac:grpSpMkLst>
            <pc:docMk/>
            <pc:sldMk cId="4168729142" sldId="595"/>
            <ac:grpSpMk id="61" creationId="{8CE73A57-B8BC-018A-09BD-15F1AB38DE91}"/>
          </ac:grpSpMkLst>
        </pc:grpChg>
      </pc:sldChg>
      <pc:sldChg chg="addSp delSp modSp add mod delAnim">
        <pc:chgData name="Luis Carlos Guevara Hernandez" userId="946bcc4c-b146-4724-978c-751fab731e0a" providerId="ADAL" clId="{E8E95438-7D72-4151-95E2-CCAFE31D1FDF}" dt="2026-03-10T17:05:43.239" v="6931" actId="1076"/>
        <pc:sldMkLst>
          <pc:docMk/>
          <pc:sldMk cId="704406472" sldId="596"/>
        </pc:sldMkLst>
        <pc:spChg chg="add mod">
          <ac:chgData name="Luis Carlos Guevara Hernandez" userId="946bcc4c-b146-4724-978c-751fab731e0a" providerId="ADAL" clId="{E8E95438-7D72-4151-95E2-CCAFE31D1FDF}" dt="2026-03-10T00:13:34.240" v="6869" actId="1076"/>
          <ac:spMkLst>
            <pc:docMk/>
            <pc:sldMk cId="704406472" sldId="596"/>
            <ac:spMk id="3" creationId="{803D7C36-CA83-039A-7EA6-F03ADF4122A7}"/>
          </ac:spMkLst>
        </pc:spChg>
        <pc:spChg chg="add mod">
          <ac:chgData name="Luis Carlos Guevara Hernandez" userId="946bcc4c-b146-4724-978c-751fab731e0a" providerId="ADAL" clId="{E8E95438-7D72-4151-95E2-CCAFE31D1FDF}" dt="2026-03-10T00:13:34.240" v="6869" actId="1076"/>
          <ac:spMkLst>
            <pc:docMk/>
            <pc:sldMk cId="704406472" sldId="596"/>
            <ac:spMk id="4" creationId="{43AB9937-BC4C-D7B8-692B-0F7788EF3871}"/>
          </ac:spMkLst>
        </pc:spChg>
        <pc:spChg chg="mod">
          <ac:chgData name="Luis Carlos Guevara Hernandez" userId="946bcc4c-b146-4724-978c-751fab731e0a" providerId="ADAL" clId="{E8E95438-7D72-4151-95E2-CCAFE31D1FDF}" dt="2026-03-10T00:13:34.240" v="6869" actId="1076"/>
          <ac:spMkLst>
            <pc:docMk/>
            <pc:sldMk cId="704406472" sldId="596"/>
            <ac:spMk id="7" creationId="{4BDF2987-A731-CCA7-185B-5C0ED6D40D37}"/>
          </ac:spMkLst>
        </pc:spChg>
        <pc:spChg chg="mod">
          <ac:chgData name="Luis Carlos Guevara Hernandez" userId="946bcc4c-b146-4724-978c-751fab731e0a" providerId="ADAL" clId="{E8E95438-7D72-4151-95E2-CCAFE31D1FDF}" dt="2026-03-10T17:05:43.239" v="6931" actId="1076"/>
          <ac:spMkLst>
            <pc:docMk/>
            <pc:sldMk cId="704406472" sldId="596"/>
            <ac:spMk id="15" creationId="{03C6C408-DC2B-AB52-94A5-01321E62EAAC}"/>
          </ac:spMkLst>
        </pc:spChg>
        <pc:spChg chg="mod">
          <ac:chgData name="Luis Carlos Guevara Hernandez" userId="946bcc4c-b146-4724-978c-751fab731e0a" providerId="ADAL" clId="{E8E95438-7D72-4151-95E2-CCAFE31D1FDF}" dt="2026-03-10T00:12:11.008" v="6854" actId="14100"/>
          <ac:spMkLst>
            <pc:docMk/>
            <pc:sldMk cId="704406472" sldId="596"/>
            <ac:spMk id="21" creationId="{E20318FE-82D7-EDC3-231B-D8FC1626F37C}"/>
          </ac:spMkLst>
        </pc:spChg>
        <pc:spChg chg="mod">
          <ac:chgData name="Luis Carlos Guevara Hernandez" userId="946bcc4c-b146-4724-978c-751fab731e0a" providerId="ADAL" clId="{E8E95438-7D72-4151-95E2-CCAFE31D1FDF}" dt="2026-03-10T00:34:49.965" v="6916" actId="20577"/>
          <ac:spMkLst>
            <pc:docMk/>
            <pc:sldMk cId="704406472" sldId="596"/>
            <ac:spMk id="22" creationId="{0FE0B4B6-75B9-C8E2-FB7F-5C292FE2BE1C}"/>
          </ac:spMkLst>
        </pc:spChg>
        <pc:spChg chg="mod">
          <ac:chgData name="Luis Carlos Guevara Hernandez" userId="946bcc4c-b146-4724-978c-751fab731e0a" providerId="ADAL" clId="{E8E95438-7D72-4151-95E2-CCAFE31D1FDF}" dt="2026-03-10T00:10:55.836" v="6830"/>
          <ac:spMkLst>
            <pc:docMk/>
            <pc:sldMk cId="704406472" sldId="596"/>
            <ac:spMk id="23" creationId="{34DCB4FA-2B48-84CB-8CD8-86A8529D42A0}"/>
          </ac:spMkLst>
        </pc:spChg>
        <pc:spChg chg="mod">
          <ac:chgData name="Luis Carlos Guevara Hernandez" userId="946bcc4c-b146-4724-978c-751fab731e0a" providerId="ADAL" clId="{E8E95438-7D72-4151-95E2-CCAFE31D1FDF}" dt="2026-03-10T00:14:36.333" v="6888" actId="1076"/>
          <ac:spMkLst>
            <pc:docMk/>
            <pc:sldMk cId="704406472" sldId="596"/>
            <ac:spMk id="29" creationId="{6FDDFD04-518E-DA75-60E9-F9914CE1D9FD}"/>
          </ac:spMkLst>
        </pc:spChg>
        <pc:spChg chg="mod">
          <ac:chgData name="Luis Carlos Guevara Hernandez" userId="946bcc4c-b146-4724-978c-751fab731e0a" providerId="ADAL" clId="{E8E95438-7D72-4151-95E2-CCAFE31D1FDF}" dt="2026-03-10T00:12:13.038" v="6855" actId="14100"/>
          <ac:spMkLst>
            <pc:docMk/>
            <pc:sldMk cId="704406472" sldId="596"/>
            <ac:spMk id="33" creationId="{B9F60AC8-C9C6-880E-4524-0B85F6963075}"/>
          </ac:spMkLst>
        </pc:spChg>
        <pc:spChg chg="mod">
          <ac:chgData name="Luis Carlos Guevara Hernandez" userId="946bcc4c-b146-4724-978c-751fab731e0a" providerId="ADAL" clId="{E8E95438-7D72-4151-95E2-CCAFE31D1FDF}" dt="2026-03-10T00:11:21.788" v="6842"/>
          <ac:spMkLst>
            <pc:docMk/>
            <pc:sldMk cId="704406472" sldId="596"/>
            <ac:spMk id="34" creationId="{D77422A6-3D5E-7F35-94F0-690FACD0ED49}"/>
          </ac:spMkLst>
        </pc:spChg>
        <pc:spChg chg="add mod">
          <ac:chgData name="Luis Carlos Guevara Hernandez" userId="946bcc4c-b146-4724-978c-751fab731e0a" providerId="ADAL" clId="{E8E95438-7D72-4151-95E2-CCAFE31D1FDF}" dt="2026-03-10T00:13:40.918" v="6871" actId="14100"/>
          <ac:spMkLst>
            <pc:docMk/>
            <pc:sldMk cId="704406472" sldId="596"/>
            <ac:spMk id="36" creationId="{F5042E52-F53F-63E2-0A4C-D7572FF848AC}"/>
          </ac:spMkLst>
        </pc:spChg>
        <pc:spChg chg="add mod">
          <ac:chgData name="Luis Carlos Guevara Hernandez" userId="946bcc4c-b146-4724-978c-751fab731e0a" providerId="ADAL" clId="{E8E95438-7D72-4151-95E2-CCAFE31D1FDF}" dt="2026-03-10T00:13:48.679" v="6874" actId="14100"/>
          <ac:spMkLst>
            <pc:docMk/>
            <pc:sldMk cId="704406472" sldId="596"/>
            <ac:spMk id="37" creationId="{FFE273CD-12E3-7B57-2230-C8A675CB6A9F}"/>
          </ac:spMkLst>
        </pc:spChg>
        <pc:spChg chg="add mod">
          <ac:chgData name="Luis Carlos Guevara Hernandez" userId="946bcc4c-b146-4724-978c-751fab731e0a" providerId="ADAL" clId="{E8E95438-7D72-4151-95E2-CCAFE31D1FDF}" dt="2026-03-10T00:14:30.165" v="6887" actId="14100"/>
          <ac:spMkLst>
            <pc:docMk/>
            <pc:sldMk cId="704406472" sldId="596"/>
            <ac:spMk id="39" creationId="{B4E2AA5A-9F86-486D-C463-63BD8EFB2381}"/>
          </ac:spMkLst>
        </pc:spChg>
        <pc:spChg chg="add mod">
          <ac:chgData name="Luis Carlos Guevara Hernandez" userId="946bcc4c-b146-4724-978c-751fab731e0a" providerId="ADAL" clId="{E8E95438-7D72-4151-95E2-CCAFE31D1FDF}" dt="2026-03-10T00:42:53.416" v="6925" actId="14100"/>
          <ac:spMkLst>
            <pc:docMk/>
            <pc:sldMk cId="704406472" sldId="596"/>
            <ac:spMk id="40" creationId="{EA3BEF38-0131-691C-0D2C-6073DD9916B5}"/>
          </ac:spMkLst>
        </pc:spChg>
        <pc:spChg chg="add mod">
          <ac:chgData name="Luis Carlos Guevara Hernandez" userId="946bcc4c-b146-4724-978c-751fab731e0a" providerId="ADAL" clId="{E8E95438-7D72-4151-95E2-CCAFE31D1FDF}" dt="2026-03-10T00:42:31.696" v="6918" actId="1076"/>
          <ac:spMkLst>
            <pc:docMk/>
            <pc:sldMk cId="704406472" sldId="596"/>
            <ac:spMk id="41" creationId="{C30828B0-1A2C-B56F-D38A-0C0B68BEA9BD}"/>
          </ac:spMkLst>
        </pc:spChg>
        <pc:spChg chg="add mod">
          <ac:chgData name="Luis Carlos Guevara Hernandez" userId="946bcc4c-b146-4724-978c-751fab731e0a" providerId="ADAL" clId="{E8E95438-7D72-4151-95E2-CCAFE31D1FDF}" dt="2026-03-10T00:43:00.249" v="6928" actId="14100"/>
          <ac:spMkLst>
            <pc:docMk/>
            <pc:sldMk cId="704406472" sldId="596"/>
            <ac:spMk id="43" creationId="{43D38BDB-5E26-F198-1B42-AF025D13E940}"/>
          </ac:spMkLst>
        </pc:spChg>
        <pc:spChg chg="add mod">
          <ac:chgData name="Luis Carlos Guevara Hernandez" userId="946bcc4c-b146-4724-978c-751fab731e0a" providerId="ADAL" clId="{E8E95438-7D72-4151-95E2-CCAFE31D1FDF}" dt="2026-03-10T00:42:40.276" v="6922" actId="20577"/>
          <ac:spMkLst>
            <pc:docMk/>
            <pc:sldMk cId="704406472" sldId="596"/>
            <ac:spMk id="44" creationId="{DAF4FEBE-A29E-7317-CE5B-86CC7678B6B0}"/>
          </ac:spMkLst>
        </pc:spChg>
        <pc:grpChg chg="add mod">
          <ac:chgData name="Luis Carlos Guevara Hernandez" userId="946bcc4c-b146-4724-978c-751fab731e0a" providerId="ADAL" clId="{E8E95438-7D72-4151-95E2-CCAFE31D1FDF}" dt="2026-03-10T00:13:34.240" v="6869" actId="1076"/>
          <ac:grpSpMkLst>
            <pc:docMk/>
            <pc:sldMk cId="704406472" sldId="596"/>
            <ac:grpSpMk id="17" creationId="{4E64ED0F-D7D1-A546-47F1-9186AE1D3486}"/>
          </ac:grpSpMkLst>
        </pc:grpChg>
        <pc:grpChg chg="add mod">
          <ac:chgData name="Luis Carlos Guevara Hernandez" userId="946bcc4c-b146-4724-978c-751fab731e0a" providerId="ADAL" clId="{E8E95438-7D72-4151-95E2-CCAFE31D1FDF}" dt="2026-03-10T00:13:34.240" v="6869" actId="1076"/>
          <ac:grpSpMkLst>
            <pc:docMk/>
            <pc:sldMk cId="704406472" sldId="596"/>
            <ac:grpSpMk id="32" creationId="{DEE62A28-45FF-FAAE-24E6-D991526E4945}"/>
          </ac:grpSpMkLst>
        </pc:grpChg>
      </pc:sldChg>
      <pc:sldChg chg="addSp delSp modSp add mod delAnim modAnim">
        <pc:chgData name="Luis Carlos Guevara Hernandez" userId="946bcc4c-b146-4724-978c-751fab731e0a" providerId="ADAL" clId="{E8E95438-7D72-4151-95E2-CCAFE31D1FDF}" dt="2026-03-10T18:40:17.545" v="7806" actId="1035"/>
        <pc:sldMkLst>
          <pc:docMk/>
          <pc:sldMk cId="153259992" sldId="597"/>
        </pc:sldMkLst>
        <pc:spChg chg="add mod">
          <ac:chgData name="Luis Carlos Guevara Hernandez" userId="946bcc4c-b146-4724-978c-751fab731e0a" providerId="ADAL" clId="{E8E95438-7D72-4151-95E2-CCAFE31D1FDF}" dt="2026-03-10T17:05:44.917" v="6932"/>
          <ac:spMkLst>
            <pc:docMk/>
            <pc:sldMk cId="153259992" sldId="597"/>
            <ac:spMk id="2" creationId="{5A15DBA3-0C08-FFBF-C104-B51B8EF1DBA6}"/>
          </ac:spMkLst>
        </pc:spChg>
        <pc:spChg chg="add mod">
          <ac:chgData name="Luis Carlos Guevara Hernandez" userId="946bcc4c-b146-4724-978c-751fab731e0a" providerId="ADAL" clId="{E8E95438-7D72-4151-95E2-CCAFE31D1FDF}" dt="2026-03-10T17:19:04.677" v="7103" actId="1076"/>
          <ac:spMkLst>
            <pc:docMk/>
            <pc:sldMk cId="153259992" sldId="597"/>
            <ac:spMk id="9" creationId="{976618D1-DD82-D998-AE5D-3FAF99C16BF1}"/>
          </ac:spMkLst>
        </pc:spChg>
        <pc:spChg chg="add mod">
          <ac:chgData name="Luis Carlos Guevara Hernandez" userId="946bcc4c-b146-4724-978c-751fab731e0a" providerId="ADAL" clId="{E8E95438-7D72-4151-95E2-CCAFE31D1FDF}" dt="2026-03-10T17:19:04.677" v="7103" actId="1076"/>
          <ac:spMkLst>
            <pc:docMk/>
            <pc:sldMk cId="153259992" sldId="597"/>
            <ac:spMk id="10" creationId="{C6AB8F70-6AC6-E29B-50DD-B9C81D1EBAA3}"/>
          </ac:spMkLst>
        </pc:spChg>
        <pc:spChg chg="add mod">
          <ac:chgData name="Luis Carlos Guevara Hernandez" userId="946bcc4c-b146-4724-978c-751fab731e0a" providerId="ADAL" clId="{E8E95438-7D72-4151-95E2-CCAFE31D1FDF}" dt="2026-03-10T17:19:45.011" v="7108" actId="20577"/>
          <ac:spMkLst>
            <pc:docMk/>
            <pc:sldMk cId="153259992" sldId="597"/>
            <ac:spMk id="12" creationId="{49ACA20A-E8E2-C8E4-8D4C-9448272BBAAB}"/>
          </ac:spMkLst>
        </pc:spChg>
        <pc:spChg chg="add mod">
          <ac:chgData name="Luis Carlos Guevara Hernandez" userId="946bcc4c-b146-4724-978c-751fab731e0a" providerId="ADAL" clId="{E8E95438-7D72-4151-95E2-CCAFE31D1FDF}" dt="2026-03-10T17:12:40.986" v="7014" actId="14100"/>
          <ac:spMkLst>
            <pc:docMk/>
            <pc:sldMk cId="153259992" sldId="597"/>
            <ac:spMk id="14" creationId="{863931E4-275F-9663-2B39-C38F4B72FDAF}"/>
          </ac:spMkLst>
        </pc:spChg>
        <pc:spChg chg="mod">
          <ac:chgData name="Luis Carlos Guevara Hernandez" userId="946bcc4c-b146-4724-978c-751fab731e0a" providerId="ADAL" clId="{E8E95438-7D72-4151-95E2-CCAFE31D1FDF}" dt="2026-03-10T17:19:04.677" v="7103" actId="1076"/>
          <ac:spMkLst>
            <pc:docMk/>
            <pc:sldMk cId="153259992" sldId="597"/>
            <ac:spMk id="18" creationId="{31881FB8-F44F-11D6-FCE9-5895F00384E3}"/>
          </ac:spMkLst>
        </pc:spChg>
        <pc:spChg chg="mod">
          <ac:chgData name="Luis Carlos Guevara Hernandez" userId="946bcc4c-b146-4724-978c-751fab731e0a" providerId="ADAL" clId="{E8E95438-7D72-4151-95E2-CCAFE31D1FDF}" dt="2026-03-10T17:19:04.677" v="7103" actId="1076"/>
          <ac:spMkLst>
            <pc:docMk/>
            <pc:sldMk cId="153259992" sldId="597"/>
            <ac:spMk id="20" creationId="{F48CD8E3-33BA-B133-6362-7F0C53B87F72}"/>
          </ac:spMkLst>
        </pc:spChg>
        <pc:spChg chg="add mod">
          <ac:chgData name="Luis Carlos Guevara Hernandez" userId="946bcc4c-b146-4724-978c-751fab731e0a" providerId="ADAL" clId="{E8E95438-7D72-4151-95E2-CCAFE31D1FDF}" dt="2026-03-10T17:19:15.143" v="7105" actId="1076"/>
          <ac:spMkLst>
            <pc:docMk/>
            <pc:sldMk cId="153259992" sldId="597"/>
            <ac:spMk id="25" creationId="{9D7FCAA6-11BD-D1F7-DECC-572B708A98DD}"/>
          </ac:spMkLst>
        </pc:spChg>
        <pc:spChg chg="add mod">
          <ac:chgData name="Luis Carlos Guevara Hernandez" userId="946bcc4c-b146-4724-978c-751fab731e0a" providerId="ADAL" clId="{E8E95438-7D72-4151-95E2-CCAFE31D1FDF}" dt="2026-03-10T17:19:04.677" v="7103" actId="1076"/>
          <ac:spMkLst>
            <pc:docMk/>
            <pc:sldMk cId="153259992" sldId="597"/>
            <ac:spMk id="26" creationId="{79A47510-72E3-7CC9-429F-93F72D43CDA2}"/>
          </ac:spMkLst>
        </pc:spChg>
        <pc:spChg chg="add mod">
          <ac:chgData name="Luis Carlos Guevara Hernandez" userId="946bcc4c-b146-4724-978c-751fab731e0a" providerId="ADAL" clId="{E8E95438-7D72-4151-95E2-CCAFE31D1FDF}" dt="2026-03-10T17:19:15.143" v="7105" actId="1076"/>
          <ac:spMkLst>
            <pc:docMk/>
            <pc:sldMk cId="153259992" sldId="597"/>
            <ac:spMk id="28" creationId="{79C3951D-A284-0401-1AF8-C292588ED22B}"/>
          </ac:spMkLst>
        </pc:spChg>
        <pc:spChg chg="add mod">
          <ac:chgData name="Luis Carlos Guevara Hernandez" userId="946bcc4c-b146-4724-978c-751fab731e0a" providerId="ADAL" clId="{E8E95438-7D72-4151-95E2-CCAFE31D1FDF}" dt="2026-03-10T17:13:17.396" v="7020" actId="1076"/>
          <ac:spMkLst>
            <pc:docMk/>
            <pc:sldMk cId="153259992" sldId="597"/>
            <ac:spMk id="31" creationId="{DE6F0C08-7BA4-97BC-339A-8DAA38511A61}"/>
          </ac:spMkLst>
        </pc:spChg>
        <pc:spChg chg="add mod">
          <ac:chgData name="Luis Carlos Guevara Hernandez" userId="946bcc4c-b146-4724-978c-751fab731e0a" providerId="ADAL" clId="{E8E95438-7D72-4151-95E2-CCAFE31D1FDF}" dt="2026-03-10T17:19:04.677" v="7103" actId="1076"/>
          <ac:spMkLst>
            <pc:docMk/>
            <pc:sldMk cId="153259992" sldId="597"/>
            <ac:spMk id="35" creationId="{CCD28BDD-E704-9429-7B76-AB5940A795BC}"/>
          </ac:spMkLst>
        </pc:spChg>
        <pc:spChg chg="add mod">
          <ac:chgData name="Luis Carlos Guevara Hernandez" userId="946bcc4c-b146-4724-978c-751fab731e0a" providerId="ADAL" clId="{E8E95438-7D72-4151-95E2-CCAFE31D1FDF}" dt="2026-03-10T17:19:04.677" v="7103" actId="1076"/>
          <ac:spMkLst>
            <pc:docMk/>
            <pc:sldMk cId="153259992" sldId="597"/>
            <ac:spMk id="38" creationId="{244595E9-0C8C-0B1D-A8C6-1449C3A68555}"/>
          </ac:spMkLst>
        </pc:spChg>
        <pc:spChg chg="add mod">
          <ac:chgData name="Luis Carlos Guevara Hernandez" userId="946bcc4c-b146-4724-978c-751fab731e0a" providerId="ADAL" clId="{E8E95438-7D72-4151-95E2-CCAFE31D1FDF}" dt="2026-03-10T17:19:04.677" v="7103" actId="1076"/>
          <ac:spMkLst>
            <pc:docMk/>
            <pc:sldMk cId="153259992" sldId="597"/>
            <ac:spMk id="42" creationId="{3709A9C9-04F4-3905-AFBB-0A3854A66547}"/>
          </ac:spMkLst>
        </pc:spChg>
        <pc:spChg chg="mod topLvl">
          <ac:chgData name="Luis Carlos Guevara Hernandez" userId="946bcc4c-b146-4724-978c-751fab731e0a" providerId="ADAL" clId="{E8E95438-7D72-4151-95E2-CCAFE31D1FDF}" dt="2026-03-10T17:19:15.143" v="7105" actId="1076"/>
          <ac:spMkLst>
            <pc:docMk/>
            <pc:sldMk cId="153259992" sldId="597"/>
            <ac:spMk id="46" creationId="{705C71F3-7256-46E1-AD64-0E4A6B06E8C6}"/>
          </ac:spMkLst>
        </pc:spChg>
        <pc:spChg chg="mod topLvl">
          <ac:chgData name="Luis Carlos Guevara Hernandez" userId="946bcc4c-b146-4724-978c-751fab731e0a" providerId="ADAL" clId="{E8E95438-7D72-4151-95E2-CCAFE31D1FDF}" dt="2026-03-10T17:19:15.143" v="7105" actId="1076"/>
          <ac:spMkLst>
            <pc:docMk/>
            <pc:sldMk cId="153259992" sldId="597"/>
            <ac:spMk id="52" creationId="{8771D130-6AB6-57BF-0732-53DE39C63F82}"/>
          </ac:spMkLst>
        </pc:spChg>
        <pc:spChg chg="add mod ord">
          <ac:chgData name="Luis Carlos Guevara Hernandez" userId="946bcc4c-b146-4724-978c-751fab731e0a" providerId="ADAL" clId="{E8E95438-7D72-4151-95E2-CCAFE31D1FDF}" dt="2026-03-10T18:23:53.326" v="7724" actId="20577"/>
          <ac:spMkLst>
            <pc:docMk/>
            <pc:sldMk cId="153259992" sldId="597"/>
            <ac:spMk id="54" creationId="{9C0A9120-4234-DA94-E272-51CF596F05FC}"/>
          </ac:spMkLst>
        </pc:spChg>
        <pc:spChg chg="add mod">
          <ac:chgData name="Luis Carlos Guevara Hernandez" userId="946bcc4c-b146-4724-978c-751fab731e0a" providerId="ADAL" clId="{E8E95438-7D72-4151-95E2-CCAFE31D1FDF}" dt="2026-03-10T18:40:17.545" v="7806" actId="1035"/>
          <ac:spMkLst>
            <pc:docMk/>
            <pc:sldMk cId="153259992" sldId="597"/>
            <ac:spMk id="55" creationId="{0467553B-E513-7BC9-3E4C-5857EB28537E}"/>
          </ac:spMkLst>
        </pc:spChg>
        <pc:spChg chg="add mod">
          <ac:chgData name="Luis Carlos Guevara Hernandez" userId="946bcc4c-b146-4724-978c-751fab731e0a" providerId="ADAL" clId="{E8E95438-7D72-4151-95E2-CCAFE31D1FDF}" dt="2026-03-10T18:40:12.690" v="7803" actId="14100"/>
          <ac:spMkLst>
            <pc:docMk/>
            <pc:sldMk cId="153259992" sldId="597"/>
            <ac:spMk id="56" creationId="{AC680FD5-2737-26DD-86EE-458FCD189EC4}"/>
          </ac:spMkLst>
        </pc:spChg>
        <pc:spChg chg="mod">
          <ac:chgData name="Luis Carlos Guevara Hernandez" userId="946bcc4c-b146-4724-978c-751fab731e0a" providerId="ADAL" clId="{E8E95438-7D72-4151-95E2-CCAFE31D1FDF}" dt="2026-03-10T18:40:15.245" v="7804" actId="14100"/>
          <ac:spMkLst>
            <pc:docMk/>
            <pc:sldMk cId="153259992" sldId="597"/>
            <ac:spMk id="59" creationId="{A1CFE27E-B6AE-2F47-229B-D57C80793F33}"/>
          </ac:spMkLst>
        </pc:spChg>
        <pc:spChg chg="mod">
          <ac:chgData name="Luis Carlos Guevara Hernandez" userId="946bcc4c-b146-4724-978c-751fab731e0a" providerId="ADAL" clId="{E8E95438-7D72-4151-95E2-CCAFE31D1FDF}" dt="2026-03-10T18:23:49.088" v="7721" actId="20577"/>
          <ac:spMkLst>
            <pc:docMk/>
            <pc:sldMk cId="153259992" sldId="597"/>
            <ac:spMk id="60" creationId="{994AF25D-6F42-4638-1331-D7C1CEDFFA00}"/>
          </ac:spMkLst>
        </pc:spChg>
        <pc:spChg chg="mod">
          <ac:chgData name="Luis Carlos Guevara Hernandez" userId="946bcc4c-b146-4724-978c-751fab731e0a" providerId="ADAL" clId="{E8E95438-7D72-4151-95E2-CCAFE31D1FDF}" dt="2026-03-10T18:40:17.093" v="7805" actId="14100"/>
          <ac:spMkLst>
            <pc:docMk/>
            <pc:sldMk cId="153259992" sldId="597"/>
            <ac:spMk id="62" creationId="{DE82D8EE-29CA-BEF2-5915-4461B9BFEA69}"/>
          </ac:spMkLst>
        </pc:spChg>
        <pc:spChg chg="mod">
          <ac:chgData name="Luis Carlos Guevara Hernandez" userId="946bcc4c-b146-4724-978c-751fab731e0a" providerId="ADAL" clId="{E8E95438-7D72-4151-95E2-CCAFE31D1FDF}" dt="2026-03-10T18:23:26.198" v="7714" actId="404"/>
          <ac:spMkLst>
            <pc:docMk/>
            <pc:sldMk cId="153259992" sldId="597"/>
            <ac:spMk id="63" creationId="{3EE7F56B-47BB-F912-9320-A4D6B6869A7C}"/>
          </ac:spMkLst>
        </pc:spChg>
        <pc:grpChg chg="add mod">
          <ac:chgData name="Luis Carlos Guevara Hernandez" userId="946bcc4c-b146-4724-978c-751fab731e0a" providerId="ADAL" clId="{E8E95438-7D72-4151-95E2-CCAFE31D1FDF}" dt="2026-03-10T17:19:15.143" v="7105" actId="1076"/>
          <ac:grpSpMkLst>
            <pc:docMk/>
            <pc:sldMk cId="153259992" sldId="597"/>
            <ac:grpSpMk id="57" creationId="{C323AA1E-C2DA-8FBD-05F1-F93E02E9243B}"/>
          </ac:grpSpMkLst>
        </pc:grpChg>
        <pc:grpChg chg="add mod">
          <ac:chgData name="Luis Carlos Guevara Hernandez" userId="946bcc4c-b146-4724-978c-751fab731e0a" providerId="ADAL" clId="{E8E95438-7D72-4151-95E2-CCAFE31D1FDF}" dt="2026-03-10T17:19:15.143" v="7105" actId="1076"/>
          <ac:grpSpMkLst>
            <pc:docMk/>
            <pc:sldMk cId="153259992" sldId="597"/>
            <ac:grpSpMk id="58" creationId="{C0709AE3-29E4-E30D-7E00-DED9D38C5EE8}"/>
          </ac:grpSpMkLst>
        </pc:grpChg>
        <pc:grpChg chg="add mod">
          <ac:chgData name="Luis Carlos Guevara Hernandez" userId="946bcc4c-b146-4724-978c-751fab731e0a" providerId="ADAL" clId="{E8E95438-7D72-4151-95E2-CCAFE31D1FDF}" dt="2026-03-10T17:19:15.143" v="7105" actId="1076"/>
          <ac:grpSpMkLst>
            <pc:docMk/>
            <pc:sldMk cId="153259992" sldId="597"/>
            <ac:grpSpMk id="61" creationId="{107D52E3-E428-D036-1E08-CCF127B4A39D}"/>
          </ac:grpSpMkLst>
        </pc:grpChg>
      </pc:sldChg>
      <pc:sldChg chg="addSp delSp modSp add mod addAnim delAnim modAnim">
        <pc:chgData name="Luis Carlos Guevara Hernandez" userId="946bcc4c-b146-4724-978c-751fab731e0a" providerId="ADAL" clId="{E8E95438-7D72-4151-95E2-CCAFE31D1FDF}" dt="2026-03-10T18:40:08.684" v="7802" actId="14100"/>
        <pc:sldMkLst>
          <pc:docMk/>
          <pc:sldMk cId="2474414513" sldId="598"/>
        </pc:sldMkLst>
        <pc:spChg chg="mod">
          <ac:chgData name="Luis Carlos Guevara Hernandez" userId="946bcc4c-b146-4724-978c-751fab731e0a" providerId="ADAL" clId="{E8E95438-7D72-4151-95E2-CCAFE31D1FDF}" dt="2026-03-10T17:25:43.053" v="7206"/>
          <ac:spMkLst>
            <pc:docMk/>
            <pc:sldMk cId="2474414513" sldId="598"/>
            <ac:spMk id="4" creationId="{DCA9CE8E-D36A-DD16-B4E9-43930F490D40}"/>
          </ac:spMkLst>
        </pc:spChg>
        <pc:spChg chg="mod">
          <ac:chgData name="Luis Carlos Guevara Hernandez" userId="946bcc4c-b146-4724-978c-751fab731e0a" providerId="ADAL" clId="{E8E95438-7D72-4151-95E2-CCAFE31D1FDF}" dt="2026-03-10T18:40:06.988" v="7801" actId="14100"/>
          <ac:spMkLst>
            <pc:docMk/>
            <pc:sldMk cId="2474414513" sldId="598"/>
            <ac:spMk id="7" creationId="{26028104-E834-79A5-4432-B64A514962A9}"/>
          </ac:spMkLst>
        </pc:spChg>
        <pc:spChg chg="mod">
          <ac:chgData name="Luis Carlos Guevara Hernandez" userId="946bcc4c-b146-4724-978c-751fab731e0a" providerId="ADAL" clId="{E8E95438-7D72-4151-95E2-CCAFE31D1FDF}" dt="2026-03-10T17:36:19.436" v="7392" actId="1076"/>
          <ac:spMkLst>
            <pc:docMk/>
            <pc:sldMk cId="2474414513" sldId="598"/>
            <ac:spMk id="9" creationId="{6ACF0342-DB19-75F6-7A1C-81B3039D6EA1}"/>
          </ac:spMkLst>
        </pc:spChg>
        <pc:spChg chg="mod">
          <ac:chgData name="Luis Carlos Guevara Hernandez" userId="946bcc4c-b146-4724-978c-751fab731e0a" providerId="ADAL" clId="{E8E95438-7D72-4151-95E2-CCAFE31D1FDF}" dt="2026-03-10T17:36:19.436" v="7392" actId="1076"/>
          <ac:spMkLst>
            <pc:docMk/>
            <pc:sldMk cId="2474414513" sldId="598"/>
            <ac:spMk id="10" creationId="{46A14A07-2128-4BE2-1B4D-54B7E94F156B}"/>
          </ac:spMkLst>
        </pc:spChg>
        <pc:spChg chg="mod">
          <ac:chgData name="Luis Carlos Guevara Hernandez" userId="946bcc4c-b146-4724-978c-751fab731e0a" providerId="ADAL" clId="{E8E95438-7D72-4151-95E2-CCAFE31D1FDF}" dt="2026-03-10T17:36:19.436" v="7392" actId="1076"/>
          <ac:spMkLst>
            <pc:docMk/>
            <pc:sldMk cId="2474414513" sldId="598"/>
            <ac:spMk id="12" creationId="{8A0643C1-4F12-55CA-66A6-7A326F935945}"/>
          </ac:spMkLst>
        </pc:spChg>
        <pc:spChg chg="add mod">
          <ac:chgData name="Luis Carlos Guevara Hernandez" userId="946bcc4c-b146-4724-978c-751fab731e0a" providerId="ADAL" clId="{E8E95438-7D72-4151-95E2-CCAFE31D1FDF}" dt="2026-03-10T17:36:19.436" v="7392" actId="1076"/>
          <ac:spMkLst>
            <pc:docMk/>
            <pc:sldMk cId="2474414513" sldId="598"/>
            <ac:spMk id="13" creationId="{653C4936-6EB6-D45E-B7AE-52D242227A53}"/>
          </ac:spMkLst>
        </pc:spChg>
        <pc:spChg chg="mod">
          <ac:chgData name="Luis Carlos Guevara Hernandez" userId="946bcc4c-b146-4724-978c-751fab731e0a" providerId="ADAL" clId="{E8E95438-7D72-4151-95E2-CCAFE31D1FDF}" dt="2026-03-10T17:27:24.018" v="7230"/>
          <ac:spMkLst>
            <pc:docMk/>
            <pc:sldMk cId="2474414513" sldId="598"/>
            <ac:spMk id="21" creationId="{151B667F-DCCB-E3A0-CB47-E1A3A2025E61}"/>
          </ac:spMkLst>
        </pc:spChg>
        <pc:spChg chg="mod">
          <ac:chgData name="Luis Carlos Guevara Hernandez" userId="946bcc4c-b146-4724-978c-751fab731e0a" providerId="ADAL" clId="{E8E95438-7D72-4151-95E2-CCAFE31D1FDF}" dt="2026-03-10T18:40:08.684" v="7802" actId="14100"/>
          <ac:spMkLst>
            <pc:docMk/>
            <pc:sldMk cId="2474414513" sldId="598"/>
            <ac:spMk id="22" creationId="{C27ABD95-19C8-3502-0E0B-A4587C9D2B40}"/>
          </ac:spMkLst>
        </pc:spChg>
        <pc:spChg chg="add mod">
          <ac:chgData name="Luis Carlos Guevara Hernandez" userId="946bcc4c-b146-4724-978c-751fab731e0a" providerId="ADAL" clId="{E8E95438-7D72-4151-95E2-CCAFE31D1FDF}" dt="2026-03-10T17:34:30.358" v="7377" actId="21"/>
          <ac:spMkLst>
            <pc:docMk/>
            <pc:sldMk cId="2474414513" sldId="598"/>
            <ac:spMk id="23" creationId="{7CCE1C74-0E8C-E74C-2E8A-6587809AE58E}"/>
          </ac:spMkLst>
        </pc:spChg>
        <pc:spChg chg="add mod">
          <ac:chgData name="Luis Carlos Guevara Hernandez" userId="946bcc4c-b146-4724-978c-751fab731e0a" providerId="ADAL" clId="{E8E95438-7D72-4151-95E2-CCAFE31D1FDF}" dt="2026-03-10T17:32:12.557" v="7340" actId="1037"/>
          <ac:spMkLst>
            <pc:docMk/>
            <pc:sldMk cId="2474414513" sldId="598"/>
            <ac:spMk id="24" creationId="{93357809-77D2-563A-C339-2BA1830ACCC8}"/>
          </ac:spMkLst>
        </pc:spChg>
        <pc:spChg chg="mod">
          <ac:chgData name="Luis Carlos Guevara Hernandez" userId="946bcc4c-b146-4724-978c-751fab731e0a" providerId="ADAL" clId="{E8E95438-7D72-4151-95E2-CCAFE31D1FDF}" dt="2026-03-10T17:36:19.436" v="7392" actId="1076"/>
          <ac:spMkLst>
            <pc:docMk/>
            <pc:sldMk cId="2474414513" sldId="598"/>
            <ac:spMk id="26" creationId="{87BF2CB2-4AAE-D4CE-4086-6F299D3D14E3}"/>
          </ac:spMkLst>
        </pc:spChg>
        <pc:spChg chg="mod">
          <ac:chgData name="Luis Carlos Guevara Hernandez" userId="946bcc4c-b146-4724-978c-751fab731e0a" providerId="ADAL" clId="{E8E95438-7D72-4151-95E2-CCAFE31D1FDF}" dt="2026-03-10T17:30:06.857" v="7262" actId="108"/>
          <ac:spMkLst>
            <pc:docMk/>
            <pc:sldMk cId="2474414513" sldId="598"/>
            <ac:spMk id="28" creationId="{C6B9631D-0E2E-316A-0845-52CDF5E77B99}"/>
          </ac:spMkLst>
        </pc:spChg>
        <pc:spChg chg="add mod">
          <ac:chgData name="Luis Carlos Guevara Hernandez" userId="946bcc4c-b146-4724-978c-751fab731e0a" providerId="ADAL" clId="{E8E95438-7D72-4151-95E2-CCAFE31D1FDF}" dt="2026-03-10T17:32:55.746" v="7355" actId="1076"/>
          <ac:spMkLst>
            <pc:docMk/>
            <pc:sldMk cId="2474414513" sldId="598"/>
            <ac:spMk id="32" creationId="{79C425E5-5381-DDD7-4840-6DCE62AF9188}"/>
          </ac:spMkLst>
        </pc:spChg>
        <pc:spChg chg="mod">
          <ac:chgData name="Luis Carlos Guevara Hernandez" userId="946bcc4c-b146-4724-978c-751fab731e0a" providerId="ADAL" clId="{E8E95438-7D72-4151-95E2-CCAFE31D1FDF}" dt="2026-03-10T17:33:18.307" v="7359"/>
          <ac:spMkLst>
            <pc:docMk/>
            <pc:sldMk cId="2474414513" sldId="598"/>
            <ac:spMk id="34" creationId="{3FD4F6C6-7963-BFF4-8059-24ACE55F5EC5}"/>
          </ac:spMkLst>
        </pc:spChg>
        <pc:spChg chg="mod">
          <ac:chgData name="Luis Carlos Guevara Hernandez" userId="946bcc4c-b146-4724-978c-751fab731e0a" providerId="ADAL" clId="{E8E95438-7D72-4151-95E2-CCAFE31D1FDF}" dt="2026-03-10T17:36:19.436" v="7392" actId="1076"/>
          <ac:spMkLst>
            <pc:docMk/>
            <pc:sldMk cId="2474414513" sldId="598"/>
            <ac:spMk id="35" creationId="{8A70A415-E832-1127-7C89-989B526DA6B1}"/>
          </ac:spMkLst>
        </pc:spChg>
        <pc:spChg chg="mod">
          <ac:chgData name="Luis Carlos Guevara Hernandez" userId="946bcc4c-b146-4724-978c-751fab731e0a" providerId="ADAL" clId="{E8E95438-7D72-4151-95E2-CCAFE31D1FDF}" dt="2026-03-10T18:40:01.625" v="7798" actId="14100"/>
          <ac:spMkLst>
            <pc:docMk/>
            <pc:sldMk cId="2474414513" sldId="598"/>
            <ac:spMk id="36" creationId="{8060342F-5749-5D11-1C81-BF54FAB426B1}"/>
          </ac:spMkLst>
        </pc:spChg>
        <pc:spChg chg="mod">
          <ac:chgData name="Luis Carlos Guevara Hernandez" userId="946bcc4c-b146-4724-978c-751fab731e0a" providerId="ADAL" clId="{E8E95438-7D72-4151-95E2-CCAFE31D1FDF}" dt="2026-03-10T17:33:32.464" v="7364"/>
          <ac:spMkLst>
            <pc:docMk/>
            <pc:sldMk cId="2474414513" sldId="598"/>
            <ac:spMk id="39" creationId="{0FC16D78-748B-86BC-AAD1-0E5ACC391CC2}"/>
          </ac:spMkLst>
        </pc:spChg>
        <pc:spChg chg="mod">
          <ac:chgData name="Luis Carlos Guevara Hernandez" userId="946bcc4c-b146-4724-978c-751fab731e0a" providerId="ADAL" clId="{E8E95438-7D72-4151-95E2-CCAFE31D1FDF}" dt="2026-03-10T18:40:03.386" v="7799" actId="14100"/>
          <ac:spMkLst>
            <pc:docMk/>
            <pc:sldMk cId="2474414513" sldId="598"/>
            <ac:spMk id="40" creationId="{DD45AF7A-BBB7-DB76-01F8-7FE4B6DAA25C}"/>
          </ac:spMkLst>
        </pc:spChg>
        <pc:spChg chg="mod">
          <ac:chgData name="Luis Carlos Guevara Hernandez" userId="946bcc4c-b146-4724-978c-751fab731e0a" providerId="ADAL" clId="{E8E95438-7D72-4151-95E2-CCAFE31D1FDF}" dt="2026-03-10T17:33:45.577" v="7368"/>
          <ac:spMkLst>
            <pc:docMk/>
            <pc:sldMk cId="2474414513" sldId="598"/>
            <ac:spMk id="44" creationId="{BF90DC0B-1280-468C-3A08-9E22C8A7D8BD}"/>
          </ac:spMkLst>
        </pc:spChg>
        <pc:spChg chg="mod">
          <ac:chgData name="Luis Carlos Guevara Hernandez" userId="946bcc4c-b146-4724-978c-751fab731e0a" providerId="ADAL" clId="{E8E95438-7D72-4151-95E2-CCAFE31D1FDF}" dt="2026-03-10T18:40:05.061" v="7800" actId="14100"/>
          <ac:spMkLst>
            <pc:docMk/>
            <pc:sldMk cId="2474414513" sldId="598"/>
            <ac:spMk id="45" creationId="{B1057D33-70A6-9AB5-0F1D-5BF0CC28F44E}"/>
          </ac:spMkLst>
        </pc:spChg>
        <pc:spChg chg="add mod">
          <ac:chgData name="Luis Carlos Guevara Hernandez" userId="946bcc4c-b146-4724-978c-751fab731e0a" providerId="ADAL" clId="{E8E95438-7D72-4151-95E2-CCAFE31D1FDF}" dt="2026-03-10T17:35:01.729" v="7385" actId="20577"/>
          <ac:spMkLst>
            <pc:docMk/>
            <pc:sldMk cId="2474414513" sldId="598"/>
            <ac:spMk id="47" creationId="{CB16A188-10DD-094F-A9DF-4FF4DE2C3AFD}"/>
          </ac:spMkLst>
        </pc:spChg>
        <pc:spChg chg="add mod">
          <ac:chgData name="Luis Carlos Guevara Hernandez" userId="946bcc4c-b146-4724-978c-751fab731e0a" providerId="ADAL" clId="{E8E95438-7D72-4151-95E2-CCAFE31D1FDF}" dt="2026-03-10T17:34:56.615" v="7384" actId="1076"/>
          <ac:spMkLst>
            <pc:docMk/>
            <pc:sldMk cId="2474414513" sldId="598"/>
            <ac:spMk id="48" creationId="{40CC6B23-76CA-094F-A5DB-80200145DF12}"/>
          </ac:spMkLst>
        </pc:spChg>
        <pc:grpChg chg="add mod">
          <ac:chgData name="Luis Carlos Guevara Hernandez" userId="946bcc4c-b146-4724-978c-751fab731e0a" providerId="ADAL" clId="{E8E95438-7D72-4151-95E2-CCAFE31D1FDF}" dt="2026-03-10T17:36:19.436" v="7392" actId="1076"/>
          <ac:grpSpMkLst>
            <pc:docMk/>
            <pc:sldMk cId="2474414513" sldId="598"/>
            <ac:grpSpMk id="3" creationId="{B622F41F-CA65-5FB8-1224-2283B4D76769}"/>
          </ac:grpSpMkLst>
        </pc:grpChg>
        <pc:grpChg chg="add mod">
          <ac:chgData name="Luis Carlos Guevara Hernandez" userId="946bcc4c-b146-4724-978c-751fab731e0a" providerId="ADAL" clId="{E8E95438-7D72-4151-95E2-CCAFE31D1FDF}" dt="2026-03-10T17:36:19.436" v="7392" actId="1076"/>
          <ac:grpSpMkLst>
            <pc:docMk/>
            <pc:sldMk cId="2474414513" sldId="598"/>
            <ac:grpSpMk id="19" creationId="{0999DEC1-8FF4-477F-92D9-28DE6736CD93}"/>
          </ac:grpSpMkLst>
        </pc:grpChg>
        <pc:grpChg chg="add mod">
          <ac:chgData name="Luis Carlos Guevara Hernandez" userId="946bcc4c-b146-4724-978c-751fab731e0a" providerId="ADAL" clId="{E8E95438-7D72-4151-95E2-CCAFE31D1FDF}" dt="2026-03-10T17:35:25.359" v="7387" actId="1076"/>
          <ac:grpSpMkLst>
            <pc:docMk/>
            <pc:sldMk cId="2474414513" sldId="598"/>
            <ac:grpSpMk id="33" creationId="{17B08727-AA4A-5900-BA69-B23956919F53}"/>
          </ac:grpSpMkLst>
        </pc:grpChg>
        <pc:grpChg chg="add mod">
          <ac:chgData name="Luis Carlos Guevara Hernandez" userId="946bcc4c-b146-4724-978c-751fab731e0a" providerId="ADAL" clId="{E8E95438-7D72-4151-95E2-CCAFE31D1FDF}" dt="2026-03-10T17:35:25.359" v="7387" actId="1076"/>
          <ac:grpSpMkLst>
            <pc:docMk/>
            <pc:sldMk cId="2474414513" sldId="598"/>
            <ac:grpSpMk id="37" creationId="{35BA1778-2A9B-05E2-A9D4-EB27D1A3A5F1}"/>
          </ac:grpSpMkLst>
        </pc:grpChg>
        <pc:grpChg chg="add mod">
          <ac:chgData name="Luis Carlos Guevara Hernandez" userId="946bcc4c-b146-4724-978c-751fab731e0a" providerId="ADAL" clId="{E8E95438-7D72-4151-95E2-CCAFE31D1FDF}" dt="2026-03-10T17:35:25.359" v="7387" actId="1076"/>
          <ac:grpSpMkLst>
            <pc:docMk/>
            <pc:sldMk cId="2474414513" sldId="598"/>
            <ac:grpSpMk id="43" creationId="{DD3ACC10-34BF-02D5-0BC6-D67890713370}"/>
          </ac:grpSpMkLst>
        </pc:grpChg>
      </pc:sldChg>
      <pc:sldChg chg="addSp delSp modSp add mod delAnim modAnim">
        <pc:chgData name="Luis Carlos Guevara Hernandez" userId="946bcc4c-b146-4724-978c-751fab731e0a" providerId="ADAL" clId="{E8E95438-7D72-4151-95E2-CCAFE31D1FDF}" dt="2026-03-10T18:39:58.070" v="7797" actId="14100"/>
        <pc:sldMkLst>
          <pc:docMk/>
          <pc:sldMk cId="3935823198" sldId="599"/>
        </pc:sldMkLst>
        <pc:spChg chg="mod">
          <ac:chgData name="Luis Carlos Guevara Hernandez" userId="946bcc4c-b146-4724-978c-751fab731e0a" providerId="ADAL" clId="{E8E95438-7D72-4151-95E2-CCAFE31D1FDF}" dt="2026-03-10T17:38:32.764" v="7405"/>
          <ac:spMkLst>
            <pc:docMk/>
            <pc:sldMk cId="3935823198" sldId="599"/>
            <ac:spMk id="4" creationId="{7AD4D7B4-A11A-EA23-6B2A-935EED232D6F}"/>
          </ac:spMkLst>
        </pc:spChg>
        <pc:spChg chg="mod">
          <ac:chgData name="Luis Carlos Guevara Hernandez" userId="946bcc4c-b146-4724-978c-751fab731e0a" providerId="ADAL" clId="{E8E95438-7D72-4151-95E2-CCAFE31D1FDF}" dt="2026-03-10T18:39:58.070" v="7797" actId="14100"/>
          <ac:spMkLst>
            <pc:docMk/>
            <pc:sldMk cId="3935823198" sldId="599"/>
            <ac:spMk id="7" creationId="{BE3F5064-E0DB-7F2E-7DFD-4FF0A1EF6F4B}"/>
          </ac:spMkLst>
        </pc:spChg>
        <pc:spChg chg="mod">
          <ac:chgData name="Luis Carlos Guevara Hernandez" userId="946bcc4c-b146-4724-978c-751fab731e0a" providerId="ADAL" clId="{E8E95438-7D72-4151-95E2-CCAFE31D1FDF}" dt="2026-03-10T17:37:50.443" v="7395"/>
          <ac:spMkLst>
            <pc:docMk/>
            <pc:sldMk cId="3935823198" sldId="599"/>
            <ac:spMk id="9" creationId="{FBE17189-D492-B3BD-F26A-E1B265865A15}"/>
          </ac:spMkLst>
        </pc:spChg>
        <pc:spChg chg="mod">
          <ac:chgData name="Luis Carlos Guevara Hernandez" userId="946bcc4c-b146-4724-978c-751fab731e0a" providerId="ADAL" clId="{E8E95438-7D72-4151-95E2-CCAFE31D1FDF}" dt="2026-03-10T17:38:17.073" v="7402" actId="113"/>
          <ac:spMkLst>
            <pc:docMk/>
            <pc:sldMk cId="3935823198" sldId="599"/>
            <ac:spMk id="12" creationId="{8F5A7B79-55DC-C041-D9EF-CFFC04D0D709}"/>
          </ac:spMkLst>
        </pc:spChg>
        <pc:spChg chg="mod">
          <ac:chgData name="Luis Carlos Guevara Hernandez" userId="946bcc4c-b146-4724-978c-751fab731e0a" providerId="ADAL" clId="{E8E95438-7D72-4151-95E2-CCAFE31D1FDF}" dt="2026-03-10T17:39:34.437" v="7419"/>
          <ac:spMkLst>
            <pc:docMk/>
            <pc:sldMk cId="3935823198" sldId="599"/>
            <ac:spMk id="14" creationId="{3DB62A44-E964-3DCD-C80B-BDC3088ABCA0}"/>
          </ac:spMkLst>
        </pc:spChg>
        <pc:spChg chg="mod">
          <ac:chgData name="Luis Carlos Guevara Hernandez" userId="946bcc4c-b146-4724-978c-751fab731e0a" providerId="ADAL" clId="{E8E95438-7D72-4151-95E2-CCAFE31D1FDF}" dt="2026-03-10T18:39:56.144" v="7796" actId="14100"/>
          <ac:spMkLst>
            <pc:docMk/>
            <pc:sldMk cId="3935823198" sldId="599"/>
            <ac:spMk id="15" creationId="{C309B0AD-9426-7928-296E-EDC0B49648C6}"/>
          </ac:spMkLst>
        </pc:spChg>
        <pc:spChg chg="add mod">
          <ac:chgData name="Luis Carlos Guevara Hernandez" userId="946bcc4c-b146-4724-978c-751fab731e0a" providerId="ADAL" clId="{E8E95438-7D72-4151-95E2-CCAFE31D1FDF}" dt="2026-03-10T17:40:10.622" v="7422"/>
          <ac:spMkLst>
            <pc:docMk/>
            <pc:sldMk cId="3935823198" sldId="599"/>
            <ac:spMk id="16" creationId="{3111E4AA-9B2E-EE53-D53A-1277FB3AB748}"/>
          </ac:spMkLst>
        </pc:spChg>
        <pc:spChg chg="add mod">
          <ac:chgData name="Luis Carlos Guevara Hernandez" userId="946bcc4c-b146-4724-978c-751fab731e0a" providerId="ADAL" clId="{E8E95438-7D72-4151-95E2-CCAFE31D1FDF}" dt="2026-03-10T17:40:03.016" v="7421" actId="1076"/>
          <ac:spMkLst>
            <pc:docMk/>
            <pc:sldMk cId="3935823198" sldId="599"/>
            <ac:spMk id="17" creationId="{CBBDC39A-BC62-F6C8-EFF4-2B6F590C699E}"/>
          </ac:spMkLst>
        </pc:spChg>
        <pc:spChg chg="mod">
          <ac:chgData name="Luis Carlos Guevara Hernandez" userId="946bcc4c-b146-4724-978c-751fab731e0a" providerId="ADAL" clId="{E8E95438-7D72-4151-95E2-CCAFE31D1FDF}" dt="2026-03-10T17:40:45.015" v="7432"/>
          <ac:spMkLst>
            <pc:docMk/>
            <pc:sldMk cId="3935823198" sldId="599"/>
            <ac:spMk id="20" creationId="{C191E77C-A511-C189-72C0-7CD931D6F5BA}"/>
          </ac:spMkLst>
        </pc:spChg>
        <pc:spChg chg="mod">
          <ac:chgData name="Luis Carlos Guevara Hernandez" userId="946bcc4c-b146-4724-978c-751fab731e0a" providerId="ADAL" clId="{E8E95438-7D72-4151-95E2-CCAFE31D1FDF}" dt="2026-03-10T18:39:51.930" v="7794" actId="14100"/>
          <ac:spMkLst>
            <pc:docMk/>
            <pc:sldMk cId="3935823198" sldId="599"/>
            <ac:spMk id="25" creationId="{2E819D03-0E1E-CDD6-BB55-91A24D583230}"/>
          </ac:spMkLst>
        </pc:spChg>
        <pc:spChg chg="mod">
          <ac:chgData name="Luis Carlos Guevara Hernandez" userId="946bcc4c-b146-4724-978c-751fab731e0a" providerId="ADAL" clId="{E8E95438-7D72-4151-95E2-CCAFE31D1FDF}" dt="2026-03-10T17:41:17.261" v="7437"/>
          <ac:spMkLst>
            <pc:docMk/>
            <pc:sldMk cId="3935823198" sldId="599"/>
            <ac:spMk id="29" creationId="{77ADD739-84D2-7973-57ED-CDCBC46CDD99}"/>
          </ac:spMkLst>
        </pc:spChg>
        <pc:spChg chg="mod">
          <ac:chgData name="Luis Carlos Guevara Hernandez" userId="946bcc4c-b146-4724-978c-751fab731e0a" providerId="ADAL" clId="{E8E95438-7D72-4151-95E2-CCAFE31D1FDF}" dt="2026-03-10T18:39:54.100" v="7795" actId="14100"/>
          <ac:spMkLst>
            <pc:docMk/>
            <pc:sldMk cId="3935823198" sldId="599"/>
            <ac:spMk id="30" creationId="{2C90FB2E-2DF0-402C-51CA-D6F480070F8F}"/>
          </ac:spMkLst>
        </pc:spChg>
        <pc:spChg chg="mod">
          <ac:chgData name="Luis Carlos Guevara Hernandez" userId="946bcc4c-b146-4724-978c-751fab731e0a" providerId="ADAL" clId="{E8E95438-7D72-4151-95E2-CCAFE31D1FDF}" dt="2026-03-10T17:40:27.824" v="7426"/>
          <ac:spMkLst>
            <pc:docMk/>
            <pc:sldMk cId="3935823198" sldId="599"/>
            <ac:spMk id="34" creationId="{D323A6D0-FA84-AB79-85CE-ADC26C0A0A9F}"/>
          </ac:spMkLst>
        </pc:spChg>
        <pc:spChg chg="mod">
          <ac:chgData name="Luis Carlos Guevara Hernandez" userId="946bcc4c-b146-4724-978c-751fab731e0a" providerId="ADAL" clId="{E8E95438-7D72-4151-95E2-CCAFE31D1FDF}" dt="2026-03-10T18:39:50.054" v="7793" actId="14100"/>
          <ac:spMkLst>
            <pc:docMk/>
            <pc:sldMk cId="3935823198" sldId="599"/>
            <ac:spMk id="36" creationId="{2EC43336-9354-10BC-E363-1DD49533BD75}"/>
          </ac:spMkLst>
        </pc:spChg>
        <pc:spChg chg="add mod">
          <ac:chgData name="Luis Carlos Guevara Hernandez" userId="946bcc4c-b146-4724-978c-751fab731e0a" providerId="ADAL" clId="{E8E95438-7D72-4151-95E2-CCAFE31D1FDF}" dt="2026-03-10T17:42:41.412" v="7458" actId="20577"/>
          <ac:spMkLst>
            <pc:docMk/>
            <pc:sldMk cId="3935823198" sldId="599"/>
            <ac:spMk id="38" creationId="{A2DDDEDD-C650-369D-616F-8EA07E88D05F}"/>
          </ac:spMkLst>
        </pc:spChg>
        <pc:spChg chg="mod">
          <ac:chgData name="Luis Carlos Guevara Hernandez" userId="946bcc4c-b146-4724-978c-751fab731e0a" providerId="ADAL" clId="{E8E95438-7D72-4151-95E2-CCAFE31D1FDF}" dt="2026-03-10T17:42:04.939" v="7447" actId="113"/>
          <ac:spMkLst>
            <pc:docMk/>
            <pc:sldMk cId="3935823198" sldId="599"/>
            <ac:spMk id="47" creationId="{4DFFB225-2094-86E3-2B0F-BF1094596089}"/>
          </ac:spMkLst>
        </pc:spChg>
        <pc:spChg chg="mod">
          <ac:chgData name="Luis Carlos Guevara Hernandez" userId="946bcc4c-b146-4724-978c-751fab731e0a" providerId="ADAL" clId="{E8E95438-7D72-4151-95E2-CCAFE31D1FDF}" dt="2026-03-10T17:41:53.681" v="7445" actId="1076"/>
          <ac:spMkLst>
            <pc:docMk/>
            <pc:sldMk cId="3935823198" sldId="599"/>
            <ac:spMk id="48" creationId="{8ACB2EC9-75FE-7021-B811-663C4C485054}"/>
          </ac:spMkLst>
        </pc:spChg>
        <pc:grpChg chg="mod">
          <ac:chgData name="Luis Carlos Guevara Hernandez" userId="946bcc4c-b146-4724-978c-751fab731e0a" providerId="ADAL" clId="{E8E95438-7D72-4151-95E2-CCAFE31D1FDF}" dt="2026-03-10T17:43:02.211" v="7460" actId="1076"/>
          <ac:grpSpMkLst>
            <pc:docMk/>
            <pc:sldMk cId="3935823198" sldId="599"/>
            <ac:grpSpMk id="3" creationId="{A7676C65-8B42-349C-AF9C-F883E9D8629C}"/>
          </ac:grpSpMkLst>
        </pc:grpChg>
        <pc:grpChg chg="add mod">
          <ac:chgData name="Luis Carlos Guevara Hernandez" userId="946bcc4c-b146-4724-978c-751fab731e0a" providerId="ADAL" clId="{E8E95438-7D72-4151-95E2-CCAFE31D1FDF}" dt="2026-03-10T17:42:58.965" v="7459" actId="1076"/>
          <ac:grpSpMkLst>
            <pc:docMk/>
            <pc:sldMk cId="3935823198" sldId="599"/>
            <ac:grpSpMk id="11" creationId="{A5D10953-AF3E-4715-F1D4-194BA0546777}"/>
          </ac:grpSpMkLst>
        </pc:grpChg>
        <pc:grpChg chg="add mod">
          <ac:chgData name="Luis Carlos Guevara Hernandez" userId="946bcc4c-b146-4724-978c-751fab731e0a" providerId="ADAL" clId="{E8E95438-7D72-4151-95E2-CCAFE31D1FDF}" dt="2026-03-10T17:42:21.436" v="7448" actId="1076"/>
          <ac:grpSpMkLst>
            <pc:docMk/>
            <pc:sldMk cId="3935823198" sldId="599"/>
            <ac:grpSpMk id="18" creationId="{95FB1BA5-29FE-F5EB-BAD6-3E973789BD42}"/>
          </ac:grpSpMkLst>
        </pc:grpChg>
        <pc:grpChg chg="add mod">
          <ac:chgData name="Luis Carlos Guevara Hernandez" userId="946bcc4c-b146-4724-978c-751fab731e0a" providerId="ADAL" clId="{E8E95438-7D72-4151-95E2-CCAFE31D1FDF}" dt="2026-03-10T17:42:27.246" v="7449" actId="1076"/>
          <ac:grpSpMkLst>
            <pc:docMk/>
            <pc:sldMk cId="3935823198" sldId="599"/>
            <ac:grpSpMk id="27" creationId="{C9D80316-4DFB-1E84-94E7-708F0C9EE489}"/>
          </ac:grpSpMkLst>
        </pc:grpChg>
        <pc:grpChg chg="mod">
          <ac:chgData name="Luis Carlos Guevara Hernandez" userId="946bcc4c-b146-4724-978c-751fab731e0a" providerId="ADAL" clId="{E8E95438-7D72-4151-95E2-CCAFE31D1FDF}" dt="2026-03-10T17:40:27.824" v="7426"/>
          <ac:grpSpMkLst>
            <pc:docMk/>
            <pc:sldMk cId="3935823198" sldId="599"/>
            <ac:grpSpMk id="33" creationId="{CD858EDF-B10F-CECF-83A4-8DF68F87B7A3}"/>
          </ac:grpSpMkLst>
        </pc:grpChg>
      </pc:sldChg>
      <pc:sldChg chg="addSp delSp modSp add mod delAnim modAnim">
        <pc:chgData name="Luis Carlos Guevara Hernandez" userId="946bcc4c-b146-4724-978c-751fab731e0a" providerId="ADAL" clId="{E8E95438-7D72-4151-95E2-CCAFE31D1FDF}" dt="2026-03-10T18:41:16.794" v="7820" actId="164"/>
        <pc:sldMkLst>
          <pc:docMk/>
          <pc:sldMk cId="211189287" sldId="600"/>
        </pc:sldMkLst>
        <pc:spChg chg="add mod">
          <ac:chgData name="Luis Carlos Guevara Hernandez" userId="946bcc4c-b146-4724-978c-751fab731e0a" providerId="ADAL" clId="{E8E95438-7D72-4151-95E2-CCAFE31D1FDF}" dt="2026-03-10T18:03:29.815" v="7509" actId="13926"/>
          <ac:spMkLst>
            <pc:docMk/>
            <pc:sldMk cId="211189287" sldId="600"/>
            <ac:spMk id="13" creationId="{BDD89933-12E0-9424-A8B0-876C7795B660}"/>
          </ac:spMkLst>
        </pc:spChg>
        <pc:spChg chg="mod">
          <ac:chgData name="Luis Carlos Guevara Hernandez" userId="946bcc4c-b146-4724-978c-751fab731e0a" providerId="ADAL" clId="{E8E95438-7D72-4151-95E2-CCAFE31D1FDF}" dt="2026-03-10T18:01:48.581" v="7466"/>
          <ac:spMkLst>
            <pc:docMk/>
            <pc:sldMk cId="211189287" sldId="600"/>
            <ac:spMk id="16" creationId="{0DC9958D-A2C9-671C-1E5F-201FF0E48DD8}"/>
          </ac:spMkLst>
        </pc:spChg>
        <pc:spChg chg="mod">
          <ac:chgData name="Luis Carlos Guevara Hernandez" userId="946bcc4c-b146-4724-978c-751fab731e0a" providerId="ADAL" clId="{E8E95438-7D72-4151-95E2-CCAFE31D1FDF}" dt="2026-03-10T18:01:38.967" v="7465" actId="1076"/>
          <ac:spMkLst>
            <pc:docMk/>
            <pc:sldMk cId="211189287" sldId="600"/>
            <ac:spMk id="17" creationId="{05C617E7-8E9F-2694-2E93-58AE130C5C8C}"/>
          </ac:spMkLst>
        </pc:spChg>
        <pc:spChg chg="add mod">
          <ac:chgData name="Luis Carlos Guevara Hernandez" userId="946bcc4c-b146-4724-978c-751fab731e0a" providerId="ADAL" clId="{E8E95438-7D72-4151-95E2-CCAFE31D1FDF}" dt="2026-03-10T18:04:06.418" v="7524" actId="14100"/>
          <ac:spMkLst>
            <pc:docMk/>
            <pc:sldMk cId="211189287" sldId="600"/>
            <ac:spMk id="19" creationId="{2AA51DB9-71E6-2DB9-975C-320C1F5B7CD5}"/>
          </ac:spMkLst>
        </pc:spChg>
        <pc:spChg chg="add mod">
          <ac:chgData name="Luis Carlos Guevara Hernandez" userId="946bcc4c-b146-4724-978c-751fab731e0a" providerId="ADAL" clId="{E8E95438-7D72-4151-95E2-CCAFE31D1FDF}" dt="2026-03-10T18:03:56.994" v="7522"/>
          <ac:spMkLst>
            <pc:docMk/>
            <pc:sldMk cId="211189287" sldId="600"/>
            <ac:spMk id="23" creationId="{500F4DE8-4B54-5E67-6D0C-6901855873FD}"/>
          </ac:spMkLst>
        </pc:spChg>
        <pc:spChg chg="mod topLvl">
          <ac:chgData name="Luis Carlos Guevara Hernandez" userId="946bcc4c-b146-4724-978c-751fab731e0a" providerId="ADAL" clId="{E8E95438-7D72-4151-95E2-CCAFE31D1FDF}" dt="2026-03-10T18:41:16.794" v="7820" actId="164"/>
          <ac:spMkLst>
            <pc:docMk/>
            <pc:sldMk cId="211189287" sldId="600"/>
            <ac:spMk id="28" creationId="{B163F8B7-C2DE-BCA6-87CF-F433F862D91A}"/>
          </ac:spMkLst>
        </pc:spChg>
        <pc:spChg chg="add mod">
          <ac:chgData name="Luis Carlos Guevara Hernandez" userId="946bcc4c-b146-4724-978c-751fab731e0a" providerId="ADAL" clId="{E8E95438-7D72-4151-95E2-CCAFE31D1FDF}" dt="2026-03-10T18:41:16.794" v="7820" actId="164"/>
          <ac:spMkLst>
            <pc:docMk/>
            <pc:sldMk cId="211189287" sldId="600"/>
            <ac:spMk id="32" creationId="{6643806E-87E2-3525-CD92-B0FA9722A0FA}"/>
          </ac:spMkLst>
        </pc:spChg>
        <pc:spChg chg="mod">
          <ac:chgData name="Luis Carlos Guevara Hernandez" userId="946bcc4c-b146-4724-978c-751fab731e0a" providerId="ADAL" clId="{E8E95438-7D72-4151-95E2-CCAFE31D1FDF}" dt="2026-03-10T18:02:06.414" v="7470"/>
          <ac:spMkLst>
            <pc:docMk/>
            <pc:sldMk cId="211189287" sldId="600"/>
            <ac:spMk id="34" creationId="{CD9E4AA8-08E7-210E-BB0D-53E0D6A67687}"/>
          </ac:spMkLst>
        </pc:spChg>
        <pc:spChg chg="add mod">
          <ac:chgData name="Luis Carlos Guevara Hernandez" userId="946bcc4c-b146-4724-978c-751fab731e0a" providerId="ADAL" clId="{E8E95438-7D72-4151-95E2-CCAFE31D1FDF}" dt="2026-03-10T18:05:34.534" v="7552" actId="13926"/>
          <ac:spMkLst>
            <pc:docMk/>
            <pc:sldMk cId="211189287" sldId="600"/>
            <ac:spMk id="35" creationId="{75AEC506-846A-8B10-1F72-0FA2E72C93A1}"/>
          </ac:spMkLst>
        </pc:spChg>
        <pc:spChg chg="mod">
          <ac:chgData name="Luis Carlos Guevara Hernandez" userId="946bcc4c-b146-4724-978c-751fab731e0a" providerId="ADAL" clId="{E8E95438-7D72-4151-95E2-CCAFE31D1FDF}" dt="2026-03-10T18:39:46.205" v="7792" actId="14100"/>
          <ac:spMkLst>
            <pc:docMk/>
            <pc:sldMk cId="211189287" sldId="600"/>
            <ac:spMk id="36" creationId="{A015452A-53C8-A6ED-2805-E97089B91302}"/>
          </ac:spMkLst>
        </pc:spChg>
        <pc:grpChg chg="mod">
          <ac:chgData name="Luis Carlos Guevara Hernandez" userId="946bcc4c-b146-4724-978c-751fab731e0a" providerId="ADAL" clId="{E8E95438-7D72-4151-95E2-CCAFE31D1FDF}" dt="2026-03-10T18:02:06.414" v="7470"/>
          <ac:grpSpMkLst>
            <pc:docMk/>
            <pc:sldMk cId="211189287" sldId="600"/>
            <ac:grpSpMk id="33" creationId="{8B503C95-9161-5438-C289-6644D9D66F31}"/>
          </ac:grpSpMkLst>
        </pc:grpChg>
        <pc:grpChg chg="add mod">
          <ac:chgData name="Luis Carlos Guevara Hernandez" userId="946bcc4c-b146-4724-978c-751fab731e0a" providerId="ADAL" clId="{E8E95438-7D72-4151-95E2-CCAFE31D1FDF}" dt="2026-03-10T18:41:16.794" v="7820" actId="164"/>
          <ac:grpSpMkLst>
            <pc:docMk/>
            <pc:sldMk cId="211189287" sldId="600"/>
            <ac:grpSpMk id="37" creationId="{714AC608-5128-3FCB-63B0-B34A83712E99}"/>
          </ac:grpSpMkLst>
        </pc:grpChg>
      </pc:sldChg>
      <pc:sldChg chg="addSp delSp modSp add mod">
        <pc:chgData name="Luis Carlos Guevara Hernandez" userId="946bcc4c-b146-4724-978c-751fab731e0a" providerId="ADAL" clId="{E8E95438-7D72-4151-95E2-CCAFE31D1FDF}" dt="2026-03-10T21:48:37.748" v="9117" actId="207"/>
        <pc:sldMkLst>
          <pc:docMk/>
          <pc:sldMk cId="1566259645" sldId="601"/>
        </pc:sldMkLst>
        <pc:spChg chg="add mod">
          <ac:chgData name="Luis Carlos Guevara Hernandez" userId="946bcc4c-b146-4724-978c-751fab731e0a" providerId="ADAL" clId="{E8E95438-7D72-4151-95E2-CCAFE31D1FDF}" dt="2026-03-10T21:48:37.748" v="9117" actId="207"/>
          <ac:spMkLst>
            <pc:docMk/>
            <pc:sldMk cId="1566259645" sldId="601"/>
            <ac:spMk id="3" creationId="{FD3F4118-A9A8-6533-5F5E-BFB7202C913C}"/>
          </ac:spMkLst>
        </pc:spChg>
        <pc:spChg chg="add mod">
          <ac:chgData name="Luis Carlos Guevara Hernandez" userId="946bcc4c-b146-4724-978c-751fab731e0a" providerId="ADAL" clId="{E8E95438-7D72-4151-95E2-CCAFE31D1FDF}" dt="2026-03-10T18:21:03.627" v="7685" actId="14100"/>
          <ac:spMkLst>
            <pc:docMk/>
            <pc:sldMk cId="1566259645" sldId="601"/>
            <ac:spMk id="7" creationId="{7FED2C97-06C9-5D7A-D02A-187B450C798D}"/>
          </ac:spMkLst>
        </pc:spChg>
        <pc:spChg chg="mod">
          <ac:chgData name="Luis Carlos Guevara Hernandez" userId="946bcc4c-b146-4724-978c-751fab731e0a" providerId="ADAL" clId="{E8E95438-7D72-4151-95E2-CCAFE31D1FDF}" dt="2026-03-10T18:20:58.585" v="7683" actId="1076"/>
          <ac:spMkLst>
            <pc:docMk/>
            <pc:sldMk cId="1566259645" sldId="601"/>
            <ac:spMk id="13" creationId="{71B9EF03-BEF6-C46D-AEC4-CFC330830758}"/>
          </ac:spMkLst>
        </pc:spChg>
        <pc:spChg chg="mod">
          <ac:chgData name="Luis Carlos Guevara Hernandez" userId="946bcc4c-b146-4724-978c-751fab731e0a" providerId="ADAL" clId="{E8E95438-7D72-4151-95E2-CCAFE31D1FDF}" dt="2026-03-10T18:16:09.991" v="7564" actId="20577"/>
          <ac:spMkLst>
            <pc:docMk/>
            <pc:sldMk cId="1566259645" sldId="601"/>
            <ac:spMk id="16" creationId="{C6EB94B6-6F25-AE09-A3D8-81531EF84A5C}"/>
          </ac:spMkLst>
        </pc:spChg>
        <pc:spChg chg="mod">
          <ac:chgData name="Luis Carlos Guevara Hernandez" userId="946bcc4c-b146-4724-978c-751fab731e0a" providerId="ADAL" clId="{E8E95438-7D72-4151-95E2-CCAFE31D1FDF}" dt="2026-03-10T18:21:48.728" v="7686"/>
          <ac:spMkLst>
            <pc:docMk/>
            <pc:sldMk cId="1566259645" sldId="601"/>
            <ac:spMk id="19" creationId="{462DC2F3-47D6-E608-5E38-DC2911C3504B}"/>
          </ac:spMkLst>
        </pc:spChg>
        <pc:spChg chg="mod">
          <ac:chgData name="Luis Carlos Guevara Hernandez" userId="946bcc4c-b146-4724-978c-751fab731e0a" providerId="ADAL" clId="{E8E95438-7D72-4151-95E2-CCAFE31D1FDF}" dt="2026-03-10T18:39:40.613" v="7790" actId="14100"/>
          <ac:spMkLst>
            <pc:docMk/>
            <pc:sldMk cId="1566259645" sldId="601"/>
            <ac:spMk id="28" creationId="{5F293594-7C4E-B8B9-8B0B-722BC5EC5B2B}"/>
          </ac:spMkLst>
        </pc:spChg>
        <pc:spChg chg="mod">
          <ac:chgData name="Luis Carlos Guevara Hernandez" userId="946bcc4c-b146-4724-978c-751fab731e0a" providerId="ADAL" clId="{E8E95438-7D72-4151-95E2-CCAFE31D1FDF}" dt="2026-03-10T18:24:22.385" v="7730" actId="1076"/>
          <ac:spMkLst>
            <pc:docMk/>
            <pc:sldMk cId="1566259645" sldId="601"/>
            <ac:spMk id="35" creationId="{2B065DF0-4EA1-CE95-80A7-6EEE3FFA3CDE}"/>
          </ac:spMkLst>
        </pc:spChg>
        <pc:spChg chg="add mod">
          <ac:chgData name="Luis Carlos Guevara Hernandez" userId="946bcc4c-b146-4724-978c-751fab731e0a" providerId="ADAL" clId="{E8E95438-7D72-4151-95E2-CCAFE31D1FDF}" dt="2026-03-10T18:24:15.133" v="7728" actId="1076"/>
          <ac:spMkLst>
            <pc:docMk/>
            <pc:sldMk cId="1566259645" sldId="601"/>
            <ac:spMk id="41" creationId="{CBDB4CA7-8612-47C4-91F4-009776EBF083}"/>
          </ac:spMkLst>
        </pc:spChg>
        <pc:picChg chg="add mod modCrop">
          <ac:chgData name="Luis Carlos Guevara Hernandez" userId="946bcc4c-b146-4724-978c-751fab731e0a" providerId="ADAL" clId="{E8E95438-7D72-4151-95E2-CCAFE31D1FDF}" dt="2026-03-10T18:20:56.608" v="7682" actId="1076"/>
          <ac:picMkLst>
            <pc:docMk/>
            <pc:sldMk cId="1566259645" sldId="601"/>
            <ac:picMk id="2050" creationId="{13F5F2F8-BDF3-B0D2-C6C2-089D57EE0BF7}"/>
          </ac:picMkLst>
        </pc:picChg>
      </pc:sldChg>
      <pc:sldChg chg="addSp delSp modSp add mod modAnim">
        <pc:chgData name="Luis Carlos Guevara Hernandez" userId="946bcc4c-b146-4724-978c-751fab731e0a" providerId="ADAL" clId="{E8E95438-7D72-4151-95E2-CCAFE31D1FDF}" dt="2026-03-10T18:38:55.058" v="7787" actId="14100"/>
        <pc:sldMkLst>
          <pc:docMk/>
          <pc:sldMk cId="1598673519" sldId="602"/>
        </pc:sldMkLst>
        <pc:spChg chg="add mod">
          <ac:chgData name="Luis Carlos Guevara Hernandez" userId="946bcc4c-b146-4724-978c-751fab731e0a" providerId="ADAL" clId="{E8E95438-7D72-4151-95E2-CCAFE31D1FDF}" dt="2026-03-10T18:35:24.168" v="7742" actId="20577"/>
          <ac:spMkLst>
            <pc:docMk/>
            <pc:sldMk cId="1598673519" sldId="602"/>
            <ac:spMk id="4" creationId="{16608EF0-61AE-E9C5-D127-CDC10EB6D6E5}"/>
          </ac:spMkLst>
        </pc:spChg>
        <pc:spChg chg="add mod">
          <ac:chgData name="Luis Carlos Guevara Hernandez" userId="946bcc4c-b146-4724-978c-751fab731e0a" providerId="ADAL" clId="{E8E95438-7D72-4151-95E2-CCAFE31D1FDF}" dt="2026-03-10T18:34:56.894" v="7740" actId="1076"/>
          <ac:spMkLst>
            <pc:docMk/>
            <pc:sldMk cId="1598673519" sldId="602"/>
            <ac:spMk id="10" creationId="{3B74C334-1563-A1C4-70B7-75D578E7C14C}"/>
          </ac:spMkLst>
        </pc:spChg>
        <pc:spChg chg="mod">
          <ac:chgData name="Luis Carlos Guevara Hernandez" userId="946bcc4c-b146-4724-978c-751fab731e0a" providerId="ADAL" clId="{E8E95438-7D72-4151-95E2-CCAFE31D1FDF}" dt="2026-03-10T18:36:13.025" v="7747" actId="113"/>
          <ac:spMkLst>
            <pc:docMk/>
            <pc:sldMk cId="1598673519" sldId="602"/>
            <ac:spMk id="13" creationId="{019FA572-24F0-D753-ED53-ECC61964D4DA}"/>
          </ac:spMkLst>
        </pc:spChg>
        <pc:spChg chg="mod">
          <ac:chgData name="Luis Carlos Guevara Hernandez" userId="946bcc4c-b146-4724-978c-751fab731e0a" providerId="ADAL" clId="{E8E95438-7D72-4151-95E2-CCAFE31D1FDF}" dt="2026-03-10T18:36:50.013" v="7764" actId="20577"/>
          <ac:spMkLst>
            <pc:docMk/>
            <pc:sldMk cId="1598673519" sldId="602"/>
            <ac:spMk id="14" creationId="{B4BD13B5-61D4-DBA3-3701-A3010902428B}"/>
          </ac:spMkLst>
        </pc:spChg>
        <pc:spChg chg="mod">
          <ac:chgData name="Luis Carlos Guevara Hernandez" userId="946bcc4c-b146-4724-978c-751fab731e0a" providerId="ADAL" clId="{E8E95438-7D72-4151-95E2-CCAFE31D1FDF}" dt="2026-03-10T18:36:36.971" v="7756"/>
          <ac:spMkLst>
            <pc:docMk/>
            <pc:sldMk cId="1598673519" sldId="602"/>
            <ac:spMk id="15" creationId="{2FE11411-DC01-FBC4-24CF-85B593E0DB49}"/>
          </ac:spMkLst>
        </pc:spChg>
        <pc:spChg chg="mod">
          <ac:chgData name="Luis Carlos Guevara Hernandez" userId="946bcc4c-b146-4724-978c-751fab731e0a" providerId="ADAL" clId="{E8E95438-7D72-4151-95E2-CCAFE31D1FDF}" dt="2026-03-10T18:34:39.815" v="7737" actId="20577"/>
          <ac:spMkLst>
            <pc:docMk/>
            <pc:sldMk cId="1598673519" sldId="602"/>
            <ac:spMk id="16" creationId="{732870BA-6FDB-DC54-CDA2-62B3BCEE65B4}"/>
          </ac:spMkLst>
        </pc:spChg>
        <pc:spChg chg="mod">
          <ac:chgData name="Luis Carlos Guevara Hernandez" userId="946bcc4c-b146-4724-978c-751fab731e0a" providerId="ADAL" clId="{E8E95438-7D72-4151-95E2-CCAFE31D1FDF}" dt="2026-03-10T18:38:16.741" v="7783" actId="20577"/>
          <ac:spMkLst>
            <pc:docMk/>
            <pc:sldMk cId="1598673519" sldId="602"/>
            <ac:spMk id="19" creationId="{06B38FCD-0722-43C0-6FEE-4D9BBC805DF6}"/>
          </ac:spMkLst>
        </pc:spChg>
        <pc:spChg chg="mod">
          <ac:chgData name="Luis Carlos Guevara Hernandez" userId="946bcc4c-b146-4724-978c-751fab731e0a" providerId="ADAL" clId="{E8E95438-7D72-4151-95E2-CCAFE31D1FDF}" dt="2026-03-10T18:37:09.456" v="7768"/>
          <ac:spMkLst>
            <pc:docMk/>
            <pc:sldMk cId="1598673519" sldId="602"/>
            <ac:spMk id="20" creationId="{7C68708A-70C1-A17A-4405-5582172CED72}"/>
          </ac:spMkLst>
        </pc:spChg>
        <pc:spChg chg="mod">
          <ac:chgData name="Luis Carlos Guevara Hernandez" userId="946bcc4c-b146-4724-978c-751fab731e0a" providerId="ADAL" clId="{E8E95438-7D72-4151-95E2-CCAFE31D1FDF}" dt="2026-03-10T18:36:53.931" v="7765"/>
          <ac:spMkLst>
            <pc:docMk/>
            <pc:sldMk cId="1598673519" sldId="602"/>
            <ac:spMk id="21" creationId="{70525CB4-33C4-41B5-EAC7-0B0FFAD6B900}"/>
          </ac:spMkLst>
        </pc:spChg>
        <pc:spChg chg="add mod">
          <ac:chgData name="Luis Carlos Guevara Hernandez" userId="946bcc4c-b146-4724-978c-751fab731e0a" providerId="ADAL" clId="{E8E95438-7D72-4151-95E2-CCAFE31D1FDF}" dt="2026-03-10T18:38:55.058" v="7787" actId="14100"/>
          <ac:spMkLst>
            <pc:docMk/>
            <pc:sldMk cId="1598673519" sldId="602"/>
            <ac:spMk id="24" creationId="{286E139D-BC22-15F2-992B-06387EC93DEE}"/>
          </ac:spMkLst>
        </pc:spChg>
        <pc:spChg chg="add mod">
          <ac:chgData name="Luis Carlos Guevara Hernandez" userId="946bcc4c-b146-4724-978c-751fab731e0a" providerId="ADAL" clId="{E8E95438-7D72-4151-95E2-CCAFE31D1FDF}" dt="2026-03-10T18:38:35.188" v="7786"/>
          <ac:spMkLst>
            <pc:docMk/>
            <pc:sldMk cId="1598673519" sldId="602"/>
            <ac:spMk id="25" creationId="{62817E64-1E0D-D72B-72D7-2FD8231F4E13}"/>
          </ac:spMkLst>
        </pc:spChg>
        <pc:spChg chg="add mod">
          <ac:chgData name="Luis Carlos Guevara Hernandez" userId="946bcc4c-b146-4724-978c-751fab731e0a" providerId="ADAL" clId="{E8E95438-7D72-4151-95E2-CCAFE31D1FDF}" dt="2026-03-10T18:38:23.795" v="7785" actId="1076"/>
          <ac:spMkLst>
            <pc:docMk/>
            <pc:sldMk cId="1598673519" sldId="602"/>
            <ac:spMk id="26" creationId="{08C13AAB-824C-8E94-1F34-C6326105FF7C}"/>
          </ac:spMkLst>
        </pc:spChg>
        <pc:spChg chg="mod">
          <ac:chgData name="Luis Carlos Guevara Hernandez" userId="946bcc4c-b146-4724-978c-751fab731e0a" providerId="ADAL" clId="{E8E95438-7D72-4151-95E2-CCAFE31D1FDF}" dt="2026-03-10T18:36:36.050" v="7755" actId="164"/>
          <ac:spMkLst>
            <pc:docMk/>
            <pc:sldMk cId="1598673519" sldId="602"/>
            <ac:spMk id="28" creationId="{1EF3AB9D-787A-336F-178E-D7A73C6D3009}"/>
          </ac:spMkLst>
        </pc:spChg>
        <pc:spChg chg="mod">
          <ac:chgData name="Luis Carlos Guevara Hernandez" userId="946bcc4c-b146-4724-978c-751fab731e0a" providerId="ADAL" clId="{E8E95438-7D72-4151-95E2-CCAFE31D1FDF}" dt="2026-03-10T18:36:36.050" v="7755" actId="164"/>
          <ac:spMkLst>
            <pc:docMk/>
            <pc:sldMk cId="1598673519" sldId="602"/>
            <ac:spMk id="41" creationId="{98A4CFF0-AA6B-716E-7C36-FF6C95F8446C}"/>
          </ac:spMkLst>
        </pc:spChg>
        <pc:grpChg chg="add mod">
          <ac:chgData name="Luis Carlos Guevara Hernandez" userId="946bcc4c-b146-4724-978c-751fab731e0a" providerId="ADAL" clId="{E8E95438-7D72-4151-95E2-CCAFE31D1FDF}" dt="2026-03-10T18:36:36.050" v="7755" actId="164"/>
          <ac:grpSpMkLst>
            <pc:docMk/>
            <pc:sldMk cId="1598673519" sldId="602"/>
            <ac:grpSpMk id="11" creationId="{43A9A158-4674-2EAF-9537-C1A0D2069831}"/>
          </ac:grpSpMkLst>
        </pc:grpChg>
        <pc:grpChg chg="add mod">
          <ac:chgData name="Luis Carlos Guevara Hernandez" userId="946bcc4c-b146-4724-978c-751fab731e0a" providerId="ADAL" clId="{E8E95438-7D72-4151-95E2-CCAFE31D1FDF}" dt="2026-03-10T18:36:39.678" v="7757" actId="1076"/>
          <ac:grpSpMkLst>
            <pc:docMk/>
            <pc:sldMk cId="1598673519" sldId="602"/>
            <ac:grpSpMk id="12" creationId="{76D87967-7D64-7244-255A-7392865F20B0}"/>
          </ac:grpSpMkLst>
        </pc:grpChg>
        <pc:grpChg chg="add mod">
          <ac:chgData name="Luis Carlos Guevara Hernandez" userId="946bcc4c-b146-4724-978c-751fab731e0a" providerId="ADAL" clId="{E8E95438-7D72-4151-95E2-CCAFE31D1FDF}" dt="2026-03-10T18:36:57.217" v="7766" actId="1076"/>
          <ac:grpSpMkLst>
            <pc:docMk/>
            <pc:sldMk cId="1598673519" sldId="602"/>
            <ac:grpSpMk id="18" creationId="{E35AFEEF-7FD5-8EC7-FD52-A8444F81ADF0}"/>
          </ac:grpSpMkLst>
        </pc:grpChg>
      </pc:sldChg>
      <pc:sldChg chg="addSp delSp modSp add mod ord delAnim">
        <pc:chgData name="Luis Carlos Guevara Hernandez" userId="946bcc4c-b146-4724-978c-751fab731e0a" providerId="ADAL" clId="{E8E95438-7D72-4151-95E2-CCAFE31D1FDF}" dt="2026-03-10T19:19:31.791" v="7890"/>
        <pc:sldMkLst>
          <pc:docMk/>
          <pc:sldMk cId="3606804867" sldId="603"/>
        </pc:sldMkLst>
        <pc:spChg chg="mod">
          <ac:chgData name="Luis Carlos Guevara Hernandez" userId="946bcc4c-b146-4724-978c-751fab731e0a" providerId="ADAL" clId="{E8E95438-7D72-4151-95E2-CCAFE31D1FDF}" dt="2026-03-10T18:42:43.034" v="7844" actId="14100"/>
          <ac:spMkLst>
            <pc:docMk/>
            <pc:sldMk cId="3606804867" sldId="603"/>
            <ac:spMk id="7" creationId="{B798B0C5-DBAD-4E4E-55CC-BC51FBC5C233}"/>
          </ac:spMkLst>
        </pc:spChg>
        <pc:spChg chg="mod">
          <ac:chgData name="Luis Carlos Guevara Hernandez" userId="946bcc4c-b146-4724-978c-751fab731e0a" providerId="ADAL" clId="{E8E95438-7D72-4151-95E2-CCAFE31D1FDF}" dt="2026-03-10T18:40:32.871" v="7808"/>
          <ac:spMkLst>
            <pc:docMk/>
            <pc:sldMk cId="3606804867" sldId="603"/>
            <ac:spMk id="9" creationId="{44D47C03-050A-C38F-51D0-1164C19C1A57}"/>
          </ac:spMkLst>
        </pc:spChg>
        <pc:spChg chg="mod">
          <ac:chgData name="Luis Carlos Guevara Hernandez" userId="946bcc4c-b146-4724-978c-751fab731e0a" providerId="ADAL" clId="{E8E95438-7D72-4151-95E2-CCAFE31D1FDF}" dt="2026-03-10T18:41:01.519" v="7819" actId="13926"/>
          <ac:spMkLst>
            <pc:docMk/>
            <pc:sldMk cId="3606804867" sldId="603"/>
            <ac:spMk id="13" creationId="{C1DE9296-3A90-222D-AAC6-43A8EDC3E108}"/>
          </ac:spMkLst>
        </pc:spChg>
        <pc:spChg chg="mod">
          <ac:chgData name="Luis Carlos Guevara Hernandez" userId="946bcc4c-b146-4724-978c-751fab731e0a" providerId="ADAL" clId="{E8E95438-7D72-4151-95E2-CCAFE31D1FDF}" dt="2026-03-10T18:41:19.104" v="7821"/>
          <ac:spMkLst>
            <pc:docMk/>
            <pc:sldMk cId="3606804867" sldId="603"/>
            <ac:spMk id="22" creationId="{FD163D39-BF58-651A-7E32-F05762EB4FA8}"/>
          </ac:spMkLst>
        </pc:spChg>
        <pc:spChg chg="mod">
          <ac:chgData name="Luis Carlos Guevara Hernandez" userId="946bcc4c-b146-4724-978c-751fab731e0a" providerId="ADAL" clId="{E8E95438-7D72-4151-95E2-CCAFE31D1FDF}" dt="2026-03-10T18:42:48.699" v="7845" actId="1076"/>
          <ac:spMkLst>
            <pc:docMk/>
            <pc:sldMk cId="3606804867" sldId="603"/>
            <ac:spMk id="24" creationId="{110709A9-C3C1-57BF-4DAB-B9E587DEE064}"/>
          </ac:spMkLst>
        </pc:spChg>
        <pc:spChg chg="mod">
          <ac:chgData name="Luis Carlos Guevara Hernandez" userId="946bcc4c-b146-4724-978c-751fab731e0a" providerId="ADAL" clId="{E8E95438-7D72-4151-95E2-CCAFE31D1FDF}" dt="2026-03-10T18:42:40.126" v="7843" actId="14100"/>
          <ac:spMkLst>
            <pc:docMk/>
            <pc:sldMk cId="3606804867" sldId="603"/>
            <ac:spMk id="29" creationId="{51084240-0C61-C8D0-47A8-7A998E61765E}"/>
          </ac:spMkLst>
        </pc:spChg>
        <pc:spChg chg="mod">
          <ac:chgData name="Luis Carlos Guevara Hernandez" userId="946bcc4c-b146-4724-978c-751fab731e0a" providerId="ADAL" clId="{E8E95438-7D72-4151-95E2-CCAFE31D1FDF}" dt="2026-03-10T18:42:22.457" v="7839"/>
          <ac:spMkLst>
            <pc:docMk/>
            <pc:sldMk cId="3606804867" sldId="603"/>
            <ac:spMk id="30" creationId="{C8CC1317-B22C-C39E-7280-C01B152159F6}"/>
          </ac:spMkLst>
        </pc:spChg>
        <pc:spChg chg="add mod">
          <ac:chgData name="Luis Carlos Guevara Hernandez" userId="946bcc4c-b146-4724-978c-751fab731e0a" providerId="ADAL" clId="{E8E95438-7D72-4151-95E2-CCAFE31D1FDF}" dt="2026-03-10T19:14:46.399" v="7852"/>
          <ac:spMkLst>
            <pc:docMk/>
            <pc:sldMk cId="3606804867" sldId="603"/>
            <ac:spMk id="31" creationId="{B9712BAB-7813-1D85-5114-E0A39C8CAD4D}"/>
          </ac:spMkLst>
        </pc:spChg>
        <pc:spChg chg="add mod">
          <ac:chgData name="Luis Carlos Guevara Hernandez" userId="946bcc4c-b146-4724-978c-751fab731e0a" providerId="ADAL" clId="{E8E95438-7D72-4151-95E2-CCAFE31D1FDF}" dt="2026-03-10T18:43:29.772" v="7848" actId="1076"/>
          <ac:spMkLst>
            <pc:docMk/>
            <pc:sldMk cId="3606804867" sldId="603"/>
            <ac:spMk id="32" creationId="{E5D90445-F94C-3559-8999-8E1903E116A4}"/>
          </ac:spMkLst>
        </pc:spChg>
        <pc:spChg chg="add mod">
          <ac:chgData name="Luis Carlos Guevara Hernandez" userId="946bcc4c-b146-4724-978c-751fab731e0a" providerId="ADAL" clId="{E8E95438-7D72-4151-95E2-CCAFE31D1FDF}" dt="2026-03-10T18:43:40.917" v="7850"/>
          <ac:spMkLst>
            <pc:docMk/>
            <pc:sldMk cId="3606804867" sldId="603"/>
            <ac:spMk id="33" creationId="{5EBDA9F5-1AF3-5A51-716E-896FED72AC96}"/>
          </ac:spMkLst>
        </pc:spChg>
        <pc:spChg chg="add mod">
          <ac:chgData name="Luis Carlos Guevara Hernandez" userId="946bcc4c-b146-4724-978c-751fab731e0a" providerId="ADAL" clId="{E8E95438-7D72-4151-95E2-CCAFE31D1FDF}" dt="2026-03-10T19:14:57.680" v="7856" actId="1076"/>
          <ac:spMkLst>
            <pc:docMk/>
            <pc:sldMk cId="3606804867" sldId="603"/>
            <ac:spMk id="34" creationId="{B6D6D66E-AC35-9EDB-114D-368685B81596}"/>
          </ac:spMkLst>
        </pc:spChg>
        <pc:spChg chg="add mod">
          <ac:chgData name="Luis Carlos Guevara Hernandez" userId="946bcc4c-b146-4724-978c-751fab731e0a" providerId="ADAL" clId="{E8E95438-7D72-4151-95E2-CCAFE31D1FDF}" dt="2026-03-10T19:14:57.680" v="7856" actId="1076"/>
          <ac:spMkLst>
            <pc:docMk/>
            <pc:sldMk cId="3606804867" sldId="603"/>
            <ac:spMk id="35" creationId="{3B089819-B9B3-B8C8-E78B-C3EAF8D146AE}"/>
          </ac:spMkLst>
        </pc:spChg>
        <pc:grpChg chg="add mod">
          <ac:chgData name="Luis Carlos Guevara Hernandez" userId="946bcc4c-b146-4724-978c-751fab731e0a" providerId="ADAL" clId="{E8E95438-7D72-4151-95E2-CCAFE31D1FDF}" dt="2026-03-10T18:41:22.203" v="7822" actId="1076"/>
          <ac:grpSpMkLst>
            <pc:docMk/>
            <pc:sldMk cId="3606804867" sldId="603"/>
            <ac:grpSpMk id="3" creationId="{1D37310C-6263-DC29-08B7-540BA36446BF}"/>
          </ac:grpSpMkLst>
        </pc:grpChg>
        <pc:grpChg chg="add mod">
          <ac:chgData name="Luis Carlos Guevara Hernandez" userId="946bcc4c-b146-4724-978c-751fab731e0a" providerId="ADAL" clId="{E8E95438-7D72-4151-95E2-CCAFE31D1FDF}" dt="2026-03-10T18:42:48.699" v="7845" actId="1076"/>
          <ac:grpSpMkLst>
            <pc:docMk/>
            <pc:sldMk cId="3606804867" sldId="603"/>
            <ac:grpSpMk id="27" creationId="{B5EB1B1B-1FA0-634D-F1D5-38BD7666271E}"/>
          </ac:grpSpMkLst>
        </pc:grpChg>
      </pc:sldChg>
      <pc:sldChg chg="addSp delSp modSp add mod modAnim">
        <pc:chgData name="Luis Carlos Guevara Hernandez" userId="946bcc4c-b146-4724-978c-751fab731e0a" providerId="ADAL" clId="{E8E95438-7D72-4151-95E2-CCAFE31D1FDF}" dt="2026-03-10T19:33:10.357" v="7953"/>
        <pc:sldMkLst>
          <pc:docMk/>
          <pc:sldMk cId="141088473" sldId="604"/>
        </pc:sldMkLst>
        <pc:spChg chg="mod">
          <ac:chgData name="Luis Carlos Guevara Hernandez" userId="946bcc4c-b146-4724-978c-751fab731e0a" providerId="ADAL" clId="{E8E95438-7D72-4151-95E2-CCAFE31D1FDF}" dt="2026-03-10T19:18:46" v="7872" actId="20577"/>
          <ac:spMkLst>
            <pc:docMk/>
            <pc:sldMk cId="141088473" sldId="604"/>
            <ac:spMk id="7" creationId="{4E78F7A7-575B-6D2C-038C-3AE8922849FB}"/>
          </ac:spMkLst>
        </pc:spChg>
        <pc:spChg chg="mod">
          <ac:chgData name="Luis Carlos Guevara Hernandez" userId="946bcc4c-b146-4724-978c-751fab731e0a" providerId="ADAL" clId="{E8E95438-7D72-4151-95E2-CCAFE31D1FDF}" dt="2026-03-10T19:18:57.618" v="7877" actId="20577"/>
          <ac:spMkLst>
            <pc:docMk/>
            <pc:sldMk cId="141088473" sldId="604"/>
            <ac:spMk id="11" creationId="{1210AA0E-476C-DE9E-5AF8-558659262C4A}"/>
          </ac:spMkLst>
        </pc:spChg>
        <pc:spChg chg="mod">
          <ac:chgData name="Luis Carlos Guevara Hernandez" userId="946bcc4c-b146-4724-978c-751fab731e0a" providerId="ADAL" clId="{E8E95438-7D72-4151-95E2-CCAFE31D1FDF}" dt="2026-03-10T19:18:47.997" v="7873"/>
          <ac:spMkLst>
            <pc:docMk/>
            <pc:sldMk cId="141088473" sldId="604"/>
            <ac:spMk id="12" creationId="{9152BBB0-F53E-CD03-499C-E072A6926930}"/>
          </ac:spMkLst>
        </pc:spChg>
        <pc:spChg chg="mod">
          <ac:chgData name="Luis Carlos Guevara Hernandez" userId="946bcc4c-b146-4724-978c-751fab731e0a" providerId="ADAL" clId="{E8E95438-7D72-4151-95E2-CCAFE31D1FDF}" dt="2026-03-10T19:19:57.057" v="7895" actId="1076"/>
          <ac:spMkLst>
            <pc:docMk/>
            <pc:sldMk cId="141088473" sldId="604"/>
            <ac:spMk id="13" creationId="{AF97E1D0-CA8B-E807-0B41-E4394F553A67}"/>
          </ac:spMkLst>
        </pc:spChg>
        <pc:spChg chg="add mod">
          <ac:chgData name="Luis Carlos Guevara Hernandez" userId="946bcc4c-b146-4724-978c-751fab731e0a" providerId="ADAL" clId="{E8E95438-7D72-4151-95E2-CCAFE31D1FDF}" dt="2026-03-10T19:20:26.104" v="7906" actId="1076"/>
          <ac:spMkLst>
            <pc:docMk/>
            <pc:sldMk cId="141088473" sldId="604"/>
            <ac:spMk id="15" creationId="{427AA69B-F665-D471-035E-335CF4F48C6B}"/>
          </ac:spMkLst>
        </pc:spChg>
        <pc:spChg chg="add mod">
          <ac:chgData name="Luis Carlos Guevara Hernandez" userId="946bcc4c-b146-4724-978c-751fab731e0a" providerId="ADAL" clId="{E8E95438-7D72-4151-95E2-CCAFE31D1FDF}" dt="2026-03-10T19:20:16.015" v="7903" actId="1076"/>
          <ac:spMkLst>
            <pc:docMk/>
            <pc:sldMk cId="141088473" sldId="604"/>
            <ac:spMk id="16" creationId="{3ABB7FF7-C426-0757-7B83-967759562BB0}"/>
          </ac:spMkLst>
        </pc:spChg>
        <pc:spChg chg="add mod">
          <ac:chgData name="Luis Carlos Guevara Hernandez" userId="946bcc4c-b146-4724-978c-751fab731e0a" providerId="ADAL" clId="{E8E95438-7D72-4151-95E2-CCAFE31D1FDF}" dt="2026-03-10T19:20:45.281" v="7911" actId="20577"/>
          <ac:spMkLst>
            <pc:docMk/>
            <pc:sldMk cId="141088473" sldId="604"/>
            <ac:spMk id="17" creationId="{722A7E41-7284-105C-43AB-F1C8B5A9E09E}"/>
          </ac:spMkLst>
        </pc:spChg>
        <pc:spChg chg="add mod">
          <ac:chgData name="Luis Carlos Guevara Hernandez" userId="946bcc4c-b146-4724-978c-751fab731e0a" providerId="ADAL" clId="{E8E95438-7D72-4151-95E2-CCAFE31D1FDF}" dt="2026-03-10T19:21:19.968" v="7916" actId="14100"/>
          <ac:spMkLst>
            <pc:docMk/>
            <pc:sldMk cId="141088473" sldId="604"/>
            <ac:spMk id="18" creationId="{1C0D5C81-D2ED-ACB5-0888-6F521E1EE5CF}"/>
          </ac:spMkLst>
        </pc:spChg>
        <pc:spChg chg="add mod">
          <ac:chgData name="Luis Carlos Guevara Hernandez" userId="946bcc4c-b146-4724-978c-751fab731e0a" providerId="ADAL" clId="{E8E95438-7D72-4151-95E2-CCAFE31D1FDF}" dt="2026-03-10T19:21:07.120" v="7913"/>
          <ac:spMkLst>
            <pc:docMk/>
            <pc:sldMk cId="141088473" sldId="604"/>
            <ac:spMk id="19" creationId="{1BF86EDA-EAAF-E871-82FC-EB78D799DCC7}"/>
          </ac:spMkLst>
        </pc:spChg>
        <pc:spChg chg="mod">
          <ac:chgData name="Luis Carlos Guevara Hernandez" userId="946bcc4c-b146-4724-978c-751fab731e0a" providerId="ADAL" clId="{E8E95438-7D72-4151-95E2-CCAFE31D1FDF}" dt="2026-03-10T19:18:34.843" v="7866"/>
          <ac:spMkLst>
            <pc:docMk/>
            <pc:sldMk cId="141088473" sldId="604"/>
            <ac:spMk id="22" creationId="{8744A8F7-D0FF-35F3-036A-270A33ADAA2B}"/>
          </ac:spMkLst>
        </pc:spChg>
        <pc:spChg chg="add mod">
          <ac:chgData name="Luis Carlos Guevara Hernandez" userId="946bcc4c-b146-4724-978c-751fab731e0a" providerId="ADAL" clId="{E8E95438-7D72-4151-95E2-CCAFE31D1FDF}" dt="2026-03-10T19:21:57.303" v="7928" actId="13926"/>
          <ac:spMkLst>
            <pc:docMk/>
            <pc:sldMk cId="141088473" sldId="604"/>
            <ac:spMk id="25" creationId="{E36CC0E7-D131-E8D0-6DA4-4FEE798DAF8B}"/>
          </ac:spMkLst>
        </pc:spChg>
        <pc:spChg chg="mod">
          <ac:chgData name="Luis Carlos Guevara Hernandez" userId="946bcc4c-b146-4724-978c-751fab731e0a" providerId="ADAL" clId="{E8E95438-7D72-4151-95E2-CCAFE31D1FDF}" dt="2026-03-10T19:22:15.247" v="7933"/>
          <ac:spMkLst>
            <pc:docMk/>
            <pc:sldMk cId="141088473" sldId="604"/>
            <ac:spMk id="28" creationId="{EE234148-8CE3-DBF5-FCA7-B12549C59EA5}"/>
          </ac:spMkLst>
        </pc:spChg>
        <pc:spChg chg="mod">
          <ac:chgData name="Luis Carlos Guevara Hernandez" userId="946bcc4c-b146-4724-978c-751fab731e0a" providerId="ADAL" clId="{E8E95438-7D72-4151-95E2-CCAFE31D1FDF}" dt="2026-03-10T19:22:15.247" v="7933"/>
          <ac:spMkLst>
            <pc:docMk/>
            <pc:sldMk cId="141088473" sldId="604"/>
            <ac:spMk id="36" creationId="{3B1EFF9D-053F-D163-1C0F-4587EDD4B76E}"/>
          </ac:spMkLst>
        </pc:spChg>
        <pc:spChg chg="mod">
          <ac:chgData name="Luis Carlos Guevara Hernandez" userId="946bcc4c-b146-4724-978c-751fab731e0a" providerId="ADAL" clId="{E8E95438-7D72-4151-95E2-CCAFE31D1FDF}" dt="2026-03-10T19:22:18.284" v="7934"/>
          <ac:spMkLst>
            <pc:docMk/>
            <pc:sldMk cId="141088473" sldId="604"/>
            <ac:spMk id="38" creationId="{5EF6EA83-CACF-EEE0-F086-B52C8D7CF3C1}"/>
          </ac:spMkLst>
        </pc:spChg>
        <pc:spChg chg="mod">
          <ac:chgData name="Luis Carlos Guevara Hernandez" userId="946bcc4c-b146-4724-978c-751fab731e0a" providerId="ADAL" clId="{E8E95438-7D72-4151-95E2-CCAFE31D1FDF}" dt="2026-03-10T19:22:23.277" v="7937"/>
          <ac:spMkLst>
            <pc:docMk/>
            <pc:sldMk cId="141088473" sldId="604"/>
            <ac:spMk id="39" creationId="{1DCBA298-40D1-58D5-35F0-0C9CD9051074}"/>
          </ac:spMkLst>
        </pc:spChg>
        <pc:spChg chg="add mod">
          <ac:chgData name="Luis Carlos Guevara Hernandez" userId="946bcc4c-b146-4724-978c-751fab731e0a" providerId="ADAL" clId="{E8E95438-7D72-4151-95E2-CCAFE31D1FDF}" dt="2026-03-10T19:22:47.320" v="7944" actId="13926"/>
          <ac:spMkLst>
            <pc:docMk/>
            <pc:sldMk cId="141088473" sldId="604"/>
            <ac:spMk id="40" creationId="{913814EB-BBDE-0583-A503-0A8ED59E1515}"/>
          </ac:spMkLst>
        </pc:spChg>
        <pc:spChg chg="add mod">
          <ac:chgData name="Luis Carlos Guevara Hernandez" userId="946bcc4c-b146-4724-978c-751fab731e0a" providerId="ADAL" clId="{E8E95438-7D72-4151-95E2-CCAFE31D1FDF}" dt="2026-03-10T19:33:10.357" v="7953"/>
          <ac:spMkLst>
            <pc:docMk/>
            <pc:sldMk cId="141088473" sldId="604"/>
            <ac:spMk id="41" creationId="{B853A17D-1D77-A6BA-8A82-125C2A30617B}"/>
          </ac:spMkLst>
        </pc:spChg>
        <pc:grpChg chg="mod">
          <ac:chgData name="Luis Carlos Guevara Hernandez" userId="946bcc4c-b146-4724-978c-751fab731e0a" providerId="ADAL" clId="{E8E95438-7D72-4151-95E2-CCAFE31D1FDF}" dt="2026-03-10T19:19:57.057" v="7895" actId="1076"/>
          <ac:grpSpMkLst>
            <pc:docMk/>
            <pc:sldMk cId="141088473" sldId="604"/>
            <ac:grpSpMk id="3" creationId="{C9806DEE-CE88-5915-0926-54B01DA59CE1}"/>
          </ac:grpSpMkLst>
        </pc:grpChg>
        <pc:grpChg chg="add mod">
          <ac:chgData name="Luis Carlos Guevara Hernandez" userId="946bcc4c-b146-4724-978c-751fab731e0a" providerId="ADAL" clId="{E8E95438-7D72-4151-95E2-CCAFE31D1FDF}" dt="2026-03-10T19:19:57.057" v="7895" actId="1076"/>
          <ac:grpSpMkLst>
            <pc:docMk/>
            <pc:sldMk cId="141088473" sldId="604"/>
            <ac:grpSpMk id="10" creationId="{E48F9AC9-D60D-20A8-0F54-1D93E7E80782}"/>
          </ac:grpSpMkLst>
        </pc:grpChg>
        <pc:grpChg chg="add mod">
          <ac:chgData name="Luis Carlos Guevara Hernandez" userId="946bcc4c-b146-4724-978c-751fab731e0a" providerId="ADAL" clId="{E8E95438-7D72-4151-95E2-CCAFE31D1FDF}" dt="2026-03-10T19:22:15.247" v="7933"/>
          <ac:grpSpMkLst>
            <pc:docMk/>
            <pc:sldMk cId="141088473" sldId="604"/>
            <ac:grpSpMk id="26" creationId="{EDC70C3C-1FE4-4823-4A05-A32A4AF188C8}"/>
          </ac:grpSpMkLst>
        </pc:grpChg>
        <pc:grpChg chg="add mod">
          <ac:chgData name="Luis Carlos Guevara Hernandez" userId="946bcc4c-b146-4724-978c-751fab731e0a" providerId="ADAL" clId="{E8E95438-7D72-4151-95E2-CCAFE31D1FDF}" dt="2026-03-10T19:22:20.393" v="7935" actId="1076"/>
          <ac:grpSpMkLst>
            <pc:docMk/>
            <pc:sldMk cId="141088473" sldId="604"/>
            <ac:grpSpMk id="37" creationId="{0E372DD5-760A-E926-CE70-E8067E0BB44B}"/>
          </ac:grpSpMkLst>
        </pc:grpChg>
      </pc:sldChg>
      <pc:sldChg chg="addSp delSp modSp add mod ord delAnim modAnim">
        <pc:chgData name="Luis Carlos Guevara Hernandez" userId="946bcc4c-b146-4724-978c-751fab731e0a" providerId="ADAL" clId="{E8E95438-7D72-4151-95E2-CCAFE31D1FDF}" dt="2026-03-10T20:33:35.824" v="8268"/>
        <pc:sldMkLst>
          <pc:docMk/>
          <pc:sldMk cId="4027900735" sldId="605"/>
        </pc:sldMkLst>
        <pc:spChg chg="mod">
          <ac:chgData name="Luis Carlos Guevara Hernandez" userId="946bcc4c-b146-4724-978c-751fab731e0a" providerId="ADAL" clId="{E8E95438-7D72-4151-95E2-CCAFE31D1FDF}" dt="2026-03-10T20:18:09.906" v="8015" actId="20577"/>
          <ac:spMkLst>
            <pc:docMk/>
            <pc:sldMk cId="4027900735" sldId="605"/>
            <ac:spMk id="2" creationId="{E52CF853-6678-D434-32CE-D52967BC263C}"/>
          </ac:spMkLst>
        </pc:spChg>
        <pc:spChg chg="mod">
          <ac:chgData name="Luis Carlos Guevara Hernandez" userId="946bcc4c-b146-4724-978c-751fab731e0a" providerId="ADAL" clId="{E8E95438-7D72-4151-95E2-CCAFE31D1FDF}" dt="2026-03-10T20:28:28.384" v="8179" actId="1076"/>
          <ac:spMkLst>
            <pc:docMk/>
            <pc:sldMk cId="4027900735" sldId="605"/>
            <ac:spMk id="9" creationId="{F34F3D53-9601-5220-EC04-AC93256263F8}"/>
          </ac:spMkLst>
        </pc:spChg>
        <pc:spChg chg="add mod">
          <ac:chgData name="Luis Carlos Guevara Hernandez" userId="946bcc4c-b146-4724-978c-751fab731e0a" providerId="ADAL" clId="{E8E95438-7D72-4151-95E2-CCAFE31D1FDF}" dt="2026-03-10T20:31:58.060" v="8261" actId="13926"/>
          <ac:spMkLst>
            <pc:docMk/>
            <pc:sldMk cId="4027900735" sldId="605"/>
            <ac:spMk id="48" creationId="{146374BA-DD7F-4C73-8A35-4AA93DD785E2}"/>
          </ac:spMkLst>
        </pc:spChg>
        <pc:spChg chg="add mod">
          <ac:chgData name="Luis Carlos Guevara Hernandez" userId="946bcc4c-b146-4724-978c-751fab731e0a" providerId="ADAL" clId="{E8E95438-7D72-4151-95E2-CCAFE31D1FDF}" dt="2026-03-10T20:32:15.405" v="8263" actId="1076"/>
          <ac:spMkLst>
            <pc:docMk/>
            <pc:sldMk cId="4027900735" sldId="605"/>
            <ac:spMk id="61" creationId="{4E408B0A-E424-11BF-5ABA-A012805F9A08}"/>
          </ac:spMkLst>
        </pc:spChg>
        <pc:spChg chg="add del mod">
          <ac:chgData name="Luis Carlos Guevara Hernandez" userId="946bcc4c-b146-4724-978c-751fab731e0a" providerId="ADAL" clId="{E8E95438-7D72-4151-95E2-CCAFE31D1FDF}" dt="2026-03-10T20:32:15.405" v="8263" actId="1076"/>
          <ac:spMkLst>
            <pc:docMk/>
            <pc:sldMk cId="4027900735" sldId="605"/>
            <ac:spMk id="64" creationId="{556D8FF7-7DFC-1ED7-216F-0C9483F2858D}"/>
          </ac:spMkLst>
        </pc:spChg>
        <pc:spChg chg="add mod">
          <ac:chgData name="Luis Carlos Guevara Hernandez" userId="946bcc4c-b146-4724-978c-751fab731e0a" providerId="ADAL" clId="{E8E95438-7D72-4151-95E2-CCAFE31D1FDF}" dt="2026-03-10T20:32:15.405" v="8263" actId="1076"/>
          <ac:spMkLst>
            <pc:docMk/>
            <pc:sldMk cId="4027900735" sldId="605"/>
            <ac:spMk id="65" creationId="{AF5018A3-954F-0719-6E6E-6B291B3B9E51}"/>
          </ac:spMkLst>
        </pc:spChg>
        <pc:spChg chg="add mod">
          <ac:chgData name="Luis Carlos Guevara Hernandez" userId="946bcc4c-b146-4724-978c-751fab731e0a" providerId="ADAL" clId="{E8E95438-7D72-4151-95E2-CCAFE31D1FDF}" dt="2026-03-10T20:32:15.405" v="8263" actId="1076"/>
          <ac:spMkLst>
            <pc:docMk/>
            <pc:sldMk cId="4027900735" sldId="605"/>
            <ac:spMk id="68" creationId="{E4813AF2-B066-95F6-1307-783F3319A337}"/>
          </ac:spMkLst>
        </pc:spChg>
        <pc:spChg chg="add mod">
          <ac:chgData name="Luis Carlos Guevara Hernandez" userId="946bcc4c-b146-4724-978c-751fab731e0a" providerId="ADAL" clId="{E8E95438-7D72-4151-95E2-CCAFE31D1FDF}" dt="2026-03-10T20:32:15.405" v="8263" actId="1076"/>
          <ac:spMkLst>
            <pc:docMk/>
            <pc:sldMk cId="4027900735" sldId="605"/>
            <ac:spMk id="69" creationId="{C891D77E-B5BC-D015-05F2-6E5BB251DFC4}"/>
          </ac:spMkLst>
        </pc:spChg>
        <pc:spChg chg="add mod">
          <ac:chgData name="Luis Carlos Guevara Hernandez" userId="946bcc4c-b146-4724-978c-751fab731e0a" providerId="ADAL" clId="{E8E95438-7D72-4151-95E2-CCAFE31D1FDF}" dt="2026-03-10T20:30:54.584" v="8235" actId="1076"/>
          <ac:spMkLst>
            <pc:docMk/>
            <pc:sldMk cId="4027900735" sldId="605"/>
            <ac:spMk id="70" creationId="{BED26686-8E2D-226B-C26D-63E4D8B4EB85}"/>
          </ac:spMkLst>
        </pc:spChg>
        <pc:spChg chg="add mod">
          <ac:chgData name="Luis Carlos Guevara Hernandez" userId="946bcc4c-b146-4724-978c-751fab731e0a" providerId="ADAL" clId="{E8E95438-7D72-4151-95E2-CCAFE31D1FDF}" dt="2026-03-10T20:32:15.405" v="8263" actId="1076"/>
          <ac:spMkLst>
            <pc:docMk/>
            <pc:sldMk cId="4027900735" sldId="605"/>
            <ac:spMk id="71" creationId="{DA0360F1-25B8-E35C-E403-606062D87008}"/>
          </ac:spMkLst>
        </pc:spChg>
        <pc:spChg chg="add mod">
          <ac:chgData name="Luis Carlos Guevara Hernandez" userId="946bcc4c-b146-4724-978c-751fab731e0a" providerId="ADAL" clId="{E8E95438-7D72-4151-95E2-CCAFE31D1FDF}" dt="2026-03-10T20:32:15.405" v="8263" actId="1076"/>
          <ac:spMkLst>
            <pc:docMk/>
            <pc:sldMk cId="4027900735" sldId="605"/>
            <ac:spMk id="72" creationId="{2A089DB5-6D60-6B90-F18F-A4D888A3D950}"/>
          </ac:spMkLst>
        </pc:spChg>
        <pc:spChg chg="add mod">
          <ac:chgData name="Luis Carlos Guevara Hernandez" userId="946bcc4c-b146-4724-978c-751fab731e0a" providerId="ADAL" clId="{E8E95438-7D72-4151-95E2-CCAFE31D1FDF}" dt="2026-03-10T20:32:15.405" v="8263" actId="1076"/>
          <ac:spMkLst>
            <pc:docMk/>
            <pc:sldMk cId="4027900735" sldId="605"/>
            <ac:spMk id="73" creationId="{8EA86F59-9118-993A-8E0A-C86F8DCBA17E}"/>
          </ac:spMkLst>
        </pc:spChg>
        <pc:spChg chg="add mod">
          <ac:chgData name="Luis Carlos Guevara Hernandez" userId="946bcc4c-b146-4724-978c-751fab731e0a" providerId="ADAL" clId="{E8E95438-7D72-4151-95E2-CCAFE31D1FDF}" dt="2026-03-10T20:32:15.405" v="8263" actId="1076"/>
          <ac:spMkLst>
            <pc:docMk/>
            <pc:sldMk cId="4027900735" sldId="605"/>
            <ac:spMk id="74" creationId="{1F34DA29-BE4F-B136-D0A8-5D3ADEC3D252}"/>
          </ac:spMkLst>
        </pc:spChg>
        <pc:spChg chg="add mod">
          <ac:chgData name="Luis Carlos Guevara Hernandez" userId="946bcc4c-b146-4724-978c-751fab731e0a" providerId="ADAL" clId="{E8E95438-7D72-4151-95E2-CCAFE31D1FDF}" dt="2026-03-10T20:32:15.405" v="8263" actId="1076"/>
          <ac:spMkLst>
            <pc:docMk/>
            <pc:sldMk cId="4027900735" sldId="605"/>
            <ac:spMk id="75" creationId="{E5FD50E8-3D63-6980-79FA-59ECF2131FED}"/>
          </ac:spMkLst>
        </pc:spChg>
        <pc:spChg chg="add mod">
          <ac:chgData name="Luis Carlos Guevara Hernandez" userId="946bcc4c-b146-4724-978c-751fab731e0a" providerId="ADAL" clId="{E8E95438-7D72-4151-95E2-CCAFE31D1FDF}" dt="2026-03-10T20:31:24.389" v="8246" actId="20577"/>
          <ac:spMkLst>
            <pc:docMk/>
            <pc:sldMk cId="4027900735" sldId="605"/>
            <ac:spMk id="76" creationId="{AFC42190-25BC-8F70-A6A0-AAFCEB1BE708}"/>
          </ac:spMkLst>
        </pc:spChg>
      </pc:sldChg>
      <pc:sldChg chg="add ord">
        <pc:chgData name="Luis Carlos Guevara Hernandez" userId="946bcc4c-b146-4724-978c-751fab731e0a" providerId="ADAL" clId="{E8E95438-7D72-4151-95E2-CCAFE31D1FDF}" dt="2026-03-10T20:21:20.354" v="8092"/>
        <pc:sldMkLst>
          <pc:docMk/>
          <pc:sldMk cId="3246977477" sldId="606"/>
        </pc:sldMkLst>
      </pc:sldChg>
      <pc:sldChg chg="delSp modSp add mod ord">
        <pc:chgData name="Luis Carlos Guevara Hernandez" userId="946bcc4c-b146-4724-978c-751fab731e0a" providerId="ADAL" clId="{E8E95438-7D72-4151-95E2-CCAFE31D1FDF}" dt="2026-03-10T20:37:55.106" v="8325" actId="1076"/>
        <pc:sldMkLst>
          <pc:docMk/>
          <pc:sldMk cId="1746413460" sldId="607"/>
        </pc:sldMkLst>
        <pc:spChg chg="mod">
          <ac:chgData name="Luis Carlos Guevara Hernandez" userId="946bcc4c-b146-4724-978c-751fab731e0a" providerId="ADAL" clId="{E8E95438-7D72-4151-95E2-CCAFE31D1FDF}" dt="2026-03-10T20:37:55.106" v="8325" actId="1076"/>
          <ac:spMkLst>
            <pc:docMk/>
            <pc:sldMk cId="1746413460" sldId="607"/>
            <ac:spMk id="56" creationId="{F17776D1-F807-8C2B-D3DE-EA982872D35C}"/>
          </ac:spMkLst>
        </pc:spChg>
        <pc:spChg chg="mod">
          <ac:chgData name="Luis Carlos Guevara Hernandez" userId="946bcc4c-b146-4724-978c-751fab731e0a" providerId="ADAL" clId="{E8E95438-7D72-4151-95E2-CCAFE31D1FDF}" dt="2026-03-10T20:37:55.106" v="8325" actId="1076"/>
          <ac:spMkLst>
            <pc:docMk/>
            <pc:sldMk cId="1746413460" sldId="607"/>
            <ac:spMk id="61" creationId="{55F071DE-9DEF-095D-3E62-C55D096E91C2}"/>
          </ac:spMkLst>
        </pc:spChg>
        <pc:spChg chg="mod">
          <ac:chgData name="Luis Carlos Guevara Hernandez" userId="946bcc4c-b146-4724-978c-751fab731e0a" providerId="ADAL" clId="{E8E95438-7D72-4151-95E2-CCAFE31D1FDF}" dt="2026-03-10T20:37:55.106" v="8325" actId="1076"/>
          <ac:spMkLst>
            <pc:docMk/>
            <pc:sldMk cId="1746413460" sldId="607"/>
            <ac:spMk id="62" creationId="{5449D794-4448-E34B-B9CD-9ED07DE95D30}"/>
          </ac:spMkLst>
        </pc:spChg>
        <pc:spChg chg="mod">
          <ac:chgData name="Luis Carlos Guevara Hernandez" userId="946bcc4c-b146-4724-978c-751fab731e0a" providerId="ADAL" clId="{E8E95438-7D72-4151-95E2-CCAFE31D1FDF}" dt="2026-03-10T20:37:55.106" v="8325" actId="1076"/>
          <ac:spMkLst>
            <pc:docMk/>
            <pc:sldMk cId="1746413460" sldId="607"/>
            <ac:spMk id="63" creationId="{EE6992AB-BD30-1F88-48F0-257EDE00F9E7}"/>
          </ac:spMkLst>
        </pc:spChg>
        <pc:spChg chg="mod">
          <ac:chgData name="Luis Carlos Guevara Hernandez" userId="946bcc4c-b146-4724-978c-751fab731e0a" providerId="ADAL" clId="{E8E95438-7D72-4151-95E2-CCAFE31D1FDF}" dt="2026-03-10T20:37:55.106" v="8325" actId="1076"/>
          <ac:spMkLst>
            <pc:docMk/>
            <pc:sldMk cId="1746413460" sldId="607"/>
            <ac:spMk id="66" creationId="{5A3BA88F-BA3E-D6EE-563D-FE385EF2A509}"/>
          </ac:spMkLst>
        </pc:spChg>
      </pc:sldChg>
      <pc:sldChg chg="addSp delSp modSp add mod modAnim">
        <pc:chgData name="Luis Carlos Guevara Hernandez" userId="946bcc4c-b146-4724-978c-751fab731e0a" providerId="ADAL" clId="{E8E95438-7D72-4151-95E2-CCAFE31D1FDF}" dt="2026-03-10T20:41:33.553" v="8413" actId="1076"/>
        <pc:sldMkLst>
          <pc:docMk/>
          <pc:sldMk cId="2989795014" sldId="608"/>
        </pc:sldMkLst>
        <pc:spChg chg="add mod">
          <ac:chgData name="Luis Carlos Guevara Hernandez" userId="946bcc4c-b146-4724-978c-751fab731e0a" providerId="ADAL" clId="{E8E95438-7D72-4151-95E2-CCAFE31D1FDF}" dt="2026-03-10T20:39:36.828" v="8378" actId="1076"/>
          <ac:spMkLst>
            <pc:docMk/>
            <pc:sldMk cId="2989795014" sldId="608"/>
            <ac:spMk id="3" creationId="{2C1C266C-D836-D1BC-6C83-554288DDFD4D}"/>
          </ac:spMkLst>
        </pc:spChg>
        <pc:spChg chg="add mod">
          <ac:chgData name="Luis Carlos Guevara Hernandez" userId="946bcc4c-b146-4724-978c-751fab731e0a" providerId="ADAL" clId="{E8E95438-7D72-4151-95E2-CCAFE31D1FDF}" dt="2026-03-10T20:36:58.597" v="8310" actId="113"/>
          <ac:spMkLst>
            <pc:docMk/>
            <pc:sldMk cId="2989795014" sldId="608"/>
            <ac:spMk id="4" creationId="{1CAA186E-17F1-C879-7134-B434E2655D96}"/>
          </ac:spMkLst>
        </pc:spChg>
        <pc:spChg chg="add mod">
          <ac:chgData name="Luis Carlos Guevara Hernandez" userId="946bcc4c-b146-4724-978c-751fab731e0a" providerId="ADAL" clId="{E8E95438-7D72-4151-95E2-CCAFE31D1FDF}" dt="2026-03-10T20:36:59.991" v="8311" actId="113"/>
          <ac:spMkLst>
            <pc:docMk/>
            <pc:sldMk cId="2989795014" sldId="608"/>
            <ac:spMk id="7" creationId="{AE04403C-70C5-831E-A3AC-85F7FF4918E3}"/>
          </ac:spMkLst>
        </pc:spChg>
        <pc:spChg chg="mod">
          <ac:chgData name="Luis Carlos Guevara Hernandez" userId="946bcc4c-b146-4724-978c-751fab731e0a" providerId="ADAL" clId="{E8E95438-7D72-4151-95E2-CCAFE31D1FDF}" dt="2026-03-10T20:35:54.457" v="8296"/>
          <ac:spMkLst>
            <pc:docMk/>
            <pc:sldMk cId="2989795014" sldId="608"/>
            <ac:spMk id="9" creationId="{DEE3856D-F4B7-DBA2-C21A-63CA996EC16D}"/>
          </ac:spMkLst>
        </pc:spChg>
        <pc:spChg chg="add mod">
          <ac:chgData name="Luis Carlos Guevara Hernandez" userId="946bcc4c-b146-4724-978c-751fab731e0a" providerId="ADAL" clId="{E8E95438-7D72-4151-95E2-CCAFE31D1FDF}" dt="2026-03-10T20:37:02.234" v="8312" actId="113"/>
          <ac:spMkLst>
            <pc:docMk/>
            <pc:sldMk cId="2989795014" sldId="608"/>
            <ac:spMk id="10" creationId="{D81CFEFA-7139-1978-4AFA-CCACB97EFDF3}"/>
          </ac:spMkLst>
        </pc:spChg>
        <pc:spChg chg="add mod">
          <ac:chgData name="Luis Carlos Guevara Hernandez" userId="946bcc4c-b146-4724-978c-751fab731e0a" providerId="ADAL" clId="{E8E95438-7D72-4151-95E2-CCAFE31D1FDF}" dt="2026-03-10T20:38:01.862" v="8328" actId="1076"/>
          <ac:spMkLst>
            <pc:docMk/>
            <pc:sldMk cId="2989795014" sldId="608"/>
            <ac:spMk id="13" creationId="{F6A8FF38-2077-99BE-F863-9926FC757C4B}"/>
          </ac:spMkLst>
        </pc:spChg>
        <pc:spChg chg="add mod">
          <ac:chgData name="Luis Carlos Guevara Hernandez" userId="946bcc4c-b146-4724-978c-751fab731e0a" providerId="ADAL" clId="{E8E95438-7D72-4151-95E2-CCAFE31D1FDF}" dt="2026-03-10T20:40:36.747" v="8396" actId="14100"/>
          <ac:spMkLst>
            <pc:docMk/>
            <pc:sldMk cId="2989795014" sldId="608"/>
            <ac:spMk id="15" creationId="{C4214A7C-88BD-3E05-09E5-B3A5DDAFB6DF}"/>
          </ac:spMkLst>
        </pc:spChg>
        <pc:spChg chg="add mod">
          <ac:chgData name="Luis Carlos Guevara Hernandez" userId="946bcc4c-b146-4724-978c-751fab731e0a" providerId="ADAL" clId="{E8E95438-7D72-4151-95E2-CCAFE31D1FDF}" dt="2026-03-10T20:38:58.805" v="8363" actId="313"/>
          <ac:spMkLst>
            <pc:docMk/>
            <pc:sldMk cId="2989795014" sldId="608"/>
            <ac:spMk id="17" creationId="{AB2A4E95-83F8-16DE-B6C9-372A8E951E50}"/>
          </ac:spMkLst>
        </pc:spChg>
        <pc:spChg chg="add mod">
          <ac:chgData name="Luis Carlos Guevara Hernandez" userId="946bcc4c-b146-4724-978c-751fab731e0a" providerId="ADAL" clId="{E8E95438-7D72-4151-95E2-CCAFE31D1FDF}" dt="2026-03-10T20:38:23.430" v="8333" actId="1076"/>
          <ac:spMkLst>
            <pc:docMk/>
            <pc:sldMk cId="2989795014" sldId="608"/>
            <ac:spMk id="18" creationId="{AA0D9813-B9C8-6849-5ED3-E19F9184EB34}"/>
          </ac:spMkLst>
        </pc:spChg>
        <pc:spChg chg="add mod">
          <ac:chgData name="Luis Carlos Guevara Hernandez" userId="946bcc4c-b146-4724-978c-751fab731e0a" providerId="ADAL" clId="{E8E95438-7D72-4151-95E2-CCAFE31D1FDF}" dt="2026-03-10T20:41:33.553" v="8413" actId="1076"/>
          <ac:spMkLst>
            <pc:docMk/>
            <pc:sldMk cId="2989795014" sldId="608"/>
            <ac:spMk id="20" creationId="{218BD7F2-781E-891C-22D1-1CAB3BAE73B3}"/>
          </ac:spMkLst>
        </pc:spChg>
        <pc:spChg chg="add mod">
          <ac:chgData name="Luis Carlos Guevara Hernandez" userId="946bcc4c-b146-4724-978c-751fab731e0a" providerId="ADAL" clId="{E8E95438-7D72-4151-95E2-CCAFE31D1FDF}" dt="2026-03-10T20:41:33.553" v="8413" actId="1076"/>
          <ac:spMkLst>
            <pc:docMk/>
            <pc:sldMk cId="2989795014" sldId="608"/>
            <ac:spMk id="21" creationId="{5B3DBE4B-5C94-7155-205D-8E23CD2E30D6}"/>
          </ac:spMkLst>
        </pc:spChg>
        <pc:spChg chg="mod">
          <ac:chgData name="Luis Carlos Guevara Hernandez" userId="946bcc4c-b146-4724-978c-751fab731e0a" providerId="ADAL" clId="{E8E95438-7D72-4151-95E2-CCAFE31D1FDF}" dt="2026-03-10T20:40:00.365" v="8385" actId="113"/>
          <ac:spMkLst>
            <pc:docMk/>
            <pc:sldMk cId="2989795014" sldId="608"/>
            <ac:spMk id="23" creationId="{7B3C7A1E-292F-A502-BAAA-873F2A7F471F}"/>
          </ac:spMkLst>
        </pc:spChg>
        <pc:spChg chg="mod">
          <ac:chgData name="Luis Carlos Guevara Hernandez" userId="946bcc4c-b146-4724-978c-751fab731e0a" providerId="ADAL" clId="{E8E95438-7D72-4151-95E2-CCAFE31D1FDF}" dt="2026-03-10T20:39:34.900" v="8376"/>
          <ac:spMkLst>
            <pc:docMk/>
            <pc:sldMk cId="2989795014" sldId="608"/>
            <ac:spMk id="24" creationId="{85CBD834-AF2E-426E-023C-AFB8E1D202C8}"/>
          </ac:spMkLst>
        </pc:spChg>
        <pc:spChg chg="mod">
          <ac:chgData name="Luis Carlos Guevara Hernandez" userId="946bcc4c-b146-4724-978c-751fab731e0a" providerId="ADAL" clId="{E8E95438-7D72-4151-95E2-CCAFE31D1FDF}" dt="2026-03-10T20:40:12.605" v="8390" actId="113"/>
          <ac:spMkLst>
            <pc:docMk/>
            <pc:sldMk cId="2989795014" sldId="608"/>
            <ac:spMk id="26" creationId="{B538C13A-133C-17BF-B1CC-65F007597230}"/>
          </ac:spMkLst>
        </pc:spChg>
        <pc:spChg chg="mod">
          <ac:chgData name="Luis Carlos Guevara Hernandez" userId="946bcc4c-b146-4724-978c-751fab731e0a" providerId="ADAL" clId="{E8E95438-7D72-4151-95E2-CCAFE31D1FDF}" dt="2026-03-10T20:40:02.319" v="8386"/>
          <ac:spMkLst>
            <pc:docMk/>
            <pc:sldMk cId="2989795014" sldId="608"/>
            <ac:spMk id="27" creationId="{9521E8F5-F7CD-B584-C1E7-CC702D8CA0A7}"/>
          </ac:spMkLst>
        </pc:spChg>
        <pc:spChg chg="mod">
          <ac:chgData name="Luis Carlos Guevara Hernandez" userId="946bcc4c-b146-4724-978c-751fab731e0a" providerId="ADAL" clId="{E8E95438-7D72-4151-95E2-CCAFE31D1FDF}" dt="2026-03-10T20:40:25.690" v="8395" actId="113"/>
          <ac:spMkLst>
            <pc:docMk/>
            <pc:sldMk cId="2989795014" sldId="608"/>
            <ac:spMk id="29" creationId="{9225ADB7-323D-F09C-E0AF-FCDD2AEC2B69}"/>
          </ac:spMkLst>
        </pc:spChg>
        <pc:spChg chg="mod">
          <ac:chgData name="Luis Carlos Guevara Hernandez" userId="946bcc4c-b146-4724-978c-751fab731e0a" providerId="ADAL" clId="{E8E95438-7D72-4151-95E2-CCAFE31D1FDF}" dt="2026-03-10T20:40:22.389" v="8394"/>
          <ac:spMkLst>
            <pc:docMk/>
            <pc:sldMk cId="2989795014" sldId="608"/>
            <ac:spMk id="30" creationId="{7D84B927-42EF-9A3F-3D0A-AA4002511140}"/>
          </ac:spMkLst>
        </pc:spChg>
        <pc:spChg chg="mod">
          <ac:chgData name="Luis Carlos Guevara Hernandez" userId="946bcc4c-b146-4724-978c-751fab731e0a" providerId="ADAL" clId="{E8E95438-7D72-4151-95E2-CCAFE31D1FDF}" dt="2026-03-10T20:41:04.108" v="8403" actId="20577"/>
          <ac:spMkLst>
            <pc:docMk/>
            <pc:sldMk cId="2989795014" sldId="608"/>
            <ac:spMk id="32" creationId="{98DAC6D2-7678-FA1F-7F1E-57A4E1D7B4FC}"/>
          </ac:spMkLst>
        </pc:spChg>
        <pc:spChg chg="mod">
          <ac:chgData name="Luis Carlos Guevara Hernandez" userId="946bcc4c-b146-4724-978c-751fab731e0a" providerId="ADAL" clId="{E8E95438-7D72-4151-95E2-CCAFE31D1FDF}" dt="2026-03-10T20:40:50.629" v="8399"/>
          <ac:spMkLst>
            <pc:docMk/>
            <pc:sldMk cId="2989795014" sldId="608"/>
            <ac:spMk id="33" creationId="{FE785EFD-519F-1671-C910-352ACEA65351}"/>
          </ac:spMkLst>
        </pc:spChg>
        <pc:spChg chg="mod">
          <ac:chgData name="Luis Carlos Guevara Hernandez" userId="946bcc4c-b146-4724-978c-751fab731e0a" providerId="ADAL" clId="{E8E95438-7D72-4151-95E2-CCAFE31D1FDF}" dt="2026-03-10T20:41:20.640" v="8410" actId="113"/>
          <ac:spMkLst>
            <pc:docMk/>
            <pc:sldMk cId="2989795014" sldId="608"/>
            <ac:spMk id="35" creationId="{8AAE2464-AE1E-83C4-4A1C-962ADD931DBC}"/>
          </ac:spMkLst>
        </pc:spChg>
        <pc:spChg chg="mod">
          <ac:chgData name="Luis Carlos Guevara Hernandez" userId="946bcc4c-b146-4724-978c-751fab731e0a" providerId="ADAL" clId="{E8E95438-7D72-4151-95E2-CCAFE31D1FDF}" dt="2026-03-10T20:41:07.863" v="8404"/>
          <ac:spMkLst>
            <pc:docMk/>
            <pc:sldMk cId="2989795014" sldId="608"/>
            <ac:spMk id="36" creationId="{D8B6FBDF-8798-D7D6-E9AA-1680913C7A26}"/>
          </ac:spMkLst>
        </pc:spChg>
        <pc:grpChg chg="add mod">
          <ac:chgData name="Luis Carlos Guevara Hernandez" userId="946bcc4c-b146-4724-978c-751fab731e0a" providerId="ADAL" clId="{E8E95438-7D72-4151-95E2-CCAFE31D1FDF}" dt="2026-03-10T20:41:29.774" v="8412" actId="1076"/>
          <ac:grpSpMkLst>
            <pc:docMk/>
            <pc:sldMk cId="2989795014" sldId="608"/>
            <ac:grpSpMk id="22" creationId="{5FA5DAA9-EE4B-E645-3D3F-63D3CAA7D7D8}"/>
          </ac:grpSpMkLst>
        </pc:grpChg>
        <pc:grpChg chg="add mod">
          <ac:chgData name="Luis Carlos Guevara Hernandez" userId="946bcc4c-b146-4724-978c-751fab731e0a" providerId="ADAL" clId="{E8E95438-7D72-4151-95E2-CCAFE31D1FDF}" dt="2026-03-10T20:41:29.774" v="8412" actId="1076"/>
          <ac:grpSpMkLst>
            <pc:docMk/>
            <pc:sldMk cId="2989795014" sldId="608"/>
            <ac:grpSpMk id="25" creationId="{EFDC640D-05F2-90E0-2A76-5360E3E9ECA8}"/>
          </ac:grpSpMkLst>
        </pc:grpChg>
        <pc:grpChg chg="add mod">
          <ac:chgData name="Luis Carlos Guevara Hernandez" userId="946bcc4c-b146-4724-978c-751fab731e0a" providerId="ADAL" clId="{E8E95438-7D72-4151-95E2-CCAFE31D1FDF}" dt="2026-03-10T20:41:29.774" v="8412" actId="1076"/>
          <ac:grpSpMkLst>
            <pc:docMk/>
            <pc:sldMk cId="2989795014" sldId="608"/>
            <ac:grpSpMk id="28" creationId="{4C766178-5B1E-829D-5AEA-34E6714D454A}"/>
          </ac:grpSpMkLst>
        </pc:grpChg>
        <pc:grpChg chg="add mod">
          <ac:chgData name="Luis Carlos Guevara Hernandez" userId="946bcc4c-b146-4724-978c-751fab731e0a" providerId="ADAL" clId="{E8E95438-7D72-4151-95E2-CCAFE31D1FDF}" dt="2026-03-10T20:40:53.471" v="8400" actId="1076"/>
          <ac:grpSpMkLst>
            <pc:docMk/>
            <pc:sldMk cId="2989795014" sldId="608"/>
            <ac:grpSpMk id="31" creationId="{16E103CE-698C-FF5C-0C59-01A18D48DDDC}"/>
          </ac:grpSpMkLst>
        </pc:grpChg>
        <pc:grpChg chg="add mod">
          <ac:chgData name="Luis Carlos Guevara Hernandez" userId="946bcc4c-b146-4724-978c-751fab731e0a" providerId="ADAL" clId="{E8E95438-7D72-4151-95E2-CCAFE31D1FDF}" dt="2026-03-10T20:41:11.260" v="8405" actId="1076"/>
          <ac:grpSpMkLst>
            <pc:docMk/>
            <pc:sldMk cId="2989795014" sldId="608"/>
            <ac:grpSpMk id="34" creationId="{211ADFFC-161C-EF2E-A378-274D2BDAFD66}"/>
          </ac:grpSpMkLst>
        </pc:grpChg>
      </pc:sldChg>
      <pc:sldChg chg="addSp delSp modSp add mod delAnim modAnim">
        <pc:chgData name="Luis Carlos Guevara Hernandez" userId="946bcc4c-b146-4724-978c-751fab731e0a" providerId="ADAL" clId="{E8E95438-7D72-4151-95E2-CCAFE31D1FDF}" dt="2026-03-10T20:49:00.608" v="8591" actId="108"/>
        <pc:sldMkLst>
          <pc:docMk/>
          <pc:sldMk cId="1454301722" sldId="609"/>
        </pc:sldMkLst>
        <pc:spChg chg="mod">
          <ac:chgData name="Luis Carlos Guevara Hernandez" userId="946bcc4c-b146-4724-978c-751fab731e0a" providerId="ADAL" clId="{E8E95438-7D72-4151-95E2-CCAFE31D1FDF}" dt="2026-03-10T20:48:50.337" v="8590" actId="1076"/>
          <ac:spMkLst>
            <pc:docMk/>
            <pc:sldMk cId="1454301722" sldId="609"/>
            <ac:spMk id="9" creationId="{B66A6CBD-F3EB-3019-8EEB-B3BA0C56C008}"/>
          </ac:spMkLst>
        </pc:spChg>
        <pc:spChg chg="mod">
          <ac:chgData name="Luis Carlos Guevara Hernandez" userId="946bcc4c-b146-4724-978c-751fab731e0a" providerId="ADAL" clId="{E8E95438-7D72-4151-95E2-CCAFE31D1FDF}" dt="2026-03-10T20:48:50.337" v="8590" actId="1076"/>
          <ac:spMkLst>
            <pc:docMk/>
            <pc:sldMk cId="1454301722" sldId="609"/>
            <ac:spMk id="13" creationId="{F17E8E7D-5DA9-74AE-9040-8EC2C8BC2D7A}"/>
          </ac:spMkLst>
        </pc:spChg>
        <pc:spChg chg="mod">
          <ac:chgData name="Luis Carlos Guevara Hernandez" userId="946bcc4c-b146-4724-978c-751fab731e0a" providerId="ADAL" clId="{E8E95438-7D72-4151-95E2-CCAFE31D1FDF}" dt="2026-03-10T20:44:21.898" v="8459" actId="113"/>
          <ac:spMkLst>
            <pc:docMk/>
            <pc:sldMk cId="1454301722" sldId="609"/>
            <ac:spMk id="16" creationId="{4376079B-2014-9AA6-3F09-13F0B803AEA2}"/>
          </ac:spMkLst>
        </pc:spChg>
        <pc:spChg chg="mod">
          <ac:chgData name="Luis Carlos Guevara Hernandez" userId="946bcc4c-b146-4724-978c-751fab731e0a" providerId="ADAL" clId="{E8E95438-7D72-4151-95E2-CCAFE31D1FDF}" dt="2026-03-10T20:44:03.778" v="8454"/>
          <ac:spMkLst>
            <pc:docMk/>
            <pc:sldMk cId="1454301722" sldId="609"/>
            <ac:spMk id="19" creationId="{30685B12-CAA6-17F4-8228-9F1E97A797C2}"/>
          </ac:spMkLst>
        </pc:spChg>
        <pc:spChg chg="mod">
          <ac:chgData name="Luis Carlos Guevara Hernandez" userId="946bcc4c-b146-4724-978c-751fab731e0a" providerId="ADAL" clId="{E8E95438-7D72-4151-95E2-CCAFE31D1FDF}" dt="2026-03-10T20:43:49.303" v="8451" actId="113"/>
          <ac:spMkLst>
            <pc:docMk/>
            <pc:sldMk cId="1454301722" sldId="609"/>
            <ac:spMk id="32" creationId="{ECBBF790-B3EA-D50B-1401-D32E25CDD6B5}"/>
          </ac:spMkLst>
        </pc:spChg>
        <pc:spChg chg="mod">
          <ac:chgData name="Luis Carlos Guevara Hernandez" userId="946bcc4c-b146-4724-978c-751fab731e0a" providerId="ADAL" clId="{E8E95438-7D72-4151-95E2-CCAFE31D1FDF}" dt="2026-03-10T20:48:44.208" v="8588" actId="14100"/>
          <ac:spMkLst>
            <pc:docMk/>
            <pc:sldMk cId="1454301722" sldId="609"/>
            <ac:spMk id="37" creationId="{06A965A7-8333-C4BB-EE80-9B9AFE5FD7BF}"/>
          </ac:spMkLst>
        </pc:spChg>
        <pc:spChg chg="add mod">
          <ac:chgData name="Luis Carlos Guevara Hernandez" userId="946bcc4c-b146-4724-978c-751fab731e0a" providerId="ADAL" clId="{E8E95438-7D72-4151-95E2-CCAFE31D1FDF}" dt="2026-03-10T20:44:51.525" v="8466"/>
          <ac:spMkLst>
            <pc:docMk/>
            <pc:sldMk cId="1454301722" sldId="609"/>
            <ac:spMk id="38" creationId="{2F83A885-CC0F-B771-753B-1FBFA4FA28B9}"/>
          </ac:spMkLst>
        </pc:spChg>
        <pc:spChg chg="mod">
          <ac:chgData name="Luis Carlos Guevara Hernandez" userId="946bcc4c-b146-4724-978c-751fab731e0a" providerId="ADAL" clId="{E8E95438-7D72-4151-95E2-CCAFE31D1FDF}" dt="2026-03-10T20:45:30.647" v="8480" actId="6549"/>
          <ac:spMkLst>
            <pc:docMk/>
            <pc:sldMk cId="1454301722" sldId="609"/>
            <ac:spMk id="39" creationId="{452D4848-4C87-1252-F9BE-31D8C10CB1C9}"/>
          </ac:spMkLst>
        </pc:spChg>
        <pc:spChg chg="add mod">
          <ac:chgData name="Luis Carlos Guevara Hernandez" userId="946bcc4c-b146-4724-978c-751fab731e0a" providerId="ADAL" clId="{E8E95438-7D72-4151-95E2-CCAFE31D1FDF}" dt="2026-03-10T20:47:06.758" v="8553" actId="1036"/>
          <ac:spMkLst>
            <pc:docMk/>
            <pc:sldMk cId="1454301722" sldId="609"/>
            <ac:spMk id="41" creationId="{04E76A78-ADB0-E31C-7AE1-DC6583CBE0CE}"/>
          </ac:spMkLst>
        </pc:spChg>
        <pc:spChg chg="add mod">
          <ac:chgData name="Luis Carlos Guevara Hernandez" userId="946bcc4c-b146-4724-978c-751fab731e0a" providerId="ADAL" clId="{E8E95438-7D72-4151-95E2-CCAFE31D1FDF}" dt="2026-03-10T20:47:06.758" v="8553" actId="1036"/>
          <ac:spMkLst>
            <pc:docMk/>
            <pc:sldMk cId="1454301722" sldId="609"/>
            <ac:spMk id="42" creationId="{9C46930B-3B9A-A52D-15FD-AB11D6D3F010}"/>
          </ac:spMkLst>
        </pc:spChg>
        <pc:spChg chg="add mod">
          <ac:chgData name="Luis Carlos Guevara Hernandez" userId="946bcc4c-b146-4724-978c-751fab731e0a" providerId="ADAL" clId="{E8E95438-7D72-4151-95E2-CCAFE31D1FDF}" dt="2026-03-10T20:47:06.758" v="8553" actId="1036"/>
          <ac:spMkLst>
            <pc:docMk/>
            <pc:sldMk cId="1454301722" sldId="609"/>
            <ac:spMk id="43" creationId="{A3CE03AE-5397-E976-C8ED-D0E0641CC89C}"/>
          </ac:spMkLst>
        </pc:spChg>
        <pc:spChg chg="mod">
          <ac:chgData name="Luis Carlos Guevara Hernandez" userId="946bcc4c-b146-4724-978c-751fab731e0a" providerId="ADAL" clId="{E8E95438-7D72-4151-95E2-CCAFE31D1FDF}" dt="2026-03-10T20:46:09.305" v="8499"/>
          <ac:spMkLst>
            <pc:docMk/>
            <pc:sldMk cId="1454301722" sldId="609"/>
            <ac:spMk id="45" creationId="{47BD0A48-16A9-33C5-AA23-291D28032A69}"/>
          </ac:spMkLst>
        </pc:spChg>
        <pc:spChg chg="mod">
          <ac:chgData name="Luis Carlos Guevara Hernandez" userId="946bcc4c-b146-4724-978c-751fab731e0a" providerId="ADAL" clId="{E8E95438-7D72-4151-95E2-CCAFE31D1FDF}" dt="2026-03-10T20:46:17.107" v="8507" actId="20577"/>
          <ac:spMkLst>
            <pc:docMk/>
            <pc:sldMk cId="1454301722" sldId="609"/>
            <ac:spMk id="46" creationId="{E3E1135F-431F-1A1A-0234-0B29AE80DD7F}"/>
          </ac:spMkLst>
        </pc:spChg>
        <pc:spChg chg="mod">
          <ac:chgData name="Luis Carlos Guevara Hernandez" userId="946bcc4c-b146-4724-978c-751fab731e0a" providerId="ADAL" clId="{E8E95438-7D72-4151-95E2-CCAFE31D1FDF}" dt="2026-03-10T20:46:13.941" v="8503" actId="20577"/>
          <ac:spMkLst>
            <pc:docMk/>
            <pc:sldMk cId="1454301722" sldId="609"/>
            <ac:spMk id="47" creationId="{50DBE65F-BE05-DAB5-D34B-48D3ADFEDC4B}"/>
          </ac:spMkLst>
        </pc:spChg>
        <pc:spChg chg="mod">
          <ac:chgData name="Luis Carlos Guevara Hernandez" userId="946bcc4c-b146-4724-978c-751fab731e0a" providerId="ADAL" clId="{E8E95438-7D72-4151-95E2-CCAFE31D1FDF}" dt="2026-03-10T20:46:59.653" v="8537" actId="108"/>
          <ac:spMkLst>
            <pc:docMk/>
            <pc:sldMk cId="1454301722" sldId="609"/>
            <ac:spMk id="48" creationId="{1B92C65A-35F6-A4FA-C1CC-B320D032000F}"/>
          </ac:spMkLst>
        </pc:spChg>
        <pc:spChg chg="add mod">
          <ac:chgData name="Luis Carlos Guevara Hernandez" userId="946bcc4c-b146-4724-978c-751fab731e0a" providerId="ADAL" clId="{E8E95438-7D72-4151-95E2-CCAFE31D1FDF}" dt="2026-03-10T20:47:06.758" v="8553" actId="1036"/>
          <ac:spMkLst>
            <pc:docMk/>
            <pc:sldMk cId="1454301722" sldId="609"/>
            <ac:spMk id="50" creationId="{88EC72B4-244E-BC82-1A53-790D52D37330}"/>
          </ac:spMkLst>
        </pc:spChg>
        <pc:spChg chg="mod">
          <ac:chgData name="Luis Carlos Guevara Hernandez" userId="946bcc4c-b146-4724-978c-751fab731e0a" providerId="ADAL" clId="{E8E95438-7D72-4151-95E2-CCAFE31D1FDF}" dt="2026-03-10T20:46:33.315" v="8517" actId="20577"/>
          <ac:spMkLst>
            <pc:docMk/>
            <pc:sldMk cId="1454301722" sldId="609"/>
            <ac:spMk id="51" creationId="{A9AE760E-4386-2812-8063-DE434C414783}"/>
          </ac:spMkLst>
        </pc:spChg>
        <pc:spChg chg="mod">
          <ac:chgData name="Luis Carlos Guevara Hernandez" userId="946bcc4c-b146-4724-978c-751fab731e0a" providerId="ADAL" clId="{E8E95438-7D72-4151-95E2-CCAFE31D1FDF}" dt="2026-03-10T20:46:36.060" v="8521" actId="20577"/>
          <ac:spMkLst>
            <pc:docMk/>
            <pc:sldMk cId="1454301722" sldId="609"/>
            <ac:spMk id="52" creationId="{511DEA6C-3A93-088B-064A-137FFD36ED90}"/>
          </ac:spMkLst>
        </pc:spChg>
        <pc:spChg chg="mod">
          <ac:chgData name="Luis Carlos Guevara Hernandez" userId="946bcc4c-b146-4724-978c-751fab731e0a" providerId="ADAL" clId="{E8E95438-7D72-4151-95E2-CCAFE31D1FDF}" dt="2026-03-10T20:46:38.723" v="8525" actId="20577"/>
          <ac:spMkLst>
            <pc:docMk/>
            <pc:sldMk cId="1454301722" sldId="609"/>
            <ac:spMk id="53" creationId="{69FDCF4F-6EAD-1EE0-BCA6-5E412B7F11BE}"/>
          </ac:spMkLst>
        </pc:spChg>
        <pc:spChg chg="mod">
          <ac:chgData name="Luis Carlos Guevara Hernandez" userId="946bcc4c-b146-4724-978c-751fab731e0a" providerId="ADAL" clId="{E8E95438-7D72-4151-95E2-CCAFE31D1FDF}" dt="2026-03-10T20:48:22.236" v="8583" actId="108"/>
          <ac:spMkLst>
            <pc:docMk/>
            <pc:sldMk cId="1454301722" sldId="609"/>
            <ac:spMk id="63" creationId="{F3B4C9A4-0866-95D0-0EBE-59DDA132A5A3}"/>
          </ac:spMkLst>
        </pc:spChg>
        <pc:spChg chg="mod">
          <ac:chgData name="Luis Carlos Guevara Hernandez" userId="946bcc4c-b146-4724-978c-751fab731e0a" providerId="ADAL" clId="{E8E95438-7D72-4151-95E2-CCAFE31D1FDF}" dt="2026-03-10T20:47:22.371" v="8556"/>
          <ac:spMkLst>
            <pc:docMk/>
            <pc:sldMk cId="1454301722" sldId="609"/>
            <ac:spMk id="65" creationId="{63561DB9-261E-A2B3-BD37-2094B72D6245}"/>
          </ac:spMkLst>
        </pc:spChg>
        <pc:spChg chg="mod">
          <ac:chgData name="Luis Carlos Guevara Hernandez" userId="946bcc4c-b146-4724-978c-751fab731e0a" providerId="ADAL" clId="{E8E95438-7D72-4151-95E2-CCAFE31D1FDF}" dt="2026-03-10T20:47:37.596" v="8559" actId="20577"/>
          <ac:spMkLst>
            <pc:docMk/>
            <pc:sldMk cId="1454301722" sldId="609"/>
            <ac:spMk id="66" creationId="{735C733E-618A-22A5-5058-4A6969D511A9}"/>
          </ac:spMkLst>
        </pc:spChg>
        <pc:spChg chg="add mod">
          <ac:chgData name="Luis Carlos Guevara Hernandez" userId="946bcc4c-b146-4724-978c-751fab731e0a" providerId="ADAL" clId="{E8E95438-7D72-4151-95E2-CCAFE31D1FDF}" dt="2026-03-10T20:47:40.594" v="8563" actId="20577"/>
          <ac:spMkLst>
            <pc:docMk/>
            <pc:sldMk cId="1454301722" sldId="609"/>
            <ac:spMk id="67" creationId="{A483E695-81FC-6C97-50B4-EAB145ED0CE4}"/>
          </ac:spMkLst>
        </pc:spChg>
        <pc:spChg chg="mod">
          <ac:chgData name="Luis Carlos Guevara Hernandez" userId="946bcc4c-b146-4724-978c-751fab731e0a" providerId="ADAL" clId="{E8E95438-7D72-4151-95E2-CCAFE31D1FDF}" dt="2026-03-10T20:47:18.770" v="8555" actId="1076"/>
          <ac:spMkLst>
            <pc:docMk/>
            <pc:sldMk cId="1454301722" sldId="609"/>
            <ac:spMk id="68" creationId="{FD1DB9D6-DE00-94B9-A4AA-CA0F3C1A346D}"/>
          </ac:spMkLst>
        </pc:spChg>
        <pc:spChg chg="mod">
          <ac:chgData name="Luis Carlos Guevara Hernandez" userId="946bcc4c-b146-4724-978c-751fab731e0a" providerId="ADAL" clId="{E8E95438-7D72-4151-95E2-CCAFE31D1FDF}" dt="2026-03-10T20:48:00.425" v="8579" actId="20577"/>
          <ac:spMkLst>
            <pc:docMk/>
            <pc:sldMk cId="1454301722" sldId="609"/>
            <ac:spMk id="73" creationId="{30C8CA8C-1B68-526C-1FEF-A0C175F1B5FE}"/>
          </ac:spMkLst>
        </pc:spChg>
        <pc:spChg chg="mod">
          <ac:chgData name="Luis Carlos Guevara Hernandez" userId="946bcc4c-b146-4724-978c-751fab731e0a" providerId="ADAL" clId="{E8E95438-7D72-4151-95E2-CCAFE31D1FDF}" dt="2026-03-10T20:49:00.608" v="8591" actId="108"/>
          <ac:spMkLst>
            <pc:docMk/>
            <pc:sldMk cId="1454301722" sldId="609"/>
            <ac:spMk id="75" creationId="{0CCEFC01-F6DF-223E-6F48-345CAEDA74C1}"/>
          </ac:spMkLst>
        </pc:spChg>
        <pc:spChg chg="mod">
          <ac:chgData name="Luis Carlos Guevara Hernandez" userId="946bcc4c-b146-4724-978c-751fab731e0a" providerId="ADAL" clId="{E8E95438-7D72-4151-95E2-CCAFE31D1FDF}" dt="2026-03-10T20:48:32.431" v="8585" actId="1076"/>
          <ac:spMkLst>
            <pc:docMk/>
            <pc:sldMk cId="1454301722" sldId="609"/>
            <ac:spMk id="77" creationId="{299A1C9D-4934-936A-B9F3-473C8F39F272}"/>
          </ac:spMkLst>
        </pc:spChg>
        <pc:spChg chg="mod">
          <ac:chgData name="Luis Carlos Guevara Hernandez" userId="946bcc4c-b146-4724-978c-751fab731e0a" providerId="ADAL" clId="{E8E95438-7D72-4151-95E2-CCAFE31D1FDF}" dt="2026-03-10T20:48:32.431" v="8585" actId="1076"/>
          <ac:spMkLst>
            <pc:docMk/>
            <pc:sldMk cId="1454301722" sldId="609"/>
            <ac:spMk id="78" creationId="{C9D2D665-C4DC-53B6-D66E-3ECB468D2910}"/>
          </ac:spMkLst>
        </pc:spChg>
        <pc:spChg chg="mod">
          <ac:chgData name="Luis Carlos Guevara Hernandez" userId="946bcc4c-b146-4724-978c-751fab731e0a" providerId="ADAL" clId="{E8E95438-7D72-4151-95E2-CCAFE31D1FDF}" dt="2026-03-10T20:48:32.431" v="8585" actId="1076"/>
          <ac:spMkLst>
            <pc:docMk/>
            <pc:sldMk cId="1454301722" sldId="609"/>
            <ac:spMk id="79" creationId="{CE92EA23-CA8E-077F-EB2E-6FFFD55D3629}"/>
          </ac:spMkLst>
        </pc:spChg>
        <pc:spChg chg="add mod">
          <ac:chgData name="Luis Carlos Guevara Hernandez" userId="946bcc4c-b146-4724-978c-751fab731e0a" providerId="ADAL" clId="{E8E95438-7D72-4151-95E2-CCAFE31D1FDF}" dt="2026-03-10T20:48:32.431" v="8585" actId="1076"/>
          <ac:spMkLst>
            <pc:docMk/>
            <pc:sldMk cId="1454301722" sldId="609"/>
            <ac:spMk id="92" creationId="{74A8E8C3-6D31-B89B-D105-1A9F4CCD7172}"/>
          </ac:spMkLst>
        </pc:spChg>
        <pc:spChg chg="mod">
          <ac:chgData name="Luis Carlos Guevara Hernandez" userId="946bcc4c-b146-4724-978c-751fab731e0a" providerId="ADAL" clId="{E8E95438-7D72-4151-95E2-CCAFE31D1FDF}" dt="2026-03-10T20:48:32.431" v="8585" actId="1076"/>
          <ac:spMkLst>
            <pc:docMk/>
            <pc:sldMk cId="1454301722" sldId="609"/>
            <ac:spMk id="94" creationId="{41EC8BFA-640D-2CC8-B047-F3254164E8CE}"/>
          </ac:spMkLst>
        </pc:spChg>
        <pc:spChg chg="mod">
          <ac:chgData name="Luis Carlos Guevara Hernandez" userId="946bcc4c-b146-4724-978c-751fab731e0a" providerId="ADAL" clId="{E8E95438-7D72-4151-95E2-CCAFE31D1FDF}" dt="2026-03-10T20:48:32.431" v="8585" actId="1076"/>
          <ac:spMkLst>
            <pc:docMk/>
            <pc:sldMk cId="1454301722" sldId="609"/>
            <ac:spMk id="95" creationId="{1F778E13-4517-AEDA-75A9-6EB9F754CDEF}"/>
          </ac:spMkLst>
        </pc:spChg>
        <pc:spChg chg="add mod">
          <ac:chgData name="Luis Carlos Guevara Hernandez" userId="946bcc4c-b146-4724-978c-751fab731e0a" providerId="ADAL" clId="{E8E95438-7D72-4151-95E2-CCAFE31D1FDF}" dt="2026-03-10T20:48:32.431" v="8585" actId="1076"/>
          <ac:spMkLst>
            <pc:docMk/>
            <pc:sldMk cId="1454301722" sldId="609"/>
            <ac:spMk id="96" creationId="{416F060A-803C-592D-E8A3-2277D136F50F}"/>
          </ac:spMkLst>
        </pc:spChg>
        <pc:spChg chg="mod">
          <ac:chgData name="Luis Carlos Guevara Hernandez" userId="946bcc4c-b146-4724-978c-751fab731e0a" providerId="ADAL" clId="{E8E95438-7D72-4151-95E2-CCAFE31D1FDF}" dt="2026-03-10T20:48:32.431" v="8585" actId="1076"/>
          <ac:spMkLst>
            <pc:docMk/>
            <pc:sldMk cId="1454301722" sldId="609"/>
            <ac:spMk id="97" creationId="{F37BE841-BBBE-66FF-372B-1AD8B89E64C7}"/>
          </ac:spMkLst>
        </pc:spChg>
        <pc:spChg chg="add mod">
          <ac:chgData name="Luis Carlos Guevara Hernandez" userId="946bcc4c-b146-4724-978c-751fab731e0a" providerId="ADAL" clId="{E8E95438-7D72-4151-95E2-CCAFE31D1FDF}" dt="2026-03-10T20:48:32.431" v="8585" actId="1076"/>
          <ac:spMkLst>
            <pc:docMk/>
            <pc:sldMk cId="1454301722" sldId="609"/>
            <ac:spMk id="98" creationId="{38393B4B-786A-A2AD-4172-CEA6FCF3B17D}"/>
          </ac:spMkLst>
        </pc:spChg>
        <pc:spChg chg="add mod">
          <ac:chgData name="Luis Carlos Guevara Hernandez" userId="946bcc4c-b146-4724-978c-751fab731e0a" providerId="ADAL" clId="{E8E95438-7D72-4151-95E2-CCAFE31D1FDF}" dt="2026-03-10T20:48:32.431" v="8585" actId="1076"/>
          <ac:spMkLst>
            <pc:docMk/>
            <pc:sldMk cId="1454301722" sldId="609"/>
            <ac:spMk id="99" creationId="{6F0CA215-59C7-8BC5-0085-91CCE3EC6437}"/>
          </ac:spMkLst>
        </pc:spChg>
        <pc:grpChg chg="add mod">
          <ac:chgData name="Luis Carlos Guevara Hernandez" userId="946bcc4c-b146-4724-978c-751fab731e0a" providerId="ADAL" clId="{E8E95438-7D72-4151-95E2-CCAFE31D1FDF}" dt="2026-03-10T20:48:50.337" v="8590" actId="1076"/>
          <ac:grpSpMkLst>
            <pc:docMk/>
            <pc:sldMk cId="1454301722" sldId="609"/>
            <ac:grpSpMk id="14" creationId="{817048BF-EDFA-2159-E4C3-726005D6FBF1}"/>
          </ac:grpSpMkLst>
        </pc:grpChg>
        <pc:grpChg chg="mod">
          <ac:chgData name="Luis Carlos Guevara Hernandez" userId="946bcc4c-b146-4724-978c-751fab731e0a" providerId="ADAL" clId="{E8E95438-7D72-4151-95E2-CCAFE31D1FDF}" dt="2026-03-10T20:48:50.337" v="8590" actId="1076"/>
          <ac:grpSpMkLst>
            <pc:docMk/>
            <pc:sldMk cId="1454301722" sldId="609"/>
            <ac:grpSpMk id="31" creationId="{E07DA1A0-511A-0586-EF93-C086DEE9B093}"/>
          </ac:grpSpMkLst>
        </pc:grpChg>
        <pc:cxnChg chg="mod">
          <ac:chgData name="Luis Carlos Guevara Hernandez" userId="946bcc4c-b146-4724-978c-751fab731e0a" providerId="ADAL" clId="{E8E95438-7D72-4151-95E2-CCAFE31D1FDF}" dt="2026-03-10T20:45:42.640" v="8493" actId="1035"/>
          <ac:cxnSpMkLst>
            <pc:docMk/>
            <pc:sldMk cId="1454301722" sldId="609"/>
            <ac:cxnSpMk id="40" creationId="{54938C57-9289-9793-12CE-958F9EF4E578}"/>
          </ac:cxnSpMkLst>
        </pc:cxnChg>
        <pc:cxnChg chg="mod">
          <ac:chgData name="Luis Carlos Guevara Hernandez" userId="946bcc4c-b146-4724-978c-751fab731e0a" providerId="ADAL" clId="{E8E95438-7D72-4151-95E2-CCAFE31D1FDF}" dt="2026-03-10T20:46:05.066" v="8498" actId="208"/>
          <ac:cxnSpMkLst>
            <pc:docMk/>
            <pc:sldMk cId="1454301722" sldId="609"/>
            <ac:cxnSpMk id="44" creationId="{3F7BA103-9538-3E2B-0188-1F350E25497D}"/>
          </ac:cxnSpMkLst>
        </pc:cxnChg>
        <pc:cxnChg chg="mod">
          <ac:chgData name="Luis Carlos Guevara Hernandez" userId="946bcc4c-b146-4724-978c-751fab731e0a" providerId="ADAL" clId="{E8E95438-7D72-4151-95E2-CCAFE31D1FDF}" dt="2026-03-10T20:46:49.693" v="8535" actId="208"/>
          <ac:cxnSpMkLst>
            <pc:docMk/>
            <pc:sldMk cId="1454301722" sldId="609"/>
            <ac:cxnSpMk id="49" creationId="{5666F52B-9B45-834B-C2E8-5D05F62E2BF6}"/>
          </ac:cxnSpMkLst>
        </pc:cxnChg>
        <pc:cxnChg chg="mod">
          <ac:chgData name="Luis Carlos Guevara Hernandez" userId="946bcc4c-b146-4724-978c-751fab731e0a" providerId="ADAL" clId="{E8E95438-7D72-4151-95E2-CCAFE31D1FDF}" dt="2026-03-10T20:45:42.640" v="8493" actId="1035"/>
          <ac:cxnSpMkLst>
            <pc:docMk/>
            <pc:sldMk cId="1454301722" sldId="609"/>
            <ac:cxnSpMk id="54" creationId="{194054E7-4027-8810-36CA-0D2D1C9FB0B5}"/>
          </ac:cxnSpMkLst>
        </pc:cxnChg>
        <pc:cxnChg chg="mod">
          <ac:chgData name="Luis Carlos Guevara Hernandez" userId="946bcc4c-b146-4724-978c-751fab731e0a" providerId="ADAL" clId="{E8E95438-7D72-4151-95E2-CCAFE31D1FDF}" dt="2026-03-10T20:45:42.640" v="8493" actId="1035"/>
          <ac:cxnSpMkLst>
            <pc:docMk/>
            <pc:sldMk cId="1454301722" sldId="609"/>
            <ac:cxnSpMk id="55" creationId="{B999F821-87B9-925B-4FEC-BEEAB3ABB721}"/>
          </ac:cxnSpMkLst>
        </pc:cxnChg>
        <pc:cxnChg chg="mod">
          <ac:chgData name="Luis Carlos Guevara Hernandez" userId="946bcc4c-b146-4724-978c-751fab731e0a" providerId="ADAL" clId="{E8E95438-7D72-4151-95E2-CCAFE31D1FDF}" dt="2026-03-10T20:46:05.066" v="8498" actId="208"/>
          <ac:cxnSpMkLst>
            <pc:docMk/>
            <pc:sldMk cId="1454301722" sldId="609"/>
            <ac:cxnSpMk id="56" creationId="{691F1F32-28ED-0E0C-63D5-6F2206090E1E}"/>
          </ac:cxnSpMkLst>
        </pc:cxnChg>
        <pc:cxnChg chg="mod">
          <ac:chgData name="Luis Carlos Guevara Hernandez" userId="946bcc4c-b146-4724-978c-751fab731e0a" providerId="ADAL" clId="{E8E95438-7D72-4151-95E2-CCAFE31D1FDF}" dt="2026-03-10T20:46:05.066" v="8498" actId="208"/>
          <ac:cxnSpMkLst>
            <pc:docMk/>
            <pc:sldMk cId="1454301722" sldId="609"/>
            <ac:cxnSpMk id="57" creationId="{53FED83B-63A7-6FFC-02E9-87D05203F5B5}"/>
          </ac:cxnSpMkLst>
        </pc:cxnChg>
        <pc:cxnChg chg="mod">
          <ac:chgData name="Luis Carlos Guevara Hernandez" userId="946bcc4c-b146-4724-978c-751fab731e0a" providerId="ADAL" clId="{E8E95438-7D72-4151-95E2-CCAFE31D1FDF}" dt="2026-03-10T20:46:49.693" v="8535" actId="208"/>
          <ac:cxnSpMkLst>
            <pc:docMk/>
            <pc:sldMk cId="1454301722" sldId="609"/>
            <ac:cxnSpMk id="58" creationId="{8C230509-4AE9-91CB-BC97-C9B77074F517}"/>
          </ac:cxnSpMkLst>
        </pc:cxnChg>
        <pc:cxnChg chg="mod">
          <ac:chgData name="Luis Carlos Guevara Hernandez" userId="946bcc4c-b146-4724-978c-751fab731e0a" providerId="ADAL" clId="{E8E95438-7D72-4151-95E2-CCAFE31D1FDF}" dt="2026-03-10T20:46:49.693" v="8535" actId="208"/>
          <ac:cxnSpMkLst>
            <pc:docMk/>
            <pc:sldMk cId="1454301722" sldId="609"/>
            <ac:cxnSpMk id="59" creationId="{FAE61953-2A72-E3C6-CE62-F44BBC27A869}"/>
          </ac:cxnSpMkLst>
        </pc:cxnChg>
        <pc:cxnChg chg="mod">
          <ac:chgData name="Luis Carlos Guevara Hernandez" userId="946bcc4c-b146-4724-978c-751fab731e0a" providerId="ADAL" clId="{E8E95438-7D72-4151-95E2-CCAFE31D1FDF}" dt="2026-03-10T20:46:49.693" v="8535" actId="208"/>
          <ac:cxnSpMkLst>
            <pc:docMk/>
            <pc:sldMk cId="1454301722" sldId="609"/>
            <ac:cxnSpMk id="60" creationId="{80F857AA-2D00-8073-2753-1042517636EE}"/>
          </ac:cxnSpMkLst>
        </pc:cxnChg>
        <pc:cxnChg chg="mod">
          <ac:chgData name="Luis Carlos Guevara Hernandez" userId="946bcc4c-b146-4724-978c-751fab731e0a" providerId="ADAL" clId="{E8E95438-7D72-4151-95E2-CCAFE31D1FDF}" dt="2026-03-10T20:46:49.693" v="8535" actId="208"/>
          <ac:cxnSpMkLst>
            <pc:docMk/>
            <pc:sldMk cId="1454301722" sldId="609"/>
            <ac:cxnSpMk id="61" creationId="{994599D6-FCE5-A461-0D4E-97A8E1C69D50}"/>
          </ac:cxnSpMkLst>
        </pc:cxnChg>
        <pc:cxnChg chg="mod">
          <ac:chgData name="Luis Carlos Guevara Hernandez" userId="946bcc4c-b146-4724-978c-751fab731e0a" providerId="ADAL" clId="{E8E95438-7D72-4151-95E2-CCAFE31D1FDF}" dt="2026-03-10T20:46:05.066" v="8498" actId="208"/>
          <ac:cxnSpMkLst>
            <pc:docMk/>
            <pc:sldMk cId="1454301722" sldId="609"/>
            <ac:cxnSpMk id="62" creationId="{CA0368B3-726A-0932-422D-1CE33C0998F8}"/>
          </ac:cxnSpMkLst>
        </pc:cxnChg>
        <pc:cxnChg chg="mod">
          <ac:chgData name="Luis Carlos Guevara Hernandez" userId="946bcc4c-b146-4724-978c-751fab731e0a" providerId="ADAL" clId="{E8E95438-7D72-4151-95E2-CCAFE31D1FDF}" dt="2026-03-10T20:48:04.069" v="8580" actId="208"/>
          <ac:cxnSpMkLst>
            <pc:docMk/>
            <pc:sldMk cId="1454301722" sldId="609"/>
            <ac:cxnSpMk id="64" creationId="{8187E94A-CD2B-5F21-0967-0016D8B0EBF8}"/>
          </ac:cxnSpMkLst>
        </pc:cxnChg>
        <pc:cxnChg chg="mod">
          <ac:chgData name="Luis Carlos Guevara Hernandez" userId="946bcc4c-b146-4724-978c-751fab731e0a" providerId="ADAL" clId="{E8E95438-7D72-4151-95E2-CCAFE31D1FDF}" dt="2026-03-10T20:48:04.069" v="8580" actId="208"/>
          <ac:cxnSpMkLst>
            <pc:docMk/>
            <pc:sldMk cId="1454301722" sldId="609"/>
            <ac:cxnSpMk id="69" creationId="{FFB50717-D464-2F76-CCA0-43393299ACE2}"/>
          </ac:cxnSpMkLst>
        </pc:cxnChg>
        <pc:cxnChg chg="mod">
          <ac:chgData name="Luis Carlos Guevara Hernandez" userId="946bcc4c-b146-4724-978c-751fab731e0a" providerId="ADAL" clId="{E8E95438-7D72-4151-95E2-CCAFE31D1FDF}" dt="2026-03-10T20:48:04.069" v="8580" actId="208"/>
          <ac:cxnSpMkLst>
            <pc:docMk/>
            <pc:sldMk cId="1454301722" sldId="609"/>
            <ac:cxnSpMk id="70" creationId="{E5A04EFC-1D79-3B15-2334-AC7FBB10478A}"/>
          </ac:cxnSpMkLst>
        </pc:cxnChg>
        <pc:cxnChg chg="mod">
          <ac:chgData name="Luis Carlos Guevara Hernandez" userId="946bcc4c-b146-4724-978c-751fab731e0a" providerId="ADAL" clId="{E8E95438-7D72-4151-95E2-CCAFE31D1FDF}" dt="2026-03-10T20:48:04.069" v="8580" actId="208"/>
          <ac:cxnSpMkLst>
            <pc:docMk/>
            <pc:sldMk cId="1454301722" sldId="609"/>
            <ac:cxnSpMk id="71" creationId="{8547A64A-840C-94AE-FDF2-D34573DF778E}"/>
          </ac:cxnSpMkLst>
        </pc:cxnChg>
        <pc:cxnChg chg="mod">
          <ac:chgData name="Luis Carlos Guevara Hernandez" userId="946bcc4c-b146-4724-978c-751fab731e0a" providerId="ADAL" clId="{E8E95438-7D72-4151-95E2-CCAFE31D1FDF}" dt="2026-03-10T20:48:04.069" v="8580" actId="208"/>
          <ac:cxnSpMkLst>
            <pc:docMk/>
            <pc:sldMk cId="1454301722" sldId="609"/>
            <ac:cxnSpMk id="72" creationId="{0CBABA36-769D-A8CA-56FC-12742F365153}"/>
          </ac:cxnSpMkLst>
        </pc:cxnChg>
        <pc:cxnChg chg="mod">
          <ac:chgData name="Luis Carlos Guevara Hernandez" userId="946bcc4c-b146-4724-978c-751fab731e0a" providerId="ADAL" clId="{E8E95438-7D72-4151-95E2-CCAFE31D1FDF}" dt="2026-03-10T20:48:04.069" v="8580" actId="208"/>
          <ac:cxnSpMkLst>
            <pc:docMk/>
            <pc:sldMk cId="1454301722" sldId="609"/>
            <ac:cxnSpMk id="74" creationId="{F91C3D46-E721-1E88-702B-5E5E2B7D1F52}"/>
          </ac:cxnSpMkLst>
        </pc:cxnChg>
        <pc:cxnChg chg="mod">
          <ac:chgData name="Luis Carlos Guevara Hernandez" userId="946bcc4c-b146-4724-978c-751fab731e0a" providerId="ADAL" clId="{E8E95438-7D72-4151-95E2-CCAFE31D1FDF}" dt="2026-03-10T20:48:35.737" v="8586" actId="208"/>
          <ac:cxnSpMkLst>
            <pc:docMk/>
            <pc:sldMk cId="1454301722" sldId="609"/>
            <ac:cxnSpMk id="76" creationId="{AB098F69-F474-8130-5F0E-FB75A437B3A8}"/>
          </ac:cxnSpMkLst>
        </pc:cxnChg>
        <pc:cxnChg chg="mod">
          <ac:chgData name="Luis Carlos Guevara Hernandez" userId="946bcc4c-b146-4724-978c-751fab731e0a" providerId="ADAL" clId="{E8E95438-7D72-4151-95E2-CCAFE31D1FDF}" dt="2026-03-10T20:48:35.737" v="8586" actId="208"/>
          <ac:cxnSpMkLst>
            <pc:docMk/>
            <pc:sldMk cId="1454301722" sldId="609"/>
            <ac:cxnSpMk id="80" creationId="{6AEE1414-6403-D6ED-AD16-7D2EDC890189}"/>
          </ac:cxnSpMkLst>
        </pc:cxnChg>
        <pc:cxnChg chg="mod">
          <ac:chgData name="Luis Carlos Guevara Hernandez" userId="946bcc4c-b146-4724-978c-751fab731e0a" providerId="ADAL" clId="{E8E95438-7D72-4151-95E2-CCAFE31D1FDF}" dt="2026-03-10T20:48:35.737" v="8586" actId="208"/>
          <ac:cxnSpMkLst>
            <pc:docMk/>
            <pc:sldMk cId="1454301722" sldId="609"/>
            <ac:cxnSpMk id="81" creationId="{9907427F-BEF4-4C27-B1E7-6C01238C8D70}"/>
          </ac:cxnSpMkLst>
        </pc:cxnChg>
        <pc:cxnChg chg="mod">
          <ac:chgData name="Luis Carlos Guevara Hernandez" userId="946bcc4c-b146-4724-978c-751fab731e0a" providerId="ADAL" clId="{E8E95438-7D72-4151-95E2-CCAFE31D1FDF}" dt="2026-03-10T20:48:35.737" v="8586" actId="208"/>
          <ac:cxnSpMkLst>
            <pc:docMk/>
            <pc:sldMk cId="1454301722" sldId="609"/>
            <ac:cxnSpMk id="83" creationId="{6F6CD2F6-1AE2-82F9-AC31-51A7D5F9D848}"/>
          </ac:cxnSpMkLst>
        </pc:cxnChg>
        <pc:cxnChg chg="mod">
          <ac:chgData name="Luis Carlos Guevara Hernandez" userId="946bcc4c-b146-4724-978c-751fab731e0a" providerId="ADAL" clId="{E8E95438-7D72-4151-95E2-CCAFE31D1FDF}" dt="2026-03-10T20:48:35.737" v="8586" actId="208"/>
          <ac:cxnSpMkLst>
            <pc:docMk/>
            <pc:sldMk cId="1454301722" sldId="609"/>
            <ac:cxnSpMk id="84" creationId="{93711FFD-89A9-9DF7-22F5-3C25377A1195}"/>
          </ac:cxnSpMkLst>
        </pc:cxnChg>
        <pc:cxnChg chg="mod">
          <ac:chgData name="Luis Carlos Guevara Hernandez" userId="946bcc4c-b146-4724-978c-751fab731e0a" providerId="ADAL" clId="{E8E95438-7D72-4151-95E2-CCAFE31D1FDF}" dt="2026-03-10T20:48:35.737" v="8586" actId="208"/>
          <ac:cxnSpMkLst>
            <pc:docMk/>
            <pc:sldMk cId="1454301722" sldId="609"/>
            <ac:cxnSpMk id="85" creationId="{A19D08B6-BD55-291A-770B-66362B639CD4}"/>
          </ac:cxnSpMkLst>
        </pc:cxnChg>
        <pc:cxnChg chg="mod">
          <ac:chgData name="Luis Carlos Guevara Hernandez" userId="946bcc4c-b146-4724-978c-751fab731e0a" providerId="ADAL" clId="{E8E95438-7D72-4151-95E2-CCAFE31D1FDF}" dt="2026-03-10T20:48:35.737" v="8586" actId="208"/>
          <ac:cxnSpMkLst>
            <pc:docMk/>
            <pc:sldMk cId="1454301722" sldId="609"/>
            <ac:cxnSpMk id="86" creationId="{4A4B8CD8-B98E-024C-743F-7DB29FC58072}"/>
          </ac:cxnSpMkLst>
        </pc:cxnChg>
        <pc:cxnChg chg="mod">
          <ac:chgData name="Luis Carlos Guevara Hernandez" userId="946bcc4c-b146-4724-978c-751fab731e0a" providerId="ADAL" clId="{E8E95438-7D72-4151-95E2-CCAFE31D1FDF}" dt="2026-03-10T20:48:35.737" v="8586" actId="208"/>
          <ac:cxnSpMkLst>
            <pc:docMk/>
            <pc:sldMk cId="1454301722" sldId="609"/>
            <ac:cxnSpMk id="89" creationId="{DB9D70F5-04D5-974A-FD40-0D124E705B45}"/>
          </ac:cxnSpMkLst>
        </pc:cxnChg>
        <pc:cxnChg chg="mod">
          <ac:chgData name="Luis Carlos Guevara Hernandez" userId="946bcc4c-b146-4724-978c-751fab731e0a" providerId="ADAL" clId="{E8E95438-7D72-4151-95E2-CCAFE31D1FDF}" dt="2026-03-10T20:48:35.737" v="8586" actId="208"/>
          <ac:cxnSpMkLst>
            <pc:docMk/>
            <pc:sldMk cId="1454301722" sldId="609"/>
            <ac:cxnSpMk id="90" creationId="{2E33E2F6-CE16-7A60-815A-F9E86386FB2D}"/>
          </ac:cxnSpMkLst>
        </pc:cxnChg>
        <pc:cxnChg chg="mod">
          <ac:chgData name="Luis Carlos Guevara Hernandez" userId="946bcc4c-b146-4724-978c-751fab731e0a" providerId="ADAL" clId="{E8E95438-7D72-4151-95E2-CCAFE31D1FDF}" dt="2026-03-10T20:48:35.737" v="8586" actId="208"/>
          <ac:cxnSpMkLst>
            <pc:docMk/>
            <pc:sldMk cId="1454301722" sldId="609"/>
            <ac:cxnSpMk id="91" creationId="{CA643D93-1673-AB07-7F23-AE0625BCA44D}"/>
          </ac:cxnSpMkLst>
        </pc:cxnChg>
      </pc:sldChg>
      <pc:sldChg chg="addSp delSp modSp add mod delAnim modAnim">
        <pc:chgData name="Luis Carlos Guevara Hernandez" userId="946bcc4c-b146-4724-978c-751fab731e0a" providerId="ADAL" clId="{E8E95438-7D72-4151-95E2-CCAFE31D1FDF}" dt="2026-03-10T21:02:25.827" v="8693" actId="14100"/>
        <pc:sldMkLst>
          <pc:docMk/>
          <pc:sldMk cId="1320548372" sldId="610"/>
        </pc:sldMkLst>
        <pc:spChg chg="add mod">
          <ac:chgData name="Luis Carlos Guevara Hernandez" userId="946bcc4c-b146-4724-978c-751fab731e0a" providerId="ADAL" clId="{E8E95438-7D72-4151-95E2-CCAFE31D1FDF}" dt="2026-03-10T20:54:08.758" v="8640" actId="6549"/>
          <ac:spMkLst>
            <pc:docMk/>
            <pc:sldMk cId="1320548372" sldId="610"/>
            <ac:spMk id="3" creationId="{E743739C-6917-4616-BBBA-05558EC67672}"/>
          </ac:spMkLst>
        </pc:spChg>
        <pc:spChg chg="add mod">
          <ac:chgData name="Luis Carlos Guevara Hernandez" userId="946bcc4c-b146-4724-978c-751fab731e0a" providerId="ADAL" clId="{E8E95438-7D72-4151-95E2-CCAFE31D1FDF}" dt="2026-03-10T20:55:00.428" v="8641"/>
          <ac:spMkLst>
            <pc:docMk/>
            <pc:sldMk cId="1320548372" sldId="610"/>
            <ac:spMk id="4" creationId="{76F64E46-34E8-4E5C-BE09-8E5EFF094B95}"/>
          </ac:spMkLst>
        </pc:spChg>
        <pc:spChg chg="add mod">
          <ac:chgData name="Luis Carlos Guevara Hernandez" userId="946bcc4c-b146-4724-978c-751fab731e0a" providerId="ADAL" clId="{E8E95438-7D72-4151-95E2-CCAFE31D1FDF}" dt="2026-03-10T20:57:45.345" v="8663" actId="14100"/>
          <ac:spMkLst>
            <pc:docMk/>
            <pc:sldMk cId="1320548372" sldId="610"/>
            <ac:spMk id="7" creationId="{13651941-2996-67FD-9BB8-7180CF1D45A3}"/>
          </ac:spMkLst>
        </pc:spChg>
        <pc:spChg chg="mod">
          <ac:chgData name="Luis Carlos Guevara Hernandez" userId="946bcc4c-b146-4724-978c-751fab731e0a" providerId="ADAL" clId="{E8E95438-7D72-4151-95E2-CCAFE31D1FDF}" dt="2026-03-10T20:51:05.853" v="8596" actId="14100"/>
          <ac:spMkLst>
            <pc:docMk/>
            <pc:sldMk cId="1320548372" sldId="610"/>
            <ac:spMk id="9" creationId="{9D27579D-470C-7B98-2119-E0D204C472D2}"/>
          </ac:spMkLst>
        </pc:spChg>
        <pc:spChg chg="add mod">
          <ac:chgData name="Luis Carlos Guevara Hernandez" userId="946bcc4c-b146-4724-978c-751fab731e0a" providerId="ADAL" clId="{E8E95438-7D72-4151-95E2-CCAFE31D1FDF}" dt="2026-03-10T20:56:47.130" v="8650" actId="13926"/>
          <ac:spMkLst>
            <pc:docMk/>
            <pc:sldMk cId="1320548372" sldId="610"/>
            <ac:spMk id="12" creationId="{1EBF6367-AEF3-7C19-1A70-6B61F54E3D93}"/>
          </ac:spMkLst>
        </pc:spChg>
        <pc:spChg chg="mod">
          <ac:chgData name="Luis Carlos Guevara Hernandez" userId="946bcc4c-b146-4724-978c-751fab731e0a" providerId="ADAL" clId="{E8E95438-7D72-4151-95E2-CCAFE31D1FDF}" dt="2026-03-10T20:51:37.090" v="8604" actId="20577"/>
          <ac:spMkLst>
            <pc:docMk/>
            <pc:sldMk cId="1320548372" sldId="610"/>
            <ac:spMk id="13" creationId="{1F94E142-B2FF-6BD7-2E21-A1E5C342A3BB}"/>
          </ac:spMkLst>
        </pc:spChg>
        <pc:spChg chg="mod topLvl">
          <ac:chgData name="Luis Carlos Guevara Hernandez" userId="946bcc4c-b146-4724-978c-751fab731e0a" providerId="ADAL" clId="{E8E95438-7D72-4151-95E2-CCAFE31D1FDF}" dt="2026-03-10T20:53:37.558" v="8634" actId="113"/>
          <ac:spMkLst>
            <pc:docMk/>
            <pc:sldMk cId="1320548372" sldId="610"/>
            <ac:spMk id="16" creationId="{4B9318AC-6D6F-B7FE-598D-0F396DB3173E}"/>
          </ac:spMkLst>
        </pc:spChg>
        <pc:spChg chg="mod">
          <ac:chgData name="Luis Carlos Guevara Hernandez" userId="946bcc4c-b146-4724-978c-751fab731e0a" providerId="ADAL" clId="{E8E95438-7D72-4151-95E2-CCAFE31D1FDF}" dt="2026-03-10T20:56:59.089" v="8651"/>
          <ac:spMkLst>
            <pc:docMk/>
            <pc:sldMk cId="1320548372" sldId="610"/>
            <ac:spMk id="17" creationId="{441B07A9-563E-B6E0-E2AC-AB493AE7FF31}"/>
          </ac:spMkLst>
        </pc:spChg>
        <pc:spChg chg="mod">
          <ac:chgData name="Luis Carlos Guevara Hernandez" userId="946bcc4c-b146-4724-978c-751fab731e0a" providerId="ADAL" clId="{E8E95438-7D72-4151-95E2-CCAFE31D1FDF}" dt="2026-03-10T20:57:05.151" v="8654"/>
          <ac:spMkLst>
            <pc:docMk/>
            <pc:sldMk cId="1320548372" sldId="610"/>
            <ac:spMk id="18" creationId="{BAFDF70B-E136-FE71-3DEB-5B9331E69538}"/>
          </ac:spMkLst>
        </pc:spChg>
        <pc:spChg chg="mod">
          <ac:chgData name="Luis Carlos Guevara Hernandez" userId="946bcc4c-b146-4724-978c-751fab731e0a" providerId="ADAL" clId="{E8E95438-7D72-4151-95E2-CCAFE31D1FDF}" dt="2026-03-10T20:57:07.115" v="8655"/>
          <ac:spMkLst>
            <pc:docMk/>
            <pc:sldMk cId="1320548372" sldId="610"/>
            <ac:spMk id="21" creationId="{A1AFBC53-E00A-FC7F-FE1E-19FF3BFE5356}"/>
          </ac:spMkLst>
        </pc:spChg>
        <pc:spChg chg="mod">
          <ac:chgData name="Luis Carlos Guevara Hernandez" userId="946bcc4c-b146-4724-978c-751fab731e0a" providerId="ADAL" clId="{E8E95438-7D72-4151-95E2-CCAFE31D1FDF}" dt="2026-03-10T20:57:13.053" v="8658"/>
          <ac:spMkLst>
            <pc:docMk/>
            <pc:sldMk cId="1320548372" sldId="610"/>
            <ac:spMk id="22" creationId="{03ADB031-3F25-F152-154D-0D7BA5EF49E0}"/>
          </ac:spMkLst>
        </pc:spChg>
        <pc:spChg chg="mod">
          <ac:chgData name="Luis Carlos Guevara Hernandez" userId="946bcc4c-b146-4724-978c-751fab731e0a" providerId="ADAL" clId="{E8E95438-7D72-4151-95E2-CCAFE31D1FDF}" dt="2026-03-10T20:57:33.892" v="8662"/>
          <ac:spMkLst>
            <pc:docMk/>
            <pc:sldMk cId="1320548372" sldId="610"/>
            <ac:spMk id="24" creationId="{8DB7CF8B-D3D9-385C-BF7A-CE04797607FF}"/>
          </ac:spMkLst>
        </pc:spChg>
        <pc:spChg chg="mod">
          <ac:chgData name="Luis Carlos Guevara Hernandez" userId="946bcc4c-b146-4724-978c-751fab731e0a" providerId="ADAL" clId="{E8E95438-7D72-4151-95E2-CCAFE31D1FDF}" dt="2026-03-10T20:57:33.892" v="8662"/>
          <ac:spMkLst>
            <pc:docMk/>
            <pc:sldMk cId="1320548372" sldId="610"/>
            <ac:spMk id="25" creationId="{A463FA7E-377A-53CF-4660-A2BB02E2C866}"/>
          </ac:spMkLst>
        </pc:spChg>
        <pc:spChg chg="add mod">
          <ac:chgData name="Luis Carlos Guevara Hernandez" userId="946bcc4c-b146-4724-978c-751fab731e0a" providerId="ADAL" clId="{E8E95438-7D72-4151-95E2-CCAFE31D1FDF}" dt="2026-03-10T20:58:08.171" v="8668" actId="1076"/>
          <ac:spMkLst>
            <pc:docMk/>
            <pc:sldMk cId="1320548372" sldId="610"/>
            <ac:spMk id="26" creationId="{F06C0C3C-4A25-D286-9C70-5D5C847AE1AE}"/>
          </ac:spMkLst>
        </pc:spChg>
        <pc:spChg chg="add mod">
          <ac:chgData name="Luis Carlos Guevara Hernandez" userId="946bcc4c-b146-4724-978c-751fab731e0a" providerId="ADAL" clId="{E8E95438-7D72-4151-95E2-CCAFE31D1FDF}" dt="2026-03-10T20:58:26.555" v="8675" actId="20577"/>
          <ac:spMkLst>
            <pc:docMk/>
            <pc:sldMk cId="1320548372" sldId="610"/>
            <ac:spMk id="27" creationId="{13C2DCC8-0BEC-96BD-D5D4-89BF3AD0EC88}"/>
          </ac:spMkLst>
        </pc:spChg>
        <pc:spChg chg="mod">
          <ac:chgData name="Luis Carlos Guevara Hernandez" userId="946bcc4c-b146-4724-978c-751fab731e0a" providerId="ADAL" clId="{E8E95438-7D72-4151-95E2-CCAFE31D1FDF}" dt="2026-03-10T21:02:25.827" v="8693" actId="14100"/>
          <ac:spMkLst>
            <pc:docMk/>
            <pc:sldMk cId="1320548372" sldId="610"/>
            <ac:spMk id="32" creationId="{00720471-2CDA-DF39-A3CB-6A46F6E97495}"/>
          </ac:spMkLst>
        </pc:spChg>
        <pc:spChg chg="mod">
          <ac:chgData name="Luis Carlos Guevara Hernandez" userId="946bcc4c-b146-4724-978c-751fab731e0a" providerId="ADAL" clId="{E8E95438-7D72-4151-95E2-CCAFE31D1FDF}" dt="2026-03-10T21:02:20.699" v="8692" actId="14100"/>
          <ac:spMkLst>
            <pc:docMk/>
            <pc:sldMk cId="1320548372" sldId="610"/>
            <ac:spMk id="33" creationId="{A6DE8337-410F-8430-C003-4C96EACF533C}"/>
          </ac:spMkLst>
        </pc:spChg>
        <pc:grpChg chg="add mod">
          <ac:chgData name="Luis Carlos Guevara Hernandez" userId="946bcc4c-b146-4724-978c-751fab731e0a" providerId="ADAL" clId="{E8E95438-7D72-4151-95E2-CCAFE31D1FDF}" dt="2026-03-10T20:57:01.909" v="8652" actId="1076"/>
          <ac:grpSpMkLst>
            <pc:docMk/>
            <pc:sldMk cId="1320548372" sldId="610"/>
            <ac:grpSpMk id="15" creationId="{73E81E57-4C10-B25B-67F8-83E0C6241290}"/>
          </ac:grpSpMkLst>
        </pc:grpChg>
        <pc:grpChg chg="add mod">
          <ac:chgData name="Luis Carlos Guevara Hernandez" userId="946bcc4c-b146-4724-978c-751fab731e0a" providerId="ADAL" clId="{E8E95438-7D72-4151-95E2-CCAFE31D1FDF}" dt="2026-03-10T20:57:09.226" v="8656" actId="1076"/>
          <ac:grpSpMkLst>
            <pc:docMk/>
            <pc:sldMk cId="1320548372" sldId="610"/>
            <ac:grpSpMk id="20" creationId="{95D58460-A69B-C2DC-7341-C92EEB23D331}"/>
          </ac:grpSpMkLst>
        </pc:grpChg>
        <pc:grpChg chg="add mod">
          <ac:chgData name="Luis Carlos Guevara Hernandez" userId="946bcc4c-b146-4724-978c-751fab731e0a" providerId="ADAL" clId="{E8E95438-7D72-4151-95E2-CCAFE31D1FDF}" dt="2026-03-10T20:57:33.892" v="8662"/>
          <ac:grpSpMkLst>
            <pc:docMk/>
            <pc:sldMk cId="1320548372" sldId="610"/>
            <ac:grpSpMk id="23" creationId="{1A270234-14D1-BEEF-F7B8-95C483A0BC72}"/>
          </ac:grpSpMkLst>
        </pc:grpChg>
        <pc:grpChg chg="mod">
          <ac:chgData name="Luis Carlos Guevara Hernandez" userId="946bcc4c-b146-4724-978c-751fab731e0a" providerId="ADAL" clId="{E8E95438-7D72-4151-95E2-CCAFE31D1FDF}" dt="2026-03-10T20:52:17.570" v="8623" actId="14100"/>
          <ac:grpSpMkLst>
            <pc:docMk/>
            <pc:sldMk cId="1320548372" sldId="610"/>
            <ac:grpSpMk id="31" creationId="{6F72DA2E-8330-56FF-F672-E54AC6D06DEC}"/>
          </ac:grpSpMkLst>
        </pc:grpChg>
      </pc:sldChg>
      <pc:sldChg chg="addSp delSp modSp add mod delAnim modAnim">
        <pc:chgData name="Luis Carlos Guevara Hernandez" userId="946bcc4c-b146-4724-978c-751fab731e0a" providerId="ADAL" clId="{E8E95438-7D72-4151-95E2-CCAFE31D1FDF}" dt="2026-03-10T21:09:47.416" v="8823" actId="1076"/>
        <pc:sldMkLst>
          <pc:docMk/>
          <pc:sldMk cId="1534433222" sldId="611"/>
        </pc:sldMkLst>
        <pc:spChg chg="mod">
          <ac:chgData name="Luis Carlos Guevara Hernandez" userId="946bcc4c-b146-4724-978c-751fab731e0a" providerId="ADAL" clId="{E8E95438-7D72-4151-95E2-CCAFE31D1FDF}" dt="2026-03-10T21:01:28.766" v="8678"/>
          <ac:spMkLst>
            <pc:docMk/>
            <pc:sldMk cId="1534433222" sldId="611"/>
            <ac:spMk id="9" creationId="{EB97FA97-E368-57D5-7D2F-1A4A0CFBFE1D}"/>
          </ac:spMkLst>
        </pc:spChg>
        <pc:spChg chg="mod">
          <ac:chgData name="Luis Carlos Guevara Hernandez" userId="946bcc4c-b146-4724-978c-751fab731e0a" providerId="ADAL" clId="{E8E95438-7D72-4151-95E2-CCAFE31D1FDF}" dt="2026-03-10T21:02:58.582" v="8704"/>
          <ac:spMkLst>
            <pc:docMk/>
            <pc:sldMk cId="1534433222" sldId="611"/>
            <ac:spMk id="11" creationId="{69425B7F-BBC1-2074-EA16-84195F40634D}"/>
          </ac:spMkLst>
        </pc:spChg>
        <pc:spChg chg="mod">
          <ac:chgData name="Luis Carlos Guevara Hernandez" userId="946bcc4c-b146-4724-978c-751fab731e0a" providerId="ADAL" clId="{E8E95438-7D72-4151-95E2-CCAFE31D1FDF}" dt="2026-03-10T21:02:01.029" v="8690" actId="114"/>
          <ac:spMkLst>
            <pc:docMk/>
            <pc:sldMk cId="1534433222" sldId="611"/>
            <ac:spMk id="13" creationId="{320ADDBF-D5D5-81A9-F5C0-D1EDBCD5F961}"/>
          </ac:spMkLst>
        </pc:spChg>
        <pc:spChg chg="mod">
          <ac:chgData name="Luis Carlos Guevara Hernandez" userId="946bcc4c-b146-4724-978c-751fab731e0a" providerId="ADAL" clId="{E8E95438-7D72-4151-95E2-CCAFE31D1FDF}" dt="2026-03-10T21:03:04.527" v="8707"/>
          <ac:spMkLst>
            <pc:docMk/>
            <pc:sldMk cId="1534433222" sldId="611"/>
            <ac:spMk id="14" creationId="{4D11DDD8-8EAF-BF30-BE28-ECD9B6C05B88}"/>
          </ac:spMkLst>
        </pc:spChg>
        <pc:spChg chg="mod">
          <ac:chgData name="Luis Carlos Guevara Hernandez" userId="946bcc4c-b146-4724-978c-751fab731e0a" providerId="ADAL" clId="{E8E95438-7D72-4151-95E2-CCAFE31D1FDF}" dt="2026-03-10T21:02:46.627" v="8699" actId="13926"/>
          <ac:spMkLst>
            <pc:docMk/>
            <pc:sldMk cId="1534433222" sldId="611"/>
            <ac:spMk id="16" creationId="{45915DAD-8866-7F98-EC89-B6BA99B38C35}"/>
          </ac:spMkLst>
        </pc:spChg>
        <pc:spChg chg="mod">
          <ac:chgData name="Luis Carlos Guevara Hernandez" userId="946bcc4c-b146-4724-978c-751fab731e0a" providerId="ADAL" clId="{E8E95438-7D72-4151-95E2-CCAFE31D1FDF}" dt="2026-03-10T21:02:56.996" v="8703"/>
          <ac:spMkLst>
            <pc:docMk/>
            <pc:sldMk cId="1534433222" sldId="611"/>
            <ac:spMk id="17" creationId="{D2030FE2-EC49-FE5A-9A24-926252A78BC1}"/>
          </ac:spMkLst>
        </pc:spChg>
        <pc:spChg chg="mod">
          <ac:chgData name="Luis Carlos Guevara Hernandez" userId="946bcc4c-b146-4724-978c-751fab731e0a" providerId="ADAL" clId="{E8E95438-7D72-4151-95E2-CCAFE31D1FDF}" dt="2026-03-10T21:02:56.996" v="8703"/>
          <ac:spMkLst>
            <pc:docMk/>
            <pc:sldMk cId="1534433222" sldId="611"/>
            <ac:spMk id="18" creationId="{4FA22988-398E-56E3-B05C-242ED5124D06}"/>
          </ac:spMkLst>
        </pc:spChg>
        <pc:spChg chg="mod">
          <ac:chgData name="Luis Carlos Guevara Hernandez" userId="946bcc4c-b146-4724-978c-751fab731e0a" providerId="ADAL" clId="{E8E95438-7D72-4151-95E2-CCAFE31D1FDF}" dt="2026-03-10T21:03:05.993" v="8708"/>
          <ac:spMkLst>
            <pc:docMk/>
            <pc:sldMk cId="1534433222" sldId="611"/>
            <ac:spMk id="28" creationId="{0AC9C43C-57FC-C19B-9DF1-D840160E0367}"/>
          </ac:spMkLst>
        </pc:spChg>
        <pc:spChg chg="mod">
          <ac:chgData name="Luis Carlos Guevara Hernandez" userId="946bcc4c-b146-4724-978c-751fab731e0a" providerId="ADAL" clId="{E8E95438-7D72-4151-95E2-CCAFE31D1FDF}" dt="2026-03-10T21:03:12.865" v="8711"/>
          <ac:spMkLst>
            <pc:docMk/>
            <pc:sldMk cId="1534433222" sldId="611"/>
            <ac:spMk id="29" creationId="{0E1EE955-F0CA-FBC2-4424-7935DC23D2B0}"/>
          </ac:spMkLst>
        </pc:spChg>
        <pc:spChg chg="mod">
          <ac:chgData name="Luis Carlos Guevara Hernandez" userId="946bcc4c-b146-4724-978c-751fab731e0a" providerId="ADAL" clId="{E8E95438-7D72-4151-95E2-CCAFE31D1FDF}" dt="2026-03-10T21:03:20.595" v="8715"/>
          <ac:spMkLst>
            <pc:docMk/>
            <pc:sldMk cId="1534433222" sldId="611"/>
            <ac:spMk id="34" creationId="{A42184D8-9B82-40B5-3141-EBA11FE4C0CF}"/>
          </ac:spMkLst>
        </pc:spChg>
        <pc:spChg chg="mod">
          <ac:chgData name="Luis Carlos Guevara Hernandez" userId="946bcc4c-b146-4724-978c-751fab731e0a" providerId="ADAL" clId="{E8E95438-7D72-4151-95E2-CCAFE31D1FDF}" dt="2026-03-10T21:03:20.595" v="8715"/>
          <ac:spMkLst>
            <pc:docMk/>
            <pc:sldMk cId="1534433222" sldId="611"/>
            <ac:spMk id="35" creationId="{E2AC98EB-08D2-D1E4-36D0-243A5CE3D5B3}"/>
          </ac:spMkLst>
        </pc:spChg>
        <pc:spChg chg="add mod">
          <ac:chgData name="Luis Carlos Guevara Hernandez" userId="946bcc4c-b146-4724-978c-751fab731e0a" providerId="ADAL" clId="{E8E95438-7D72-4151-95E2-CCAFE31D1FDF}" dt="2026-03-10T21:04:29.346" v="8727" actId="14100"/>
          <ac:spMkLst>
            <pc:docMk/>
            <pc:sldMk cId="1534433222" sldId="611"/>
            <ac:spMk id="36" creationId="{087472F9-43F2-114A-703D-4237207060B5}"/>
          </ac:spMkLst>
        </pc:spChg>
        <pc:spChg chg="add mod">
          <ac:chgData name="Luis Carlos Guevara Hernandez" userId="946bcc4c-b146-4724-978c-751fab731e0a" providerId="ADAL" clId="{E8E95438-7D72-4151-95E2-CCAFE31D1FDF}" dt="2026-03-10T21:09:42.851" v="8822" actId="1037"/>
          <ac:spMkLst>
            <pc:docMk/>
            <pc:sldMk cId="1534433222" sldId="611"/>
            <ac:spMk id="37" creationId="{1DF2BE6D-78C0-3D61-71B3-5B45F69E71A7}"/>
          </ac:spMkLst>
        </pc:spChg>
        <pc:spChg chg="add mod">
          <ac:chgData name="Luis Carlos Guevara Hernandez" userId="946bcc4c-b146-4724-978c-751fab731e0a" providerId="ADAL" clId="{E8E95438-7D72-4151-95E2-CCAFE31D1FDF}" dt="2026-03-10T21:09:42.851" v="8822" actId="1037"/>
          <ac:spMkLst>
            <pc:docMk/>
            <pc:sldMk cId="1534433222" sldId="611"/>
            <ac:spMk id="38" creationId="{34373F34-044A-BDCA-B98F-CB5F79CA3F1E}"/>
          </ac:spMkLst>
        </pc:spChg>
        <pc:spChg chg="mod">
          <ac:chgData name="Luis Carlos Guevara Hernandez" userId="946bcc4c-b146-4724-978c-751fab731e0a" providerId="ADAL" clId="{E8E95438-7D72-4151-95E2-CCAFE31D1FDF}" dt="2026-03-10T21:04:46.413" v="8735" actId="113"/>
          <ac:spMkLst>
            <pc:docMk/>
            <pc:sldMk cId="1534433222" sldId="611"/>
            <ac:spMk id="40" creationId="{8699054D-2397-E588-D152-9C62E9C34F10}"/>
          </ac:spMkLst>
        </pc:spChg>
        <pc:spChg chg="mod">
          <ac:chgData name="Luis Carlos Guevara Hernandez" userId="946bcc4c-b146-4724-978c-751fab731e0a" providerId="ADAL" clId="{E8E95438-7D72-4151-95E2-CCAFE31D1FDF}" dt="2026-03-10T21:04:39.429" v="8731"/>
          <ac:spMkLst>
            <pc:docMk/>
            <pc:sldMk cId="1534433222" sldId="611"/>
            <ac:spMk id="41" creationId="{B51704DB-5C62-A033-AFC2-C072FD8362D0}"/>
          </ac:spMkLst>
        </pc:spChg>
        <pc:spChg chg="mod">
          <ac:chgData name="Luis Carlos Guevara Hernandez" userId="946bcc4c-b146-4724-978c-751fab731e0a" providerId="ADAL" clId="{E8E95438-7D72-4151-95E2-CCAFE31D1FDF}" dt="2026-03-10T21:06:50.754" v="8749" actId="20577"/>
          <ac:spMkLst>
            <pc:docMk/>
            <pc:sldMk cId="1534433222" sldId="611"/>
            <ac:spMk id="43" creationId="{EBE95A8F-F5EF-FB9B-2D23-6784FB42FBE8}"/>
          </ac:spMkLst>
        </pc:spChg>
        <pc:spChg chg="mod">
          <ac:chgData name="Luis Carlos Guevara Hernandez" userId="946bcc4c-b146-4724-978c-751fab731e0a" providerId="ADAL" clId="{E8E95438-7D72-4151-95E2-CCAFE31D1FDF}" dt="2026-03-10T21:04:56.163" v="8739"/>
          <ac:spMkLst>
            <pc:docMk/>
            <pc:sldMk cId="1534433222" sldId="611"/>
            <ac:spMk id="44" creationId="{905C9B55-E9FE-75A9-A431-818156978C7E}"/>
          </ac:spMkLst>
        </pc:spChg>
        <pc:spChg chg="add mod">
          <ac:chgData name="Luis Carlos Guevara Hernandez" userId="946bcc4c-b146-4724-978c-751fab731e0a" providerId="ADAL" clId="{E8E95438-7D72-4151-95E2-CCAFE31D1FDF}" dt="2026-03-10T21:06:56.419" v="8750" actId="1076"/>
          <ac:spMkLst>
            <pc:docMk/>
            <pc:sldMk cId="1534433222" sldId="611"/>
            <ac:spMk id="46" creationId="{7DDA37F8-079E-D211-37BC-2C9BD919A9A9}"/>
          </ac:spMkLst>
        </pc:spChg>
        <pc:spChg chg="add mod">
          <ac:chgData name="Luis Carlos Guevara Hernandez" userId="946bcc4c-b146-4724-978c-751fab731e0a" providerId="ADAL" clId="{E8E95438-7D72-4151-95E2-CCAFE31D1FDF}" dt="2026-03-10T21:07:19.676" v="8758"/>
          <ac:spMkLst>
            <pc:docMk/>
            <pc:sldMk cId="1534433222" sldId="611"/>
            <ac:spMk id="47" creationId="{50A9E69B-459E-91C5-C6FB-B5C94737E055}"/>
          </ac:spMkLst>
        </pc:spChg>
        <pc:spChg chg="add mod">
          <ac:chgData name="Luis Carlos Guevara Hernandez" userId="946bcc4c-b146-4724-978c-751fab731e0a" providerId="ADAL" clId="{E8E95438-7D72-4151-95E2-CCAFE31D1FDF}" dt="2026-03-10T21:09:42.851" v="8822" actId="1037"/>
          <ac:spMkLst>
            <pc:docMk/>
            <pc:sldMk cId="1534433222" sldId="611"/>
            <ac:spMk id="48" creationId="{98D40662-7458-3C2C-07DB-452DCC556375}"/>
          </ac:spMkLst>
        </pc:spChg>
        <pc:spChg chg="add mod">
          <ac:chgData name="Luis Carlos Guevara Hernandez" userId="946bcc4c-b146-4724-978c-751fab731e0a" providerId="ADAL" clId="{E8E95438-7D72-4151-95E2-CCAFE31D1FDF}" dt="2026-03-10T21:09:42.851" v="8822" actId="1037"/>
          <ac:spMkLst>
            <pc:docMk/>
            <pc:sldMk cId="1534433222" sldId="611"/>
            <ac:spMk id="49" creationId="{35C1B102-4A78-FAD1-6B1E-EBC2A433610F}"/>
          </ac:spMkLst>
        </pc:spChg>
        <pc:spChg chg="mod">
          <ac:chgData name="Luis Carlos Guevara Hernandez" userId="946bcc4c-b146-4724-978c-751fab731e0a" providerId="ADAL" clId="{E8E95438-7D72-4151-95E2-CCAFE31D1FDF}" dt="2026-03-10T21:07:35.228" v="8763"/>
          <ac:spMkLst>
            <pc:docMk/>
            <pc:sldMk cId="1534433222" sldId="611"/>
            <ac:spMk id="58" creationId="{588322EB-EF14-A9CA-52A6-711E0CC7CE81}"/>
          </ac:spMkLst>
        </pc:spChg>
        <pc:spChg chg="mod">
          <ac:chgData name="Luis Carlos Guevara Hernandez" userId="946bcc4c-b146-4724-978c-751fab731e0a" providerId="ADAL" clId="{E8E95438-7D72-4151-95E2-CCAFE31D1FDF}" dt="2026-03-10T21:07:47.578" v="8775" actId="20577"/>
          <ac:spMkLst>
            <pc:docMk/>
            <pc:sldMk cId="1534433222" sldId="611"/>
            <ac:spMk id="59" creationId="{902D05DC-38AA-0050-F475-78B18A0C2C23}"/>
          </ac:spMkLst>
        </pc:spChg>
        <pc:spChg chg="mod">
          <ac:chgData name="Luis Carlos Guevara Hernandez" userId="946bcc4c-b146-4724-978c-751fab731e0a" providerId="ADAL" clId="{E8E95438-7D72-4151-95E2-CCAFE31D1FDF}" dt="2026-03-10T21:08:07.357" v="8781"/>
          <ac:spMkLst>
            <pc:docMk/>
            <pc:sldMk cId="1534433222" sldId="611"/>
            <ac:spMk id="61" creationId="{F51114D5-BB87-5802-8E9F-990DB285464D}"/>
          </ac:spMkLst>
        </pc:spChg>
        <pc:spChg chg="mod">
          <ac:chgData name="Luis Carlos Guevara Hernandez" userId="946bcc4c-b146-4724-978c-751fab731e0a" providerId="ADAL" clId="{E8E95438-7D72-4151-95E2-CCAFE31D1FDF}" dt="2026-03-10T21:08:07.357" v="8781"/>
          <ac:spMkLst>
            <pc:docMk/>
            <pc:sldMk cId="1534433222" sldId="611"/>
            <ac:spMk id="62" creationId="{0880E319-FFBA-D2CD-BA7E-61546B5D5E3D}"/>
          </ac:spMkLst>
        </pc:spChg>
        <pc:spChg chg="add mod">
          <ac:chgData name="Luis Carlos Guevara Hernandez" userId="946bcc4c-b146-4724-978c-751fab731e0a" providerId="ADAL" clId="{E8E95438-7D72-4151-95E2-CCAFE31D1FDF}" dt="2026-03-10T21:08:44.668" v="8792"/>
          <ac:spMkLst>
            <pc:docMk/>
            <pc:sldMk cId="1534433222" sldId="611"/>
            <ac:spMk id="66" creationId="{8116E2E0-DA87-6FB3-4DB7-0E314B20B8F0}"/>
          </ac:spMkLst>
        </pc:spChg>
        <pc:spChg chg="mod">
          <ac:chgData name="Luis Carlos Guevara Hernandez" userId="946bcc4c-b146-4724-978c-751fab731e0a" providerId="ADAL" clId="{E8E95438-7D72-4151-95E2-CCAFE31D1FDF}" dt="2026-03-10T21:09:02.390" v="8797"/>
          <ac:spMkLst>
            <pc:docMk/>
            <pc:sldMk cId="1534433222" sldId="611"/>
            <ac:spMk id="68" creationId="{E20A47D0-1C14-FA9C-4D87-22D3786185FB}"/>
          </ac:spMkLst>
        </pc:spChg>
        <pc:spChg chg="mod">
          <ac:chgData name="Luis Carlos Guevara Hernandez" userId="946bcc4c-b146-4724-978c-751fab731e0a" providerId="ADAL" clId="{E8E95438-7D72-4151-95E2-CCAFE31D1FDF}" dt="2026-03-10T21:09:02.390" v="8797"/>
          <ac:spMkLst>
            <pc:docMk/>
            <pc:sldMk cId="1534433222" sldId="611"/>
            <ac:spMk id="69" creationId="{F2E99631-314A-55F4-5467-B04F5321E6AC}"/>
          </ac:spMkLst>
        </pc:spChg>
        <pc:spChg chg="mod">
          <ac:chgData name="Luis Carlos Guevara Hernandez" userId="946bcc4c-b146-4724-978c-751fab731e0a" providerId="ADAL" clId="{E8E95438-7D72-4151-95E2-CCAFE31D1FDF}" dt="2026-03-10T21:09:12.683" v="8799"/>
          <ac:spMkLst>
            <pc:docMk/>
            <pc:sldMk cId="1534433222" sldId="611"/>
            <ac:spMk id="71" creationId="{7139F7FB-DAA9-C3AD-5D0E-8713A1E99183}"/>
          </ac:spMkLst>
        </pc:spChg>
        <pc:spChg chg="mod">
          <ac:chgData name="Luis Carlos Guevara Hernandez" userId="946bcc4c-b146-4724-978c-751fab731e0a" providerId="ADAL" clId="{E8E95438-7D72-4151-95E2-CCAFE31D1FDF}" dt="2026-03-10T21:08:53.803" v="8794"/>
          <ac:spMkLst>
            <pc:docMk/>
            <pc:sldMk cId="1534433222" sldId="611"/>
            <ac:spMk id="72" creationId="{1F64F96A-7D82-A6BB-BCB5-CBDCB67A792F}"/>
          </ac:spMkLst>
        </pc:spChg>
        <pc:grpChg chg="add mod">
          <ac:chgData name="Luis Carlos Guevara Hernandez" userId="946bcc4c-b146-4724-978c-751fab731e0a" providerId="ADAL" clId="{E8E95438-7D72-4151-95E2-CCAFE31D1FDF}" dt="2026-03-10T21:03:00.574" v="8705" actId="1076"/>
          <ac:grpSpMkLst>
            <pc:docMk/>
            <pc:sldMk cId="1534433222" sldId="611"/>
            <ac:grpSpMk id="10" creationId="{886AB72A-BC03-A3B5-17A8-D246A9322117}"/>
          </ac:grpSpMkLst>
        </pc:grpChg>
        <pc:grpChg chg="mod">
          <ac:chgData name="Luis Carlos Guevara Hernandez" userId="946bcc4c-b146-4724-978c-751fab731e0a" providerId="ADAL" clId="{E8E95438-7D72-4151-95E2-CCAFE31D1FDF}" dt="2026-03-10T21:02:56.996" v="8703"/>
          <ac:grpSpMkLst>
            <pc:docMk/>
            <pc:sldMk cId="1534433222" sldId="611"/>
            <ac:grpSpMk id="15" creationId="{091265FA-B422-90FE-C882-A497208AD3C8}"/>
          </ac:grpSpMkLst>
        </pc:grpChg>
        <pc:grpChg chg="add mod">
          <ac:chgData name="Luis Carlos Guevara Hernandez" userId="946bcc4c-b146-4724-978c-751fab731e0a" providerId="ADAL" clId="{E8E95438-7D72-4151-95E2-CCAFE31D1FDF}" dt="2026-03-10T21:03:09.233" v="8709" actId="1076"/>
          <ac:grpSpMkLst>
            <pc:docMk/>
            <pc:sldMk cId="1534433222" sldId="611"/>
            <ac:grpSpMk id="19" creationId="{1F23D9A1-314B-863C-F2F9-35F8D20BF39D}"/>
          </ac:grpSpMkLst>
        </pc:grpChg>
        <pc:grpChg chg="add mod">
          <ac:chgData name="Luis Carlos Guevara Hernandez" userId="946bcc4c-b146-4724-978c-751fab731e0a" providerId="ADAL" clId="{E8E95438-7D72-4151-95E2-CCAFE31D1FDF}" dt="2026-03-10T21:03:20.595" v="8715"/>
          <ac:grpSpMkLst>
            <pc:docMk/>
            <pc:sldMk cId="1534433222" sldId="611"/>
            <ac:grpSpMk id="30" creationId="{F3DC8731-E073-6C15-30EB-F778A67C6A3C}"/>
          </ac:grpSpMkLst>
        </pc:grpChg>
        <pc:grpChg chg="add mod">
          <ac:chgData name="Luis Carlos Guevara Hernandez" userId="946bcc4c-b146-4724-978c-751fab731e0a" providerId="ADAL" clId="{E8E95438-7D72-4151-95E2-CCAFE31D1FDF}" dt="2026-03-10T21:04:39.429" v="8731"/>
          <ac:grpSpMkLst>
            <pc:docMk/>
            <pc:sldMk cId="1534433222" sldId="611"/>
            <ac:grpSpMk id="39" creationId="{B5A1EB23-494D-5FD5-0380-04151105CCC9}"/>
          </ac:grpSpMkLst>
        </pc:grpChg>
        <pc:grpChg chg="add mod">
          <ac:chgData name="Luis Carlos Guevara Hernandez" userId="946bcc4c-b146-4724-978c-751fab731e0a" providerId="ADAL" clId="{E8E95438-7D72-4151-95E2-CCAFE31D1FDF}" dt="2026-03-10T21:08:52.264" v="8793" actId="1076"/>
          <ac:grpSpMkLst>
            <pc:docMk/>
            <pc:sldMk cId="1534433222" sldId="611"/>
            <ac:grpSpMk id="42" creationId="{B970CFA3-9FFB-A5E1-4685-5D78D6D53C61}"/>
          </ac:grpSpMkLst>
        </pc:grpChg>
        <pc:grpChg chg="add mod">
          <ac:chgData name="Luis Carlos Guevara Hernandez" userId="946bcc4c-b146-4724-978c-751fab731e0a" providerId="ADAL" clId="{E8E95438-7D72-4151-95E2-CCAFE31D1FDF}" dt="2026-03-10T21:07:35.228" v="8763"/>
          <ac:grpSpMkLst>
            <pc:docMk/>
            <pc:sldMk cId="1534433222" sldId="611"/>
            <ac:grpSpMk id="57" creationId="{B1C8E4DF-B0B4-D0C0-1EDD-8F9C10BC1E99}"/>
          </ac:grpSpMkLst>
        </pc:grpChg>
        <pc:grpChg chg="add mod">
          <ac:chgData name="Luis Carlos Guevara Hernandez" userId="946bcc4c-b146-4724-978c-751fab731e0a" providerId="ADAL" clId="{E8E95438-7D72-4151-95E2-CCAFE31D1FDF}" dt="2026-03-10T21:08:07.357" v="8781"/>
          <ac:grpSpMkLst>
            <pc:docMk/>
            <pc:sldMk cId="1534433222" sldId="611"/>
            <ac:grpSpMk id="60" creationId="{EB47A9A0-C9B8-1218-46FF-3E6C7681BD5B}"/>
          </ac:grpSpMkLst>
        </pc:grpChg>
        <pc:grpChg chg="add mod">
          <ac:chgData name="Luis Carlos Guevara Hernandez" userId="946bcc4c-b146-4724-978c-751fab731e0a" providerId="ADAL" clId="{E8E95438-7D72-4151-95E2-CCAFE31D1FDF}" dt="2026-03-10T21:09:02.390" v="8797"/>
          <ac:grpSpMkLst>
            <pc:docMk/>
            <pc:sldMk cId="1534433222" sldId="611"/>
            <ac:grpSpMk id="67" creationId="{BB6217CA-80C4-9A0E-8B6F-A06F6320E006}"/>
          </ac:grpSpMkLst>
        </pc:grpChg>
        <pc:grpChg chg="add mod">
          <ac:chgData name="Luis Carlos Guevara Hernandez" userId="946bcc4c-b146-4724-978c-751fab731e0a" providerId="ADAL" clId="{E8E95438-7D72-4151-95E2-CCAFE31D1FDF}" dt="2026-03-10T21:08:58.793" v="8795" actId="1076"/>
          <ac:grpSpMkLst>
            <pc:docMk/>
            <pc:sldMk cId="1534433222" sldId="611"/>
            <ac:grpSpMk id="70" creationId="{489F9EA6-5216-C66A-BD0B-9CDDCA778653}"/>
          </ac:grpSpMkLst>
        </pc:grpChg>
        <pc:cxnChg chg="add mod">
          <ac:chgData name="Luis Carlos Guevara Hernandez" userId="946bcc4c-b146-4724-978c-751fab731e0a" providerId="ADAL" clId="{E8E95438-7D72-4151-95E2-CCAFE31D1FDF}" dt="2026-03-10T21:09:47.416" v="8823" actId="1076"/>
          <ac:cxnSpMkLst>
            <pc:docMk/>
            <pc:sldMk cId="1534433222" sldId="611"/>
            <ac:cxnSpMk id="73" creationId="{9AC8E412-158A-F4C3-E241-C9507E82A988}"/>
          </ac:cxnSpMkLst>
        </pc:cxnChg>
      </pc:sldChg>
      <pc:sldChg chg="addSp delSp modSp add mod delAnim modAnim">
        <pc:chgData name="Luis Carlos Guevara Hernandez" userId="946bcc4c-b146-4724-978c-751fab731e0a" providerId="ADAL" clId="{E8E95438-7D72-4151-95E2-CCAFE31D1FDF}" dt="2026-03-10T21:26:48.531" v="9053" actId="1076"/>
        <pc:sldMkLst>
          <pc:docMk/>
          <pc:sldMk cId="3528003717" sldId="612"/>
        </pc:sldMkLst>
        <pc:spChg chg="mod">
          <ac:chgData name="Luis Carlos Guevara Hernandez" userId="946bcc4c-b146-4724-978c-751fab731e0a" providerId="ADAL" clId="{E8E95438-7D72-4151-95E2-CCAFE31D1FDF}" dt="2026-03-10T21:26:48.531" v="9053" actId="1076"/>
          <ac:spMkLst>
            <pc:docMk/>
            <pc:sldMk cId="3528003717" sldId="612"/>
            <ac:spMk id="9" creationId="{BE5BB699-B523-FAFF-0E73-1FD37C3340C1}"/>
          </ac:spMkLst>
        </pc:spChg>
        <pc:spChg chg="mod">
          <ac:chgData name="Luis Carlos Guevara Hernandez" userId="946bcc4c-b146-4724-978c-751fab731e0a" providerId="ADAL" clId="{E8E95438-7D72-4151-95E2-CCAFE31D1FDF}" dt="2026-03-10T21:26:48.531" v="9053" actId="1076"/>
          <ac:spMkLst>
            <pc:docMk/>
            <pc:sldMk cId="3528003717" sldId="612"/>
            <ac:spMk id="13" creationId="{1E401F5A-A44A-6FF9-DA6E-156F23A94627}"/>
          </ac:spMkLst>
        </pc:spChg>
        <pc:spChg chg="mod">
          <ac:chgData name="Luis Carlos Guevara Hernandez" userId="946bcc4c-b146-4724-978c-751fab731e0a" providerId="ADAL" clId="{E8E95438-7D72-4151-95E2-CCAFE31D1FDF}" dt="2026-03-10T21:24:16.394" v="9018"/>
          <ac:spMkLst>
            <pc:docMk/>
            <pc:sldMk cId="3528003717" sldId="612"/>
            <ac:spMk id="74" creationId="{73250DB2-F1B4-90D4-FBF3-96EC7C677C07}"/>
          </ac:spMkLst>
        </pc:spChg>
        <pc:spChg chg="mod">
          <ac:chgData name="Luis Carlos Guevara Hernandez" userId="946bcc4c-b146-4724-978c-751fab731e0a" providerId="ADAL" clId="{E8E95438-7D72-4151-95E2-CCAFE31D1FDF}" dt="2026-03-10T21:24:16.394" v="9018"/>
          <ac:spMkLst>
            <pc:docMk/>
            <pc:sldMk cId="3528003717" sldId="612"/>
            <ac:spMk id="75" creationId="{073F7B67-FF20-51F2-9BEB-DE66A9DAE756}"/>
          </ac:spMkLst>
        </pc:spChg>
        <pc:spChg chg="mod">
          <ac:chgData name="Luis Carlos Guevara Hernandez" userId="946bcc4c-b146-4724-978c-751fab731e0a" providerId="ADAL" clId="{E8E95438-7D72-4151-95E2-CCAFE31D1FDF}" dt="2026-03-10T21:24:28.390" v="9023" actId="313"/>
          <ac:spMkLst>
            <pc:docMk/>
            <pc:sldMk cId="3528003717" sldId="612"/>
            <ac:spMk id="77" creationId="{76972E74-57CA-4288-B7F8-DEFDF221965A}"/>
          </ac:spMkLst>
        </pc:spChg>
        <pc:spChg chg="mod">
          <ac:chgData name="Luis Carlos Guevara Hernandez" userId="946bcc4c-b146-4724-978c-751fab731e0a" providerId="ADAL" clId="{E8E95438-7D72-4151-95E2-CCAFE31D1FDF}" dt="2026-03-10T21:24:18.582" v="9019"/>
          <ac:spMkLst>
            <pc:docMk/>
            <pc:sldMk cId="3528003717" sldId="612"/>
            <ac:spMk id="78" creationId="{2D64296C-32B4-6A70-3633-A8A198B654AB}"/>
          </ac:spMkLst>
        </pc:spChg>
        <pc:spChg chg="mod">
          <ac:chgData name="Luis Carlos Guevara Hernandez" userId="946bcc4c-b146-4724-978c-751fab731e0a" providerId="ADAL" clId="{E8E95438-7D72-4151-95E2-CCAFE31D1FDF}" dt="2026-03-10T21:24:41.093" v="9030" actId="20577"/>
          <ac:spMkLst>
            <pc:docMk/>
            <pc:sldMk cId="3528003717" sldId="612"/>
            <ac:spMk id="80" creationId="{73D15CA5-E851-F21F-C05D-611876454319}"/>
          </ac:spMkLst>
        </pc:spChg>
        <pc:spChg chg="mod">
          <ac:chgData name="Luis Carlos Guevara Hernandez" userId="946bcc4c-b146-4724-978c-751fab731e0a" providerId="ADAL" clId="{E8E95438-7D72-4151-95E2-CCAFE31D1FDF}" dt="2026-03-10T21:24:36.306" v="9027"/>
          <ac:spMkLst>
            <pc:docMk/>
            <pc:sldMk cId="3528003717" sldId="612"/>
            <ac:spMk id="81" creationId="{BB76B663-3833-4D7D-C77F-435D1B94F266}"/>
          </ac:spMkLst>
        </pc:spChg>
        <pc:spChg chg="add mod">
          <ac:chgData name="Luis Carlos Guevara Hernandez" userId="946bcc4c-b146-4724-978c-751fab731e0a" providerId="ADAL" clId="{E8E95438-7D72-4151-95E2-CCAFE31D1FDF}" dt="2026-03-10T21:26:48.531" v="9053" actId="1076"/>
          <ac:spMkLst>
            <pc:docMk/>
            <pc:sldMk cId="3528003717" sldId="612"/>
            <ac:spMk id="85" creationId="{07CC6156-ED75-96C2-AB3D-912884E7FC72}"/>
          </ac:spMkLst>
        </pc:spChg>
        <pc:spChg chg="add mod">
          <ac:chgData name="Luis Carlos Guevara Hernandez" userId="946bcc4c-b146-4724-978c-751fab731e0a" providerId="ADAL" clId="{E8E95438-7D72-4151-95E2-CCAFE31D1FDF}" dt="2026-03-10T21:26:48.531" v="9053" actId="1076"/>
          <ac:spMkLst>
            <pc:docMk/>
            <pc:sldMk cId="3528003717" sldId="612"/>
            <ac:spMk id="86" creationId="{8920C07A-2149-B556-9E31-E2EA8C6A9749}"/>
          </ac:spMkLst>
        </pc:spChg>
        <pc:spChg chg="mod">
          <ac:chgData name="Luis Carlos Guevara Hernandez" userId="946bcc4c-b146-4724-978c-751fab731e0a" providerId="ADAL" clId="{E8E95438-7D72-4151-95E2-CCAFE31D1FDF}" dt="2026-03-10T21:26:48.531" v="9053" actId="1076"/>
          <ac:spMkLst>
            <pc:docMk/>
            <pc:sldMk cId="3528003717" sldId="612"/>
            <ac:spMk id="87" creationId="{44E0AB17-9CC8-F11D-9500-C955C5756718}"/>
          </ac:spMkLst>
        </pc:spChg>
        <pc:spChg chg="mod">
          <ac:chgData name="Luis Carlos Guevara Hernandez" userId="946bcc4c-b146-4724-978c-751fab731e0a" providerId="ADAL" clId="{E8E95438-7D72-4151-95E2-CCAFE31D1FDF}" dt="2026-03-10T21:26:30.013" v="9050"/>
          <ac:spMkLst>
            <pc:docMk/>
            <pc:sldMk cId="3528003717" sldId="612"/>
            <ac:spMk id="89" creationId="{B0D2C69D-5E62-E0D9-8D01-275F52D74FEC}"/>
          </ac:spMkLst>
        </pc:spChg>
        <pc:spChg chg="mod">
          <ac:chgData name="Luis Carlos Guevara Hernandez" userId="946bcc4c-b146-4724-978c-751fab731e0a" providerId="ADAL" clId="{E8E95438-7D72-4151-95E2-CCAFE31D1FDF}" dt="2026-03-10T21:26:30.013" v="9050"/>
          <ac:spMkLst>
            <pc:docMk/>
            <pc:sldMk cId="3528003717" sldId="612"/>
            <ac:spMk id="90" creationId="{4F3343DE-E1A4-A515-393F-5AC9A8FB0D18}"/>
          </ac:spMkLst>
        </pc:spChg>
        <pc:spChg chg="mod">
          <ac:chgData name="Luis Carlos Guevara Hernandez" userId="946bcc4c-b146-4724-978c-751fab731e0a" providerId="ADAL" clId="{E8E95438-7D72-4151-95E2-CCAFE31D1FDF}" dt="2026-03-10T21:26:30.013" v="9050"/>
          <ac:spMkLst>
            <pc:docMk/>
            <pc:sldMk cId="3528003717" sldId="612"/>
            <ac:spMk id="92" creationId="{60366BC1-5A8A-1B15-F596-04387CD562D0}"/>
          </ac:spMkLst>
        </pc:spChg>
        <pc:spChg chg="mod">
          <ac:chgData name="Luis Carlos Guevara Hernandez" userId="946bcc4c-b146-4724-978c-751fab731e0a" providerId="ADAL" clId="{E8E95438-7D72-4151-95E2-CCAFE31D1FDF}" dt="2026-03-10T21:26:30.013" v="9050"/>
          <ac:spMkLst>
            <pc:docMk/>
            <pc:sldMk cId="3528003717" sldId="612"/>
            <ac:spMk id="93" creationId="{138481E6-7A01-EC0C-0FA7-CC240095F6A1}"/>
          </ac:spMkLst>
        </pc:spChg>
        <pc:spChg chg="mod">
          <ac:chgData name="Luis Carlos Guevara Hernandez" userId="946bcc4c-b146-4724-978c-751fab731e0a" providerId="ADAL" clId="{E8E95438-7D72-4151-95E2-CCAFE31D1FDF}" dt="2026-03-10T21:26:30.013" v="9050"/>
          <ac:spMkLst>
            <pc:docMk/>
            <pc:sldMk cId="3528003717" sldId="612"/>
            <ac:spMk id="95" creationId="{64A18C4E-AE41-A38E-039E-899E343C0717}"/>
          </ac:spMkLst>
        </pc:spChg>
        <pc:spChg chg="mod">
          <ac:chgData name="Luis Carlos Guevara Hernandez" userId="946bcc4c-b146-4724-978c-751fab731e0a" providerId="ADAL" clId="{E8E95438-7D72-4151-95E2-CCAFE31D1FDF}" dt="2026-03-10T21:26:30.013" v="9050"/>
          <ac:spMkLst>
            <pc:docMk/>
            <pc:sldMk cId="3528003717" sldId="612"/>
            <ac:spMk id="96" creationId="{1F7E58B9-5890-3D6F-CD39-2D2349A2412F}"/>
          </ac:spMkLst>
        </pc:spChg>
        <pc:spChg chg="mod">
          <ac:chgData name="Luis Carlos Guevara Hernandez" userId="946bcc4c-b146-4724-978c-751fab731e0a" providerId="ADAL" clId="{E8E95438-7D72-4151-95E2-CCAFE31D1FDF}" dt="2026-03-10T21:26:30.013" v="9050"/>
          <ac:spMkLst>
            <pc:docMk/>
            <pc:sldMk cId="3528003717" sldId="612"/>
            <ac:spMk id="98" creationId="{9A46C34B-2C68-E476-7CC2-9CD2DB72B915}"/>
          </ac:spMkLst>
        </pc:spChg>
        <pc:spChg chg="mod">
          <ac:chgData name="Luis Carlos Guevara Hernandez" userId="946bcc4c-b146-4724-978c-751fab731e0a" providerId="ADAL" clId="{E8E95438-7D72-4151-95E2-CCAFE31D1FDF}" dt="2026-03-10T21:26:30.013" v="9050"/>
          <ac:spMkLst>
            <pc:docMk/>
            <pc:sldMk cId="3528003717" sldId="612"/>
            <ac:spMk id="99" creationId="{BA4F83CB-B6E2-94F2-5302-0AFA3C632493}"/>
          </ac:spMkLst>
        </pc:spChg>
        <pc:grpChg chg="add mod">
          <ac:chgData name="Luis Carlos Guevara Hernandez" userId="946bcc4c-b146-4724-978c-751fab731e0a" providerId="ADAL" clId="{E8E95438-7D72-4151-95E2-CCAFE31D1FDF}" dt="2026-03-10T21:26:48.531" v="9053" actId="1076"/>
          <ac:grpSpMkLst>
            <pc:docMk/>
            <pc:sldMk cId="3528003717" sldId="612"/>
            <ac:grpSpMk id="65" creationId="{2363228D-FE97-9B76-070A-84B448BEDBA2}"/>
          </ac:grpSpMkLst>
        </pc:grpChg>
        <pc:grpChg chg="add mod">
          <ac:chgData name="Luis Carlos Guevara Hernandez" userId="946bcc4c-b146-4724-978c-751fab731e0a" providerId="ADAL" clId="{E8E95438-7D72-4151-95E2-CCAFE31D1FDF}" dt="2026-03-10T21:26:42.018" v="9052" actId="1076"/>
          <ac:grpSpMkLst>
            <pc:docMk/>
            <pc:sldMk cId="3528003717" sldId="612"/>
            <ac:grpSpMk id="76" creationId="{6FD9278A-4AC6-A869-3A3B-2FD5753F978C}"/>
          </ac:grpSpMkLst>
        </pc:grpChg>
        <pc:grpChg chg="add mod">
          <ac:chgData name="Luis Carlos Guevara Hernandez" userId="946bcc4c-b146-4724-978c-751fab731e0a" providerId="ADAL" clId="{E8E95438-7D72-4151-95E2-CCAFE31D1FDF}" dt="2026-03-10T21:26:48.531" v="9053" actId="1076"/>
          <ac:grpSpMkLst>
            <pc:docMk/>
            <pc:sldMk cId="3528003717" sldId="612"/>
            <ac:grpSpMk id="79" creationId="{E5AFC2EA-E817-D666-F748-3B88ADBD205F}"/>
          </ac:grpSpMkLst>
        </pc:grpChg>
        <pc:grpChg chg="mod">
          <ac:chgData name="Luis Carlos Guevara Hernandez" userId="946bcc4c-b146-4724-978c-751fab731e0a" providerId="ADAL" clId="{E8E95438-7D72-4151-95E2-CCAFE31D1FDF}" dt="2026-03-10T21:26:48.531" v="9053" actId="1076"/>
          <ac:grpSpMkLst>
            <pc:docMk/>
            <pc:sldMk cId="3528003717" sldId="612"/>
            <ac:grpSpMk id="88" creationId="{E8BCE307-9923-3BF2-DE34-2616EA9FE5F2}"/>
          </ac:grpSpMkLst>
        </pc:grpChg>
        <pc:grpChg chg="mod">
          <ac:chgData name="Luis Carlos Guevara Hernandez" userId="946bcc4c-b146-4724-978c-751fab731e0a" providerId="ADAL" clId="{E8E95438-7D72-4151-95E2-CCAFE31D1FDF}" dt="2026-03-10T21:26:48.531" v="9053" actId="1076"/>
          <ac:grpSpMkLst>
            <pc:docMk/>
            <pc:sldMk cId="3528003717" sldId="612"/>
            <ac:grpSpMk id="91" creationId="{38C32C9F-A7FA-22E3-D2A4-533880F619E9}"/>
          </ac:grpSpMkLst>
        </pc:grpChg>
        <pc:grpChg chg="mod">
          <ac:chgData name="Luis Carlos Guevara Hernandez" userId="946bcc4c-b146-4724-978c-751fab731e0a" providerId="ADAL" clId="{E8E95438-7D72-4151-95E2-CCAFE31D1FDF}" dt="2026-03-10T21:26:48.531" v="9053" actId="1076"/>
          <ac:grpSpMkLst>
            <pc:docMk/>
            <pc:sldMk cId="3528003717" sldId="612"/>
            <ac:grpSpMk id="94" creationId="{676F45E4-D263-845E-7549-E33D1F5B4797}"/>
          </ac:grpSpMkLst>
        </pc:grpChg>
        <pc:cxnChg chg="mod">
          <ac:chgData name="Luis Carlos Guevara Hernandez" userId="946bcc4c-b146-4724-978c-751fab731e0a" providerId="ADAL" clId="{E8E95438-7D72-4151-95E2-CCAFE31D1FDF}" dt="2026-03-10T21:26:35.702" v="9051" actId="14100"/>
          <ac:cxnSpMkLst>
            <pc:docMk/>
            <pc:sldMk cId="3528003717" sldId="612"/>
            <ac:cxnSpMk id="100" creationId="{567CC4B9-B578-68FF-B45C-28F4C34C2857}"/>
          </ac:cxnSpMkLst>
        </pc:cxnChg>
      </pc:sldChg>
      <pc:sldChg chg="add ord">
        <pc:chgData name="Luis Carlos Guevara Hernandez" userId="946bcc4c-b146-4724-978c-751fab731e0a" providerId="ADAL" clId="{E8E95438-7D72-4151-95E2-CCAFE31D1FDF}" dt="2026-03-10T21:15:00.148" v="8886"/>
        <pc:sldMkLst>
          <pc:docMk/>
          <pc:sldMk cId="3726187676" sldId="613"/>
        </pc:sldMkLst>
      </pc:sldChg>
      <pc:sldChg chg="modSp add mod ord">
        <pc:chgData name="Luis Carlos Guevara Hernandez" userId="946bcc4c-b146-4724-978c-751fab731e0a" providerId="ADAL" clId="{E8E95438-7D72-4151-95E2-CCAFE31D1FDF}" dt="2026-03-10T21:22:42.931" v="8979"/>
        <pc:sldMkLst>
          <pc:docMk/>
          <pc:sldMk cId="1191068420" sldId="614"/>
        </pc:sldMkLst>
        <pc:spChg chg="mod">
          <ac:chgData name="Luis Carlos Guevara Hernandez" userId="946bcc4c-b146-4724-978c-751fab731e0a" providerId="ADAL" clId="{E8E95438-7D72-4151-95E2-CCAFE31D1FDF}" dt="2026-03-10T21:21:57.052" v="8975" actId="14100"/>
          <ac:spMkLst>
            <pc:docMk/>
            <pc:sldMk cId="1191068420" sldId="614"/>
            <ac:spMk id="32" creationId="{1DCD8405-8F98-DE81-E33D-53CAEE1DA1D7}"/>
          </ac:spMkLst>
        </pc:spChg>
        <pc:spChg chg="mod">
          <ac:chgData name="Luis Carlos Guevara Hernandez" userId="946bcc4c-b146-4724-978c-751fab731e0a" providerId="ADAL" clId="{E8E95438-7D72-4151-95E2-CCAFE31D1FDF}" dt="2026-03-10T21:22:03.553" v="8976" actId="14100"/>
          <ac:spMkLst>
            <pc:docMk/>
            <pc:sldMk cId="1191068420" sldId="614"/>
            <ac:spMk id="52" creationId="{B195F313-447D-AC23-6E32-29A30ED01055}"/>
          </ac:spMkLst>
        </pc:spChg>
        <pc:spChg chg="mod">
          <ac:chgData name="Luis Carlos Guevara Hernandez" userId="946bcc4c-b146-4724-978c-751fab731e0a" providerId="ADAL" clId="{E8E95438-7D72-4151-95E2-CCAFE31D1FDF}" dt="2026-03-10T21:22:08.085" v="8977" actId="14100"/>
          <ac:spMkLst>
            <pc:docMk/>
            <pc:sldMk cId="1191068420" sldId="614"/>
            <ac:spMk id="56" creationId="{51A83041-9E15-E3AC-371B-00DC364B545C}"/>
          </ac:spMkLst>
        </pc:spChg>
      </pc:sldChg>
      <pc:sldChg chg="addSp delSp modSp add mod modAnim">
        <pc:chgData name="Luis Carlos Guevara Hernandez" userId="946bcc4c-b146-4724-978c-751fab731e0a" providerId="ADAL" clId="{E8E95438-7D72-4151-95E2-CCAFE31D1FDF}" dt="2026-03-10T21:30:01.415" v="9112" actId="948"/>
        <pc:sldMkLst>
          <pc:docMk/>
          <pc:sldMk cId="3555488879" sldId="615"/>
        </pc:sldMkLst>
        <pc:spChg chg="add mod">
          <ac:chgData name="Luis Carlos Guevara Hernandez" userId="946bcc4c-b146-4724-978c-751fab731e0a" providerId="ADAL" clId="{E8E95438-7D72-4151-95E2-CCAFE31D1FDF}" dt="2026-03-10T21:27:30.803" v="9060" actId="207"/>
          <ac:spMkLst>
            <pc:docMk/>
            <pc:sldMk cId="3555488879" sldId="615"/>
            <ac:spMk id="4" creationId="{3C14D2ED-19D6-FB2F-1744-C3EC00405425}"/>
          </ac:spMkLst>
        </pc:spChg>
        <pc:spChg chg="add mod">
          <ac:chgData name="Luis Carlos Guevara Hernandez" userId="946bcc4c-b146-4724-978c-751fab731e0a" providerId="ADAL" clId="{E8E95438-7D72-4151-95E2-CCAFE31D1FDF}" dt="2026-03-10T21:27:25.938" v="9059"/>
          <ac:spMkLst>
            <pc:docMk/>
            <pc:sldMk cId="3555488879" sldId="615"/>
            <ac:spMk id="6" creationId="{9D79B9BB-4DFD-0757-C4EE-AFC6FCC1576C}"/>
          </ac:spMkLst>
        </pc:spChg>
        <pc:spChg chg="add mod">
          <ac:chgData name="Luis Carlos Guevara Hernandez" userId="946bcc4c-b146-4724-978c-751fab731e0a" providerId="ADAL" clId="{E8E95438-7D72-4151-95E2-CCAFE31D1FDF}" dt="2026-03-10T21:30:01.415" v="9112" actId="948"/>
          <ac:spMkLst>
            <pc:docMk/>
            <pc:sldMk cId="3555488879" sldId="615"/>
            <ac:spMk id="7" creationId="{9A349DBD-41D6-D814-5377-CD55B736A880}"/>
          </ac:spMkLst>
        </pc:spChg>
      </pc:sldChg>
      <pc:sldMasterChg chg="addSp delSp modSp mod modSldLayout">
        <pc:chgData name="Luis Carlos Guevara Hernandez" userId="946bcc4c-b146-4724-978c-751fab731e0a" providerId="ADAL" clId="{E8E95438-7D72-4151-95E2-CCAFE31D1FDF}" dt="2026-03-08T17:56:55.190" v="1700"/>
        <pc:sldMasterMkLst>
          <pc:docMk/>
          <pc:sldMasterMk cId="2127959987" sldId="2147483672"/>
        </pc:sldMasterMkLst>
        <pc:spChg chg="add mod">
          <ac:chgData name="Luis Carlos Guevara Hernandez" userId="946bcc4c-b146-4724-978c-751fab731e0a" providerId="ADAL" clId="{E8E95438-7D72-4151-95E2-CCAFE31D1FDF}" dt="2026-03-08T13:58:20.917" v="71"/>
          <ac:spMkLst>
            <pc:docMk/>
            <pc:sldMasterMk cId="2127959987" sldId="2147483672"/>
            <ac:spMk id="8" creationId="{CB1187D6-03F5-FA01-E450-C0CBF98383D2}"/>
          </ac:spMkLst>
        </pc:spChg>
        <pc:spChg chg="add mod">
          <ac:chgData name="Luis Carlos Guevara Hernandez" userId="946bcc4c-b146-4724-978c-751fab731e0a" providerId="ADAL" clId="{E8E95438-7D72-4151-95E2-CCAFE31D1FDF}" dt="2026-03-08T17:56:55.190" v="1700"/>
          <ac:spMkLst>
            <pc:docMk/>
            <pc:sldMasterMk cId="2127959987" sldId="2147483672"/>
            <ac:spMk id="11" creationId="{20D86290-9E91-373E-E2B8-1D310275E3E2}"/>
          </ac:spMkLst>
        </pc:spChg>
        <pc:spChg chg="add mod">
          <ac:chgData name="Luis Carlos Guevara Hernandez" userId="946bcc4c-b146-4724-978c-751fab731e0a" providerId="ADAL" clId="{E8E95438-7D72-4151-95E2-CCAFE31D1FDF}" dt="2026-03-08T17:56:55.190" v="1700"/>
          <ac:spMkLst>
            <pc:docMk/>
            <pc:sldMasterMk cId="2127959987" sldId="2147483672"/>
            <ac:spMk id="12" creationId="{A0090DA5-0A0D-8130-3FF1-75EB91FC620C}"/>
          </ac:spMkLst>
        </pc:spChg>
        <pc:picChg chg="add mod">
          <ac:chgData name="Luis Carlos Guevara Hernandez" userId="946bcc4c-b146-4724-978c-751fab731e0a" providerId="ADAL" clId="{E8E95438-7D72-4151-95E2-CCAFE31D1FDF}" dt="2026-03-08T13:58:20.917" v="71"/>
          <ac:picMkLst>
            <pc:docMk/>
            <pc:sldMasterMk cId="2127959987" sldId="2147483672"/>
            <ac:picMk id="7" creationId="{EB57F572-F800-7DCC-86E6-0ED913827FD5}"/>
          </ac:picMkLst>
        </pc:picChg>
        <pc:sldLayoutChg chg="delSp modSp mod">
          <pc:chgData name="Luis Carlos Guevara Hernandez" userId="946bcc4c-b146-4724-978c-751fab731e0a" providerId="ADAL" clId="{E8E95438-7D72-4151-95E2-CCAFE31D1FDF}" dt="2026-03-08T17:56:20.048" v="1696" actId="14100"/>
          <pc:sldLayoutMkLst>
            <pc:docMk/>
            <pc:sldMasterMk cId="2127959987" sldId="2147483672"/>
            <pc:sldLayoutMk cId="2385387890" sldId="2147483661"/>
          </pc:sldLayoutMkLst>
          <pc:spChg chg="mod">
            <ac:chgData name="Luis Carlos Guevara Hernandez" userId="946bcc4c-b146-4724-978c-751fab731e0a" providerId="ADAL" clId="{E8E95438-7D72-4151-95E2-CCAFE31D1FDF}" dt="2026-03-08T17:56:20.048" v="1696" actId="14100"/>
            <ac:spMkLst>
              <pc:docMk/>
              <pc:sldMasterMk cId="2127959987" sldId="2147483672"/>
              <pc:sldLayoutMk cId="2385387890" sldId="2147483661"/>
              <ac:spMk id="6" creationId="{00000000-0000-0000-0000-000000000000}"/>
            </ac:spMkLst>
          </pc:spChg>
          <pc:spChg chg="mod">
            <ac:chgData name="Luis Carlos Guevara Hernandez" userId="946bcc4c-b146-4724-978c-751fab731e0a" providerId="ADAL" clId="{E8E95438-7D72-4151-95E2-CCAFE31D1FDF}" dt="2026-03-08T14:00:08.627" v="86" actId="207"/>
            <ac:spMkLst>
              <pc:docMk/>
              <pc:sldMasterMk cId="2127959987" sldId="2147483672"/>
              <pc:sldLayoutMk cId="2385387890" sldId="2147483661"/>
              <ac:spMk id="10" creationId="{F0B7291D-A788-CC25-C55E-112D8F557E36}"/>
            </ac:spMkLst>
          </pc:spChg>
        </pc:sldLayoutChg>
        <pc:sldLayoutChg chg="addSp delSp modSp mod">
          <pc:chgData name="Luis Carlos Guevara Hernandez" userId="946bcc4c-b146-4724-978c-751fab731e0a" providerId="ADAL" clId="{E8E95438-7D72-4151-95E2-CCAFE31D1FDF}" dt="2026-03-08T17:56:25.224" v="1698"/>
          <pc:sldLayoutMkLst>
            <pc:docMk/>
            <pc:sldMasterMk cId="2127959987" sldId="2147483672"/>
            <pc:sldLayoutMk cId="546845746" sldId="2147483673"/>
          </pc:sldLayoutMkLst>
          <pc:spChg chg="add mod">
            <ac:chgData name="Luis Carlos Guevara Hernandez" userId="946bcc4c-b146-4724-978c-751fab731e0a" providerId="ADAL" clId="{E8E95438-7D72-4151-95E2-CCAFE31D1FDF}" dt="2026-03-08T17:56:25.224" v="1698"/>
            <ac:spMkLst>
              <pc:docMk/>
              <pc:sldMasterMk cId="2127959987" sldId="2147483672"/>
              <pc:sldLayoutMk cId="546845746" sldId="2147483673"/>
              <ac:spMk id="3" creationId="{EA091627-21E3-E27B-E6AD-066BFD4464BE}"/>
            </ac:spMkLst>
          </pc:spChg>
          <pc:spChg chg="add mod">
            <ac:chgData name="Luis Carlos Guevara Hernandez" userId="946bcc4c-b146-4724-978c-751fab731e0a" providerId="ADAL" clId="{E8E95438-7D72-4151-95E2-CCAFE31D1FDF}" dt="2026-03-08T17:56:25.224" v="1698"/>
            <ac:spMkLst>
              <pc:docMk/>
              <pc:sldMasterMk cId="2127959987" sldId="2147483672"/>
              <pc:sldLayoutMk cId="546845746" sldId="2147483673"/>
              <ac:spMk id="4" creationId="{27F936BE-570E-88C8-40E5-D51EC60FA948}"/>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2E701E5-B3C4-97DF-1176-2AFC85B6DD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D9D20163-749A-1D0F-B680-5053BC53A41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790100-FC31-4E00-A218-96376BE64108}" type="datetimeFigureOut">
              <a:rPr lang="en-GB" smtClean="0"/>
              <a:t>25/03/2026</a:t>
            </a:fld>
            <a:endParaRPr lang="en-GB"/>
          </a:p>
        </p:txBody>
      </p:sp>
      <p:sp>
        <p:nvSpPr>
          <p:cNvPr id="4" name="Footer Placeholder 3">
            <a:extLst>
              <a:ext uri="{FF2B5EF4-FFF2-40B4-BE49-F238E27FC236}">
                <a16:creationId xmlns:a16="http://schemas.microsoft.com/office/drawing/2014/main" id="{1737B271-DC03-A3C9-7588-BAB858DBB26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31754CDE-0013-785C-124F-0E09A6C2C34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9A6E62-FD2E-4AD2-B3A8-40B3BB0A9FE6}" type="slidenum">
              <a:rPr lang="en-GB" smtClean="0"/>
              <a:t>‹#›</a:t>
            </a:fld>
            <a:endParaRPr lang="en-GB"/>
          </a:p>
        </p:txBody>
      </p:sp>
    </p:spTree>
    <p:extLst>
      <p:ext uri="{BB962C8B-B14F-4D97-AF65-F5344CB8AC3E}">
        <p14:creationId xmlns:p14="http://schemas.microsoft.com/office/powerpoint/2010/main" val="21584964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4FB681-422F-492A-A538-67B2BCA02B73}" type="datetimeFigureOut">
              <a:rPr lang="en-GB" smtClean="0"/>
              <a:t>25/03/2026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28808D-F8FF-4F45-9B49-F778C5ECCDCA}" type="slidenum">
              <a:rPr lang="en-GB" smtClean="0"/>
              <a:t>‹#›</a:t>
            </a:fld>
            <a:endParaRPr lang="en-GB"/>
          </a:p>
        </p:txBody>
      </p:sp>
    </p:spTree>
    <p:extLst>
      <p:ext uri="{BB962C8B-B14F-4D97-AF65-F5344CB8AC3E}">
        <p14:creationId xmlns:p14="http://schemas.microsoft.com/office/powerpoint/2010/main" val="1785891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28808D-F8FF-4F45-9B49-F778C5ECCDCA}" type="slidenum">
              <a:rPr lang="en-GB" smtClean="0"/>
              <a:t>2</a:t>
            </a:fld>
            <a:endParaRPr lang="en-GB"/>
          </a:p>
        </p:txBody>
      </p:sp>
    </p:spTree>
    <p:extLst>
      <p:ext uri="{BB962C8B-B14F-4D97-AF65-F5344CB8AC3E}">
        <p14:creationId xmlns:p14="http://schemas.microsoft.com/office/powerpoint/2010/main" val="2045814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819B1-16E6-83AA-54B0-CC477A1F77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9503AB-4A78-BDB9-7F60-06C2DD028B6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1128101-372A-97BC-DDF6-CA58A88ED49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B15DA65-3A73-80A2-7ABA-ADE2BC9538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636721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28808D-F8FF-4F45-9B49-F778C5ECCDCA}" type="slidenum">
              <a:rPr lang="en-GB" smtClean="0"/>
              <a:t>4</a:t>
            </a:fld>
            <a:endParaRPr lang="en-GB"/>
          </a:p>
        </p:txBody>
      </p:sp>
    </p:spTree>
    <p:extLst>
      <p:ext uri="{BB962C8B-B14F-4D97-AF65-F5344CB8AC3E}">
        <p14:creationId xmlns:p14="http://schemas.microsoft.com/office/powerpoint/2010/main" val="34216399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C2E1D-F86C-178D-FEB8-9D89677CEF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D4E14F-33BB-D850-9514-59825D47ADD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CC1215F-3352-BD0A-EFEF-52438DFB7E1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5CB7E33-AE2F-5A2E-6C66-B9ED6CDAE2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4740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781A9-7C93-DC9C-7625-3E36B3D02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AD5638-B14A-83E0-08DA-1270858873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989724-C988-F8E2-35D4-47B8A129A78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F9B4556-E278-6775-F4BD-4A6E515AC6C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18139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FDB75-7748-D013-B3F7-16D3C059EF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20474F-7012-17E5-9217-CEAAB466C2F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B5F425D-BC23-BEB6-8719-862027ECAD00}"/>
              </a:ext>
            </a:extLst>
          </p:cNvPr>
          <p:cNvSpPr>
            <a:spLocks noGrp="1"/>
          </p:cNvSpPr>
          <p:nvPr>
            <p:ph type="body" idx="1"/>
          </p:nvPr>
        </p:nvSpPr>
        <p:spPr/>
        <p:txBody>
          <a:bodyPr/>
          <a:lstStyle/>
          <a:p>
            <a:pPr marL="285750" indent="-285750">
              <a:buFont typeface="Arial" panose="020B0604020202020204" pitchFamily="34" charset="0"/>
              <a:buChar char="•"/>
            </a:pPr>
            <a:r>
              <a:rPr lang="es-ES" b="1"/>
              <a:t>Paneles representativos a nivel nacional</a:t>
            </a:r>
          </a:p>
          <a:p>
            <a:pPr marL="285750" indent="-285750">
              <a:buFont typeface="Arial" panose="020B0604020202020204" pitchFamily="34" charset="0"/>
              <a:buChar char="•"/>
            </a:pPr>
            <a:r>
              <a:rPr lang="es-ES" b="1"/>
              <a:t>Empresas comerciales de encuestas. </a:t>
            </a:r>
            <a:r>
              <a:rPr lang="es-ES"/>
              <a:t>Utilizan paneles con muestreo por cuotas, como Qualtrics, </a:t>
            </a:r>
            <a:r>
              <a:rPr lang="es-ES" err="1"/>
              <a:t>Dynata</a:t>
            </a:r>
            <a:r>
              <a:rPr lang="es-ES"/>
              <a:t>, </a:t>
            </a:r>
            <a:r>
              <a:rPr lang="es-ES" err="1"/>
              <a:t>Bilendi</a:t>
            </a:r>
            <a:r>
              <a:rPr lang="es-ES"/>
              <a:t> y </a:t>
            </a:r>
            <a:r>
              <a:rPr lang="es-ES" err="1"/>
              <a:t>Prolific</a:t>
            </a:r>
            <a:r>
              <a:rPr lang="es-ES"/>
              <a:t> </a:t>
            </a:r>
            <a:r>
              <a:rPr lang="es-ES" err="1"/>
              <a:t>Academic</a:t>
            </a:r>
            <a:r>
              <a:rPr lang="es-ES"/>
              <a:t>.</a:t>
            </a:r>
          </a:p>
          <a:p>
            <a:pPr marL="285750" indent="-285750">
              <a:buFont typeface="Arial" panose="020B0604020202020204" pitchFamily="34" charset="0"/>
              <a:buChar char="•"/>
            </a:pPr>
            <a:r>
              <a:rPr lang="es-ES" b="1"/>
              <a:t>Mercados comerciales de encuestas. </a:t>
            </a:r>
            <a:r>
              <a:rPr lang="es-ES"/>
              <a:t>Similares a las empresas comerciales de encuestas, pero requieren una gestión más interna y práctica del proceso por parte del investigador. </a:t>
            </a:r>
          </a:p>
          <a:p>
            <a:pPr marL="285750" indent="-285750">
              <a:buFont typeface="Arial" panose="020B0604020202020204" pitchFamily="34" charset="0"/>
              <a:buChar char="•"/>
            </a:pPr>
            <a:r>
              <a:rPr lang="es-ES" b="1"/>
              <a:t>Muestras de conveniencia.</a:t>
            </a:r>
            <a:r>
              <a:rPr lang="es-ES"/>
              <a:t> Son poblaciones de muestra accesibles de manera conveniente para el investigador. Ejemplos incluyen estudiantes universitarios o participantes en conferencias.</a:t>
            </a:r>
          </a:p>
          <a:p>
            <a:pPr marL="285750" indent="-285750">
              <a:buFont typeface="Arial" panose="020B0604020202020204" pitchFamily="34" charset="0"/>
              <a:buChar char="•"/>
            </a:pPr>
            <a:r>
              <a:rPr lang="es-ES" b="1"/>
              <a:t>Plataformas de trabajo.  </a:t>
            </a:r>
            <a:r>
              <a:rPr lang="es-ES"/>
              <a:t>Como</a:t>
            </a:r>
            <a:r>
              <a:rPr lang="es-ES" b="1"/>
              <a:t> </a:t>
            </a:r>
            <a:r>
              <a:rPr lang="es-ES" err="1"/>
              <a:t>Mechanical</a:t>
            </a:r>
            <a:r>
              <a:rPr lang="es-ES"/>
              <a:t> </a:t>
            </a:r>
            <a:r>
              <a:rPr lang="es-ES" err="1"/>
              <a:t>Turk</a:t>
            </a:r>
            <a:r>
              <a:rPr lang="es-ES"/>
              <a:t> de Amazon (</a:t>
            </a:r>
            <a:r>
              <a:rPr lang="es-ES" err="1"/>
              <a:t>MTurk</a:t>
            </a:r>
            <a:r>
              <a:rPr lang="es-ES"/>
              <a:t>), que se sitúan entre las muestras de conveniencia y los paneles con muestreo por cuotas, dado el amplio número de participantes disponibles.</a:t>
            </a:r>
          </a:p>
          <a:p>
            <a:pPr marL="285750" indent="-285750">
              <a:buFont typeface="Arial" panose="020B0604020202020204" pitchFamily="34" charset="0"/>
              <a:buChar char="•"/>
            </a:pPr>
            <a:r>
              <a:rPr lang="es-ES" b="1"/>
              <a:t>Grupos focalizados de fuentes específicas.</a:t>
            </a:r>
            <a:r>
              <a:rPr lang="es-ES"/>
              <a:t> Como expertos, empleados de una empresa, economistas, etc.</a:t>
            </a:r>
          </a:p>
          <a:p>
            <a:pPr marL="285750" indent="-285750">
              <a:buFont typeface="Arial" panose="020B0604020202020204" pitchFamily="34" charset="0"/>
              <a:buChar char="•"/>
            </a:pPr>
            <a:r>
              <a:rPr lang="es-ES" b="1"/>
              <a:t>Encuestas gubernamentales o institucionales. </a:t>
            </a:r>
            <a:r>
              <a:rPr lang="es-ES"/>
              <a:t>Por ejemplo, las realizadas por las oficinas nacionales de estadística</a:t>
            </a:r>
          </a:p>
        </p:txBody>
      </p:sp>
      <p:sp>
        <p:nvSpPr>
          <p:cNvPr id="4" name="Slide Number Placeholder 3">
            <a:extLst>
              <a:ext uri="{FF2B5EF4-FFF2-40B4-BE49-F238E27FC236}">
                <a16:creationId xmlns:a16="http://schemas.microsoft.com/office/drawing/2014/main" id="{7BC05F00-7DC5-E4FF-DCDF-892D4D2EA9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704183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47D7D-C580-65F3-9401-CB84E5839D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1F581-9E6B-0BEE-2BE8-483AADA6998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7A779BA-4B73-F8A8-0E00-9BAA04DF40DB}"/>
              </a:ext>
            </a:extLst>
          </p:cNvPr>
          <p:cNvSpPr>
            <a:spLocks noGrp="1"/>
          </p:cNvSpPr>
          <p:nvPr>
            <p:ph type="body" idx="1"/>
          </p:nvPr>
        </p:nvSpPr>
        <p:spPr/>
        <p:txBody>
          <a:bodyPr/>
          <a:lstStyle/>
          <a:p>
            <a:pPr marL="285750" indent="-285750">
              <a:buFont typeface="Arial" panose="020B0604020202020204" pitchFamily="34" charset="0"/>
              <a:buChar char="•"/>
            </a:pPr>
            <a:r>
              <a:rPr lang="es-ES" b="1"/>
              <a:t>Paneles representativos a nivel nacional</a:t>
            </a:r>
          </a:p>
          <a:p>
            <a:pPr marL="285750" indent="-285750">
              <a:buFont typeface="Arial" panose="020B0604020202020204" pitchFamily="34" charset="0"/>
              <a:buChar char="•"/>
            </a:pPr>
            <a:r>
              <a:rPr lang="es-ES" b="1"/>
              <a:t>Empresas comerciales de encuestas. </a:t>
            </a:r>
            <a:r>
              <a:rPr lang="es-ES"/>
              <a:t>Utilizan paneles con muestreo por cuotas, como Qualtrics, </a:t>
            </a:r>
            <a:r>
              <a:rPr lang="es-ES" err="1"/>
              <a:t>Dynata</a:t>
            </a:r>
            <a:r>
              <a:rPr lang="es-ES"/>
              <a:t>, </a:t>
            </a:r>
            <a:r>
              <a:rPr lang="es-ES" err="1"/>
              <a:t>Bilendi</a:t>
            </a:r>
            <a:r>
              <a:rPr lang="es-ES"/>
              <a:t> y </a:t>
            </a:r>
            <a:r>
              <a:rPr lang="es-ES" err="1"/>
              <a:t>Prolific</a:t>
            </a:r>
            <a:r>
              <a:rPr lang="es-ES"/>
              <a:t> </a:t>
            </a:r>
            <a:r>
              <a:rPr lang="es-ES" err="1"/>
              <a:t>Academic</a:t>
            </a:r>
            <a:r>
              <a:rPr lang="es-ES"/>
              <a:t>.</a:t>
            </a:r>
          </a:p>
          <a:p>
            <a:pPr marL="285750" indent="-285750">
              <a:buFont typeface="Arial" panose="020B0604020202020204" pitchFamily="34" charset="0"/>
              <a:buChar char="•"/>
            </a:pPr>
            <a:r>
              <a:rPr lang="es-ES" b="1"/>
              <a:t>Mercados comerciales de encuestas. </a:t>
            </a:r>
            <a:r>
              <a:rPr lang="es-ES"/>
              <a:t>Similares a las empresas comerciales de encuestas, pero requieren una gestión más interna y práctica del proceso por parte del investigador. </a:t>
            </a:r>
          </a:p>
          <a:p>
            <a:pPr marL="285750" indent="-285750">
              <a:buFont typeface="Arial" panose="020B0604020202020204" pitchFamily="34" charset="0"/>
              <a:buChar char="•"/>
            </a:pPr>
            <a:r>
              <a:rPr lang="es-ES" b="1"/>
              <a:t>Muestras de conveniencia.</a:t>
            </a:r>
            <a:r>
              <a:rPr lang="es-ES"/>
              <a:t> Son poblaciones de muestra accesibles de manera conveniente para el investigador. Ejemplos incluyen estudiantes universitarios o participantes en conferencias.</a:t>
            </a:r>
          </a:p>
          <a:p>
            <a:pPr marL="285750" indent="-285750">
              <a:buFont typeface="Arial" panose="020B0604020202020204" pitchFamily="34" charset="0"/>
              <a:buChar char="•"/>
            </a:pPr>
            <a:r>
              <a:rPr lang="es-ES" b="1"/>
              <a:t>Plataformas de trabajo.  </a:t>
            </a:r>
            <a:r>
              <a:rPr lang="es-ES"/>
              <a:t>Como</a:t>
            </a:r>
            <a:r>
              <a:rPr lang="es-ES" b="1"/>
              <a:t> </a:t>
            </a:r>
            <a:r>
              <a:rPr lang="es-ES" err="1"/>
              <a:t>Mechanical</a:t>
            </a:r>
            <a:r>
              <a:rPr lang="es-ES"/>
              <a:t> </a:t>
            </a:r>
            <a:r>
              <a:rPr lang="es-ES" err="1"/>
              <a:t>Turk</a:t>
            </a:r>
            <a:r>
              <a:rPr lang="es-ES"/>
              <a:t> de Amazon (</a:t>
            </a:r>
            <a:r>
              <a:rPr lang="es-ES" err="1"/>
              <a:t>MTurk</a:t>
            </a:r>
            <a:r>
              <a:rPr lang="es-ES"/>
              <a:t>), que se sitúan entre las muestras de conveniencia y los paneles con muestreo por cuotas, dado el amplio número de participantes disponibles.</a:t>
            </a:r>
          </a:p>
          <a:p>
            <a:pPr marL="285750" indent="-285750">
              <a:buFont typeface="Arial" panose="020B0604020202020204" pitchFamily="34" charset="0"/>
              <a:buChar char="•"/>
            </a:pPr>
            <a:r>
              <a:rPr lang="es-ES" b="1"/>
              <a:t>Grupos focalizados de fuentes específicas.</a:t>
            </a:r>
            <a:r>
              <a:rPr lang="es-ES"/>
              <a:t> Como expertos, empleados de una empresa, economistas, etc.</a:t>
            </a:r>
          </a:p>
          <a:p>
            <a:pPr marL="285750" indent="-285750">
              <a:buFont typeface="Arial" panose="020B0604020202020204" pitchFamily="34" charset="0"/>
              <a:buChar char="•"/>
            </a:pPr>
            <a:r>
              <a:rPr lang="es-ES" b="1"/>
              <a:t>Encuestas gubernamentales o institucionales. </a:t>
            </a:r>
            <a:r>
              <a:rPr lang="es-ES"/>
              <a:t>Por ejemplo, las realizadas por las oficinas nacionales de estadística</a:t>
            </a:r>
          </a:p>
        </p:txBody>
      </p:sp>
      <p:sp>
        <p:nvSpPr>
          <p:cNvPr id="4" name="Slide Number Placeholder 3">
            <a:extLst>
              <a:ext uri="{FF2B5EF4-FFF2-40B4-BE49-F238E27FC236}">
                <a16:creationId xmlns:a16="http://schemas.microsoft.com/office/drawing/2014/main" id="{CDCA1266-570F-C1A5-9F3B-937021E45C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321562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A1FA8-A090-7610-3B05-C4FA79F41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4C61A4-4E30-CD1F-C5FF-33D98DCF014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3E065B9-F74E-D244-2CF3-DD16F299C5CA}"/>
              </a:ext>
            </a:extLst>
          </p:cNvPr>
          <p:cNvSpPr>
            <a:spLocks noGrp="1"/>
          </p:cNvSpPr>
          <p:nvPr>
            <p:ph type="body" idx="1"/>
          </p:nvPr>
        </p:nvSpPr>
        <p:spPr/>
        <p:txBody>
          <a:bodyPr/>
          <a:lstStyle/>
          <a:p>
            <a:pPr marL="285750" indent="-285750">
              <a:buFont typeface="Arial" panose="020B0604020202020204" pitchFamily="34" charset="0"/>
              <a:buChar char="•"/>
            </a:pPr>
            <a:r>
              <a:rPr lang="es-ES" b="1"/>
              <a:t>Paneles representativos a nivel nacional</a:t>
            </a:r>
          </a:p>
          <a:p>
            <a:pPr marL="285750" indent="-285750">
              <a:buFont typeface="Arial" panose="020B0604020202020204" pitchFamily="34" charset="0"/>
              <a:buChar char="•"/>
            </a:pPr>
            <a:r>
              <a:rPr lang="es-ES" b="1"/>
              <a:t>Empresas comerciales de encuestas. </a:t>
            </a:r>
            <a:r>
              <a:rPr lang="es-ES"/>
              <a:t>Utilizan paneles con muestreo por cuotas, como Qualtrics, </a:t>
            </a:r>
            <a:r>
              <a:rPr lang="es-ES" err="1"/>
              <a:t>Dynata</a:t>
            </a:r>
            <a:r>
              <a:rPr lang="es-ES"/>
              <a:t>, </a:t>
            </a:r>
            <a:r>
              <a:rPr lang="es-ES" err="1"/>
              <a:t>Bilendi</a:t>
            </a:r>
            <a:r>
              <a:rPr lang="es-ES"/>
              <a:t> y </a:t>
            </a:r>
            <a:r>
              <a:rPr lang="es-ES" err="1"/>
              <a:t>Prolific</a:t>
            </a:r>
            <a:r>
              <a:rPr lang="es-ES"/>
              <a:t> </a:t>
            </a:r>
            <a:r>
              <a:rPr lang="es-ES" err="1"/>
              <a:t>Academic</a:t>
            </a:r>
            <a:r>
              <a:rPr lang="es-ES"/>
              <a:t>.</a:t>
            </a:r>
          </a:p>
          <a:p>
            <a:pPr marL="285750" indent="-285750">
              <a:buFont typeface="Arial" panose="020B0604020202020204" pitchFamily="34" charset="0"/>
              <a:buChar char="•"/>
            </a:pPr>
            <a:r>
              <a:rPr lang="es-ES" b="1"/>
              <a:t>Mercados comerciales de encuestas. </a:t>
            </a:r>
            <a:r>
              <a:rPr lang="es-ES"/>
              <a:t>Similares a las empresas comerciales de encuestas, pero requieren una gestión más interna y práctica del proceso por parte del investigador. </a:t>
            </a:r>
          </a:p>
          <a:p>
            <a:pPr marL="285750" indent="-285750">
              <a:buFont typeface="Arial" panose="020B0604020202020204" pitchFamily="34" charset="0"/>
              <a:buChar char="•"/>
            </a:pPr>
            <a:r>
              <a:rPr lang="es-ES" b="1"/>
              <a:t>Muestras de conveniencia.</a:t>
            </a:r>
            <a:r>
              <a:rPr lang="es-ES"/>
              <a:t> Son poblaciones de muestra accesibles de manera conveniente para el investigador. Ejemplos incluyen estudiantes universitarios o participantes en conferencias.</a:t>
            </a:r>
          </a:p>
          <a:p>
            <a:pPr marL="285750" indent="-285750">
              <a:buFont typeface="Arial" panose="020B0604020202020204" pitchFamily="34" charset="0"/>
              <a:buChar char="•"/>
            </a:pPr>
            <a:r>
              <a:rPr lang="es-ES" b="1"/>
              <a:t>Plataformas de trabajo.  </a:t>
            </a:r>
            <a:r>
              <a:rPr lang="es-ES"/>
              <a:t>Como</a:t>
            </a:r>
            <a:r>
              <a:rPr lang="es-ES" b="1"/>
              <a:t> </a:t>
            </a:r>
            <a:r>
              <a:rPr lang="es-ES" err="1"/>
              <a:t>Mechanical</a:t>
            </a:r>
            <a:r>
              <a:rPr lang="es-ES"/>
              <a:t> </a:t>
            </a:r>
            <a:r>
              <a:rPr lang="es-ES" err="1"/>
              <a:t>Turk</a:t>
            </a:r>
            <a:r>
              <a:rPr lang="es-ES"/>
              <a:t> de Amazon (</a:t>
            </a:r>
            <a:r>
              <a:rPr lang="es-ES" err="1"/>
              <a:t>MTurk</a:t>
            </a:r>
            <a:r>
              <a:rPr lang="es-ES"/>
              <a:t>), que se sitúan entre las muestras de conveniencia y los paneles con muestreo por cuotas, dado el amplio número de participantes disponibles.</a:t>
            </a:r>
          </a:p>
          <a:p>
            <a:pPr marL="285750" indent="-285750">
              <a:buFont typeface="Arial" panose="020B0604020202020204" pitchFamily="34" charset="0"/>
              <a:buChar char="•"/>
            </a:pPr>
            <a:r>
              <a:rPr lang="es-ES" b="1"/>
              <a:t>Grupos focalizados de fuentes específicas.</a:t>
            </a:r>
            <a:r>
              <a:rPr lang="es-ES"/>
              <a:t> Como expertos, empleados de una empresa, economistas, etc.</a:t>
            </a:r>
          </a:p>
          <a:p>
            <a:pPr marL="285750" indent="-285750">
              <a:buFont typeface="Arial" panose="020B0604020202020204" pitchFamily="34" charset="0"/>
              <a:buChar char="•"/>
            </a:pPr>
            <a:r>
              <a:rPr lang="es-ES" b="1"/>
              <a:t>Encuestas gubernamentales o institucionales. </a:t>
            </a:r>
            <a:r>
              <a:rPr lang="es-ES"/>
              <a:t>Por ejemplo, las realizadas por las oficinas nacionales de estadística</a:t>
            </a:r>
          </a:p>
        </p:txBody>
      </p:sp>
      <p:sp>
        <p:nvSpPr>
          <p:cNvPr id="4" name="Slide Number Placeholder 3">
            <a:extLst>
              <a:ext uri="{FF2B5EF4-FFF2-40B4-BE49-F238E27FC236}">
                <a16:creationId xmlns:a16="http://schemas.microsoft.com/office/drawing/2014/main" id="{13004B8C-789B-D0B1-4379-061B11AE31C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089572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4594E-6BE9-2679-04C2-FDAF181A7E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0D6325-DCE0-D00C-88F2-D575BED026D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4362EDA-B1E6-4C65-CA23-F2585F63A7B0}"/>
              </a:ext>
            </a:extLst>
          </p:cNvPr>
          <p:cNvSpPr>
            <a:spLocks noGrp="1"/>
          </p:cNvSpPr>
          <p:nvPr>
            <p:ph type="body" idx="1"/>
          </p:nvPr>
        </p:nvSpPr>
        <p:spPr/>
        <p:txBody>
          <a:bodyPr/>
          <a:lstStyle/>
          <a:p>
            <a:pPr marL="285750" indent="-285750">
              <a:buFont typeface="Arial" panose="020B0604020202020204" pitchFamily="34" charset="0"/>
              <a:buChar char="•"/>
            </a:pPr>
            <a:r>
              <a:rPr lang="es-ES" b="1"/>
              <a:t>Paneles representativos a nivel nacional</a:t>
            </a:r>
          </a:p>
          <a:p>
            <a:pPr marL="285750" indent="-285750">
              <a:buFont typeface="Arial" panose="020B0604020202020204" pitchFamily="34" charset="0"/>
              <a:buChar char="•"/>
            </a:pPr>
            <a:r>
              <a:rPr lang="es-ES" b="1"/>
              <a:t>Empresas comerciales de encuestas. </a:t>
            </a:r>
            <a:r>
              <a:rPr lang="es-ES"/>
              <a:t>Utilizan paneles con muestreo por cuotas, como Qualtrics, </a:t>
            </a:r>
            <a:r>
              <a:rPr lang="es-ES" err="1"/>
              <a:t>Dynata</a:t>
            </a:r>
            <a:r>
              <a:rPr lang="es-ES"/>
              <a:t>, </a:t>
            </a:r>
            <a:r>
              <a:rPr lang="es-ES" err="1"/>
              <a:t>Bilendi</a:t>
            </a:r>
            <a:r>
              <a:rPr lang="es-ES"/>
              <a:t> y </a:t>
            </a:r>
            <a:r>
              <a:rPr lang="es-ES" err="1"/>
              <a:t>Prolific</a:t>
            </a:r>
            <a:r>
              <a:rPr lang="es-ES"/>
              <a:t> </a:t>
            </a:r>
            <a:r>
              <a:rPr lang="es-ES" err="1"/>
              <a:t>Academic</a:t>
            </a:r>
            <a:r>
              <a:rPr lang="es-ES"/>
              <a:t>.</a:t>
            </a:r>
          </a:p>
          <a:p>
            <a:pPr marL="285750" indent="-285750">
              <a:buFont typeface="Arial" panose="020B0604020202020204" pitchFamily="34" charset="0"/>
              <a:buChar char="•"/>
            </a:pPr>
            <a:r>
              <a:rPr lang="es-ES" b="1"/>
              <a:t>Mercados comerciales de encuestas. </a:t>
            </a:r>
            <a:r>
              <a:rPr lang="es-ES"/>
              <a:t>Similares a las empresas comerciales de encuestas, pero requieren una gestión más interna y práctica del proceso por parte del investigador. </a:t>
            </a:r>
          </a:p>
          <a:p>
            <a:pPr marL="285750" indent="-285750">
              <a:buFont typeface="Arial" panose="020B0604020202020204" pitchFamily="34" charset="0"/>
              <a:buChar char="•"/>
            </a:pPr>
            <a:r>
              <a:rPr lang="es-ES" b="1"/>
              <a:t>Muestras de conveniencia.</a:t>
            </a:r>
            <a:r>
              <a:rPr lang="es-ES"/>
              <a:t> Son poblaciones de muestra accesibles de manera conveniente para el investigador. Ejemplos incluyen estudiantes universitarios o participantes en conferencias.</a:t>
            </a:r>
          </a:p>
          <a:p>
            <a:pPr marL="285750" indent="-285750">
              <a:buFont typeface="Arial" panose="020B0604020202020204" pitchFamily="34" charset="0"/>
              <a:buChar char="•"/>
            </a:pPr>
            <a:r>
              <a:rPr lang="es-ES" b="1"/>
              <a:t>Plataformas de trabajo.  </a:t>
            </a:r>
            <a:r>
              <a:rPr lang="es-ES"/>
              <a:t>Como</a:t>
            </a:r>
            <a:r>
              <a:rPr lang="es-ES" b="1"/>
              <a:t> </a:t>
            </a:r>
            <a:r>
              <a:rPr lang="es-ES" err="1"/>
              <a:t>Mechanical</a:t>
            </a:r>
            <a:r>
              <a:rPr lang="es-ES"/>
              <a:t> </a:t>
            </a:r>
            <a:r>
              <a:rPr lang="es-ES" err="1"/>
              <a:t>Turk</a:t>
            </a:r>
            <a:r>
              <a:rPr lang="es-ES"/>
              <a:t> de Amazon (</a:t>
            </a:r>
            <a:r>
              <a:rPr lang="es-ES" err="1"/>
              <a:t>MTurk</a:t>
            </a:r>
            <a:r>
              <a:rPr lang="es-ES"/>
              <a:t>), que se sitúan entre las muestras de conveniencia y los paneles con muestreo por cuotas, dado el amplio número de participantes disponibles.</a:t>
            </a:r>
          </a:p>
          <a:p>
            <a:pPr marL="285750" indent="-285750">
              <a:buFont typeface="Arial" panose="020B0604020202020204" pitchFamily="34" charset="0"/>
              <a:buChar char="•"/>
            </a:pPr>
            <a:r>
              <a:rPr lang="es-ES" b="1"/>
              <a:t>Grupos focalizados de fuentes específicas.</a:t>
            </a:r>
            <a:r>
              <a:rPr lang="es-ES"/>
              <a:t> Como expertos, empleados de una empresa, economistas, etc.</a:t>
            </a:r>
          </a:p>
          <a:p>
            <a:pPr marL="285750" indent="-285750">
              <a:buFont typeface="Arial" panose="020B0604020202020204" pitchFamily="34" charset="0"/>
              <a:buChar char="•"/>
            </a:pPr>
            <a:r>
              <a:rPr lang="es-ES" b="1"/>
              <a:t>Encuestas gubernamentales o institucionales. </a:t>
            </a:r>
            <a:r>
              <a:rPr lang="es-ES"/>
              <a:t>Por ejemplo, las realizadas por las oficinas nacionales de estadística</a:t>
            </a:r>
          </a:p>
        </p:txBody>
      </p:sp>
      <p:sp>
        <p:nvSpPr>
          <p:cNvPr id="4" name="Slide Number Placeholder 3">
            <a:extLst>
              <a:ext uri="{FF2B5EF4-FFF2-40B4-BE49-F238E27FC236}">
                <a16:creationId xmlns:a16="http://schemas.microsoft.com/office/drawing/2014/main" id="{A572B8FF-F2A5-9774-DD25-41DE28B483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231938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s-ES"/>
              <a:t>Asumiendo que en la población la diferencia es nula ($H_0$ es cierta), ¿qué tan probable es obtener por puro azar una diferencia igual o más extrema que la que observé en mi muestra?</a:t>
            </a:r>
          </a:p>
          <a:p>
            <a:endParaRPr lang="es-ES"/>
          </a:p>
          <a:p>
            <a:r>
              <a:rPr lang="es-ES"/>
              <a:t>Si esa probabilidad es muy pequeña (menor a mi nivel de significancia $\</a:t>
            </a:r>
            <a:r>
              <a:rPr lang="es-ES" err="1"/>
              <a:t>alpha</a:t>
            </a:r>
            <a:r>
              <a:rPr lang="es-ES"/>
              <a:t>$), entonces la evidencia de mi muestra es estadísticamente incompatible con la hipótesis de que no hay efecto. Esto no elimina el azar, pero lo vuelve una explicación tan poco probable que me da una base racional para dudar de la hipótesis nula y, por lo tanto, rechazarla en favor de la existencia de un efecto real."</a:t>
            </a:r>
            <a:endParaRPr lang="en-US"/>
          </a:p>
        </p:txBody>
      </p:sp>
      <p:sp>
        <p:nvSpPr>
          <p:cNvPr id="4" name="Slide Number Placeholder 3"/>
          <p:cNvSpPr>
            <a:spLocks noGrp="1"/>
          </p:cNvSpPr>
          <p:nvPr>
            <p:ph type="sldNum" sz="quarter" idx="5"/>
          </p:nvPr>
        </p:nvSpPr>
        <p:spPr/>
        <p:txBody>
          <a:bodyPr/>
          <a:lstStyle/>
          <a:p>
            <a:fld id="{8528808D-F8FF-4F45-9B49-F778C5ECCDCA}" type="slidenum">
              <a:rPr lang="en-GB" smtClean="0"/>
              <a:t>23</a:t>
            </a:fld>
            <a:endParaRPr lang="en-GB"/>
          </a:p>
        </p:txBody>
      </p:sp>
    </p:spTree>
    <p:extLst>
      <p:ext uri="{BB962C8B-B14F-4D97-AF65-F5344CB8AC3E}">
        <p14:creationId xmlns:p14="http://schemas.microsoft.com/office/powerpoint/2010/main" val="16564348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28808D-F8FF-4F45-9B49-F778C5ECCDCA}" type="slidenum">
              <a:rPr lang="en-GB" smtClean="0"/>
              <a:t>25</a:t>
            </a:fld>
            <a:endParaRPr lang="en-GB"/>
          </a:p>
        </p:txBody>
      </p:sp>
    </p:spTree>
    <p:extLst>
      <p:ext uri="{BB962C8B-B14F-4D97-AF65-F5344CB8AC3E}">
        <p14:creationId xmlns:p14="http://schemas.microsoft.com/office/powerpoint/2010/main" val="12218941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8EB45-AFB0-FDCA-2599-15969FA63F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A01B44-93C0-E357-1170-4CCA6E929D5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49D367E-8611-2CCC-6959-FCCF9D8DE8D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0E5F9D-651E-7E6A-895C-89060E6799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672961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28808D-F8FF-4F45-9B49-F778C5ECCDCA}" type="slidenum">
              <a:rPr lang="en-GB" smtClean="0"/>
              <a:t>27</a:t>
            </a:fld>
            <a:endParaRPr lang="en-GB"/>
          </a:p>
        </p:txBody>
      </p:sp>
    </p:spTree>
    <p:extLst>
      <p:ext uri="{BB962C8B-B14F-4D97-AF65-F5344CB8AC3E}">
        <p14:creationId xmlns:p14="http://schemas.microsoft.com/office/powerpoint/2010/main" val="20948613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3DAF9-E22B-4006-E34E-0380E33DC9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F8BD20-7A98-0C4D-98B3-D3D87980C74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93D986F-19DD-0701-4367-259A258F313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B36901D-C1B7-2072-D4C2-FCD12606DA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844582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57A31-7F8C-60C6-0291-F5AAB1CF23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B8A1E4-AF1C-5922-784B-B3D0C36515E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F470069-92AF-8961-9CA0-CA8EE2FF489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83DF4D6-C9FA-18E6-DE6A-333726B954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368845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D2439-D01C-C492-688B-4FFEEEB066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42012-8E39-AAA0-83E9-6502B233443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92CFC5-1C60-704C-C2AA-13CA049723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76846DC-D521-B789-56E0-D27A905E76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536077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C9F91-96A3-19FC-5F0C-370A53C379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801F58-8B65-582D-3378-10955658968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424CE8F-DADF-3F6E-32A5-544D210E603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7B9E37-9E94-17D6-D091-044577BB7D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526404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79CC6-7A41-5B9E-E4F5-07809A391A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19EBF3-9AEB-14F5-EC41-76BE8F72E57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D1C7EA5-1EDA-5B7B-2966-C45F14A96DD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CDE44E-0927-6A24-5D14-52B0996BF7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247403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70B8F-56D5-7A8F-12B5-1C663D78A9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E21863-AE5D-C0EF-C79E-41BC21261A5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058AE7-1BB6-B011-55B7-558AFFCEB17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A9B5096-D0A1-7797-F239-BE61A9FA2DE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304514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796B3-554F-297D-9F74-7E310ADE45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8E8C30-3A86-5C9B-AD89-1D4303F5925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90199A5-CCC7-DF1D-9B9C-364E3CA4100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A3C1435-7140-D86E-298B-DBC38A5FDF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980272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5319E-846B-8604-E458-22068BCE7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BECDCE-1969-5EF3-F0C2-850841440F6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D8184C8-AC39-8C70-3086-5E94E794357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3597651-1F5F-B64C-EA62-7ED784707B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481695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6FAEC-8464-6486-F0C7-9B1CE1175E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0ED5A2-49EC-FBD5-651C-D62C6D6F457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A3AC0B-DDEC-341D-67E2-4341C1BA91B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5F21079-AA93-1C29-C641-8A9AEA39230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362216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E5ECB-5EAA-64F1-1442-0F8C780E12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5817E-4DC6-2E79-8765-AEAA4FB76CB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3AD69F9-EB74-04E8-CE7B-77312F1693C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C2343CA-D8B5-719E-6DAE-6A990AB79C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36180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8C7C7-2028-565F-C7F9-35AFB7B02E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1E8805-452A-F074-D125-1431AE9C6B7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CE6C9D1-B9FE-6598-B566-34DFE43AE0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8B266CC-E795-6F28-0D86-42049E53A7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275147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78EAF-422D-BD70-CC90-5AB86D48E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A8F0E-0D4D-7532-116E-B214C419FDF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F5A4FC0-7B08-C0ED-E901-0136CA159BF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630CF6-B64B-8391-130D-000CC98C47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776103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409551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170814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944644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901317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857824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306956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245136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06607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98666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256506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53238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383434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962379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541194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928212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222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EA091627-21E3-E27B-E6AD-066BFD4464BE}"/>
              </a:ext>
            </a:extLst>
          </p:cNvPr>
          <p:cNvSpPr>
            <a:spLocks noGrp="1"/>
          </p:cNvSpPr>
          <p:nvPr>
            <p:ph type="sldNum" sz="quarter" idx="12"/>
          </p:nvPr>
        </p:nvSpPr>
        <p:spPr>
          <a:xfrm>
            <a:off x="9163049" y="6348790"/>
            <a:ext cx="2958129" cy="365125"/>
          </a:xfrm>
          <a:prstGeom prst="rect">
            <a:avLst/>
          </a:prstGeo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US" smtClean="0"/>
              <a:pPr/>
              <a:t>‹#›</a:t>
            </a:fld>
            <a:endParaRPr lang="en-US"/>
          </a:p>
        </p:txBody>
      </p:sp>
      <p:sp>
        <p:nvSpPr>
          <p:cNvPr id="4" name="Date Placeholder 3">
            <a:extLst>
              <a:ext uri="{FF2B5EF4-FFF2-40B4-BE49-F238E27FC236}">
                <a16:creationId xmlns:a16="http://schemas.microsoft.com/office/drawing/2014/main" id="{27F936BE-570E-88C8-40E5-D51EC60FA948}"/>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algn="r"/>
            <a:fld id="{27AB8C26-330F-4C13-A9D7-A5B1D2394DAC}" type="datetime1">
              <a:rPr lang="es-CO" smtClean="0"/>
              <a:pPr algn="r"/>
              <a:t>25/03/2026</a:t>
            </a:fld>
            <a:endParaRPr lang="en-US"/>
          </a:p>
        </p:txBody>
      </p:sp>
    </p:spTree>
    <p:extLst>
      <p:ext uri="{BB962C8B-B14F-4D97-AF65-F5344CB8AC3E}">
        <p14:creationId xmlns:p14="http://schemas.microsoft.com/office/powerpoint/2010/main" val="546845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163049" y="6348790"/>
            <a:ext cx="2958129" cy="365125"/>
          </a:xfrm>
          <a:prstGeom prst="rect">
            <a:avLst/>
          </a:prstGeo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US" smtClean="0"/>
              <a:pPr/>
              <a:t>‹#›</a:t>
            </a:fld>
            <a:endParaRPr lang="en-US"/>
          </a:p>
        </p:txBody>
      </p:sp>
      <p:sp>
        <p:nvSpPr>
          <p:cNvPr id="10" name="Date Placeholder 3">
            <a:extLst>
              <a:ext uri="{FF2B5EF4-FFF2-40B4-BE49-F238E27FC236}">
                <a16:creationId xmlns:a16="http://schemas.microsoft.com/office/drawing/2014/main" id="{F0B7291D-A788-CC25-C55E-112D8F557E36}"/>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algn="r"/>
            <a:fld id="{27AB8C26-330F-4C13-A9D7-A5B1D2394DAC}" type="datetime1">
              <a:rPr lang="es-CO" smtClean="0"/>
              <a:pPr algn="r"/>
              <a:t>25/03/2026</a:t>
            </a:fld>
            <a:endParaRPr lang="en-US"/>
          </a:p>
        </p:txBody>
      </p:sp>
      <p:sp>
        <p:nvSpPr>
          <p:cNvPr id="3" name="Footer Placeholder 4">
            <a:extLst>
              <a:ext uri="{FF2B5EF4-FFF2-40B4-BE49-F238E27FC236}">
                <a16:creationId xmlns:a16="http://schemas.microsoft.com/office/drawing/2014/main" id="{696CD3C1-6EB4-6EFD-F4E3-71A9BD7B0358}"/>
              </a:ext>
            </a:extLst>
          </p:cNvPr>
          <p:cNvSpPr txBox="1">
            <a:spLocks/>
          </p:cNvSpPr>
          <p:nvPr userDrawn="1"/>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spTree>
    <p:extLst>
      <p:ext uri="{BB962C8B-B14F-4D97-AF65-F5344CB8AC3E}">
        <p14:creationId xmlns:p14="http://schemas.microsoft.com/office/powerpoint/2010/main" val="23853878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4" descr="No hay ninguna descripción de la foto disponible.">
            <a:extLst>
              <a:ext uri="{FF2B5EF4-FFF2-40B4-BE49-F238E27FC236}">
                <a16:creationId xmlns:a16="http://schemas.microsoft.com/office/drawing/2014/main" id="{EB57F572-F800-7DCC-86E6-0ED913827FD5}"/>
              </a:ext>
            </a:extLst>
          </p:cNvPr>
          <p:cNvPicPr>
            <a:picLocks noChangeAspect="1" noChangeArrowheads="1"/>
          </p:cNvPicPr>
          <p:nvPr userDrawn="1"/>
        </p:nvPicPr>
        <p:blipFill rotWithShape="1">
          <a:blip r:embed="rId4" cstate="print">
            <a:clrChange>
              <a:clrFrom>
                <a:srgbClr val="FFFFFF"/>
              </a:clrFrom>
              <a:clrTo>
                <a:srgbClr val="FFFFFF">
                  <a:alpha val="0"/>
                </a:srgbClr>
              </a:clrTo>
            </a:clrChange>
            <a:alphaModFix amt="65000"/>
            <a:duotone>
              <a:schemeClr val="bg2">
                <a:shade val="45000"/>
                <a:satMod val="135000"/>
              </a:schemeClr>
              <a:prstClr val="white"/>
            </a:duotone>
            <a:extLst>
              <a:ext uri="{28A0092B-C50C-407E-A947-70E740481C1C}">
                <a14:useLocalDpi xmlns:a14="http://schemas.microsoft.com/office/drawing/2010/main" val="0"/>
              </a:ext>
            </a:extLst>
          </a:blip>
          <a:srcRect t="26703" b="28790"/>
          <a:stretch/>
        </p:blipFill>
        <p:spPr bwMode="auto">
          <a:xfrm>
            <a:off x="165202" y="6360118"/>
            <a:ext cx="2670890" cy="365125"/>
          </a:xfrm>
          <a:prstGeom prst="rect">
            <a:avLst/>
          </a:prstGeom>
          <a:noFill/>
          <a:extLst>
            <a:ext uri="{909E8E84-426E-40DD-AFC4-6F175D3DCCD1}">
              <a14:hiddenFill xmlns:a14="http://schemas.microsoft.com/office/drawing/2010/main">
                <a:solidFill>
                  <a:srgbClr val="FFFFFF"/>
                </a:solidFill>
              </a14:hiddenFill>
            </a:ext>
          </a:extLst>
        </p:spPr>
      </p:pic>
      <p:sp>
        <p:nvSpPr>
          <p:cNvPr id="8" name="Footer Placeholder 4">
            <a:extLst>
              <a:ext uri="{FF2B5EF4-FFF2-40B4-BE49-F238E27FC236}">
                <a16:creationId xmlns:a16="http://schemas.microsoft.com/office/drawing/2014/main" id="{CB1187D6-03F5-FA01-E450-C0CBF98383D2}"/>
              </a:ext>
            </a:extLst>
          </p:cNvPr>
          <p:cNvSpPr txBox="1">
            <a:spLocks/>
          </p:cNvSpPr>
          <p:nvPr userDrawn="1"/>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sp>
        <p:nvSpPr>
          <p:cNvPr id="11" name="Slide Number Placeholder 5">
            <a:extLst>
              <a:ext uri="{FF2B5EF4-FFF2-40B4-BE49-F238E27FC236}">
                <a16:creationId xmlns:a16="http://schemas.microsoft.com/office/drawing/2014/main" id="{20D86290-9E91-373E-E2B8-1D310275E3E2}"/>
              </a:ext>
            </a:extLst>
          </p:cNvPr>
          <p:cNvSpPr>
            <a:spLocks noGrp="1"/>
          </p:cNvSpPr>
          <p:nvPr>
            <p:ph type="sldNum" sz="quarter" idx="4"/>
          </p:nvPr>
        </p:nvSpPr>
        <p:spPr>
          <a:xfrm>
            <a:off x="9163049" y="6348790"/>
            <a:ext cx="2958129" cy="365125"/>
          </a:xfrm>
          <a:prstGeom prst="rect">
            <a:avLst/>
          </a:prstGeo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US" smtClean="0"/>
              <a:pPr/>
              <a:t>‹#›</a:t>
            </a:fld>
            <a:endParaRPr lang="en-US"/>
          </a:p>
        </p:txBody>
      </p:sp>
      <p:sp>
        <p:nvSpPr>
          <p:cNvPr id="12" name="Date Placeholder 3">
            <a:extLst>
              <a:ext uri="{FF2B5EF4-FFF2-40B4-BE49-F238E27FC236}">
                <a16:creationId xmlns:a16="http://schemas.microsoft.com/office/drawing/2014/main" id="{A0090DA5-0A0D-8130-3FF1-75EB91FC620C}"/>
              </a:ext>
            </a:extLst>
          </p:cNvPr>
          <p:cNvSpPr>
            <a:spLocks noGrp="1"/>
          </p:cNvSpPr>
          <p:nvPr>
            <p:ph type="dt" sz="half" idx="2"/>
          </p:nvPr>
        </p:nvSpPr>
        <p:spPr>
          <a:xfrm>
            <a:off x="10902950" y="136525"/>
            <a:ext cx="1218229" cy="365125"/>
          </a:xfrm>
          <a:prstGeom prst="rect">
            <a:avLst/>
          </a:prstGeom>
        </p:spPr>
        <p:txBody>
          <a:bodyPr/>
          <a:lstStyle>
            <a:lvl1pPr>
              <a:defRPr sz="1100">
                <a:solidFill>
                  <a:schemeClr val="bg1">
                    <a:lumMod val="75000"/>
                  </a:schemeClr>
                </a:solidFill>
              </a:defRPr>
            </a:lvl1pPr>
          </a:lstStyle>
          <a:p>
            <a:pPr algn="r"/>
            <a:fld id="{27AB8C26-330F-4C13-A9D7-A5B1D2394DAC}" type="datetime1">
              <a:rPr lang="es-CO" smtClean="0"/>
              <a:pPr algn="r"/>
              <a:t>25/03/2026</a:t>
            </a:fld>
            <a:endParaRPr lang="en-US"/>
          </a:p>
        </p:txBody>
      </p:sp>
    </p:spTree>
    <p:extLst>
      <p:ext uri="{BB962C8B-B14F-4D97-AF65-F5344CB8AC3E}">
        <p14:creationId xmlns:p14="http://schemas.microsoft.com/office/powerpoint/2010/main" val="2127959987"/>
      </p:ext>
    </p:extLst>
  </p:cSld>
  <p:clrMap bg1="lt1" tx1="dk1" bg2="lt2" tx2="dk2" accent1="accent1" accent2="accent2" accent3="accent3" accent4="accent4" accent5="accent5" accent6="accent6" hlink="hlink" folHlink="folHlink"/>
  <p:sldLayoutIdLst>
    <p:sldLayoutId id="2147483673" r:id="rId1"/>
    <p:sldLayoutId id="2147483661"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uexternadoedu-my.sharepoint.com/:b:/g/personal/luis_guevara_uexternado_edu_co/EfdXtvwf2eJPoK0M-plIyOEB2uJGWBpFkG5h4W4PT1Q2Og?e=ed1tYb"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nber.org/papers/w30527" TargetMode="External"/><Relationship Id="rId1" Type="http://schemas.openxmlformats.org/officeDocument/2006/relationships/slideLayout" Target="../slideLayouts/slideLayout1.xml"/><Relationship Id="rId5" Type="http://schemas.openxmlformats.org/officeDocument/2006/relationships/hyperlink" Target="https://www.stefanie-stantcheva.com/" TargetMode="Externa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hyperlink" Target="https://www.mturk.com/" TargetMode="External"/><Relationship Id="rId3" Type="http://schemas.openxmlformats.org/officeDocument/2006/relationships/hyperlink" Target="https://www.qualtrics.com/es/" TargetMode="External"/><Relationship Id="rId7" Type="http://schemas.openxmlformats.org/officeDocument/2006/relationships/hyperlink" Target="https://www.cint.com/"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www.prolific.com/" TargetMode="External"/><Relationship Id="rId5" Type="http://schemas.openxmlformats.org/officeDocument/2006/relationships/hyperlink" Target="https://www.bilendi.es/" TargetMode="External"/><Relationship Id="rId4" Type="http://schemas.openxmlformats.org/officeDocument/2006/relationships/hyperlink" Target="https://www.dynata.com/"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nber.org/system/files/working_papers/w30527/w30527.pdf"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1.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18" Type="http://schemas.openxmlformats.org/officeDocument/2006/relationships/tags" Target="../tags/tag20.xml"/><Relationship Id="rId3" Type="http://schemas.openxmlformats.org/officeDocument/2006/relationships/tags" Target="../tags/tag5.xml"/><Relationship Id="rId21" Type="http://schemas.openxmlformats.org/officeDocument/2006/relationships/slideLayout" Target="../slideLayouts/slideLayout1.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tags" Target="../tags/tag19.xml"/><Relationship Id="rId2" Type="http://schemas.openxmlformats.org/officeDocument/2006/relationships/tags" Target="../tags/tag4.xml"/><Relationship Id="rId16" Type="http://schemas.openxmlformats.org/officeDocument/2006/relationships/tags" Target="../tags/tag18.xml"/><Relationship Id="rId20" Type="http://schemas.openxmlformats.org/officeDocument/2006/relationships/tags" Target="../tags/tag22.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5" Type="http://schemas.openxmlformats.org/officeDocument/2006/relationships/tags" Target="../tags/tag17.xml"/><Relationship Id="rId10" Type="http://schemas.openxmlformats.org/officeDocument/2006/relationships/tags" Target="../tags/tag12.xml"/><Relationship Id="rId19" Type="http://schemas.openxmlformats.org/officeDocument/2006/relationships/tags" Target="../tags/tag21.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s>
</file>

<file path=ppt/slides/_rels/slide16.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image" Target="../media/image15.png"/><Relationship Id="rId3" Type="http://schemas.openxmlformats.org/officeDocument/2006/relationships/tags" Target="../tags/tag25.xml"/><Relationship Id="rId7" Type="http://schemas.openxmlformats.org/officeDocument/2006/relationships/tags" Target="../tags/tag29.xml"/><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tags" Target="../tags/tag24.xml"/><Relationship Id="rId16" Type="http://schemas.openxmlformats.org/officeDocument/2006/relationships/image" Target="../media/image18.png"/><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media/image13.png"/><Relationship Id="rId5" Type="http://schemas.openxmlformats.org/officeDocument/2006/relationships/tags" Target="../tags/tag27.xml"/><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tags" Target="../tags/tag26.xml"/><Relationship Id="rId9" Type="http://schemas.openxmlformats.org/officeDocument/2006/relationships/slideLayout" Target="../slideLayouts/slideLayout1.xml"/><Relationship Id="rId14" Type="http://schemas.openxmlformats.org/officeDocument/2006/relationships/image" Target="../media/image16.png"/></Relationships>
</file>

<file path=ppt/slides/_rels/slide17.xml.rels><?xml version="1.0" encoding="UTF-8" standalone="yes"?>
<Relationships xmlns="http://schemas.openxmlformats.org/package/2006/relationships"><Relationship Id="rId13" Type="http://schemas.openxmlformats.org/officeDocument/2006/relationships/tags" Target="../tags/tag43.xml"/><Relationship Id="rId18" Type="http://schemas.openxmlformats.org/officeDocument/2006/relationships/tags" Target="../tags/tag48.xml"/><Relationship Id="rId26" Type="http://schemas.openxmlformats.org/officeDocument/2006/relationships/tags" Target="../tags/tag56.xml"/><Relationship Id="rId39" Type="http://schemas.openxmlformats.org/officeDocument/2006/relationships/tags" Target="../tags/tag69.xml"/><Relationship Id="rId21" Type="http://schemas.openxmlformats.org/officeDocument/2006/relationships/tags" Target="../tags/tag51.xml"/><Relationship Id="rId34" Type="http://schemas.openxmlformats.org/officeDocument/2006/relationships/tags" Target="../tags/tag64.xml"/><Relationship Id="rId42" Type="http://schemas.openxmlformats.org/officeDocument/2006/relationships/tags" Target="../tags/tag72.xml"/><Relationship Id="rId47" Type="http://schemas.openxmlformats.org/officeDocument/2006/relationships/tags" Target="../tags/tag77.xml"/><Relationship Id="rId50" Type="http://schemas.openxmlformats.org/officeDocument/2006/relationships/slideLayout" Target="../slideLayouts/slideLayout1.xml"/><Relationship Id="rId7" Type="http://schemas.openxmlformats.org/officeDocument/2006/relationships/tags" Target="../tags/tag37.xml"/><Relationship Id="rId2" Type="http://schemas.openxmlformats.org/officeDocument/2006/relationships/tags" Target="../tags/tag32.xml"/><Relationship Id="rId16" Type="http://schemas.openxmlformats.org/officeDocument/2006/relationships/tags" Target="../tags/tag46.xml"/><Relationship Id="rId29" Type="http://schemas.openxmlformats.org/officeDocument/2006/relationships/tags" Target="../tags/tag59.xml"/><Relationship Id="rId11" Type="http://schemas.openxmlformats.org/officeDocument/2006/relationships/tags" Target="../tags/tag41.xml"/><Relationship Id="rId24" Type="http://schemas.openxmlformats.org/officeDocument/2006/relationships/tags" Target="../tags/tag54.xml"/><Relationship Id="rId32" Type="http://schemas.openxmlformats.org/officeDocument/2006/relationships/tags" Target="../tags/tag62.xml"/><Relationship Id="rId37" Type="http://schemas.openxmlformats.org/officeDocument/2006/relationships/tags" Target="../tags/tag67.xml"/><Relationship Id="rId40" Type="http://schemas.openxmlformats.org/officeDocument/2006/relationships/tags" Target="../tags/tag70.xml"/><Relationship Id="rId45" Type="http://schemas.openxmlformats.org/officeDocument/2006/relationships/tags" Target="../tags/tag75.xml"/><Relationship Id="rId5" Type="http://schemas.openxmlformats.org/officeDocument/2006/relationships/tags" Target="../tags/tag35.xml"/><Relationship Id="rId15" Type="http://schemas.openxmlformats.org/officeDocument/2006/relationships/tags" Target="../tags/tag45.xml"/><Relationship Id="rId23" Type="http://schemas.openxmlformats.org/officeDocument/2006/relationships/tags" Target="../tags/tag53.xml"/><Relationship Id="rId28" Type="http://schemas.openxmlformats.org/officeDocument/2006/relationships/tags" Target="../tags/tag58.xml"/><Relationship Id="rId36" Type="http://schemas.openxmlformats.org/officeDocument/2006/relationships/tags" Target="../tags/tag66.xml"/><Relationship Id="rId49" Type="http://schemas.openxmlformats.org/officeDocument/2006/relationships/tags" Target="../tags/tag79.xml"/><Relationship Id="rId10" Type="http://schemas.openxmlformats.org/officeDocument/2006/relationships/tags" Target="../tags/tag40.xml"/><Relationship Id="rId19" Type="http://schemas.openxmlformats.org/officeDocument/2006/relationships/tags" Target="../tags/tag49.xml"/><Relationship Id="rId31" Type="http://schemas.openxmlformats.org/officeDocument/2006/relationships/tags" Target="../tags/tag61.xml"/><Relationship Id="rId44" Type="http://schemas.openxmlformats.org/officeDocument/2006/relationships/tags" Target="../tags/tag74.xml"/><Relationship Id="rId52" Type="http://schemas.openxmlformats.org/officeDocument/2006/relationships/image" Target="../media/image15.png"/><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tags" Target="../tags/tag44.xml"/><Relationship Id="rId22" Type="http://schemas.openxmlformats.org/officeDocument/2006/relationships/tags" Target="../tags/tag52.xml"/><Relationship Id="rId27" Type="http://schemas.openxmlformats.org/officeDocument/2006/relationships/tags" Target="../tags/tag57.xml"/><Relationship Id="rId30" Type="http://schemas.openxmlformats.org/officeDocument/2006/relationships/tags" Target="../tags/tag60.xml"/><Relationship Id="rId35" Type="http://schemas.openxmlformats.org/officeDocument/2006/relationships/tags" Target="../tags/tag65.xml"/><Relationship Id="rId43" Type="http://schemas.openxmlformats.org/officeDocument/2006/relationships/tags" Target="../tags/tag73.xml"/><Relationship Id="rId48" Type="http://schemas.openxmlformats.org/officeDocument/2006/relationships/tags" Target="../tags/tag78.xml"/><Relationship Id="rId8" Type="http://schemas.openxmlformats.org/officeDocument/2006/relationships/tags" Target="../tags/tag38.xml"/><Relationship Id="rId51" Type="http://schemas.openxmlformats.org/officeDocument/2006/relationships/image" Target="../media/image12.png"/><Relationship Id="rId3" Type="http://schemas.openxmlformats.org/officeDocument/2006/relationships/tags" Target="../tags/tag33.xml"/><Relationship Id="rId12" Type="http://schemas.openxmlformats.org/officeDocument/2006/relationships/tags" Target="../tags/tag42.xml"/><Relationship Id="rId17" Type="http://schemas.openxmlformats.org/officeDocument/2006/relationships/tags" Target="../tags/tag47.xml"/><Relationship Id="rId25" Type="http://schemas.openxmlformats.org/officeDocument/2006/relationships/tags" Target="../tags/tag55.xml"/><Relationship Id="rId33" Type="http://schemas.openxmlformats.org/officeDocument/2006/relationships/tags" Target="../tags/tag63.xml"/><Relationship Id="rId38" Type="http://schemas.openxmlformats.org/officeDocument/2006/relationships/tags" Target="../tags/tag68.xml"/><Relationship Id="rId46" Type="http://schemas.openxmlformats.org/officeDocument/2006/relationships/tags" Target="../tags/tag76.xml"/><Relationship Id="rId20" Type="http://schemas.openxmlformats.org/officeDocument/2006/relationships/tags" Target="../tags/tag50.xml"/><Relationship Id="rId41" Type="http://schemas.openxmlformats.org/officeDocument/2006/relationships/tags" Target="../tags/tag71.xml"/><Relationship Id="rId1" Type="http://schemas.openxmlformats.org/officeDocument/2006/relationships/tags" Target="../tags/tag31.xml"/><Relationship Id="rId6" Type="http://schemas.openxmlformats.org/officeDocument/2006/relationships/tags" Target="../tags/tag36.xml"/></Relationships>
</file>

<file path=ppt/slides/_rels/slide18.xml.rels><?xml version="1.0" encoding="UTF-8" standalone="yes"?>
<Relationships xmlns="http://schemas.openxmlformats.org/package/2006/relationships"><Relationship Id="rId13" Type="http://schemas.openxmlformats.org/officeDocument/2006/relationships/tags" Target="../tags/tag92.xml"/><Relationship Id="rId18" Type="http://schemas.openxmlformats.org/officeDocument/2006/relationships/tags" Target="../tags/tag97.xml"/><Relationship Id="rId26" Type="http://schemas.openxmlformats.org/officeDocument/2006/relationships/tags" Target="../tags/tag105.xml"/><Relationship Id="rId39" Type="http://schemas.openxmlformats.org/officeDocument/2006/relationships/tags" Target="../tags/tag118.xml"/><Relationship Id="rId21" Type="http://schemas.openxmlformats.org/officeDocument/2006/relationships/tags" Target="../tags/tag100.xml"/><Relationship Id="rId34" Type="http://schemas.openxmlformats.org/officeDocument/2006/relationships/tags" Target="../tags/tag113.xml"/><Relationship Id="rId42" Type="http://schemas.openxmlformats.org/officeDocument/2006/relationships/tags" Target="../tags/tag121.xml"/><Relationship Id="rId47" Type="http://schemas.openxmlformats.org/officeDocument/2006/relationships/tags" Target="../tags/tag126.xml"/><Relationship Id="rId50" Type="http://schemas.openxmlformats.org/officeDocument/2006/relationships/tags" Target="../tags/tag129.xml"/><Relationship Id="rId55" Type="http://schemas.openxmlformats.org/officeDocument/2006/relationships/tags" Target="../tags/tag134.xml"/><Relationship Id="rId7" Type="http://schemas.openxmlformats.org/officeDocument/2006/relationships/tags" Target="../tags/tag86.xml"/><Relationship Id="rId2" Type="http://schemas.openxmlformats.org/officeDocument/2006/relationships/tags" Target="../tags/tag81.xml"/><Relationship Id="rId16" Type="http://schemas.openxmlformats.org/officeDocument/2006/relationships/tags" Target="../tags/tag95.xml"/><Relationship Id="rId29" Type="http://schemas.openxmlformats.org/officeDocument/2006/relationships/tags" Target="../tags/tag108.xml"/><Relationship Id="rId11" Type="http://schemas.openxmlformats.org/officeDocument/2006/relationships/tags" Target="../tags/tag90.xml"/><Relationship Id="rId24" Type="http://schemas.openxmlformats.org/officeDocument/2006/relationships/tags" Target="../tags/tag103.xml"/><Relationship Id="rId32" Type="http://schemas.openxmlformats.org/officeDocument/2006/relationships/tags" Target="../tags/tag111.xml"/><Relationship Id="rId37" Type="http://schemas.openxmlformats.org/officeDocument/2006/relationships/tags" Target="../tags/tag116.xml"/><Relationship Id="rId40" Type="http://schemas.openxmlformats.org/officeDocument/2006/relationships/tags" Target="../tags/tag119.xml"/><Relationship Id="rId45" Type="http://schemas.openxmlformats.org/officeDocument/2006/relationships/tags" Target="../tags/tag124.xml"/><Relationship Id="rId53" Type="http://schemas.openxmlformats.org/officeDocument/2006/relationships/tags" Target="../tags/tag132.xml"/><Relationship Id="rId58" Type="http://schemas.openxmlformats.org/officeDocument/2006/relationships/tags" Target="../tags/tag137.xml"/><Relationship Id="rId5" Type="http://schemas.openxmlformats.org/officeDocument/2006/relationships/tags" Target="../tags/tag84.xml"/><Relationship Id="rId61" Type="http://schemas.openxmlformats.org/officeDocument/2006/relationships/image" Target="../media/image15.png"/><Relationship Id="rId19" Type="http://schemas.openxmlformats.org/officeDocument/2006/relationships/tags" Target="../tags/tag98.xml"/><Relationship Id="rId14" Type="http://schemas.openxmlformats.org/officeDocument/2006/relationships/tags" Target="../tags/tag93.xml"/><Relationship Id="rId22" Type="http://schemas.openxmlformats.org/officeDocument/2006/relationships/tags" Target="../tags/tag101.xml"/><Relationship Id="rId27" Type="http://schemas.openxmlformats.org/officeDocument/2006/relationships/tags" Target="../tags/tag106.xml"/><Relationship Id="rId30" Type="http://schemas.openxmlformats.org/officeDocument/2006/relationships/tags" Target="../tags/tag109.xml"/><Relationship Id="rId35" Type="http://schemas.openxmlformats.org/officeDocument/2006/relationships/tags" Target="../tags/tag114.xml"/><Relationship Id="rId43" Type="http://schemas.openxmlformats.org/officeDocument/2006/relationships/tags" Target="../tags/tag122.xml"/><Relationship Id="rId48" Type="http://schemas.openxmlformats.org/officeDocument/2006/relationships/tags" Target="../tags/tag127.xml"/><Relationship Id="rId56" Type="http://schemas.openxmlformats.org/officeDocument/2006/relationships/tags" Target="../tags/tag135.xml"/><Relationship Id="rId8" Type="http://schemas.openxmlformats.org/officeDocument/2006/relationships/tags" Target="../tags/tag87.xml"/><Relationship Id="rId51" Type="http://schemas.openxmlformats.org/officeDocument/2006/relationships/tags" Target="../tags/tag130.xml"/><Relationship Id="rId3" Type="http://schemas.openxmlformats.org/officeDocument/2006/relationships/tags" Target="../tags/tag82.xml"/><Relationship Id="rId12" Type="http://schemas.openxmlformats.org/officeDocument/2006/relationships/tags" Target="../tags/tag91.xml"/><Relationship Id="rId17" Type="http://schemas.openxmlformats.org/officeDocument/2006/relationships/tags" Target="../tags/tag96.xml"/><Relationship Id="rId25" Type="http://schemas.openxmlformats.org/officeDocument/2006/relationships/tags" Target="../tags/tag104.xml"/><Relationship Id="rId33" Type="http://schemas.openxmlformats.org/officeDocument/2006/relationships/tags" Target="../tags/tag112.xml"/><Relationship Id="rId38" Type="http://schemas.openxmlformats.org/officeDocument/2006/relationships/tags" Target="../tags/tag117.xml"/><Relationship Id="rId46" Type="http://schemas.openxmlformats.org/officeDocument/2006/relationships/tags" Target="../tags/tag125.xml"/><Relationship Id="rId59" Type="http://schemas.openxmlformats.org/officeDocument/2006/relationships/tags" Target="../tags/tag138.xml"/><Relationship Id="rId20" Type="http://schemas.openxmlformats.org/officeDocument/2006/relationships/tags" Target="../tags/tag99.xml"/><Relationship Id="rId41" Type="http://schemas.openxmlformats.org/officeDocument/2006/relationships/tags" Target="../tags/tag120.xml"/><Relationship Id="rId54" Type="http://schemas.openxmlformats.org/officeDocument/2006/relationships/tags" Target="../tags/tag133.xml"/><Relationship Id="rId1" Type="http://schemas.openxmlformats.org/officeDocument/2006/relationships/tags" Target="../tags/tag80.xml"/><Relationship Id="rId6" Type="http://schemas.openxmlformats.org/officeDocument/2006/relationships/tags" Target="../tags/tag85.xml"/><Relationship Id="rId15" Type="http://schemas.openxmlformats.org/officeDocument/2006/relationships/tags" Target="../tags/tag94.xml"/><Relationship Id="rId23" Type="http://schemas.openxmlformats.org/officeDocument/2006/relationships/tags" Target="../tags/tag102.xml"/><Relationship Id="rId28" Type="http://schemas.openxmlformats.org/officeDocument/2006/relationships/tags" Target="../tags/tag107.xml"/><Relationship Id="rId36" Type="http://schemas.openxmlformats.org/officeDocument/2006/relationships/tags" Target="../tags/tag115.xml"/><Relationship Id="rId49" Type="http://schemas.openxmlformats.org/officeDocument/2006/relationships/tags" Target="../tags/tag128.xml"/><Relationship Id="rId57" Type="http://schemas.openxmlformats.org/officeDocument/2006/relationships/tags" Target="../tags/tag136.xml"/><Relationship Id="rId10" Type="http://schemas.openxmlformats.org/officeDocument/2006/relationships/tags" Target="../tags/tag89.xml"/><Relationship Id="rId31" Type="http://schemas.openxmlformats.org/officeDocument/2006/relationships/tags" Target="../tags/tag110.xml"/><Relationship Id="rId44" Type="http://schemas.openxmlformats.org/officeDocument/2006/relationships/tags" Target="../tags/tag123.xml"/><Relationship Id="rId52" Type="http://schemas.openxmlformats.org/officeDocument/2006/relationships/tags" Target="../tags/tag131.xml"/><Relationship Id="rId60" Type="http://schemas.openxmlformats.org/officeDocument/2006/relationships/slideLayout" Target="../slideLayouts/slideLayout1.xml"/><Relationship Id="rId4" Type="http://schemas.openxmlformats.org/officeDocument/2006/relationships/tags" Target="../tags/tag83.xml"/><Relationship Id="rId9" Type="http://schemas.openxmlformats.org/officeDocument/2006/relationships/tags" Target="../tags/tag8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3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s://www.semanticscholar.org/reader/eb0da79f16e3f4a1f8f1ea6e8b21b2871c9f9af4"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www.semanticscholar.org/paper/Determining-Sample-Size-for-Research-Activities-Ahmad.-Halim/9d34951c328c02c062d829f7e3c2ebf657b9d031" TargetMode="External"/></Relationships>
</file>

<file path=ppt/slides/_rels/slide29.xml.rels><?xml version="1.0" encoding="UTF-8" standalone="yes"?>
<Relationships xmlns="http://schemas.openxmlformats.org/package/2006/relationships"><Relationship Id="rId8" Type="http://schemas.openxmlformats.org/officeDocument/2006/relationships/tags" Target="../tags/tag147.xml"/><Relationship Id="rId3" Type="http://schemas.openxmlformats.org/officeDocument/2006/relationships/tags" Target="../tags/tag142.xml"/><Relationship Id="rId7" Type="http://schemas.openxmlformats.org/officeDocument/2006/relationships/tags" Target="../tags/tag146.xml"/><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notesSlide" Target="../notesSlides/notesSlide15.xml"/><Relationship Id="rId5" Type="http://schemas.openxmlformats.org/officeDocument/2006/relationships/tags" Target="../tags/tag144.xml"/><Relationship Id="rId10" Type="http://schemas.openxmlformats.org/officeDocument/2006/relationships/slideLayout" Target="../slideLayouts/slideLayout1.xml"/><Relationship Id="rId4" Type="http://schemas.openxmlformats.org/officeDocument/2006/relationships/tags" Target="../tags/tag143.xml"/><Relationship Id="rId9" Type="http://schemas.openxmlformats.org/officeDocument/2006/relationships/tags" Target="../tags/tag14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openxmlformats.org/officeDocument/2006/relationships/tags" Target="../tags/tag156.xml"/><Relationship Id="rId13" Type="http://schemas.openxmlformats.org/officeDocument/2006/relationships/tags" Target="../tags/tag161.xml"/><Relationship Id="rId18" Type="http://schemas.openxmlformats.org/officeDocument/2006/relationships/tags" Target="../tags/tag166.xml"/><Relationship Id="rId26" Type="http://schemas.openxmlformats.org/officeDocument/2006/relationships/hyperlink" Target="https://www.taylorfrancis.com/books/mono/10.4324/9780203771587/statistical-power-analysis-behavioral-sciences-jacob-cohen" TargetMode="External"/><Relationship Id="rId3" Type="http://schemas.openxmlformats.org/officeDocument/2006/relationships/tags" Target="../tags/tag151.xml"/><Relationship Id="rId21" Type="http://schemas.openxmlformats.org/officeDocument/2006/relationships/tags" Target="../tags/tag169.xml"/><Relationship Id="rId7" Type="http://schemas.openxmlformats.org/officeDocument/2006/relationships/tags" Target="../tags/tag155.xml"/><Relationship Id="rId12" Type="http://schemas.openxmlformats.org/officeDocument/2006/relationships/tags" Target="../tags/tag160.xml"/><Relationship Id="rId17" Type="http://schemas.openxmlformats.org/officeDocument/2006/relationships/tags" Target="../tags/tag165.xml"/><Relationship Id="rId25" Type="http://schemas.openxmlformats.org/officeDocument/2006/relationships/image" Target="../media/image20.png"/><Relationship Id="rId2" Type="http://schemas.openxmlformats.org/officeDocument/2006/relationships/tags" Target="../tags/tag150.xml"/><Relationship Id="rId16" Type="http://schemas.openxmlformats.org/officeDocument/2006/relationships/tags" Target="../tags/tag164.xml"/><Relationship Id="rId20" Type="http://schemas.openxmlformats.org/officeDocument/2006/relationships/tags" Target="../tags/tag168.xml"/><Relationship Id="rId1" Type="http://schemas.openxmlformats.org/officeDocument/2006/relationships/tags" Target="../tags/tag149.xml"/><Relationship Id="rId6" Type="http://schemas.openxmlformats.org/officeDocument/2006/relationships/tags" Target="../tags/tag154.xml"/><Relationship Id="rId11" Type="http://schemas.openxmlformats.org/officeDocument/2006/relationships/tags" Target="../tags/tag159.xml"/><Relationship Id="rId24" Type="http://schemas.openxmlformats.org/officeDocument/2006/relationships/notesSlide" Target="../notesSlides/notesSlide18.xml"/><Relationship Id="rId5" Type="http://schemas.openxmlformats.org/officeDocument/2006/relationships/tags" Target="../tags/tag153.xml"/><Relationship Id="rId15" Type="http://schemas.openxmlformats.org/officeDocument/2006/relationships/tags" Target="../tags/tag163.xml"/><Relationship Id="rId23" Type="http://schemas.openxmlformats.org/officeDocument/2006/relationships/slideLayout" Target="../slideLayouts/slideLayout1.xml"/><Relationship Id="rId10" Type="http://schemas.openxmlformats.org/officeDocument/2006/relationships/tags" Target="../tags/tag158.xml"/><Relationship Id="rId19" Type="http://schemas.openxmlformats.org/officeDocument/2006/relationships/tags" Target="../tags/tag167.xml"/><Relationship Id="rId4" Type="http://schemas.openxmlformats.org/officeDocument/2006/relationships/tags" Target="../tags/tag152.xml"/><Relationship Id="rId9" Type="http://schemas.openxmlformats.org/officeDocument/2006/relationships/tags" Target="../tags/tag157.xml"/><Relationship Id="rId14" Type="http://schemas.openxmlformats.org/officeDocument/2006/relationships/tags" Target="../tags/tag162.xml"/><Relationship Id="rId22" Type="http://schemas.openxmlformats.org/officeDocument/2006/relationships/tags" Target="../tags/tag170.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hyperlink" Target="https://www.psychologie.hhu.de/arbeitsgruppen/allgemeine-psychologie-und-arbeitspsychologie/gpower"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8" Type="http://schemas.openxmlformats.org/officeDocument/2006/relationships/tags" Target="../tags/tag178.xml"/><Relationship Id="rId13" Type="http://schemas.openxmlformats.org/officeDocument/2006/relationships/notesSlide" Target="../notesSlides/notesSlide22.xml"/><Relationship Id="rId3" Type="http://schemas.openxmlformats.org/officeDocument/2006/relationships/tags" Target="../tags/tag173.xml"/><Relationship Id="rId7" Type="http://schemas.openxmlformats.org/officeDocument/2006/relationships/tags" Target="../tags/tag177.xml"/><Relationship Id="rId12" Type="http://schemas.openxmlformats.org/officeDocument/2006/relationships/slideLayout" Target="../slideLayouts/slideLayout1.xml"/><Relationship Id="rId2" Type="http://schemas.openxmlformats.org/officeDocument/2006/relationships/tags" Target="../tags/tag172.xml"/><Relationship Id="rId16" Type="http://schemas.openxmlformats.org/officeDocument/2006/relationships/image" Target="../media/image29.png"/><Relationship Id="rId1" Type="http://schemas.openxmlformats.org/officeDocument/2006/relationships/tags" Target="../tags/tag171.xml"/><Relationship Id="rId6" Type="http://schemas.openxmlformats.org/officeDocument/2006/relationships/tags" Target="../tags/tag176.xml"/><Relationship Id="rId11" Type="http://schemas.openxmlformats.org/officeDocument/2006/relationships/tags" Target="../tags/tag181.xml"/><Relationship Id="rId5" Type="http://schemas.openxmlformats.org/officeDocument/2006/relationships/tags" Target="../tags/tag175.xml"/><Relationship Id="rId15" Type="http://schemas.openxmlformats.org/officeDocument/2006/relationships/image" Target="../media/image28.png"/><Relationship Id="rId10" Type="http://schemas.openxmlformats.org/officeDocument/2006/relationships/tags" Target="../tags/tag180.xml"/><Relationship Id="rId4" Type="http://schemas.openxmlformats.org/officeDocument/2006/relationships/tags" Target="../tags/tag174.xml"/><Relationship Id="rId9" Type="http://schemas.openxmlformats.org/officeDocument/2006/relationships/tags" Target="../tags/tag179.xml"/><Relationship Id="rId14" Type="http://schemas.openxmlformats.org/officeDocument/2006/relationships/image" Target="../media/image27.png"/></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uexternadoedu-my.sharepoint.com/:b:/g/personal/luis_guevara_uexternado_edu_co/EfdXtvwf2eJPoK0M-plIyOEB2uJGWBpFkG5h4W4PT1Q2Og?e=ed1tYb" TargetMode="Externa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uexternadoedu-my.sharepoint.com/:b:/g/personal/luis_guevara_uexternado_edu_co/EfdXtvwf2eJPoK0M-plIyOEB2uJGWBpFkG5h4W4PT1Q2Og?e=ed1tYb" TargetMode="Externa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8" Type="http://schemas.openxmlformats.org/officeDocument/2006/relationships/tags" Target="../tags/tag189.xml"/><Relationship Id="rId13" Type="http://schemas.openxmlformats.org/officeDocument/2006/relationships/tags" Target="../tags/tag194.xml"/><Relationship Id="rId18" Type="http://schemas.openxmlformats.org/officeDocument/2006/relationships/tags" Target="../tags/tag199.xml"/><Relationship Id="rId3" Type="http://schemas.openxmlformats.org/officeDocument/2006/relationships/tags" Target="../tags/tag184.xml"/><Relationship Id="rId21" Type="http://schemas.openxmlformats.org/officeDocument/2006/relationships/tags" Target="../tags/tag202.xml"/><Relationship Id="rId7" Type="http://schemas.openxmlformats.org/officeDocument/2006/relationships/tags" Target="../tags/tag188.xml"/><Relationship Id="rId12" Type="http://schemas.openxmlformats.org/officeDocument/2006/relationships/tags" Target="../tags/tag193.xml"/><Relationship Id="rId17" Type="http://schemas.openxmlformats.org/officeDocument/2006/relationships/tags" Target="../tags/tag198.xml"/><Relationship Id="rId2" Type="http://schemas.openxmlformats.org/officeDocument/2006/relationships/tags" Target="../tags/tag183.xml"/><Relationship Id="rId16" Type="http://schemas.openxmlformats.org/officeDocument/2006/relationships/tags" Target="../tags/tag197.xml"/><Relationship Id="rId20" Type="http://schemas.openxmlformats.org/officeDocument/2006/relationships/tags" Target="../tags/tag201.xml"/><Relationship Id="rId1" Type="http://schemas.openxmlformats.org/officeDocument/2006/relationships/tags" Target="../tags/tag182.xml"/><Relationship Id="rId6" Type="http://schemas.openxmlformats.org/officeDocument/2006/relationships/tags" Target="../tags/tag187.xml"/><Relationship Id="rId11" Type="http://schemas.openxmlformats.org/officeDocument/2006/relationships/tags" Target="../tags/tag192.xml"/><Relationship Id="rId5" Type="http://schemas.openxmlformats.org/officeDocument/2006/relationships/tags" Target="../tags/tag186.xml"/><Relationship Id="rId15" Type="http://schemas.openxmlformats.org/officeDocument/2006/relationships/tags" Target="../tags/tag196.xml"/><Relationship Id="rId23" Type="http://schemas.openxmlformats.org/officeDocument/2006/relationships/notesSlide" Target="../notesSlides/notesSlide26.xml"/><Relationship Id="rId10" Type="http://schemas.openxmlformats.org/officeDocument/2006/relationships/tags" Target="../tags/tag191.xml"/><Relationship Id="rId19" Type="http://schemas.openxmlformats.org/officeDocument/2006/relationships/tags" Target="../tags/tag200.xml"/><Relationship Id="rId4" Type="http://schemas.openxmlformats.org/officeDocument/2006/relationships/tags" Target="../tags/tag185.xml"/><Relationship Id="rId9" Type="http://schemas.openxmlformats.org/officeDocument/2006/relationships/tags" Target="../tags/tag190.xml"/><Relationship Id="rId14" Type="http://schemas.openxmlformats.org/officeDocument/2006/relationships/tags" Target="../tags/tag195.xml"/><Relationship Id="rId22"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6" Type="http://schemas.openxmlformats.org/officeDocument/2006/relationships/tags" Target="../tags/tag228.xml"/><Relationship Id="rId21" Type="http://schemas.openxmlformats.org/officeDocument/2006/relationships/tags" Target="../tags/tag223.xml"/><Relationship Id="rId42" Type="http://schemas.openxmlformats.org/officeDocument/2006/relationships/tags" Target="../tags/tag244.xml"/><Relationship Id="rId47" Type="http://schemas.openxmlformats.org/officeDocument/2006/relationships/tags" Target="../tags/tag249.xml"/><Relationship Id="rId63" Type="http://schemas.openxmlformats.org/officeDocument/2006/relationships/tags" Target="../tags/tag265.xml"/><Relationship Id="rId68" Type="http://schemas.openxmlformats.org/officeDocument/2006/relationships/tags" Target="../tags/tag270.xml"/><Relationship Id="rId84" Type="http://schemas.openxmlformats.org/officeDocument/2006/relationships/tags" Target="../tags/tag286.xml"/><Relationship Id="rId89" Type="http://schemas.openxmlformats.org/officeDocument/2006/relationships/image" Target="../media/image34.png"/><Relationship Id="rId16" Type="http://schemas.openxmlformats.org/officeDocument/2006/relationships/tags" Target="../tags/tag218.xml"/><Relationship Id="rId11" Type="http://schemas.openxmlformats.org/officeDocument/2006/relationships/tags" Target="../tags/tag213.xml"/><Relationship Id="rId32" Type="http://schemas.openxmlformats.org/officeDocument/2006/relationships/tags" Target="../tags/tag234.xml"/><Relationship Id="rId37" Type="http://schemas.openxmlformats.org/officeDocument/2006/relationships/tags" Target="../tags/tag239.xml"/><Relationship Id="rId53" Type="http://schemas.openxmlformats.org/officeDocument/2006/relationships/tags" Target="../tags/tag255.xml"/><Relationship Id="rId58" Type="http://schemas.openxmlformats.org/officeDocument/2006/relationships/tags" Target="../tags/tag260.xml"/><Relationship Id="rId74" Type="http://schemas.openxmlformats.org/officeDocument/2006/relationships/tags" Target="../tags/tag276.xml"/><Relationship Id="rId79" Type="http://schemas.openxmlformats.org/officeDocument/2006/relationships/tags" Target="../tags/tag281.xml"/><Relationship Id="rId5" Type="http://schemas.openxmlformats.org/officeDocument/2006/relationships/tags" Target="../tags/tag207.xml"/><Relationship Id="rId90" Type="http://schemas.microsoft.com/office/2007/relationships/hdphoto" Target="../media/hdphoto2.wdp"/><Relationship Id="rId14" Type="http://schemas.openxmlformats.org/officeDocument/2006/relationships/tags" Target="../tags/tag216.xml"/><Relationship Id="rId22" Type="http://schemas.openxmlformats.org/officeDocument/2006/relationships/tags" Target="../tags/tag224.xml"/><Relationship Id="rId27" Type="http://schemas.openxmlformats.org/officeDocument/2006/relationships/tags" Target="../tags/tag229.xml"/><Relationship Id="rId30" Type="http://schemas.openxmlformats.org/officeDocument/2006/relationships/tags" Target="../tags/tag232.xml"/><Relationship Id="rId35" Type="http://schemas.openxmlformats.org/officeDocument/2006/relationships/tags" Target="../tags/tag237.xml"/><Relationship Id="rId43" Type="http://schemas.openxmlformats.org/officeDocument/2006/relationships/tags" Target="../tags/tag245.xml"/><Relationship Id="rId48" Type="http://schemas.openxmlformats.org/officeDocument/2006/relationships/tags" Target="../tags/tag250.xml"/><Relationship Id="rId56" Type="http://schemas.openxmlformats.org/officeDocument/2006/relationships/tags" Target="../tags/tag258.xml"/><Relationship Id="rId64" Type="http://schemas.openxmlformats.org/officeDocument/2006/relationships/tags" Target="../tags/tag266.xml"/><Relationship Id="rId69" Type="http://schemas.openxmlformats.org/officeDocument/2006/relationships/tags" Target="../tags/tag271.xml"/><Relationship Id="rId77" Type="http://schemas.openxmlformats.org/officeDocument/2006/relationships/tags" Target="../tags/tag279.xml"/><Relationship Id="rId8" Type="http://schemas.openxmlformats.org/officeDocument/2006/relationships/tags" Target="../tags/tag210.xml"/><Relationship Id="rId51" Type="http://schemas.openxmlformats.org/officeDocument/2006/relationships/tags" Target="../tags/tag253.xml"/><Relationship Id="rId72" Type="http://schemas.openxmlformats.org/officeDocument/2006/relationships/tags" Target="../tags/tag274.xml"/><Relationship Id="rId80" Type="http://schemas.openxmlformats.org/officeDocument/2006/relationships/tags" Target="../tags/tag282.xml"/><Relationship Id="rId85" Type="http://schemas.openxmlformats.org/officeDocument/2006/relationships/tags" Target="../tags/tag287.xml"/><Relationship Id="rId3" Type="http://schemas.openxmlformats.org/officeDocument/2006/relationships/tags" Target="../tags/tag205.xml"/><Relationship Id="rId12" Type="http://schemas.openxmlformats.org/officeDocument/2006/relationships/tags" Target="../tags/tag214.xml"/><Relationship Id="rId17" Type="http://schemas.openxmlformats.org/officeDocument/2006/relationships/tags" Target="../tags/tag219.xml"/><Relationship Id="rId25" Type="http://schemas.openxmlformats.org/officeDocument/2006/relationships/tags" Target="../tags/tag227.xml"/><Relationship Id="rId33" Type="http://schemas.openxmlformats.org/officeDocument/2006/relationships/tags" Target="../tags/tag235.xml"/><Relationship Id="rId38" Type="http://schemas.openxmlformats.org/officeDocument/2006/relationships/tags" Target="../tags/tag240.xml"/><Relationship Id="rId46" Type="http://schemas.openxmlformats.org/officeDocument/2006/relationships/tags" Target="../tags/tag248.xml"/><Relationship Id="rId59" Type="http://schemas.openxmlformats.org/officeDocument/2006/relationships/tags" Target="../tags/tag261.xml"/><Relationship Id="rId67" Type="http://schemas.openxmlformats.org/officeDocument/2006/relationships/tags" Target="../tags/tag269.xml"/><Relationship Id="rId20" Type="http://schemas.openxmlformats.org/officeDocument/2006/relationships/tags" Target="../tags/tag222.xml"/><Relationship Id="rId41" Type="http://schemas.openxmlformats.org/officeDocument/2006/relationships/tags" Target="../tags/tag243.xml"/><Relationship Id="rId54" Type="http://schemas.openxmlformats.org/officeDocument/2006/relationships/tags" Target="../tags/tag256.xml"/><Relationship Id="rId62" Type="http://schemas.openxmlformats.org/officeDocument/2006/relationships/tags" Target="../tags/tag264.xml"/><Relationship Id="rId70" Type="http://schemas.openxmlformats.org/officeDocument/2006/relationships/tags" Target="../tags/tag272.xml"/><Relationship Id="rId75" Type="http://schemas.openxmlformats.org/officeDocument/2006/relationships/tags" Target="../tags/tag277.xml"/><Relationship Id="rId83" Type="http://schemas.openxmlformats.org/officeDocument/2006/relationships/tags" Target="../tags/tag285.xml"/><Relationship Id="rId88" Type="http://schemas.openxmlformats.org/officeDocument/2006/relationships/notesSlide" Target="../notesSlides/notesSlide27.xml"/><Relationship Id="rId1" Type="http://schemas.openxmlformats.org/officeDocument/2006/relationships/tags" Target="../tags/tag203.xml"/><Relationship Id="rId6" Type="http://schemas.openxmlformats.org/officeDocument/2006/relationships/tags" Target="../tags/tag208.xml"/><Relationship Id="rId15" Type="http://schemas.openxmlformats.org/officeDocument/2006/relationships/tags" Target="../tags/tag217.xml"/><Relationship Id="rId23" Type="http://schemas.openxmlformats.org/officeDocument/2006/relationships/tags" Target="../tags/tag225.xml"/><Relationship Id="rId28" Type="http://schemas.openxmlformats.org/officeDocument/2006/relationships/tags" Target="../tags/tag230.xml"/><Relationship Id="rId36" Type="http://schemas.openxmlformats.org/officeDocument/2006/relationships/tags" Target="../tags/tag238.xml"/><Relationship Id="rId49" Type="http://schemas.openxmlformats.org/officeDocument/2006/relationships/tags" Target="../tags/tag251.xml"/><Relationship Id="rId57" Type="http://schemas.openxmlformats.org/officeDocument/2006/relationships/tags" Target="../tags/tag259.xml"/><Relationship Id="rId10" Type="http://schemas.openxmlformats.org/officeDocument/2006/relationships/tags" Target="../tags/tag212.xml"/><Relationship Id="rId31" Type="http://schemas.openxmlformats.org/officeDocument/2006/relationships/tags" Target="../tags/tag233.xml"/><Relationship Id="rId44" Type="http://schemas.openxmlformats.org/officeDocument/2006/relationships/tags" Target="../tags/tag246.xml"/><Relationship Id="rId52" Type="http://schemas.openxmlformats.org/officeDocument/2006/relationships/tags" Target="../tags/tag254.xml"/><Relationship Id="rId60" Type="http://schemas.openxmlformats.org/officeDocument/2006/relationships/tags" Target="../tags/tag262.xml"/><Relationship Id="rId65" Type="http://schemas.openxmlformats.org/officeDocument/2006/relationships/tags" Target="../tags/tag267.xml"/><Relationship Id="rId73" Type="http://schemas.openxmlformats.org/officeDocument/2006/relationships/tags" Target="../tags/tag275.xml"/><Relationship Id="rId78" Type="http://schemas.openxmlformats.org/officeDocument/2006/relationships/tags" Target="../tags/tag280.xml"/><Relationship Id="rId81" Type="http://schemas.openxmlformats.org/officeDocument/2006/relationships/tags" Target="../tags/tag283.xml"/><Relationship Id="rId86" Type="http://schemas.openxmlformats.org/officeDocument/2006/relationships/tags" Target="../tags/tag288.xml"/><Relationship Id="rId4" Type="http://schemas.openxmlformats.org/officeDocument/2006/relationships/tags" Target="../tags/tag206.xml"/><Relationship Id="rId9" Type="http://schemas.openxmlformats.org/officeDocument/2006/relationships/tags" Target="../tags/tag211.xml"/><Relationship Id="rId13" Type="http://schemas.openxmlformats.org/officeDocument/2006/relationships/tags" Target="../tags/tag215.xml"/><Relationship Id="rId18" Type="http://schemas.openxmlformats.org/officeDocument/2006/relationships/tags" Target="../tags/tag220.xml"/><Relationship Id="rId39" Type="http://schemas.openxmlformats.org/officeDocument/2006/relationships/tags" Target="../tags/tag241.xml"/><Relationship Id="rId34" Type="http://schemas.openxmlformats.org/officeDocument/2006/relationships/tags" Target="../tags/tag236.xml"/><Relationship Id="rId50" Type="http://schemas.openxmlformats.org/officeDocument/2006/relationships/tags" Target="../tags/tag252.xml"/><Relationship Id="rId55" Type="http://schemas.openxmlformats.org/officeDocument/2006/relationships/tags" Target="../tags/tag257.xml"/><Relationship Id="rId76" Type="http://schemas.openxmlformats.org/officeDocument/2006/relationships/tags" Target="../tags/tag278.xml"/><Relationship Id="rId7" Type="http://schemas.openxmlformats.org/officeDocument/2006/relationships/tags" Target="../tags/tag209.xml"/><Relationship Id="rId71" Type="http://schemas.openxmlformats.org/officeDocument/2006/relationships/tags" Target="../tags/tag273.xml"/><Relationship Id="rId2" Type="http://schemas.openxmlformats.org/officeDocument/2006/relationships/tags" Target="../tags/tag204.xml"/><Relationship Id="rId29" Type="http://schemas.openxmlformats.org/officeDocument/2006/relationships/tags" Target="../tags/tag231.xml"/><Relationship Id="rId24" Type="http://schemas.openxmlformats.org/officeDocument/2006/relationships/tags" Target="../tags/tag226.xml"/><Relationship Id="rId40" Type="http://schemas.openxmlformats.org/officeDocument/2006/relationships/tags" Target="../tags/tag242.xml"/><Relationship Id="rId45" Type="http://schemas.openxmlformats.org/officeDocument/2006/relationships/tags" Target="../tags/tag247.xml"/><Relationship Id="rId66" Type="http://schemas.openxmlformats.org/officeDocument/2006/relationships/tags" Target="../tags/tag268.xml"/><Relationship Id="rId87" Type="http://schemas.openxmlformats.org/officeDocument/2006/relationships/slideLayout" Target="../slideLayouts/slideLayout1.xml"/><Relationship Id="rId61" Type="http://schemas.openxmlformats.org/officeDocument/2006/relationships/tags" Target="../tags/tag263.xml"/><Relationship Id="rId82" Type="http://schemas.openxmlformats.org/officeDocument/2006/relationships/tags" Target="../tags/tag284.xml"/><Relationship Id="rId19" Type="http://schemas.openxmlformats.org/officeDocument/2006/relationships/tags" Target="../tags/tag221.xml"/></Relationships>
</file>

<file path=ppt/slides/_rels/slide63.xml.rels><?xml version="1.0" encoding="UTF-8" standalone="yes"?>
<Relationships xmlns="http://schemas.openxmlformats.org/package/2006/relationships"><Relationship Id="rId8" Type="http://schemas.openxmlformats.org/officeDocument/2006/relationships/tags" Target="../tags/tag296.xml"/><Relationship Id="rId13" Type="http://schemas.openxmlformats.org/officeDocument/2006/relationships/tags" Target="../tags/tag301.xml"/><Relationship Id="rId18" Type="http://schemas.openxmlformats.org/officeDocument/2006/relationships/tags" Target="../tags/tag306.xml"/><Relationship Id="rId3" Type="http://schemas.openxmlformats.org/officeDocument/2006/relationships/tags" Target="../tags/tag291.xml"/><Relationship Id="rId21" Type="http://schemas.openxmlformats.org/officeDocument/2006/relationships/tags" Target="../tags/tag309.xml"/><Relationship Id="rId7" Type="http://schemas.openxmlformats.org/officeDocument/2006/relationships/tags" Target="../tags/tag295.xml"/><Relationship Id="rId12" Type="http://schemas.openxmlformats.org/officeDocument/2006/relationships/tags" Target="../tags/tag300.xml"/><Relationship Id="rId17" Type="http://schemas.openxmlformats.org/officeDocument/2006/relationships/tags" Target="../tags/tag305.xml"/><Relationship Id="rId2" Type="http://schemas.openxmlformats.org/officeDocument/2006/relationships/tags" Target="../tags/tag290.xml"/><Relationship Id="rId16" Type="http://schemas.openxmlformats.org/officeDocument/2006/relationships/tags" Target="../tags/tag304.xml"/><Relationship Id="rId20" Type="http://schemas.openxmlformats.org/officeDocument/2006/relationships/tags" Target="../tags/tag308.xml"/><Relationship Id="rId1" Type="http://schemas.openxmlformats.org/officeDocument/2006/relationships/tags" Target="../tags/tag289.xml"/><Relationship Id="rId6" Type="http://schemas.openxmlformats.org/officeDocument/2006/relationships/tags" Target="../tags/tag294.xml"/><Relationship Id="rId11" Type="http://schemas.openxmlformats.org/officeDocument/2006/relationships/tags" Target="../tags/tag299.xml"/><Relationship Id="rId5" Type="http://schemas.openxmlformats.org/officeDocument/2006/relationships/tags" Target="../tags/tag293.xml"/><Relationship Id="rId15" Type="http://schemas.openxmlformats.org/officeDocument/2006/relationships/tags" Target="../tags/tag303.xml"/><Relationship Id="rId23" Type="http://schemas.openxmlformats.org/officeDocument/2006/relationships/notesSlide" Target="../notesSlides/notesSlide28.xml"/><Relationship Id="rId10" Type="http://schemas.openxmlformats.org/officeDocument/2006/relationships/tags" Target="../tags/tag298.xml"/><Relationship Id="rId19" Type="http://schemas.openxmlformats.org/officeDocument/2006/relationships/tags" Target="../tags/tag307.xml"/><Relationship Id="rId4" Type="http://schemas.openxmlformats.org/officeDocument/2006/relationships/tags" Target="../tags/tag292.xml"/><Relationship Id="rId9" Type="http://schemas.openxmlformats.org/officeDocument/2006/relationships/tags" Target="../tags/tag297.xml"/><Relationship Id="rId14" Type="http://schemas.openxmlformats.org/officeDocument/2006/relationships/tags" Target="../tags/tag302.xml"/><Relationship Id="rId22"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6" Type="http://schemas.openxmlformats.org/officeDocument/2006/relationships/tags" Target="../tags/tag335.xml"/><Relationship Id="rId21" Type="http://schemas.openxmlformats.org/officeDocument/2006/relationships/tags" Target="../tags/tag330.xml"/><Relationship Id="rId42" Type="http://schemas.openxmlformats.org/officeDocument/2006/relationships/tags" Target="../tags/tag351.xml"/><Relationship Id="rId47" Type="http://schemas.openxmlformats.org/officeDocument/2006/relationships/tags" Target="../tags/tag356.xml"/><Relationship Id="rId63" Type="http://schemas.openxmlformats.org/officeDocument/2006/relationships/tags" Target="../tags/tag372.xml"/><Relationship Id="rId68" Type="http://schemas.openxmlformats.org/officeDocument/2006/relationships/tags" Target="../tags/tag377.xml"/><Relationship Id="rId84" Type="http://schemas.openxmlformats.org/officeDocument/2006/relationships/tags" Target="../tags/tag393.xml"/><Relationship Id="rId89" Type="http://schemas.openxmlformats.org/officeDocument/2006/relationships/image" Target="../media/image34.png"/><Relationship Id="rId16" Type="http://schemas.openxmlformats.org/officeDocument/2006/relationships/tags" Target="../tags/tag325.xml"/><Relationship Id="rId11" Type="http://schemas.openxmlformats.org/officeDocument/2006/relationships/tags" Target="../tags/tag320.xml"/><Relationship Id="rId32" Type="http://schemas.openxmlformats.org/officeDocument/2006/relationships/tags" Target="../tags/tag341.xml"/><Relationship Id="rId37" Type="http://schemas.openxmlformats.org/officeDocument/2006/relationships/tags" Target="../tags/tag346.xml"/><Relationship Id="rId53" Type="http://schemas.openxmlformats.org/officeDocument/2006/relationships/tags" Target="../tags/tag362.xml"/><Relationship Id="rId58" Type="http://schemas.openxmlformats.org/officeDocument/2006/relationships/tags" Target="../tags/tag367.xml"/><Relationship Id="rId74" Type="http://schemas.openxmlformats.org/officeDocument/2006/relationships/tags" Target="../tags/tag383.xml"/><Relationship Id="rId79" Type="http://schemas.openxmlformats.org/officeDocument/2006/relationships/tags" Target="../tags/tag388.xml"/><Relationship Id="rId5" Type="http://schemas.openxmlformats.org/officeDocument/2006/relationships/tags" Target="../tags/tag314.xml"/><Relationship Id="rId90" Type="http://schemas.microsoft.com/office/2007/relationships/hdphoto" Target="../media/hdphoto2.wdp"/><Relationship Id="rId14" Type="http://schemas.openxmlformats.org/officeDocument/2006/relationships/tags" Target="../tags/tag323.xml"/><Relationship Id="rId22" Type="http://schemas.openxmlformats.org/officeDocument/2006/relationships/tags" Target="../tags/tag331.xml"/><Relationship Id="rId27" Type="http://schemas.openxmlformats.org/officeDocument/2006/relationships/tags" Target="../tags/tag336.xml"/><Relationship Id="rId30" Type="http://schemas.openxmlformats.org/officeDocument/2006/relationships/tags" Target="../tags/tag339.xml"/><Relationship Id="rId35" Type="http://schemas.openxmlformats.org/officeDocument/2006/relationships/tags" Target="../tags/tag344.xml"/><Relationship Id="rId43" Type="http://schemas.openxmlformats.org/officeDocument/2006/relationships/tags" Target="../tags/tag352.xml"/><Relationship Id="rId48" Type="http://schemas.openxmlformats.org/officeDocument/2006/relationships/tags" Target="../tags/tag357.xml"/><Relationship Id="rId56" Type="http://schemas.openxmlformats.org/officeDocument/2006/relationships/tags" Target="../tags/tag365.xml"/><Relationship Id="rId64" Type="http://schemas.openxmlformats.org/officeDocument/2006/relationships/tags" Target="../tags/tag373.xml"/><Relationship Id="rId69" Type="http://schemas.openxmlformats.org/officeDocument/2006/relationships/tags" Target="../tags/tag378.xml"/><Relationship Id="rId77" Type="http://schemas.openxmlformats.org/officeDocument/2006/relationships/tags" Target="../tags/tag386.xml"/><Relationship Id="rId8" Type="http://schemas.openxmlformats.org/officeDocument/2006/relationships/tags" Target="../tags/tag317.xml"/><Relationship Id="rId51" Type="http://schemas.openxmlformats.org/officeDocument/2006/relationships/tags" Target="../tags/tag360.xml"/><Relationship Id="rId72" Type="http://schemas.openxmlformats.org/officeDocument/2006/relationships/tags" Target="../tags/tag381.xml"/><Relationship Id="rId80" Type="http://schemas.openxmlformats.org/officeDocument/2006/relationships/tags" Target="../tags/tag389.xml"/><Relationship Id="rId85" Type="http://schemas.openxmlformats.org/officeDocument/2006/relationships/tags" Target="../tags/tag394.xml"/><Relationship Id="rId3" Type="http://schemas.openxmlformats.org/officeDocument/2006/relationships/tags" Target="../tags/tag312.xml"/><Relationship Id="rId12" Type="http://schemas.openxmlformats.org/officeDocument/2006/relationships/tags" Target="../tags/tag321.xml"/><Relationship Id="rId17" Type="http://schemas.openxmlformats.org/officeDocument/2006/relationships/tags" Target="../tags/tag326.xml"/><Relationship Id="rId25" Type="http://schemas.openxmlformats.org/officeDocument/2006/relationships/tags" Target="../tags/tag334.xml"/><Relationship Id="rId33" Type="http://schemas.openxmlformats.org/officeDocument/2006/relationships/tags" Target="../tags/tag342.xml"/><Relationship Id="rId38" Type="http://schemas.openxmlformats.org/officeDocument/2006/relationships/tags" Target="../tags/tag347.xml"/><Relationship Id="rId46" Type="http://schemas.openxmlformats.org/officeDocument/2006/relationships/tags" Target="../tags/tag355.xml"/><Relationship Id="rId59" Type="http://schemas.openxmlformats.org/officeDocument/2006/relationships/tags" Target="../tags/tag368.xml"/><Relationship Id="rId67" Type="http://schemas.openxmlformats.org/officeDocument/2006/relationships/tags" Target="../tags/tag376.xml"/><Relationship Id="rId20" Type="http://schemas.openxmlformats.org/officeDocument/2006/relationships/tags" Target="../tags/tag329.xml"/><Relationship Id="rId41" Type="http://schemas.openxmlformats.org/officeDocument/2006/relationships/tags" Target="../tags/tag350.xml"/><Relationship Id="rId54" Type="http://schemas.openxmlformats.org/officeDocument/2006/relationships/tags" Target="../tags/tag363.xml"/><Relationship Id="rId62" Type="http://schemas.openxmlformats.org/officeDocument/2006/relationships/tags" Target="../tags/tag371.xml"/><Relationship Id="rId70" Type="http://schemas.openxmlformats.org/officeDocument/2006/relationships/tags" Target="../tags/tag379.xml"/><Relationship Id="rId75" Type="http://schemas.openxmlformats.org/officeDocument/2006/relationships/tags" Target="../tags/tag384.xml"/><Relationship Id="rId83" Type="http://schemas.openxmlformats.org/officeDocument/2006/relationships/tags" Target="../tags/tag392.xml"/><Relationship Id="rId88" Type="http://schemas.openxmlformats.org/officeDocument/2006/relationships/notesSlide" Target="../notesSlides/notesSlide29.xml"/><Relationship Id="rId1" Type="http://schemas.openxmlformats.org/officeDocument/2006/relationships/tags" Target="../tags/tag310.xml"/><Relationship Id="rId6" Type="http://schemas.openxmlformats.org/officeDocument/2006/relationships/tags" Target="../tags/tag315.xml"/><Relationship Id="rId15" Type="http://schemas.openxmlformats.org/officeDocument/2006/relationships/tags" Target="../tags/tag324.xml"/><Relationship Id="rId23" Type="http://schemas.openxmlformats.org/officeDocument/2006/relationships/tags" Target="../tags/tag332.xml"/><Relationship Id="rId28" Type="http://schemas.openxmlformats.org/officeDocument/2006/relationships/tags" Target="../tags/tag337.xml"/><Relationship Id="rId36" Type="http://schemas.openxmlformats.org/officeDocument/2006/relationships/tags" Target="../tags/tag345.xml"/><Relationship Id="rId49" Type="http://schemas.openxmlformats.org/officeDocument/2006/relationships/tags" Target="../tags/tag358.xml"/><Relationship Id="rId57" Type="http://schemas.openxmlformats.org/officeDocument/2006/relationships/tags" Target="../tags/tag366.xml"/><Relationship Id="rId10" Type="http://schemas.openxmlformats.org/officeDocument/2006/relationships/tags" Target="../tags/tag319.xml"/><Relationship Id="rId31" Type="http://schemas.openxmlformats.org/officeDocument/2006/relationships/tags" Target="../tags/tag340.xml"/><Relationship Id="rId44" Type="http://schemas.openxmlformats.org/officeDocument/2006/relationships/tags" Target="../tags/tag353.xml"/><Relationship Id="rId52" Type="http://schemas.openxmlformats.org/officeDocument/2006/relationships/tags" Target="../tags/tag361.xml"/><Relationship Id="rId60" Type="http://schemas.openxmlformats.org/officeDocument/2006/relationships/tags" Target="../tags/tag369.xml"/><Relationship Id="rId65" Type="http://schemas.openxmlformats.org/officeDocument/2006/relationships/tags" Target="../tags/tag374.xml"/><Relationship Id="rId73" Type="http://schemas.openxmlformats.org/officeDocument/2006/relationships/tags" Target="../tags/tag382.xml"/><Relationship Id="rId78" Type="http://schemas.openxmlformats.org/officeDocument/2006/relationships/tags" Target="../tags/tag387.xml"/><Relationship Id="rId81" Type="http://schemas.openxmlformats.org/officeDocument/2006/relationships/tags" Target="../tags/tag390.xml"/><Relationship Id="rId86" Type="http://schemas.openxmlformats.org/officeDocument/2006/relationships/tags" Target="../tags/tag395.xml"/><Relationship Id="rId4" Type="http://schemas.openxmlformats.org/officeDocument/2006/relationships/tags" Target="../tags/tag313.xml"/><Relationship Id="rId9" Type="http://schemas.openxmlformats.org/officeDocument/2006/relationships/tags" Target="../tags/tag318.xml"/><Relationship Id="rId13" Type="http://schemas.openxmlformats.org/officeDocument/2006/relationships/tags" Target="../tags/tag322.xml"/><Relationship Id="rId18" Type="http://schemas.openxmlformats.org/officeDocument/2006/relationships/tags" Target="../tags/tag327.xml"/><Relationship Id="rId39" Type="http://schemas.openxmlformats.org/officeDocument/2006/relationships/tags" Target="../tags/tag348.xml"/><Relationship Id="rId34" Type="http://schemas.openxmlformats.org/officeDocument/2006/relationships/tags" Target="../tags/tag343.xml"/><Relationship Id="rId50" Type="http://schemas.openxmlformats.org/officeDocument/2006/relationships/tags" Target="../tags/tag359.xml"/><Relationship Id="rId55" Type="http://schemas.openxmlformats.org/officeDocument/2006/relationships/tags" Target="../tags/tag364.xml"/><Relationship Id="rId76" Type="http://schemas.openxmlformats.org/officeDocument/2006/relationships/tags" Target="../tags/tag385.xml"/><Relationship Id="rId7" Type="http://schemas.openxmlformats.org/officeDocument/2006/relationships/tags" Target="../tags/tag316.xml"/><Relationship Id="rId71" Type="http://schemas.openxmlformats.org/officeDocument/2006/relationships/tags" Target="../tags/tag380.xml"/><Relationship Id="rId2" Type="http://schemas.openxmlformats.org/officeDocument/2006/relationships/tags" Target="../tags/tag311.xml"/><Relationship Id="rId29" Type="http://schemas.openxmlformats.org/officeDocument/2006/relationships/tags" Target="../tags/tag338.xml"/><Relationship Id="rId24" Type="http://schemas.openxmlformats.org/officeDocument/2006/relationships/tags" Target="../tags/tag333.xml"/><Relationship Id="rId40" Type="http://schemas.openxmlformats.org/officeDocument/2006/relationships/tags" Target="../tags/tag349.xml"/><Relationship Id="rId45" Type="http://schemas.openxmlformats.org/officeDocument/2006/relationships/tags" Target="../tags/tag354.xml"/><Relationship Id="rId66" Type="http://schemas.openxmlformats.org/officeDocument/2006/relationships/tags" Target="../tags/tag375.xml"/><Relationship Id="rId87" Type="http://schemas.openxmlformats.org/officeDocument/2006/relationships/slideLayout" Target="../slideLayouts/slideLayout1.xml"/><Relationship Id="rId61" Type="http://schemas.openxmlformats.org/officeDocument/2006/relationships/tags" Target="../tags/tag370.xml"/><Relationship Id="rId82" Type="http://schemas.openxmlformats.org/officeDocument/2006/relationships/tags" Target="../tags/tag391.xml"/><Relationship Id="rId19" Type="http://schemas.openxmlformats.org/officeDocument/2006/relationships/tags" Target="../tags/tag32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8" Type="http://schemas.openxmlformats.org/officeDocument/2006/relationships/tags" Target="../tags/tag403.xml"/><Relationship Id="rId13" Type="http://schemas.openxmlformats.org/officeDocument/2006/relationships/tags" Target="../tags/tag408.xml"/><Relationship Id="rId18" Type="http://schemas.openxmlformats.org/officeDocument/2006/relationships/tags" Target="../tags/tag413.xml"/><Relationship Id="rId26" Type="http://schemas.openxmlformats.org/officeDocument/2006/relationships/tags" Target="../tags/tag421.xml"/><Relationship Id="rId3" Type="http://schemas.openxmlformats.org/officeDocument/2006/relationships/tags" Target="../tags/tag398.xml"/><Relationship Id="rId21" Type="http://schemas.openxmlformats.org/officeDocument/2006/relationships/tags" Target="../tags/tag416.xml"/><Relationship Id="rId7" Type="http://schemas.openxmlformats.org/officeDocument/2006/relationships/tags" Target="../tags/tag402.xml"/><Relationship Id="rId12" Type="http://schemas.openxmlformats.org/officeDocument/2006/relationships/tags" Target="../tags/tag407.xml"/><Relationship Id="rId17" Type="http://schemas.openxmlformats.org/officeDocument/2006/relationships/tags" Target="../tags/tag412.xml"/><Relationship Id="rId25" Type="http://schemas.openxmlformats.org/officeDocument/2006/relationships/tags" Target="../tags/tag420.xml"/><Relationship Id="rId2" Type="http://schemas.openxmlformats.org/officeDocument/2006/relationships/tags" Target="../tags/tag397.xml"/><Relationship Id="rId16" Type="http://schemas.openxmlformats.org/officeDocument/2006/relationships/tags" Target="../tags/tag411.xml"/><Relationship Id="rId20" Type="http://schemas.openxmlformats.org/officeDocument/2006/relationships/tags" Target="../tags/tag415.xml"/><Relationship Id="rId1" Type="http://schemas.openxmlformats.org/officeDocument/2006/relationships/tags" Target="../tags/tag396.xml"/><Relationship Id="rId6" Type="http://schemas.openxmlformats.org/officeDocument/2006/relationships/tags" Target="../tags/tag401.xml"/><Relationship Id="rId11" Type="http://schemas.openxmlformats.org/officeDocument/2006/relationships/tags" Target="../tags/tag406.xml"/><Relationship Id="rId24" Type="http://schemas.openxmlformats.org/officeDocument/2006/relationships/tags" Target="../tags/tag419.xml"/><Relationship Id="rId5" Type="http://schemas.openxmlformats.org/officeDocument/2006/relationships/tags" Target="../tags/tag400.xml"/><Relationship Id="rId15" Type="http://schemas.openxmlformats.org/officeDocument/2006/relationships/tags" Target="../tags/tag410.xml"/><Relationship Id="rId23" Type="http://schemas.openxmlformats.org/officeDocument/2006/relationships/tags" Target="../tags/tag418.xml"/><Relationship Id="rId28" Type="http://schemas.openxmlformats.org/officeDocument/2006/relationships/notesSlide" Target="../notesSlides/notesSlide32.xml"/><Relationship Id="rId10" Type="http://schemas.openxmlformats.org/officeDocument/2006/relationships/tags" Target="../tags/tag405.xml"/><Relationship Id="rId19" Type="http://schemas.openxmlformats.org/officeDocument/2006/relationships/tags" Target="../tags/tag414.xml"/><Relationship Id="rId4" Type="http://schemas.openxmlformats.org/officeDocument/2006/relationships/tags" Target="../tags/tag399.xml"/><Relationship Id="rId9" Type="http://schemas.openxmlformats.org/officeDocument/2006/relationships/tags" Target="../tags/tag404.xml"/><Relationship Id="rId14" Type="http://schemas.openxmlformats.org/officeDocument/2006/relationships/tags" Target="../tags/tag409.xml"/><Relationship Id="rId22" Type="http://schemas.openxmlformats.org/officeDocument/2006/relationships/tags" Target="../tags/tag417.xml"/><Relationship Id="rId27"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8" Type="http://schemas.openxmlformats.org/officeDocument/2006/relationships/tags" Target="../tags/tag429.xml"/><Relationship Id="rId13" Type="http://schemas.openxmlformats.org/officeDocument/2006/relationships/tags" Target="../tags/tag434.xml"/><Relationship Id="rId18" Type="http://schemas.openxmlformats.org/officeDocument/2006/relationships/tags" Target="../tags/tag439.xml"/><Relationship Id="rId26" Type="http://schemas.openxmlformats.org/officeDocument/2006/relationships/slideLayout" Target="../slideLayouts/slideLayout1.xml"/><Relationship Id="rId3" Type="http://schemas.openxmlformats.org/officeDocument/2006/relationships/tags" Target="../tags/tag424.xml"/><Relationship Id="rId21" Type="http://schemas.openxmlformats.org/officeDocument/2006/relationships/tags" Target="../tags/tag442.xml"/><Relationship Id="rId7" Type="http://schemas.openxmlformats.org/officeDocument/2006/relationships/tags" Target="../tags/tag428.xml"/><Relationship Id="rId12" Type="http://schemas.openxmlformats.org/officeDocument/2006/relationships/tags" Target="../tags/tag433.xml"/><Relationship Id="rId17" Type="http://schemas.openxmlformats.org/officeDocument/2006/relationships/tags" Target="../tags/tag438.xml"/><Relationship Id="rId25" Type="http://schemas.openxmlformats.org/officeDocument/2006/relationships/tags" Target="../tags/tag446.xml"/><Relationship Id="rId2" Type="http://schemas.openxmlformats.org/officeDocument/2006/relationships/tags" Target="../tags/tag423.xml"/><Relationship Id="rId16" Type="http://schemas.openxmlformats.org/officeDocument/2006/relationships/tags" Target="../tags/tag437.xml"/><Relationship Id="rId20" Type="http://schemas.openxmlformats.org/officeDocument/2006/relationships/tags" Target="../tags/tag441.xml"/><Relationship Id="rId1" Type="http://schemas.openxmlformats.org/officeDocument/2006/relationships/tags" Target="../tags/tag422.xml"/><Relationship Id="rId6" Type="http://schemas.openxmlformats.org/officeDocument/2006/relationships/tags" Target="../tags/tag427.xml"/><Relationship Id="rId11" Type="http://schemas.openxmlformats.org/officeDocument/2006/relationships/tags" Target="../tags/tag432.xml"/><Relationship Id="rId24" Type="http://schemas.openxmlformats.org/officeDocument/2006/relationships/tags" Target="../tags/tag445.xml"/><Relationship Id="rId5" Type="http://schemas.openxmlformats.org/officeDocument/2006/relationships/tags" Target="../tags/tag426.xml"/><Relationship Id="rId15" Type="http://schemas.openxmlformats.org/officeDocument/2006/relationships/tags" Target="../tags/tag436.xml"/><Relationship Id="rId23" Type="http://schemas.openxmlformats.org/officeDocument/2006/relationships/tags" Target="../tags/tag444.xml"/><Relationship Id="rId10" Type="http://schemas.openxmlformats.org/officeDocument/2006/relationships/tags" Target="../tags/tag431.xml"/><Relationship Id="rId19" Type="http://schemas.openxmlformats.org/officeDocument/2006/relationships/tags" Target="../tags/tag440.xml"/><Relationship Id="rId4" Type="http://schemas.openxmlformats.org/officeDocument/2006/relationships/tags" Target="../tags/tag425.xml"/><Relationship Id="rId9" Type="http://schemas.openxmlformats.org/officeDocument/2006/relationships/tags" Target="../tags/tag430.xml"/><Relationship Id="rId14" Type="http://schemas.openxmlformats.org/officeDocument/2006/relationships/tags" Target="../tags/tag435.xml"/><Relationship Id="rId22" Type="http://schemas.openxmlformats.org/officeDocument/2006/relationships/tags" Target="../tags/tag443.xml"/><Relationship Id="rId27" Type="http://schemas.openxmlformats.org/officeDocument/2006/relationships/notesSlide" Target="../notesSlides/notesSlide33.xml"/></Relationships>
</file>

<file path=ppt/slides/_rels/slide69.xml.rels><?xml version="1.0" encoding="UTF-8" standalone="yes"?>
<Relationships xmlns="http://schemas.openxmlformats.org/package/2006/relationships"><Relationship Id="rId13" Type="http://schemas.openxmlformats.org/officeDocument/2006/relationships/tags" Target="../tags/tag459.xml"/><Relationship Id="rId18" Type="http://schemas.openxmlformats.org/officeDocument/2006/relationships/tags" Target="../tags/tag464.xml"/><Relationship Id="rId26" Type="http://schemas.openxmlformats.org/officeDocument/2006/relationships/tags" Target="../tags/tag472.xml"/><Relationship Id="rId39" Type="http://schemas.openxmlformats.org/officeDocument/2006/relationships/tags" Target="../tags/tag485.xml"/><Relationship Id="rId21" Type="http://schemas.openxmlformats.org/officeDocument/2006/relationships/tags" Target="../tags/tag467.xml"/><Relationship Id="rId34" Type="http://schemas.openxmlformats.org/officeDocument/2006/relationships/tags" Target="../tags/tag480.xml"/><Relationship Id="rId42" Type="http://schemas.openxmlformats.org/officeDocument/2006/relationships/tags" Target="../tags/tag488.xml"/><Relationship Id="rId47" Type="http://schemas.openxmlformats.org/officeDocument/2006/relationships/tags" Target="../tags/tag493.xml"/><Relationship Id="rId50" Type="http://schemas.openxmlformats.org/officeDocument/2006/relationships/tags" Target="../tags/tag496.xml"/><Relationship Id="rId55" Type="http://schemas.openxmlformats.org/officeDocument/2006/relationships/tags" Target="../tags/tag501.xml"/><Relationship Id="rId7" Type="http://schemas.openxmlformats.org/officeDocument/2006/relationships/tags" Target="../tags/tag453.xml"/><Relationship Id="rId2" Type="http://schemas.openxmlformats.org/officeDocument/2006/relationships/tags" Target="../tags/tag448.xml"/><Relationship Id="rId16" Type="http://schemas.openxmlformats.org/officeDocument/2006/relationships/tags" Target="../tags/tag462.xml"/><Relationship Id="rId29" Type="http://schemas.openxmlformats.org/officeDocument/2006/relationships/tags" Target="../tags/tag475.xml"/><Relationship Id="rId11" Type="http://schemas.openxmlformats.org/officeDocument/2006/relationships/tags" Target="../tags/tag457.xml"/><Relationship Id="rId24" Type="http://schemas.openxmlformats.org/officeDocument/2006/relationships/tags" Target="../tags/tag470.xml"/><Relationship Id="rId32" Type="http://schemas.openxmlformats.org/officeDocument/2006/relationships/tags" Target="../tags/tag478.xml"/><Relationship Id="rId37" Type="http://schemas.openxmlformats.org/officeDocument/2006/relationships/tags" Target="../tags/tag483.xml"/><Relationship Id="rId40" Type="http://schemas.openxmlformats.org/officeDocument/2006/relationships/tags" Target="../tags/tag486.xml"/><Relationship Id="rId45" Type="http://schemas.openxmlformats.org/officeDocument/2006/relationships/tags" Target="../tags/tag491.xml"/><Relationship Id="rId53" Type="http://schemas.openxmlformats.org/officeDocument/2006/relationships/tags" Target="../tags/tag499.xml"/><Relationship Id="rId58" Type="http://schemas.openxmlformats.org/officeDocument/2006/relationships/tags" Target="../tags/tag504.xml"/><Relationship Id="rId5" Type="http://schemas.openxmlformats.org/officeDocument/2006/relationships/tags" Target="../tags/tag451.xml"/><Relationship Id="rId61" Type="http://schemas.openxmlformats.org/officeDocument/2006/relationships/notesSlide" Target="../notesSlides/notesSlide34.xml"/><Relationship Id="rId19" Type="http://schemas.openxmlformats.org/officeDocument/2006/relationships/tags" Target="../tags/tag465.xml"/><Relationship Id="rId14" Type="http://schemas.openxmlformats.org/officeDocument/2006/relationships/tags" Target="../tags/tag460.xml"/><Relationship Id="rId22" Type="http://schemas.openxmlformats.org/officeDocument/2006/relationships/tags" Target="../tags/tag468.xml"/><Relationship Id="rId27" Type="http://schemas.openxmlformats.org/officeDocument/2006/relationships/tags" Target="../tags/tag473.xml"/><Relationship Id="rId30" Type="http://schemas.openxmlformats.org/officeDocument/2006/relationships/tags" Target="../tags/tag476.xml"/><Relationship Id="rId35" Type="http://schemas.openxmlformats.org/officeDocument/2006/relationships/tags" Target="../tags/tag481.xml"/><Relationship Id="rId43" Type="http://schemas.openxmlformats.org/officeDocument/2006/relationships/tags" Target="../tags/tag489.xml"/><Relationship Id="rId48" Type="http://schemas.openxmlformats.org/officeDocument/2006/relationships/tags" Target="../tags/tag494.xml"/><Relationship Id="rId56" Type="http://schemas.openxmlformats.org/officeDocument/2006/relationships/tags" Target="../tags/tag502.xml"/><Relationship Id="rId8" Type="http://schemas.openxmlformats.org/officeDocument/2006/relationships/tags" Target="../tags/tag454.xml"/><Relationship Id="rId51" Type="http://schemas.openxmlformats.org/officeDocument/2006/relationships/tags" Target="../tags/tag497.xml"/><Relationship Id="rId3" Type="http://schemas.openxmlformats.org/officeDocument/2006/relationships/tags" Target="../tags/tag449.xml"/><Relationship Id="rId12" Type="http://schemas.openxmlformats.org/officeDocument/2006/relationships/tags" Target="../tags/tag458.xml"/><Relationship Id="rId17" Type="http://schemas.openxmlformats.org/officeDocument/2006/relationships/tags" Target="../tags/tag463.xml"/><Relationship Id="rId25" Type="http://schemas.openxmlformats.org/officeDocument/2006/relationships/tags" Target="../tags/tag471.xml"/><Relationship Id="rId33" Type="http://schemas.openxmlformats.org/officeDocument/2006/relationships/tags" Target="../tags/tag479.xml"/><Relationship Id="rId38" Type="http://schemas.openxmlformats.org/officeDocument/2006/relationships/tags" Target="../tags/tag484.xml"/><Relationship Id="rId46" Type="http://schemas.openxmlformats.org/officeDocument/2006/relationships/tags" Target="../tags/tag492.xml"/><Relationship Id="rId59" Type="http://schemas.openxmlformats.org/officeDocument/2006/relationships/tags" Target="../tags/tag505.xml"/><Relationship Id="rId20" Type="http://schemas.openxmlformats.org/officeDocument/2006/relationships/tags" Target="../tags/tag466.xml"/><Relationship Id="rId41" Type="http://schemas.openxmlformats.org/officeDocument/2006/relationships/tags" Target="../tags/tag487.xml"/><Relationship Id="rId54" Type="http://schemas.openxmlformats.org/officeDocument/2006/relationships/tags" Target="../tags/tag500.xml"/><Relationship Id="rId1" Type="http://schemas.openxmlformats.org/officeDocument/2006/relationships/tags" Target="../tags/tag447.xml"/><Relationship Id="rId6" Type="http://schemas.openxmlformats.org/officeDocument/2006/relationships/tags" Target="../tags/tag452.xml"/><Relationship Id="rId15" Type="http://schemas.openxmlformats.org/officeDocument/2006/relationships/tags" Target="../tags/tag461.xml"/><Relationship Id="rId23" Type="http://schemas.openxmlformats.org/officeDocument/2006/relationships/tags" Target="../tags/tag469.xml"/><Relationship Id="rId28" Type="http://schemas.openxmlformats.org/officeDocument/2006/relationships/tags" Target="../tags/tag474.xml"/><Relationship Id="rId36" Type="http://schemas.openxmlformats.org/officeDocument/2006/relationships/tags" Target="../tags/tag482.xml"/><Relationship Id="rId49" Type="http://schemas.openxmlformats.org/officeDocument/2006/relationships/tags" Target="../tags/tag495.xml"/><Relationship Id="rId57" Type="http://schemas.openxmlformats.org/officeDocument/2006/relationships/tags" Target="../tags/tag503.xml"/><Relationship Id="rId10" Type="http://schemas.openxmlformats.org/officeDocument/2006/relationships/tags" Target="../tags/tag456.xml"/><Relationship Id="rId31" Type="http://schemas.openxmlformats.org/officeDocument/2006/relationships/tags" Target="../tags/tag477.xml"/><Relationship Id="rId44" Type="http://schemas.openxmlformats.org/officeDocument/2006/relationships/tags" Target="../tags/tag490.xml"/><Relationship Id="rId52" Type="http://schemas.openxmlformats.org/officeDocument/2006/relationships/tags" Target="../tags/tag498.xml"/><Relationship Id="rId60" Type="http://schemas.openxmlformats.org/officeDocument/2006/relationships/slideLayout" Target="../slideLayouts/slideLayout1.xml"/><Relationship Id="rId4" Type="http://schemas.openxmlformats.org/officeDocument/2006/relationships/tags" Target="../tags/tag450.xml"/><Relationship Id="rId9" Type="http://schemas.openxmlformats.org/officeDocument/2006/relationships/tags" Target="../tags/tag455.xml"/></Relationships>
</file>

<file path=ppt/slides/_rels/slide70.xml.rels><?xml version="1.0" encoding="UTF-8" standalone="yes"?>
<Relationships xmlns="http://schemas.openxmlformats.org/package/2006/relationships"><Relationship Id="rId13" Type="http://schemas.openxmlformats.org/officeDocument/2006/relationships/tags" Target="../tags/tag518.xml"/><Relationship Id="rId18" Type="http://schemas.openxmlformats.org/officeDocument/2006/relationships/tags" Target="../tags/tag523.xml"/><Relationship Id="rId26" Type="http://schemas.openxmlformats.org/officeDocument/2006/relationships/tags" Target="../tags/tag531.xml"/><Relationship Id="rId39" Type="http://schemas.microsoft.com/office/2007/relationships/hdphoto" Target="../media/hdphoto2.wdp"/><Relationship Id="rId21" Type="http://schemas.openxmlformats.org/officeDocument/2006/relationships/tags" Target="../tags/tag526.xml"/><Relationship Id="rId34" Type="http://schemas.openxmlformats.org/officeDocument/2006/relationships/tags" Target="../tags/tag539.xml"/><Relationship Id="rId7" Type="http://schemas.openxmlformats.org/officeDocument/2006/relationships/tags" Target="../tags/tag512.xml"/><Relationship Id="rId12" Type="http://schemas.openxmlformats.org/officeDocument/2006/relationships/tags" Target="../tags/tag517.xml"/><Relationship Id="rId17" Type="http://schemas.openxmlformats.org/officeDocument/2006/relationships/tags" Target="../tags/tag522.xml"/><Relationship Id="rId25" Type="http://schemas.openxmlformats.org/officeDocument/2006/relationships/tags" Target="../tags/tag530.xml"/><Relationship Id="rId33" Type="http://schemas.openxmlformats.org/officeDocument/2006/relationships/tags" Target="../tags/tag538.xml"/><Relationship Id="rId38" Type="http://schemas.openxmlformats.org/officeDocument/2006/relationships/image" Target="../media/image34.png"/><Relationship Id="rId2" Type="http://schemas.openxmlformats.org/officeDocument/2006/relationships/tags" Target="../tags/tag507.xml"/><Relationship Id="rId16" Type="http://schemas.openxmlformats.org/officeDocument/2006/relationships/tags" Target="../tags/tag521.xml"/><Relationship Id="rId20" Type="http://schemas.openxmlformats.org/officeDocument/2006/relationships/tags" Target="../tags/tag525.xml"/><Relationship Id="rId29" Type="http://schemas.openxmlformats.org/officeDocument/2006/relationships/tags" Target="../tags/tag534.xml"/><Relationship Id="rId1" Type="http://schemas.openxmlformats.org/officeDocument/2006/relationships/tags" Target="../tags/tag506.xml"/><Relationship Id="rId6" Type="http://schemas.openxmlformats.org/officeDocument/2006/relationships/tags" Target="../tags/tag511.xml"/><Relationship Id="rId11" Type="http://schemas.openxmlformats.org/officeDocument/2006/relationships/tags" Target="../tags/tag516.xml"/><Relationship Id="rId24" Type="http://schemas.openxmlformats.org/officeDocument/2006/relationships/tags" Target="../tags/tag529.xml"/><Relationship Id="rId32" Type="http://schemas.openxmlformats.org/officeDocument/2006/relationships/tags" Target="../tags/tag537.xml"/><Relationship Id="rId37" Type="http://schemas.openxmlformats.org/officeDocument/2006/relationships/notesSlide" Target="../notesSlides/notesSlide35.xml"/><Relationship Id="rId5" Type="http://schemas.openxmlformats.org/officeDocument/2006/relationships/tags" Target="../tags/tag510.xml"/><Relationship Id="rId15" Type="http://schemas.openxmlformats.org/officeDocument/2006/relationships/tags" Target="../tags/tag520.xml"/><Relationship Id="rId23" Type="http://schemas.openxmlformats.org/officeDocument/2006/relationships/tags" Target="../tags/tag528.xml"/><Relationship Id="rId28" Type="http://schemas.openxmlformats.org/officeDocument/2006/relationships/tags" Target="../tags/tag533.xml"/><Relationship Id="rId36" Type="http://schemas.openxmlformats.org/officeDocument/2006/relationships/slideLayout" Target="../slideLayouts/slideLayout1.xml"/><Relationship Id="rId10" Type="http://schemas.openxmlformats.org/officeDocument/2006/relationships/tags" Target="../tags/tag515.xml"/><Relationship Id="rId19" Type="http://schemas.openxmlformats.org/officeDocument/2006/relationships/tags" Target="../tags/tag524.xml"/><Relationship Id="rId31" Type="http://schemas.openxmlformats.org/officeDocument/2006/relationships/tags" Target="../tags/tag536.xml"/><Relationship Id="rId4" Type="http://schemas.openxmlformats.org/officeDocument/2006/relationships/tags" Target="../tags/tag509.xml"/><Relationship Id="rId9" Type="http://schemas.openxmlformats.org/officeDocument/2006/relationships/tags" Target="../tags/tag514.xml"/><Relationship Id="rId14" Type="http://schemas.openxmlformats.org/officeDocument/2006/relationships/tags" Target="../tags/tag519.xml"/><Relationship Id="rId22" Type="http://schemas.openxmlformats.org/officeDocument/2006/relationships/tags" Target="../tags/tag527.xml"/><Relationship Id="rId27" Type="http://schemas.openxmlformats.org/officeDocument/2006/relationships/tags" Target="../tags/tag532.xml"/><Relationship Id="rId30" Type="http://schemas.openxmlformats.org/officeDocument/2006/relationships/tags" Target="../tags/tag535.xml"/><Relationship Id="rId35" Type="http://schemas.openxmlformats.org/officeDocument/2006/relationships/tags" Target="../tags/tag540.xml"/><Relationship Id="rId8" Type="http://schemas.openxmlformats.org/officeDocument/2006/relationships/tags" Target="../tags/tag513.xml"/><Relationship Id="rId3" Type="http://schemas.openxmlformats.org/officeDocument/2006/relationships/tags" Target="../tags/tag508.xml"/></Relationships>
</file>

<file path=ppt/slides/_rels/slide71.xml.rels><?xml version="1.0" encoding="UTF-8" standalone="yes"?>
<Relationships xmlns="http://schemas.openxmlformats.org/package/2006/relationships"><Relationship Id="rId13" Type="http://schemas.openxmlformats.org/officeDocument/2006/relationships/tags" Target="../tags/tag553.xml"/><Relationship Id="rId18" Type="http://schemas.openxmlformats.org/officeDocument/2006/relationships/tags" Target="../tags/tag558.xml"/><Relationship Id="rId26" Type="http://schemas.openxmlformats.org/officeDocument/2006/relationships/tags" Target="../tags/tag566.xml"/><Relationship Id="rId39" Type="http://schemas.openxmlformats.org/officeDocument/2006/relationships/image" Target="../media/image35.png"/><Relationship Id="rId21" Type="http://schemas.openxmlformats.org/officeDocument/2006/relationships/tags" Target="../tags/tag561.xml"/><Relationship Id="rId34" Type="http://schemas.openxmlformats.org/officeDocument/2006/relationships/tags" Target="../tags/tag574.xml"/><Relationship Id="rId7" Type="http://schemas.openxmlformats.org/officeDocument/2006/relationships/tags" Target="../tags/tag547.xml"/><Relationship Id="rId12" Type="http://schemas.openxmlformats.org/officeDocument/2006/relationships/tags" Target="../tags/tag552.xml"/><Relationship Id="rId17" Type="http://schemas.openxmlformats.org/officeDocument/2006/relationships/tags" Target="../tags/tag557.xml"/><Relationship Id="rId25" Type="http://schemas.openxmlformats.org/officeDocument/2006/relationships/tags" Target="../tags/tag565.xml"/><Relationship Id="rId33" Type="http://schemas.openxmlformats.org/officeDocument/2006/relationships/tags" Target="../tags/tag573.xml"/><Relationship Id="rId38" Type="http://schemas.openxmlformats.org/officeDocument/2006/relationships/notesSlide" Target="../notesSlides/notesSlide36.xml"/><Relationship Id="rId2" Type="http://schemas.openxmlformats.org/officeDocument/2006/relationships/tags" Target="../tags/tag542.xml"/><Relationship Id="rId16" Type="http://schemas.openxmlformats.org/officeDocument/2006/relationships/tags" Target="../tags/tag556.xml"/><Relationship Id="rId20" Type="http://schemas.openxmlformats.org/officeDocument/2006/relationships/tags" Target="../tags/tag560.xml"/><Relationship Id="rId29" Type="http://schemas.openxmlformats.org/officeDocument/2006/relationships/tags" Target="../tags/tag569.xml"/><Relationship Id="rId1" Type="http://schemas.openxmlformats.org/officeDocument/2006/relationships/tags" Target="../tags/tag541.xml"/><Relationship Id="rId6" Type="http://schemas.openxmlformats.org/officeDocument/2006/relationships/tags" Target="../tags/tag546.xml"/><Relationship Id="rId11" Type="http://schemas.openxmlformats.org/officeDocument/2006/relationships/tags" Target="../tags/tag551.xml"/><Relationship Id="rId24" Type="http://schemas.openxmlformats.org/officeDocument/2006/relationships/tags" Target="../tags/tag564.xml"/><Relationship Id="rId32" Type="http://schemas.openxmlformats.org/officeDocument/2006/relationships/tags" Target="../tags/tag572.xml"/><Relationship Id="rId37" Type="http://schemas.openxmlformats.org/officeDocument/2006/relationships/slideLayout" Target="../slideLayouts/slideLayout1.xml"/><Relationship Id="rId5" Type="http://schemas.openxmlformats.org/officeDocument/2006/relationships/tags" Target="../tags/tag545.xml"/><Relationship Id="rId15" Type="http://schemas.openxmlformats.org/officeDocument/2006/relationships/tags" Target="../tags/tag555.xml"/><Relationship Id="rId23" Type="http://schemas.openxmlformats.org/officeDocument/2006/relationships/tags" Target="../tags/tag563.xml"/><Relationship Id="rId28" Type="http://schemas.openxmlformats.org/officeDocument/2006/relationships/tags" Target="../tags/tag568.xml"/><Relationship Id="rId36" Type="http://schemas.openxmlformats.org/officeDocument/2006/relationships/tags" Target="../tags/tag576.xml"/><Relationship Id="rId10" Type="http://schemas.openxmlformats.org/officeDocument/2006/relationships/tags" Target="../tags/tag550.xml"/><Relationship Id="rId19" Type="http://schemas.openxmlformats.org/officeDocument/2006/relationships/tags" Target="../tags/tag559.xml"/><Relationship Id="rId31" Type="http://schemas.openxmlformats.org/officeDocument/2006/relationships/tags" Target="../tags/tag571.xml"/><Relationship Id="rId4" Type="http://schemas.openxmlformats.org/officeDocument/2006/relationships/tags" Target="../tags/tag544.xml"/><Relationship Id="rId9" Type="http://schemas.openxmlformats.org/officeDocument/2006/relationships/tags" Target="../tags/tag549.xml"/><Relationship Id="rId14" Type="http://schemas.openxmlformats.org/officeDocument/2006/relationships/tags" Target="../tags/tag554.xml"/><Relationship Id="rId22" Type="http://schemas.openxmlformats.org/officeDocument/2006/relationships/tags" Target="../tags/tag562.xml"/><Relationship Id="rId27" Type="http://schemas.openxmlformats.org/officeDocument/2006/relationships/tags" Target="../tags/tag567.xml"/><Relationship Id="rId30" Type="http://schemas.openxmlformats.org/officeDocument/2006/relationships/tags" Target="../tags/tag570.xml"/><Relationship Id="rId35" Type="http://schemas.openxmlformats.org/officeDocument/2006/relationships/tags" Target="../tags/tag575.xml"/><Relationship Id="rId8" Type="http://schemas.openxmlformats.org/officeDocument/2006/relationships/tags" Target="../tags/tag548.xml"/><Relationship Id="rId3" Type="http://schemas.openxmlformats.org/officeDocument/2006/relationships/tags" Target="../tags/tag543.xml"/></Relationships>
</file>

<file path=ppt/slides/_rels/slide72.xml.rels><?xml version="1.0" encoding="UTF-8" standalone="yes"?>
<Relationships xmlns="http://schemas.openxmlformats.org/package/2006/relationships"><Relationship Id="rId8" Type="http://schemas.openxmlformats.org/officeDocument/2006/relationships/tags" Target="../tags/tag584.xml"/><Relationship Id="rId13" Type="http://schemas.openxmlformats.org/officeDocument/2006/relationships/tags" Target="../tags/tag589.xml"/><Relationship Id="rId18" Type="http://schemas.openxmlformats.org/officeDocument/2006/relationships/tags" Target="../tags/tag594.xml"/><Relationship Id="rId26" Type="http://schemas.openxmlformats.org/officeDocument/2006/relationships/image" Target="../media/image36.png"/><Relationship Id="rId3" Type="http://schemas.openxmlformats.org/officeDocument/2006/relationships/tags" Target="../tags/tag579.xml"/><Relationship Id="rId21" Type="http://schemas.openxmlformats.org/officeDocument/2006/relationships/tags" Target="../tags/tag597.xml"/><Relationship Id="rId7" Type="http://schemas.openxmlformats.org/officeDocument/2006/relationships/tags" Target="../tags/tag583.xml"/><Relationship Id="rId12" Type="http://schemas.openxmlformats.org/officeDocument/2006/relationships/tags" Target="../tags/tag588.xml"/><Relationship Id="rId17" Type="http://schemas.openxmlformats.org/officeDocument/2006/relationships/tags" Target="../tags/tag593.xml"/><Relationship Id="rId25" Type="http://schemas.openxmlformats.org/officeDocument/2006/relationships/notesSlide" Target="../notesSlides/notesSlide37.xml"/><Relationship Id="rId2" Type="http://schemas.openxmlformats.org/officeDocument/2006/relationships/tags" Target="../tags/tag578.xml"/><Relationship Id="rId16" Type="http://schemas.openxmlformats.org/officeDocument/2006/relationships/tags" Target="../tags/tag592.xml"/><Relationship Id="rId20" Type="http://schemas.openxmlformats.org/officeDocument/2006/relationships/tags" Target="../tags/tag596.xml"/><Relationship Id="rId1" Type="http://schemas.openxmlformats.org/officeDocument/2006/relationships/tags" Target="../tags/tag577.xml"/><Relationship Id="rId6" Type="http://schemas.openxmlformats.org/officeDocument/2006/relationships/tags" Target="../tags/tag582.xml"/><Relationship Id="rId11" Type="http://schemas.openxmlformats.org/officeDocument/2006/relationships/tags" Target="../tags/tag587.xml"/><Relationship Id="rId24" Type="http://schemas.openxmlformats.org/officeDocument/2006/relationships/slideLayout" Target="../slideLayouts/slideLayout1.xml"/><Relationship Id="rId5" Type="http://schemas.openxmlformats.org/officeDocument/2006/relationships/tags" Target="../tags/tag581.xml"/><Relationship Id="rId15" Type="http://schemas.openxmlformats.org/officeDocument/2006/relationships/tags" Target="../tags/tag591.xml"/><Relationship Id="rId23" Type="http://schemas.openxmlformats.org/officeDocument/2006/relationships/tags" Target="../tags/tag599.xml"/><Relationship Id="rId10" Type="http://schemas.openxmlformats.org/officeDocument/2006/relationships/tags" Target="../tags/tag586.xml"/><Relationship Id="rId19" Type="http://schemas.openxmlformats.org/officeDocument/2006/relationships/tags" Target="../tags/tag595.xml"/><Relationship Id="rId4" Type="http://schemas.openxmlformats.org/officeDocument/2006/relationships/tags" Target="../tags/tag580.xml"/><Relationship Id="rId9" Type="http://schemas.openxmlformats.org/officeDocument/2006/relationships/tags" Target="../tags/tag585.xml"/><Relationship Id="rId14" Type="http://schemas.openxmlformats.org/officeDocument/2006/relationships/tags" Target="../tags/tag590.xml"/><Relationship Id="rId22" Type="http://schemas.openxmlformats.org/officeDocument/2006/relationships/tags" Target="../tags/tag598.xml"/><Relationship Id="rId27" Type="http://schemas.microsoft.com/office/2007/relationships/hdphoto" Target="../media/hdphoto3.wdp"/></Relationships>
</file>

<file path=ppt/slides/_rels/slide73.xml.rels><?xml version="1.0" encoding="UTF-8" standalone="yes"?>
<Relationships xmlns="http://schemas.openxmlformats.org/package/2006/relationships"><Relationship Id="rId26" Type="http://schemas.openxmlformats.org/officeDocument/2006/relationships/tags" Target="../tags/tag625.xml"/><Relationship Id="rId21" Type="http://schemas.openxmlformats.org/officeDocument/2006/relationships/tags" Target="../tags/tag620.xml"/><Relationship Id="rId42" Type="http://schemas.openxmlformats.org/officeDocument/2006/relationships/tags" Target="../tags/tag641.xml"/><Relationship Id="rId47" Type="http://schemas.openxmlformats.org/officeDocument/2006/relationships/tags" Target="../tags/tag646.xml"/><Relationship Id="rId63" Type="http://schemas.openxmlformats.org/officeDocument/2006/relationships/tags" Target="../tags/tag662.xml"/><Relationship Id="rId68" Type="http://schemas.openxmlformats.org/officeDocument/2006/relationships/tags" Target="../tags/tag667.xml"/><Relationship Id="rId84" Type="http://schemas.openxmlformats.org/officeDocument/2006/relationships/notesSlide" Target="../notesSlides/notesSlide38.xml"/><Relationship Id="rId16" Type="http://schemas.openxmlformats.org/officeDocument/2006/relationships/tags" Target="../tags/tag615.xml"/><Relationship Id="rId11" Type="http://schemas.openxmlformats.org/officeDocument/2006/relationships/tags" Target="../tags/tag610.xml"/><Relationship Id="rId32" Type="http://schemas.openxmlformats.org/officeDocument/2006/relationships/tags" Target="../tags/tag631.xml"/><Relationship Id="rId37" Type="http://schemas.openxmlformats.org/officeDocument/2006/relationships/tags" Target="../tags/tag636.xml"/><Relationship Id="rId53" Type="http://schemas.openxmlformats.org/officeDocument/2006/relationships/tags" Target="../tags/tag652.xml"/><Relationship Id="rId58" Type="http://schemas.openxmlformats.org/officeDocument/2006/relationships/tags" Target="../tags/tag657.xml"/><Relationship Id="rId74" Type="http://schemas.openxmlformats.org/officeDocument/2006/relationships/tags" Target="../tags/tag673.xml"/><Relationship Id="rId79" Type="http://schemas.openxmlformats.org/officeDocument/2006/relationships/tags" Target="../tags/tag678.xml"/><Relationship Id="rId5" Type="http://schemas.openxmlformats.org/officeDocument/2006/relationships/tags" Target="../tags/tag604.xml"/><Relationship Id="rId61" Type="http://schemas.openxmlformats.org/officeDocument/2006/relationships/tags" Target="../tags/tag660.xml"/><Relationship Id="rId82" Type="http://schemas.openxmlformats.org/officeDocument/2006/relationships/tags" Target="../tags/tag681.xml"/><Relationship Id="rId19" Type="http://schemas.openxmlformats.org/officeDocument/2006/relationships/tags" Target="../tags/tag618.xml"/><Relationship Id="rId14" Type="http://schemas.openxmlformats.org/officeDocument/2006/relationships/tags" Target="../tags/tag613.xml"/><Relationship Id="rId22" Type="http://schemas.openxmlformats.org/officeDocument/2006/relationships/tags" Target="../tags/tag621.xml"/><Relationship Id="rId27" Type="http://schemas.openxmlformats.org/officeDocument/2006/relationships/tags" Target="../tags/tag626.xml"/><Relationship Id="rId30" Type="http://schemas.openxmlformats.org/officeDocument/2006/relationships/tags" Target="../tags/tag629.xml"/><Relationship Id="rId35" Type="http://schemas.openxmlformats.org/officeDocument/2006/relationships/tags" Target="../tags/tag634.xml"/><Relationship Id="rId43" Type="http://schemas.openxmlformats.org/officeDocument/2006/relationships/tags" Target="../tags/tag642.xml"/><Relationship Id="rId48" Type="http://schemas.openxmlformats.org/officeDocument/2006/relationships/tags" Target="../tags/tag647.xml"/><Relationship Id="rId56" Type="http://schemas.openxmlformats.org/officeDocument/2006/relationships/tags" Target="../tags/tag655.xml"/><Relationship Id="rId64" Type="http://schemas.openxmlformats.org/officeDocument/2006/relationships/tags" Target="../tags/tag663.xml"/><Relationship Id="rId69" Type="http://schemas.openxmlformats.org/officeDocument/2006/relationships/tags" Target="../tags/tag668.xml"/><Relationship Id="rId77" Type="http://schemas.openxmlformats.org/officeDocument/2006/relationships/tags" Target="../tags/tag676.xml"/><Relationship Id="rId8" Type="http://schemas.openxmlformats.org/officeDocument/2006/relationships/tags" Target="../tags/tag607.xml"/><Relationship Id="rId51" Type="http://schemas.openxmlformats.org/officeDocument/2006/relationships/tags" Target="../tags/tag650.xml"/><Relationship Id="rId72" Type="http://schemas.openxmlformats.org/officeDocument/2006/relationships/tags" Target="../tags/tag671.xml"/><Relationship Id="rId80" Type="http://schemas.openxmlformats.org/officeDocument/2006/relationships/tags" Target="../tags/tag679.xml"/><Relationship Id="rId3" Type="http://schemas.openxmlformats.org/officeDocument/2006/relationships/tags" Target="../tags/tag602.xml"/><Relationship Id="rId12" Type="http://schemas.openxmlformats.org/officeDocument/2006/relationships/tags" Target="../tags/tag611.xml"/><Relationship Id="rId17" Type="http://schemas.openxmlformats.org/officeDocument/2006/relationships/tags" Target="../tags/tag616.xml"/><Relationship Id="rId25" Type="http://schemas.openxmlformats.org/officeDocument/2006/relationships/tags" Target="../tags/tag624.xml"/><Relationship Id="rId33" Type="http://schemas.openxmlformats.org/officeDocument/2006/relationships/tags" Target="../tags/tag632.xml"/><Relationship Id="rId38" Type="http://schemas.openxmlformats.org/officeDocument/2006/relationships/tags" Target="../tags/tag637.xml"/><Relationship Id="rId46" Type="http://schemas.openxmlformats.org/officeDocument/2006/relationships/tags" Target="../tags/tag645.xml"/><Relationship Id="rId59" Type="http://schemas.openxmlformats.org/officeDocument/2006/relationships/tags" Target="../tags/tag658.xml"/><Relationship Id="rId67" Type="http://schemas.openxmlformats.org/officeDocument/2006/relationships/tags" Target="../tags/tag666.xml"/><Relationship Id="rId20" Type="http://schemas.openxmlformats.org/officeDocument/2006/relationships/tags" Target="../tags/tag619.xml"/><Relationship Id="rId41" Type="http://schemas.openxmlformats.org/officeDocument/2006/relationships/tags" Target="../tags/tag640.xml"/><Relationship Id="rId54" Type="http://schemas.openxmlformats.org/officeDocument/2006/relationships/tags" Target="../tags/tag653.xml"/><Relationship Id="rId62" Type="http://schemas.openxmlformats.org/officeDocument/2006/relationships/tags" Target="../tags/tag661.xml"/><Relationship Id="rId70" Type="http://schemas.openxmlformats.org/officeDocument/2006/relationships/tags" Target="../tags/tag669.xml"/><Relationship Id="rId75" Type="http://schemas.openxmlformats.org/officeDocument/2006/relationships/tags" Target="../tags/tag674.xml"/><Relationship Id="rId83" Type="http://schemas.openxmlformats.org/officeDocument/2006/relationships/slideLayout" Target="../slideLayouts/slideLayout1.xml"/><Relationship Id="rId1" Type="http://schemas.openxmlformats.org/officeDocument/2006/relationships/tags" Target="../tags/tag600.xml"/><Relationship Id="rId6" Type="http://schemas.openxmlformats.org/officeDocument/2006/relationships/tags" Target="../tags/tag605.xml"/><Relationship Id="rId15" Type="http://schemas.openxmlformats.org/officeDocument/2006/relationships/tags" Target="../tags/tag614.xml"/><Relationship Id="rId23" Type="http://schemas.openxmlformats.org/officeDocument/2006/relationships/tags" Target="../tags/tag622.xml"/><Relationship Id="rId28" Type="http://schemas.openxmlformats.org/officeDocument/2006/relationships/tags" Target="../tags/tag627.xml"/><Relationship Id="rId36" Type="http://schemas.openxmlformats.org/officeDocument/2006/relationships/tags" Target="../tags/tag635.xml"/><Relationship Id="rId49" Type="http://schemas.openxmlformats.org/officeDocument/2006/relationships/tags" Target="../tags/tag648.xml"/><Relationship Id="rId57" Type="http://schemas.openxmlformats.org/officeDocument/2006/relationships/tags" Target="../tags/tag656.xml"/><Relationship Id="rId10" Type="http://schemas.openxmlformats.org/officeDocument/2006/relationships/tags" Target="../tags/tag609.xml"/><Relationship Id="rId31" Type="http://schemas.openxmlformats.org/officeDocument/2006/relationships/tags" Target="../tags/tag630.xml"/><Relationship Id="rId44" Type="http://schemas.openxmlformats.org/officeDocument/2006/relationships/tags" Target="../tags/tag643.xml"/><Relationship Id="rId52" Type="http://schemas.openxmlformats.org/officeDocument/2006/relationships/tags" Target="../tags/tag651.xml"/><Relationship Id="rId60" Type="http://schemas.openxmlformats.org/officeDocument/2006/relationships/tags" Target="../tags/tag659.xml"/><Relationship Id="rId65" Type="http://schemas.openxmlformats.org/officeDocument/2006/relationships/tags" Target="../tags/tag664.xml"/><Relationship Id="rId73" Type="http://schemas.openxmlformats.org/officeDocument/2006/relationships/tags" Target="../tags/tag672.xml"/><Relationship Id="rId78" Type="http://schemas.openxmlformats.org/officeDocument/2006/relationships/tags" Target="../tags/tag677.xml"/><Relationship Id="rId81" Type="http://schemas.openxmlformats.org/officeDocument/2006/relationships/tags" Target="../tags/tag680.xml"/><Relationship Id="rId4" Type="http://schemas.openxmlformats.org/officeDocument/2006/relationships/tags" Target="../tags/tag603.xml"/><Relationship Id="rId9" Type="http://schemas.openxmlformats.org/officeDocument/2006/relationships/tags" Target="../tags/tag608.xml"/><Relationship Id="rId13" Type="http://schemas.openxmlformats.org/officeDocument/2006/relationships/tags" Target="../tags/tag612.xml"/><Relationship Id="rId18" Type="http://schemas.openxmlformats.org/officeDocument/2006/relationships/tags" Target="../tags/tag617.xml"/><Relationship Id="rId39" Type="http://schemas.openxmlformats.org/officeDocument/2006/relationships/tags" Target="../tags/tag638.xml"/><Relationship Id="rId34" Type="http://schemas.openxmlformats.org/officeDocument/2006/relationships/tags" Target="../tags/tag633.xml"/><Relationship Id="rId50" Type="http://schemas.openxmlformats.org/officeDocument/2006/relationships/tags" Target="../tags/tag649.xml"/><Relationship Id="rId55" Type="http://schemas.openxmlformats.org/officeDocument/2006/relationships/tags" Target="../tags/tag654.xml"/><Relationship Id="rId76" Type="http://schemas.openxmlformats.org/officeDocument/2006/relationships/tags" Target="../tags/tag675.xml"/><Relationship Id="rId7" Type="http://schemas.openxmlformats.org/officeDocument/2006/relationships/tags" Target="../tags/tag606.xml"/><Relationship Id="rId71" Type="http://schemas.openxmlformats.org/officeDocument/2006/relationships/tags" Target="../tags/tag670.xml"/><Relationship Id="rId2" Type="http://schemas.openxmlformats.org/officeDocument/2006/relationships/tags" Target="../tags/tag601.xml"/><Relationship Id="rId29" Type="http://schemas.openxmlformats.org/officeDocument/2006/relationships/tags" Target="../tags/tag628.xml"/><Relationship Id="rId24" Type="http://schemas.openxmlformats.org/officeDocument/2006/relationships/tags" Target="../tags/tag623.xml"/><Relationship Id="rId40" Type="http://schemas.openxmlformats.org/officeDocument/2006/relationships/tags" Target="../tags/tag639.xml"/><Relationship Id="rId45" Type="http://schemas.openxmlformats.org/officeDocument/2006/relationships/tags" Target="../tags/tag644.xml"/><Relationship Id="rId66" Type="http://schemas.openxmlformats.org/officeDocument/2006/relationships/tags" Target="../tags/tag665.xml"/></Relationships>
</file>

<file path=ppt/slides/_rels/slide74.xml.rels><?xml version="1.0" encoding="UTF-8" standalone="yes"?>
<Relationships xmlns="http://schemas.openxmlformats.org/package/2006/relationships"><Relationship Id="rId13" Type="http://schemas.openxmlformats.org/officeDocument/2006/relationships/tags" Target="../tags/tag694.xml"/><Relationship Id="rId18" Type="http://schemas.openxmlformats.org/officeDocument/2006/relationships/tags" Target="../tags/tag699.xml"/><Relationship Id="rId26" Type="http://schemas.openxmlformats.org/officeDocument/2006/relationships/tags" Target="../tags/tag707.xml"/><Relationship Id="rId39" Type="http://schemas.openxmlformats.org/officeDocument/2006/relationships/tags" Target="../tags/tag720.xml"/><Relationship Id="rId21" Type="http://schemas.openxmlformats.org/officeDocument/2006/relationships/tags" Target="../tags/tag702.xml"/><Relationship Id="rId34" Type="http://schemas.openxmlformats.org/officeDocument/2006/relationships/tags" Target="../tags/tag715.xml"/><Relationship Id="rId42" Type="http://schemas.openxmlformats.org/officeDocument/2006/relationships/tags" Target="../tags/tag723.xml"/><Relationship Id="rId47" Type="http://schemas.openxmlformats.org/officeDocument/2006/relationships/notesSlide" Target="../notesSlides/notesSlide39.xml"/><Relationship Id="rId7" Type="http://schemas.openxmlformats.org/officeDocument/2006/relationships/tags" Target="../tags/tag688.xml"/><Relationship Id="rId2" Type="http://schemas.openxmlformats.org/officeDocument/2006/relationships/tags" Target="../tags/tag683.xml"/><Relationship Id="rId16" Type="http://schemas.openxmlformats.org/officeDocument/2006/relationships/tags" Target="../tags/tag697.xml"/><Relationship Id="rId29" Type="http://schemas.openxmlformats.org/officeDocument/2006/relationships/tags" Target="../tags/tag710.xml"/><Relationship Id="rId11" Type="http://schemas.openxmlformats.org/officeDocument/2006/relationships/tags" Target="../tags/tag692.xml"/><Relationship Id="rId24" Type="http://schemas.openxmlformats.org/officeDocument/2006/relationships/tags" Target="../tags/tag705.xml"/><Relationship Id="rId32" Type="http://schemas.openxmlformats.org/officeDocument/2006/relationships/tags" Target="../tags/tag713.xml"/><Relationship Id="rId37" Type="http://schemas.openxmlformats.org/officeDocument/2006/relationships/tags" Target="../tags/tag718.xml"/><Relationship Id="rId40" Type="http://schemas.openxmlformats.org/officeDocument/2006/relationships/tags" Target="../tags/tag721.xml"/><Relationship Id="rId45" Type="http://schemas.openxmlformats.org/officeDocument/2006/relationships/tags" Target="../tags/tag726.xml"/><Relationship Id="rId5" Type="http://schemas.openxmlformats.org/officeDocument/2006/relationships/tags" Target="../tags/tag686.xml"/><Relationship Id="rId15" Type="http://schemas.openxmlformats.org/officeDocument/2006/relationships/tags" Target="../tags/tag696.xml"/><Relationship Id="rId23" Type="http://schemas.openxmlformats.org/officeDocument/2006/relationships/tags" Target="../tags/tag704.xml"/><Relationship Id="rId28" Type="http://schemas.openxmlformats.org/officeDocument/2006/relationships/tags" Target="../tags/tag709.xml"/><Relationship Id="rId36" Type="http://schemas.openxmlformats.org/officeDocument/2006/relationships/tags" Target="../tags/tag717.xml"/><Relationship Id="rId49" Type="http://schemas.microsoft.com/office/2007/relationships/hdphoto" Target="../media/hdphoto4.wdp"/><Relationship Id="rId10" Type="http://schemas.openxmlformats.org/officeDocument/2006/relationships/tags" Target="../tags/tag691.xml"/><Relationship Id="rId19" Type="http://schemas.openxmlformats.org/officeDocument/2006/relationships/tags" Target="../tags/tag700.xml"/><Relationship Id="rId31" Type="http://schemas.openxmlformats.org/officeDocument/2006/relationships/tags" Target="../tags/tag712.xml"/><Relationship Id="rId44" Type="http://schemas.openxmlformats.org/officeDocument/2006/relationships/tags" Target="../tags/tag725.xml"/><Relationship Id="rId4" Type="http://schemas.openxmlformats.org/officeDocument/2006/relationships/tags" Target="../tags/tag685.xml"/><Relationship Id="rId9" Type="http://schemas.openxmlformats.org/officeDocument/2006/relationships/tags" Target="../tags/tag690.xml"/><Relationship Id="rId14" Type="http://schemas.openxmlformats.org/officeDocument/2006/relationships/tags" Target="../tags/tag695.xml"/><Relationship Id="rId22" Type="http://schemas.openxmlformats.org/officeDocument/2006/relationships/tags" Target="../tags/tag703.xml"/><Relationship Id="rId27" Type="http://schemas.openxmlformats.org/officeDocument/2006/relationships/tags" Target="../tags/tag708.xml"/><Relationship Id="rId30" Type="http://schemas.openxmlformats.org/officeDocument/2006/relationships/tags" Target="../tags/tag711.xml"/><Relationship Id="rId35" Type="http://schemas.openxmlformats.org/officeDocument/2006/relationships/tags" Target="../tags/tag716.xml"/><Relationship Id="rId43" Type="http://schemas.openxmlformats.org/officeDocument/2006/relationships/tags" Target="../tags/tag724.xml"/><Relationship Id="rId48" Type="http://schemas.openxmlformats.org/officeDocument/2006/relationships/image" Target="../media/image37.png"/><Relationship Id="rId8" Type="http://schemas.openxmlformats.org/officeDocument/2006/relationships/tags" Target="../tags/tag689.xml"/><Relationship Id="rId3" Type="http://schemas.openxmlformats.org/officeDocument/2006/relationships/tags" Target="../tags/tag684.xml"/><Relationship Id="rId12" Type="http://schemas.openxmlformats.org/officeDocument/2006/relationships/tags" Target="../tags/tag693.xml"/><Relationship Id="rId17" Type="http://schemas.openxmlformats.org/officeDocument/2006/relationships/tags" Target="../tags/tag698.xml"/><Relationship Id="rId25" Type="http://schemas.openxmlformats.org/officeDocument/2006/relationships/tags" Target="../tags/tag706.xml"/><Relationship Id="rId33" Type="http://schemas.openxmlformats.org/officeDocument/2006/relationships/tags" Target="../tags/tag714.xml"/><Relationship Id="rId38" Type="http://schemas.openxmlformats.org/officeDocument/2006/relationships/tags" Target="../tags/tag719.xml"/><Relationship Id="rId46" Type="http://schemas.openxmlformats.org/officeDocument/2006/relationships/slideLayout" Target="../slideLayouts/slideLayout1.xml"/><Relationship Id="rId20" Type="http://schemas.openxmlformats.org/officeDocument/2006/relationships/tags" Target="../tags/tag701.xml"/><Relationship Id="rId41" Type="http://schemas.openxmlformats.org/officeDocument/2006/relationships/tags" Target="../tags/tag722.xml"/><Relationship Id="rId1" Type="http://schemas.openxmlformats.org/officeDocument/2006/relationships/tags" Target="../tags/tag682.xml"/><Relationship Id="rId6" Type="http://schemas.openxmlformats.org/officeDocument/2006/relationships/tags" Target="../tags/tag687.xml"/></Relationships>
</file>

<file path=ppt/slides/_rels/slide75.xml.rels><?xml version="1.0" encoding="UTF-8" standalone="yes"?>
<Relationships xmlns="http://schemas.openxmlformats.org/package/2006/relationships"><Relationship Id="rId13" Type="http://schemas.openxmlformats.org/officeDocument/2006/relationships/tags" Target="../tags/tag739.xml"/><Relationship Id="rId18" Type="http://schemas.openxmlformats.org/officeDocument/2006/relationships/tags" Target="../tags/tag744.xml"/><Relationship Id="rId26" Type="http://schemas.openxmlformats.org/officeDocument/2006/relationships/tags" Target="../tags/tag752.xml"/><Relationship Id="rId39" Type="http://schemas.openxmlformats.org/officeDocument/2006/relationships/tags" Target="../tags/tag765.xml"/><Relationship Id="rId21" Type="http://schemas.openxmlformats.org/officeDocument/2006/relationships/tags" Target="../tags/tag747.xml"/><Relationship Id="rId34" Type="http://schemas.openxmlformats.org/officeDocument/2006/relationships/tags" Target="../tags/tag760.xml"/><Relationship Id="rId42" Type="http://schemas.openxmlformats.org/officeDocument/2006/relationships/tags" Target="../tags/tag768.xml"/><Relationship Id="rId47" Type="http://schemas.openxmlformats.org/officeDocument/2006/relationships/notesSlide" Target="../notesSlides/notesSlide40.xml"/><Relationship Id="rId7" Type="http://schemas.openxmlformats.org/officeDocument/2006/relationships/tags" Target="../tags/tag733.xml"/><Relationship Id="rId2" Type="http://schemas.openxmlformats.org/officeDocument/2006/relationships/tags" Target="../tags/tag728.xml"/><Relationship Id="rId16" Type="http://schemas.openxmlformats.org/officeDocument/2006/relationships/tags" Target="../tags/tag742.xml"/><Relationship Id="rId29" Type="http://schemas.openxmlformats.org/officeDocument/2006/relationships/tags" Target="../tags/tag755.xml"/><Relationship Id="rId11" Type="http://schemas.openxmlformats.org/officeDocument/2006/relationships/tags" Target="../tags/tag737.xml"/><Relationship Id="rId24" Type="http://schemas.openxmlformats.org/officeDocument/2006/relationships/tags" Target="../tags/tag750.xml"/><Relationship Id="rId32" Type="http://schemas.openxmlformats.org/officeDocument/2006/relationships/tags" Target="../tags/tag758.xml"/><Relationship Id="rId37" Type="http://schemas.openxmlformats.org/officeDocument/2006/relationships/tags" Target="../tags/tag763.xml"/><Relationship Id="rId40" Type="http://schemas.openxmlformats.org/officeDocument/2006/relationships/tags" Target="../tags/tag766.xml"/><Relationship Id="rId45" Type="http://schemas.openxmlformats.org/officeDocument/2006/relationships/tags" Target="../tags/tag771.xml"/><Relationship Id="rId5" Type="http://schemas.openxmlformats.org/officeDocument/2006/relationships/tags" Target="../tags/tag731.xml"/><Relationship Id="rId15" Type="http://schemas.openxmlformats.org/officeDocument/2006/relationships/tags" Target="../tags/tag741.xml"/><Relationship Id="rId23" Type="http://schemas.openxmlformats.org/officeDocument/2006/relationships/tags" Target="../tags/tag749.xml"/><Relationship Id="rId28" Type="http://schemas.openxmlformats.org/officeDocument/2006/relationships/tags" Target="../tags/tag754.xml"/><Relationship Id="rId36" Type="http://schemas.openxmlformats.org/officeDocument/2006/relationships/tags" Target="../tags/tag762.xml"/><Relationship Id="rId49" Type="http://schemas.microsoft.com/office/2007/relationships/hdphoto" Target="../media/hdphoto4.wdp"/><Relationship Id="rId10" Type="http://schemas.openxmlformats.org/officeDocument/2006/relationships/tags" Target="../tags/tag736.xml"/><Relationship Id="rId19" Type="http://schemas.openxmlformats.org/officeDocument/2006/relationships/tags" Target="../tags/tag745.xml"/><Relationship Id="rId31" Type="http://schemas.openxmlformats.org/officeDocument/2006/relationships/tags" Target="../tags/tag757.xml"/><Relationship Id="rId44" Type="http://schemas.openxmlformats.org/officeDocument/2006/relationships/tags" Target="../tags/tag770.xml"/><Relationship Id="rId4" Type="http://schemas.openxmlformats.org/officeDocument/2006/relationships/tags" Target="../tags/tag730.xml"/><Relationship Id="rId9" Type="http://schemas.openxmlformats.org/officeDocument/2006/relationships/tags" Target="../tags/tag735.xml"/><Relationship Id="rId14" Type="http://schemas.openxmlformats.org/officeDocument/2006/relationships/tags" Target="../tags/tag740.xml"/><Relationship Id="rId22" Type="http://schemas.openxmlformats.org/officeDocument/2006/relationships/tags" Target="../tags/tag748.xml"/><Relationship Id="rId27" Type="http://schemas.openxmlformats.org/officeDocument/2006/relationships/tags" Target="../tags/tag753.xml"/><Relationship Id="rId30" Type="http://schemas.openxmlformats.org/officeDocument/2006/relationships/tags" Target="../tags/tag756.xml"/><Relationship Id="rId35" Type="http://schemas.openxmlformats.org/officeDocument/2006/relationships/tags" Target="../tags/tag761.xml"/><Relationship Id="rId43" Type="http://schemas.openxmlformats.org/officeDocument/2006/relationships/tags" Target="../tags/tag769.xml"/><Relationship Id="rId48" Type="http://schemas.openxmlformats.org/officeDocument/2006/relationships/image" Target="../media/image37.png"/><Relationship Id="rId8" Type="http://schemas.openxmlformats.org/officeDocument/2006/relationships/tags" Target="../tags/tag734.xml"/><Relationship Id="rId3" Type="http://schemas.openxmlformats.org/officeDocument/2006/relationships/tags" Target="../tags/tag729.xml"/><Relationship Id="rId12" Type="http://schemas.openxmlformats.org/officeDocument/2006/relationships/tags" Target="../tags/tag738.xml"/><Relationship Id="rId17" Type="http://schemas.openxmlformats.org/officeDocument/2006/relationships/tags" Target="../tags/tag743.xml"/><Relationship Id="rId25" Type="http://schemas.openxmlformats.org/officeDocument/2006/relationships/tags" Target="../tags/tag751.xml"/><Relationship Id="rId33" Type="http://schemas.openxmlformats.org/officeDocument/2006/relationships/tags" Target="../tags/tag759.xml"/><Relationship Id="rId38" Type="http://schemas.openxmlformats.org/officeDocument/2006/relationships/tags" Target="../tags/tag764.xml"/><Relationship Id="rId46" Type="http://schemas.openxmlformats.org/officeDocument/2006/relationships/slideLayout" Target="../slideLayouts/slideLayout1.xml"/><Relationship Id="rId20" Type="http://schemas.openxmlformats.org/officeDocument/2006/relationships/tags" Target="../tags/tag746.xml"/><Relationship Id="rId41" Type="http://schemas.openxmlformats.org/officeDocument/2006/relationships/tags" Target="../tags/tag767.xml"/><Relationship Id="rId1" Type="http://schemas.openxmlformats.org/officeDocument/2006/relationships/tags" Target="../tags/tag727.xml"/><Relationship Id="rId6" Type="http://schemas.openxmlformats.org/officeDocument/2006/relationships/tags" Target="../tags/tag732.xml"/></Relationships>
</file>

<file path=ppt/slides/_rels/slide76.xml.rels><?xml version="1.0" encoding="UTF-8" standalone="yes"?>
<Relationships xmlns="http://schemas.openxmlformats.org/package/2006/relationships"><Relationship Id="rId8" Type="http://schemas.openxmlformats.org/officeDocument/2006/relationships/tags" Target="../tags/tag779.xml"/><Relationship Id="rId13" Type="http://schemas.openxmlformats.org/officeDocument/2006/relationships/tags" Target="../tags/tag784.xml"/><Relationship Id="rId18" Type="http://schemas.openxmlformats.org/officeDocument/2006/relationships/tags" Target="../tags/tag789.xml"/><Relationship Id="rId26" Type="http://schemas.openxmlformats.org/officeDocument/2006/relationships/tags" Target="../tags/tag797.xml"/><Relationship Id="rId3" Type="http://schemas.openxmlformats.org/officeDocument/2006/relationships/tags" Target="../tags/tag774.xml"/><Relationship Id="rId21" Type="http://schemas.openxmlformats.org/officeDocument/2006/relationships/tags" Target="../tags/tag792.xml"/><Relationship Id="rId7" Type="http://schemas.openxmlformats.org/officeDocument/2006/relationships/tags" Target="../tags/tag778.xml"/><Relationship Id="rId12" Type="http://schemas.openxmlformats.org/officeDocument/2006/relationships/tags" Target="../tags/tag783.xml"/><Relationship Id="rId17" Type="http://schemas.openxmlformats.org/officeDocument/2006/relationships/tags" Target="../tags/tag788.xml"/><Relationship Id="rId25" Type="http://schemas.openxmlformats.org/officeDocument/2006/relationships/tags" Target="../tags/tag796.xml"/><Relationship Id="rId2" Type="http://schemas.openxmlformats.org/officeDocument/2006/relationships/tags" Target="../tags/tag773.xml"/><Relationship Id="rId16" Type="http://schemas.openxmlformats.org/officeDocument/2006/relationships/tags" Target="../tags/tag787.xml"/><Relationship Id="rId20" Type="http://schemas.openxmlformats.org/officeDocument/2006/relationships/tags" Target="../tags/tag791.xml"/><Relationship Id="rId29" Type="http://schemas.openxmlformats.org/officeDocument/2006/relationships/notesSlide" Target="../notesSlides/notesSlide41.xml"/><Relationship Id="rId1" Type="http://schemas.openxmlformats.org/officeDocument/2006/relationships/tags" Target="../tags/tag772.xml"/><Relationship Id="rId6" Type="http://schemas.openxmlformats.org/officeDocument/2006/relationships/tags" Target="../tags/tag777.xml"/><Relationship Id="rId11" Type="http://schemas.openxmlformats.org/officeDocument/2006/relationships/tags" Target="../tags/tag782.xml"/><Relationship Id="rId24" Type="http://schemas.openxmlformats.org/officeDocument/2006/relationships/tags" Target="../tags/tag795.xml"/><Relationship Id="rId5" Type="http://schemas.openxmlformats.org/officeDocument/2006/relationships/tags" Target="../tags/tag776.xml"/><Relationship Id="rId15" Type="http://schemas.openxmlformats.org/officeDocument/2006/relationships/tags" Target="../tags/tag786.xml"/><Relationship Id="rId23" Type="http://schemas.openxmlformats.org/officeDocument/2006/relationships/tags" Target="../tags/tag794.xml"/><Relationship Id="rId28" Type="http://schemas.openxmlformats.org/officeDocument/2006/relationships/slideLayout" Target="../slideLayouts/slideLayout1.xml"/><Relationship Id="rId10" Type="http://schemas.openxmlformats.org/officeDocument/2006/relationships/tags" Target="../tags/tag781.xml"/><Relationship Id="rId19" Type="http://schemas.openxmlformats.org/officeDocument/2006/relationships/tags" Target="../tags/tag790.xml"/><Relationship Id="rId4" Type="http://schemas.openxmlformats.org/officeDocument/2006/relationships/tags" Target="../tags/tag775.xml"/><Relationship Id="rId9" Type="http://schemas.openxmlformats.org/officeDocument/2006/relationships/tags" Target="../tags/tag780.xml"/><Relationship Id="rId14" Type="http://schemas.openxmlformats.org/officeDocument/2006/relationships/tags" Target="../tags/tag785.xml"/><Relationship Id="rId22" Type="http://schemas.openxmlformats.org/officeDocument/2006/relationships/tags" Target="../tags/tag793.xml"/><Relationship Id="rId27" Type="http://schemas.openxmlformats.org/officeDocument/2006/relationships/tags" Target="../tags/tag798.xml"/></Relationships>
</file>

<file path=ppt/slides/_rels/slide77.xml.rels><?xml version="1.0" encoding="UTF-8" standalone="yes"?>
<Relationships xmlns="http://schemas.openxmlformats.org/package/2006/relationships"><Relationship Id="rId3" Type="http://schemas.openxmlformats.org/officeDocument/2006/relationships/hyperlink" Target="https://readnoise.com/" TargetMode="External"/><Relationship Id="rId2" Type="http://schemas.openxmlformats.org/officeDocument/2006/relationships/image" Target="../media/image38.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AB5E4F70-617F-C480-31B1-BEF3C369F26E}"/>
            </a:ext>
          </a:extLst>
        </p:cNvPr>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06132DC8-AD8F-6ADA-3DE6-0B3C4479F681}"/>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 name="Slide Number Placeholder 5">
            <a:extLst>
              <a:ext uri="{FF2B5EF4-FFF2-40B4-BE49-F238E27FC236}">
                <a16:creationId xmlns:a16="http://schemas.microsoft.com/office/drawing/2014/main" id="{F3364C32-E4EF-E06E-4488-24140B040896}"/>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C8F374C7-7891-67E2-6F8B-0102DC41A8F4}"/>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5" name="Picture 2" descr="Foro Enseñanza e Investigación de las Políticas Públicas en Colombia – En  homenaje a Luis Fernando Aguilar Villanueva">
            <a:extLst>
              <a:ext uri="{FF2B5EF4-FFF2-40B4-BE49-F238E27FC236}">
                <a16:creationId xmlns:a16="http://schemas.microsoft.com/office/drawing/2014/main" id="{8AD871B2-1100-3372-F893-0535F759B1FA}"/>
              </a:ext>
            </a:extLst>
          </p:cNvPr>
          <p:cNvPicPr>
            <a:picLocks noChangeAspect="1" noChangeArrowheads="1"/>
          </p:cNvPicPr>
          <p:nvPr/>
        </p:nvPicPr>
        <p:blipFill rotWithShape="1">
          <a:blip r:embed="rId2" cstate="print">
            <a:lum bright="70000" contrast="-70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rcRect t="1" b="39588"/>
          <a:stretch/>
        </p:blipFill>
        <p:spPr bwMode="auto">
          <a:xfrm>
            <a:off x="1071562" y="357805"/>
            <a:ext cx="1843086" cy="60199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87B03B1-F682-627F-5365-D854D0180586}"/>
              </a:ext>
            </a:extLst>
          </p:cNvPr>
          <p:cNvSpPr txBox="1"/>
          <p:nvPr/>
        </p:nvSpPr>
        <p:spPr>
          <a:xfrm>
            <a:off x="1071563" y="1394866"/>
            <a:ext cx="7798118" cy="1295163"/>
          </a:xfrm>
          <a:prstGeom prst="rect">
            <a:avLst/>
          </a:prstGeom>
          <a:noFill/>
        </p:spPr>
        <p:txBody>
          <a:bodyPr wrap="square" rtlCol="0">
            <a:spAutoFit/>
          </a:bodyPr>
          <a:lstStyle/>
          <a:p>
            <a:pPr lvl="0">
              <a:lnSpc>
                <a:spcPts val="4600"/>
              </a:lnSpc>
              <a:defRPr/>
            </a:pPr>
            <a:r>
              <a:rPr lang="en-GB" sz="4800" noProof="0">
                <a:solidFill>
                  <a:prstClr val="white"/>
                </a:solidFill>
                <a:latin typeface="Aptos Black" panose="020F0502020204030204" pitchFamily="34" charset="0"/>
              </a:rPr>
              <a:t>Sample, data collection and instruments</a:t>
            </a:r>
            <a:endParaRPr kumimoji="0" lang="en-GB" sz="4800" b="0" i="0" u="none" strike="noStrike" kern="1200" cap="none" spc="0" normalizeH="0" baseline="0" noProof="0">
              <a:ln>
                <a:noFill/>
              </a:ln>
              <a:solidFill>
                <a:prstClr val="white"/>
              </a:solidFill>
              <a:effectLst/>
              <a:uLnTx/>
              <a:uFillTx/>
              <a:latin typeface="Aptos Black" panose="020F0502020204030204" pitchFamily="34" charset="0"/>
              <a:ea typeface="+mn-ea"/>
              <a:cs typeface="+mn-cs"/>
            </a:endParaRPr>
          </a:p>
        </p:txBody>
      </p:sp>
    </p:spTree>
    <p:extLst>
      <p:ext uri="{BB962C8B-B14F-4D97-AF65-F5344CB8AC3E}">
        <p14:creationId xmlns:p14="http://schemas.microsoft.com/office/powerpoint/2010/main" val="16857832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780AE851-CDEE-97F9-56BA-61F4F598D0FB}"/>
            </a:ext>
          </a:extLst>
        </p:cNvPr>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BE92EBCE-91AF-A414-698B-AFD74515A46C}"/>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 name="Slide Number Placeholder 5">
            <a:extLst>
              <a:ext uri="{FF2B5EF4-FFF2-40B4-BE49-F238E27FC236}">
                <a16:creationId xmlns:a16="http://schemas.microsoft.com/office/drawing/2014/main" id="{A689FDA5-3380-1D97-4907-4A0164C9F6AD}"/>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25AB8E7C-FC2F-D576-7CE5-7E28EE714815}"/>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 name="Título 1">
            <a:extLst>
              <a:ext uri="{FF2B5EF4-FFF2-40B4-BE49-F238E27FC236}">
                <a16:creationId xmlns:a16="http://schemas.microsoft.com/office/drawing/2014/main" id="{A508ACBB-D3E2-F419-FF4B-D920A0BAF427}"/>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chemeClr val="bg1"/>
                </a:solidFill>
                <a:effectLst/>
                <a:uLnTx/>
                <a:uFillTx/>
                <a:latin typeface="Aptos SemiBold" panose="020F0502020204030204" pitchFamily="34" charset="0"/>
                <a:ea typeface="+mj-ea"/>
                <a:cs typeface="+mj-cs"/>
              </a:rPr>
              <a:t>Quantitative designs</a:t>
            </a:r>
          </a:p>
        </p:txBody>
      </p:sp>
      <p:sp>
        <p:nvSpPr>
          <p:cNvPr id="3" name="Título 1">
            <a:extLst>
              <a:ext uri="{FF2B5EF4-FFF2-40B4-BE49-F238E27FC236}">
                <a16:creationId xmlns:a16="http://schemas.microsoft.com/office/drawing/2014/main" id="{33C194A3-B9D8-10C9-ED9D-A37EDCCADBB0}"/>
              </a:ext>
            </a:extLst>
          </p:cNvPr>
          <p:cNvSpPr txBox="1">
            <a:spLocks/>
          </p:cNvSpPr>
          <p:nvPr/>
        </p:nvSpPr>
        <p:spPr>
          <a:xfrm>
            <a:off x="891589" y="1073129"/>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2400" b="1" i="0" u="none" strike="noStrike" kern="1200" cap="none" spc="0" normalizeH="0" baseline="0" noProof="0">
                <a:ln>
                  <a:noFill/>
                </a:ln>
                <a:solidFill>
                  <a:schemeClr val="bg1"/>
                </a:solidFill>
                <a:effectLst/>
                <a:uLnTx/>
                <a:uFillTx/>
                <a:latin typeface="Aptos SemiBold" panose="020F0502020204030204" pitchFamily="34" charset="0"/>
                <a:ea typeface="+mj-ea"/>
                <a:cs typeface="+mj-cs"/>
              </a:rPr>
              <a:t>Surveys</a:t>
            </a:r>
          </a:p>
        </p:txBody>
      </p:sp>
      <p:graphicFrame>
        <p:nvGraphicFramePr>
          <p:cNvPr id="4" name="Table 3">
            <a:extLst>
              <a:ext uri="{FF2B5EF4-FFF2-40B4-BE49-F238E27FC236}">
                <a16:creationId xmlns:a16="http://schemas.microsoft.com/office/drawing/2014/main" id="{A42EB2A2-DD0F-E62B-4A3B-37C3A1A7123C}"/>
              </a:ext>
            </a:extLst>
          </p:cNvPr>
          <p:cNvGraphicFramePr>
            <a:graphicFrameLocks noGrp="1"/>
          </p:cNvGraphicFramePr>
          <p:nvPr>
            <p:extLst>
              <p:ext uri="{D42A27DB-BD31-4B8C-83A1-F6EECF244321}">
                <p14:modId xmlns:p14="http://schemas.microsoft.com/office/powerpoint/2010/main" val="965335865"/>
              </p:ext>
            </p:extLst>
          </p:nvPr>
        </p:nvGraphicFramePr>
        <p:xfrm>
          <a:off x="1188426" y="2086736"/>
          <a:ext cx="7220882" cy="3288048"/>
        </p:xfrm>
        <a:graphic>
          <a:graphicData uri="http://schemas.openxmlformats.org/drawingml/2006/table">
            <a:tbl>
              <a:tblPr firstRow="1" bandRow="1">
                <a:tableStyleId>{5C22544A-7EE6-4342-B048-85BDC9FD1C3A}</a:tableStyleId>
              </a:tblPr>
              <a:tblGrid>
                <a:gridCol w="7220882">
                  <a:extLst>
                    <a:ext uri="{9D8B030D-6E8A-4147-A177-3AD203B41FA5}">
                      <a16:colId xmlns:a16="http://schemas.microsoft.com/office/drawing/2014/main" val="3299867068"/>
                    </a:ext>
                  </a:extLst>
                </a:gridCol>
              </a:tblGrid>
              <a:tr h="247408">
                <a:tc>
                  <a:txBody>
                    <a:bodyPr/>
                    <a:lstStyle/>
                    <a:p>
                      <a:pPr marL="0" algn="l" defTabSz="914400" rtl="0" eaLnBrk="1" latinLnBrk="0" hangingPunct="1">
                        <a:lnSpc>
                          <a:spcPct val="100000"/>
                        </a:lnSpc>
                        <a:spcBef>
                          <a:spcPts val="0"/>
                        </a:spcBef>
                        <a:spcAft>
                          <a:spcPts val="0"/>
                        </a:spcAft>
                      </a:pPr>
                      <a:r>
                        <a:rPr lang="en-GB" sz="1000" b="0" noProof="0"/>
                        <a:t>Is the </a:t>
                      </a:r>
                      <a:r>
                        <a:rPr lang="en-GB" sz="1000" b="1" noProof="0">
                          <a:highlight>
                            <a:srgbClr val="000000"/>
                          </a:highlight>
                        </a:rPr>
                        <a:t>purpose</a:t>
                      </a:r>
                      <a:r>
                        <a:rPr lang="en-GB" sz="1000" b="0" noProof="0"/>
                        <a:t> of the survey design clearly specified?</a:t>
                      </a:r>
                      <a:endParaRPr lang="en-GB" sz="1000" b="0" kern="1200" noProof="0">
                        <a:solidFill>
                          <a:schemeClr val="bg1"/>
                        </a:solidFill>
                        <a:latin typeface="+mn-lt"/>
                        <a:ea typeface="+mn-ea"/>
                        <a:cs typeface="+mn-cs"/>
                      </a:endParaRP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5789296"/>
                  </a:ext>
                </a:extLst>
              </a:tr>
              <a:tr h="304064">
                <a:tc>
                  <a:txBody>
                    <a:bodyPr/>
                    <a:lstStyle/>
                    <a:p>
                      <a:pPr algn="l">
                        <a:lnSpc>
                          <a:spcPct val="100000"/>
                        </a:lnSpc>
                        <a:spcBef>
                          <a:spcPts val="0"/>
                        </a:spcBef>
                        <a:spcAft>
                          <a:spcPts val="0"/>
                        </a:spcAft>
                      </a:pPr>
                      <a:r>
                        <a:rPr lang="en-GB" sz="1000" noProof="0">
                          <a:solidFill>
                            <a:schemeClr val="tx1"/>
                          </a:solidFill>
                        </a:rPr>
                        <a:t>What </a:t>
                      </a:r>
                      <a:r>
                        <a:rPr lang="en-GB" sz="1000" b="1" noProof="0">
                          <a:solidFill>
                            <a:schemeClr val="tx1"/>
                          </a:solidFill>
                          <a:highlight>
                            <a:srgbClr val="FFC000"/>
                          </a:highlight>
                        </a:rPr>
                        <a:t>type of design will be used</a:t>
                      </a:r>
                      <a:r>
                        <a:rPr lang="en-GB" sz="1000" noProof="0">
                          <a:solidFill>
                            <a:schemeClr val="tx1"/>
                          </a:solidFill>
                        </a:rPr>
                        <a:t>, and what are the reasons for choosing</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426092039"/>
                  </a:ext>
                </a:extLst>
              </a:tr>
              <a:tr h="304064">
                <a:tc>
                  <a:txBody>
                    <a:bodyPr/>
                    <a:lstStyle/>
                    <a:p>
                      <a:pPr algn="l">
                        <a:lnSpc>
                          <a:spcPct val="100000"/>
                        </a:lnSpc>
                        <a:spcBef>
                          <a:spcPts val="0"/>
                        </a:spcBef>
                        <a:spcAft>
                          <a:spcPts val="0"/>
                        </a:spcAft>
                      </a:pPr>
                      <a:r>
                        <a:rPr lang="en-GB" sz="1000" noProof="0">
                          <a:solidFill>
                            <a:schemeClr val="bg1"/>
                          </a:solidFill>
                        </a:rPr>
                        <a:t>Is the </a:t>
                      </a:r>
                      <a:r>
                        <a:rPr lang="en-GB" sz="1000" b="1" noProof="0">
                          <a:solidFill>
                            <a:schemeClr val="bg1"/>
                          </a:solidFill>
                          <a:highlight>
                            <a:srgbClr val="000000"/>
                          </a:highlight>
                        </a:rPr>
                        <a:t>nature of the survey </a:t>
                      </a:r>
                      <a:r>
                        <a:rPr lang="en-GB" sz="1000" noProof="0">
                          <a:solidFill>
                            <a:schemeClr val="bg1"/>
                          </a:solidFill>
                        </a:rPr>
                        <a:t>identified </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5444346"/>
                  </a:ext>
                </a:extLst>
              </a:tr>
              <a:tr h="304064">
                <a:tc>
                  <a:txBody>
                    <a:bodyPr/>
                    <a:lstStyle/>
                    <a:p>
                      <a:pPr algn="l">
                        <a:lnSpc>
                          <a:spcPct val="100000"/>
                        </a:lnSpc>
                        <a:spcBef>
                          <a:spcPts val="0"/>
                        </a:spcBef>
                        <a:spcAft>
                          <a:spcPts val="0"/>
                        </a:spcAft>
                      </a:pPr>
                      <a:r>
                        <a:rPr lang="en-GB" sz="1000" noProof="0">
                          <a:solidFill>
                            <a:schemeClr val="tx1"/>
                          </a:solidFill>
                        </a:rPr>
                        <a:t>Is the </a:t>
                      </a:r>
                      <a:r>
                        <a:rPr lang="en-GB" sz="1000" b="1" noProof="0">
                          <a:solidFill>
                            <a:schemeClr val="tx1"/>
                          </a:solidFill>
                          <a:highlight>
                            <a:srgbClr val="FFC000"/>
                          </a:highlight>
                        </a:rPr>
                        <a:t>population described </a:t>
                      </a:r>
                      <a:r>
                        <a:rPr lang="en-GB" sz="1000" noProof="0">
                          <a:solidFill>
                            <a:schemeClr val="tx1"/>
                          </a:solidFill>
                        </a:rPr>
                        <a:t>and is its size indicated?</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60389199"/>
                  </a:ext>
                </a:extLst>
              </a:tr>
              <a:tr h="304064">
                <a:tc>
                  <a:txBody>
                    <a:bodyPr/>
                    <a:lstStyle/>
                    <a:p>
                      <a:pPr algn="l">
                        <a:lnSpc>
                          <a:spcPct val="100000"/>
                        </a:lnSpc>
                        <a:spcBef>
                          <a:spcPts val="0"/>
                        </a:spcBef>
                        <a:spcAft>
                          <a:spcPts val="0"/>
                        </a:spcAft>
                      </a:pPr>
                      <a:r>
                        <a:rPr lang="en-GB" sz="1000" noProof="0">
                          <a:solidFill>
                            <a:schemeClr val="bg1"/>
                          </a:solidFill>
                        </a:rPr>
                        <a:t>Will the </a:t>
                      </a:r>
                      <a:r>
                        <a:rPr lang="en-GB" sz="1000" b="1" noProof="0">
                          <a:solidFill>
                            <a:schemeClr val="bg1"/>
                          </a:solidFill>
                          <a:highlight>
                            <a:srgbClr val="000000"/>
                          </a:highlight>
                        </a:rPr>
                        <a:t>population be stratified</a:t>
                      </a:r>
                      <a:r>
                        <a:rPr lang="en-GB" sz="1000" noProof="0">
                          <a:solidFill>
                            <a:schemeClr val="bg1"/>
                          </a:solidFill>
                        </a:rPr>
                        <a:t>? If so, how will stratification be implemented?</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737611"/>
                  </a:ext>
                </a:extLst>
              </a:tr>
              <a:tr h="3040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noProof="0">
                          <a:solidFill>
                            <a:schemeClr val="tx1"/>
                          </a:solidFill>
                          <a:highlight>
                            <a:srgbClr val="FFC000"/>
                          </a:highlight>
                        </a:rPr>
                        <a:t>How many individuals will be in the sample</a:t>
                      </a:r>
                      <a:r>
                        <a:rPr lang="en-GB" sz="1000" noProof="0">
                          <a:solidFill>
                            <a:schemeClr val="tx1"/>
                          </a:solidFill>
                        </a:rPr>
                        <a:t>, and on what basis was this size chosen?</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150921629"/>
                  </a:ext>
                </a:extLst>
              </a:tr>
              <a:tr h="3040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noProof="0">
                          <a:solidFill>
                            <a:schemeClr val="bg1"/>
                          </a:solidFill>
                        </a:rPr>
                        <a:t>What will be </a:t>
                      </a:r>
                      <a:r>
                        <a:rPr lang="en-GB" sz="1000" b="1" noProof="0">
                          <a:solidFill>
                            <a:schemeClr val="bg1"/>
                          </a:solidFill>
                          <a:highlight>
                            <a:srgbClr val="000000"/>
                          </a:highlight>
                        </a:rPr>
                        <a:t>the procedure for sampling</a:t>
                      </a:r>
                      <a:r>
                        <a:rPr lang="en-GB" sz="1000" noProof="0">
                          <a:solidFill>
                            <a:schemeClr val="bg1"/>
                          </a:solidFill>
                        </a:rPr>
                        <a:t> these individuals</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5341965"/>
                  </a:ext>
                </a:extLst>
              </a:tr>
              <a:tr h="3040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noProof="0">
                          <a:solidFill>
                            <a:schemeClr val="tx1"/>
                          </a:solidFill>
                        </a:rPr>
                        <a:t>What </a:t>
                      </a:r>
                      <a:r>
                        <a:rPr lang="en-GB" sz="1000" b="1" noProof="0">
                          <a:solidFill>
                            <a:schemeClr val="tx1"/>
                          </a:solidFill>
                          <a:highlight>
                            <a:srgbClr val="FFC000"/>
                          </a:highlight>
                        </a:rPr>
                        <a:t>instruments</a:t>
                      </a:r>
                      <a:r>
                        <a:rPr lang="en-GB" sz="1000" noProof="0">
                          <a:solidFill>
                            <a:schemeClr val="tx1"/>
                          </a:solidFill>
                        </a:rPr>
                        <a:t> will be used in the survey</a:t>
                      </a:r>
                      <a:endParaRPr lang="en-GB" sz="1000" kern="1200" noProof="0">
                        <a:solidFill>
                          <a:schemeClr val="tx1"/>
                        </a:solidFill>
                        <a:latin typeface="+mn-lt"/>
                        <a:ea typeface="+mn-ea"/>
                        <a:cs typeface="+mn-cs"/>
                      </a:endParaRP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419849376"/>
                  </a:ext>
                </a:extLst>
              </a:tr>
              <a:tr h="3040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noProof="0">
                          <a:solidFill>
                            <a:schemeClr val="bg1"/>
                          </a:solidFill>
                          <a:highlight>
                            <a:srgbClr val="000000"/>
                          </a:highlight>
                        </a:rPr>
                        <a:t>Do the instruments have acceptable score reliability and validity</a:t>
                      </a:r>
                      <a:r>
                        <a:rPr lang="en-GB" sz="1000" noProof="0">
                          <a:solidFill>
                            <a:schemeClr val="bg1"/>
                          </a:solidFill>
                        </a:rPr>
                        <a:t>, and what are the scale anchors?</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7742678"/>
                  </a:ext>
                </a:extLst>
              </a:tr>
              <a:tr h="3040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noProof="0">
                          <a:solidFill>
                            <a:schemeClr val="tx1"/>
                          </a:solidFill>
                        </a:rPr>
                        <a:t>What is </a:t>
                      </a:r>
                      <a:r>
                        <a:rPr lang="en-GB" sz="1000" noProof="0">
                          <a:solidFill>
                            <a:schemeClr val="tx1"/>
                          </a:solidFill>
                          <a:highlight>
                            <a:srgbClr val="FFC000"/>
                          </a:highlight>
                        </a:rPr>
                        <a:t>the timeline </a:t>
                      </a:r>
                      <a:r>
                        <a:rPr lang="en-GB" sz="1000" noProof="0">
                          <a:solidFill>
                            <a:schemeClr val="tx1"/>
                          </a:solidFill>
                        </a:rPr>
                        <a:t>for administering the survey?</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194279506"/>
                  </a:ext>
                </a:extLst>
              </a:tr>
              <a:tr h="3040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noProof="0">
                          <a:solidFill>
                            <a:schemeClr val="bg1"/>
                          </a:solidFill>
                        </a:rPr>
                        <a:t>What </a:t>
                      </a:r>
                      <a:r>
                        <a:rPr lang="en-GB" sz="1000" b="1" noProof="0">
                          <a:solidFill>
                            <a:schemeClr val="bg1"/>
                          </a:solidFill>
                          <a:highlight>
                            <a:srgbClr val="000000"/>
                          </a:highlight>
                        </a:rPr>
                        <a:t>ethical considerations </a:t>
                      </a:r>
                      <a:r>
                        <a:rPr lang="en-GB" sz="1000" noProof="0">
                          <a:solidFill>
                            <a:schemeClr val="bg1"/>
                          </a:solidFill>
                        </a:rPr>
                        <a:t>will be taken into account to protect participants?</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5145079"/>
                  </a:ext>
                </a:extLst>
              </a:tr>
            </a:tbl>
          </a:graphicData>
        </a:graphic>
      </p:graphicFrame>
      <p:sp>
        <p:nvSpPr>
          <p:cNvPr id="6" name="TextBox 5">
            <a:extLst>
              <a:ext uri="{FF2B5EF4-FFF2-40B4-BE49-F238E27FC236}">
                <a16:creationId xmlns:a16="http://schemas.microsoft.com/office/drawing/2014/main" id="{FEA08F26-1367-DCDE-5CF2-47173ED1ED06}"/>
              </a:ext>
            </a:extLst>
          </p:cNvPr>
          <p:cNvSpPr txBox="1"/>
          <p:nvPr/>
        </p:nvSpPr>
        <p:spPr>
          <a:xfrm>
            <a:off x="9928636" y="2223432"/>
            <a:ext cx="1829849"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GB" sz="1600" b="0" i="0" u="none" strike="noStrike" kern="1200" cap="none" spc="0" normalizeH="0" baseline="0" noProof="0">
                <a:ln>
                  <a:noFill/>
                </a:ln>
                <a:solidFill>
                  <a:prstClr val="white"/>
                </a:solidFill>
                <a:effectLst/>
                <a:uLnTx/>
                <a:uFillTx/>
                <a:latin typeface="Aptos" panose="020B0004020202020204"/>
                <a:ea typeface="+mn-ea"/>
                <a:cs typeface="+mn-cs"/>
              </a:rPr>
              <a:t>Purpose of the instrument</a:t>
            </a:r>
          </a:p>
        </p:txBody>
      </p:sp>
      <p:sp>
        <p:nvSpPr>
          <p:cNvPr id="7" name="TextBox 6">
            <a:extLst>
              <a:ext uri="{FF2B5EF4-FFF2-40B4-BE49-F238E27FC236}">
                <a16:creationId xmlns:a16="http://schemas.microsoft.com/office/drawing/2014/main" id="{D8B38482-F69C-8825-8AC3-2BF6C790170C}"/>
              </a:ext>
            </a:extLst>
          </p:cNvPr>
          <p:cNvSpPr txBox="1"/>
          <p:nvPr/>
        </p:nvSpPr>
        <p:spPr>
          <a:xfrm>
            <a:off x="9982200" y="3274231"/>
            <a:ext cx="1457131"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GB" sz="1600" b="0" i="0" u="none" strike="noStrike" kern="1200" cap="none" spc="0" normalizeH="0" baseline="0" noProof="0">
                <a:ln>
                  <a:noFill/>
                </a:ln>
                <a:solidFill>
                  <a:prstClr val="white"/>
                </a:solidFill>
                <a:effectLst/>
                <a:uLnTx/>
                <a:uFillTx/>
                <a:latin typeface="Aptos" panose="020B0004020202020204"/>
                <a:ea typeface="+mn-ea"/>
                <a:cs typeface="+mn-cs"/>
              </a:rPr>
              <a:t>Sampling process </a:t>
            </a:r>
          </a:p>
        </p:txBody>
      </p:sp>
      <p:sp>
        <p:nvSpPr>
          <p:cNvPr id="9" name="Right Brace 8">
            <a:extLst>
              <a:ext uri="{FF2B5EF4-FFF2-40B4-BE49-F238E27FC236}">
                <a16:creationId xmlns:a16="http://schemas.microsoft.com/office/drawing/2014/main" id="{4642DAD5-4A74-0C95-0C5D-A4C456BAEAF1}"/>
              </a:ext>
            </a:extLst>
          </p:cNvPr>
          <p:cNvSpPr/>
          <p:nvPr/>
        </p:nvSpPr>
        <p:spPr>
          <a:xfrm>
            <a:off x="8409308" y="2086736"/>
            <a:ext cx="1043974" cy="858169"/>
          </a:xfrm>
          <a:prstGeom prst="rightBrace">
            <a:avLst>
              <a:gd name="adj1" fmla="val 0"/>
              <a:gd name="adj2" fmla="val 52290"/>
            </a:avLst>
          </a:prstGeom>
          <a:ln>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 name="Right Brace 9">
            <a:extLst>
              <a:ext uri="{FF2B5EF4-FFF2-40B4-BE49-F238E27FC236}">
                <a16:creationId xmlns:a16="http://schemas.microsoft.com/office/drawing/2014/main" id="{55047BF3-991A-53DC-A65C-14F8C3D053D7}"/>
              </a:ext>
            </a:extLst>
          </p:cNvPr>
          <p:cNvSpPr/>
          <p:nvPr/>
        </p:nvSpPr>
        <p:spPr>
          <a:xfrm>
            <a:off x="8414255" y="2942675"/>
            <a:ext cx="1043974" cy="1212465"/>
          </a:xfrm>
          <a:prstGeom prst="rightBrace">
            <a:avLst>
              <a:gd name="adj1" fmla="val 0"/>
              <a:gd name="adj2" fmla="val 52290"/>
            </a:avLst>
          </a:prstGeom>
          <a:ln>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 name="Right Brace 10">
            <a:extLst>
              <a:ext uri="{FF2B5EF4-FFF2-40B4-BE49-F238E27FC236}">
                <a16:creationId xmlns:a16="http://schemas.microsoft.com/office/drawing/2014/main" id="{9453A37C-2C45-6BF7-A5F7-C74C285C35C4}"/>
              </a:ext>
            </a:extLst>
          </p:cNvPr>
          <p:cNvSpPr/>
          <p:nvPr/>
        </p:nvSpPr>
        <p:spPr>
          <a:xfrm>
            <a:off x="8409308" y="4155140"/>
            <a:ext cx="1043974" cy="611310"/>
          </a:xfrm>
          <a:prstGeom prst="rightBrace">
            <a:avLst>
              <a:gd name="adj1" fmla="val 0"/>
              <a:gd name="adj2" fmla="val 52290"/>
            </a:avLst>
          </a:prstGeom>
          <a:ln>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 name="Oval 11">
            <a:extLst>
              <a:ext uri="{FF2B5EF4-FFF2-40B4-BE49-F238E27FC236}">
                <a16:creationId xmlns:a16="http://schemas.microsoft.com/office/drawing/2014/main" id="{799B86EA-728F-5B96-B8E0-598119E1A1A6}"/>
              </a:ext>
            </a:extLst>
          </p:cNvPr>
          <p:cNvSpPr/>
          <p:nvPr/>
        </p:nvSpPr>
        <p:spPr>
          <a:xfrm>
            <a:off x="9453282" y="4236386"/>
            <a:ext cx="475354" cy="475354"/>
          </a:xfrm>
          <a:prstGeom prst="ellipse">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Aptos" panose="020B0004020202020204"/>
                <a:ea typeface="+mn-ea"/>
                <a:cs typeface="+mn-cs"/>
              </a:rPr>
              <a:t>3</a:t>
            </a:r>
          </a:p>
        </p:txBody>
      </p:sp>
      <p:sp>
        <p:nvSpPr>
          <p:cNvPr id="13" name="TextBox 12">
            <a:extLst>
              <a:ext uri="{FF2B5EF4-FFF2-40B4-BE49-F238E27FC236}">
                <a16:creationId xmlns:a16="http://schemas.microsoft.com/office/drawing/2014/main" id="{EA9B896F-ED63-97B7-E692-9515F020D9C6}"/>
              </a:ext>
            </a:extLst>
          </p:cNvPr>
          <p:cNvSpPr txBox="1"/>
          <p:nvPr/>
        </p:nvSpPr>
        <p:spPr>
          <a:xfrm>
            <a:off x="9982200" y="4181675"/>
            <a:ext cx="1829849"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GB" sz="1600" b="0" i="0" u="none" strike="noStrike" kern="1200" cap="none" spc="0" normalizeH="0" baseline="0" noProof="0">
                <a:ln>
                  <a:noFill/>
                </a:ln>
                <a:solidFill>
                  <a:prstClr val="white"/>
                </a:solidFill>
                <a:effectLst/>
                <a:uLnTx/>
                <a:uFillTx/>
                <a:latin typeface="Aptos" panose="020B0004020202020204"/>
                <a:ea typeface="+mn-ea"/>
                <a:cs typeface="+mn-cs"/>
              </a:rPr>
              <a:t>Instrument development</a:t>
            </a:r>
          </a:p>
        </p:txBody>
      </p:sp>
      <p:sp>
        <p:nvSpPr>
          <p:cNvPr id="14" name="Right Brace 13">
            <a:extLst>
              <a:ext uri="{FF2B5EF4-FFF2-40B4-BE49-F238E27FC236}">
                <a16:creationId xmlns:a16="http://schemas.microsoft.com/office/drawing/2014/main" id="{D97CA70F-5470-450E-221C-A1FA925762BA}"/>
              </a:ext>
            </a:extLst>
          </p:cNvPr>
          <p:cNvSpPr/>
          <p:nvPr/>
        </p:nvSpPr>
        <p:spPr>
          <a:xfrm>
            <a:off x="8409308" y="4764962"/>
            <a:ext cx="1043974" cy="611310"/>
          </a:xfrm>
          <a:prstGeom prst="rightBrace">
            <a:avLst>
              <a:gd name="adj1" fmla="val 0"/>
              <a:gd name="adj2" fmla="val 52290"/>
            </a:avLst>
          </a:prstGeom>
          <a:ln>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 name="Oval 14">
            <a:extLst>
              <a:ext uri="{FF2B5EF4-FFF2-40B4-BE49-F238E27FC236}">
                <a16:creationId xmlns:a16="http://schemas.microsoft.com/office/drawing/2014/main" id="{F8104598-3DF9-5607-5429-C24075CAD024}"/>
              </a:ext>
            </a:extLst>
          </p:cNvPr>
          <p:cNvSpPr/>
          <p:nvPr/>
        </p:nvSpPr>
        <p:spPr>
          <a:xfrm>
            <a:off x="9453282" y="4846208"/>
            <a:ext cx="475354" cy="475354"/>
          </a:xfrm>
          <a:prstGeom prst="ellipse">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Aptos" panose="020B0004020202020204"/>
                <a:ea typeface="+mn-ea"/>
                <a:cs typeface="+mn-cs"/>
              </a:rPr>
              <a:t>4</a:t>
            </a:r>
          </a:p>
        </p:txBody>
      </p:sp>
      <p:sp>
        <p:nvSpPr>
          <p:cNvPr id="16" name="TextBox 15">
            <a:extLst>
              <a:ext uri="{FF2B5EF4-FFF2-40B4-BE49-F238E27FC236}">
                <a16:creationId xmlns:a16="http://schemas.microsoft.com/office/drawing/2014/main" id="{BE170B42-5B49-9F9E-739D-131897CE6081}"/>
              </a:ext>
            </a:extLst>
          </p:cNvPr>
          <p:cNvSpPr txBox="1"/>
          <p:nvPr/>
        </p:nvSpPr>
        <p:spPr>
          <a:xfrm>
            <a:off x="9982200" y="4791497"/>
            <a:ext cx="1829849"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GB" sz="1600" b="0" i="0" u="none" strike="noStrike" kern="1200" cap="none" spc="0" normalizeH="0" baseline="0" noProof="0">
                <a:ln>
                  <a:noFill/>
                </a:ln>
                <a:solidFill>
                  <a:prstClr val="white"/>
                </a:solidFill>
                <a:effectLst/>
                <a:uLnTx/>
                <a:uFillTx/>
                <a:latin typeface="Aptos" panose="020B0004020202020204"/>
                <a:ea typeface="+mn-ea"/>
                <a:cs typeface="+mn-cs"/>
              </a:rPr>
              <a:t>Instrument administration</a:t>
            </a:r>
          </a:p>
        </p:txBody>
      </p:sp>
      <p:sp>
        <p:nvSpPr>
          <p:cNvPr id="18" name="Oval 17">
            <a:extLst>
              <a:ext uri="{FF2B5EF4-FFF2-40B4-BE49-F238E27FC236}">
                <a16:creationId xmlns:a16="http://schemas.microsoft.com/office/drawing/2014/main" id="{8055249D-B4D3-9A08-A01D-5051E695C434}"/>
              </a:ext>
            </a:extLst>
          </p:cNvPr>
          <p:cNvSpPr/>
          <p:nvPr/>
        </p:nvSpPr>
        <p:spPr>
          <a:xfrm>
            <a:off x="9453282" y="2278143"/>
            <a:ext cx="475354" cy="475354"/>
          </a:xfrm>
          <a:prstGeom prst="ellipse">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Aptos" panose="020B0004020202020204"/>
                <a:ea typeface="+mn-ea"/>
                <a:cs typeface="+mn-cs"/>
              </a:rPr>
              <a:t>1</a:t>
            </a:r>
          </a:p>
        </p:txBody>
      </p:sp>
      <p:sp>
        <p:nvSpPr>
          <p:cNvPr id="19" name="Oval 18">
            <a:extLst>
              <a:ext uri="{FF2B5EF4-FFF2-40B4-BE49-F238E27FC236}">
                <a16:creationId xmlns:a16="http://schemas.microsoft.com/office/drawing/2014/main" id="{FB6ED732-0817-43B2-CC05-65DBE1ED73A0}"/>
              </a:ext>
            </a:extLst>
          </p:cNvPr>
          <p:cNvSpPr/>
          <p:nvPr/>
        </p:nvSpPr>
        <p:spPr>
          <a:xfrm>
            <a:off x="9453282" y="3328942"/>
            <a:ext cx="475354" cy="475354"/>
          </a:xfrm>
          <a:prstGeom prst="ellipse">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Aptos" panose="020B0004020202020204"/>
                <a:ea typeface="+mn-ea"/>
                <a:cs typeface="+mn-cs"/>
              </a:rPr>
              <a:t>2</a:t>
            </a:r>
          </a:p>
        </p:txBody>
      </p:sp>
    </p:spTree>
    <p:extLst>
      <p:ext uri="{BB962C8B-B14F-4D97-AF65-F5344CB8AC3E}">
        <p14:creationId xmlns:p14="http://schemas.microsoft.com/office/powerpoint/2010/main" val="40064924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animBg="1"/>
      <p:bldP spid="10" grpId="0" animBg="1"/>
      <p:bldP spid="11" grpId="0" animBg="1"/>
      <p:bldP spid="12" grpId="0" animBg="1"/>
      <p:bldP spid="13" grpId="0"/>
      <p:bldP spid="14" grpId="0" animBg="1"/>
      <p:bldP spid="15" grpId="0" animBg="1"/>
      <p:bldP spid="16" grpId="0"/>
      <p:bldP spid="18" grpId="0" animBg="1"/>
      <p:bldP spid="1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7B8F9B4A-0F5B-E456-42B6-CE2834E5D7BE}"/>
            </a:ext>
          </a:extLst>
        </p:cNvPr>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1A35F95B-CF56-EE5F-CED9-1CBB48351D8F}"/>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 name="Slide Number Placeholder 5">
            <a:extLst>
              <a:ext uri="{FF2B5EF4-FFF2-40B4-BE49-F238E27FC236}">
                <a16:creationId xmlns:a16="http://schemas.microsoft.com/office/drawing/2014/main" id="{C3474D58-A450-658D-6202-95A2E1007423}"/>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96693603-0B1A-3935-CDEC-47BB06368AD2}"/>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 name="Título 1">
            <a:extLst>
              <a:ext uri="{FF2B5EF4-FFF2-40B4-BE49-F238E27FC236}">
                <a16:creationId xmlns:a16="http://schemas.microsoft.com/office/drawing/2014/main" id="{226AF4CC-A98F-033D-DC16-FEF4DF09F49A}"/>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Quantitative designs</a:t>
            </a:r>
          </a:p>
        </p:txBody>
      </p:sp>
      <p:sp>
        <p:nvSpPr>
          <p:cNvPr id="3" name="Título 1">
            <a:extLst>
              <a:ext uri="{FF2B5EF4-FFF2-40B4-BE49-F238E27FC236}">
                <a16:creationId xmlns:a16="http://schemas.microsoft.com/office/drawing/2014/main" id="{1B93C743-C197-AE7B-ED64-374F7B6C6386}"/>
              </a:ext>
            </a:extLst>
          </p:cNvPr>
          <p:cNvSpPr txBox="1">
            <a:spLocks/>
          </p:cNvSpPr>
          <p:nvPr/>
        </p:nvSpPr>
        <p:spPr>
          <a:xfrm>
            <a:off x="891589" y="1073129"/>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24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Surveys</a:t>
            </a:r>
          </a:p>
        </p:txBody>
      </p:sp>
      <p:sp>
        <p:nvSpPr>
          <p:cNvPr id="5" name="Oval 4">
            <a:extLst>
              <a:ext uri="{FF2B5EF4-FFF2-40B4-BE49-F238E27FC236}">
                <a16:creationId xmlns:a16="http://schemas.microsoft.com/office/drawing/2014/main" id="{8A79C69E-4D79-12CD-41FE-9F1872210032}"/>
              </a:ext>
            </a:extLst>
          </p:cNvPr>
          <p:cNvSpPr/>
          <p:nvPr/>
        </p:nvSpPr>
        <p:spPr>
          <a:xfrm>
            <a:off x="3882089" y="2980515"/>
            <a:ext cx="475354" cy="475354"/>
          </a:xfrm>
          <a:prstGeom prst="ellipse">
            <a:avLst/>
          </a:prstGeom>
          <a:solidFill>
            <a:srgbClr val="FFFF0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i="0" u="none" strike="noStrike" kern="1200" cap="none" spc="0" normalizeH="0" baseline="0" noProof="0">
                <a:ln>
                  <a:noFill/>
                </a:ln>
                <a:solidFill>
                  <a:prstClr val="black"/>
                </a:solidFill>
                <a:effectLst/>
                <a:uLnTx/>
                <a:uFillTx/>
                <a:latin typeface="Aptos Black" panose="020B0004020202020204" pitchFamily="34" charset="0"/>
              </a:rPr>
              <a:t>1</a:t>
            </a:r>
          </a:p>
        </p:txBody>
      </p:sp>
      <p:sp>
        <p:nvSpPr>
          <p:cNvPr id="8" name="TextBox 7">
            <a:extLst>
              <a:ext uri="{FF2B5EF4-FFF2-40B4-BE49-F238E27FC236}">
                <a16:creationId xmlns:a16="http://schemas.microsoft.com/office/drawing/2014/main" id="{A6F7DF50-951E-34F0-DB9F-871F5837D40B}"/>
              </a:ext>
            </a:extLst>
          </p:cNvPr>
          <p:cNvSpPr txBox="1"/>
          <p:nvPr/>
        </p:nvSpPr>
        <p:spPr>
          <a:xfrm>
            <a:off x="3204842" y="3530313"/>
            <a:ext cx="1829849"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GB" sz="1600" b="1" i="0" u="none" strike="noStrike" kern="1200" cap="none" spc="0" normalizeH="0" baseline="0" noProof="0">
                <a:ln>
                  <a:noFill/>
                </a:ln>
                <a:solidFill>
                  <a:srgbClr val="FFFF00"/>
                </a:solidFill>
                <a:effectLst/>
                <a:uLnTx/>
                <a:uFillTx/>
                <a:latin typeface="Aptos" panose="020B0004020202020204"/>
                <a:ea typeface="+mn-ea"/>
                <a:cs typeface="+mn-cs"/>
              </a:rPr>
              <a:t>Purpose of the Instrument</a:t>
            </a:r>
          </a:p>
        </p:txBody>
      </p:sp>
      <p:sp>
        <p:nvSpPr>
          <p:cNvPr id="20" name="Oval 19">
            <a:extLst>
              <a:ext uri="{FF2B5EF4-FFF2-40B4-BE49-F238E27FC236}">
                <a16:creationId xmlns:a16="http://schemas.microsoft.com/office/drawing/2014/main" id="{63F2C30C-F586-EE80-8D8E-5134A4A84E18}"/>
              </a:ext>
            </a:extLst>
          </p:cNvPr>
          <p:cNvSpPr/>
          <p:nvPr/>
        </p:nvSpPr>
        <p:spPr>
          <a:xfrm>
            <a:off x="5735004" y="2989246"/>
            <a:ext cx="475354" cy="475354"/>
          </a:xfrm>
          <a:prstGeom prst="ellipse">
            <a:avLst/>
          </a:prstGeom>
          <a:solidFill>
            <a:srgbClr val="FF000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i="0" u="none" strike="noStrike" kern="1200" cap="none" spc="0" normalizeH="0" baseline="0" noProof="0">
                <a:ln>
                  <a:noFill/>
                </a:ln>
                <a:solidFill>
                  <a:srgbClr val="F55245"/>
                </a:solidFill>
                <a:effectLst/>
                <a:uLnTx/>
                <a:uFillTx/>
                <a:latin typeface="Aptos Black" panose="020B0004020202020204" pitchFamily="34" charset="0"/>
              </a:rPr>
              <a:t>2</a:t>
            </a:r>
          </a:p>
        </p:txBody>
      </p:sp>
      <p:sp>
        <p:nvSpPr>
          <p:cNvPr id="21" name="TextBox 20">
            <a:extLst>
              <a:ext uri="{FF2B5EF4-FFF2-40B4-BE49-F238E27FC236}">
                <a16:creationId xmlns:a16="http://schemas.microsoft.com/office/drawing/2014/main" id="{099D27A0-9A57-4970-9F65-400D4CB46412}"/>
              </a:ext>
            </a:extLst>
          </p:cNvPr>
          <p:cNvSpPr txBox="1"/>
          <p:nvPr/>
        </p:nvSpPr>
        <p:spPr>
          <a:xfrm>
            <a:off x="5424167" y="3529353"/>
            <a:ext cx="1125923"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GB" sz="1600" b="0" i="0" u="none" strike="noStrike" kern="1200" cap="none" spc="0" normalizeH="0" baseline="0" noProof="0">
                <a:ln>
                  <a:noFill/>
                </a:ln>
                <a:solidFill>
                  <a:srgbClr val="F55245"/>
                </a:solidFill>
                <a:effectLst/>
                <a:uLnTx/>
                <a:uFillTx/>
                <a:latin typeface="Aptos" panose="020B0004020202020204"/>
                <a:ea typeface="+mn-ea"/>
                <a:cs typeface="+mn-cs"/>
              </a:rPr>
              <a:t>Sampling </a:t>
            </a:r>
            <a:br>
              <a:rPr kumimoji="0" lang="en-GB" sz="1600" b="0" i="0" u="none" strike="noStrike" kern="1200" cap="none" spc="0" normalizeH="0" baseline="0" noProof="0">
                <a:ln>
                  <a:noFill/>
                </a:ln>
                <a:solidFill>
                  <a:srgbClr val="F55245"/>
                </a:solidFill>
                <a:effectLst/>
                <a:uLnTx/>
                <a:uFillTx/>
                <a:latin typeface="Aptos" panose="020B0004020202020204"/>
                <a:ea typeface="+mn-ea"/>
                <a:cs typeface="+mn-cs"/>
              </a:rPr>
            </a:br>
            <a:r>
              <a:rPr kumimoji="0" lang="en-GB" sz="1600" b="0" i="0" u="none" strike="noStrike" kern="1200" cap="none" spc="0" normalizeH="0" baseline="0" noProof="0">
                <a:ln>
                  <a:noFill/>
                </a:ln>
                <a:solidFill>
                  <a:srgbClr val="F55245"/>
                </a:solidFill>
                <a:effectLst/>
                <a:uLnTx/>
                <a:uFillTx/>
                <a:latin typeface="Aptos" panose="020B0004020202020204"/>
                <a:ea typeface="+mn-ea"/>
                <a:cs typeface="+mn-cs"/>
              </a:rPr>
              <a:t>Process</a:t>
            </a:r>
          </a:p>
        </p:txBody>
      </p:sp>
      <p:sp>
        <p:nvSpPr>
          <p:cNvPr id="22" name="Oval 21">
            <a:extLst>
              <a:ext uri="{FF2B5EF4-FFF2-40B4-BE49-F238E27FC236}">
                <a16:creationId xmlns:a16="http://schemas.microsoft.com/office/drawing/2014/main" id="{90A0FEB8-011C-7126-1660-2B12DB603011}"/>
              </a:ext>
            </a:extLst>
          </p:cNvPr>
          <p:cNvSpPr/>
          <p:nvPr/>
        </p:nvSpPr>
        <p:spPr>
          <a:xfrm>
            <a:off x="8138075" y="2980515"/>
            <a:ext cx="475354" cy="475354"/>
          </a:xfrm>
          <a:prstGeom prst="ellipse">
            <a:avLst/>
          </a:prstGeom>
          <a:solidFill>
            <a:srgbClr val="FF000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i="0" u="none" strike="noStrike" kern="1200" cap="none" spc="0" normalizeH="0" baseline="0" noProof="0">
                <a:ln>
                  <a:noFill/>
                </a:ln>
                <a:solidFill>
                  <a:srgbClr val="F55245"/>
                </a:solidFill>
                <a:effectLst/>
                <a:uLnTx/>
                <a:uFillTx/>
                <a:latin typeface="Aptos Black" panose="020B0004020202020204" pitchFamily="34" charset="0"/>
              </a:rPr>
              <a:t>3</a:t>
            </a:r>
          </a:p>
        </p:txBody>
      </p:sp>
      <p:sp>
        <p:nvSpPr>
          <p:cNvPr id="23" name="TextBox 22">
            <a:extLst>
              <a:ext uri="{FF2B5EF4-FFF2-40B4-BE49-F238E27FC236}">
                <a16:creationId xmlns:a16="http://schemas.microsoft.com/office/drawing/2014/main" id="{C91BF2A0-391D-9DB3-B652-4FFA2EC6E020}"/>
              </a:ext>
            </a:extLst>
          </p:cNvPr>
          <p:cNvSpPr txBox="1"/>
          <p:nvPr/>
        </p:nvSpPr>
        <p:spPr>
          <a:xfrm>
            <a:off x="7643492" y="3529351"/>
            <a:ext cx="1519557"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GB" sz="1600" b="0" i="0" u="none" strike="noStrike" kern="1200" cap="none" spc="0" normalizeH="0" baseline="0" noProof="0">
                <a:ln>
                  <a:noFill/>
                </a:ln>
                <a:solidFill>
                  <a:srgbClr val="F55245"/>
                </a:solidFill>
                <a:effectLst/>
                <a:uLnTx/>
                <a:uFillTx/>
                <a:latin typeface="Aptos" panose="020B0004020202020204"/>
                <a:ea typeface="+mn-ea"/>
                <a:cs typeface="+mn-cs"/>
              </a:rPr>
              <a:t>Instrument Development</a:t>
            </a:r>
          </a:p>
        </p:txBody>
      </p:sp>
    </p:spTree>
    <p:extLst>
      <p:ext uri="{BB962C8B-B14F-4D97-AF65-F5344CB8AC3E}">
        <p14:creationId xmlns:p14="http://schemas.microsoft.com/office/powerpoint/2010/main" val="20937669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1DCAC-2847-5C86-287A-F007CA8E9BD4}"/>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187AC4F8-2F27-15AD-415F-84FCB8D9DB04}"/>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noProof="0">
                <a:solidFill>
                  <a:srgbClr val="FF0000"/>
                </a:solidFill>
                <a:latin typeface="Aptos SemiBold" panose="020F0502020204030204" pitchFamily="34" charset="0"/>
              </a:rPr>
              <a:t>Quantitative designs</a:t>
            </a:r>
          </a:p>
        </p:txBody>
      </p:sp>
      <p:sp>
        <p:nvSpPr>
          <p:cNvPr id="11" name="TextBox 10">
            <a:extLst>
              <a:ext uri="{FF2B5EF4-FFF2-40B4-BE49-F238E27FC236}">
                <a16:creationId xmlns:a16="http://schemas.microsoft.com/office/drawing/2014/main" id="{DBDFB4A4-312F-E1EF-E76C-ECCD6234F8FD}"/>
              </a:ext>
            </a:extLst>
          </p:cNvPr>
          <p:cNvSpPr txBox="1"/>
          <p:nvPr/>
        </p:nvSpPr>
        <p:spPr>
          <a:xfrm>
            <a:off x="1558339" y="1835107"/>
            <a:ext cx="3512460" cy="1492716"/>
          </a:xfrm>
          <a:prstGeom prst="rect">
            <a:avLst/>
          </a:prstGeom>
          <a:noFill/>
        </p:spPr>
        <p:txBody>
          <a:bodyPr wrap="square">
            <a:spAutoFit/>
          </a:bodyPr>
          <a:lstStyle/>
          <a:p>
            <a:r>
              <a:rPr lang="en-GB" sz="1400" b="1" noProof="0">
                <a:solidFill>
                  <a:srgbClr val="FF0000"/>
                </a:solidFill>
              </a:rPr>
              <a:t>The purpose</a:t>
            </a:r>
          </a:p>
          <a:p>
            <a:r>
              <a:rPr lang="en-GB" sz="1100" b="1" noProof="0"/>
              <a:t>To answer one or more </a:t>
            </a:r>
            <a:r>
              <a:rPr lang="en-GB" sz="1100" b="1" noProof="0">
                <a:highlight>
                  <a:srgbClr val="FFC000"/>
                </a:highlight>
              </a:rPr>
              <a:t>research questions about variables of interest</a:t>
            </a:r>
            <a:r>
              <a:rPr lang="en-GB" sz="1100" b="1" noProof="0"/>
              <a:t>.</a:t>
            </a:r>
          </a:p>
          <a:p>
            <a:endParaRPr lang="en-GB" sz="1100" b="1" u="sng" noProof="0"/>
          </a:p>
          <a:p>
            <a:endParaRPr lang="en-GB" sz="1100" b="1" u="sng" noProof="0"/>
          </a:p>
          <a:p>
            <a:endParaRPr lang="en-GB" sz="1100" b="1" u="sng" noProof="0"/>
          </a:p>
          <a:p>
            <a:endParaRPr lang="en-GB" sz="1100" b="1" u="sng" noProof="0"/>
          </a:p>
          <a:p>
            <a:endParaRPr lang="en-GB" sz="1100" b="1" u="sng" noProof="0"/>
          </a:p>
        </p:txBody>
      </p:sp>
      <p:grpSp>
        <p:nvGrpSpPr>
          <p:cNvPr id="21" name="Group 20">
            <a:extLst>
              <a:ext uri="{FF2B5EF4-FFF2-40B4-BE49-F238E27FC236}">
                <a16:creationId xmlns:a16="http://schemas.microsoft.com/office/drawing/2014/main" id="{E319FF9B-3BDE-E93B-62E7-F58E951C449F}"/>
              </a:ext>
            </a:extLst>
          </p:cNvPr>
          <p:cNvGrpSpPr/>
          <p:nvPr/>
        </p:nvGrpSpPr>
        <p:grpSpPr>
          <a:xfrm>
            <a:off x="6083553" y="1865426"/>
            <a:ext cx="1023605" cy="1082317"/>
            <a:chOff x="7393391" y="508744"/>
            <a:chExt cx="1023605" cy="1082317"/>
          </a:xfrm>
        </p:grpSpPr>
        <p:pic>
          <p:nvPicPr>
            <p:cNvPr id="19" name="Picture 18">
              <a:hlinkClick r:id="rId3"/>
              <a:extLst>
                <a:ext uri="{FF2B5EF4-FFF2-40B4-BE49-F238E27FC236}">
                  <a16:creationId xmlns:a16="http://schemas.microsoft.com/office/drawing/2014/main" id="{9DC394B5-77CF-1C4C-4EAA-09F73344A3E0}"/>
                </a:ext>
              </a:extLst>
            </p:cNvPr>
            <p:cNvPicPr preferRelativeResize="0">
              <a:picLocks/>
            </p:cNvPicPr>
            <p:nvPr/>
          </p:nvPicPr>
          <p:blipFill>
            <a:blip r:embed="rId4"/>
            <a:srcRect t="-5555" b="16667"/>
            <a:stretch/>
          </p:blipFill>
          <p:spPr>
            <a:xfrm>
              <a:off x="7473136" y="508744"/>
              <a:ext cx="864115" cy="864115"/>
            </a:xfrm>
            <a:prstGeom prst="ellipse">
              <a:avLst/>
            </a:prstGeom>
            <a:solidFill>
              <a:schemeClr val="accent2"/>
            </a:solidFill>
            <a:effectLst>
              <a:outerShdw blurRad="50800" dist="38100" dir="5400000" algn="t" rotWithShape="0">
                <a:prstClr val="black">
                  <a:alpha val="40000"/>
                </a:prstClr>
              </a:outerShdw>
            </a:effectLst>
          </p:spPr>
        </p:pic>
        <p:sp>
          <p:nvSpPr>
            <p:cNvPr id="20" name="TextBox 19">
              <a:extLst>
                <a:ext uri="{FF2B5EF4-FFF2-40B4-BE49-F238E27FC236}">
                  <a16:creationId xmlns:a16="http://schemas.microsoft.com/office/drawing/2014/main" id="{82AA5CFB-5F2A-DE14-5A30-25A49BB9BAC2}"/>
                </a:ext>
              </a:extLst>
            </p:cNvPr>
            <p:cNvSpPr txBox="1"/>
            <p:nvPr/>
          </p:nvSpPr>
          <p:spPr>
            <a:xfrm>
              <a:off x="7393391" y="1375617"/>
              <a:ext cx="1023605" cy="215444"/>
            </a:xfrm>
            <a:prstGeom prst="rect">
              <a:avLst/>
            </a:prstGeom>
            <a:noFill/>
          </p:spPr>
          <p:txBody>
            <a:bodyPr wrap="square">
              <a:spAutoFit/>
            </a:bodyPr>
            <a:lstStyle/>
            <a:p>
              <a:pPr algn="ctr"/>
              <a:r>
                <a:rPr lang="en-GB" sz="800" b="1" noProof="0">
                  <a:solidFill>
                    <a:srgbClr val="00B0F0"/>
                  </a:solidFill>
                  <a:hlinkClick r:id="rId3">
                    <a:extLst>
                      <a:ext uri="{A12FA001-AC4F-418D-AE19-62706E023703}">
                        <ahyp:hlinkClr xmlns:ahyp="http://schemas.microsoft.com/office/drawing/2018/hyperlinkcolor" val="tx"/>
                      </a:ext>
                    </a:extLst>
                  </a:hlinkClick>
                </a:rPr>
                <a:t> Fowler (2014)</a:t>
              </a:r>
              <a:endParaRPr lang="en-GB" sz="800" b="1" noProof="0">
                <a:solidFill>
                  <a:srgbClr val="00B0F0"/>
                </a:solidFill>
              </a:endParaRPr>
            </a:p>
          </p:txBody>
        </p:sp>
      </p:grpSp>
      <p:grpSp>
        <p:nvGrpSpPr>
          <p:cNvPr id="5" name="Group 4">
            <a:extLst>
              <a:ext uri="{FF2B5EF4-FFF2-40B4-BE49-F238E27FC236}">
                <a16:creationId xmlns:a16="http://schemas.microsoft.com/office/drawing/2014/main" id="{DBDCBB6D-2352-4CDB-808A-B93071757093}"/>
              </a:ext>
            </a:extLst>
          </p:cNvPr>
          <p:cNvGrpSpPr/>
          <p:nvPr/>
        </p:nvGrpSpPr>
        <p:grpSpPr>
          <a:xfrm>
            <a:off x="1645064" y="2499510"/>
            <a:ext cx="3304437" cy="738664"/>
            <a:chOff x="6663071" y="4746141"/>
            <a:chExt cx="3304437" cy="738664"/>
          </a:xfrm>
        </p:grpSpPr>
        <p:sp>
          <p:nvSpPr>
            <p:cNvPr id="7" name="TextBox 6">
              <a:extLst>
                <a:ext uri="{FF2B5EF4-FFF2-40B4-BE49-F238E27FC236}">
                  <a16:creationId xmlns:a16="http://schemas.microsoft.com/office/drawing/2014/main" id="{FA4A5C92-2368-79EF-5174-935D3BBF77E1}"/>
                </a:ext>
              </a:extLst>
            </p:cNvPr>
            <p:cNvSpPr txBox="1"/>
            <p:nvPr/>
          </p:nvSpPr>
          <p:spPr>
            <a:xfrm>
              <a:off x="6819524" y="4746141"/>
              <a:ext cx="3147984" cy="738664"/>
            </a:xfrm>
            <a:prstGeom prst="rect">
              <a:avLst/>
            </a:prstGeom>
            <a:noFill/>
          </p:spPr>
          <p:txBody>
            <a:bodyPr wrap="square">
              <a:spAutoFit/>
            </a:bodyPr>
            <a:lstStyle>
              <a:defPPr>
                <a:defRPr lang="en-US"/>
              </a:defPPr>
              <a:lvl1pPr lvl="0">
                <a:defRPr sz="1100"/>
              </a:lvl1pPr>
            </a:lstStyle>
            <a:p>
              <a:r>
                <a:rPr lang="en-GB" sz="1050" noProof="0">
                  <a:solidFill>
                    <a:schemeClr val="bg1">
                      <a:lumMod val="75000"/>
                    </a:schemeClr>
                  </a:solidFill>
                </a:rPr>
                <a:t>“</a:t>
              </a:r>
              <a:r>
                <a:rPr lang="en-GB" sz="1050" i="1" noProof="0">
                  <a:solidFill>
                    <a:schemeClr val="bg1">
                      <a:lumMod val="75000"/>
                    </a:schemeClr>
                  </a:solidFill>
                </a:rPr>
                <a:t>The main purpose of this survey study is to empirically assess whether the number of overtime hours worked predicts subsequent symptoms of burnout in a sample of emergency‑room nurses.”</a:t>
              </a:r>
            </a:p>
          </p:txBody>
        </p:sp>
        <p:sp>
          <p:nvSpPr>
            <p:cNvPr id="8" name="Freeform: Shape 7">
              <a:extLst>
                <a:ext uri="{FF2B5EF4-FFF2-40B4-BE49-F238E27FC236}">
                  <a16:creationId xmlns:a16="http://schemas.microsoft.com/office/drawing/2014/main" id="{7FB2F9FA-4422-D76F-CEDB-276B09656501}"/>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sz="1600" noProof="0"/>
            </a:p>
          </p:txBody>
        </p:sp>
      </p:grpSp>
      <p:sp>
        <p:nvSpPr>
          <p:cNvPr id="9" name="Título 1">
            <a:extLst>
              <a:ext uri="{FF2B5EF4-FFF2-40B4-BE49-F238E27FC236}">
                <a16:creationId xmlns:a16="http://schemas.microsoft.com/office/drawing/2014/main" id="{5BB316CD-7BCD-BC40-7F13-8EED268A11D7}"/>
              </a:ext>
            </a:extLst>
          </p:cNvPr>
          <p:cNvSpPr txBox="1">
            <a:spLocks/>
          </p:cNvSpPr>
          <p:nvPr/>
        </p:nvSpPr>
        <p:spPr>
          <a:xfrm>
            <a:off x="891589" y="1073129"/>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Surveys</a:t>
            </a:r>
          </a:p>
        </p:txBody>
      </p:sp>
      <p:sp>
        <p:nvSpPr>
          <p:cNvPr id="22" name="TextBox 21">
            <a:extLst>
              <a:ext uri="{FF2B5EF4-FFF2-40B4-BE49-F238E27FC236}">
                <a16:creationId xmlns:a16="http://schemas.microsoft.com/office/drawing/2014/main" id="{EEF5E5CD-1CF9-0900-F418-3C68FDDA5984}"/>
              </a:ext>
            </a:extLst>
          </p:cNvPr>
          <p:cNvSpPr txBox="1"/>
          <p:nvPr/>
        </p:nvSpPr>
        <p:spPr>
          <a:xfrm>
            <a:off x="1566258" y="3490808"/>
            <a:ext cx="3512460" cy="2000548"/>
          </a:xfrm>
          <a:prstGeom prst="rect">
            <a:avLst/>
          </a:prstGeom>
          <a:noFill/>
        </p:spPr>
        <p:txBody>
          <a:bodyPr wrap="square">
            <a:spAutoFit/>
          </a:bodyPr>
          <a:lstStyle/>
          <a:p>
            <a:r>
              <a:rPr lang="en-GB" sz="1400" b="1" noProof="0">
                <a:solidFill>
                  <a:srgbClr val="FF0000"/>
                </a:solidFill>
              </a:rPr>
              <a:t>The justification</a:t>
            </a:r>
          </a:p>
          <a:p>
            <a:r>
              <a:rPr lang="en-GB" sz="1100" b="1" noProof="0"/>
              <a:t>When justifying the choice of method, it is essential to </a:t>
            </a:r>
            <a:r>
              <a:rPr lang="en-GB" sz="1100" b="1" noProof="0">
                <a:highlight>
                  <a:srgbClr val="FFC000"/>
                </a:highlight>
              </a:rPr>
              <a:t>recognise the advantages of survey designs:</a:t>
            </a:r>
            <a:r>
              <a:rPr lang="en-GB" sz="1100" b="1" noProof="0"/>
              <a:t> </a:t>
            </a:r>
          </a:p>
          <a:p>
            <a:endParaRPr lang="en-GB" sz="1100" b="1" noProof="0"/>
          </a:p>
          <a:p>
            <a:pPr marL="171450" indent="-171450">
              <a:buFont typeface="Arial" panose="020B0604020202020204" pitchFamily="34" charset="0"/>
              <a:buChar char="•"/>
            </a:pPr>
            <a:r>
              <a:rPr lang="en-GB" sz="1100" noProof="0"/>
              <a:t>Cost‑effectiveness</a:t>
            </a:r>
          </a:p>
          <a:p>
            <a:pPr marL="171450" indent="-171450">
              <a:buFont typeface="Arial" panose="020B0604020202020204" pitchFamily="34" charset="0"/>
              <a:buChar char="•"/>
            </a:pPr>
            <a:r>
              <a:rPr lang="en-GB" sz="1100" noProof="0"/>
              <a:t>Rapid data collection</a:t>
            </a:r>
          </a:p>
          <a:p>
            <a:pPr marL="171450" indent="-171450">
              <a:buFont typeface="Arial" panose="020B0604020202020204" pitchFamily="34" charset="0"/>
              <a:buChar char="•"/>
            </a:pPr>
            <a:r>
              <a:rPr lang="en-GB" sz="1100" noProof="0"/>
              <a:t>Constraints that prevent the use of other designs</a:t>
            </a:r>
            <a:endParaRPr lang="en-GB" sz="1100" u="sng" noProof="0"/>
          </a:p>
          <a:p>
            <a:endParaRPr lang="en-GB" sz="1100" b="1" u="sng" noProof="0"/>
          </a:p>
          <a:p>
            <a:endParaRPr lang="en-GB" sz="1100" b="1" u="sng" noProof="0"/>
          </a:p>
          <a:p>
            <a:endParaRPr lang="en-GB" sz="1100" b="1" u="sng" noProof="0"/>
          </a:p>
          <a:p>
            <a:endParaRPr lang="en-GB" sz="1100" b="1" u="sng" noProof="0"/>
          </a:p>
        </p:txBody>
      </p:sp>
      <p:grpSp>
        <p:nvGrpSpPr>
          <p:cNvPr id="23" name="Group 22">
            <a:extLst>
              <a:ext uri="{FF2B5EF4-FFF2-40B4-BE49-F238E27FC236}">
                <a16:creationId xmlns:a16="http://schemas.microsoft.com/office/drawing/2014/main" id="{A0D015E5-C5DA-F0B2-1ED6-1DA04E9B7B65}"/>
              </a:ext>
            </a:extLst>
          </p:cNvPr>
          <p:cNvGrpSpPr/>
          <p:nvPr/>
        </p:nvGrpSpPr>
        <p:grpSpPr>
          <a:xfrm>
            <a:off x="1652983" y="4881676"/>
            <a:ext cx="3304437" cy="1061829"/>
            <a:chOff x="6663071" y="4746141"/>
            <a:chExt cx="3304437" cy="1061829"/>
          </a:xfrm>
        </p:grpSpPr>
        <p:sp>
          <p:nvSpPr>
            <p:cNvPr id="24" name="TextBox 23">
              <a:extLst>
                <a:ext uri="{FF2B5EF4-FFF2-40B4-BE49-F238E27FC236}">
                  <a16:creationId xmlns:a16="http://schemas.microsoft.com/office/drawing/2014/main" id="{5E3FC886-070C-0EC0-300D-D398957AE5EB}"/>
                </a:ext>
              </a:extLst>
            </p:cNvPr>
            <p:cNvSpPr txBox="1"/>
            <p:nvPr/>
          </p:nvSpPr>
          <p:spPr>
            <a:xfrm>
              <a:off x="6819524" y="4746141"/>
              <a:ext cx="3147984" cy="1061829"/>
            </a:xfrm>
            <a:prstGeom prst="rect">
              <a:avLst/>
            </a:prstGeom>
            <a:noFill/>
          </p:spPr>
          <p:txBody>
            <a:bodyPr wrap="square">
              <a:spAutoFit/>
            </a:bodyPr>
            <a:lstStyle>
              <a:defPPr>
                <a:defRPr lang="en-US"/>
              </a:defPPr>
              <a:lvl1pPr lvl="0">
                <a:defRPr sz="1100"/>
              </a:lvl1pPr>
            </a:lstStyle>
            <a:p>
              <a:r>
                <a:rPr lang="en-GB" sz="1050" i="1" noProof="0">
                  <a:solidFill>
                    <a:schemeClr val="bg1">
                      <a:lumMod val="75000"/>
                    </a:schemeClr>
                  </a:solidFill>
                </a:rPr>
                <a:t>“An experimental design was not adopted to observe the relationship between overtime hours and symptoms of burnout because it would be prohibitively costly and potentially unethical to randomly assign nurses different amounts of overtime.”</a:t>
              </a:r>
            </a:p>
          </p:txBody>
        </p:sp>
        <p:sp>
          <p:nvSpPr>
            <p:cNvPr id="26" name="Freeform: Shape 25">
              <a:extLst>
                <a:ext uri="{FF2B5EF4-FFF2-40B4-BE49-F238E27FC236}">
                  <a16:creationId xmlns:a16="http://schemas.microsoft.com/office/drawing/2014/main" id="{A41AF2A9-ECF5-DA83-1F34-B2DE9ADD633F}"/>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sz="1600" noProof="0"/>
            </a:p>
          </p:txBody>
        </p:sp>
      </p:grpSp>
      <p:sp>
        <p:nvSpPr>
          <p:cNvPr id="27" name="TextBox 26">
            <a:extLst>
              <a:ext uri="{FF2B5EF4-FFF2-40B4-BE49-F238E27FC236}">
                <a16:creationId xmlns:a16="http://schemas.microsoft.com/office/drawing/2014/main" id="{547B20FA-6F6A-379F-4422-C3A58D2AEBFD}"/>
              </a:ext>
            </a:extLst>
          </p:cNvPr>
          <p:cNvSpPr txBox="1"/>
          <p:nvPr/>
        </p:nvSpPr>
        <p:spPr>
          <a:xfrm>
            <a:off x="7107158" y="1835107"/>
            <a:ext cx="3512460" cy="815608"/>
          </a:xfrm>
          <a:prstGeom prst="rect">
            <a:avLst/>
          </a:prstGeom>
          <a:noFill/>
        </p:spPr>
        <p:txBody>
          <a:bodyPr wrap="square">
            <a:spAutoFit/>
          </a:bodyPr>
          <a:lstStyle/>
          <a:p>
            <a:r>
              <a:rPr lang="en-GB" sz="1400" b="1" noProof="0">
                <a:solidFill>
                  <a:srgbClr val="FF0000"/>
                </a:solidFill>
              </a:rPr>
              <a:t>Type of Survey Method</a:t>
            </a:r>
          </a:p>
          <a:p>
            <a:r>
              <a:rPr lang="en-GB" sz="1100" b="1" noProof="0"/>
              <a:t>Indicate whether the survey will be </a:t>
            </a:r>
            <a:r>
              <a:rPr lang="en-GB" sz="1100" b="1" noProof="0">
                <a:highlight>
                  <a:srgbClr val="FFC000"/>
                </a:highlight>
              </a:rPr>
              <a:t>cross‑sectional</a:t>
            </a:r>
            <a:r>
              <a:rPr lang="en-GB" sz="1100" b="1" noProof="0"/>
              <a:t>, with data collected at one point in time, or longitudinal, with </a:t>
            </a:r>
            <a:r>
              <a:rPr lang="en-GB" sz="1100" b="1" noProof="0">
                <a:highlight>
                  <a:srgbClr val="FFC000"/>
                </a:highlight>
              </a:rPr>
              <a:t>data collected over time</a:t>
            </a:r>
            <a:r>
              <a:rPr lang="en-GB" sz="1100" b="1" noProof="0"/>
              <a:t>.</a:t>
            </a:r>
            <a:endParaRPr lang="en-GB" sz="1100" b="1" u="sng" noProof="0"/>
          </a:p>
        </p:txBody>
      </p:sp>
      <p:sp>
        <p:nvSpPr>
          <p:cNvPr id="28" name="TextBox 27">
            <a:extLst>
              <a:ext uri="{FF2B5EF4-FFF2-40B4-BE49-F238E27FC236}">
                <a16:creationId xmlns:a16="http://schemas.microsoft.com/office/drawing/2014/main" id="{C4A8963F-8718-61AF-7271-6346CF20864D}"/>
              </a:ext>
            </a:extLst>
          </p:cNvPr>
          <p:cNvSpPr txBox="1"/>
          <p:nvPr/>
        </p:nvSpPr>
        <p:spPr>
          <a:xfrm>
            <a:off x="6163298" y="3029327"/>
            <a:ext cx="3512460" cy="477054"/>
          </a:xfrm>
          <a:prstGeom prst="rect">
            <a:avLst/>
          </a:prstGeom>
          <a:noFill/>
        </p:spPr>
        <p:txBody>
          <a:bodyPr wrap="square">
            <a:spAutoFit/>
          </a:bodyPr>
          <a:lstStyle/>
          <a:p>
            <a:r>
              <a:rPr lang="en-GB" sz="1400" b="1" noProof="0">
                <a:solidFill>
                  <a:srgbClr val="FF0000"/>
                </a:solidFill>
              </a:rPr>
              <a:t>Modes of Data Collection</a:t>
            </a:r>
          </a:p>
          <a:p>
            <a:r>
              <a:rPr lang="en-GB" sz="1100" b="1" noProof="0"/>
              <a:t>Fowler (2014) identifies the following types:</a:t>
            </a:r>
            <a:endParaRPr lang="en-GB" sz="1100" b="1" u="sng" noProof="0"/>
          </a:p>
        </p:txBody>
      </p:sp>
      <p:grpSp>
        <p:nvGrpSpPr>
          <p:cNvPr id="30" name="Group 29">
            <a:extLst>
              <a:ext uri="{FF2B5EF4-FFF2-40B4-BE49-F238E27FC236}">
                <a16:creationId xmlns:a16="http://schemas.microsoft.com/office/drawing/2014/main" id="{D37F2AE2-4BE0-617D-13D3-F98BC25292BA}"/>
              </a:ext>
            </a:extLst>
          </p:cNvPr>
          <p:cNvGrpSpPr/>
          <p:nvPr/>
        </p:nvGrpSpPr>
        <p:grpSpPr>
          <a:xfrm>
            <a:off x="6281597" y="3572149"/>
            <a:ext cx="1238391" cy="253916"/>
            <a:chOff x="6663071" y="4746141"/>
            <a:chExt cx="1238391" cy="253916"/>
          </a:xfrm>
        </p:grpSpPr>
        <p:sp>
          <p:nvSpPr>
            <p:cNvPr id="31" name="TextBox 30">
              <a:extLst>
                <a:ext uri="{FF2B5EF4-FFF2-40B4-BE49-F238E27FC236}">
                  <a16:creationId xmlns:a16="http://schemas.microsoft.com/office/drawing/2014/main" id="{E6422DCC-DD5A-3CFD-5850-338DE1060401}"/>
                </a:ext>
              </a:extLst>
            </p:cNvPr>
            <p:cNvSpPr txBox="1"/>
            <p:nvPr/>
          </p:nvSpPr>
          <p:spPr>
            <a:xfrm>
              <a:off x="6819524" y="4746141"/>
              <a:ext cx="1081938" cy="253916"/>
            </a:xfrm>
            <a:prstGeom prst="rect">
              <a:avLst/>
            </a:prstGeom>
            <a:noFill/>
          </p:spPr>
          <p:txBody>
            <a:bodyPr wrap="square">
              <a:spAutoFit/>
            </a:bodyPr>
            <a:lstStyle>
              <a:defPPr>
                <a:defRPr lang="en-US"/>
              </a:defPPr>
              <a:lvl1pPr lvl="0">
                <a:defRPr sz="1100"/>
              </a:lvl1pPr>
            </a:lstStyle>
            <a:p>
              <a:r>
                <a:rPr lang="en-GB" sz="1050" noProof="0"/>
                <a:t>Mail</a:t>
              </a:r>
              <a:endParaRPr lang="en-GB" sz="1050" i="1" noProof="0"/>
            </a:p>
          </p:txBody>
        </p:sp>
        <p:sp>
          <p:nvSpPr>
            <p:cNvPr id="32" name="Freeform: Shape 31">
              <a:extLst>
                <a:ext uri="{FF2B5EF4-FFF2-40B4-BE49-F238E27FC236}">
                  <a16:creationId xmlns:a16="http://schemas.microsoft.com/office/drawing/2014/main" id="{6E6A447F-A05C-8271-F1F7-05DA46F083F0}"/>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sz="1600" noProof="0"/>
            </a:p>
          </p:txBody>
        </p:sp>
      </p:grpSp>
      <p:grpSp>
        <p:nvGrpSpPr>
          <p:cNvPr id="34" name="Group 33">
            <a:extLst>
              <a:ext uri="{FF2B5EF4-FFF2-40B4-BE49-F238E27FC236}">
                <a16:creationId xmlns:a16="http://schemas.microsoft.com/office/drawing/2014/main" id="{B899CB0B-BE9E-13B9-3B96-357DCB37FFC6}"/>
              </a:ext>
            </a:extLst>
          </p:cNvPr>
          <p:cNvGrpSpPr/>
          <p:nvPr/>
        </p:nvGrpSpPr>
        <p:grpSpPr>
          <a:xfrm>
            <a:off x="7523392" y="3572149"/>
            <a:ext cx="1238391" cy="253916"/>
            <a:chOff x="6663071" y="4746141"/>
            <a:chExt cx="1238391" cy="253916"/>
          </a:xfrm>
        </p:grpSpPr>
        <p:sp>
          <p:nvSpPr>
            <p:cNvPr id="35" name="TextBox 34">
              <a:extLst>
                <a:ext uri="{FF2B5EF4-FFF2-40B4-BE49-F238E27FC236}">
                  <a16:creationId xmlns:a16="http://schemas.microsoft.com/office/drawing/2014/main" id="{7BFCAD5E-A736-87EB-113A-49D7596359FF}"/>
                </a:ext>
              </a:extLst>
            </p:cNvPr>
            <p:cNvSpPr txBox="1"/>
            <p:nvPr/>
          </p:nvSpPr>
          <p:spPr>
            <a:xfrm>
              <a:off x="6819524" y="4746141"/>
              <a:ext cx="1081938" cy="253916"/>
            </a:xfrm>
            <a:prstGeom prst="rect">
              <a:avLst/>
            </a:prstGeom>
            <a:noFill/>
          </p:spPr>
          <p:txBody>
            <a:bodyPr wrap="square">
              <a:spAutoFit/>
            </a:bodyPr>
            <a:lstStyle>
              <a:defPPr>
                <a:defRPr lang="en-US"/>
              </a:defPPr>
              <a:lvl1pPr lvl="0">
                <a:defRPr sz="1100"/>
              </a:lvl1pPr>
            </a:lstStyle>
            <a:p>
              <a:r>
                <a:rPr lang="en-GB" sz="1050" noProof="0"/>
                <a:t>Telephone</a:t>
              </a:r>
              <a:endParaRPr lang="en-GB" sz="1050" i="1" noProof="0"/>
            </a:p>
          </p:txBody>
        </p:sp>
        <p:sp>
          <p:nvSpPr>
            <p:cNvPr id="36" name="Freeform: Shape 35">
              <a:extLst>
                <a:ext uri="{FF2B5EF4-FFF2-40B4-BE49-F238E27FC236}">
                  <a16:creationId xmlns:a16="http://schemas.microsoft.com/office/drawing/2014/main" id="{C17E644D-5066-E628-4328-4CD48AD2C7A9}"/>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sz="1600" noProof="0"/>
            </a:p>
          </p:txBody>
        </p:sp>
      </p:grpSp>
      <p:grpSp>
        <p:nvGrpSpPr>
          <p:cNvPr id="37" name="Group 36">
            <a:extLst>
              <a:ext uri="{FF2B5EF4-FFF2-40B4-BE49-F238E27FC236}">
                <a16:creationId xmlns:a16="http://schemas.microsoft.com/office/drawing/2014/main" id="{FFA2A356-0069-F6D6-E9BC-6C8BB4881DA6}"/>
              </a:ext>
            </a:extLst>
          </p:cNvPr>
          <p:cNvGrpSpPr/>
          <p:nvPr/>
        </p:nvGrpSpPr>
        <p:grpSpPr>
          <a:xfrm>
            <a:off x="8918236" y="3572149"/>
            <a:ext cx="1745001" cy="253916"/>
            <a:chOff x="6663071" y="4746141"/>
            <a:chExt cx="1745001" cy="253916"/>
          </a:xfrm>
        </p:grpSpPr>
        <p:sp>
          <p:nvSpPr>
            <p:cNvPr id="38" name="TextBox 37">
              <a:extLst>
                <a:ext uri="{FF2B5EF4-FFF2-40B4-BE49-F238E27FC236}">
                  <a16:creationId xmlns:a16="http://schemas.microsoft.com/office/drawing/2014/main" id="{B70AD11F-0700-B02B-CFE0-B5665B877925}"/>
                </a:ext>
              </a:extLst>
            </p:cNvPr>
            <p:cNvSpPr txBox="1"/>
            <p:nvPr/>
          </p:nvSpPr>
          <p:spPr>
            <a:xfrm>
              <a:off x="6819523" y="4746141"/>
              <a:ext cx="1588549" cy="253916"/>
            </a:xfrm>
            <a:prstGeom prst="rect">
              <a:avLst/>
            </a:prstGeom>
            <a:noFill/>
          </p:spPr>
          <p:txBody>
            <a:bodyPr wrap="square">
              <a:spAutoFit/>
            </a:bodyPr>
            <a:lstStyle>
              <a:defPPr>
                <a:defRPr lang="en-US"/>
              </a:defPPr>
              <a:lvl1pPr lvl="0">
                <a:defRPr sz="1100"/>
              </a:lvl1pPr>
            </a:lstStyle>
            <a:p>
              <a:r>
                <a:rPr lang="en-GB" sz="1050" noProof="0"/>
                <a:t>Face‑to‑face interviews</a:t>
              </a:r>
              <a:endParaRPr lang="en-GB" sz="1050" i="1" noProof="0"/>
            </a:p>
          </p:txBody>
        </p:sp>
        <p:sp>
          <p:nvSpPr>
            <p:cNvPr id="39" name="Freeform: Shape 38">
              <a:extLst>
                <a:ext uri="{FF2B5EF4-FFF2-40B4-BE49-F238E27FC236}">
                  <a16:creationId xmlns:a16="http://schemas.microsoft.com/office/drawing/2014/main" id="{0D8F054C-C1E1-CA34-F05E-44F179B9561C}"/>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sz="1600" noProof="0"/>
            </a:p>
          </p:txBody>
        </p:sp>
      </p:grpSp>
      <p:grpSp>
        <p:nvGrpSpPr>
          <p:cNvPr id="40" name="Group 39">
            <a:extLst>
              <a:ext uri="{FF2B5EF4-FFF2-40B4-BE49-F238E27FC236}">
                <a16:creationId xmlns:a16="http://schemas.microsoft.com/office/drawing/2014/main" id="{6866556B-1A63-E115-C2ED-EDAF71C2A947}"/>
              </a:ext>
            </a:extLst>
          </p:cNvPr>
          <p:cNvGrpSpPr/>
          <p:nvPr/>
        </p:nvGrpSpPr>
        <p:grpSpPr>
          <a:xfrm>
            <a:off x="6281597" y="3829912"/>
            <a:ext cx="1238391" cy="253916"/>
            <a:chOff x="6663071" y="4746141"/>
            <a:chExt cx="1238391" cy="253916"/>
          </a:xfrm>
        </p:grpSpPr>
        <p:sp>
          <p:nvSpPr>
            <p:cNvPr id="41" name="TextBox 40">
              <a:extLst>
                <a:ext uri="{FF2B5EF4-FFF2-40B4-BE49-F238E27FC236}">
                  <a16:creationId xmlns:a16="http://schemas.microsoft.com/office/drawing/2014/main" id="{FCC2FBC5-8161-B124-BDB9-FFA6CFF075A6}"/>
                </a:ext>
              </a:extLst>
            </p:cNvPr>
            <p:cNvSpPr txBox="1"/>
            <p:nvPr/>
          </p:nvSpPr>
          <p:spPr>
            <a:xfrm>
              <a:off x="6819524" y="4746141"/>
              <a:ext cx="1081938" cy="253916"/>
            </a:xfrm>
            <a:prstGeom prst="rect">
              <a:avLst/>
            </a:prstGeom>
            <a:noFill/>
          </p:spPr>
          <p:txBody>
            <a:bodyPr wrap="square">
              <a:spAutoFit/>
            </a:bodyPr>
            <a:lstStyle>
              <a:defPPr>
                <a:defRPr lang="en-US"/>
              </a:defPPr>
              <a:lvl1pPr lvl="0">
                <a:defRPr sz="1100"/>
              </a:lvl1pPr>
            </a:lstStyle>
            <a:p>
              <a:r>
                <a:rPr lang="en-GB" sz="1050" noProof="0"/>
                <a:t>Internet</a:t>
              </a:r>
              <a:endParaRPr lang="en-GB" sz="1050" i="1" noProof="0"/>
            </a:p>
          </p:txBody>
        </p:sp>
        <p:sp>
          <p:nvSpPr>
            <p:cNvPr id="42" name="Freeform: Shape 41">
              <a:extLst>
                <a:ext uri="{FF2B5EF4-FFF2-40B4-BE49-F238E27FC236}">
                  <a16:creationId xmlns:a16="http://schemas.microsoft.com/office/drawing/2014/main" id="{6A4DA72D-46D4-8F19-ED1F-2EA71BD14F2B}"/>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sz="1600" noProof="0"/>
            </a:p>
          </p:txBody>
        </p:sp>
      </p:grpSp>
      <p:grpSp>
        <p:nvGrpSpPr>
          <p:cNvPr id="43" name="Group 42">
            <a:extLst>
              <a:ext uri="{FF2B5EF4-FFF2-40B4-BE49-F238E27FC236}">
                <a16:creationId xmlns:a16="http://schemas.microsoft.com/office/drawing/2014/main" id="{FF9AD85E-9915-96C7-94DA-C39292EA1CC2}"/>
              </a:ext>
            </a:extLst>
          </p:cNvPr>
          <p:cNvGrpSpPr/>
          <p:nvPr/>
        </p:nvGrpSpPr>
        <p:grpSpPr>
          <a:xfrm>
            <a:off x="7523392" y="3829912"/>
            <a:ext cx="1672995" cy="253916"/>
            <a:chOff x="6663071" y="4746141"/>
            <a:chExt cx="1672995" cy="253916"/>
          </a:xfrm>
        </p:grpSpPr>
        <p:sp>
          <p:nvSpPr>
            <p:cNvPr id="44" name="TextBox 43">
              <a:extLst>
                <a:ext uri="{FF2B5EF4-FFF2-40B4-BE49-F238E27FC236}">
                  <a16:creationId xmlns:a16="http://schemas.microsoft.com/office/drawing/2014/main" id="{2E622C74-1F78-1A17-5D30-8B08794A0E85}"/>
                </a:ext>
              </a:extLst>
            </p:cNvPr>
            <p:cNvSpPr txBox="1"/>
            <p:nvPr/>
          </p:nvSpPr>
          <p:spPr>
            <a:xfrm>
              <a:off x="6819523" y="4746141"/>
              <a:ext cx="1516543" cy="253916"/>
            </a:xfrm>
            <a:prstGeom prst="rect">
              <a:avLst/>
            </a:prstGeom>
            <a:noFill/>
          </p:spPr>
          <p:txBody>
            <a:bodyPr wrap="square">
              <a:spAutoFit/>
            </a:bodyPr>
            <a:lstStyle>
              <a:defPPr>
                <a:defRPr lang="en-US"/>
              </a:defPPr>
              <a:lvl1pPr lvl="0">
                <a:defRPr sz="1100"/>
              </a:lvl1pPr>
            </a:lstStyle>
            <a:p>
              <a:r>
                <a:rPr lang="en-GB" sz="1050" noProof="0"/>
                <a:t>Group administration</a:t>
              </a:r>
              <a:endParaRPr lang="en-GB" sz="1050" i="1" noProof="0"/>
            </a:p>
          </p:txBody>
        </p:sp>
        <p:sp>
          <p:nvSpPr>
            <p:cNvPr id="45" name="Freeform: Shape 44">
              <a:extLst>
                <a:ext uri="{FF2B5EF4-FFF2-40B4-BE49-F238E27FC236}">
                  <a16:creationId xmlns:a16="http://schemas.microsoft.com/office/drawing/2014/main" id="{57BF8531-21CA-9516-2CFC-D611C142DD7F}"/>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sz="1600" noProof="0"/>
            </a:p>
          </p:txBody>
        </p:sp>
      </p:grpSp>
      <p:sp>
        <p:nvSpPr>
          <p:cNvPr id="46" name="TextBox 45">
            <a:extLst>
              <a:ext uri="{FF2B5EF4-FFF2-40B4-BE49-F238E27FC236}">
                <a16:creationId xmlns:a16="http://schemas.microsoft.com/office/drawing/2014/main" id="{A346B03B-5094-23E6-C020-A21D171229E1}"/>
              </a:ext>
            </a:extLst>
          </p:cNvPr>
          <p:cNvSpPr txBox="1"/>
          <p:nvPr/>
        </p:nvSpPr>
        <p:spPr>
          <a:xfrm>
            <a:off x="6163298" y="4157291"/>
            <a:ext cx="4456320" cy="769441"/>
          </a:xfrm>
          <a:prstGeom prst="rect">
            <a:avLst/>
          </a:prstGeom>
          <a:noFill/>
        </p:spPr>
        <p:txBody>
          <a:bodyPr wrap="square">
            <a:spAutoFit/>
          </a:bodyPr>
          <a:lstStyle/>
          <a:p>
            <a:r>
              <a:rPr lang="en-GB" sz="1100" b="1" noProof="0">
                <a:highlight>
                  <a:srgbClr val="FFC000"/>
                </a:highlight>
              </a:rPr>
              <a:t>Regarding internet surveys and online administration</a:t>
            </a:r>
            <a:r>
              <a:rPr lang="en-GB" sz="1100" noProof="0"/>
              <a:t>, there has been significant growth in their popularity because they provide easy access to participants around the world, such as through platforms like Amazon Mechanical Turk and Prolific.</a:t>
            </a:r>
          </a:p>
        </p:txBody>
      </p:sp>
      <p:sp>
        <p:nvSpPr>
          <p:cNvPr id="49" name="TextBox 48">
            <a:extLst>
              <a:ext uri="{FF2B5EF4-FFF2-40B4-BE49-F238E27FC236}">
                <a16:creationId xmlns:a16="http://schemas.microsoft.com/office/drawing/2014/main" id="{F31ADBBA-55C1-1117-B8F6-C2ABA12F78BB}"/>
              </a:ext>
            </a:extLst>
          </p:cNvPr>
          <p:cNvSpPr txBox="1"/>
          <p:nvPr/>
        </p:nvSpPr>
        <p:spPr>
          <a:xfrm>
            <a:off x="6163298" y="5042514"/>
            <a:ext cx="4892052" cy="600164"/>
          </a:xfrm>
          <a:prstGeom prst="rect">
            <a:avLst/>
          </a:prstGeom>
          <a:noFill/>
        </p:spPr>
        <p:txBody>
          <a:bodyPr wrap="square">
            <a:spAutoFit/>
          </a:bodyPr>
          <a:lstStyle>
            <a:defPPr>
              <a:defRPr lang="en-US"/>
            </a:defPPr>
            <a:lvl1pPr>
              <a:defRPr sz="1100" b="1">
                <a:highlight>
                  <a:srgbClr val="FFC000"/>
                </a:highlight>
              </a:defRPr>
            </a:lvl1pPr>
          </a:lstStyle>
          <a:p>
            <a:r>
              <a:rPr lang="en-GB" noProof="0"/>
              <a:t>Regardless of the data‑collection mode</a:t>
            </a:r>
            <a:r>
              <a:rPr lang="en-GB" noProof="0">
                <a:solidFill>
                  <a:srgbClr val="FF0000"/>
                </a:solidFill>
              </a:rPr>
              <a:t>, </a:t>
            </a:r>
            <a:r>
              <a:rPr lang="en-GB" noProof="0">
                <a:solidFill>
                  <a:schemeClr val="bg1"/>
                </a:solidFill>
                <a:highlight>
                  <a:srgbClr val="000000"/>
                </a:highlight>
              </a:rPr>
              <a:t>it is important to justify the chosen procedure</a:t>
            </a:r>
            <a:r>
              <a:rPr lang="en-GB" noProof="0">
                <a:solidFill>
                  <a:srgbClr val="FF0000"/>
                </a:solidFill>
              </a:rPr>
              <a:t>, </a:t>
            </a:r>
            <a:r>
              <a:rPr lang="en-GB" noProof="0"/>
              <a:t>drawing on its strengths, weaknesses, costs, data availability, and convenience.</a:t>
            </a:r>
          </a:p>
        </p:txBody>
      </p:sp>
      <p:sp>
        <p:nvSpPr>
          <p:cNvPr id="50" name="Slide Number Placeholder 5">
            <a:extLst>
              <a:ext uri="{FF2B5EF4-FFF2-40B4-BE49-F238E27FC236}">
                <a16:creationId xmlns:a16="http://schemas.microsoft.com/office/drawing/2014/main" id="{E00B6CC2-A949-5535-F2F5-C9F565871B0F}"/>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4</a:t>
            </a:fld>
            <a:endParaRPr lang="en-GB" noProof="0"/>
          </a:p>
        </p:txBody>
      </p:sp>
      <p:sp>
        <p:nvSpPr>
          <p:cNvPr id="51" name="Date Placeholder 3">
            <a:extLst>
              <a:ext uri="{FF2B5EF4-FFF2-40B4-BE49-F238E27FC236}">
                <a16:creationId xmlns:a16="http://schemas.microsoft.com/office/drawing/2014/main" id="{991CEB12-EF3F-5A8E-4131-D50B01B1224E}"/>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algn="r"/>
            <a:fld id="{27AB8C26-330F-4C13-A9D7-A5B1D2394DAC}" type="datetime1">
              <a:rPr lang="en-GB" noProof="0" smtClean="0"/>
              <a:pPr algn="r"/>
              <a:t>25/03/2026</a:t>
            </a:fld>
            <a:endParaRPr lang="en-GB" noProof="0"/>
          </a:p>
        </p:txBody>
      </p:sp>
    </p:spTree>
    <p:extLst>
      <p:ext uri="{BB962C8B-B14F-4D97-AF65-F5344CB8AC3E}">
        <p14:creationId xmlns:p14="http://schemas.microsoft.com/office/powerpoint/2010/main" val="35844655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xEl>
                                              <p:pRg st="1" end="1"/>
                                            </p:txEl>
                                          </p:spTgt>
                                        </p:tgtEl>
                                        <p:attrNameLst>
                                          <p:attrName>style.visibility</p:attrName>
                                        </p:attrNameLst>
                                      </p:cBhvr>
                                      <p:to>
                                        <p:strVal val="visible"/>
                                      </p:to>
                                    </p:set>
                                    <p:animEffect transition="in" filter="fade">
                                      <p:cBhvr>
                                        <p:cTn id="10" dur="500"/>
                                        <p:tgtEl>
                                          <p:spTgt spid="11">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2">
                                            <p:txEl>
                                              <p:pRg st="0" end="0"/>
                                            </p:txEl>
                                          </p:spTgt>
                                        </p:tgtEl>
                                        <p:attrNameLst>
                                          <p:attrName>style.visibility</p:attrName>
                                        </p:attrNameLst>
                                      </p:cBhvr>
                                      <p:to>
                                        <p:strVal val="visible"/>
                                      </p:to>
                                    </p:set>
                                    <p:animEffect transition="in" filter="fade">
                                      <p:cBhvr>
                                        <p:cTn id="18" dur="500"/>
                                        <p:tgtEl>
                                          <p:spTgt spid="22">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xEl>
                                              <p:pRg st="1" end="1"/>
                                            </p:txEl>
                                          </p:spTgt>
                                        </p:tgtEl>
                                        <p:attrNameLst>
                                          <p:attrName>style.visibility</p:attrName>
                                        </p:attrNameLst>
                                      </p:cBhvr>
                                      <p:to>
                                        <p:strVal val="visible"/>
                                      </p:to>
                                    </p:set>
                                    <p:animEffect transition="in" filter="fade">
                                      <p:cBhvr>
                                        <p:cTn id="21" dur="500"/>
                                        <p:tgtEl>
                                          <p:spTgt spid="22">
                                            <p:txEl>
                                              <p:pRg st="1" end="1"/>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xEl>
                                              <p:pRg st="3" end="3"/>
                                            </p:txEl>
                                          </p:spTgt>
                                        </p:tgtEl>
                                        <p:attrNameLst>
                                          <p:attrName>style.visibility</p:attrName>
                                        </p:attrNameLst>
                                      </p:cBhvr>
                                      <p:to>
                                        <p:strVal val="visible"/>
                                      </p:to>
                                    </p:set>
                                    <p:animEffect transition="in" filter="fade">
                                      <p:cBhvr>
                                        <p:cTn id="24" dur="500"/>
                                        <p:tgtEl>
                                          <p:spTgt spid="22">
                                            <p:txEl>
                                              <p:pRg st="3" end="3"/>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2">
                                            <p:txEl>
                                              <p:pRg st="4" end="4"/>
                                            </p:txEl>
                                          </p:spTgt>
                                        </p:tgtEl>
                                        <p:attrNameLst>
                                          <p:attrName>style.visibility</p:attrName>
                                        </p:attrNameLst>
                                      </p:cBhvr>
                                      <p:to>
                                        <p:strVal val="visible"/>
                                      </p:to>
                                    </p:set>
                                    <p:animEffect transition="in" filter="fade">
                                      <p:cBhvr>
                                        <p:cTn id="27" dur="500"/>
                                        <p:tgtEl>
                                          <p:spTgt spid="22">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2">
                                            <p:txEl>
                                              <p:pRg st="5" end="5"/>
                                            </p:txEl>
                                          </p:spTgt>
                                        </p:tgtEl>
                                        <p:attrNameLst>
                                          <p:attrName>style.visibility</p:attrName>
                                        </p:attrNameLst>
                                      </p:cBhvr>
                                      <p:to>
                                        <p:strVal val="visible"/>
                                      </p:to>
                                    </p:set>
                                    <p:animEffect transition="in" filter="fade">
                                      <p:cBhvr>
                                        <p:cTn id="30" dur="500"/>
                                        <p:tgtEl>
                                          <p:spTgt spid="22">
                                            <p:txEl>
                                              <p:pRg st="5" end="5"/>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7">
                                            <p:txEl>
                                              <p:pRg st="0" end="0"/>
                                            </p:txEl>
                                          </p:spTgt>
                                        </p:tgtEl>
                                        <p:attrNameLst>
                                          <p:attrName>style.visibility</p:attrName>
                                        </p:attrNameLst>
                                      </p:cBhvr>
                                      <p:to>
                                        <p:strVal val="visible"/>
                                      </p:to>
                                    </p:set>
                                    <p:animEffect transition="in" filter="fade">
                                      <p:cBhvr>
                                        <p:cTn id="41" dur="500"/>
                                        <p:tgtEl>
                                          <p:spTgt spid="27">
                                            <p:txEl>
                                              <p:pRg st="0" end="0"/>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7">
                                            <p:txEl>
                                              <p:pRg st="1" end="1"/>
                                            </p:txEl>
                                          </p:spTgt>
                                        </p:tgtEl>
                                        <p:attrNameLst>
                                          <p:attrName>style.visibility</p:attrName>
                                        </p:attrNameLst>
                                      </p:cBhvr>
                                      <p:to>
                                        <p:strVal val="visible"/>
                                      </p:to>
                                    </p:set>
                                    <p:animEffect transition="in" filter="fade">
                                      <p:cBhvr>
                                        <p:cTn id="44" dur="500"/>
                                        <p:tgtEl>
                                          <p:spTgt spid="27">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500"/>
                                        <p:tgtEl>
                                          <p:spTgt spid="2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500"/>
                                        <p:tgtEl>
                                          <p:spTgt spid="30"/>
                                        </p:tgtEl>
                                      </p:cBhvr>
                                    </p:animEffect>
                                  </p:childTnLst>
                                </p:cTn>
                              </p:par>
                              <p:par>
                                <p:cTn id="55" presetID="10" presetClass="entr" presetSubtype="0" fill="hold" nodeType="with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500"/>
                                        <p:tgtEl>
                                          <p:spTgt spid="34"/>
                                        </p:tgtEl>
                                      </p:cBhvr>
                                    </p:animEffect>
                                  </p:childTnLst>
                                </p:cTn>
                              </p:par>
                              <p:par>
                                <p:cTn id="58" presetID="10" presetClass="entr" presetSubtype="0" fill="hold" nodeType="with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fade">
                                      <p:cBhvr>
                                        <p:cTn id="60" dur="500"/>
                                        <p:tgtEl>
                                          <p:spTgt spid="37"/>
                                        </p:tgtEl>
                                      </p:cBhvr>
                                    </p:animEffect>
                                  </p:childTnLst>
                                </p:cTn>
                              </p:par>
                              <p:par>
                                <p:cTn id="61" presetID="10" presetClass="entr" presetSubtype="0" fill="hold" nodeType="with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fade">
                                      <p:cBhvr>
                                        <p:cTn id="63" dur="500"/>
                                        <p:tgtEl>
                                          <p:spTgt spid="40"/>
                                        </p:tgtEl>
                                      </p:cBhvr>
                                    </p:animEffect>
                                  </p:childTnLst>
                                </p:cTn>
                              </p:par>
                              <p:par>
                                <p:cTn id="64" presetID="10" presetClass="entr" presetSubtype="0" fill="hold" nodeType="withEffect">
                                  <p:stCondLst>
                                    <p:cond delay="0"/>
                                  </p:stCondLst>
                                  <p:childTnLst>
                                    <p:set>
                                      <p:cBhvr>
                                        <p:cTn id="65" dur="1" fill="hold">
                                          <p:stCondLst>
                                            <p:cond delay="0"/>
                                          </p:stCondLst>
                                        </p:cTn>
                                        <p:tgtEl>
                                          <p:spTgt spid="43"/>
                                        </p:tgtEl>
                                        <p:attrNameLst>
                                          <p:attrName>style.visibility</p:attrName>
                                        </p:attrNameLst>
                                      </p:cBhvr>
                                      <p:to>
                                        <p:strVal val="visible"/>
                                      </p:to>
                                    </p:set>
                                    <p:animEffect transition="in" filter="fade">
                                      <p:cBhvr>
                                        <p:cTn id="66" dur="500"/>
                                        <p:tgtEl>
                                          <p:spTgt spid="43"/>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49"/>
                                        </p:tgtEl>
                                        <p:attrNameLst>
                                          <p:attrName>style.visibility</p:attrName>
                                        </p:attrNameLst>
                                      </p:cBhvr>
                                      <p:to>
                                        <p:strVal val="visible"/>
                                      </p:to>
                                    </p:set>
                                    <p:animEffect transition="in" filter="fade">
                                      <p:cBhvr>
                                        <p:cTn id="7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allAtOnce"/>
      <p:bldP spid="22" grpId="0" build="allAtOnce"/>
      <p:bldP spid="27" grpId="0" build="allAtOnce"/>
      <p:bldP spid="28" grpId="0"/>
      <p:bldP spid="4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8D491-B192-5629-4B1D-C9859F234446}"/>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ADAD8C93-1D8B-0E60-C4D3-49E7F7C8479C}"/>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Quantitative designs</a:t>
            </a:r>
          </a:p>
        </p:txBody>
      </p:sp>
      <p:sp>
        <p:nvSpPr>
          <p:cNvPr id="15" name="TextBox 14">
            <a:extLst>
              <a:ext uri="{FF2B5EF4-FFF2-40B4-BE49-F238E27FC236}">
                <a16:creationId xmlns:a16="http://schemas.microsoft.com/office/drawing/2014/main" id="{9FF6AEDD-836A-E2F3-9D59-3C4ECDF60C8C}"/>
              </a:ext>
            </a:extLst>
          </p:cNvPr>
          <p:cNvSpPr txBox="1"/>
          <p:nvPr/>
        </p:nvSpPr>
        <p:spPr>
          <a:xfrm>
            <a:off x="891589" y="1644607"/>
            <a:ext cx="5391461" cy="276999"/>
          </a:xfrm>
          <a:prstGeom prst="rect">
            <a:avLst/>
          </a:prstGeom>
          <a:noFill/>
        </p:spPr>
        <p:txBody>
          <a:bodyPr wrap="square">
            <a:spAutoFit/>
          </a:bodyPr>
          <a:lstStyle/>
          <a:p>
            <a:pPr lvl="0">
              <a:defRPr/>
            </a:pPr>
            <a:r>
              <a:rPr lang="en-GB" sz="1200" noProof="0"/>
              <a:t>Key approaches to obtain factors that would otherwise remain unobservable:</a:t>
            </a:r>
          </a:p>
        </p:txBody>
      </p:sp>
      <p:sp>
        <p:nvSpPr>
          <p:cNvPr id="5" name="Título 1">
            <a:extLst>
              <a:ext uri="{FF2B5EF4-FFF2-40B4-BE49-F238E27FC236}">
                <a16:creationId xmlns:a16="http://schemas.microsoft.com/office/drawing/2014/main" id="{FD894B7C-4FDF-7C2B-DC95-891EB4BB149E}"/>
              </a:ext>
            </a:extLst>
          </p:cNvPr>
          <p:cNvSpPr txBox="1">
            <a:spLocks/>
          </p:cNvSpPr>
          <p:nvPr/>
        </p:nvSpPr>
        <p:spPr>
          <a:xfrm>
            <a:off x="891589" y="1073129"/>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Surveys</a:t>
            </a:r>
          </a:p>
        </p:txBody>
      </p:sp>
      <p:sp>
        <p:nvSpPr>
          <p:cNvPr id="20" name="TextBox 19">
            <a:extLst>
              <a:ext uri="{FF2B5EF4-FFF2-40B4-BE49-F238E27FC236}">
                <a16:creationId xmlns:a16="http://schemas.microsoft.com/office/drawing/2014/main" id="{04ECDB34-518C-5304-249D-0572D3BD7CD0}"/>
              </a:ext>
            </a:extLst>
          </p:cNvPr>
          <p:cNvSpPr txBox="1"/>
          <p:nvPr/>
        </p:nvSpPr>
        <p:spPr>
          <a:xfrm>
            <a:off x="3492248" y="1935025"/>
            <a:ext cx="2570014" cy="830997"/>
          </a:xfrm>
          <a:prstGeom prst="rect">
            <a:avLst/>
          </a:prstGeom>
          <a:noFill/>
        </p:spPr>
        <p:txBody>
          <a:bodyPr wrap="square">
            <a:spAutoFit/>
          </a:bodyPr>
          <a:lstStyle/>
          <a:p>
            <a:pPr lvl="0">
              <a:defRPr/>
            </a:pPr>
            <a:r>
              <a:rPr lang="en-GB" sz="1200" noProof="0"/>
              <a:t>These factors are important because </a:t>
            </a:r>
            <a:r>
              <a:rPr lang="en-GB" sz="1200" b="1" noProof="0">
                <a:highlight>
                  <a:srgbClr val="FFC000"/>
                </a:highlight>
              </a:rPr>
              <a:t>they are determinants of political, social, and economic outcomes</a:t>
            </a:r>
            <a:r>
              <a:rPr lang="en-GB" sz="1200" noProof="0">
                <a:highlight>
                  <a:srgbClr val="FFC000"/>
                </a:highlight>
              </a:rPr>
              <a:t>.</a:t>
            </a:r>
          </a:p>
        </p:txBody>
      </p:sp>
      <p:sp>
        <p:nvSpPr>
          <p:cNvPr id="27" name="TextBox 26">
            <a:extLst>
              <a:ext uri="{FF2B5EF4-FFF2-40B4-BE49-F238E27FC236}">
                <a16:creationId xmlns:a16="http://schemas.microsoft.com/office/drawing/2014/main" id="{0DE6F5D9-1D43-DAD3-9102-3CC389E5E82B}"/>
              </a:ext>
            </a:extLst>
          </p:cNvPr>
          <p:cNvSpPr txBox="1"/>
          <p:nvPr/>
        </p:nvSpPr>
        <p:spPr>
          <a:xfrm>
            <a:off x="944682" y="2889131"/>
            <a:ext cx="4572198" cy="461665"/>
          </a:xfrm>
          <a:prstGeom prst="rect">
            <a:avLst/>
          </a:prstGeom>
          <a:noFill/>
        </p:spPr>
        <p:txBody>
          <a:bodyPr wrap="square">
            <a:spAutoFit/>
          </a:bodyPr>
          <a:lstStyle>
            <a:defPPr>
              <a:defRPr lang="en-US"/>
            </a:defPPr>
            <a:lvl1pPr lvl="0">
              <a:defRPr sz="1200"/>
            </a:lvl1pPr>
          </a:lstStyle>
          <a:p>
            <a:r>
              <a:rPr lang="en-GB" noProof="0"/>
              <a:t>We are designing and building a process that enables the </a:t>
            </a:r>
            <a:r>
              <a:rPr lang="en-GB" b="1" noProof="0">
                <a:highlight>
                  <a:srgbClr val="FFC000"/>
                </a:highlight>
              </a:rPr>
              <a:t>generation of data</a:t>
            </a:r>
            <a:r>
              <a:rPr lang="en-GB" noProof="0"/>
              <a:t>. </a:t>
            </a:r>
          </a:p>
        </p:txBody>
      </p:sp>
      <p:pic>
        <p:nvPicPr>
          <p:cNvPr id="30" name="Picture 29">
            <a:hlinkClick r:id="rId2"/>
            <a:extLst>
              <a:ext uri="{FF2B5EF4-FFF2-40B4-BE49-F238E27FC236}">
                <a16:creationId xmlns:a16="http://schemas.microsoft.com/office/drawing/2014/main" id="{984D4021-AAE8-DA0B-6D76-9BDBC76F2E91}"/>
              </a:ext>
            </a:extLst>
          </p:cNvPr>
          <p:cNvPicPr>
            <a:picLocks noChangeAspect="1"/>
          </p:cNvPicPr>
          <p:nvPr/>
        </p:nvPicPr>
        <p:blipFill>
          <a:blip r:embed="rId3"/>
          <a:srcRect t="117" b="117"/>
          <a:stretch/>
        </p:blipFill>
        <p:spPr>
          <a:xfrm>
            <a:off x="6914992" y="1759288"/>
            <a:ext cx="3391216" cy="4215005"/>
          </a:xfrm>
          <a:prstGeom prst="flowChartDocument">
            <a:avLst/>
          </a:prstGeom>
          <a:ln>
            <a:solidFill>
              <a:schemeClr val="bg1">
                <a:lumMod val="95000"/>
              </a:schemeClr>
            </a:solidFill>
          </a:ln>
        </p:spPr>
      </p:pic>
      <p:pic>
        <p:nvPicPr>
          <p:cNvPr id="32" name="Picture 31">
            <a:extLst>
              <a:ext uri="{FF2B5EF4-FFF2-40B4-BE49-F238E27FC236}">
                <a16:creationId xmlns:a16="http://schemas.microsoft.com/office/drawing/2014/main" id="{DD4DB121-A641-BF79-665E-FDB4A95803C1}"/>
              </a:ext>
            </a:extLst>
          </p:cNvPr>
          <p:cNvPicPr preferRelativeResize="0">
            <a:picLocks/>
          </p:cNvPicPr>
          <p:nvPr/>
        </p:nvPicPr>
        <p:blipFill>
          <a:blip r:embed="rId4"/>
          <a:srcRect l="-551" t="-796" r="551" b="30951"/>
          <a:stretch>
            <a:fillRect/>
          </a:stretch>
        </p:blipFill>
        <p:spPr>
          <a:xfrm>
            <a:off x="944682" y="4905135"/>
            <a:ext cx="827852" cy="827852"/>
          </a:xfrm>
          <a:prstGeom prst="ellipse">
            <a:avLst/>
          </a:prstGeom>
          <a:solidFill>
            <a:srgbClr val="FFC000"/>
          </a:solidFill>
          <a:effectLst>
            <a:outerShdw blurRad="50800" dist="38100" dir="5400000" algn="t" rotWithShape="0">
              <a:prstClr val="black">
                <a:alpha val="40000"/>
              </a:prstClr>
            </a:outerShdw>
          </a:effectLst>
        </p:spPr>
      </p:pic>
      <p:sp>
        <p:nvSpPr>
          <p:cNvPr id="36" name="TextBox 35">
            <a:extLst>
              <a:ext uri="{FF2B5EF4-FFF2-40B4-BE49-F238E27FC236}">
                <a16:creationId xmlns:a16="http://schemas.microsoft.com/office/drawing/2014/main" id="{2695C963-27EB-1CCF-9B9E-EC1FB18B2501}"/>
              </a:ext>
            </a:extLst>
          </p:cNvPr>
          <p:cNvSpPr txBox="1"/>
          <p:nvPr/>
        </p:nvSpPr>
        <p:spPr>
          <a:xfrm>
            <a:off x="1756859" y="4969156"/>
            <a:ext cx="1657921" cy="276999"/>
          </a:xfrm>
          <a:prstGeom prst="rect">
            <a:avLst/>
          </a:prstGeom>
          <a:noFill/>
        </p:spPr>
        <p:txBody>
          <a:bodyPr wrap="square">
            <a:spAutoFit/>
          </a:bodyPr>
          <a:lstStyle/>
          <a:p>
            <a:r>
              <a:rPr lang="en-GB" sz="1200" noProof="0">
                <a:solidFill>
                  <a:srgbClr val="00B0F0"/>
                </a:solidFill>
                <a:hlinkClick r:id="rId5">
                  <a:extLst>
                    <a:ext uri="{A12FA001-AC4F-418D-AE19-62706E023703}">
                      <ahyp:hlinkClr xmlns:ahyp="http://schemas.microsoft.com/office/drawing/2018/hyperlinkcolor" val="tx"/>
                    </a:ext>
                  </a:extLst>
                </a:hlinkClick>
              </a:rPr>
              <a:t>Stefanie </a:t>
            </a:r>
            <a:r>
              <a:rPr lang="en-GB" sz="1200" noProof="0" err="1">
                <a:solidFill>
                  <a:srgbClr val="00B0F0"/>
                </a:solidFill>
                <a:hlinkClick r:id="rId5">
                  <a:extLst>
                    <a:ext uri="{A12FA001-AC4F-418D-AE19-62706E023703}">
                      <ahyp:hlinkClr xmlns:ahyp="http://schemas.microsoft.com/office/drawing/2018/hyperlinkcolor" val="tx"/>
                    </a:ext>
                  </a:extLst>
                </a:hlinkClick>
              </a:rPr>
              <a:t>Stantcheva</a:t>
            </a:r>
            <a:endParaRPr lang="en-GB" sz="1200" noProof="0">
              <a:solidFill>
                <a:srgbClr val="00B0F0"/>
              </a:solidFill>
            </a:endParaRPr>
          </a:p>
        </p:txBody>
      </p:sp>
      <p:sp>
        <p:nvSpPr>
          <p:cNvPr id="37" name="TextBox 36">
            <a:extLst>
              <a:ext uri="{FF2B5EF4-FFF2-40B4-BE49-F238E27FC236}">
                <a16:creationId xmlns:a16="http://schemas.microsoft.com/office/drawing/2014/main" id="{9EEB18BD-4156-886C-F21C-F06397B051AD}"/>
              </a:ext>
            </a:extLst>
          </p:cNvPr>
          <p:cNvSpPr txBox="1"/>
          <p:nvPr/>
        </p:nvSpPr>
        <p:spPr>
          <a:xfrm>
            <a:off x="1862483" y="5181517"/>
            <a:ext cx="1657921" cy="461665"/>
          </a:xfrm>
          <a:prstGeom prst="rect">
            <a:avLst/>
          </a:prstGeom>
          <a:noFill/>
        </p:spPr>
        <p:txBody>
          <a:bodyPr wrap="square">
            <a:spAutoFit/>
          </a:bodyPr>
          <a:lstStyle/>
          <a:p>
            <a:pPr lvl="0">
              <a:defRPr/>
            </a:pPr>
            <a:r>
              <a:rPr lang="en-GB" sz="1200" noProof="0"/>
              <a:t>Social economy Lab at Harvard</a:t>
            </a:r>
          </a:p>
        </p:txBody>
      </p:sp>
      <p:grpSp>
        <p:nvGrpSpPr>
          <p:cNvPr id="9" name="Group 8">
            <a:extLst>
              <a:ext uri="{FF2B5EF4-FFF2-40B4-BE49-F238E27FC236}">
                <a16:creationId xmlns:a16="http://schemas.microsoft.com/office/drawing/2014/main" id="{F5C44877-04AE-3B52-6FA9-DB07CE94D306}"/>
              </a:ext>
            </a:extLst>
          </p:cNvPr>
          <p:cNvGrpSpPr/>
          <p:nvPr/>
        </p:nvGrpSpPr>
        <p:grpSpPr>
          <a:xfrm>
            <a:off x="1023605" y="2022965"/>
            <a:ext cx="1585433" cy="261610"/>
            <a:chOff x="6663071" y="4746141"/>
            <a:chExt cx="1585433" cy="261610"/>
          </a:xfrm>
        </p:grpSpPr>
        <p:sp>
          <p:nvSpPr>
            <p:cNvPr id="10" name="TextBox 9">
              <a:extLst>
                <a:ext uri="{FF2B5EF4-FFF2-40B4-BE49-F238E27FC236}">
                  <a16:creationId xmlns:a16="http://schemas.microsoft.com/office/drawing/2014/main" id="{42C05A5F-77AD-3587-2D0A-18C66CE749BF}"/>
                </a:ext>
              </a:extLst>
            </p:cNvPr>
            <p:cNvSpPr txBox="1"/>
            <p:nvPr/>
          </p:nvSpPr>
          <p:spPr>
            <a:xfrm>
              <a:off x="6819524" y="4746141"/>
              <a:ext cx="1428980" cy="261610"/>
            </a:xfrm>
            <a:prstGeom prst="rect">
              <a:avLst/>
            </a:prstGeom>
            <a:noFill/>
          </p:spPr>
          <p:txBody>
            <a:bodyPr wrap="square">
              <a:spAutoFit/>
            </a:bodyPr>
            <a:lstStyle>
              <a:defPPr>
                <a:defRPr lang="en-US"/>
              </a:defPPr>
              <a:lvl1pPr lvl="0">
                <a:defRPr sz="1100"/>
              </a:lvl1pPr>
            </a:lstStyle>
            <a:p>
              <a:pPr algn="just"/>
              <a:r>
                <a:rPr lang="en-GB" noProof="0"/>
                <a:t>Perceptions</a:t>
              </a:r>
            </a:p>
          </p:txBody>
        </p:sp>
        <p:sp>
          <p:nvSpPr>
            <p:cNvPr id="11" name="Freeform: Shape 10">
              <a:extLst>
                <a:ext uri="{FF2B5EF4-FFF2-40B4-BE49-F238E27FC236}">
                  <a16:creationId xmlns:a16="http://schemas.microsoft.com/office/drawing/2014/main" id="{BD88C109-304F-C618-F0E2-C23C91708E51}"/>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grpSp>
        <p:nvGrpSpPr>
          <p:cNvPr id="12" name="Group 11">
            <a:extLst>
              <a:ext uri="{FF2B5EF4-FFF2-40B4-BE49-F238E27FC236}">
                <a16:creationId xmlns:a16="http://schemas.microsoft.com/office/drawing/2014/main" id="{DA91FAFA-A44C-2F08-462C-124B6665B595}"/>
              </a:ext>
            </a:extLst>
          </p:cNvPr>
          <p:cNvGrpSpPr/>
          <p:nvPr/>
        </p:nvGrpSpPr>
        <p:grpSpPr>
          <a:xfrm>
            <a:off x="1023605" y="2337015"/>
            <a:ext cx="1585433" cy="261610"/>
            <a:chOff x="6663071" y="4746141"/>
            <a:chExt cx="1585433" cy="261610"/>
          </a:xfrm>
        </p:grpSpPr>
        <p:sp>
          <p:nvSpPr>
            <p:cNvPr id="13" name="TextBox 12">
              <a:extLst>
                <a:ext uri="{FF2B5EF4-FFF2-40B4-BE49-F238E27FC236}">
                  <a16:creationId xmlns:a16="http://schemas.microsoft.com/office/drawing/2014/main" id="{431ABB4D-B3F9-3B8D-EF90-28159FC7EBFF}"/>
                </a:ext>
              </a:extLst>
            </p:cNvPr>
            <p:cNvSpPr txBox="1"/>
            <p:nvPr/>
          </p:nvSpPr>
          <p:spPr>
            <a:xfrm>
              <a:off x="6819524" y="4746141"/>
              <a:ext cx="1428980" cy="261610"/>
            </a:xfrm>
            <a:prstGeom prst="rect">
              <a:avLst/>
            </a:prstGeom>
            <a:noFill/>
          </p:spPr>
          <p:txBody>
            <a:bodyPr wrap="square">
              <a:spAutoFit/>
            </a:bodyPr>
            <a:lstStyle>
              <a:defPPr>
                <a:defRPr lang="en-US"/>
              </a:defPPr>
              <a:lvl1pPr lvl="0">
                <a:defRPr sz="1100"/>
              </a:lvl1pPr>
            </a:lstStyle>
            <a:p>
              <a:pPr algn="just"/>
              <a:r>
                <a:rPr lang="en-GB" noProof="0"/>
                <a:t>Attitudes</a:t>
              </a:r>
            </a:p>
          </p:txBody>
        </p:sp>
        <p:sp>
          <p:nvSpPr>
            <p:cNvPr id="14" name="Freeform: Shape 13">
              <a:extLst>
                <a:ext uri="{FF2B5EF4-FFF2-40B4-BE49-F238E27FC236}">
                  <a16:creationId xmlns:a16="http://schemas.microsoft.com/office/drawing/2014/main" id="{7CE4DB4D-6439-4FD7-35AC-D2B8DAE6F83D}"/>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grpSp>
        <p:nvGrpSpPr>
          <p:cNvPr id="16" name="Group 15">
            <a:extLst>
              <a:ext uri="{FF2B5EF4-FFF2-40B4-BE49-F238E27FC236}">
                <a16:creationId xmlns:a16="http://schemas.microsoft.com/office/drawing/2014/main" id="{F4F41EE8-8B58-1EFE-9636-0184829D4116}"/>
              </a:ext>
            </a:extLst>
          </p:cNvPr>
          <p:cNvGrpSpPr/>
          <p:nvPr/>
        </p:nvGrpSpPr>
        <p:grpSpPr>
          <a:xfrm>
            <a:off x="2231796" y="2020816"/>
            <a:ext cx="1585433" cy="261610"/>
            <a:chOff x="6663071" y="4746141"/>
            <a:chExt cx="1585433" cy="261610"/>
          </a:xfrm>
        </p:grpSpPr>
        <p:sp>
          <p:nvSpPr>
            <p:cNvPr id="17" name="TextBox 16">
              <a:extLst>
                <a:ext uri="{FF2B5EF4-FFF2-40B4-BE49-F238E27FC236}">
                  <a16:creationId xmlns:a16="http://schemas.microsoft.com/office/drawing/2014/main" id="{F95EE607-36AE-F90B-3406-6C40F6C10A8C}"/>
                </a:ext>
              </a:extLst>
            </p:cNvPr>
            <p:cNvSpPr txBox="1"/>
            <p:nvPr/>
          </p:nvSpPr>
          <p:spPr>
            <a:xfrm>
              <a:off x="6819524" y="4746141"/>
              <a:ext cx="1428980" cy="261610"/>
            </a:xfrm>
            <a:prstGeom prst="rect">
              <a:avLst/>
            </a:prstGeom>
            <a:noFill/>
          </p:spPr>
          <p:txBody>
            <a:bodyPr wrap="square">
              <a:spAutoFit/>
            </a:bodyPr>
            <a:lstStyle>
              <a:defPPr>
                <a:defRPr lang="en-US"/>
              </a:defPPr>
              <a:lvl1pPr lvl="0">
                <a:defRPr sz="1100"/>
              </a:lvl1pPr>
            </a:lstStyle>
            <a:p>
              <a:pPr algn="just"/>
              <a:r>
                <a:rPr lang="en-GB" noProof="0"/>
                <a:t>Knowledge</a:t>
              </a:r>
            </a:p>
          </p:txBody>
        </p:sp>
        <p:sp>
          <p:nvSpPr>
            <p:cNvPr id="18" name="Freeform: Shape 17">
              <a:extLst>
                <a:ext uri="{FF2B5EF4-FFF2-40B4-BE49-F238E27FC236}">
                  <a16:creationId xmlns:a16="http://schemas.microsoft.com/office/drawing/2014/main" id="{1DBB10F6-C1BC-B88F-B243-94C3D2FCCCB5}"/>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grpSp>
        <p:nvGrpSpPr>
          <p:cNvPr id="19" name="Group 18">
            <a:extLst>
              <a:ext uri="{FF2B5EF4-FFF2-40B4-BE49-F238E27FC236}">
                <a16:creationId xmlns:a16="http://schemas.microsoft.com/office/drawing/2014/main" id="{BEDF196E-C187-16A2-2F5A-BF1C37A3FDF0}"/>
              </a:ext>
            </a:extLst>
          </p:cNvPr>
          <p:cNvGrpSpPr/>
          <p:nvPr/>
        </p:nvGrpSpPr>
        <p:grpSpPr>
          <a:xfrm>
            <a:off x="2231796" y="2334866"/>
            <a:ext cx="1585433" cy="261610"/>
            <a:chOff x="6663071" y="4746141"/>
            <a:chExt cx="1585433" cy="261610"/>
          </a:xfrm>
        </p:grpSpPr>
        <p:sp>
          <p:nvSpPr>
            <p:cNvPr id="21" name="TextBox 20">
              <a:extLst>
                <a:ext uri="{FF2B5EF4-FFF2-40B4-BE49-F238E27FC236}">
                  <a16:creationId xmlns:a16="http://schemas.microsoft.com/office/drawing/2014/main" id="{C8248C90-57DE-C9C3-31FF-1AB5931D73FC}"/>
                </a:ext>
              </a:extLst>
            </p:cNvPr>
            <p:cNvSpPr txBox="1"/>
            <p:nvPr/>
          </p:nvSpPr>
          <p:spPr>
            <a:xfrm>
              <a:off x="6819524" y="4746141"/>
              <a:ext cx="1428980" cy="261610"/>
            </a:xfrm>
            <a:prstGeom prst="rect">
              <a:avLst/>
            </a:prstGeom>
            <a:noFill/>
          </p:spPr>
          <p:txBody>
            <a:bodyPr wrap="square">
              <a:spAutoFit/>
            </a:bodyPr>
            <a:lstStyle>
              <a:defPPr>
                <a:defRPr lang="en-US"/>
              </a:defPPr>
              <a:lvl1pPr lvl="0">
                <a:defRPr sz="1100"/>
              </a:lvl1pPr>
            </a:lstStyle>
            <a:p>
              <a:pPr algn="just"/>
              <a:r>
                <a:rPr lang="en-GB" noProof="0"/>
                <a:t>Beliefs</a:t>
              </a:r>
            </a:p>
          </p:txBody>
        </p:sp>
        <p:sp>
          <p:nvSpPr>
            <p:cNvPr id="22" name="Freeform: Shape 21">
              <a:extLst>
                <a:ext uri="{FF2B5EF4-FFF2-40B4-BE49-F238E27FC236}">
                  <a16:creationId xmlns:a16="http://schemas.microsoft.com/office/drawing/2014/main" id="{B1B8B3C8-FB0C-C6AA-6F0A-AB472B6B8FAD}"/>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grpSp>
        <p:nvGrpSpPr>
          <p:cNvPr id="41" name="Group 40">
            <a:extLst>
              <a:ext uri="{FF2B5EF4-FFF2-40B4-BE49-F238E27FC236}">
                <a16:creationId xmlns:a16="http://schemas.microsoft.com/office/drawing/2014/main" id="{80C000E5-1F66-1A98-A571-33415D9DA365}"/>
              </a:ext>
            </a:extLst>
          </p:cNvPr>
          <p:cNvGrpSpPr/>
          <p:nvPr/>
        </p:nvGrpSpPr>
        <p:grpSpPr>
          <a:xfrm>
            <a:off x="1023605" y="3475281"/>
            <a:ext cx="3956043" cy="600164"/>
            <a:chOff x="6663071" y="4746141"/>
            <a:chExt cx="3956043" cy="600164"/>
          </a:xfrm>
        </p:grpSpPr>
        <p:sp>
          <p:nvSpPr>
            <p:cNvPr id="42" name="TextBox 41">
              <a:extLst>
                <a:ext uri="{FF2B5EF4-FFF2-40B4-BE49-F238E27FC236}">
                  <a16:creationId xmlns:a16="http://schemas.microsoft.com/office/drawing/2014/main" id="{E5FF1278-1203-0E0B-771C-26C206B3FD2A}"/>
                </a:ext>
              </a:extLst>
            </p:cNvPr>
            <p:cNvSpPr txBox="1"/>
            <p:nvPr/>
          </p:nvSpPr>
          <p:spPr>
            <a:xfrm>
              <a:off x="6819524" y="4746141"/>
              <a:ext cx="3799590" cy="600164"/>
            </a:xfrm>
            <a:prstGeom prst="rect">
              <a:avLst/>
            </a:prstGeom>
            <a:noFill/>
          </p:spPr>
          <p:txBody>
            <a:bodyPr wrap="square">
              <a:spAutoFit/>
            </a:bodyPr>
            <a:lstStyle>
              <a:defPPr>
                <a:defRPr lang="en-US"/>
              </a:defPPr>
              <a:lvl1pPr lvl="0">
                <a:defRPr sz="1100"/>
              </a:lvl1pPr>
            </a:lstStyle>
            <a:p>
              <a:r>
                <a:rPr lang="en-GB" noProof="0">
                  <a:solidFill>
                    <a:prstClr val="black"/>
                  </a:solidFill>
                </a:rPr>
                <a:t>This allows us to control and identify the level of variation in the information we produce.</a:t>
              </a:r>
              <a:endParaRPr lang="en-GB" noProof="0"/>
            </a:p>
            <a:p>
              <a:pPr algn="just"/>
              <a:endParaRPr lang="en-GB" noProof="0"/>
            </a:p>
          </p:txBody>
        </p:sp>
        <p:sp>
          <p:nvSpPr>
            <p:cNvPr id="43" name="Freeform: Shape 42">
              <a:extLst>
                <a:ext uri="{FF2B5EF4-FFF2-40B4-BE49-F238E27FC236}">
                  <a16:creationId xmlns:a16="http://schemas.microsoft.com/office/drawing/2014/main" id="{BAC396FE-C13C-B27B-8954-E6FCA4D593BE}"/>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grpSp>
        <p:nvGrpSpPr>
          <p:cNvPr id="44" name="Group 43">
            <a:extLst>
              <a:ext uri="{FF2B5EF4-FFF2-40B4-BE49-F238E27FC236}">
                <a16:creationId xmlns:a16="http://schemas.microsoft.com/office/drawing/2014/main" id="{2A06D8F6-67D4-D378-0CC8-0B5620D0D0A3}"/>
              </a:ext>
            </a:extLst>
          </p:cNvPr>
          <p:cNvGrpSpPr/>
          <p:nvPr/>
        </p:nvGrpSpPr>
        <p:grpSpPr>
          <a:xfrm>
            <a:off x="1023604" y="3945179"/>
            <a:ext cx="3956043" cy="261610"/>
            <a:chOff x="6663071" y="4746141"/>
            <a:chExt cx="3956043" cy="261610"/>
          </a:xfrm>
        </p:grpSpPr>
        <p:sp>
          <p:nvSpPr>
            <p:cNvPr id="45" name="TextBox 44">
              <a:extLst>
                <a:ext uri="{FF2B5EF4-FFF2-40B4-BE49-F238E27FC236}">
                  <a16:creationId xmlns:a16="http://schemas.microsoft.com/office/drawing/2014/main" id="{81554A0F-4B6E-0834-AEEF-27CE7BA58314}"/>
                </a:ext>
              </a:extLst>
            </p:cNvPr>
            <p:cNvSpPr txBox="1"/>
            <p:nvPr/>
          </p:nvSpPr>
          <p:spPr>
            <a:xfrm>
              <a:off x="6819524" y="4746141"/>
              <a:ext cx="3799590" cy="261610"/>
            </a:xfrm>
            <a:prstGeom prst="rect">
              <a:avLst/>
            </a:prstGeom>
            <a:noFill/>
          </p:spPr>
          <p:txBody>
            <a:bodyPr wrap="square">
              <a:spAutoFit/>
            </a:bodyPr>
            <a:lstStyle>
              <a:defPPr>
                <a:defRPr lang="en-US"/>
              </a:defPPr>
              <a:lvl1pPr lvl="0">
                <a:defRPr sz="1100"/>
              </a:lvl1pPr>
            </a:lstStyle>
            <a:p>
              <a:r>
                <a:rPr lang="en-GB" noProof="0">
                  <a:solidFill>
                    <a:prstClr val="black"/>
                  </a:solidFill>
                </a:rPr>
                <a:t>Survey design is an integral part of the research process.</a:t>
              </a:r>
              <a:endParaRPr lang="en-GB" noProof="0"/>
            </a:p>
          </p:txBody>
        </p:sp>
        <p:sp>
          <p:nvSpPr>
            <p:cNvPr id="46" name="Freeform: Shape 45">
              <a:extLst>
                <a:ext uri="{FF2B5EF4-FFF2-40B4-BE49-F238E27FC236}">
                  <a16:creationId xmlns:a16="http://schemas.microsoft.com/office/drawing/2014/main" id="{46C68B6C-A01F-C79A-D604-17B6A123EA45}"/>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sp>
        <p:nvSpPr>
          <p:cNvPr id="47" name="Freeform: Shape 46">
            <a:extLst>
              <a:ext uri="{FF2B5EF4-FFF2-40B4-BE49-F238E27FC236}">
                <a16:creationId xmlns:a16="http://schemas.microsoft.com/office/drawing/2014/main" id="{F020DD74-2D6B-C481-ACA9-FE2B11D5E8E9}"/>
              </a:ext>
            </a:extLst>
          </p:cNvPr>
          <p:cNvSpPr/>
          <p:nvPr/>
        </p:nvSpPr>
        <p:spPr>
          <a:xfrm>
            <a:off x="1023602" y="4335120"/>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49" name="TextBox 48">
            <a:extLst>
              <a:ext uri="{FF2B5EF4-FFF2-40B4-BE49-F238E27FC236}">
                <a16:creationId xmlns:a16="http://schemas.microsoft.com/office/drawing/2014/main" id="{3E2EC2EC-C421-7085-A834-27B6CF741A23}"/>
              </a:ext>
            </a:extLst>
          </p:cNvPr>
          <p:cNvSpPr txBox="1"/>
          <p:nvPr/>
        </p:nvSpPr>
        <p:spPr>
          <a:xfrm>
            <a:off x="1180056" y="4282541"/>
            <a:ext cx="3799591" cy="600164"/>
          </a:xfrm>
          <a:prstGeom prst="rect">
            <a:avLst/>
          </a:prstGeom>
          <a:noFill/>
        </p:spPr>
        <p:txBody>
          <a:bodyPr wrap="square">
            <a:spAutoFit/>
          </a:bodyPr>
          <a:lstStyle>
            <a:defPPr>
              <a:defRPr lang="en-US"/>
            </a:defPPr>
            <a:lvl1pPr lvl="0">
              <a:defRPr sz="1100"/>
            </a:lvl1pPr>
          </a:lstStyle>
          <a:p>
            <a:r>
              <a:rPr lang="en-GB" noProof="0">
                <a:solidFill>
                  <a:prstClr val="black"/>
                </a:solidFill>
              </a:rPr>
              <a:t>❗Surveys should be understood only as one method of data collection.</a:t>
            </a:r>
          </a:p>
          <a:p>
            <a:pPr algn="just"/>
            <a:endParaRPr lang="en-GB" noProof="0"/>
          </a:p>
        </p:txBody>
      </p:sp>
      <p:sp>
        <p:nvSpPr>
          <p:cNvPr id="50" name="Right Brace 49">
            <a:extLst>
              <a:ext uri="{FF2B5EF4-FFF2-40B4-BE49-F238E27FC236}">
                <a16:creationId xmlns:a16="http://schemas.microsoft.com/office/drawing/2014/main" id="{7E4205C5-F398-6E42-C440-004645DC5647}"/>
              </a:ext>
            </a:extLst>
          </p:cNvPr>
          <p:cNvSpPr/>
          <p:nvPr/>
        </p:nvSpPr>
        <p:spPr>
          <a:xfrm rot="10800000" flipH="1">
            <a:off x="3238250" y="2016648"/>
            <a:ext cx="158377" cy="568261"/>
          </a:xfrm>
          <a:prstGeom prst="rightBrace">
            <a:avLst>
              <a:gd name="adj1" fmla="val 40394"/>
              <a:gd name="adj2" fmla="val 50000"/>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noProof="0"/>
          </a:p>
        </p:txBody>
      </p:sp>
      <p:sp>
        <p:nvSpPr>
          <p:cNvPr id="51" name="Slide Number Placeholder 5">
            <a:extLst>
              <a:ext uri="{FF2B5EF4-FFF2-40B4-BE49-F238E27FC236}">
                <a16:creationId xmlns:a16="http://schemas.microsoft.com/office/drawing/2014/main" id="{D3D130BF-04DC-EBEE-37BE-7D90E01907D6}"/>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5</a:t>
            </a:fld>
            <a:endParaRPr lang="en-GB" noProof="0"/>
          </a:p>
        </p:txBody>
      </p:sp>
      <p:sp>
        <p:nvSpPr>
          <p:cNvPr id="52" name="Date Placeholder 3">
            <a:extLst>
              <a:ext uri="{FF2B5EF4-FFF2-40B4-BE49-F238E27FC236}">
                <a16:creationId xmlns:a16="http://schemas.microsoft.com/office/drawing/2014/main" id="{48466949-1A2E-0A84-8227-9A46FF1B4746}"/>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algn="r"/>
            <a:fld id="{27AB8C26-330F-4C13-A9D7-A5B1D2394DAC}" type="datetime1">
              <a:rPr lang="en-GB" noProof="0" smtClean="0"/>
              <a:pPr algn="r"/>
              <a:t>25/03/2026</a:t>
            </a:fld>
            <a:endParaRPr lang="en-GB" noProof="0"/>
          </a:p>
        </p:txBody>
      </p:sp>
    </p:spTree>
    <p:extLst>
      <p:ext uri="{BB962C8B-B14F-4D97-AF65-F5344CB8AC3E}">
        <p14:creationId xmlns:p14="http://schemas.microsoft.com/office/powerpoint/2010/main" val="25121309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0"/>
                                        </p:tgtEl>
                                        <p:attrNameLst>
                                          <p:attrName>style.visibility</p:attrName>
                                        </p:attrNameLst>
                                      </p:cBhvr>
                                      <p:to>
                                        <p:strVal val="visible"/>
                                      </p:to>
                                    </p:set>
                                    <p:animEffect transition="in" filter="fade">
                                      <p:cBhvr>
                                        <p:cTn id="32" dur="500"/>
                                        <p:tgtEl>
                                          <p:spTgt spid="5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500"/>
                                        <p:tgtEl>
                                          <p:spTgt spid="41"/>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500"/>
                                        <p:tgtEl>
                                          <p:spTgt spid="4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47"/>
                                        </p:tgtEl>
                                        <p:attrNameLst>
                                          <p:attrName>style.visibility</p:attrName>
                                        </p:attrNameLst>
                                      </p:cBhvr>
                                      <p:to>
                                        <p:strVal val="visible"/>
                                      </p:to>
                                    </p:set>
                                    <p:animEffect transition="in" filter="fade">
                                      <p:cBhvr>
                                        <p:cTn id="55" dur="500"/>
                                        <p:tgtEl>
                                          <p:spTgt spid="4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9"/>
                                        </p:tgtEl>
                                        <p:attrNameLst>
                                          <p:attrName>style.visibility</p:attrName>
                                        </p:attrNameLst>
                                      </p:cBhvr>
                                      <p:to>
                                        <p:strVal val="visible"/>
                                      </p:to>
                                    </p:set>
                                    <p:animEffect transition="in" filter="fade">
                                      <p:cBhvr>
                                        <p:cTn id="58" dur="500"/>
                                        <p:tgtEl>
                                          <p:spTgt spid="4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500"/>
                                        <p:tgtEl>
                                          <p:spTgt spid="3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fade">
                                      <p:cBhvr>
                                        <p:cTn id="66" dur="500"/>
                                        <p:tgtEl>
                                          <p:spTgt spid="3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500"/>
                                        <p:tgtEl>
                                          <p:spTgt spid="36"/>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fade">
                                      <p:cBhvr>
                                        <p:cTn id="7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par>
              <p:cTn id="75"/>
            </p:par>
          </p:childTnLst>
        </p:cTn>
      </p:par>
    </p:tnLst>
    <p:bldLst>
      <p:bldP spid="15" grpId="0"/>
      <p:bldP spid="20" grpId="0"/>
      <p:bldP spid="27" grpId="0"/>
      <p:bldP spid="36" grpId="0"/>
      <p:bldP spid="37" grpId="0"/>
      <p:bldP spid="47" grpId="0" animBg="1"/>
      <p:bldP spid="49" grpId="0"/>
      <p:bldP spid="5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07A23-2B6B-79A8-A6A5-F82ABEFBAEE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87B57E1-AA01-89D6-08F0-B1097D72027A}"/>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83C1EF5C-F53D-9543-5CFD-0CF3988593C1}"/>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noProof="0">
                <a:solidFill>
                  <a:srgbClr val="FF0000"/>
                </a:solidFill>
                <a:latin typeface="Aptos SemiBold" panose="020F0502020204030204" pitchFamily="34" charset="0"/>
              </a:rPr>
              <a:t>Quantitative designs</a:t>
            </a:r>
          </a:p>
        </p:txBody>
      </p:sp>
      <p:sp>
        <p:nvSpPr>
          <p:cNvPr id="7" name="TextBox 6">
            <a:extLst>
              <a:ext uri="{FF2B5EF4-FFF2-40B4-BE49-F238E27FC236}">
                <a16:creationId xmlns:a16="http://schemas.microsoft.com/office/drawing/2014/main" id="{53C99B11-91CC-8B09-66A7-56E569F6DDBC}"/>
              </a:ext>
            </a:extLst>
          </p:cNvPr>
          <p:cNvSpPr txBox="1"/>
          <p:nvPr/>
        </p:nvSpPr>
        <p:spPr>
          <a:xfrm>
            <a:off x="891589" y="1909026"/>
            <a:ext cx="2673142" cy="502702"/>
          </a:xfrm>
          <a:prstGeom prst="rect">
            <a:avLst/>
          </a:prstGeom>
          <a:noFill/>
        </p:spPr>
        <p:txBody>
          <a:bodyPr wrap="square">
            <a:spAutoFit/>
          </a:bodyPr>
          <a:lstStyle/>
          <a:p>
            <a:pPr>
              <a:lnSpc>
                <a:spcPts val="1600"/>
              </a:lnSpc>
            </a:pPr>
            <a:r>
              <a:rPr lang="en-GB" sz="1400" b="1" noProof="0">
                <a:highlight>
                  <a:srgbClr val="FFC000"/>
                </a:highlight>
              </a:rPr>
              <a:t>A clear definition of the research question</a:t>
            </a:r>
            <a:endParaRPr lang="en-GB" sz="1400" b="1" noProof="0">
              <a:solidFill>
                <a:schemeClr val="accent5"/>
              </a:solidFill>
              <a:highlight>
                <a:srgbClr val="FFC000"/>
              </a:highlight>
              <a:latin typeface="Corbel" panose="020B0503020204020204" pitchFamily="34" charset="0"/>
            </a:endParaRPr>
          </a:p>
        </p:txBody>
      </p:sp>
      <p:sp>
        <p:nvSpPr>
          <p:cNvPr id="2" name="TextBox 1">
            <a:extLst>
              <a:ext uri="{FF2B5EF4-FFF2-40B4-BE49-F238E27FC236}">
                <a16:creationId xmlns:a16="http://schemas.microsoft.com/office/drawing/2014/main" id="{4EBA4146-52B5-0F02-6E0C-50F8B694C375}"/>
              </a:ext>
            </a:extLst>
          </p:cNvPr>
          <p:cNvSpPr txBox="1"/>
          <p:nvPr/>
        </p:nvSpPr>
        <p:spPr>
          <a:xfrm>
            <a:off x="891589" y="2480504"/>
            <a:ext cx="3616116" cy="1846659"/>
          </a:xfrm>
          <a:prstGeom prst="rect">
            <a:avLst/>
          </a:prstGeom>
          <a:noFill/>
        </p:spPr>
        <p:txBody>
          <a:bodyPr wrap="square">
            <a:spAutoFit/>
          </a:bodyPr>
          <a:lstStyle/>
          <a:p>
            <a:pPr lvl="0">
              <a:defRPr/>
            </a:pPr>
            <a:r>
              <a:rPr lang="en-GB" sz="1200" b="1" noProof="0"/>
              <a:t>A good survey must be adapted to the subject of the research.</a:t>
            </a:r>
          </a:p>
          <a:p>
            <a:pPr lvl="0">
              <a:defRPr/>
            </a:pPr>
            <a:endParaRPr lang="en-GB" sz="1200" b="1" noProof="0"/>
          </a:p>
          <a:p>
            <a:pPr marL="171450" lvl="0" indent="-171450">
              <a:buFont typeface="Arial" panose="020B0604020202020204" pitchFamily="34" charset="0"/>
              <a:buChar char="•"/>
              <a:defRPr/>
            </a:pPr>
            <a:r>
              <a:rPr lang="en-GB" sz="1100" noProof="0">
                <a:solidFill>
                  <a:schemeClr val="bg1">
                    <a:lumMod val="85000"/>
                  </a:schemeClr>
                </a:solidFill>
              </a:rPr>
              <a:t>When writing survey questions, we must always think about </a:t>
            </a:r>
            <a:r>
              <a:rPr lang="en-GB" sz="1100" b="1" noProof="0">
                <a:highlight>
                  <a:srgbClr val="FFC000"/>
                </a:highlight>
              </a:rPr>
              <a:t>how we are going to analyse them</a:t>
            </a:r>
            <a:endParaRPr lang="en-GB" sz="1100" b="1" noProof="0"/>
          </a:p>
          <a:p>
            <a:pPr marL="171450" lvl="0" indent="-171450">
              <a:buFont typeface="Arial" panose="020B0604020202020204" pitchFamily="34" charset="0"/>
              <a:buChar char="•"/>
              <a:defRPr/>
            </a:pPr>
            <a:endParaRPr lang="en-GB" sz="1100" b="1" noProof="0">
              <a:solidFill>
                <a:schemeClr val="bg1">
                  <a:lumMod val="85000"/>
                </a:schemeClr>
              </a:solidFill>
            </a:endParaRPr>
          </a:p>
          <a:p>
            <a:pPr marL="171450" lvl="0" indent="-171450">
              <a:buFont typeface="Arial" panose="020B0604020202020204" pitchFamily="34" charset="0"/>
              <a:buChar char="•"/>
              <a:defRPr/>
            </a:pPr>
            <a:r>
              <a:rPr lang="en-GB" sz="1100" noProof="0">
                <a:solidFill>
                  <a:schemeClr val="bg1">
                    <a:lumMod val="85000"/>
                  </a:schemeClr>
                </a:solidFill>
              </a:rPr>
              <a:t>This means that the design of the survey will </a:t>
            </a:r>
            <a:r>
              <a:rPr lang="en-GB" sz="1100" b="1" noProof="0">
                <a:highlight>
                  <a:srgbClr val="FFC000"/>
                </a:highlight>
              </a:rPr>
              <a:t>always depend on the objectives established for the research</a:t>
            </a:r>
            <a:endParaRPr lang="en-GB" sz="1100" noProof="0">
              <a:solidFill>
                <a:schemeClr val="bg1">
                  <a:lumMod val="85000"/>
                </a:schemeClr>
              </a:solidFill>
            </a:endParaRPr>
          </a:p>
          <a:p>
            <a:pPr lvl="0">
              <a:defRPr/>
            </a:pPr>
            <a:endParaRPr lang="en-GB" sz="1200" b="1" noProof="0"/>
          </a:p>
        </p:txBody>
      </p:sp>
      <p:cxnSp>
        <p:nvCxnSpPr>
          <p:cNvPr id="12" name="Straight Connector 11">
            <a:extLst>
              <a:ext uri="{FF2B5EF4-FFF2-40B4-BE49-F238E27FC236}">
                <a16:creationId xmlns:a16="http://schemas.microsoft.com/office/drawing/2014/main" id="{2B904BFE-4C2F-29BF-F5B0-7DB3DB5F32E1}"/>
              </a:ext>
            </a:extLst>
          </p:cNvPr>
          <p:cNvCxnSpPr>
            <a:cxnSpLocks/>
          </p:cNvCxnSpPr>
          <p:nvPr/>
        </p:nvCxnSpPr>
        <p:spPr>
          <a:xfrm>
            <a:off x="5735503" y="1989099"/>
            <a:ext cx="0" cy="2879802"/>
          </a:xfrm>
          <a:prstGeom prst="line">
            <a:avLst/>
          </a:prstGeom>
          <a:ln>
            <a:solidFill>
              <a:schemeClr val="bg1">
                <a:lumMod val="95000"/>
              </a:schemeClr>
            </a:solidFill>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E2843378-4980-8EE3-1F8A-92B2AFCA7D9F}"/>
              </a:ext>
            </a:extLst>
          </p:cNvPr>
          <p:cNvSpPr txBox="1"/>
          <p:nvPr/>
        </p:nvSpPr>
        <p:spPr>
          <a:xfrm>
            <a:off x="5958503" y="2411728"/>
            <a:ext cx="4007825" cy="307777"/>
          </a:xfrm>
          <a:prstGeom prst="rect">
            <a:avLst/>
          </a:prstGeom>
          <a:noFill/>
        </p:spPr>
        <p:txBody>
          <a:bodyPr wrap="square">
            <a:spAutoFit/>
          </a:bodyPr>
          <a:lstStyle>
            <a:defPPr>
              <a:defRPr lang="en-US"/>
            </a:defPPr>
            <a:lvl1pPr lvl="0">
              <a:defRPr sz="1400"/>
            </a:lvl1pPr>
          </a:lstStyle>
          <a:p>
            <a:r>
              <a:rPr lang="en-GB" b="1" noProof="0"/>
              <a:t>When designing questions, one must:</a:t>
            </a:r>
            <a:endParaRPr lang="en-GB" noProof="0"/>
          </a:p>
        </p:txBody>
      </p:sp>
      <p:sp>
        <p:nvSpPr>
          <p:cNvPr id="17" name="Título 1">
            <a:extLst>
              <a:ext uri="{FF2B5EF4-FFF2-40B4-BE49-F238E27FC236}">
                <a16:creationId xmlns:a16="http://schemas.microsoft.com/office/drawing/2014/main" id="{294F3FC2-2E2B-70A9-DE9E-AF21FA271278}"/>
              </a:ext>
            </a:extLst>
          </p:cNvPr>
          <p:cNvSpPr txBox="1">
            <a:spLocks/>
          </p:cNvSpPr>
          <p:nvPr/>
        </p:nvSpPr>
        <p:spPr>
          <a:xfrm>
            <a:off x="891589" y="1073129"/>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SemiBold" panose="020F0502020204030204" pitchFamily="34" charset="0"/>
              </a:rPr>
              <a:t>Surveys</a:t>
            </a:r>
          </a:p>
        </p:txBody>
      </p:sp>
      <p:grpSp>
        <p:nvGrpSpPr>
          <p:cNvPr id="13" name="Group 12">
            <a:extLst>
              <a:ext uri="{FF2B5EF4-FFF2-40B4-BE49-F238E27FC236}">
                <a16:creationId xmlns:a16="http://schemas.microsoft.com/office/drawing/2014/main" id="{F61D59DE-5D42-15E8-FFB4-837D6D624531}"/>
              </a:ext>
            </a:extLst>
          </p:cNvPr>
          <p:cNvGrpSpPr/>
          <p:nvPr/>
        </p:nvGrpSpPr>
        <p:grpSpPr>
          <a:xfrm>
            <a:off x="6081717" y="2949315"/>
            <a:ext cx="3956043" cy="430887"/>
            <a:chOff x="6663071" y="4746141"/>
            <a:chExt cx="3956043" cy="430887"/>
          </a:xfrm>
        </p:grpSpPr>
        <p:sp>
          <p:nvSpPr>
            <p:cNvPr id="14" name="TextBox 13">
              <a:extLst>
                <a:ext uri="{FF2B5EF4-FFF2-40B4-BE49-F238E27FC236}">
                  <a16:creationId xmlns:a16="http://schemas.microsoft.com/office/drawing/2014/main" id="{0F7AFDDA-91A9-4CB6-5A95-CDD047396DB8}"/>
                </a:ext>
              </a:extLst>
            </p:cNvPr>
            <p:cNvSpPr txBox="1"/>
            <p:nvPr/>
          </p:nvSpPr>
          <p:spPr>
            <a:xfrm>
              <a:off x="6819524" y="4746141"/>
              <a:ext cx="3799590" cy="430887"/>
            </a:xfrm>
            <a:prstGeom prst="rect">
              <a:avLst/>
            </a:prstGeom>
            <a:noFill/>
          </p:spPr>
          <p:txBody>
            <a:bodyPr wrap="square">
              <a:spAutoFit/>
            </a:bodyPr>
            <a:lstStyle>
              <a:defPPr>
                <a:defRPr lang="en-US"/>
              </a:defPPr>
              <a:lvl1pPr lvl="0">
                <a:defRPr sz="1100"/>
              </a:lvl1pPr>
            </a:lstStyle>
            <a:p>
              <a:r>
                <a:rPr lang="en-GB" noProof="0">
                  <a:solidFill>
                    <a:prstClr val="black"/>
                  </a:solidFill>
                </a:rPr>
                <a:t>Keep in mind the concept of ceteris paribus, or “all else held constant”.</a:t>
              </a:r>
              <a:endParaRPr lang="en-GB" noProof="0"/>
            </a:p>
          </p:txBody>
        </p:sp>
        <p:sp>
          <p:nvSpPr>
            <p:cNvPr id="15" name="Freeform: Shape 14">
              <a:extLst>
                <a:ext uri="{FF2B5EF4-FFF2-40B4-BE49-F238E27FC236}">
                  <a16:creationId xmlns:a16="http://schemas.microsoft.com/office/drawing/2014/main" id="{CBFBF7AF-6D7C-8FC7-88FC-335CCFEB7E6A}"/>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grpSp>
        <p:nvGrpSpPr>
          <p:cNvPr id="18" name="Group 17">
            <a:extLst>
              <a:ext uri="{FF2B5EF4-FFF2-40B4-BE49-F238E27FC236}">
                <a16:creationId xmlns:a16="http://schemas.microsoft.com/office/drawing/2014/main" id="{FF4A12C1-6111-FA44-D1E9-2F915EDCB63D}"/>
              </a:ext>
            </a:extLst>
          </p:cNvPr>
          <p:cNvGrpSpPr/>
          <p:nvPr/>
        </p:nvGrpSpPr>
        <p:grpSpPr>
          <a:xfrm>
            <a:off x="6081717" y="3432781"/>
            <a:ext cx="3956043" cy="430887"/>
            <a:chOff x="6663071" y="4746141"/>
            <a:chExt cx="3956043" cy="430887"/>
          </a:xfrm>
        </p:grpSpPr>
        <p:sp>
          <p:nvSpPr>
            <p:cNvPr id="19" name="TextBox 18">
              <a:extLst>
                <a:ext uri="{FF2B5EF4-FFF2-40B4-BE49-F238E27FC236}">
                  <a16:creationId xmlns:a16="http://schemas.microsoft.com/office/drawing/2014/main" id="{4C5284E4-19CF-05C6-9992-309D78973CC5}"/>
                </a:ext>
              </a:extLst>
            </p:cNvPr>
            <p:cNvSpPr txBox="1"/>
            <p:nvPr/>
          </p:nvSpPr>
          <p:spPr>
            <a:xfrm>
              <a:off x="6819524" y="4746141"/>
              <a:ext cx="3799590" cy="430887"/>
            </a:xfrm>
            <a:prstGeom prst="rect">
              <a:avLst/>
            </a:prstGeom>
            <a:noFill/>
          </p:spPr>
          <p:txBody>
            <a:bodyPr wrap="square">
              <a:spAutoFit/>
            </a:bodyPr>
            <a:lstStyle>
              <a:defPPr>
                <a:defRPr lang="en-US"/>
              </a:defPPr>
              <a:lvl1pPr lvl="0">
                <a:defRPr sz="1100"/>
              </a:lvl1pPr>
            </a:lstStyle>
            <a:p>
              <a:r>
                <a:rPr lang="en-GB" noProof="0">
                  <a:solidFill>
                    <a:prstClr val="black"/>
                  </a:solidFill>
                </a:rPr>
                <a:t>Consider the exercise as a way of creating controlled variation.</a:t>
              </a:r>
              <a:endParaRPr lang="en-GB" noProof="0"/>
            </a:p>
          </p:txBody>
        </p:sp>
        <p:sp>
          <p:nvSpPr>
            <p:cNvPr id="20" name="Freeform: Shape 19">
              <a:extLst>
                <a:ext uri="{FF2B5EF4-FFF2-40B4-BE49-F238E27FC236}">
                  <a16:creationId xmlns:a16="http://schemas.microsoft.com/office/drawing/2014/main" id="{896E70B9-9D8D-3048-CF0E-E806D820FC72}"/>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grpSp>
        <p:nvGrpSpPr>
          <p:cNvPr id="21" name="Group 20">
            <a:extLst>
              <a:ext uri="{FF2B5EF4-FFF2-40B4-BE49-F238E27FC236}">
                <a16:creationId xmlns:a16="http://schemas.microsoft.com/office/drawing/2014/main" id="{2BA0001B-7255-A6FC-16B5-51B031C6F450}"/>
              </a:ext>
            </a:extLst>
          </p:cNvPr>
          <p:cNvGrpSpPr/>
          <p:nvPr/>
        </p:nvGrpSpPr>
        <p:grpSpPr>
          <a:xfrm>
            <a:off x="6081717" y="3921924"/>
            <a:ext cx="3956043" cy="600164"/>
            <a:chOff x="6663071" y="4746141"/>
            <a:chExt cx="3956043" cy="600164"/>
          </a:xfrm>
        </p:grpSpPr>
        <p:sp>
          <p:nvSpPr>
            <p:cNvPr id="22" name="TextBox 21">
              <a:extLst>
                <a:ext uri="{FF2B5EF4-FFF2-40B4-BE49-F238E27FC236}">
                  <a16:creationId xmlns:a16="http://schemas.microsoft.com/office/drawing/2014/main" id="{A52C5DF1-B676-1DA7-26E8-8FF9886BB91B}"/>
                </a:ext>
              </a:extLst>
            </p:cNvPr>
            <p:cNvSpPr txBox="1"/>
            <p:nvPr/>
          </p:nvSpPr>
          <p:spPr>
            <a:xfrm>
              <a:off x="6819524" y="4746141"/>
              <a:ext cx="3799590" cy="600164"/>
            </a:xfrm>
            <a:prstGeom prst="rect">
              <a:avLst/>
            </a:prstGeom>
            <a:noFill/>
          </p:spPr>
          <p:txBody>
            <a:bodyPr wrap="square">
              <a:spAutoFit/>
            </a:bodyPr>
            <a:lstStyle>
              <a:defPPr>
                <a:defRPr lang="en-US"/>
              </a:defPPr>
              <a:lvl1pPr lvl="0">
                <a:defRPr sz="1100"/>
              </a:lvl1pPr>
            </a:lstStyle>
            <a:p>
              <a:r>
                <a:rPr lang="en-GB" noProof="0">
                  <a:solidFill>
                    <a:prstClr val="black"/>
                  </a:solidFill>
                </a:rPr>
                <a:t>Ensure that each question addresses only one aspect at a time, keeping everything else as constant as possible (and respondents should be made aware of this).</a:t>
              </a:r>
              <a:endParaRPr lang="en-GB" noProof="0"/>
            </a:p>
          </p:txBody>
        </p:sp>
        <p:sp>
          <p:nvSpPr>
            <p:cNvPr id="23" name="Freeform: Shape 22">
              <a:extLst>
                <a:ext uri="{FF2B5EF4-FFF2-40B4-BE49-F238E27FC236}">
                  <a16:creationId xmlns:a16="http://schemas.microsoft.com/office/drawing/2014/main" id="{DFD6AA91-F3A3-449B-47CF-4855E9EF71F2}"/>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sp>
        <p:nvSpPr>
          <p:cNvPr id="27" name="TextBox 26">
            <a:extLst>
              <a:ext uri="{FF2B5EF4-FFF2-40B4-BE49-F238E27FC236}">
                <a16:creationId xmlns:a16="http://schemas.microsoft.com/office/drawing/2014/main" id="{CE7143C4-7E2B-A07E-D47A-1870F3309DE4}"/>
              </a:ext>
            </a:extLst>
          </p:cNvPr>
          <p:cNvSpPr txBox="1"/>
          <p:nvPr/>
        </p:nvSpPr>
        <p:spPr>
          <a:xfrm>
            <a:off x="891589" y="4181220"/>
            <a:ext cx="452947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Aptos" panose="020B0004020202020204"/>
                <a:ea typeface="+mn-ea"/>
                <a:cs typeface="+mn-cs"/>
              </a:rPr>
              <a:t>In social, economic, and political research settings, </a:t>
            </a:r>
            <a:br>
              <a:rPr kumimoji="0" lang="en-GB" sz="1200" b="0" i="0" u="none" strike="noStrike" kern="1200" cap="none" spc="0" normalizeH="0" baseline="0" noProof="0">
                <a:ln>
                  <a:noFill/>
                </a:ln>
                <a:solidFill>
                  <a:prstClr val="black"/>
                </a:solidFill>
                <a:effectLst/>
                <a:uLnTx/>
                <a:uFillTx/>
                <a:latin typeface="Aptos" panose="020B0004020202020204"/>
                <a:ea typeface="+mn-ea"/>
                <a:cs typeface="+mn-cs"/>
              </a:rPr>
            </a:br>
            <a:r>
              <a:rPr kumimoji="0" lang="en-GB" sz="12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the objective is not to document or collect statistics</a:t>
            </a:r>
            <a:r>
              <a:rPr kumimoji="0" lang="en-GB" sz="1200" b="0" i="0" u="none" strike="noStrike" kern="1200" cap="none" spc="0" normalizeH="0" baseline="0" noProof="0">
                <a:ln>
                  <a:noFill/>
                </a:ln>
                <a:solidFill>
                  <a:prstClr val="black"/>
                </a:solidFill>
                <a:effectLst/>
                <a:uLnTx/>
                <a:uFillTx/>
                <a:latin typeface="Aptos" panose="020B0004020202020204"/>
                <a:ea typeface="+mn-ea"/>
                <a:cs typeface="+mn-cs"/>
              </a:rPr>
              <a:t> (as is the case with administrative records or household surveys).</a:t>
            </a:r>
          </a:p>
        </p:txBody>
      </p:sp>
      <p:sp>
        <p:nvSpPr>
          <p:cNvPr id="28" name="Slide Number Placeholder 5">
            <a:extLst>
              <a:ext uri="{FF2B5EF4-FFF2-40B4-BE49-F238E27FC236}">
                <a16:creationId xmlns:a16="http://schemas.microsoft.com/office/drawing/2014/main" id="{C737DD10-EA1E-DF42-DE33-C8A80B0DFBC9}"/>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6</a:t>
            </a:fld>
            <a:endParaRPr lang="en-GB" noProof="0"/>
          </a:p>
        </p:txBody>
      </p:sp>
      <p:sp>
        <p:nvSpPr>
          <p:cNvPr id="29" name="Date Placeholder 3">
            <a:extLst>
              <a:ext uri="{FF2B5EF4-FFF2-40B4-BE49-F238E27FC236}">
                <a16:creationId xmlns:a16="http://schemas.microsoft.com/office/drawing/2014/main" id="{E8A3EA0F-5579-770D-B08E-9E7A00D6A9B0}"/>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Tree>
    <p:extLst>
      <p:ext uri="{BB962C8B-B14F-4D97-AF65-F5344CB8AC3E}">
        <p14:creationId xmlns:p14="http://schemas.microsoft.com/office/powerpoint/2010/main" val="31126149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fade">
                                      <p:cBhvr>
                                        <p:cTn id="12" dur="500"/>
                                        <p:tgtEl>
                                          <p:spTgt spid="2">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fade">
                                      <p:cBhvr>
                                        <p:cTn id="18" dur="500"/>
                                        <p:tgtEl>
                                          <p:spTgt spid="2">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build="allAtOnce"/>
      <p:bldP spid="16" grpId="0"/>
      <p:bldP spid="27"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0BEA3BD1-6BAA-028F-91C1-49882FAF0933}"/>
            </a:ext>
          </a:extLst>
        </p:cNvPr>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DD6E5E9F-6974-54EB-0FA7-E55E0B2EE78A}"/>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 name="Slide Number Placeholder 5">
            <a:extLst>
              <a:ext uri="{FF2B5EF4-FFF2-40B4-BE49-F238E27FC236}">
                <a16:creationId xmlns:a16="http://schemas.microsoft.com/office/drawing/2014/main" id="{8BA709C7-17E1-142E-C939-0503D4D323F3}"/>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47103475-08A4-7803-246E-E4B7663B7B51}"/>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 name="Título 1">
            <a:extLst>
              <a:ext uri="{FF2B5EF4-FFF2-40B4-BE49-F238E27FC236}">
                <a16:creationId xmlns:a16="http://schemas.microsoft.com/office/drawing/2014/main" id="{D19AB798-2E42-A584-9C04-D6597C7DB2D8}"/>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Quantitative designs</a:t>
            </a:r>
          </a:p>
        </p:txBody>
      </p:sp>
      <p:sp>
        <p:nvSpPr>
          <p:cNvPr id="3" name="Título 1">
            <a:extLst>
              <a:ext uri="{FF2B5EF4-FFF2-40B4-BE49-F238E27FC236}">
                <a16:creationId xmlns:a16="http://schemas.microsoft.com/office/drawing/2014/main" id="{886535BA-D6FF-4414-AA26-6D14C023F72C}"/>
              </a:ext>
            </a:extLst>
          </p:cNvPr>
          <p:cNvSpPr txBox="1">
            <a:spLocks/>
          </p:cNvSpPr>
          <p:nvPr/>
        </p:nvSpPr>
        <p:spPr>
          <a:xfrm>
            <a:off x="891589" y="1073129"/>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24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Surveys</a:t>
            </a:r>
          </a:p>
        </p:txBody>
      </p:sp>
      <p:sp>
        <p:nvSpPr>
          <p:cNvPr id="5" name="Oval 4">
            <a:extLst>
              <a:ext uri="{FF2B5EF4-FFF2-40B4-BE49-F238E27FC236}">
                <a16:creationId xmlns:a16="http://schemas.microsoft.com/office/drawing/2014/main" id="{7074DD5E-E178-42A4-36A5-200489E27898}"/>
              </a:ext>
            </a:extLst>
          </p:cNvPr>
          <p:cNvSpPr/>
          <p:nvPr/>
        </p:nvSpPr>
        <p:spPr>
          <a:xfrm>
            <a:off x="3882089" y="2980515"/>
            <a:ext cx="475354" cy="475354"/>
          </a:xfrm>
          <a:prstGeom prst="ellipse">
            <a:avLst/>
          </a:prstGeom>
          <a:solidFill>
            <a:srgbClr val="FF000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noProof="0">
                <a:solidFill>
                  <a:srgbClr val="F55245"/>
                </a:solidFill>
                <a:latin typeface="Aptos Black" panose="020B0004020202020204" pitchFamily="34" charset="0"/>
              </a:rPr>
              <a:t>1</a:t>
            </a:r>
          </a:p>
        </p:txBody>
      </p:sp>
      <p:sp>
        <p:nvSpPr>
          <p:cNvPr id="8" name="TextBox 7">
            <a:extLst>
              <a:ext uri="{FF2B5EF4-FFF2-40B4-BE49-F238E27FC236}">
                <a16:creationId xmlns:a16="http://schemas.microsoft.com/office/drawing/2014/main" id="{21587636-D692-4F76-81D1-33F2E5571FC5}"/>
              </a:ext>
            </a:extLst>
          </p:cNvPr>
          <p:cNvSpPr txBox="1"/>
          <p:nvPr/>
        </p:nvSpPr>
        <p:spPr>
          <a:xfrm>
            <a:off x="3204842" y="3530313"/>
            <a:ext cx="1829849" cy="584775"/>
          </a:xfrm>
          <a:prstGeom prst="rect">
            <a:avLst/>
          </a:prstGeom>
          <a:noFill/>
        </p:spPr>
        <p:txBody>
          <a:bodyPr wrap="square">
            <a:spAutoFit/>
          </a:bodyPr>
          <a:lstStyle>
            <a:defPPr>
              <a:defRPr lang="en-US"/>
            </a:defPPr>
            <a:lvl1pPr marR="0" lvl="0" indent="0" algn="ctr" fontAlgn="auto">
              <a:lnSpc>
                <a:spcPct val="100000"/>
              </a:lnSpc>
              <a:spcBef>
                <a:spcPts val="600"/>
              </a:spcBef>
              <a:spcAft>
                <a:spcPts val="600"/>
              </a:spcAft>
              <a:buClrTx/>
              <a:buSzTx/>
              <a:buFontTx/>
              <a:buNone/>
              <a:tabLst/>
              <a:defRPr kumimoji="0" sz="1600" b="0" i="0" u="none" strike="noStrike" cap="none" spc="0" normalizeH="0" baseline="0">
                <a:ln>
                  <a:noFill/>
                </a:ln>
                <a:solidFill>
                  <a:srgbClr val="F55245"/>
                </a:solidFill>
                <a:effectLst/>
                <a:uLnTx/>
                <a:uFillTx/>
                <a:latin typeface="Aptos" panose="020B0004020202020204"/>
              </a:defRPr>
            </a:lvl1pPr>
          </a:lstStyle>
          <a:p>
            <a:r>
              <a:rPr lang="en-GB" noProof="0"/>
              <a:t>Purpose of the Instrument</a:t>
            </a:r>
          </a:p>
        </p:txBody>
      </p:sp>
      <p:sp>
        <p:nvSpPr>
          <p:cNvPr id="20" name="Oval 19">
            <a:extLst>
              <a:ext uri="{FF2B5EF4-FFF2-40B4-BE49-F238E27FC236}">
                <a16:creationId xmlns:a16="http://schemas.microsoft.com/office/drawing/2014/main" id="{F25F5190-FD8B-0D50-AA02-005A7FD819BD}"/>
              </a:ext>
            </a:extLst>
          </p:cNvPr>
          <p:cNvSpPr/>
          <p:nvPr/>
        </p:nvSpPr>
        <p:spPr>
          <a:xfrm>
            <a:off x="5735004" y="2989246"/>
            <a:ext cx="475354" cy="475354"/>
          </a:xfrm>
          <a:prstGeom prst="ellipse">
            <a:avLst/>
          </a:prstGeom>
          <a:solidFill>
            <a:srgbClr val="FFFF0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noProof="0">
                <a:solidFill>
                  <a:prstClr val="black"/>
                </a:solidFill>
                <a:latin typeface="Aptos Black" panose="020B0004020202020204" pitchFamily="34" charset="0"/>
              </a:rPr>
              <a:t>2</a:t>
            </a:r>
          </a:p>
        </p:txBody>
      </p:sp>
      <p:sp>
        <p:nvSpPr>
          <p:cNvPr id="21" name="TextBox 20">
            <a:extLst>
              <a:ext uri="{FF2B5EF4-FFF2-40B4-BE49-F238E27FC236}">
                <a16:creationId xmlns:a16="http://schemas.microsoft.com/office/drawing/2014/main" id="{B07FBF7E-1660-4DE0-2937-DF87528A7B73}"/>
              </a:ext>
            </a:extLst>
          </p:cNvPr>
          <p:cNvSpPr txBox="1"/>
          <p:nvPr/>
        </p:nvSpPr>
        <p:spPr>
          <a:xfrm>
            <a:off x="5424167" y="3529353"/>
            <a:ext cx="1125923"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GB" sz="1600" b="1" i="0" u="none" strike="noStrike" kern="1200" cap="none" spc="0" normalizeH="0" baseline="0" noProof="0">
                <a:ln>
                  <a:noFill/>
                </a:ln>
                <a:solidFill>
                  <a:srgbClr val="FFFF00"/>
                </a:solidFill>
                <a:effectLst/>
                <a:uLnTx/>
                <a:uFillTx/>
                <a:latin typeface="Aptos" panose="020B0004020202020204"/>
                <a:ea typeface="+mn-ea"/>
                <a:cs typeface="+mn-cs"/>
              </a:rPr>
              <a:t>Sampling </a:t>
            </a:r>
            <a:br>
              <a:rPr kumimoji="0" lang="en-GB" sz="1600" b="1" i="0" u="none" strike="noStrike" kern="1200" cap="none" spc="0" normalizeH="0" baseline="0" noProof="0">
                <a:ln>
                  <a:noFill/>
                </a:ln>
                <a:solidFill>
                  <a:srgbClr val="FFFF00"/>
                </a:solidFill>
                <a:effectLst/>
                <a:uLnTx/>
                <a:uFillTx/>
                <a:latin typeface="Aptos" panose="020B0004020202020204"/>
                <a:ea typeface="+mn-ea"/>
                <a:cs typeface="+mn-cs"/>
              </a:rPr>
            </a:br>
            <a:r>
              <a:rPr kumimoji="0" lang="en-GB" sz="1600" b="1" i="0" u="none" strike="noStrike" kern="1200" cap="none" spc="0" normalizeH="0" baseline="0" noProof="0">
                <a:ln>
                  <a:noFill/>
                </a:ln>
                <a:solidFill>
                  <a:srgbClr val="FFFF00"/>
                </a:solidFill>
                <a:effectLst/>
                <a:uLnTx/>
                <a:uFillTx/>
                <a:latin typeface="Aptos" panose="020B0004020202020204"/>
                <a:ea typeface="+mn-ea"/>
                <a:cs typeface="+mn-cs"/>
              </a:rPr>
              <a:t>Process</a:t>
            </a:r>
          </a:p>
        </p:txBody>
      </p:sp>
      <p:sp>
        <p:nvSpPr>
          <p:cNvPr id="22" name="Oval 21">
            <a:extLst>
              <a:ext uri="{FF2B5EF4-FFF2-40B4-BE49-F238E27FC236}">
                <a16:creationId xmlns:a16="http://schemas.microsoft.com/office/drawing/2014/main" id="{A679A829-A49F-43CB-5E37-026C34FB938E}"/>
              </a:ext>
            </a:extLst>
          </p:cNvPr>
          <p:cNvSpPr/>
          <p:nvPr/>
        </p:nvSpPr>
        <p:spPr>
          <a:xfrm>
            <a:off x="8138075" y="2980515"/>
            <a:ext cx="475354" cy="475354"/>
          </a:xfrm>
          <a:prstGeom prst="ellipse">
            <a:avLst/>
          </a:prstGeom>
          <a:solidFill>
            <a:srgbClr val="FF000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a:ln>
                  <a:noFill/>
                </a:ln>
                <a:solidFill>
                  <a:srgbClr val="F55245"/>
                </a:solidFill>
                <a:effectLst/>
                <a:uLnTx/>
                <a:uFillTx/>
                <a:latin typeface="Aptos Black" panose="020B0004020202020204" pitchFamily="34" charset="0"/>
                <a:ea typeface="+mn-ea"/>
                <a:cs typeface="+mn-cs"/>
              </a:rPr>
              <a:t>3</a:t>
            </a:r>
          </a:p>
        </p:txBody>
      </p:sp>
      <p:sp>
        <p:nvSpPr>
          <p:cNvPr id="23" name="TextBox 22">
            <a:extLst>
              <a:ext uri="{FF2B5EF4-FFF2-40B4-BE49-F238E27FC236}">
                <a16:creationId xmlns:a16="http://schemas.microsoft.com/office/drawing/2014/main" id="{A64F0B8C-F406-4F7E-682F-32868832C699}"/>
              </a:ext>
            </a:extLst>
          </p:cNvPr>
          <p:cNvSpPr txBox="1"/>
          <p:nvPr/>
        </p:nvSpPr>
        <p:spPr>
          <a:xfrm>
            <a:off x="7643492" y="3529351"/>
            <a:ext cx="1519557"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GB" sz="1600" b="0" i="0" u="none" strike="noStrike" kern="1200" cap="none" spc="0" normalizeH="0" baseline="0" noProof="0">
                <a:ln>
                  <a:noFill/>
                </a:ln>
                <a:solidFill>
                  <a:srgbClr val="F55245"/>
                </a:solidFill>
                <a:effectLst/>
                <a:uLnTx/>
                <a:uFillTx/>
                <a:latin typeface="Aptos" panose="020B0004020202020204"/>
                <a:ea typeface="+mn-ea"/>
                <a:cs typeface="+mn-cs"/>
              </a:rPr>
              <a:t>Instrument Development</a:t>
            </a:r>
          </a:p>
        </p:txBody>
      </p:sp>
    </p:spTree>
    <p:extLst>
      <p:ext uri="{BB962C8B-B14F-4D97-AF65-F5344CB8AC3E}">
        <p14:creationId xmlns:p14="http://schemas.microsoft.com/office/powerpoint/2010/main" val="31816539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2DF61-2234-AFF4-09DB-56DFAE4EAF83}"/>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66B887C0-C418-BE5D-2A74-6270A864358F}"/>
              </a:ext>
            </a:extLst>
          </p:cNvPr>
          <p:cNvSpPr txBox="1"/>
          <p:nvPr/>
        </p:nvSpPr>
        <p:spPr>
          <a:xfrm>
            <a:off x="900830" y="2023836"/>
            <a:ext cx="2890873" cy="830997"/>
          </a:xfrm>
          <a:prstGeom prst="rect">
            <a:avLst/>
          </a:prstGeom>
          <a:noFill/>
        </p:spPr>
        <p:txBody>
          <a:bodyPr wrap="square">
            <a:spAutoFit/>
          </a:bodyPr>
          <a:lstStyle/>
          <a:p>
            <a:pPr lvl="0">
              <a:defRPr/>
            </a:pPr>
            <a:r>
              <a:rPr lang="en-GB" sz="1600" b="1" noProof="0">
                <a:solidFill>
                  <a:schemeClr val="bg1"/>
                </a:solidFill>
                <a:highlight>
                  <a:srgbClr val="000000"/>
                </a:highlight>
              </a:rPr>
              <a:t>What type of sample is needed to answer the research question?</a:t>
            </a:r>
          </a:p>
        </p:txBody>
      </p:sp>
      <p:sp>
        <p:nvSpPr>
          <p:cNvPr id="4" name="Date Placeholder 3">
            <a:extLst>
              <a:ext uri="{FF2B5EF4-FFF2-40B4-BE49-F238E27FC236}">
                <a16:creationId xmlns:a16="http://schemas.microsoft.com/office/drawing/2014/main" id="{1EC1F068-9783-E959-EDE4-5AECCAEFEA13}"/>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6C1080E2-7800-74F0-773A-B53FC7ACE11E}"/>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noProof="0">
                <a:solidFill>
                  <a:srgbClr val="FF0000"/>
                </a:solidFill>
                <a:latin typeface="Aptos SemiBold" panose="020F0502020204030204" pitchFamily="34" charset="0"/>
              </a:rPr>
              <a:t>Quantitative designs</a:t>
            </a:r>
          </a:p>
        </p:txBody>
      </p:sp>
      <p:sp>
        <p:nvSpPr>
          <p:cNvPr id="7" name="TextBox 6">
            <a:extLst>
              <a:ext uri="{FF2B5EF4-FFF2-40B4-BE49-F238E27FC236}">
                <a16:creationId xmlns:a16="http://schemas.microsoft.com/office/drawing/2014/main" id="{4927C138-0D64-54AF-A78C-74C006F14010}"/>
              </a:ext>
            </a:extLst>
          </p:cNvPr>
          <p:cNvSpPr txBox="1"/>
          <p:nvPr/>
        </p:nvSpPr>
        <p:spPr>
          <a:xfrm>
            <a:off x="894003" y="1548483"/>
            <a:ext cx="4130092" cy="309444"/>
          </a:xfrm>
          <a:prstGeom prst="rect">
            <a:avLst/>
          </a:prstGeom>
          <a:noFill/>
        </p:spPr>
        <p:txBody>
          <a:bodyPr wrap="square">
            <a:spAutoFit/>
          </a:bodyPr>
          <a:lstStyle/>
          <a:p>
            <a:pPr>
              <a:lnSpc>
                <a:spcPts val="1600"/>
              </a:lnSpc>
            </a:pPr>
            <a:r>
              <a:rPr lang="en-GB" b="1" noProof="0"/>
              <a:t>Sampling</a:t>
            </a:r>
            <a:endParaRPr lang="en-GB" b="1" noProof="0">
              <a:solidFill>
                <a:schemeClr val="accent5"/>
              </a:solidFill>
              <a:latin typeface="Corbel" panose="020B0503020204020204" pitchFamily="34" charset="0"/>
            </a:endParaRPr>
          </a:p>
        </p:txBody>
      </p:sp>
      <p:sp>
        <p:nvSpPr>
          <p:cNvPr id="17" name="Título 1">
            <a:extLst>
              <a:ext uri="{FF2B5EF4-FFF2-40B4-BE49-F238E27FC236}">
                <a16:creationId xmlns:a16="http://schemas.microsoft.com/office/drawing/2014/main" id="{9D8DADB5-BC67-3491-DB26-CADBB200F946}"/>
              </a:ext>
            </a:extLst>
          </p:cNvPr>
          <p:cNvSpPr txBox="1">
            <a:spLocks/>
          </p:cNvSpPr>
          <p:nvPr/>
        </p:nvSpPr>
        <p:spPr>
          <a:xfrm>
            <a:off x="891589" y="1073129"/>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SemiBold" panose="020F0502020204030204" pitchFamily="34" charset="0"/>
              </a:rPr>
              <a:t>Surveys</a:t>
            </a:r>
          </a:p>
        </p:txBody>
      </p:sp>
      <p:grpSp>
        <p:nvGrpSpPr>
          <p:cNvPr id="6" name="Group 5">
            <a:extLst>
              <a:ext uri="{FF2B5EF4-FFF2-40B4-BE49-F238E27FC236}">
                <a16:creationId xmlns:a16="http://schemas.microsoft.com/office/drawing/2014/main" id="{8EF0FFBB-1818-EACE-9DEB-33118BD75CE0}"/>
              </a:ext>
            </a:extLst>
          </p:cNvPr>
          <p:cNvGrpSpPr/>
          <p:nvPr/>
        </p:nvGrpSpPr>
        <p:grpSpPr>
          <a:xfrm>
            <a:off x="1050673" y="3110337"/>
            <a:ext cx="2148727" cy="338554"/>
            <a:chOff x="1048259" y="2953667"/>
            <a:chExt cx="2148727" cy="338554"/>
          </a:xfrm>
        </p:grpSpPr>
        <p:sp>
          <p:nvSpPr>
            <p:cNvPr id="16" name="TextBox 15">
              <a:extLst>
                <a:ext uri="{FF2B5EF4-FFF2-40B4-BE49-F238E27FC236}">
                  <a16:creationId xmlns:a16="http://schemas.microsoft.com/office/drawing/2014/main" id="{108CA509-1ACE-6EC4-CF06-120BE1CE9DF4}"/>
                </a:ext>
              </a:extLst>
            </p:cNvPr>
            <p:cNvSpPr txBox="1"/>
            <p:nvPr/>
          </p:nvSpPr>
          <p:spPr>
            <a:xfrm>
              <a:off x="1416545" y="2953667"/>
              <a:ext cx="1780441" cy="338554"/>
            </a:xfrm>
            <a:prstGeom prst="rect">
              <a:avLst/>
            </a:prstGeom>
            <a:solidFill>
              <a:srgbClr val="FFC000"/>
            </a:solidFill>
          </p:spPr>
          <p:txBody>
            <a:bodyPr wrap="square">
              <a:spAutoFit/>
            </a:bodyPr>
            <a:lstStyle>
              <a:defPPr>
                <a:defRPr lang="en-US"/>
              </a:defPPr>
              <a:lvl1pPr lvl="0">
                <a:defRPr sz="1400"/>
              </a:lvl1pPr>
            </a:lstStyle>
            <a:p>
              <a:r>
                <a:rPr lang="en-GB" sz="1600" b="1" noProof="0"/>
                <a:t>Sampling Range</a:t>
              </a:r>
              <a:endParaRPr lang="en-GB" noProof="0"/>
            </a:p>
          </p:txBody>
        </p:sp>
        <p:sp>
          <p:nvSpPr>
            <p:cNvPr id="3" name="Oval 2">
              <a:extLst>
                <a:ext uri="{FF2B5EF4-FFF2-40B4-BE49-F238E27FC236}">
                  <a16:creationId xmlns:a16="http://schemas.microsoft.com/office/drawing/2014/main" id="{A63283AF-CA42-6DE2-8EDB-3B7208A5DA6D}"/>
                </a:ext>
              </a:extLst>
            </p:cNvPr>
            <p:cNvSpPr/>
            <p:nvPr/>
          </p:nvSpPr>
          <p:spPr>
            <a:xfrm>
              <a:off x="1048259" y="2971881"/>
              <a:ext cx="300449" cy="30044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400" noProof="0">
                  <a:latin typeface="Aptos Black" panose="020B0004020202020204" pitchFamily="34" charset="0"/>
                </a:rPr>
                <a:t>🗝️</a:t>
              </a:r>
            </a:p>
          </p:txBody>
        </p:sp>
      </p:grpSp>
      <p:sp>
        <p:nvSpPr>
          <p:cNvPr id="8" name="TextBox 7">
            <a:extLst>
              <a:ext uri="{FF2B5EF4-FFF2-40B4-BE49-F238E27FC236}">
                <a16:creationId xmlns:a16="http://schemas.microsoft.com/office/drawing/2014/main" id="{438A2489-CCBF-1736-6E5E-C7065B6C1139}"/>
              </a:ext>
            </a:extLst>
          </p:cNvPr>
          <p:cNvSpPr txBox="1"/>
          <p:nvPr/>
        </p:nvSpPr>
        <p:spPr>
          <a:xfrm>
            <a:off x="961964" y="3528372"/>
            <a:ext cx="2890873" cy="830997"/>
          </a:xfrm>
          <a:prstGeom prst="rect">
            <a:avLst/>
          </a:prstGeom>
          <a:noFill/>
        </p:spPr>
        <p:txBody>
          <a:bodyPr wrap="square">
            <a:spAutoFit/>
          </a:bodyPr>
          <a:lstStyle>
            <a:defPPr>
              <a:defRPr lang="en-US"/>
            </a:defPPr>
            <a:lvl1pPr lvl="0">
              <a:defRPr sz="1400"/>
            </a:lvl1pPr>
          </a:lstStyle>
          <a:p>
            <a:r>
              <a:rPr lang="en-GB" sz="1200" noProof="0"/>
              <a:t>The sample must be intentionally diverse in terms of variables that are conceptually relevant to the research question.</a:t>
            </a:r>
          </a:p>
        </p:txBody>
      </p:sp>
      <p:sp>
        <p:nvSpPr>
          <p:cNvPr id="22" name="Freeform: Shape 21">
            <a:extLst>
              <a:ext uri="{FF2B5EF4-FFF2-40B4-BE49-F238E27FC236}">
                <a16:creationId xmlns:a16="http://schemas.microsoft.com/office/drawing/2014/main" id="{C9E1108C-1A1E-0993-8BA3-7D16F0612033}"/>
              </a:ext>
            </a:extLst>
          </p:cNvPr>
          <p:cNvSpPr/>
          <p:nvPr/>
        </p:nvSpPr>
        <p:spPr>
          <a:xfrm rot="19162608">
            <a:off x="6909677" y="1702342"/>
            <a:ext cx="1925112" cy="1463992"/>
          </a:xfrm>
          <a:custGeom>
            <a:avLst/>
            <a:gdLst>
              <a:gd name="connsiteX0" fmla="*/ 1708135 w 2618486"/>
              <a:gd name="connsiteY0" fmla="*/ 0 h 1991283"/>
              <a:gd name="connsiteX1" fmla="*/ 1873684 w 2618486"/>
              <a:gd name="connsiteY1" fmla="*/ 157178 h 1991283"/>
              <a:gd name="connsiteX2" fmla="*/ 2613694 w 2618486"/>
              <a:gd name="connsiteY2" fmla="*/ 1824229 h 1991283"/>
              <a:gd name="connsiteX3" fmla="*/ 2618486 w 2618486"/>
              <a:gd name="connsiteY3" fmla="*/ 1991283 h 1991283"/>
              <a:gd name="connsiteX4" fmla="*/ 0 w 2618486"/>
              <a:gd name="connsiteY4" fmla="*/ 1991283 h 1991283"/>
              <a:gd name="connsiteX5" fmla="*/ 1708135 w 2618486"/>
              <a:gd name="connsiteY5" fmla="*/ 0 h 1991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8486" h="1991283">
                <a:moveTo>
                  <a:pt x="1708135" y="0"/>
                </a:moveTo>
                <a:lnTo>
                  <a:pt x="1873684" y="157178"/>
                </a:lnTo>
                <a:cubicBezTo>
                  <a:pt x="2317674" y="623771"/>
                  <a:pt x="2567159" y="1216233"/>
                  <a:pt x="2613694" y="1824229"/>
                </a:cubicBezTo>
                <a:lnTo>
                  <a:pt x="2618486" y="1991283"/>
                </a:lnTo>
                <a:lnTo>
                  <a:pt x="0" y="1991283"/>
                </a:lnTo>
                <a:lnTo>
                  <a:pt x="1708135" y="0"/>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ts val="900"/>
              </a:lnSpc>
            </a:pPr>
            <a:endParaRPr lang="en-GB" sz="1400" noProof="0"/>
          </a:p>
        </p:txBody>
      </p:sp>
      <p:sp>
        <p:nvSpPr>
          <p:cNvPr id="35" name="Freeform: Shape 34">
            <a:extLst>
              <a:ext uri="{FF2B5EF4-FFF2-40B4-BE49-F238E27FC236}">
                <a16:creationId xmlns:a16="http://schemas.microsoft.com/office/drawing/2014/main" id="{6E72AD32-8579-DE01-F989-A4CB44613FE2}"/>
              </a:ext>
            </a:extLst>
          </p:cNvPr>
          <p:cNvSpPr/>
          <p:nvPr/>
        </p:nvSpPr>
        <p:spPr>
          <a:xfrm rot="19162608">
            <a:off x="6507013" y="1611894"/>
            <a:ext cx="1552088" cy="1927087"/>
          </a:xfrm>
          <a:custGeom>
            <a:avLst/>
            <a:gdLst>
              <a:gd name="connsiteX0" fmla="*/ 2111108 w 2111108"/>
              <a:gd name="connsiteY0" fmla="*/ 625378 h 2621172"/>
              <a:gd name="connsiteX1" fmla="*/ 399104 w 2111108"/>
              <a:gd name="connsiteY1" fmla="*/ 2621172 h 2621172"/>
              <a:gd name="connsiteX2" fmla="*/ 0 w 2111108"/>
              <a:gd name="connsiteY2" fmla="*/ 29235 h 2621172"/>
              <a:gd name="connsiteX3" fmla="*/ 170318 w 2111108"/>
              <a:gd name="connsiteY3" fmla="*/ 7989 h 2621172"/>
              <a:gd name="connsiteX4" fmla="*/ 1930570 w 2111108"/>
              <a:gd name="connsiteY4" fmla="*/ 485678 h 2621172"/>
              <a:gd name="connsiteX5" fmla="*/ 2111108 w 2111108"/>
              <a:gd name="connsiteY5" fmla="*/ 625378 h 2621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1108" h="2621172">
                <a:moveTo>
                  <a:pt x="2111108" y="625378"/>
                </a:moveTo>
                <a:lnTo>
                  <a:pt x="399104" y="2621172"/>
                </a:lnTo>
                <a:lnTo>
                  <a:pt x="0" y="29235"/>
                </a:lnTo>
                <a:lnTo>
                  <a:pt x="170318" y="7989"/>
                </a:lnTo>
                <a:cubicBezTo>
                  <a:pt x="778313" y="-38546"/>
                  <a:pt x="1401842" y="117869"/>
                  <a:pt x="1930570" y="485678"/>
                </a:cubicBezTo>
                <a:lnTo>
                  <a:pt x="2111108" y="625378"/>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ts val="900"/>
              </a:lnSpc>
            </a:pPr>
            <a:endParaRPr lang="en-GB" sz="1400" noProof="0"/>
          </a:p>
        </p:txBody>
      </p:sp>
      <p:sp>
        <p:nvSpPr>
          <p:cNvPr id="34" name="Freeform: Shape 33">
            <a:extLst>
              <a:ext uri="{FF2B5EF4-FFF2-40B4-BE49-F238E27FC236}">
                <a16:creationId xmlns:a16="http://schemas.microsoft.com/office/drawing/2014/main" id="{AA44D5E0-3555-A31E-5690-ECBAFC1E2F63}"/>
              </a:ext>
            </a:extLst>
          </p:cNvPr>
          <p:cNvSpPr/>
          <p:nvPr/>
        </p:nvSpPr>
        <p:spPr>
          <a:xfrm rot="19162608">
            <a:off x="7864547" y="2886432"/>
            <a:ext cx="1892862" cy="1229904"/>
          </a:xfrm>
          <a:custGeom>
            <a:avLst/>
            <a:gdLst>
              <a:gd name="connsiteX0" fmla="*/ 2574620 w 2574620"/>
              <a:gd name="connsiteY0" fmla="*/ 0 h 1672883"/>
              <a:gd name="connsiteX1" fmla="*/ 2557564 w 2574620"/>
              <a:gd name="connsiteY1" fmla="*/ 254462 h 1672883"/>
              <a:gd name="connsiteX2" fmla="*/ 2089887 w 2574620"/>
              <a:gd name="connsiteY2" fmla="*/ 1492344 h 1672883"/>
              <a:gd name="connsiteX3" fmla="*/ 1950188 w 2574620"/>
              <a:gd name="connsiteY3" fmla="*/ 1672883 h 1672883"/>
              <a:gd name="connsiteX4" fmla="*/ 0 w 2574620"/>
              <a:gd name="connsiteY4" fmla="*/ 0 h 1672883"/>
              <a:gd name="connsiteX5" fmla="*/ 2574620 w 2574620"/>
              <a:gd name="connsiteY5" fmla="*/ 0 h 1672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74620" h="1672883">
                <a:moveTo>
                  <a:pt x="2574620" y="0"/>
                </a:moveTo>
                <a:lnTo>
                  <a:pt x="2557564" y="254462"/>
                </a:lnTo>
                <a:cubicBezTo>
                  <a:pt x="2507475" y="688651"/>
                  <a:pt x="2352608" y="1114682"/>
                  <a:pt x="2089887" y="1492344"/>
                </a:cubicBezTo>
                <a:lnTo>
                  <a:pt x="1950188" y="1672883"/>
                </a:lnTo>
                <a:lnTo>
                  <a:pt x="0" y="0"/>
                </a:lnTo>
                <a:lnTo>
                  <a:pt x="2574620" y="0"/>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ts val="900"/>
              </a:lnSpc>
            </a:pPr>
            <a:endParaRPr lang="en-GB" sz="1400" noProof="0"/>
          </a:p>
        </p:txBody>
      </p:sp>
      <p:sp>
        <p:nvSpPr>
          <p:cNvPr id="33" name="Freeform: Shape 32">
            <a:extLst>
              <a:ext uri="{FF2B5EF4-FFF2-40B4-BE49-F238E27FC236}">
                <a16:creationId xmlns:a16="http://schemas.microsoft.com/office/drawing/2014/main" id="{34D55580-A0EF-DA18-9FF9-C664D2CB5CBF}"/>
              </a:ext>
            </a:extLst>
          </p:cNvPr>
          <p:cNvSpPr/>
          <p:nvPr/>
        </p:nvSpPr>
        <p:spPr>
          <a:xfrm rot="19162608">
            <a:off x="5599661" y="2474496"/>
            <a:ext cx="1429911" cy="1866771"/>
          </a:xfrm>
          <a:custGeom>
            <a:avLst/>
            <a:gdLst>
              <a:gd name="connsiteX0" fmla="*/ 1553953 w 1944926"/>
              <a:gd name="connsiteY0" fmla="*/ 0 h 2539132"/>
              <a:gd name="connsiteX1" fmla="*/ 1944926 w 1944926"/>
              <a:gd name="connsiteY1" fmla="*/ 2539132 h 2539132"/>
              <a:gd name="connsiteX2" fmla="*/ 0 w 1944926"/>
              <a:gd name="connsiteY2" fmla="*/ 870761 h 2539132"/>
              <a:gd name="connsiteX3" fmla="*/ 157175 w 1944926"/>
              <a:gd name="connsiteY3" fmla="*/ 705214 h 2539132"/>
              <a:gd name="connsiteX4" fmla="*/ 1309465 w 1944926"/>
              <a:gd name="connsiteY4" fmla="*/ 54597 h 2539132"/>
              <a:gd name="connsiteX5" fmla="*/ 1553953 w 1944926"/>
              <a:gd name="connsiteY5" fmla="*/ 0 h 2539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4926" h="2539132">
                <a:moveTo>
                  <a:pt x="1553953" y="0"/>
                </a:moveTo>
                <a:lnTo>
                  <a:pt x="1944926" y="2539132"/>
                </a:lnTo>
                <a:lnTo>
                  <a:pt x="0" y="870761"/>
                </a:lnTo>
                <a:lnTo>
                  <a:pt x="157175" y="705214"/>
                </a:lnTo>
                <a:cubicBezTo>
                  <a:pt x="490456" y="388078"/>
                  <a:pt x="887956" y="170180"/>
                  <a:pt x="1309465" y="54597"/>
                </a:cubicBezTo>
                <a:lnTo>
                  <a:pt x="1553953" y="0"/>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ts val="900"/>
              </a:lnSpc>
            </a:pPr>
            <a:endParaRPr lang="en-GB" sz="1400" noProof="0"/>
          </a:p>
        </p:txBody>
      </p:sp>
      <p:sp>
        <p:nvSpPr>
          <p:cNvPr id="23" name="Freeform: Shape 22">
            <a:extLst>
              <a:ext uri="{FF2B5EF4-FFF2-40B4-BE49-F238E27FC236}">
                <a16:creationId xmlns:a16="http://schemas.microsoft.com/office/drawing/2014/main" id="{3088FBC7-C02E-3D1A-4086-A0DBAF0710D1}"/>
              </a:ext>
            </a:extLst>
          </p:cNvPr>
          <p:cNvSpPr/>
          <p:nvPr/>
        </p:nvSpPr>
        <p:spPr>
          <a:xfrm rot="19162608">
            <a:off x="5553482" y="3201063"/>
            <a:ext cx="1902811" cy="1691576"/>
          </a:xfrm>
          <a:custGeom>
            <a:avLst/>
            <a:gdLst>
              <a:gd name="connsiteX0" fmla="*/ 625379 w 2588153"/>
              <a:gd name="connsiteY0" fmla="*/ 0 h 2300837"/>
              <a:gd name="connsiteX1" fmla="*/ 2588153 w 2588153"/>
              <a:gd name="connsiteY1" fmla="*/ 1683680 h 2300837"/>
              <a:gd name="connsiteX2" fmla="*/ 62832 w 2588153"/>
              <a:gd name="connsiteY2" fmla="*/ 2300837 h 2300837"/>
              <a:gd name="connsiteX3" fmla="*/ 40334 w 2588153"/>
              <a:gd name="connsiteY3" fmla="*/ 2200090 h 2300837"/>
              <a:gd name="connsiteX4" fmla="*/ 485678 w 2588153"/>
              <a:gd name="connsiteY4" fmla="*/ 180542 h 2300837"/>
              <a:gd name="connsiteX5" fmla="*/ 625379 w 2588153"/>
              <a:gd name="connsiteY5" fmla="*/ 0 h 230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88153" h="2300837">
                <a:moveTo>
                  <a:pt x="625379" y="0"/>
                </a:moveTo>
                <a:lnTo>
                  <a:pt x="2588153" y="1683680"/>
                </a:lnTo>
                <a:lnTo>
                  <a:pt x="62832" y="2300837"/>
                </a:lnTo>
                <a:lnTo>
                  <a:pt x="40334" y="2200090"/>
                </a:lnTo>
                <a:cubicBezTo>
                  <a:pt x="-78922" y="1512884"/>
                  <a:pt x="65324" y="784802"/>
                  <a:pt x="485678" y="180542"/>
                </a:cubicBezTo>
                <a:lnTo>
                  <a:pt x="625379" y="0"/>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ts val="900"/>
              </a:lnSpc>
            </a:pPr>
            <a:endParaRPr lang="en-GB" sz="1400" noProof="0"/>
          </a:p>
        </p:txBody>
      </p:sp>
      <p:sp>
        <p:nvSpPr>
          <p:cNvPr id="24" name="Freeform: Shape 23">
            <a:extLst>
              <a:ext uri="{FF2B5EF4-FFF2-40B4-BE49-F238E27FC236}">
                <a16:creationId xmlns:a16="http://schemas.microsoft.com/office/drawing/2014/main" id="{750FA522-0BA4-7484-1439-41338D572392}"/>
              </a:ext>
            </a:extLst>
          </p:cNvPr>
          <p:cNvSpPr/>
          <p:nvPr/>
        </p:nvSpPr>
        <p:spPr>
          <a:xfrm rot="19162608">
            <a:off x="6532256" y="4102010"/>
            <a:ext cx="1932351" cy="1969242"/>
          </a:xfrm>
          <a:custGeom>
            <a:avLst/>
            <a:gdLst>
              <a:gd name="connsiteX0" fmla="*/ 2597531 w 2628332"/>
              <a:gd name="connsiteY0" fmla="*/ 0 h 2678510"/>
              <a:gd name="connsiteX1" fmla="*/ 2628332 w 2628332"/>
              <a:gd name="connsiteY1" fmla="*/ 26421 h 2678510"/>
              <a:gd name="connsiteX2" fmla="*/ 2397255 w 2628332"/>
              <a:gd name="connsiteY2" fmla="*/ 2678510 h 2678510"/>
              <a:gd name="connsiteX3" fmla="*/ 2323701 w 2628332"/>
              <a:gd name="connsiteY3" fmla="*/ 2673580 h 2678510"/>
              <a:gd name="connsiteX4" fmla="*/ 865347 w 2628332"/>
              <a:gd name="connsiteY4" fmla="*/ 2035304 h 2678510"/>
              <a:gd name="connsiteX5" fmla="*/ 12565 w 2628332"/>
              <a:gd name="connsiteY5" fmla="*/ 691073 h 2678510"/>
              <a:gd name="connsiteX6" fmla="*/ 0 w 2628332"/>
              <a:gd name="connsiteY6" fmla="*/ 634805 h 2678510"/>
              <a:gd name="connsiteX7" fmla="*/ 2597531 w 2628332"/>
              <a:gd name="connsiteY7" fmla="*/ 0 h 2678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8332" h="2678510">
                <a:moveTo>
                  <a:pt x="2597531" y="0"/>
                </a:moveTo>
                <a:lnTo>
                  <a:pt x="2628332" y="26421"/>
                </a:lnTo>
                <a:lnTo>
                  <a:pt x="2397255" y="2678510"/>
                </a:lnTo>
                <a:lnTo>
                  <a:pt x="2323701" y="2673580"/>
                </a:lnTo>
                <a:cubicBezTo>
                  <a:pt x="1802674" y="2613473"/>
                  <a:pt x="1293396" y="2402487"/>
                  <a:pt x="865347" y="2035304"/>
                </a:cubicBezTo>
                <a:cubicBezTo>
                  <a:pt x="437299" y="1668122"/>
                  <a:pt x="151266" y="1196884"/>
                  <a:pt x="12565" y="691073"/>
                </a:cubicBezTo>
                <a:lnTo>
                  <a:pt x="0" y="634805"/>
                </a:lnTo>
                <a:lnTo>
                  <a:pt x="2597531" y="0"/>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ts val="900"/>
              </a:lnSpc>
            </a:pPr>
            <a:endParaRPr lang="en-GB" sz="1400" noProof="0"/>
          </a:p>
        </p:txBody>
      </p:sp>
      <p:sp>
        <p:nvSpPr>
          <p:cNvPr id="25" name="Freeform: Shape 24">
            <a:extLst>
              <a:ext uri="{FF2B5EF4-FFF2-40B4-BE49-F238E27FC236}">
                <a16:creationId xmlns:a16="http://schemas.microsoft.com/office/drawing/2014/main" id="{A5A4DDD4-6970-E3CE-86E4-E87CDBB1F853}"/>
              </a:ext>
            </a:extLst>
          </p:cNvPr>
          <p:cNvSpPr/>
          <p:nvPr/>
        </p:nvSpPr>
        <p:spPr>
          <a:xfrm rot="19162608">
            <a:off x="7995324" y="3083620"/>
            <a:ext cx="1597147" cy="1900023"/>
          </a:xfrm>
          <a:custGeom>
            <a:avLst/>
            <a:gdLst>
              <a:gd name="connsiteX0" fmla="*/ 224624 w 2172397"/>
              <a:gd name="connsiteY0" fmla="*/ 0 h 2584361"/>
              <a:gd name="connsiteX1" fmla="*/ 2172397 w 2172397"/>
              <a:gd name="connsiteY1" fmla="*/ 1670812 h 2584361"/>
              <a:gd name="connsiteX2" fmla="*/ 2015220 w 2172397"/>
              <a:gd name="connsiteY2" fmla="*/ 1836362 h 2584361"/>
              <a:gd name="connsiteX3" fmla="*/ 86970 w 2172397"/>
              <a:gd name="connsiteY3" fmla="*/ 2583865 h 2584361"/>
              <a:gd name="connsiteX4" fmla="*/ 0 w 2172397"/>
              <a:gd name="connsiteY4" fmla="*/ 2578035 h 2584361"/>
              <a:gd name="connsiteX5" fmla="*/ 224624 w 2172397"/>
              <a:gd name="connsiteY5" fmla="*/ 0 h 2584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2397" h="2584361">
                <a:moveTo>
                  <a:pt x="224624" y="0"/>
                </a:moveTo>
                <a:lnTo>
                  <a:pt x="2172397" y="1670812"/>
                </a:lnTo>
                <a:lnTo>
                  <a:pt x="2015220" y="1836362"/>
                </a:lnTo>
                <a:cubicBezTo>
                  <a:pt x="1481970" y="2343779"/>
                  <a:pt x="784320" y="2597148"/>
                  <a:pt x="86970" y="2583865"/>
                </a:cubicBezTo>
                <a:lnTo>
                  <a:pt x="0" y="2578035"/>
                </a:lnTo>
                <a:lnTo>
                  <a:pt x="224624" y="0"/>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ts val="900"/>
              </a:lnSpc>
            </a:pPr>
            <a:endParaRPr lang="en-GB" sz="1400" noProof="0"/>
          </a:p>
        </p:txBody>
      </p:sp>
      <p:sp>
        <p:nvSpPr>
          <p:cNvPr id="56" name="Oval 55">
            <a:extLst>
              <a:ext uri="{FF2B5EF4-FFF2-40B4-BE49-F238E27FC236}">
                <a16:creationId xmlns:a16="http://schemas.microsoft.com/office/drawing/2014/main" id="{6CEC8ED8-656D-6013-DB31-5F91482CBCA4}"/>
              </a:ext>
            </a:extLst>
          </p:cNvPr>
          <p:cNvSpPr/>
          <p:nvPr/>
        </p:nvSpPr>
        <p:spPr>
          <a:xfrm>
            <a:off x="7099530" y="3256765"/>
            <a:ext cx="988628" cy="988628"/>
          </a:xfrm>
          <a:prstGeom prst="ellipse">
            <a:avLst/>
          </a:prstGeom>
          <a:solidFill>
            <a:schemeClr val="accent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900"/>
              </a:lnSpc>
            </a:pPr>
            <a:endParaRPr lang="en-GB" sz="1400" noProof="0"/>
          </a:p>
        </p:txBody>
      </p:sp>
      <p:sp>
        <p:nvSpPr>
          <p:cNvPr id="57" name="TextBox 56">
            <a:extLst>
              <a:ext uri="{FF2B5EF4-FFF2-40B4-BE49-F238E27FC236}">
                <a16:creationId xmlns:a16="http://schemas.microsoft.com/office/drawing/2014/main" id="{D1FC29D4-2378-DD6D-CC3B-AA27FB0CA2A4}"/>
              </a:ext>
            </a:extLst>
          </p:cNvPr>
          <p:cNvSpPr txBox="1"/>
          <p:nvPr/>
        </p:nvSpPr>
        <p:spPr>
          <a:xfrm>
            <a:off x="5714214" y="3065139"/>
            <a:ext cx="1252376" cy="447045"/>
          </a:xfrm>
          <a:prstGeom prst="rect">
            <a:avLst/>
          </a:prstGeom>
          <a:noFill/>
        </p:spPr>
        <p:txBody>
          <a:bodyPr wrap="square">
            <a:spAutoFit/>
          </a:bodyPr>
          <a:lstStyle/>
          <a:p>
            <a:pPr>
              <a:lnSpc>
                <a:spcPts val="900"/>
              </a:lnSpc>
            </a:pPr>
            <a:r>
              <a:rPr lang="en-GB" sz="1050" b="1" noProof="0">
                <a:solidFill>
                  <a:schemeClr val="bg1"/>
                </a:solidFill>
              </a:rPr>
              <a:t>Nationally representative panels</a:t>
            </a:r>
          </a:p>
        </p:txBody>
      </p:sp>
      <p:sp>
        <p:nvSpPr>
          <p:cNvPr id="58" name="TextBox 57">
            <a:extLst>
              <a:ext uri="{FF2B5EF4-FFF2-40B4-BE49-F238E27FC236}">
                <a16:creationId xmlns:a16="http://schemas.microsoft.com/office/drawing/2014/main" id="{C207A751-65CE-08CF-805F-E26AA1D4496F}"/>
              </a:ext>
            </a:extLst>
          </p:cNvPr>
          <p:cNvSpPr txBox="1"/>
          <p:nvPr/>
        </p:nvSpPr>
        <p:spPr>
          <a:xfrm>
            <a:off x="6422957" y="2092531"/>
            <a:ext cx="1059736" cy="447045"/>
          </a:xfrm>
          <a:prstGeom prst="rect">
            <a:avLst/>
          </a:prstGeom>
          <a:noFill/>
        </p:spPr>
        <p:txBody>
          <a:bodyPr wrap="square">
            <a:spAutoFit/>
          </a:bodyPr>
          <a:lstStyle/>
          <a:p>
            <a:pPr>
              <a:lnSpc>
                <a:spcPts val="900"/>
              </a:lnSpc>
            </a:pPr>
            <a:r>
              <a:rPr lang="en-GB" sz="1050" b="1" noProof="0">
                <a:solidFill>
                  <a:schemeClr val="bg1"/>
                </a:solidFill>
              </a:rPr>
              <a:t>Commercial survey companies</a:t>
            </a:r>
          </a:p>
        </p:txBody>
      </p:sp>
      <p:sp>
        <p:nvSpPr>
          <p:cNvPr id="59" name="TextBox 58">
            <a:extLst>
              <a:ext uri="{FF2B5EF4-FFF2-40B4-BE49-F238E27FC236}">
                <a16:creationId xmlns:a16="http://schemas.microsoft.com/office/drawing/2014/main" id="{F611F808-6118-AE3A-6B5F-580F3D4ADECB}"/>
              </a:ext>
            </a:extLst>
          </p:cNvPr>
          <p:cNvSpPr txBox="1"/>
          <p:nvPr/>
        </p:nvSpPr>
        <p:spPr>
          <a:xfrm>
            <a:off x="7734161" y="2126873"/>
            <a:ext cx="1059736" cy="447045"/>
          </a:xfrm>
          <a:prstGeom prst="rect">
            <a:avLst/>
          </a:prstGeom>
          <a:noFill/>
        </p:spPr>
        <p:txBody>
          <a:bodyPr wrap="square">
            <a:spAutoFit/>
          </a:bodyPr>
          <a:lstStyle/>
          <a:p>
            <a:pPr>
              <a:lnSpc>
                <a:spcPts val="900"/>
              </a:lnSpc>
            </a:pPr>
            <a:r>
              <a:rPr lang="en-GB" sz="1050" b="1" noProof="0">
                <a:solidFill>
                  <a:schemeClr val="bg1"/>
                </a:solidFill>
              </a:rPr>
              <a:t>Commercial survey marketplaces</a:t>
            </a:r>
          </a:p>
        </p:txBody>
      </p:sp>
      <p:sp>
        <p:nvSpPr>
          <p:cNvPr id="60" name="TextBox 59">
            <a:extLst>
              <a:ext uri="{FF2B5EF4-FFF2-40B4-BE49-F238E27FC236}">
                <a16:creationId xmlns:a16="http://schemas.microsoft.com/office/drawing/2014/main" id="{F24DE6D6-F176-51E5-81A4-A0933262BFF1}"/>
              </a:ext>
            </a:extLst>
          </p:cNvPr>
          <p:cNvSpPr txBox="1"/>
          <p:nvPr/>
        </p:nvSpPr>
        <p:spPr>
          <a:xfrm>
            <a:off x="8299586" y="3145242"/>
            <a:ext cx="1172163" cy="331629"/>
          </a:xfrm>
          <a:prstGeom prst="rect">
            <a:avLst/>
          </a:prstGeom>
          <a:noFill/>
        </p:spPr>
        <p:txBody>
          <a:bodyPr wrap="square">
            <a:spAutoFit/>
          </a:bodyPr>
          <a:lstStyle/>
          <a:p>
            <a:pPr>
              <a:lnSpc>
                <a:spcPts val="900"/>
              </a:lnSpc>
            </a:pPr>
            <a:r>
              <a:rPr lang="en-GB" sz="1050" b="1" noProof="0">
                <a:solidFill>
                  <a:schemeClr val="bg1"/>
                </a:solidFill>
              </a:rPr>
              <a:t>Convenience samples</a:t>
            </a:r>
          </a:p>
        </p:txBody>
      </p:sp>
      <p:sp>
        <p:nvSpPr>
          <p:cNvPr id="61" name="TextBox 60">
            <a:extLst>
              <a:ext uri="{FF2B5EF4-FFF2-40B4-BE49-F238E27FC236}">
                <a16:creationId xmlns:a16="http://schemas.microsoft.com/office/drawing/2014/main" id="{AD451195-8866-13F5-FC2A-243F031EF6B4}"/>
              </a:ext>
            </a:extLst>
          </p:cNvPr>
          <p:cNvSpPr txBox="1"/>
          <p:nvPr/>
        </p:nvSpPr>
        <p:spPr>
          <a:xfrm>
            <a:off x="8356927" y="4088554"/>
            <a:ext cx="1015618" cy="331629"/>
          </a:xfrm>
          <a:prstGeom prst="rect">
            <a:avLst/>
          </a:prstGeom>
          <a:noFill/>
        </p:spPr>
        <p:txBody>
          <a:bodyPr wrap="square">
            <a:spAutoFit/>
          </a:bodyPr>
          <a:lstStyle/>
          <a:p>
            <a:pPr>
              <a:lnSpc>
                <a:spcPts val="900"/>
              </a:lnSpc>
            </a:pPr>
            <a:r>
              <a:rPr lang="en-GB" sz="1050" b="1" noProof="0">
                <a:solidFill>
                  <a:schemeClr val="bg1"/>
                </a:solidFill>
              </a:rPr>
              <a:t>Online labour platforms</a:t>
            </a:r>
          </a:p>
        </p:txBody>
      </p:sp>
      <p:sp>
        <p:nvSpPr>
          <p:cNvPr id="62" name="TextBox 61">
            <a:extLst>
              <a:ext uri="{FF2B5EF4-FFF2-40B4-BE49-F238E27FC236}">
                <a16:creationId xmlns:a16="http://schemas.microsoft.com/office/drawing/2014/main" id="{45E7E308-02EE-5086-CF8D-939E5BE89DEB}"/>
              </a:ext>
            </a:extLst>
          </p:cNvPr>
          <p:cNvSpPr txBox="1"/>
          <p:nvPr/>
        </p:nvSpPr>
        <p:spPr>
          <a:xfrm>
            <a:off x="6909973" y="4839725"/>
            <a:ext cx="1367742" cy="331629"/>
          </a:xfrm>
          <a:prstGeom prst="rect">
            <a:avLst/>
          </a:prstGeom>
          <a:noFill/>
        </p:spPr>
        <p:txBody>
          <a:bodyPr wrap="square">
            <a:spAutoFit/>
          </a:bodyPr>
          <a:lstStyle/>
          <a:p>
            <a:pPr algn="ctr">
              <a:lnSpc>
                <a:spcPts val="900"/>
              </a:lnSpc>
            </a:pPr>
            <a:r>
              <a:rPr lang="en-GB" sz="1050" b="1" noProof="0">
                <a:solidFill>
                  <a:schemeClr val="bg1"/>
                </a:solidFill>
              </a:rPr>
              <a:t>Targeted or expert samples</a:t>
            </a:r>
          </a:p>
        </p:txBody>
      </p:sp>
      <p:sp>
        <p:nvSpPr>
          <p:cNvPr id="63" name="TextBox 62">
            <a:extLst>
              <a:ext uri="{FF2B5EF4-FFF2-40B4-BE49-F238E27FC236}">
                <a16:creationId xmlns:a16="http://schemas.microsoft.com/office/drawing/2014/main" id="{233566E5-BAF9-58EF-3C13-231236D5C513}"/>
              </a:ext>
            </a:extLst>
          </p:cNvPr>
          <p:cNvSpPr txBox="1"/>
          <p:nvPr/>
        </p:nvSpPr>
        <p:spPr>
          <a:xfrm>
            <a:off x="5752863" y="3896158"/>
            <a:ext cx="1353818" cy="447045"/>
          </a:xfrm>
          <a:prstGeom prst="rect">
            <a:avLst/>
          </a:prstGeom>
          <a:noFill/>
        </p:spPr>
        <p:txBody>
          <a:bodyPr wrap="square">
            <a:spAutoFit/>
          </a:bodyPr>
          <a:lstStyle/>
          <a:p>
            <a:pPr>
              <a:lnSpc>
                <a:spcPts val="900"/>
              </a:lnSpc>
            </a:pPr>
            <a:r>
              <a:rPr lang="en-GB" sz="1050" b="1" noProof="0">
                <a:solidFill>
                  <a:schemeClr val="bg1"/>
                </a:solidFill>
              </a:rPr>
              <a:t>Governmental or institutional surveys</a:t>
            </a:r>
          </a:p>
        </p:txBody>
      </p:sp>
      <p:sp>
        <p:nvSpPr>
          <p:cNvPr id="27" name="TextBox 26">
            <a:extLst>
              <a:ext uri="{FF2B5EF4-FFF2-40B4-BE49-F238E27FC236}">
                <a16:creationId xmlns:a16="http://schemas.microsoft.com/office/drawing/2014/main" id="{F2D7A512-BBB3-EC08-9EE6-B627F58B972C}"/>
              </a:ext>
            </a:extLst>
          </p:cNvPr>
          <p:cNvSpPr txBox="1"/>
          <p:nvPr/>
        </p:nvSpPr>
        <p:spPr>
          <a:xfrm>
            <a:off x="7077486" y="3400080"/>
            <a:ext cx="1004697" cy="754822"/>
          </a:xfrm>
          <a:prstGeom prst="rect">
            <a:avLst/>
          </a:prstGeom>
          <a:noFill/>
        </p:spPr>
        <p:txBody>
          <a:bodyPr wrap="square">
            <a:spAutoFit/>
          </a:bodyPr>
          <a:lstStyle/>
          <a:p>
            <a:pPr algn="ctr">
              <a:lnSpc>
                <a:spcPts val="1300"/>
              </a:lnSpc>
            </a:pPr>
            <a:r>
              <a:rPr lang="en-GB" sz="1050" b="1" noProof="0"/>
              <a:t>Types of Samples and Sampling Sources</a:t>
            </a:r>
            <a:endParaRPr lang="en-GB" sz="1050" noProof="0"/>
          </a:p>
        </p:txBody>
      </p:sp>
      <p:sp>
        <p:nvSpPr>
          <p:cNvPr id="29" name="TextBox 28">
            <a:extLst>
              <a:ext uri="{FF2B5EF4-FFF2-40B4-BE49-F238E27FC236}">
                <a16:creationId xmlns:a16="http://schemas.microsoft.com/office/drawing/2014/main" id="{0F099CF1-3F8A-8508-E586-55446CCD4054}"/>
              </a:ext>
            </a:extLst>
          </p:cNvPr>
          <p:cNvSpPr txBox="1"/>
          <p:nvPr/>
        </p:nvSpPr>
        <p:spPr>
          <a:xfrm>
            <a:off x="4636404" y="1424866"/>
            <a:ext cx="1893634" cy="707886"/>
          </a:xfrm>
          <a:prstGeom prst="rect">
            <a:avLst/>
          </a:prstGeom>
          <a:noFill/>
        </p:spPr>
        <p:txBody>
          <a:bodyPr wrap="square">
            <a:spAutoFit/>
          </a:bodyPr>
          <a:lstStyle/>
          <a:p>
            <a:r>
              <a:rPr lang="en-GB" sz="1000" noProof="0"/>
              <a:t>These rely on quota‑based online panels, such as </a:t>
            </a:r>
            <a:r>
              <a:rPr lang="en-GB" sz="1000" b="1" noProof="0">
                <a:solidFill>
                  <a:srgbClr val="00B0F0"/>
                </a:solidFill>
                <a:hlinkClick r:id="rId3">
                  <a:extLst>
                    <a:ext uri="{A12FA001-AC4F-418D-AE19-62706E023703}">
                      <ahyp:hlinkClr xmlns:ahyp="http://schemas.microsoft.com/office/drawing/2018/hyperlinkcolor" val="tx"/>
                    </a:ext>
                  </a:extLst>
                </a:hlinkClick>
              </a:rPr>
              <a:t>Qualtrics</a:t>
            </a:r>
            <a:r>
              <a:rPr lang="en-GB" sz="1000" noProof="0"/>
              <a:t>, </a:t>
            </a:r>
            <a:r>
              <a:rPr lang="en-GB" sz="1000" b="1" noProof="0" err="1">
                <a:solidFill>
                  <a:srgbClr val="00B0F0"/>
                </a:solidFill>
                <a:hlinkClick r:id="rId4">
                  <a:extLst>
                    <a:ext uri="{A12FA001-AC4F-418D-AE19-62706E023703}">
                      <ahyp:hlinkClr xmlns:ahyp="http://schemas.microsoft.com/office/drawing/2018/hyperlinkcolor" val="tx"/>
                    </a:ext>
                  </a:extLst>
                </a:hlinkClick>
              </a:rPr>
              <a:t>Dynata</a:t>
            </a:r>
            <a:r>
              <a:rPr lang="en-GB" sz="1000" noProof="0"/>
              <a:t>, </a:t>
            </a:r>
            <a:r>
              <a:rPr lang="en-GB" sz="1000" b="1" noProof="0" err="1">
                <a:solidFill>
                  <a:srgbClr val="00B0F0"/>
                </a:solidFill>
                <a:hlinkClick r:id="rId5">
                  <a:extLst>
                    <a:ext uri="{A12FA001-AC4F-418D-AE19-62706E023703}">
                      <ahyp:hlinkClr xmlns:ahyp="http://schemas.microsoft.com/office/drawing/2018/hyperlinkcolor" val="tx"/>
                    </a:ext>
                  </a:extLst>
                </a:hlinkClick>
              </a:rPr>
              <a:t>Bilendi</a:t>
            </a:r>
            <a:r>
              <a:rPr lang="en-GB" sz="1000" b="1" noProof="0">
                <a:solidFill>
                  <a:srgbClr val="00B0F0"/>
                </a:solidFill>
              </a:rPr>
              <a:t> </a:t>
            </a:r>
            <a:r>
              <a:rPr lang="en-GB" sz="1000" noProof="0"/>
              <a:t>and </a:t>
            </a:r>
            <a:r>
              <a:rPr lang="en-GB" sz="1000" b="1" noProof="0">
                <a:solidFill>
                  <a:srgbClr val="00B0F0"/>
                </a:solidFill>
                <a:hlinkClick r:id="rId6">
                  <a:extLst>
                    <a:ext uri="{A12FA001-AC4F-418D-AE19-62706E023703}">
                      <ahyp:hlinkClr xmlns:ahyp="http://schemas.microsoft.com/office/drawing/2018/hyperlinkcolor" val="tx"/>
                    </a:ext>
                  </a:extLst>
                </a:hlinkClick>
              </a:rPr>
              <a:t>Prolific Academic</a:t>
            </a:r>
            <a:r>
              <a:rPr lang="en-GB" sz="1000" noProof="0"/>
              <a:t>.</a:t>
            </a:r>
          </a:p>
        </p:txBody>
      </p:sp>
      <p:sp>
        <p:nvSpPr>
          <p:cNvPr id="30" name="TextBox 29">
            <a:extLst>
              <a:ext uri="{FF2B5EF4-FFF2-40B4-BE49-F238E27FC236}">
                <a16:creationId xmlns:a16="http://schemas.microsoft.com/office/drawing/2014/main" id="{1B326FD3-DA3C-027E-EAF3-3817410FDC3B}"/>
              </a:ext>
            </a:extLst>
          </p:cNvPr>
          <p:cNvSpPr txBox="1"/>
          <p:nvPr/>
        </p:nvSpPr>
        <p:spPr>
          <a:xfrm>
            <a:off x="8634445" y="1430275"/>
            <a:ext cx="2385434" cy="553998"/>
          </a:xfrm>
          <a:prstGeom prst="rect">
            <a:avLst/>
          </a:prstGeom>
          <a:noFill/>
        </p:spPr>
        <p:txBody>
          <a:bodyPr wrap="square">
            <a:spAutoFit/>
          </a:bodyPr>
          <a:lstStyle/>
          <a:p>
            <a:pPr algn="r"/>
            <a:r>
              <a:rPr lang="en-GB" sz="1000" noProof="0"/>
              <a:t>Like commercial survey companies, but requiring more hands‑on management by the researcher. E.g., </a:t>
            </a:r>
            <a:r>
              <a:rPr lang="en-GB" sz="1000" b="1" noProof="0">
                <a:solidFill>
                  <a:srgbClr val="00B0F0"/>
                </a:solidFill>
                <a:hlinkClick r:id="rId7">
                  <a:extLst>
                    <a:ext uri="{A12FA001-AC4F-418D-AE19-62706E023703}">
                      <ahyp:hlinkClr xmlns:ahyp="http://schemas.microsoft.com/office/drawing/2018/hyperlinkcolor" val="tx"/>
                    </a:ext>
                  </a:extLst>
                </a:hlinkClick>
              </a:rPr>
              <a:t>Cint</a:t>
            </a:r>
            <a:r>
              <a:rPr lang="en-GB" sz="1000" noProof="0"/>
              <a:t>. </a:t>
            </a:r>
          </a:p>
        </p:txBody>
      </p:sp>
      <p:sp>
        <p:nvSpPr>
          <p:cNvPr id="32" name="TextBox 31">
            <a:extLst>
              <a:ext uri="{FF2B5EF4-FFF2-40B4-BE49-F238E27FC236}">
                <a16:creationId xmlns:a16="http://schemas.microsoft.com/office/drawing/2014/main" id="{6FCFB532-5005-7818-E3C2-A0CC66EFFD0E}"/>
              </a:ext>
            </a:extLst>
          </p:cNvPr>
          <p:cNvSpPr txBox="1"/>
          <p:nvPr/>
        </p:nvSpPr>
        <p:spPr>
          <a:xfrm>
            <a:off x="9573825" y="2783849"/>
            <a:ext cx="1619354" cy="861774"/>
          </a:xfrm>
          <a:prstGeom prst="rect">
            <a:avLst/>
          </a:prstGeom>
          <a:noFill/>
        </p:spPr>
        <p:txBody>
          <a:bodyPr wrap="square">
            <a:spAutoFit/>
          </a:bodyPr>
          <a:lstStyle>
            <a:defPPr>
              <a:defRPr lang="en-US"/>
            </a:defPPr>
            <a:lvl1pPr>
              <a:defRPr sz="1100"/>
            </a:lvl1pPr>
          </a:lstStyle>
          <a:p>
            <a:pPr algn="r"/>
            <a:r>
              <a:rPr lang="en-GB" sz="1000" noProof="0"/>
              <a:t>Populations that are easily accessible to the researcher, such as university students or conference participants.</a:t>
            </a:r>
          </a:p>
        </p:txBody>
      </p:sp>
      <p:sp>
        <p:nvSpPr>
          <p:cNvPr id="38" name="TextBox 37">
            <a:extLst>
              <a:ext uri="{FF2B5EF4-FFF2-40B4-BE49-F238E27FC236}">
                <a16:creationId xmlns:a16="http://schemas.microsoft.com/office/drawing/2014/main" id="{C85793B3-65EA-BF34-EF94-1DCF1A51A43A}"/>
              </a:ext>
            </a:extLst>
          </p:cNvPr>
          <p:cNvSpPr txBox="1"/>
          <p:nvPr/>
        </p:nvSpPr>
        <p:spPr>
          <a:xfrm>
            <a:off x="9471749" y="4251527"/>
            <a:ext cx="1826248" cy="1169551"/>
          </a:xfrm>
          <a:prstGeom prst="rect">
            <a:avLst/>
          </a:prstGeom>
          <a:noFill/>
        </p:spPr>
        <p:txBody>
          <a:bodyPr wrap="square">
            <a:spAutoFit/>
          </a:bodyPr>
          <a:lstStyle>
            <a:defPPr>
              <a:defRPr lang="en-US"/>
            </a:defPPr>
            <a:lvl1pPr algn="r">
              <a:defRPr sz="1100"/>
            </a:lvl1pPr>
          </a:lstStyle>
          <a:p>
            <a:r>
              <a:rPr lang="en-GB" sz="1000" b="1" noProof="0">
                <a:solidFill>
                  <a:srgbClr val="00B0F0"/>
                </a:solidFill>
                <a:hlinkClick r:id="rId8">
                  <a:extLst>
                    <a:ext uri="{A12FA001-AC4F-418D-AE19-62706E023703}">
                      <ahyp:hlinkClr xmlns:ahyp="http://schemas.microsoft.com/office/drawing/2018/hyperlinkcolor" val="tx"/>
                    </a:ext>
                  </a:extLst>
                </a:hlinkClick>
              </a:rPr>
              <a:t>Such as Mechanical Turk de </a:t>
            </a:r>
            <a:r>
              <a:rPr lang="en-GB" sz="1000" noProof="0"/>
              <a:t>Amazon (</a:t>
            </a:r>
            <a:r>
              <a:rPr lang="en-GB" sz="1000" noProof="0" err="1"/>
              <a:t>MTurk</a:t>
            </a:r>
            <a:r>
              <a:rPr lang="en-GB" sz="1000" noProof="0"/>
              <a:t>), positioned between convenience samples and quota‑based panels due to the large number of available respondents..</a:t>
            </a:r>
          </a:p>
        </p:txBody>
      </p:sp>
      <p:sp>
        <p:nvSpPr>
          <p:cNvPr id="40" name="TextBox 39">
            <a:extLst>
              <a:ext uri="{FF2B5EF4-FFF2-40B4-BE49-F238E27FC236}">
                <a16:creationId xmlns:a16="http://schemas.microsoft.com/office/drawing/2014/main" id="{112C3D6C-0F1F-A267-4B9C-74AA336D3E1B}"/>
              </a:ext>
            </a:extLst>
          </p:cNvPr>
          <p:cNvSpPr txBox="1"/>
          <p:nvPr/>
        </p:nvSpPr>
        <p:spPr>
          <a:xfrm>
            <a:off x="6422958" y="5746057"/>
            <a:ext cx="2316431" cy="553998"/>
          </a:xfrm>
          <a:prstGeom prst="rect">
            <a:avLst/>
          </a:prstGeom>
          <a:noFill/>
        </p:spPr>
        <p:txBody>
          <a:bodyPr wrap="square">
            <a:spAutoFit/>
          </a:bodyPr>
          <a:lstStyle>
            <a:defPPr>
              <a:defRPr lang="en-US"/>
            </a:defPPr>
            <a:lvl1pPr algn="r">
              <a:defRPr sz="1100"/>
            </a:lvl1pPr>
          </a:lstStyle>
          <a:p>
            <a:pPr algn="ctr"/>
            <a:r>
              <a:rPr lang="en-GB" sz="1000" noProof="0"/>
              <a:t>For example, experts, employees in a specific firm, economists, or other specialised groups.</a:t>
            </a:r>
          </a:p>
        </p:txBody>
      </p:sp>
      <p:sp>
        <p:nvSpPr>
          <p:cNvPr id="42" name="TextBox 41">
            <a:extLst>
              <a:ext uri="{FF2B5EF4-FFF2-40B4-BE49-F238E27FC236}">
                <a16:creationId xmlns:a16="http://schemas.microsoft.com/office/drawing/2014/main" id="{4157AFC4-24F2-156B-E7FB-268E5B9BDC13}"/>
              </a:ext>
            </a:extLst>
          </p:cNvPr>
          <p:cNvSpPr txBox="1"/>
          <p:nvPr/>
        </p:nvSpPr>
        <p:spPr>
          <a:xfrm>
            <a:off x="4636404" y="4642479"/>
            <a:ext cx="1286094" cy="553998"/>
          </a:xfrm>
          <a:prstGeom prst="rect">
            <a:avLst/>
          </a:prstGeom>
          <a:noFill/>
        </p:spPr>
        <p:txBody>
          <a:bodyPr wrap="square">
            <a:spAutoFit/>
          </a:bodyPr>
          <a:lstStyle>
            <a:defPPr>
              <a:defRPr lang="en-US"/>
            </a:defPPr>
            <a:lvl1pPr algn="r">
              <a:defRPr sz="1100"/>
            </a:lvl1pPr>
          </a:lstStyle>
          <a:p>
            <a:pPr algn="l"/>
            <a:r>
              <a:rPr lang="en-GB" sz="1000" noProof="0"/>
              <a:t>Typically conducted by national statistical offices.</a:t>
            </a:r>
          </a:p>
        </p:txBody>
      </p:sp>
      <p:sp>
        <p:nvSpPr>
          <p:cNvPr id="9" name="TextBox 8">
            <a:extLst>
              <a:ext uri="{FF2B5EF4-FFF2-40B4-BE49-F238E27FC236}">
                <a16:creationId xmlns:a16="http://schemas.microsoft.com/office/drawing/2014/main" id="{104C29A2-18F6-C7EA-35F6-05582A84A0B0}"/>
              </a:ext>
            </a:extLst>
          </p:cNvPr>
          <p:cNvSpPr txBox="1"/>
          <p:nvPr/>
        </p:nvSpPr>
        <p:spPr>
          <a:xfrm>
            <a:off x="4637494" y="2791299"/>
            <a:ext cx="1160711" cy="707886"/>
          </a:xfrm>
          <a:prstGeom prst="rect">
            <a:avLst/>
          </a:prstGeom>
          <a:noFill/>
        </p:spPr>
        <p:txBody>
          <a:bodyPr wrap="square">
            <a:spAutoFit/>
          </a:bodyPr>
          <a:lstStyle>
            <a:defPPr>
              <a:defRPr lang="en-US"/>
            </a:defPPr>
            <a:lvl1pPr algn="r">
              <a:defRPr sz="1100"/>
            </a:lvl1pPr>
          </a:lstStyle>
          <a:p>
            <a:pPr algn="l"/>
            <a:r>
              <a:rPr lang="en-GB" sz="1000" noProof="0"/>
              <a:t>Large-scale national probability panels</a:t>
            </a:r>
          </a:p>
        </p:txBody>
      </p:sp>
      <p:sp>
        <p:nvSpPr>
          <p:cNvPr id="13" name="Slide Number Placeholder 5">
            <a:extLst>
              <a:ext uri="{FF2B5EF4-FFF2-40B4-BE49-F238E27FC236}">
                <a16:creationId xmlns:a16="http://schemas.microsoft.com/office/drawing/2014/main" id="{0412A5F1-AA5B-31E8-C7A8-D511A3FB126C}"/>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8</a:t>
            </a:fld>
            <a:endParaRPr lang="en-GB" noProof="0"/>
          </a:p>
        </p:txBody>
      </p:sp>
      <p:sp>
        <p:nvSpPr>
          <p:cNvPr id="15" name="Date Placeholder 3">
            <a:extLst>
              <a:ext uri="{FF2B5EF4-FFF2-40B4-BE49-F238E27FC236}">
                <a16:creationId xmlns:a16="http://schemas.microsoft.com/office/drawing/2014/main" id="{D28A886B-67CA-E24A-277D-165FF10B6444}"/>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Tree>
    <p:extLst>
      <p:ext uri="{BB962C8B-B14F-4D97-AF65-F5344CB8AC3E}">
        <p14:creationId xmlns:p14="http://schemas.microsoft.com/office/powerpoint/2010/main" val="26505217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6"/>
                                        </p:tgtEl>
                                        <p:attrNameLst>
                                          <p:attrName>style.visibility</p:attrName>
                                        </p:attrNameLst>
                                      </p:cBhvr>
                                      <p:to>
                                        <p:strVal val="visible"/>
                                      </p:to>
                                    </p:set>
                                    <p:animEffect transition="in" filter="fade">
                                      <p:cBhvr>
                                        <p:cTn id="18" dur="500"/>
                                        <p:tgtEl>
                                          <p:spTgt spid="5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00"/>
                                        <p:tgtEl>
                                          <p:spTgt spid="2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8"/>
                                        </p:tgtEl>
                                        <p:attrNameLst>
                                          <p:attrName>style.visibility</p:attrName>
                                        </p:attrNameLst>
                                      </p:cBhvr>
                                      <p:to>
                                        <p:strVal val="visible"/>
                                      </p:to>
                                    </p:set>
                                    <p:animEffect transition="in" filter="fade">
                                      <p:cBhvr>
                                        <p:cTn id="26" dur="500"/>
                                        <p:tgtEl>
                                          <p:spTgt spid="5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500"/>
                                        <p:tgtEl>
                                          <p:spTgt spid="3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fade">
                                      <p:cBhvr>
                                        <p:cTn id="37" dur="500"/>
                                        <p:tgtEl>
                                          <p:spTgt spid="5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500"/>
                                        <p:tgtEl>
                                          <p:spTgt spid="3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60"/>
                                        </p:tgtEl>
                                        <p:attrNameLst>
                                          <p:attrName>style.visibility</p:attrName>
                                        </p:attrNameLst>
                                      </p:cBhvr>
                                      <p:to>
                                        <p:strVal val="visible"/>
                                      </p:to>
                                    </p:set>
                                    <p:animEffect transition="in" filter="fade">
                                      <p:cBhvr>
                                        <p:cTn id="48" dur="500"/>
                                        <p:tgtEl>
                                          <p:spTgt spid="6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500"/>
                                        <p:tgtEl>
                                          <p:spTgt spid="3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fade">
                                      <p:cBhvr>
                                        <p:cTn id="54" dur="500"/>
                                        <p:tgtEl>
                                          <p:spTgt spid="3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61"/>
                                        </p:tgtEl>
                                        <p:attrNameLst>
                                          <p:attrName>style.visibility</p:attrName>
                                        </p:attrNameLst>
                                      </p:cBhvr>
                                      <p:to>
                                        <p:strVal val="visible"/>
                                      </p:to>
                                    </p:set>
                                    <p:animEffect transition="in" filter="fade">
                                      <p:cBhvr>
                                        <p:cTn id="59" dur="500"/>
                                        <p:tgtEl>
                                          <p:spTgt spid="6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500"/>
                                        <p:tgtEl>
                                          <p:spTgt spid="2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8"/>
                                        </p:tgtEl>
                                        <p:attrNameLst>
                                          <p:attrName>style.visibility</p:attrName>
                                        </p:attrNameLst>
                                      </p:cBhvr>
                                      <p:to>
                                        <p:strVal val="visible"/>
                                      </p:to>
                                    </p:set>
                                    <p:animEffect transition="in" filter="fade">
                                      <p:cBhvr>
                                        <p:cTn id="65" dur="500"/>
                                        <p:tgtEl>
                                          <p:spTgt spid="38"/>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2"/>
                                        </p:tgtEl>
                                        <p:attrNameLst>
                                          <p:attrName>style.visibility</p:attrName>
                                        </p:attrNameLst>
                                      </p:cBhvr>
                                      <p:to>
                                        <p:strVal val="visible"/>
                                      </p:to>
                                    </p:set>
                                    <p:animEffect transition="in" filter="fade">
                                      <p:cBhvr>
                                        <p:cTn id="73" dur="500"/>
                                        <p:tgtEl>
                                          <p:spTgt spid="6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0"/>
                                        </p:tgtEl>
                                        <p:attrNameLst>
                                          <p:attrName>style.visibility</p:attrName>
                                        </p:attrNameLst>
                                      </p:cBhvr>
                                      <p:to>
                                        <p:strVal val="visible"/>
                                      </p:to>
                                    </p:set>
                                    <p:animEffect transition="in" filter="fade">
                                      <p:cBhvr>
                                        <p:cTn id="76" dur="500"/>
                                        <p:tgtEl>
                                          <p:spTgt spid="40"/>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63"/>
                                        </p:tgtEl>
                                        <p:attrNameLst>
                                          <p:attrName>style.visibility</p:attrName>
                                        </p:attrNameLst>
                                      </p:cBhvr>
                                      <p:to>
                                        <p:strVal val="visible"/>
                                      </p:to>
                                    </p:set>
                                    <p:animEffect transition="in" filter="fade">
                                      <p:cBhvr>
                                        <p:cTn id="81" dur="500"/>
                                        <p:tgtEl>
                                          <p:spTgt spid="6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fade">
                                      <p:cBhvr>
                                        <p:cTn id="84" dur="500"/>
                                        <p:tgtEl>
                                          <p:spTgt spid="2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500"/>
                                        <p:tgtEl>
                                          <p:spTgt spid="42"/>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fade">
                                      <p:cBhvr>
                                        <p:cTn id="92" dur="500"/>
                                        <p:tgtEl>
                                          <p:spTgt spid="3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7"/>
                                        </p:tgtEl>
                                        <p:attrNameLst>
                                          <p:attrName>style.visibility</p:attrName>
                                        </p:attrNameLst>
                                      </p:cBhvr>
                                      <p:to>
                                        <p:strVal val="visible"/>
                                      </p:to>
                                    </p:set>
                                    <p:animEffect transition="in" filter="fade">
                                      <p:cBhvr>
                                        <p:cTn id="95" dur="500"/>
                                        <p:tgtEl>
                                          <p:spTgt spid="5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9"/>
                                        </p:tgtEl>
                                        <p:attrNameLst>
                                          <p:attrName>style.visibility</p:attrName>
                                        </p:attrNameLst>
                                      </p:cBhvr>
                                      <p:to>
                                        <p:strVal val="visible"/>
                                      </p:to>
                                    </p:set>
                                    <p:animEffect transition="in" filter="fade">
                                      <p:cBhvr>
                                        <p:cTn id="9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8" grpId="0"/>
      <p:bldP spid="22" grpId="0" animBg="1"/>
      <p:bldP spid="35" grpId="0" animBg="1"/>
      <p:bldP spid="34" grpId="0" animBg="1"/>
      <p:bldP spid="33" grpId="0" animBg="1"/>
      <p:bldP spid="23" grpId="0" animBg="1"/>
      <p:bldP spid="24" grpId="0" animBg="1"/>
      <p:bldP spid="25" grpId="0" animBg="1"/>
      <p:bldP spid="56" grpId="0" animBg="1"/>
      <p:bldP spid="57" grpId="0"/>
      <p:bldP spid="58" grpId="0"/>
      <p:bldP spid="59" grpId="0"/>
      <p:bldP spid="60" grpId="0"/>
      <p:bldP spid="61" grpId="0"/>
      <p:bldP spid="62" grpId="0"/>
      <p:bldP spid="63" grpId="0"/>
      <p:bldP spid="27" grpId="0"/>
      <p:bldP spid="29" grpId="0"/>
      <p:bldP spid="30" grpId="0"/>
      <p:bldP spid="32" grpId="0"/>
      <p:bldP spid="38" grpId="0"/>
      <p:bldP spid="40" grpId="0"/>
      <p:bldP spid="42"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8C99A-94B6-64A6-1312-FAAE00CC0A4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B3EF994-BAF1-A341-691A-EA06024BA0B2}"/>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3C7B7E8E-6F3A-C5D9-1C2E-4CD6B28DB7A6}"/>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noProof="0">
                <a:solidFill>
                  <a:srgbClr val="FF0000"/>
                </a:solidFill>
                <a:latin typeface="Aptos SemiBold" panose="020F0502020204030204" pitchFamily="34" charset="0"/>
              </a:rPr>
              <a:t>Quantitative designs</a:t>
            </a:r>
          </a:p>
        </p:txBody>
      </p:sp>
      <p:sp>
        <p:nvSpPr>
          <p:cNvPr id="31" name="TextBox 30">
            <a:extLst>
              <a:ext uri="{FF2B5EF4-FFF2-40B4-BE49-F238E27FC236}">
                <a16:creationId xmlns:a16="http://schemas.microsoft.com/office/drawing/2014/main" id="{C1431F5A-9104-0180-545F-C8519FA6E529}"/>
              </a:ext>
            </a:extLst>
          </p:cNvPr>
          <p:cNvSpPr txBox="1"/>
          <p:nvPr/>
        </p:nvSpPr>
        <p:spPr>
          <a:xfrm>
            <a:off x="5386587" y="6354244"/>
            <a:ext cx="5617027" cy="369332"/>
          </a:xfrm>
          <a:prstGeom prst="rect">
            <a:avLst/>
          </a:prstGeom>
          <a:noFill/>
        </p:spPr>
        <p:txBody>
          <a:bodyPr wrap="square">
            <a:spAutoFit/>
          </a:bodyPr>
          <a:lstStyle/>
          <a:p>
            <a:r>
              <a:rPr lang="en-GB" sz="900" b="1" noProof="0"/>
              <a:t>Taken from</a:t>
            </a:r>
            <a:r>
              <a:rPr lang="en-GB" sz="900" noProof="0">
                <a:solidFill>
                  <a:srgbClr val="00B0F0"/>
                </a:solidFill>
              </a:rPr>
              <a:t>: </a:t>
            </a:r>
            <a:r>
              <a:rPr lang="en-GB" sz="900" noProof="0">
                <a:solidFill>
                  <a:srgbClr val="00B0F0"/>
                </a:solidFill>
                <a:hlinkClick r:id="rId3">
                  <a:extLst>
                    <a:ext uri="{A12FA001-AC4F-418D-AE19-62706E023703}">
                      <ahyp:hlinkClr xmlns:ahyp="http://schemas.microsoft.com/office/drawing/2018/hyperlinkcolor" val="tx"/>
                    </a:ext>
                  </a:extLst>
                </a:hlinkClick>
              </a:rPr>
              <a:t>Surveys can also be done for firms, instead of individuals or households, as done by Link et al. (2022) and Weber et al. (2022)</a:t>
            </a:r>
            <a:endParaRPr lang="en-GB" sz="900" noProof="0">
              <a:solidFill>
                <a:srgbClr val="00B0F0"/>
              </a:solidFill>
            </a:endParaRPr>
          </a:p>
        </p:txBody>
      </p:sp>
      <p:sp>
        <p:nvSpPr>
          <p:cNvPr id="68" name="Rectangle: Rounded Corners 67">
            <a:extLst>
              <a:ext uri="{FF2B5EF4-FFF2-40B4-BE49-F238E27FC236}">
                <a16:creationId xmlns:a16="http://schemas.microsoft.com/office/drawing/2014/main" id="{077716F0-FB96-7D1B-1F11-38365558E839}"/>
              </a:ext>
            </a:extLst>
          </p:cNvPr>
          <p:cNvSpPr/>
          <p:nvPr/>
        </p:nvSpPr>
        <p:spPr>
          <a:xfrm>
            <a:off x="828407" y="2050337"/>
            <a:ext cx="1369024" cy="935448"/>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b="1" noProof="0">
                <a:solidFill>
                  <a:schemeClr val="tx1"/>
                </a:solidFill>
              </a:rPr>
              <a:t>Target Population</a:t>
            </a:r>
          </a:p>
        </p:txBody>
      </p:sp>
      <p:sp>
        <p:nvSpPr>
          <p:cNvPr id="69" name="Rectangle: Rounded Corners 68">
            <a:extLst>
              <a:ext uri="{FF2B5EF4-FFF2-40B4-BE49-F238E27FC236}">
                <a16:creationId xmlns:a16="http://schemas.microsoft.com/office/drawing/2014/main" id="{FB5BB6C4-6B20-08B1-D173-EF69754A6A57}"/>
              </a:ext>
            </a:extLst>
          </p:cNvPr>
          <p:cNvSpPr/>
          <p:nvPr/>
        </p:nvSpPr>
        <p:spPr>
          <a:xfrm>
            <a:off x="3952017" y="2153798"/>
            <a:ext cx="1369024" cy="728527"/>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b="1" noProof="0">
                <a:solidFill>
                  <a:schemeClr val="tx1"/>
                </a:solidFill>
              </a:rPr>
              <a:t>Sampling Frame / Pool of Possible Respondents</a:t>
            </a:r>
          </a:p>
        </p:txBody>
      </p:sp>
      <p:sp>
        <p:nvSpPr>
          <p:cNvPr id="70" name="Rectangle: Rounded Corners 69">
            <a:extLst>
              <a:ext uri="{FF2B5EF4-FFF2-40B4-BE49-F238E27FC236}">
                <a16:creationId xmlns:a16="http://schemas.microsoft.com/office/drawing/2014/main" id="{2C3D258C-3B60-0D65-C501-833ABE841DBA}"/>
              </a:ext>
            </a:extLst>
          </p:cNvPr>
          <p:cNvSpPr/>
          <p:nvPr/>
        </p:nvSpPr>
        <p:spPr>
          <a:xfrm>
            <a:off x="7020338" y="2237786"/>
            <a:ext cx="1369024" cy="560550"/>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b="1" noProof="0">
                <a:solidFill>
                  <a:schemeClr val="tx1"/>
                </a:solidFill>
              </a:rPr>
              <a:t>Planned Sample</a:t>
            </a:r>
          </a:p>
        </p:txBody>
      </p:sp>
      <p:sp>
        <p:nvSpPr>
          <p:cNvPr id="71" name="Rectangle: Rounded Corners 70">
            <a:extLst>
              <a:ext uri="{FF2B5EF4-FFF2-40B4-BE49-F238E27FC236}">
                <a16:creationId xmlns:a16="http://schemas.microsoft.com/office/drawing/2014/main" id="{2487648D-E61B-8396-48CB-47BCAA901F06}"/>
              </a:ext>
            </a:extLst>
          </p:cNvPr>
          <p:cNvSpPr/>
          <p:nvPr/>
        </p:nvSpPr>
        <p:spPr>
          <a:xfrm>
            <a:off x="9634592" y="2312676"/>
            <a:ext cx="1369024" cy="41076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b="1" noProof="0">
                <a:solidFill>
                  <a:schemeClr val="tx1"/>
                </a:solidFill>
              </a:rPr>
              <a:t>Effective Sample</a:t>
            </a:r>
          </a:p>
        </p:txBody>
      </p:sp>
      <p:cxnSp>
        <p:nvCxnSpPr>
          <p:cNvPr id="82" name="Straight Arrow Connector 81">
            <a:extLst>
              <a:ext uri="{FF2B5EF4-FFF2-40B4-BE49-F238E27FC236}">
                <a16:creationId xmlns:a16="http://schemas.microsoft.com/office/drawing/2014/main" id="{68333050-7516-D0B6-39F4-D830F63E98C0}"/>
              </a:ext>
            </a:extLst>
          </p:cNvPr>
          <p:cNvCxnSpPr>
            <a:cxnSpLocks/>
            <a:stCxn id="68" idx="3"/>
            <a:endCxn id="69" idx="1"/>
          </p:cNvCxnSpPr>
          <p:nvPr/>
        </p:nvCxnSpPr>
        <p:spPr>
          <a:xfrm>
            <a:off x="2197431" y="2518061"/>
            <a:ext cx="1754586" cy="1"/>
          </a:xfrm>
          <a:prstGeom prst="straightConnector1">
            <a:avLst/>
          </a:prstGeom>
          <a:ln w="9525">
            <a:solidFill>
              <a:schemeClr val="bg1">
                <a:lumMod val="85000"/>
              </a:scheme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CE946B2D-DD33-EC48-81E7-F2A4F5B30555}"/>
              </a:ext>
            </a:extLst>
          </p:cNvPr>
          <p:cNvCxnSpPr>
            <a:cxnSpLocks/>
            <a:stCxn id="69" idx="3"/>
            <a:endCxn id="70" idx="1"/>
          </p:cNvCxnSpPr>
          <p:nvPr/>
        </p:nvCxnSpPr>
        <p:spPr>
          <a:xfrm flipV="1">
            <a:off x="5321041" y="2518061"/>
            <a:ext cx="1699297" cy="1"/>
          </a:xfrm>
          <a:prstGeom prst="straightConnector1">
            <a:avLst/>
          </a:prstGeom>
          <a:ln w="9525">
            <a:solidFill>
              <a:schemeClr val="bg1">
                <a:lumMod val="85000"/>
              </a:scheme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6ADB2C12-3A64-5A29-555C-4510EBF7EEA9}"/>
              </a:ext>
            </a:extLst>
          </p:cNvPr>
          <p:cNvCxnSpPr>
            <a:cxnSpLocks/>
            <a:stCxn id="70" idx="3"/>
            <a:endCxn id="71" idx="1"/>
          </p:cNvCxnSpPr>
          <p:nvPr/>
        </p:nvCxnSpPr>
        <p:spPr>
          <a:xfrm>
            <a:off x="8389362" y="2518061"/>
            <a:ext cx="1245230" cy="0"/>
          </a:xfrm>
          <a:prstGeom prst="straightConnector1">
            <a:avLst/>
          </a:prstGeom>
          <a:ln w="9525">
            <a:solidFill>
              <a:schemeClr val="bg1">
                <a:lumMod val="85000"/>
              </a:scheme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7C739E44-4940-4466-1700-7A87DAFCB0E6}"/>
              </a:ext>
            </a:extLst>
          </p:cNvPr>
          <p:cNvCxnSpPr>
            <a:cxnSpLocks/>
            <a:endCxn id="91" idx="0"/>
          </p:cNvCxnSpPr>
          <p:nvPr/>
        </p:nvCxnSpPr>
        <p:spPr>
          <a:xfrm>
            <a:off x="3213007" y="2518062"/>
            <a:ext cx="1" cy="495691"/>
          </a:xfrm>
          <a:prstGeom prst="straightConnector1">
            <a:avLst/>
          </a:prstGeom>
          <a:ln w="9525">
            <a:solidFill>
              <a:schemeClr val="bg1">
                <a:lumMod val="85000"/>
              </a:scheme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11C0357C-1C1E-0A57-A17A-854706639054}"/>
              </a:ext>
            </a:extLst>
          </p:cNvPr>
          <p:cNvCxnSpPr>
            <a:cxnSpLocks/>
            <a:endCxn id="92" idx="0"/>
          </p:cNvCxnSpPr>
          <p:nvPr/>
        </p:nvCxnSpPr>
        <p:spPr>
          <a:xfrm>
            <a:off x="6105272" y="2524640"/>
            <a:ext cx="0" cy="509115"/>
          </a:xfrm>
          <a:prstGeom prst="straightConnector1">
            <a:avLst/>
          </a:prstGeom>
          <a:ln w="9525">
            <a:solidFill>
              <a:schemeClr val="bg1">
                <a:lumMod val="85000"/>
              </a:scheme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85A5CCCD-E6C4-12C5-00C0-C5500AA18538}"/>
              </a:ext>
            </a:extLst>
          </p:cNvPr>
          <p:cNvCxnSpPr>
            <a:cxnSpLocks/>
            <a:endCxn id="93" idx="0"/>
          </p:cNvCxnSpPr>
          <p:nvPr/>
        </p:nvCxnSpPr>
        <p:spPr>
          <a:xfrm>
            <a:off x="9199314" y="2524640"/>
            <a:ext cx="0" cy="516641"/>
          </a:xfrm>
          <a:prstGeom prst="straightConnector1">
            <a:avLst/>
          </a:prstGeom>
          <a:ln w="9525">
            <a:solidFill>
              <a:schemeClr val="bg1">
                <a:lumMod val="85000"/>
              </a:scheme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91" name="TextBox 90">
            <a:extLst>
              <a:ext uri="{FF2B5EF4-FFF2-40B4-BE49-F238E27FC236}">
                <a16:creationId xmlns:a16="http://schemas.microsoft.com/office/drawing/2014/main" id="{2A16B325-50E8-D8DF-F749-D6640DD96DC6}"/>
              </a:ext>
            </a:extLst>
          </p:cNvPr>
          <p:cNvSpPr txBox="1"/>
          <p:nvPr/>
        </p:nvSpPr>
        <p:spPr>
          <a:xfrm>
            <a:off x="2681898" y="3013753"/>
            <a:ext cx="1062219" cy="27143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sz="1000" noProof="0"/>
              <a:t>Coverage Error</a:t>
            </a:r>
          </a:p>
        </p:txBody>
      </p:sp>
      <p:sp>
        <p:nvSpPr>
          <p:cNvPr id="92" name="TextBox 91">
            <a:extLst>
              <a:ext uri="{FF2B5EF4-FFF2-40B4-BE49-F238E27FC236}">
                <a16:creationId xmlns:a16="http://schemas.microsoft.com/office/drawing/2014/main" id="{7D4DC5F0-1FB7-4313-47C2-3B4348091A51}"/>
              </a:ext>
            </a:extLst>
          </p:cNvPr>
          <p:cNvSpPr txBox="1"/>
          <p:nvPr/>
        </p:nvSpPr>
        <p:spPr>
          <a:xfrm>
            <a:off x="5574162" y="3033755"/>
            <a:ext cx="1062219" cy="246221"/>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noProof="0"/>
              <a:t>Sampling Error</a:t>
            </a:r>
          </a:p>
        </p:txBody>
      </p:sp>
      <p:sp>
        <p:nvSpPr>
          <p:cNvPr id="93" name="TextBox 92">
            <a:extLst>
              <a:ext uri="{FF2B5EF4-FFF2-40B4-BE49-F238E27FC236}">
                <a16:creationId xmlns:a16="http://schemas.microsoft.com/office/drawing/2014/main" id="{1184F116-6ECA-3566-37A1-92BA1A91FBF8}"/>
              </a:ext>
            </a:extLst>
          </p:cNvPr>
          <p:cNvSpPr txBox="1"/>
          <p:nvPr/>
        </p:nvSpPr>
        <p:spPr>
          <a:xfrm>
            <a:off x="8514803" y="3041281"/>
            <a:ext cx="1369021" cy="246221"/>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noProof="0"/>
              <a:t>Non‑response Error</a:t>
            </a:r>
          </a:p>
        </p:txBody>
      </p:sp>
      <p:cxnSp>
        <p:nvCxnSpPr>
          <p:cNvPr id="3" name="Straight Arrow Connector 2">
            <a:extLst>
              <a:ext uri="{FF2B5EF4-FFF2-40B4-BE49-F238E27FC236}">
                <a16:creationId xmlns:a16="http://schemas.microsoft.com/office/drawing/2014/main" id="{269843C2-B2AF-DF48-A26E-EB12F3BFF96E}"/>
              </a:ext>
            </a:extLst>
          </p:cNvPr>
          <p:cNvCxnSpPr>
            <a:cxnSpLocks/>
            <a:stCxn id="68" idx="2"/>
            <a:endCxn id="8" idx="0"/>
          </p:cNvCxnSpPr>
          <p:nvPr/>
        </p:nvCxnSpPr>
        <p:spPr>
          <a:xfrm flipH="1">
            <a:off x="1512918" y="2985785"/>
            <a:ext cx="1" cy="647320"/>
          </a:xfrm>
          <a:prstGeom prst="straightConnector1">
            <a:avLst/>
          </a:prstGeom>
          <a:ln w="9525">
            <a:solidFill>
              <a:schemeClr val="bg1">
                <a:lumMod val="85000"/>
              </a:scheme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F046CC90-AE4D-0011-8126-605DEE4AE992}"/>
              </a:ext>
            </a:extLst>
          </p:cNvPr>
          <p:cNvSpPr txBox="1"/>
          <p:nvPr/>
        </p:nvSpPr>
        <p:spPr>
          <a:xfrm>
            <a:off x="589936" y="3633105"/>
            <a:ext cx="1845963" cy="784830"/>
          </a:xfrm>
          <a:prstGeom prst="rect">
            <a:avLst/>
          </a:prstGeom>
          <a:noFill/>
        </p:spPr>
        <p:txBody>
          <a:bodyPr wrap="square">
            <a:spAutoFit/>
          </a:bodyPr>
          <a:lstStyle>
            <a:defPPr>
              <a:defRPr lang="en-US"/>
            </a:defPPr>
            <a:lvl1pPr algn="ctr">
              <a:defRPr sz="1100"/>
            </a:lvl1pPr>
          </a:lstStyle>
          <a:p>
            <a:r>
              <a:rPr lang="en-GB" sz="900" b="1" noProof="0"/>
              <a:t>This refers to the population of interest for the research.</a:t>
            </a:r>
          </a:p>
          <a:p>
            <a:endParaRPr lang="en-GB" sz="900" b="1" noProof="0"/>
          </a:p>
          <a:p>
            <a:r>
              <a:rPr lang="en-GB" sz="900" b="1" i="1" noProof="0">
                <a:highlight>
                  <a:srgbClr val="FFC000"/>
                </a:highlight>
              </a:rPr>
              <a:t>For example, all residents of Cali aged between 18 and 25.</a:t>
            </a:r>
          </a:p>
        </p:txBody>
      </p:sp>
      <p:cxnSp>
        <p:nvCxnSpPr>
          <p:cNvPr id="9" name="Straight Arrow Connector 8">
            <a:extLst>
              <a:ext uri="{FF2B5EF4-FFF2-40B4-BE49-F238E27FC236}">
                <a16:creationId xmlns:a16="http://schemas.microsoft.com/office/drawing/2014/main" id="{DC8E4B1E-2CCA-909D-8D0E-8398AAE3B25E}"/>
              </a:ext>
            </a:extLst>
          </p:cNvPr>
          <p:cNvCxnSpPr>
            <a:cxnSpLocks/>
            <a:stCxn id="69" idx="2"/>
            <a:endCxn id="14" idx="0"/>
          </p:cNvCxnSpPr>
          <p:nvPr/>
        </p:nvCxnSpPr>
        <p:spPr>
          <a:xfrm>
            <a:off x="4636529" y="2882325"/>
            <a:ext cx="1" cy="750780"/>
          </a:xfrm>
          <a:prstGeom prst="straightConnector1">
            <a:avLst/>
          </a:prstGeom>
          <a:ln w="9525">
            <a:solidFill>
              <a:schemeClr val="bg1">
                <a:lumMod val="85000"/>
              </a:scheme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6644064-1C1C-B62D-4853-E1F5C25882F8}"/>
              </a:ext>
            </a:extLst>
          </p:cNvPr>
          <p:cNvSpPr txBox="1"/>
          <p:nvPr/>
        </p:nvSpPr>
        <p:spPr>
          <a:xfrm>
            <a:off x="3713548" y="3633105"/>
            <a:ext cx="1845963" cy="923330"/>
          </a:xfrm>
          <a:prstGeom prst="rect">
            <a:avLst/>
          </a:prstGeom>
          <a:noFill/>
        </p:spPr>
        <p:txBody>
          <a:bodyPr wrap="square">
            <a:spAutoFit/>
          </a:bodyPr>
          <a:lstStyle>
            <a:defPPr>
              <a:defRPr lang="en-US"/>
            </a:defPPr>
            <a:lvl1pPr algn="ctr">
              <a:defRPr sz="1100"/>
            </a:lvl1pPr>
          </a:lstStyle>
          <a:p>
            <a:r>
              <a:rPr lang="en-GB" sz="900" b="1" noProof="0"/>
              <a:t>This represents all individuals who could potentially be surveyed.</a:t>
            </a:r>
          </a:p>
          <a:p>
            <a:endParaRPr lang="en-GB" sz="900" b="1" noProof="0"/>
          </a:p>
          <a:p>
            <a:r>
              <a:rPr lang="en-GB" sz="900" b="1" i="1" noProof="0">
                <a:highlight>
                  <a:srgbClr val="FFC000"/>
                </a:highlight>
              </a:rPr>
              <a:t>Individuals aged 18–25 who use digital media (≈120,000).</a:t>
            </a:r>
          </a:p>
        </p:txBody>
      </p:sp>
      <p:cxnSp>
        <p:nvCxnSpPr>
          <p:cNvPr id="15" name="Straight Arrow Connector 14">
            <a:extLst>
              <a:ext uri="{FF2B5EF4-FFF2-40B4-BE49-F238E27FC236}">
                <a16:creationId xmlns:a16="http://schemas.microsoft.com/office/drawing/2014/main" id="{7ABD6085-0CCC-A449-0DFB-39EF8BE25FE3}"/>
              </a:ext>
            </a:extLst>
          </p:cNvPr>
          <p:cNvCxnSpPr>
            <a:cxnSpLocks/>
            <a:stCxn id="70" idx="2"/>
            <a:endCxn id="19" idx="0"/>
          </p:cNvCxnSpPr>
          <p:nvPr/>
        </p:nvCxnSpPr>
        <p:spPr>
          <a:xfrm>
            <a:off x="7704850" y="2798336"/>
            <a:ext cx="3850" cy="834770"/>
          </a:xfrm>
          <a:prstGeom prst="straightConnector1">
            <a:avLst/>
          </a:prstGeom>
          <a:ln w="9525">
            <a:solidFill>
              <a:schemeClr val="bg1">
                <a:lumMod val="85000"/>
              </a:scheme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863E9EEE-B491-7DD4-4C95-40230DD3BD90}"/>
              </a:ext>
            </a:extLst>
          </p:cNvPr>
          <p:cNvSpPr txBox="1"/>
          <p:nvPr/>
        </p:nvSpPr>
        <p:spPr>
          <a:xfrm>
            <a:off x="6467324" y="3633106"/>
            <a:ext cx="2482752" cy="784830"/>
          </a:xfrm>
          <a:prstGeom prst="rect">
            <a:avLst/>
          </a:prstGeom>
          <a:noFill/>
        </p:spPr>
        <p:txBody>
          <a:bodyPr wrap="square">
            <a:spAutoFit/>
          </a:bodyPr>
          <a:lstStyle>
            <a:defPPr>
              <a:defRPr lang="en-US"/>
            </a:defPPr>
            <a:lvl1pPr algn="ctr">
              <a:defRPr sz="1100"/>
            </a:lvl1pPr>
          </a:lstStyle>
          <a:p>
            <a:r>
              <a:rPr lang="en-GB" sz="900" b="1" noProof="0"/>
              <a:t>All individuals expected to complete the survey.</a:t>
            </a:r>
          </a:p>
          <a:p>
            <a:r>
              <a:rPr lang="en-GB" sz="900" i="1" noProof="0"/>
              <a:t>Individuals are drawn from the effective frame according to different methods</a:t>
            </a:r>
            <a:r>
              <a:rPr lang="en-GB" sz="900" noProof="0"/>
              <a:t>.</a:t>
            </a:r>
          </a:p>
          <a:p>
            <a:r>
              <a:rPr lang="en-GB" sz="900" b="1" i="1" noProof="0">
                <a:highlight>
                  <a:srgbClr val="FFC000"/>
                </a:highlight>
              </a:rPr>
              <a:t>3,000 invited; expected 1,000 completes.</a:t>
            </a:r>
          </a:p>
        </p:txBody>
      </p:sp>
      <p:cxnSp>
        <p:nvCxnSpPr>
          <p:cNvPr id="21" name="Straight Arrow Connector 20">
            <a:extLst>
              <a:ext uri="{FF2B5EF4-FFF2-40B4-BE49-F238E27FC236}">
                <a16:creationId xmlns:a16="http://schemas.microsoft.com/office/drawing/2014/main" id="{7DFC8D8E-592C-2102-4C8D-59C502425224}"/>
              </a:ext>
            </a:extLst>
          </p:cNvPr>
          <p:cNvCxnSpPr>
            <a:cxnSpLocks/>
            <a:stCxn id="71" idx="2"/>
            <a:endCxn id="26" idx="0"/>
          </p:cNvCxnSpPr>
          <p:nvPr/>
        </p:nvCxnSpPr>
        <p:spPr>
          <a:xfrm flipH="1">
            <a:off x="10319103" y="2723445"/>
            <a:ext cx="1" cy="909660"/>
          </a:xfrm>
          <a:prstGeom prst="straightConnector1">
            <a:avLst/>
          </a:prstGeom>
          <a:ln w="9525">
            <a:solidFill>
              <a:schemeClr val="bg1">
                <a:lumMod val="85000"/>
              </a:scheme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6C1F22EE-9314-C062-FA8E-D859430CA699}"/>
              </a:ext>
            </a:extLst>
          </p:cNvPr>
          <p:cNvSpPr txBox="1"/>
          <p:nvPr/>
        </p:nvSpPr>
        <p:spPr>
          <a:xfrm>
            <a:off x="9634592" y="3633105"/>
            <a:ext cx="1369022" cy="646331"/>
          </a:xfrm>
          <a:prstGeom prst="rect">
            <a:avLst/>
          </a:prstGeom>
          <a:noFill/>
        </p:spPr>
        <p:txBody>
          <a:bodyPr wrap="square">
            <a:spAutoFit/>
          </a:bodyPr>
          <a:lstStyle>
            <a:defPPr>
              <a:defRPr lang="en-US"/>
            </a:defPPr>
            <a:lvl1pPr algn="ctr">
              <a:defRPr sz="1100"/>
            </a:lvl1pPr>
          </a:lstStyle>
          <a:p>
            <a:r>
              <a:rPr lang="en-GB" sz="900" b="1" noProof="0"/>
              <a:t>All individuals who complete the survey</a:t>
            </a:r>
          </a:p>
          <a:p>
            <a:r>
              <a:rPr lang="en-GB" sz="900" b="1" i="1" noProof="0">
                <a:highlight>
                  <a:srgbClr val="FFC000"/>
                </a:highlight>
              </a:rPr>
              <a:t>912 complete and pass quality checks.</a:t>
            </a:r>
          </a:p>
        </p:txBody>
      </p:sp>
      <p:cxnSp>
        <p:nvCxnSpPr>
          <p:cNvPr id="39" name="Connector: Elbow 38">
            <a:extLst>
              <a:ext uri="{FF2B5EF4-FFF2-40B4-BE49-F238E27FC236}">
                <a16:creationId xmlns:a16="http://schemas.microsoft.com/office/drawing/2014/main" id="{D1553548-A3AA-63C0-4302-4224FAE7E6E7}"/>
              </a:ext>
            </a:extLst>
          </p:cNvPr>
          <p:cNvCxnSpPr>
            <a:cxnSpLocks/>
            <a:stCxn id="68" idx="0"/>
            <a:endCxn id="71" idx="0"/>
          </p:cNvCxnSpPr>
          <p:nvPr/>
        </p:nvCxnSpPr>
        <p:spPr>
          <a:xfrm rot="16200000" flipH="1">
            <a:off x="5784841" y="-2221586"/>
            <a:ext cx="262339" cy="8806185"/>
          </a:xfrm>
          <a:prstGeom prst="bentConnector3">
            <a:avLst>
              <a:gd name="adj1" fmla="val -33515"/>
            </a:avLst>
          </a:prstGeom>
          <a:ln w="9525">
            <a:solidFill>
              <a:schemeClr val="bg1">
                <a:lumMod val="85000"/>
              </a:scheme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AE285B4E-6DE1-39F5-3445-8E8EA3D77A3B}"/>
              </a:ext>
            </a:extLst>
          </p:cNvPr>
          <p:cNvSpPr txBox="1"/>
          <p:nvPr/>
        </p:nvSpPr>
        <p:spPr>
          <a:xfrm>
            <a:off x="5362734" y="1790688"/>
            <a:ext cx="1485073" cy="2689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noProof="0"/>
              <a:t>Selection Bias</a:t>
            </a:r>
          </a:p>
        </p:txBody>
      </p:sp>
      <p:sp>
        <p:nvSpPr>
          <p:cNvPr id="61" name="TextBox 60">
            <a:extLst>
              <a:ext uri="{FF2B5EF4-FFF2-40B4-BE49-F238E27FC236}">
                <a16:creationId xmlns:a16="http://schemas.microsoft.com/office/drawing/2014/main" id="{660BDA5A-A609-E6CC-AC6B-2F568CBDFF2D}"/>
              </a:ext>
            </a:extLst>
          </p:cNvPr>
          <p:cNvSpPr txBox="1"/>
          <p:nvPr/>
        </p:nvSpPr>
        <p:spPr>
          <a:xfrm>
            <a:off x="1996151" y="5027873"/>
            <a:ext cx="2433712" cy="784830"/>
          </a:xfrm>
          <a:prstGeom prst="rect">
            <a:avLst/>
          </a:prstGeom>
          <a:noFill/>
        </p:spPr>
        <p:txBody>
          <a:bodyPr wrap="square">
            <a:spAutoFit/>
          </a:bodyPr>
          <a:lstStyle>
            <a:defPPr>
              <a:defRPr lang="en-US"/>
            </a:defPPr>
            <a:lvl1pPr algn="ctr">
              <a:defRPr sz="1100"/>
            </a:lvl1pPr>
          </a:lstStyle>
          <a:p>
            <a:r>
              <a:rPr lang="en-GB" sz="900" b="1" noProof="0"/>
              <a:t>The sampling frame includes only residents aged 18–25 who use digital media. </a:t>
            </a:r>
            <a:r>
              <a:rPr lang="en-GB" sz="900" i="1" noProof="0"/>
              <a:t>However, approximately </a:t>
            </a:r>
            <a:r>
              <a:rPr lang="en-GB" sz="900" b="1" i="1" noProof="0">
                <a:highlight>
                  <a:srgbClr val="FFC000"/>
                </a:highlight>
              </a:rPr>
              <a:t>25% of youth in low‑income areas of Cali have limited or no access to digital platforms.</a:t>
            </a:r>
          </a:p>
        </p:txBody>
      </p:sp>
      <p:cxnSp>
        <p:nvCxnSpPr>
          <p:cNvPr id="62" name="Straight Arrow Connector 61">
            <a:extLst>
              <a:ext uri="{FF2B5EF4-FFF2-40B4-BE49-F238E27FC236}">
                <a16:creationId xmlns:a16="http://schemas.microsoft.com/office/drawing/2014/main" id="{668EDC68-7C63-31B5-7E1B-1F71C229711A}"/>
              </a:ext>
            </a:extLst>
          </p:cNvPr>
          <p:cNvCxnSpPr>
            <a:cxnSpLocks/>
            <a:stCxn id="91" idx="2"/>
            <a:endCxn id="61" idx="0"/>
          </p:cNvCxnSpPr>
          <p:nvPr/>
        </p:nvCxnSpPr>
        <p:spPr>
          <a:xfrm flipH="1">
            <a:off x="3213007" y="3285183"/>
            <a:ext cx="1" cy="1742690"/>
          </a:xfrm>
          <a:prstGeom prst="straightConnector1">
            <a:avLst/>
          </a:prstGeom>
          <a:ln w="9525">
            <a:solidFill>
              <a:schemeClr val="bg1">
                <a:lumMod val="85000"/>
              </a:scheme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CC7B21CD-5D02-E1FE-DB65-CEE17C9DBE17}"/>
              </a:ext>
            </a:extLst>
          </p:cNvPr>
          <p:cNvCxnSpPr>
            <a:cxnSpLocks/>
            <a:stCxn id="92" idx="2"/>
            <a:endCxn id="75" idx="0"/>
          </p:cNvCxnSpPr>
          <p:nvPr/>
        </p:nvCxnSpPr>
        <p:spPr>
          <a:xfrm flipH="1">
            <a:off x="6105270" y="3279976"/>
            <a:ext cx="2" cy="1745173"/>
          </a:xfrm>
          <a:prstGeom prst="straightConnector1">
            <a:avLst/>
          </a:prstGeom>
          <a:ln w="9525">
            <a:solidFill>
              <a:schemeClr val="bg1">
                <a:lumMod val="85000"/>
              </a:scheme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BE336643-6C3C-DED4-37C2-A3ED93EC1632}"/>
              </a:ext>
            </a:extLst>
          </p:cNvPr>
          <p:cNvSpPr txBox="1"/>
          <p:nvPr/>
        </p:nvSpPr>
        <p:spPr>
          <a:xfrm>
            <a:off x="4506421" y="5025149"/>
            <a:ext cx="3197697" cy="923330"/>
          </a:xfrm>
          <a:prstGeom prst="rect">
            <a:avLst/>
          </a:prstGeom>
          <a:noFill/>
        </p:spPr>
        <p:txBody>
          <a:bodyPr wrap="square">
            <a:spAutoFit/>
          </a:bodyPr>
          <a:lstStyle>
            <a:defPPr>
              <a:defRPr lang="en-US"/>
            </a:defPPr>
            <a:lvl1pPr algn="ctr">
              <a:defRPr sz="1100"/>
            </a:lvl1pPr>
          </a:lstStyle>
          <a:p>
            <a:r>
              <a:rPr lang="en-GB" sz="900" b="1" noProof="0"/>
              <a:t>Suppose the true proportion of 18–25-year-olds in Cali who support the new public transport policy is 62%. </a:t>
            </a:r>
            <a:r>
              <a:rPr lang="en-GB" sz="900" i="1" noProof="0"/>
              <a:t>If we were to draw a simple random sample of 1,000 individuals from the sampling frame, </a:t>
            </a:r>
            <a:r>
              <a:rPr lang="en-GB" sz="900" b="1" i="1" noProof="0">
                <a:highlight>
                  <a:srgbClr val="FFC000"/>
                </a:highlight>
              </a:rPr>
              <a:t>the sample estimate might be 59% or 65% purely by chance</a:t>
            </a:r>
            <a:r>
              <a:rPr lang="en-GB" sz="900" i="1" noProof="0"/>
              <a:t>. This deviation is sampling error</a:t>
            </a:r>
            <a:endParaRPr lang="en-GB" sz="900" i="1" noProof="0">
              <a:highlight>
                <a:srgbClr val="FFC000"/>
              </a:highlight>
            </a:endParaRPr>
          </a:p>
        </p:txBody>
      </p:sp>
      <p:sp>
        <p:nvSpPr>
          <p:cNvPr id="98" name="TextBox 97">
            <a:extLst>
              <a:ext uri="{FF2B5EF4-FFF2-40B4-BE49-F238E27FC236}">
                <a16:creationId xmlns:a16="http://schemas.microsoft.com/office/drawing/2014/main" id="{65D4CE34-0BA4-5FF8-FE11-79A2F8C6846E}"/>
              </a:ext>
            </a:extLst>
          </p:cNvPr>
          <p:cNvSpPr txBox="1"/>
          <p:nvPr/>
        </p:nvSpPr>
        <p:spPr>
          <a:xfrm>
            <a:off x="7773056" y="5018748"/>
            <a:ext cx="2849231" cy="784830"/>
          </a:xfrm>
          <a:prstGeom prst="rect">
            <a:avLst/>
          </a:prstGeom>
          <a:noFill/>
        </p:spPr>
        <p:txBody>
          <a:bodyPr wrap="square">
            <a:spAutoFit/>
          </a:bodyPr>
          <a:lstStyle>
            <a:defPPr>
              <a:defRPr lang="en-US"/>
            </a:defPPr>
            <a:lvl1pPr algn="ctr">
              <a:defRPr sz="900" b="1"/>
            </a:lvl1pPr>
          </a:lstStyle>
          <a:p>
            <a:r>
              <a:rPr lang="en-GB" noProof="0"/>
              <a:t>Out of 3,000 invited individuals, only 912 completed the survey. </a:t>
            </a:r>
            <a:r>
              <a:rPr lang="en-GB" b="0" noProof="0"/>
              <a:t>Non‑respondents were mainly </a:t>
            </a:r>
            <a:r>
              <a:rPr lang="en-GB" i="1" noProof="0">
                <a:highlight>
                  <a:srgbClr val="FFC000"/>
                </a:highlight>
              </a:rPr>
              <a:t>full‑time workers with different digital habits</a:t>
            </a:r>
            <a:r>
              <a:rPr lang="en-GB" b="0" noProof="0"/>
              <a:t>. If their views differ from respondents’, estimates may suffer from non‑response error.</a:t>
            </a:r>
          </a:p>
        </p:txBody>
      </p:sp>
      <p:cxnSp>
        <p:nvCxnSpPr>
          <p:cNvPr id="99" name="Straight Arrow Connector 98">
            <a:extLst>
              <a:ext uri="{FF2B5EF4-FFF2-40B4-BE49-F238E27FC236}">
                <a16:creationId xmlns:a16="http://schemas.microsoft.com/office/drawing/2014/main" id="{064C747C-0AD4-1D82-60B2-102E18C432ED}"/>
              </a:ext>
            </a:extLst>
          </p:cNvPr>
          <p:cNvCxnSpPr>
            <a:cxnSpLocks/>
            <a:stCxn id="93" idx="2"/>
            <a:endCxn id="98" idx="0"/>
          </p:cNvCxnSpPr>
          <p:nvPr/>
        </p:nvCxnSpPr>
        <p:spPr>
          <a:xfrm flipH="1">
            <a:off x="9197672" y="3287502"/>
            <a:ext cx="1642" cy="1731246"/>
          </a:xfrm>
          <a:prstGeom prst="straightConnector1">
            <a:avLst/>
          </a:prstGeom>
          <a:ln w="9525">
            <a:solidFill>
              <a:schemeClr val="bg1">
                <a:lumMod val="85000"/>
              </a:scheme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8" name="TextBox 107">
            <a:extLst>
              <a:ext uri="{FF2B5EF4-FFF2-40B4-BE49-F238E27FC236}">
                <a16:creationId xmlns:a16="http://schemas.microsoft.com/office/drawing/2014/main" id="{1F0577C5-0740-F6A7-649F-896739E3E123}"/>
              </a:ext>
            </a:extLst>
          </p:cNvPr>
          <p:cNvSpPr txBox="1"/>
          <p:nvPr/>
        </p:nvSpPr>
        <p:spPr>
          <a:xfrm>
            <a:off x="2769602" y="1274341"/>
            <a:ext cx="6669450" cy="369332"/>
          </a:xfrm>
          <a:prstGeom prst="rect">
            <a:avLst/>
          </a:prstGeom>
          <a:noFill/>
        </p:spPr>
        <p:txBody>
          <a:bodyPr wrap="square">
            <a:spAutoFit/>
          </a:bodyPr>
          <a:lstStyle>
            <a:defPPr>
              <a:defRPr lang="en-US"/>
            </a:defPPr>
            <a:lvl1pPr algn="ctr">
              <a:defRPr sz="900" b="1"/>
            </a:lvl1pPr>
          </a:lstStyle>
          <a:p>
            <a:r>
              <a:rPr lang="en-GB" b="0" noProof="0"/>
              <a:t>The systematic difference between the target population and the effective sample, </a:t>
            </a:r>
            <a:r>
              <a:rPr lang="en-GB" noProof="0">
                <a:highlight>
                  <a:srgbClr val="FFC000"/>
                </a:highlight>
              </a:rPr>
              <a:t>arising from non‑random mechanisms at any stage (coverage, recruitment, or response)</a:t>
            </a:r>
            <a:r>
              <a:rPr lang="en-GB" b="0" noProof="0"/>
              <a:t>, such that your estimates would be different even with infinite sample size</a:t>
            </a:r>
          </a:p>
        </p:txBody>
      </p:sp>
      <p:cxnSp>
        <p:nvCxnSpPr>
          <p:cNvPr id="109" name="Straight Arrow Connector 108">
            <a:extLst>
              <a:ext uri="{FF2B5EF4-FFF2-40B4-BE49-F238E27FC236}">
                <a16:creationId xmlns:a16="http://schemas.microsoft.com/office/drawing/2014/main" id="{BF3D1039-B060-7246-4EDA-BF5F388A39F5}"/>
              </a:ext>
            </a:extLst>
          </p:cNvPr>
          <p:cNvCxnSpPr>
            <a:cxnSpLocks/>
            <a:stCxn id="41" idx="0"/>
            <a:endCxn id="108" idx="2"/>
          </p:cNvCxnSpPr>
          <p:nvPr/>
        </p:nvCxnSpPr>
        <p:spPr>
          <a:xfrm flipH="1" flipV="1">
            <a:off x="6104327" y="1643673"/>
            <a:ext cx="944" cy="147015"/>
          </a:xfrm>
          <a:prstGeom prst="straightConnector1">
            <a:avLst/>
          </a:prstGeom>
          <a:ln w="9525">
            <a:solidFill>
              <a:schemeClr val="bg1">
                <a:lumMod val="85000"/>
              </a:scheme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13" name="Slide Number Placeholder 5">
            <a:extLst>
              <a:ext uri="{FF2B5EF4-FFF2-40B4-BE49-F238E27FC236}">
                <a16:creationId xmlns:a16="http://schemas.microsoft.com/office/drawing/2014/main" id="{2BE623F7-C2C2-8D96-C710-20710C138C84}"/>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9</a:t>
            </a:fld>
            <a:endParaRPr lang="en-GB" noProof="0"/>
          </a:p>
        </p:txBody>
      </p:sp>
      <p:sp>
        <p:nvSpPr>
          <p:cNvPr id="114" name="Date Placeholder 3">
            <a:extLst>
              <a:ext uri="{FF2B5EF4-FFF2-40B4-BE49-F238E27FC236}">
                <a16:creationId xmlns:a16="http://schemas.microsoft.com/office/drawing/2014/main" id="{145D27C9-2EF5-8354-CA3E-051BFE80A3CE}"/>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Tree>
    <p:extLst>
      <p:ext uri="{BB962C8B-B14F-4D97-AF65-F5344CB8AC3E}">
        <p14:creationId xmlns:p14="http://schemas.microsoft.com/office/powerpoint/2010/main" val="39846892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500"/>
                                        <p:tgtEl>
                                          <p:spTgt spid="6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2"/>
                                        </p:tgtEl>
                                        <p:attrNameLst>
                                          <p:attrName>style.visibility</p:attrName>
                                        </p:attrNameLst>
                                      </p:cBhvr>
                                      <p:to>
                                        <p:strVal val="visible"/>
                                      </p:to>
                                    </p:set>
                                    <p:animEffect transition="in" filter="fade">
                                      <p:cBhvr>
                                        <p:cTn id="20" dur="500"/>
                                        <p:tgtEl>
                                          <p:spTgt spid="8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fade">
                                      <p:cBhvr>
                                        <p:cTn id="23" dur="500"/>
                                        <p:tgtEl>
                                          <p:spTgt spid="6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86"/>
                                        </p:tgtEl>
                                        <p:attrNameLst>
                                          <p:attrName>style.visibility</p:attrName>
                                        </p:attrNameLst>
                                      </p:cBhvr>
                                      <p:to>
                                        <p:strVal val="visible"/>
                                      </p:to>
                                    </p:set>
                                    <p:animEffect transition="in" filter="fade">
                                      <p:cBhvr>
                                        <p:cTn id="36" dur="500"/>
                                        <p:tgtEl>
                                          <p:spTgt spid="8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91"/>
                                        </p:tgtEl>
                                        <p:attrNameLst>
                                          <p:attrName>style.visibility</p:attrName>
                                        </p:attrNameLst>
                                      </p:cBhvr>
                                      <p:to>
                                        <p:strVal val="visible"/>
                                      </p:to>
                                    </p:set>
                                    <p:animEffect transition="in" filter="fade">
                                      <p:cBhvr>
                                        <p:cTn id="39" dur="500"/>
                                        <p:tgtEl>
                                          <p:spTgt spid="91"/>
                                        </p:tgtEl>
                                      </p:cBhvr>
                                    </p:animEffect>
                                  </p:childTnLst>
                                </p:cTn>
                              </p:par>
                              <p:par>
                                <p:cTn id="40" presetID="10" presetClass="entr" presetSubtype="0" fill="hold" nodeType="withEffect">
                                  <p:stCondLst>
                                    <p:cond delay="0"/>
                                  </p:stCondLst>
                                  <p:childTnLst>
                                    <p:set>
                                      <p:cBhvr>
                                        <p:cTn id="41" dur="1" fill="hold">
                                          <p:stCondLst>
                                            <p:cond delay="0"/>
                                          </p:stCondLst>
                                        </p:cTn>
                                        <p:tgtEl>
                                          <p:spTgt spid="62"/>
                                        </p:tgtEl>
                                        <p:attrNameLst>
                                          <p:attrName>style.visibility</p:attrName>
                                        </p:attrNameLst>
                                      </p:cBhvr>
                                      <p:to>
                                        <p:strVal val="visible"/>
                                      </p:to>
                                    </p:set>
                                    <p:animEffect transition="in" filter="fade">
                                      <p:cBhvr>
                                        <p:cTn id="42" dur="500"/>
                                        <p:tgtEl>
                                          <p:spTgt spid="6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1"/>
                                        </p:tgtEl>
                                        <p:attrNameLst>
                                          <p:attrName>style.visibility</p:attrName>
                                        </p:attrNameLst>
                                      </p:cBhvr>
                                      <p:to>
                                        <p:strVal val="visible"/>
                                      </p:to>
                                    </p:set>
                                    <p:animEffect transition="in" filter="fade">
                                      <p:cBhvr>
                                        <p:cTn id="45" dur="500"/>
                                        <p:tgtEl>
                                          <p:spTgt spid="61"/>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84"/>
                                        </p:tgtEl>
                                        <p:attrNameLst>
                                          <p:attrName>style.visibility</p:attrName>
                                        </p:attrNameLst>
                                      </p:cBhvr>
                                      <p:to>
                                        <p:strVal val="visible"/>
                                      </p:to>
                                    </p:set>
                                    <p:animEffect transition="in" filter="fade">
                                      <p:cBhvr>
                                        <p:cTn id="50" dur="500"/>
                                        <p:tgtEl>
                                          <p:spTgt spid="8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70"/>
                                        </p:tgtEl>
                                        <p:attrNameLst>
                                          <p:attrName>style.visibility</p:attrName>
                                        </p:attrNameLst>
                                      </p:cBhvr>
                                      <p:to>
                                        <p:strVal val="visible"/>
                                      </p:to>
                                    </p:set>
                                    <p:animEffect transition="in" filter="fade">
                                      <p:cBhvr>
                                        <p:cTn id="53" dur="500"/>
                                        <p:tgtEl>
                                          <p:spTgt spid="7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89"/>
                                        </p:tgtEl>
                                        <p:attrNameLst>
                                          <p:attrName>style.visibility</p:attrName>
                                        </p:attrNameLst>
                                      </p:cBhvr>
                                      <p:to>
                                        <p:strVal val="visible"/>
                                      </p:to>
                                    </p:set>
                                    <p:animEffect transition="in" filter="fade">
                                      <p:cBhvr>
                                        <p:cTn id="66" dur="500"/>
                                        <p:tgtEl>
                                          <p:spTgt spid="8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92"/>
                                        </p:tgtEl>
                                        <p:attrNameLst>
                                          <p:attrName>style.visibility</p:attrName>
                                        </p:attrNameLst>
                                      </p:cBhvr>
                                      <p:to>
                                        <p:strVal val="visible"/>
                                      </p:to>
                                    </p:set>
                                    <p:animEffect transition="in" filter="fade">
                                      <p:cBhvr>
                                        <p:cTn id="69" dur="500"/>
                                        <p:tgtEl>
                                          <p:spTgt spid="92"/>
                                        </p:tgtEl>
                                      </p:cBhvr>
                                    </p:animEffect>
                                  </p:childTnLst>
                                </p:cTn>
                              </p:par>
                              <p:par>
                                <p:cTn id="70" presetID="10" presetClass="entr" presetSubtype="0" fill="hold" nodeType="withEffect">
                                  <p:stCondLst>
                                    <p:cond delay="0"/>
                                  </p:stCondLst>
                                  <p:childTnLst>
                                    <p:set>
                                      <p:cBhvr>
                                        <p:cTn id="71" dur="1" fill="hold">
                                          <p:stCondLst>
                                            <p:cond delay="0"/>
                                          </p:stCondLst>
                                        </p:cTn>
                                        <p:tgtEl>
                                          <p:spTgt spid="73"/>
                                        </p:tgtEl>
                                        <p:attrNameLst>
                                          <p:attrName>style.visibility</p:attrName>
                                        </p:attrNameLst>
                                      </p:cBhvr>
                                      <p:to>
                                        <p:strVal val="visible"/>
                                      </p:to>
                                    </p:set>
                                    <p:animEffect transition="in" filter="fade">
                                      <p:cBhvr>
                                        <p:cTn id="72" dur="500"/>
                                        <p:tgtEl>
                                          <p:spTgt spid="7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75"/>
                                        </p:tgtEl>
                                        <p:attrNameLst>
                                          <p:attrName>style.visibility</p:attrName>
                                        </p:attrNameLst>
                                      </p:cBhvr>
                                      <p:to>
                                        <p:strVal val="visible"/>
                                      </p:to>
                                    </p:set>
                                    <p:animEffect transition="in" filter="fade">
                                      <p:cBhvr>
                                        <p:cTn id="75" dur="500"/>
                                        <p:tgtEl>
                                          <p:spTgt spid="75"/>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85"/>
                                        </p:tgtEl>
                                        <p:attrNameLst>
                                          <p:attrName>style.visibility</p:attrName>
                                        </p:attrNameLst>
                                      </p:cBhvr>
                                      <p:to>
                                        <p:strVal val="visible"/>
                                      </p:to>
                                    </p:set>
                                    <p:animEffect transition="in" filter="fade">
                                      <p:cBhvr>
                                        <p:cTn id="80" dur="500"/>
                                        <p:tgtEl>
                                          <p:spTgt spid="8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71"/>
                                        </p:tgtEl>
                                        <p:attrNameLst>
                                          <p:attrName>style.visibility</p:attrName>
                                        </p:attrNameLst>
                                      </p:cBhvr>
                                      <p:to>
                                        <p:strVal val="visible"/>
                                      </p:to>
                                    </p:set>
                                    <p:animEffect transition="in" filter="fade">
                                      <p:cBhvr>
                                        <p:cTn id="83" dur="500"/>
                                        <p:tgtEl>
                                          <p:spTgt spid="71"/>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500"/>
                                        <p:tgtEl>
                                          <p:spTgt spid="2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6"/>
                                        </p:tgtEl>
                                        <p:attrNameLst>
                                          <p:attrName>style.visibility</p:attrName>
                                        </p:attrNameLst>
                                      </p:cBhvr>
                                      <p:to>
                                        <p:strVal val="visible"/>
                                      </p:to>
                                    </p:set>
                                    <p:animEffect transition="in" filter="fade">
                                      <p:cBhvr>
                                        <p:cTn id="91" dur="500"/>
                                        <p:tgtEl>
                                          <p:spTgt spid="26"/>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90"/>
                                        </p:tgtEl>
                                        <p:attrNameLst>
                                          <p:attrName>style.visibility</p:attrName>
                                        </p:attrNameLst>
                                      </p:cBhvr>
                                      <p:to>
                                        <p:strVal val="visible"/>
                                      </p:to>
                                    </p:set>
                                    <p:animEffect transition="in" filter="fade">
                                      <p:cBhvr>
                                        <p:cTn id="96" dur="500"/>
                                        <p:tgtEl>
                                          <p:spTgt spid="9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93"/>
                                        </p:tgtEl>
                                        <p:attrNameLst>
                                          <p:attrName>style.visibility</p:attrName>
                                        </p:attrNameLst>
                                      </p:cBhvr>
                                      <p:to>
                                        <p:strVal val="visible"/>
                                      </p:to>
                                    </p:set>
                                    <p:animEffect transition="in" filter="fade">
                                      <p:cBhvr>
                                        <p:cTn id="99" dur="500"/>
                                        <p:tgtEl>
                                          <p:spTgt spid="93"/>
                                        </p:tgtEl>
                                      </p:cBhvr>
                                    </p:animEffect>
                                  </p:childTnLst>
                                </p:cTn>
                              </p:par>
                              <p:par>
                                <p:cTn id="100" presetID="10" presetClass="entr" presetSubtype="0" fill="hold" nodeType="withEffect">
                                  <p:stCondLst>
                                    <p:cond delay="0"/>
                                  </p:stCondLst>
                                  <p:childTnLst>
                                    <p:set>
                                      <p:cBhvr>
                                        <p:cTn id="101" dur="1" fill="hold">
                                          <p:stCondLst>
                                            <p:cond delay="0"/>
                                          </p:stCondLst>
                                        </p:cTn>
                                        <p:tgtEl>
                                          <p:spTgt spid="99"/>
                                        </p:tgtEl>
                                        <p:attrNameLst>
                                          <p:attrName>style.visibility</p:attrName>
                                        </p:attrNameLst>
                                      </p:cBhvr>
                                      <p:to>
                                        <p:strVal val="visible"/>
                                      </p:to>
                                    </p:set>
                                    <p:animEffect transition="in" filter="fade">
                                      <p:cBhvr>
                                        <p:cTn id="102" dur="500"/>
                                        <p:tgtEl>
                                          <p:spTgt spid="99"/>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98"/>
                                        </p:tgtEl>
                                        <p:attrNameLst>
                                          <p:attrName>style.visibility</p:attrName>
                                        </p:attrNameLst>
                                      </p:cBhvr>
                                      <p:to>
                                        <p:strVal val="visible"/>
                                      </p:to>
                                    </p:set>
                                    <p:animEffect transition="in" filter="fade">
                                      <p:cBhvr>
                                        <p:cTn id="105" dur="500"/>
                                        <p:tgtEl>
                                          <p:spTgt spid="98"/>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10" dur="500"/>
                                        <p:tgtEl>
                                          <p:spTgt spid="41"/>
                                        </p:tgtEl>
                                      </p:cBhvr>
                                    </p:animEffect>
                                  </p:childTnLst>
                                </p:cTn>
                              </p:par>
                              <p:par>
                                <p:cTn id="111" presetID="10" presetClass="entr" presetSubtype="0" fill="hold" nodeType="withEffect">
                                  <p:stCondLst>
                                    <p:cond delay="0"/>
                                  </p:stCondLst>
                                  <p:childTnLst>
                                    <p:set>
                                      <p:cBhvr>
                                        <p:cTn id="112" dur="1" fill="hold">
                                          <p:stCondLst>
                                            <p:cond delay="0"/>
                                          </p:stCondLst>
                                        </p:cTn>
                                        <p:tgtEl>
                                          <p:spTgt spid="39"/>
                                        </p:tgtEl>
                                        <p:attrNameLst>
                                          <p:attrName>style.visibility</p:attrName>
                                        </p:attrNameLst>
                                      </p:cBhvr>
                                      <p:to>
                                        <p:strVal val="visible"/>
                                      </p:to>
                                    </p:set>
                                    <p:animEffect transition="in" filter="fade">
                                      <p:cBhvr>
                                        <p:cTn id="113" dur="500"/>
                                        <p:tgtEl>
                                          <p:spTgt spid="39"/>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grpId="0" nodeType="clickEffect">
                                  <p:stCondLst>
                                    <p:cond delay="0"/>
                                  </p:stCondLst>
                                  <p:childTnLst>
                                    <p:set>
                                      <p:cBhvr>
                                        <p:cTn id="117" dur="1" fill="hold">
                                          <p:stCondLst>
                                            <p:cond delay="0"/>
                                          </p:stCondLst>
                                        </p:cTn>
                                        <p:tgtEl>
                                          <p:spTgt spid="108"/>
                                        </p:tgtEl>
                                        <p:attrNameLst>
                                          <p:attrName>style.visibility</p:attrName>
                                        </p:attrNameLst>
                                      </p:cBhvr>
                                      <p:to>
                                        <p:strVal val="visible"/>
                                      </p:to>
                                    </p:set>
                                    <p:animEffect transition="in" filter="fade">
                                      <p:cBhvr>
                                        <p:cTn id="118" dur="500"/>
                                        <p:tgtEl>
                                          <p:spTgt spid="108"/>
                                        </p:tgtEl>
                                      </p:cBhvr>
                                    </p:animEffect>
                                  </p:childTnLst>
                                </p:cTn>
                              </p:par>
                              <p:par>
                                <p:cTn id="119" presetID="10" presetClass="entr" presetSubtype="0" fill="hold" nodeType="withEffect">
                                  <p:stCondLst>
                                    <p:cond delay="0"/>
                                  </p:stCondLst>
                                  <p:childTnLst>
                                    <p:set>
                                      <p:cBhvr>
                                        <p:cTn id="120" dur="1" fill="hold">
                                          <p:stCondLst>
                                            <p:cond delay="0"/>
                                          </p:stCondLst>
                                        </p:cTn>
                                        <p:tgtEl>
                                          <p:spTgt spid="109"/>
                                        </p:tgtEl>
                                        <p:attrNameLst>
                                          <p:attrName>style.visibility</p:attrName>
                                        </p:attrNameLst>
                                      </p:cBhvr>
                                      <p:to>
                                        <p:strVal val="visible"/>
                                      </p:to>
                                    </p:set>
                                    <p:animEffect transition="in" filter="fade">
                                      <p:cBhvr>
                                        <p:cTn id="121" dur="500"/>
                                        <p:tgtEl>
                                          <p:spTgt spid="109"/>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grpId="0" nodeType="clickEffect">
                                  <p:stCondLst>
                                    <p:cond delay="0"/>
                                  </p:stCondLst>
                                  <p:childTnLst>
                                    <p:set>
                                      <p:cBhvr>
                                        <p:cTn id="125" dur="1" fill="hold">
                                          <p:stCondLst>
                                            <p:cond delay="0"/>
                                          </p:stCondLst>
                                        </p:cTn>
                                        <p:tgtEl>
                                          <p:spTgt spid="31"/>
                                        </p:tgtEl>
                                        <p:attrNameLst>
                                          <p:attrName>style.visibility</p:attrName>
                                        </p:attrNameLst>
                                      </p:cBhvr>
                                      <p:to>
                                        <p:strVal val="visible"/>
                                      </p:to>
                                    </p:set>
                                    <p:animEffect transition="in" filter="fade">
                                      <p:cBhvr>
                                        <p:cTn id="12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68" grpId="0" animBg="1"/>
      <p:bldP spid="69" grpId="0" animBg="1"/>
      <p:bldP spid="70" grpId="0" animBg="1"/>
      <p:bldP spid="71" grpId="0" animBg="1"/>
      <p:bldP spid="91" grpId="0" animBg="1"/>
      <p:bldP spid="92" grpId="0" animBg="1"/>
      <p:bldP spid="93" grpId="0" animBg="1"/>
      <p:bldP spid="8" grpId="0"/>
      <p:bldP spid="14" grpId="0"/>
      <p:bldP spid="19" grpId="0"/>
      <p:bldP spid="26" grpId="0"/>
      <p:bldP spid="41" grpId="0" animBg="1"/>
      <p:bldP spid="61" grpId="0"/>
      <p:bldP spid="75" grpId="0"/>
      <p:bldP spid="98" grpId="0"/>
      <p:bldP spid="10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0FC44-0BA0-8F84-3910-D3D290551BB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BC98B20-2CEC-AFE2-7616-B08292775666}"/>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3E2DB09F-1AE8-AAC8-2711-E5439FB220A4}"/>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noProof="0">
                <a:solidFill>
                  <a:srgbClr val="FF0000"/>
                </a:solidFill>
                <a:latin typeface="Aptos SemiBold" panose="020F0502020204030204" pitchFamily="34" charset="0"/>
              </a:rPr>
              <a:t>Quantitative designs</a:t>
            </a:r>
          </a:p>
        </p:txBody>
      </p:sp>
      <p:sp>
        <p:nvSpPr>
          <p:cNvPr id="17" name="Título 1">
            <a:extLst>
              <a:ext uri="{FF2B5EF4-FFF2-40B4-BE49-F238E27FC236}">
                <a16:creationId xmlns:a16="http://schemas.microsoft.com/office/drawing/2014/main" id="{2A12290C-FB91-3F63-CCCD-3DC53D5F8B1A}"/>
              </a:ext>
            </a:extLst>
          </p:cNvPr>
          <p:cNvSpPr txBox="1">
            <a:spLocks/>
          </p:cNvSpPr>
          <p:nvPr/>
        </p:nvSpPr>
        <p:spPr>
          <a:xfrm>
            <a:off x="891589" y="1073129"/>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SemiBold" panose="020F0502020204030204" pitchFamily="34" charset="0"/>
              </a:rPr>
              <a:t>Surveys</a:t>
            </a:r>
          </a:p>
        </p:txBody>
      </p:sp>
      <p:sp>
        <p:nvSpPr>
          <p:cNvPr id="43" name="TextBox 42">
            <a:extLst>
              <a:ext uri="{FF2B5EF4-FFF2-40B4-BE49-F238E27FC236}">
                <a16:creationId xmlns:a16="http://schemas.microsoft.com/office/drawing/2014/main" id="{9965C002-24B3-7291-BDD7-D086267BCFAA}"/>
              </a:ext>
            </a:extLst>
          </p:cNvPr>
          <p:cNvSpPr txBox="1"/>
          <p:nvPr/>
        </p:nvSpPr>
        <p:spPr>
          <a:xfrm>
            <a:off x="891589" y="1957442"/>
            <a:ext cx="3223212" cy="584775"/>
          </a:xfrm>
          <a:prstGeom prst="rect">
            <a:avLst/>
          </a:prstGeom>
          <a:noFill/>
        </p:spPr>
        <p:txBody>
          <a:bodyPr wrap="square">
            <a:spAutoFit/>
          </a:bodyPr>
          <a:lstStyle/>
          <a:p>
            <a:pPr lvl="0">
              <a:defRPr/>
            </a:pPr>
            <a:r>
              <a:rPr lang="en-GB" sz="1600" b="1" noProof="0">
                <a:solidFill>
                  <a:srgbClr val="FF0000"/>
                </a:solidFill>
              </a:rPr>
              <a:t>What risks exist regarding representativeness?</a:t>
            </a:r>
          </a:p>
        </p:txBody>
      </p:sp>
      <p:sp>
        <p:nvSpPr>
          <p:cNvPr id="46" name="TextBox 45">
            <a:extLst>
              <a:ext uri="{FF2B5EF4-FFF2-40B4-BE49-F238E27FC236}">
                <a16:creationId xmlns:a16="http://schemas.microsoft.com/office/drawing/2014/main" id="{1E8F474C-4008-8D2B-283B-F1B68652FD7B}"/>
              </a:ext>
            </a:extLst>
          </p:cNvPr>
          <p:cNvSpPr txBox="1"/>
          <p:nvPr/>
        </p:nvSpPr>
        <p:spPr>
          <a:xfrm>
            <a:off x="894003" y="1548483"/>
            <a:ext cx="4130092" cy="309444"/>
          </a:xfrm>
          <a:prstGeom prst="rect">
            <a:avLst/>
          </a:prstGeom>
          <a:noFill/>
        </p:spPr>
        <p:txBody>
          <a:bodyPr wrap="square">
            <a:spAutoFit/>
          </a:bodyPr>
          <a:lstStyle/>
          <a:p>
            <a:pPr>
              <a:lnSpc>
                <a:spcPts val="1600"/>
              </a:lnSpc>
            </a:pPr>
            <a:r>
              <a:rPr lang="en-GB" b="1" noProof="0"/>
              <a:t>Sampling</a:t>
            </a:r>
            <a:endParaRPr lang="en-GB" b="1" noProof="0">
              <a:solidFill>
                <a:schemeClr val="accent5"/>
              </a:solidFill>
              <a:latin typeface="Corbel" panose="020B0503020204020204" pitchFamily="34" charset="0"/>
            </a:endParaRPr>
          </a:p>
        </p:txBody>
      </p:sp>
      <p:grpSp>
        <p:nvGrpSpPr>
          <p:cNvPr id="2" name="Group 1">
            <a:extLst>
              <a:ext uri="{FF2B5EF4-FFF2-40B4-BE49-F238E27FC236}">
                <a16:creationId xmlns:a16="http://schemas.microsoft.com/office/drawing/2014/main" id="{4009E50C-8517-BB44-CDBE-9824FDFE049A}"/>
              </a:ext>
            </a:extLst>
          </p:cNvPr>
          <p:cNvGrpSpPr/>
          <p:nvPr/>
        </p:nvGrpSpPr>
        <p:grpSpPr>
          <a:xfrm>
            <a:off x="1625379" y="2838364"/>
            <a:ext cx="2630194" cy="523220"/>
            <a:chOff x="1513744" y="2908052"/>
            <a:chExt cx="2691376" cy="523220"/>
          </a:xfrm>
        </p:grpSpPr>
        <p:sp>
          <p:nvSpPr>
            <p:cNvPr id="6" name="TextBox 5">
              <a:extLst>
                <a:ext uri="{FF2B5EF4-FFF2-40B4-BE49-F238E27FC236}">
                  <a16:creationId xmlns:a16="http://schemas.microsoft.com/office/drawing/2014/main" id="{DD936C84-1D3F-EFDA-B36C-2DACB3FE7FE6}"/>
                </a:ext>
              </a:extLst>
            </p:cNvPr>
            <p:cNvSpPr txBox="1"/>
            <p:nvPr/>
          </p:nvSpPr>
          <p:spPr>
            <a:xfrm>
              <a:off x="1513744" y="2908052"/>
              <a:ext cx="1980646" cy="523220"/>
            </a:xfrm>
            <a:prstGeom prst="rect">
              <a:avLst/>
            </a:prstGeom>
            <a:noFill/>
          </p:spPr>
          <p:txBody>
            <a:bodyPr wrap="square">
              <a:spAutoFit/>
            </a:bodyPr>
            <a:lstStyle>
              <a:defPPr>
                <a:defRPr lang="en-US"/>
              </a:defPPr>
              <a:lvl1pPr lvl="0">
                <a:defRPr sz="1400"/>
              </a:lvl1pPr>
            </a:lstStyle>
            <a:p>
              <a:r>
                <a:rPr lang="en-GB" b="1" noProof="0"/>
                <a:t>Unit Non‑response Bias</a:t>
              </a:r>
              <a:endParaRPr lang="en-GB" sz="1200" noProof="0"/>
            </a:p>
          </p:txBody>
        </p:sp>
        <p:sp>
          <p:nvSpPr>
            <p:cNvPr id="7" name="Oval 6">
              <a:extLst>
                <a:ext uri="{FF2B5EF4-FFF2-40B4-BE49-F238E27FC236}">
                  <a16:creationId xmlns:a16="http://schemas.microsoft.com/office/drawing/2014/main" id="{30FD5208-21B8-377B-118E-E1355B221036}"/>
                </a:ext>
              </a:extLst>
            </p:cNvPr>
            <p:cNvSpPr/>
            <p:nvPr/>
          </p:nvSpPr>
          <p:spPr>
            <a:xfrm>
              <a:off x="3748001" y="2941102"/>
              <a:ext cx="457119" cy="457119"/>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200" noProof="0">
                  <a:latin typeface="Aptos Black" panose="020B0004020202020204" pitchFamily="34" charset="0"/>
                </a:rPr>
                <a:t>🙅🏻‍♂️</a:t>
              </a:r>
            </a:p>
          </p:txBody>
        </p:sp>
      </p:grpSp>
      <p:sp>
        <p:nvSpPr>
          <p:cNvPr id="20" name="TextBox 19">
            <a:extLst>
              <a:ext uri="{FF2B5EF4-FFF2-40B4-BE49-F238E27FC236}">
                <a16:creationId xmlns:a16="http://schemas.microsoft.com/office/drawing/2014/main" id="{3AE4440C-8AF1-D4C4-2569-FAE1762A69C7}"/>
              </a:ext>
            </a:extLst>
          </p:cNvPr>
          <p:cNvSpPr txBox="1"/>
          <p:nvPr/>
        </p:nvSpPr>
        <p:spPr>
          <a:xfrm>
            <a:off x="4503420" y="2889449"/>
            <a:ext cx="6675142" cy="461665"/>
          </a:xfrm>
          <a:prstGeom prst="rect">
            <a:avLst/>
          </a:prstGeom>
          <a:noFill/>
        </p:spPr>
        <p:txBody>
          <a:bodyPr wrap="square">
            <a:spAutoFit/>
          </a:bodyPr>
          <a:lstStyle/>
          <a:p>
            <a:r>
              <a:rPr lang="en-GB" sz="1200" noProof="0"/>
              <a:t>The difference between the individuals who </a:t>
            </a:r>
            <a:r>
              <a:rPr lang="en-GB" sz="1200" b="1" noProof="0">
                <a:highlight>
                  <a:srgbClr val="FFC000"/>
                </a:highlight>
              </a:rPr>
              <a:t>actually started the survey and those who were initially expected to do so </a:t>
            </a:r>
            <a:r>
              <a:rPr lang="en-GB" sz="1200" noProof="0"/>
              <a:t>(selection‑related response error).</a:t>
            </a:r>
            <a:endParaRPr lang="en-GB" sz="1200" b="1" noProof="0"/>
          </a:p>
        </p:txBody>
      </p:sp>
      <p:sp>
        <p:nvSpPr>
          <p:cNvPr id="3" name="Título 1">
            <a:extLst>
              <a:ext uri="{FF2B5EF4-FFF2-40B4-BE49-F238E27FC236}">
                <a16:creationId xmlns:a16="http://schemas.microsoft.com/office/drawing/2014/main" id="{A59563AB-CDC6-F4FB-DE21-2F48FA010574}"/>
              </a:ext>
            </a:extLst>
          </p:cNvPr>
          <p:cNvSpPr txBox="1">
            <a:spLocks/>
          </p:cNvSpPr>
          <p:nvPr/>
        </p:nvSpPr>
        <p:spPr>
          <a:xfrm>
            <a:off x="1014064" y="2864639"/>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noProof="0">
                <a:solidFill>
                  <a:srgbClr val="FF0000"/>
                </a:solidFill>
                <a:latin typeface="Aptos Black" panose="020B0004020202020204" pitchFamily="34" charset="0"/>
              </a:rPr>
              <a:t>1.</a:t>
            </a:r>
          </a:p>
        </p:txBody>
      </p:sp>
      <p:grpSp>
        <p:nvGrpSpPr>
          <p:cNvPr id="8" name="Group 7">
            <a:extLst>
              <a:ext uri="{FF2B5EF4-FFF2-40B4-BE49-F238E27FC236}">
                <a16:creationId xmlns:a16="http://schemas.microsoft.com/office/drawing/2014/main" id="{83CAB5C0-5DE1-15D2-6D60-CFE76C6B8811}"/>
              </a:ext>
            </a:extLst>
          </p:cNvPr>
          <p:cNvGrpSpPr/>
          <p:nvPr/>
        </p:nvGrpSpPr>
        <p:grpSpPr>
          <a:xfrm>
            <a:off x="1625379" y="3552571"/>
            <a:ext cx="2630193" cy="523220"/>
            <a:chOff x="1513744" y="2908052"/>
            <a:chExt cx="2691375" cy="523220"/>
          </a:xfrm>
        </p:grpSpPr>
        <p:sp>
          <p:nvSpPr>
            <p:cNvPr id="9" name="TextBox 8">
              <a:extLst>
                <a:ext uri="{FF2B5EF4-FFF2-40B4-BE49-F238E27FC236}">
                  <a16:creationId xmlns:a16="http://schemas.microsoft.com/office/drawing/2014/main" id="{EA0BB4D0-A218-8F4C-57E9-A593A43EED84}"/>
                </a:ext>
              </a:extLst>
            </p:cNvPr>
            <p:cNvSpPr txBox="1"/>
            <p:nvPr/>
          </p:nvSpPr>
          <p:spPr>
            <a:xfrm>
              <a:off x="1513744" y="2908052"/>
              <a:ext cx="1980646" cy="523220"/>
            </a:xfrm>
            <a:prstGeom prst="rect">
              <a:avLst/>
            </a:prstGeom>
            <a:noFill/>
          </p:spPr>
          <p:txBody>
            <a:bodyPr wrap="square">
              <a:spAutoFit/>
            </a:bodyPr>
            <a:lstStyle>
              <a:defPPr>
                <a:defRPr lang="en-US"/>
              </a:defPPr>
              <a:lvl1pPr lvl="0">
                <a:defRPr sz="1400"/>
              </a:lvl1pPr>
            </a:lstStyle>
            <a:p>
              <a:r>
                <a:rPr lang="en-GB" b="1" noProof="0"/>
                <a:t>Item Non‑response Bias</a:t>
              </a:r>
              <a:endParaRPr lang="en-GB" sz="1200" noProof="0"/>
            </a:p>
          </p:txBody>
        </p:sp>
        <p:sp>
          <p:nvSpPr>
            <p:cNvPr id="14" name="Oval 13">
              <a:extLst>
                <a:ext uri="{FF2B5EF4-FFF2-40B4-BE49-F238E27FC236}">
                  <a16:creationId xmlns:a16="http://schemas.microsoft.com/office/drawing/2014/main" id="{A8C2EE32-752C-E775-29C0-85C5703B03F6}"/>
                </a:ext>
              </a:extLst>
            </p:cNvPr>
            <p:cNvSpPr/>
            <p:nvPr/>
          </p:nvSpPr>
          <p:spPr>
            <a:xfrm>
              <a:off x="3748000" y="2934327"/>
              <a:ext cx="457119" cy="457119"/>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200" noProof="0">
                  <a:latin typeface="Aptos Black" panose="020B0004020202020204" pitchFamily="34" charset="0"/>
                </a:rPr>
                <a:t>📔</a:t>
              </a:r>
            </a:p>
          </p:txBody>
        </p:sp>
      </p:grpSp>
      <p:sp>
        <p:nvSpPr>
          <p:cNvPr id="15" name="Título 1">
            <a:extLst>
              <a:ext uri="{FF2B5EF4-FFF2-40B4-BE49-F238E27FC236}">
                <a16:creationId xmlns:a16="http://schemas.microsoft.com/office/drawing/2014/main" id="{1F1FA3B3-152C-BA4F-0FE3-C2BF2C7131EB}"/>
              </a:ext>
            </a:extLst>
          </p:cNvPr>
          <p:cNvSpPr txBox="1">
            <a:spLocks/>
          </p:cNvSpPr>
          <p:nvPr/>
        </p:nvSpPr>
        <p:spPr>
          <a:xfrm>
            <a:off x="1014064" y="3578846"/>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noProof="0">
                <a:solidFill>
                  <a:srgbClr val="FF0000"/>
                </a:solidFill>
                <a:latin typeface="Aptos Black" panose="020B0004020202020204" pitchFamily="34" charset="0"/>
              </a:rPr>
              <a:t>2.</a:t>
            </a:r>
          </a:p>
        </p:txBody>
      </p:sp>
      <p:sp>
        <p:nvSpPr>
          <p:cNvPr id="18" name="TextBox 17">
            <a:extLst>
              <a:ext uri="{FF2B5EF4-FFF2-40B4-BE49-F238E27FC236}">
                <a16:creationId xmlns:a16="http://schemas.microsoft.com/office/drawing/2014/main" id="{88602077-2DEA-2A84-CDF6-5A7229461502}"/>
              </a:ext>
            </a:extLst>
          </p:cNvPr>
          <p:cNvSpPr txBox="1"/>
          <p:nvPr/>
        </p:nvSpPr>
        <p:spPr>
          <a:xfrm>
            <a:off x="4503420" y="3583418"/>
            <a:ext cx="6675142" cy="461665"/>
          </a:xfrm>
          <a:prstGeom prst="rect">
            <a:avLst/>
          </a:prstGeom>
          <a:noFill/>
        </p:spPr>
        <p:txBody>
          <a:bodyPr wrap="square">
            <a:spAutoFit/>
          </a:bodyPr>
          <a:lstStyle/>
          <a:p>
            <a:r>
              <a:rPr lang="en-GB" sz="1200" noProof="0"/>
              <a:t>Occurs when respondents begin the survey (i.e., are part of the effective sample) </a:t>
            </a:r>
            <a:r>
              <a:rPr lang="en-GB" sz="1200" b="1" noProof="0">
                <a:highlight>
                  <a:srgbClr val="FFC000"/>
                </a:highlight>
              </a:rPr>
              <a:t>but do not answer all questions</a:t>
            </a:r>
            <a:r>
              <a:rPr lang="en-GB" sz="1200" noProof="0"/>
              <a:t>.</a:t>
            </a:r>
            <a:endParaRPr lang="en-GB" sz="1200" b="1" noProof="0"/>
          </a:p>
        </p:txBody>
      </p:sp>
      <p:sp>
        <p:nvSpPr>
          <p:cNvPr id="19" name="Freeform: Shape 18">
            <a:extLst>
              <a:ext uri="{FF2B5EF4-FFF2-40B4-BE49-F238E27FC236}">
                <a16:creationId xmlns:a16="http://schemas.microsoft.com/office/drawing/2014/main" id="{D124934E-8B2F-63CD-F215-B33B0B0AC5E7}"/>
              </a:ext>
            </a:extLst>
          </p:cNvPr>
          <p:cNvSpPr/>
          <p:nvPr/>
        </p:nvSpPr>
        <p:spPr>
          <a:xfrm>
            <a:off x="4665761" y="4261019"/>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21" name="TextBox 20">
            <a:extLst>
              <a:ext uri="{FF2B5EF4-FFF2-40B4-BE49-F238E27FC236}">
                <a16:creationId xmlns:a16="http://schemas.microsoft.com/office/drawing/2014/main" id="{BF11094E-6105-9617-BDB2-94448C706B41}"/>
              </a:ext>
            </a:extLst>
          </p:cNvPr>
          <p:cNvSpPr txBox="1"/>
          <p:nvPr/>
        </p:nvSpPr>
        <p:spPr>
          <a:xfrm>
            <a:off x="4822215" y="4208440"/>
            <a:ext cx="3799591" cy="261610"/>
          </a:xfrm>
          <a:prstGeom prst="rect">
            <a:avLst/>
          </a:prstGeom>
          <a:noFill/>
        </p:spPr>
        <p:txBody>
          <a:bodyPr wrap="square">
            <a:spAutoFit/>
          </a:bodyPr>
          <a:lstStyle>
            <a:defPPr>
              <a:defRPr lang="en-US"/>
            </a:defPPr>
            <a:lvl1pPr lvl="0">
              <a:defRPr sz="1100"/>
            </a:lvl1pPr>
          </a:lstStyle>
          <a:p>
            <a:r>
              <a:rPr lang="en-GB" b="1" noProof="0">
                <a:solidFill>
                  <a:prstClr val="black"/>
                </a:solidFill>
              </a:rPr>
              <a:t>Attrition</a:t>
            </a:r>
            <a:endParaRPr lang="en-GB" b="1" noProof="0"/>
          </a:p>
        </p:txBody>
      </p:sp>
      <p:sp>
        <p:nvSpPr>
          <p:cNvPr id="24" name="TextBox 23">
            <a:extLst>
              <a:ext uri="{FF2B5EF4-FFF2-40B4-BE49-F238E27FC236}">
                <a16:creationId xmlns:a16="http://schemas.microsoft.com/office/drawing/2014/main" id="{69DFA04C-EC76-2FBB-E8F3-08053FDBD8EB}"/>
              </a:ext>
            </a:extLst>
          </p:cNvPr>
          <p:cNvSpPr txBox="1"/>
          <p:nvPr/>
        </p:nvSpPr>
        <p:spPr>
          <a:xfrm>
            <a:off x="4665761" y="4470050"/>
            <a:ext cx="4059139" cy="1107996"/>
          </a:xfrm>
          <a:prstGeom prst="rect">
            <a:avLst/>
          </a:prstGeom>
          <a:noFill/>
        </p:spPr>
        <p:txBody>
          <a:bodyPr wrap="square">
            <a:spAutoFit/>
          </a:bodyPr>
          <a:lstStyle>
            <a:defPPr>
              <a:defRPr lang="en-US"/>
            </a:defPPr>
            <a:lvl1pPr lvl="0">
              <a:defRPr sz="1100"/>
            </a:lvl1pPr>
          </a:lstStyle>
          <a:p>
            <a:r>
              <a:rPr lang="en-GB" noProof="0">
                <a:solidFill>
                  <a:prstClr val="black"/>
                </a:solidFill>
              </a:rPr>
              <a:t>Refers to the phenomenon whereby respondents</a:t>
            </a:r>
            <a:r>
              <a:rPr lang="en-GB" b="1" noProof="0">
                <a:solidFill>
                  <a:prstClr val="black"/>
                </a:solidFill>
              </a:rPr>
              <a:t> exit the survey before completing it</a:t>
            </a:r>
            <a:r>
              <a:rPr lang="en-GB" noProof="0">
                <a:solidFill>
                  <a:prstClr val="black"/>
                </a:solidFill>
              </a:rPr>
              <a:t>.</a:t>
            </a:r>
            <a:r>
              <a:rPr lang="en-GB" noProof="0"/>
              <a:t> This implies that items after a certain point are not fully answered.</a:t>
            </a:r>
          </a:p>
          <a:p>
            <a:endParaRPr lang="en-GB" noProof="0"/>
          </a:p>
          <a:p>
            <a:r>
              <a:rPr lang="en-GB" b="1" noProof="0">
                <a:highlight>
                  <a:srgbClr val="FFC000"/>
                </a:highlight>
              </a:rPr>
              <a:t>If this “drop‑off” is systematic rather than random, attrition may introduce bias into the instrument</a:t>
            </a:r>
            <a:r>
              <a:rPr lang="en-GB" noProof="0"/>
              <a:t>.</a:t>
            </a:r>
            <a:endParaRPr lang="en-GB" noProof="0">
              <a:solidFill>
                <a:prstClr val="black"/>
              </a:solidFill>
            </a:endParaRPr>
          </a:p>
        </p:txBody>
      </p:sp>
      <p:sp>
        <p:nvSpPr>
          <p:cNvPr id="26" name="Slide Number Placeholder 5">
            <a:extLst>
              <a:ext uri="{FF2B5EF4-FFF2-40B4-BE49-F238E27FC236}">
                <a16:creationId xmlns:a16="http://schemas.microsoft.com/office/drawing/2014/main" id="{3E2AFA02-F0CC-7D34-1DAC-972A7E1076DC}"/>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10</a:t>
            </a:fld>
            <a:endParaRPr lang="en-GB" noProof="0"/>
          </a:p>
        </p:txBody>
      </p:sp>
      <p:sp>
        <p:nvSpPr>
          <p:cNvPr id="27" name="Date Placeholder 3">
            <a:extLst>
              <a:ext uri="{FF2B5EF4-FFF2-40B4-BE49-F238E27FC236}">
                <a16:creationId xmlns:a16="http://schemas.microsoft.com/office/drawing/2014/main" id="{C74EA2B1-76D6-1252-BE0F-0A1A6DB48D5A}"/>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Tree>
    <p:extLst>
      <p:ext uri="{BB962C8B-B14F-4D97-AF65-F5344CB8AC3E}">
        <p14:creationId xmlns:p14="http://schemas.microsoft.com/office/powerpoint/2010/main" val="8944201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EBBAB-924C-7AF5-1199-08E40AD6851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EBC33C0-0DCA-BDDC-675E-69A08A614F55}"/>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245CB22E-A2EB-C2C1-40A2-4C97D88BF765}"/>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noProof="0">
                <a:solidFill>
                  <a:srgbClr val="FF0000"/>
                </a:solidFill>
                <a:latin typeface="Aptos SemiBold" panose="020F0502020204030204" pitchFamily="34" charset="0"/>
              </a:rPr>
              <a:t>Quantitative designs</a:t>
            </a:r>
          </a:p>
        </p:txBody>
      </p:sp>
      <p:sp>
        <p:nvSpPr>
          <p:cNvPr id="17" name="Título 1">
            <a:extLst>
              <a:ext uri="{FF2B5EF4-FFF2-40B4-BE49-F238E27FC236}">
                <a16:creationId xmlns:a16="http://schemas.microsoft.com/office/drawing/2014/main" id="{FD40461D-D259-D942-4AF8-318BD4DCEBA3}"/>
              </a:ext>
            </a:extLst>
          </p:cNvPr>
          <p:cNvSpPr txBox="1">
            <a:spLocks/>
          </p:cNvSpPr>
          <p:nvPr/>
        </p:nvSpPr>
        <p:spPr>
          <a:xfrm>
            <a:off x="891589" y="1073129"/>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SemiBold" panose="020F0502020204030204" pitchFamily="34" charset="0"/>
              </a:rPr>
              <a:t>Surveys</a:t>
            </a:r>
          </a:p>
        </p:txBody>
      </p:sp>
      <p:sp>
        <p:nvSpPr>
          <p:cNvPr id="43" name="TextBox 42">
            <a:extLst>
              <a:ext uri="{FF2B5EF4-FFF2-40B4-BE49-F238E27FC236}">
                <a16:creationId xmlns:a16="http://schemas.microsoft.com/office/drawing/2014/main" id="{4EAC178D-5FA3-DEDA-BA56-F95DDE5A9722}"/>
              </a:ext>
            </a:extLst>
          </p:cNvPr>
          <p:cNvSpPr txBox="1"/>
          <p:nvPr/>
        </p:nvSpPr>
        <p:spPr>
          <a:xfrm>
            <a:off x="891588" y="1957442"/>
            <a:ext cx="5860903" cy="307585"/>
          </a:xfrm>
          <a:prstGeom prst="rect">
            <a:avLst/>
          </a:prstGeom>
          <a:noFill/>
        </p:spPr>
        <p:txBody>
          <a:bodyPr wrap="square">
            <a:spAutoFit/>
          </a:bodyPr>
          <a:lstStyle>
            <a:defPPr>
              <a:defRPr lang="en-US"/>
            </a:defPPr>
            <a:lvl1pPr>
              <a:lnSpc>
                <a:spcPts val="1600"/>
              </a:lnSpc>
              <a:defRPr b="1"/>
            </a:lvl1pPr>
          </a:lstStyle>
          <a:p>
            <a:r>
              <a:rPr lang="en-GB" noProof="0">
                <a:highlight>
                  <a:srgbClr val="FFC000"/>
                </a:highlight>
              </a:rPr>
              <a:t>The First Page of the Survey </a:t>
            </a:r>
            <a:r>
              <a:rPr lang="en-GB" noProof="0"/>
              <a:t>📎</a:t>
            </a:r>
          </a:p>
        </p:txBody>
      </p:sp>
      <p:sp>
        <p:nvSpPr>
          <p:cNvPr id="46" name="TextBox 45">
            <a:extLst>
              <a:ext uri="{FF2B5EF4-FFF2-40B4-BE49-F238E27FC236}">
                <a16:creationId xmlns:a16="http://schemas.microsoft.com/office/drawing/2014/main" id="{5473BD6D-8C1C-1D44-4D5F-9444B2CD85EB}"/>
              </a:ext>
            </a:extLst>
          </p:cNvPr>
          <p:cNvSpPr txBox="1"/>
          <p:nvPr/>
        </p:nvSpPr>
        <p:spPr>
          <a:xfrm>
            <a:off x="894003" y="1548483"/>
            <a:ext cx="4130092" cy="309444"/>
          </a:xfrm>
          <a:prstGeom prst="rect">
            <a:avLst/>
          </a:prstGeom>
          <a:noFill/>
        </p:spPr>
        <p:txBody>
          <a:bodyPr wrap="square">
            <a:spAutoFit/>
          </a:bodyPr>
          <a:lstStyle/>
          <a:p>
            <a:pPr>
              <a:lnSpc>
                <a:spcPts val="1600"/>
              </a:lnSpc>
            </a:pPr>
            <a:r>
              <a:rPr lang="en-GB" b="1" noProof="0"/>
              <a:t>Recruitment</a:t>
            </a:r>
          </a:p>
        </p:txBody>
      </p:sp>
      <p:grpSp>
        <p:nvGrpSpPr>
          <p:cNvPr id="21" name="Group 20">
            <a:extLst>
              <a:ext uri="{FF2B5EF4-FFF2-40B4-BE49-F238E27FC236}">
                <a16:creationId xmlns:a16="http://schemas.microsoft.com/office/drawing/2014/main" id="{F3D7D2B9-74C3-9545-1120-4201AA3CCA0B}"/>
              </a:ext>
            </a:extLst>
          </p:cNvPr>
          <p:cNvGrpSpPr/>
          <p:nvPr/>
        </p:nvGrpSpPr>
        <p:grpSpPr>
          <a:xfrm>
            <a:off x="6752491" y="1665226"/>
            <a:ext cx="2127991" cy="4078591"/>
            <a:chOff x="8151153" y="739328"/>
            <a:chExt cx="3005878" cy="5146682"/>
          </a:xfrm>
        </p:grpSpPr>
        <p:pic>
          <p:nvPicPr>
            <p:cNvPr id="15" name="Imagen 35">
              <a:extLst>
                <a:ext uri="{FF2B5EF4-FFF2-40B4-BE49-F238E27FC236}">
                  <a16:creationId xmlns:a16="http://schemas.microsoft.com/office/drawing/2014/main" id="{B9DA57DB-FCD9-1F36-E972-8AFC28002375}"/>
                </a:ext>
              </a:extLst>
            </p:cNvPr>
            <p:cNvPicPr>
              <a:picLocks noChangeAspect="1"/>
            </p:cNvPicPr>
            <p:nvPr/>
          </p:nvPicPr>
          <p:blipFill>
            <a:blip r:embed="rId3">
              <a:duotone>
                <a:srgbClr val="19191D">
                  <a:shade val="45000"/>
                  <a:satMod val="135000"/>
                </a:srgbClr>
                <a:prstClr val="white"/>
              </a:duotone>
            </a:blip>
            <a:srcRect b="29276"/>
            <a:stretch>
              <a:fillRect/>
            </a:stretch>
          </p:blipFill>
          <p:spPr>
            <a:xfrm>
              <a:off x="8151153" y="739328"/>
              <a:ext cx="3005878" cy="4346933"/>
            </a:xfrm>
            <a:prstGeom prst="rect">
              <a:avLst/>
            </a:prstGeom>
          </p:spPr>
        </p:pic>
        <p:pic>
          <p:nvPicPr>
            <p:cNvPr id="18" name="Imagen 35">
              <a:extLst>
                <a:ext uri="{FF2B5EF4-FFF2-40B4-BE49-F238E27FC236}">
                  <a16:creationId xmlns:a16="http://schemas.microsoft.com/office/drawing/2014/main" id="{8F233C6D-A525-12D9-3136-2F782BAE189E}"/>
                </a:ext>
              </a:extLst>
            </p:cNvPr>
            <p:cNvPicPr>
              <a:picLocks noChangeAspect="1"/>
            </p:cNvPicPr>
            <p:nvPr/>
          </p:nvPicPr>
          <p:blipFill>
            <a:blip r:embed="rId3">
              <a:duotone>
                <a:srgbClr val="19191D">
                  <a:shade val="45000"/>
                  <a:satMod val="135000"/>
                </a:srgbClr>
                <a:prstClr val="white"/>
              </a:duotone>
            </a:blip>
            <a:srcRect t="86533"/>
            <a:stretch>
              <a:fillRect/>
            </a:stretch>
          </p:blipFill>
          <p:spPr>
            <a:xfrm>
              <a:off x="8151153" y="5058276"/>
              <a:ext cx="3005878" cy="827734"/>
            </a:xfrm>
            <a:prstGeom prst="rect">
              <a:avLst/>
            </a:prstGeom>
          </p:spPr>
        </p:pic>
        <p:pic>
          <p:nvPicPr>
            <p:cNvPr id="14" name="Picture 13">
              <a:extLst>
                <a:ext uri="{FF2B5EF4-FFF2-40B4-BE49-F238E27FC236}">
                  <a16:creationId xmlns:a16="http://schemas.microsoft.com/office/drawing/2014/main" id="{1B9BA637-468E-1F40-DF4A-E5558F16091F}"/>
                </a:ext>
              </a:extLst>
            </p:cNvPr>
            <p:cNvPicPr>
              <a:picLocks noChangeAspect="1"/>
            </p:cNvPicPr>
            <p:nvPr/>
          </p:nvPicPr>
          <p:blipFill>
            <a:blip r:embed="rId4"/>
            <a:stretch>
              <a:fillRect/>
            </a:stretch>
          </p:blipFill>
          <p:spPr>
            <a:xfrm>
              <a:off x="8282492" y="1548483"/>
              <a:ext cx="2743200" cy="3630706"/>
            </a:xfrm>
            <a:prstGeom prst="rect">
              <a:avLst/>
            </a:prstGeom>
          </p:spPr>
        </p:pic>
        <p:sp>
          <p:nvSpPr>
            <p:cNvPr id="19" name="Rectangle 18">
              <a:extLst>
                <a:ext uri="{FF2B5EF4-FFF2-40B4-BE49-F238E27FC236}">
                  <a16:creationId xmlns:a16="http://schemas.microsoft.com/office/drawing/2014/main" id="{04FB5D6E-F2AF-87C9-E571-CB6930C6A073}"/>
                </a:ext>
              </a:extLst>
            </p:cNvPr>
            <p:cNvSpPr/>
            <p:nvPr/>
          </p:nvSpPr>
          <p:spPr>
            <a:xfrm>
              <a:off x="8655050" y="5327650"/>
              <a:ext cx="2019300" cy="3218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3" name="Group 2">
            <a:extLst>
              <a:ext uri="{FF2B5EF4-FFF2-40B4-BE49-F238E27FC236}">
                <a16:creationId xmlns:a16="http://schemas.microsoft.com/office/drawing/2014/main" id="{1591C4E2-4562-631D-E7E5-E6A0C0DA9993}"/>
              </a:ext>
            </a:extLst>
          </p:cNvPr>
          <p:cNvGrpSpPr/>
          <p:nvPr/>
        </p:nvGrpSpPr>
        <p:grpSpPr>
          <a:xfrm>
            <a:off x="1068052" y="2422501"/>
            <a:ext cx="4753627" cy="430887"/>
            <a:chOff x="6663071" y="4746141"/>
            <a:chExt cx="4753627" cy="430887"/>
          </a:xfrm>
        </p:grpSpPr>
        <p:sp>
          <p:nvSpPr>
            <p:cNvPr id="8" name="TextBox 7">
              <a:extLst>
                <a:ext uri="{FF2B5EF4-FFF2-40B4-BE49-F238E27FC236}">
                  <a16:creationId xmlns:a16="http://schemas.microsoft.com/office/drawing/2014/main" id="{5D0854A6-7E32-5DDC-D906-DDAD7BBC4690}"/>
                </a:ext>
              </a:extLst>
            </p:cNvPr>
            <p:cNvSpPr txBox="1"/>
            <p:nvPr/>
          </p:nvSpPr>
          <p:spPr>
            <a:xfrm>
              <a:off x="6819523" y="4746141"/>
              <a:ext cx="4597175" cy="430887"/>
            </a:xfrm>
            <a:prstGeom prst="rect">
              <a:avLst/>
            </a:prstGeom>
            <a:noFill/>
          </p:spPr>
          <p:txBody>
            <a:bodyPr wrap="square">
              <a:spAutoFit/>
            </a:bodyPr>
            <a:lstStyle>
              <a:defPPr>
                <a:defRPr lang="en-US"/>
              </a:defPPr>
              <a:lvl1pPr lvl="0">
                <a:defRPr sz="1100"/>
              </a:lvl1pPr>
            </a:lstStyle>
            <a:p>
              <a:r>
                <a:rPr lang="en-GB" b="1" noProof="0">
                  <a:solidFill>
                    <a:prstClr val="black"/>
                  </a:solidFill>
                </a:rPr>
                <a:t>Reduce</a:t>
              </a:r>
              <a:r>
                <a:rPr lang="en-GB" noProof="0">
                  <a:solidFill>
                    <a:prstClr val="black"/>
                  </a:solidFill>
                </a:rPr>
                <a:t> the perceived costs of participating in the survey from the outset by specifying the expected duration.</a:t>
              </a:r>
              <a:endParaRPr lang="en-GB" noProof="0"/>
            </a:p>
          </p:txBody>
        </p:sp>
        <p:sp>
          <p:nvSpPr>
            <p:cNvPr id="9" name="Freeform: Shape 8">
              <a:extLst>
                <a:ext uri="{FF2B5EF4-FFF2-40B4-BE49-F238E27FC236}">
                  <a16:creationId xmlns:a16="http://schemas.microsoft.com/office/drawing/2014/main" id="{A9CF3B3C-D162-9804-33B9-A1EA8CACBA36}"/>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grpSp>
        <p:nvGrpSpPr>
          <p:cNvPr id="12" name="Group 11">
            <a:extLst>
              <a:ext uri="{FF2B5EF4-FFF2-40B4-BE49-F238E27FC236}">
                <a16:creationId xmlns:a16="http://schemas.microsoft.com/office/drawing/2014/main" id="{731F9B8F-2FA9-F83B-B881-51475247446A}"/>
              </a:ext>
            </a:extLst>
          </p:cNvPr>
          <p:cNvGrpSpPr/>
          <p:nvPr/>
        </p:nvGrpSpPr>
        <p:grpSpPr>
          <a:xfrm>
            <a:off x="1068052" y="2906267"/>
            <a:ext cx="3956043" cy="261610"/>
            <a:chOff x="6663071" y="4746141"/>
            <a:chExt cx="3956043" cy="261610"/>
          </a:xfrm>
        </p:grpSpPr>
        <p:sp>
          <p:nvSpPr>
            <p:cNvPr id="13" name="TextBox 12">
              <a:extLst>
                <a:ext uri="{FF2B5EF4-FFF2-40B4-BE49-F238E27FC236}">
                  <a16:creationId xmlns:a16="http://schemas.microsoft.com/office/drawing/2014/main" id="{4C00F782-7CD1-814E-ADD1-B7724D5129D1}"/>
                </a:ext>
              </a:extLst>
            </p:cNvPr>
            <p:cNvSpPr txBox="1"/>
            <p:nvPr/>
          </p:nvSpPr>
          <p:spPr>
            <a:xfrm>
              <a:off x="6819524" y="4746141"/>
              <a:ext cx="3799590" cy="261610"/>
            </a:xfrm>
            <a:prstGeom prst="rect">
              <a:avLst/>
            </a:prstGeom>
            <a:noFill/>
          </p:spPr>
          <p:txBody>
            <a:bodyPr wrap="square">
              <a:spAutoFit/>
            </a:bodyPr>
            <a:lstStyle>
              <a:defPPr>
                <a:defRPr lang="en-US"/>
              </a:defPPr>
              <a:lvl1pPr lvl="0">
                <a:defRPr sz="1100"/>
              </a:lvl1pPr>
            </a:lstStyle>
            <a:p>
              <a:r>
                <a:rPr lang="en-GB" b="1" noProof="0">
                  <a:solidFill>
                    <a:prstClr val="black"/>
                  </a:solidFill>
                </a:rPr>
                <a:t>Use </a:t>
              </a:r>
              <a:r>
                <a:rPr lang="en-GB" noProof="0">
                  <a:solidFill>
                    <a:prstClr val="black"/>
                  </a:solidFill>
                </a:rPr>
                <a:t>simple language and a visually friendly design.</a:t>
              </a:r>
              <a:endParaRPr lang="en-GB" noProof="0"/>
            </a:p>
          </p:txBody>
        </p:sp>
        <p:sp>
          <p:nvSpPr>
            <p:cNvPr id="16" name="Freeform: Shape 15">
              <a:extLst>
                <a:ext uri="{FF2B5EF4-FFF2-40B4-BE49-F238E27FC236}">
                  <a16:creationId xmlns:a16="http://schemas.microsoft.com/office/drawing/2014/main" id="{12865B98-54E6-E9DA-2C5B-1E47361C4FEB}"/>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grpSp>
        <p:nvGrpSpPr>
          <p:cNvPr id="20" name="Group 19">
            <a:extLst>
              <a:ext uri="{FF2B5EF4-FFF2-40B4-BE49-F238E27FC236}">
                <a16:creationId xmlns:a16="http://schemas.microsoft.com/office/drawing/2014/main" id="{8C332805-C87D-3118-B0F8-A65CB50E2155}"/>
              </a:ext>
            </a:extLst>
          </p:cNvPr>
          <p:cNvGrpSpPr/>
          <p:nvPr/>
        </p:nvGrpSpPr>
        <p:grpSpPr>
          <a:xfrm>
            <a:off x="1068052" y="3220756"/>
            <a:ext cx="4753627" cy="430887"/>
            <a:chOff x="6663071" y="4746141"/>
            <a:chExt cx="4753627" cy="430887"/>
          </a:xfrm>
        </p:grpSpPr>
        <p:sp>
          <p:nvSpPr>
            <p:cNvPr id="23" name="TextBox 22">
              <a:extLst>
                <a:ext uri="{FF2B5EF4-FFF2-40B4-BE49-F238E27FC236}">
                  <a16:creationId xmlns:a16="http://schemas.microsoft.com/office/drawing/2014/main" id="{9F8BBF62-E17D-7941-9DFA-109BB5C7D9D5}"/>
                </a:ext>
              </a:extLst>
            </p:cNvPr>
            <p:cNvSpPr txBox="1"/>
            <p:nvPr/>
          </p:nvSpPr>
          <p:spPr>
            <a:xfrm>
              <a:off x="6819524" y="4746141"/>
              <a:ext cx="4597174" cy="430887"/>
            </a:xfrm>
            <a:prstGeom prst="rect">
              <a:avLst/>
            </a:prstGeom>
            <a:noFill/>
          </p:spPr>
          <p:txBody>
            <a:bodyPr wrap="square">
              <a:spAutoFit/>
            </a:bodyPr>
            <a:lstStyle>
              <a:defPPr>
                <a:defRPr lang="en-US"/>
              </a:defPPr>
              <a:lvl1pPr lvl="0">
                <a:defRPr sz="1100"/>
              </a:lvl1pPr>
            </a:lstStyle>
            <a:p>
              <a:r>
                <a:rPr lang="en-GB" b="1" noProof="0">
                  <a:solidFill>
                    <a:prstClr val="black"/>
                  </a:solidFill>
                </a:rPr>
                <a:t>Do not disclose </a:t>
              </a:r>
              <a:r>
                <a:rPr lang="en-GB" noProof="0">
                  <a:solidFill>
                    <a:prstClr val="black"/>
                  </a:solidFill>
                </a:rPr>
                <a:t>too much information about the identity of the survey administrator.</a:t>
              </a:r>
              <a:endParaRPr lang="en-GB" noProof="0"/>
            </a:p>
          </p:txBody>
        </p:sp>
        <p:sp>
          <p:nvSpPr>
            <p:cNvPr id="24" name="Freeform: Shape 23">
              <a:extLst>
                <a:ext uri="{FF2B5EF4-FFF2-40B4-BE49-F238E27FC236}">
                  <a16:creationId xmlns:a16="http://schemas.microsoft.com/office/drawing/2014/main" id="{3B6B309B-A479-4562-13CB-884CD03F4981}"/>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grpSp>
        <p:nvGrpSpPr>
          <p:cNvPr id="25" name="Group 24">
            <a:extLst>
              <a:ext uri="{FF2B5EF4-FFF2-40B4-BE49-F238E27FC236}">
                <a16:creationId xmlns:a16="http://schemas.microsoft.com/office/drawing/2014/main" id="{4AB3F682-E770-1A13-8EBD-9899768B5F6D}"/>
              </a:ext>
            </a:extLst>
          </p:cNvPr>
          <p:cNvGrpSpPr/>
          <p:nvPr/>
        </p:nvGrpSpPr>
        <p:grpSpPr>
          <a:xfrm>
            <a:off x="1068052" y="3704522"/>
            <a:ext cx="5027947" cy="430887"/>
            <a:chOff x="6663071" y="4746141"/>
            <a:chExt cx="5027947" cy="430887"/>
          </a:xfrm>
        </p:grpSpPr>
        <p:sp>
          <p:nvSpPr>
            <p:cNvPr id="26" name="TextBox 25">
              <a:extLst>
                <a:ext uri="{FF2B5EF4-FFF2-40B4-BE49-F238E27FC236}">
                  <a16:creationId xmlns:a16="http://schemas.microsoft.com/office/drawing/2014/main" id="{EDF10198-422E-7F8E-58DE-32BFDA38818F}"/>
                </a:ext>
              </a:extLst>
            </p:cNvPr>
            <p:cNvSpPr txBox="1"/>
            <p:nvPr/>
          </p:nvSpPr>
          <p:spPr>
            <a:xfrm>
              <a:off x="6819523" y="4746141"/>
              <a:ext cx="4871495" cy="430887"/>
            </a:xfrm>
            <a:prstGeom prst="rect">
              <a:avLst/>
            </a:prstGeom>
            <a:noFill/>
          </p:spPr>
          <p:txBody>
            <a:bodyPr wrap="square">
              <a:spAutoFit/>
            </a:bodyPr>
            <a:lstStyle>
              <a:defPPr>
                <a:defRPr lang="en-US"/>
              </a:defPPr>
              <a:lvl1pPr lvl="0">
                <a:defRPr sz="1100"/>
              </a:lvl1pPr>
            </a:lstStyle>
            <a:p>
              <a:r>
                <a:rPr lang="en-GB" b="1" noProof="0">
                  <a:solidFill>
                    <a:prstClr val="black"/>
                  </a:solidFill>
                </a:rPr>
                <a:t>Provide </a:t>
              </a:r>
              <a:r>
                <a:rPr lang="en-GB" noProof="0">
                  <a:solidFill>
                    <a:prstClr val="black"/>
                  </a:solidFill>
                </a:rPr>
                <a:t>contact information so that respondents may submit complaints, questions, or comments.</a:t>
              </a:r>
              <a:endParaRPr lang="en-GB" noProof="0"/>
            </a:p>
          </p:txBody>
        </p:sp>
        <p:sp>
          <p:nvSpPr>
            <p:cNvPr id="27" name="Freeform: Shape 26">
              <a:extLst>
                <a:ext uri="{FF2B5EF4-FFF2-40B4-BE49-F238E27FC236}">
                  <a16:creationId xmlns:a16="http://schemas.microsoft.com/office/drawing/2014/main" id="{1CBEEE47-10D2-BB04-F1C0-800AA5E9262D}"/>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grpSp>
        <p:nvGrpSpPr>
          <p:cNvPr id="28" name="Group 27">
            <a:extLst>
              <a:ext uri="{FF2B5EF4-FFF2-40B4-BE49-F238E27FC236}">
                <a16:creationId xmlns:a16="http://schemas.microsoft.com/office/drawing/2014/main" id="{4EB49ACC-9034-6BE6-BB98-A2AA4FF6AB6A}"/>
              </a:ext>
            </a:extLst>
          </p:cNvPr>
          <p:cNvGrpSpPr/>
          <p:nvPr/>
        </p:nvGrpSpPr>
        <p:grpSpPr>
          <a:xfrm>
            <a:off x="1068052" y="4188288"/>
            <a:ext cx="3956043" cy="261610"/>
            <a:chOff x="6663071" y="4746141"/>
            <a:chExt cx="3956043" cy="261610"/>
          </a:xfrm>
        </p:grpSpPr>
        <p:sp>
          <p:nvSpPr>
            <p:cNvPr id="29" name="TextBox 28">
              <a:extLst>
                <a:ext uri="{FF2B5EF4-FFF2-40B4-BE49-F238E27FC236}">
                  <a16:creationId xmlns:a16="http://schemas.microsoft.com/office/drawing/2014/main" id="{31C2C31E-3268-32AC-4771-6454E1B39181}"/>
                </a:ext>
              </a:extLst>
            </p:cNvPr>
            <p:cNvSpPr txBox="1"/>
            <p:nvPr/>
          </p:nvSpPr>
          <p:spPr>
            <a:xfrm>
              <a:off x="6819524" y="4746141"/>
              <a:ext cx="3799590" cy="261610"/>
            </a:xfrm>
            <a:prstGeom prst="rect">
              <a:avLst/>
            </a:prstGeom>
            <a:noFill/>
          </p:spPr>
          <p:txBody>
            <a:bodyPr wrap="square">
              <a:spAutoFit/>
            </a:bodyPr>
            <a:lstStyle>
              <a:defPPr>
                <a:defRPr lang="en-US"/>
              </a:defPPr>
              <a:lvl1pPr lvl="0">
                <a:defRPr sz="1100"/>
              </a:lvl1pPr>
            </a:lstStyle>
            <a:p>
              <a:r>
                <a:rPr lang="en-GB" b="1" noProof="0">
                  <a:solidFill>
                    <a:prstClr val="black"/>
                  </a:solidFill>
                </a:rPr>
                <a:t>Offer </a:t>
              </a:r>
              <a:r>
                <a:rPr lang="en-GB" noProof="0">
                  <a:solidFill>
                    <a:prstClr val="black"/>
                  </a:solidFill>
                </a:rPr>
                <a:t>details on how the data will be stored and used.</a:t>
              </a:r>
              <a:endParaRPr lang="en-GB" noProof="0"/>
            </a:p>
          </p:txBody>
        </p:sp>
        <p:sp>
          <p:nvSpPr>
            <p:cNvPr id="30" name="Freeform: Shape 29">
              <a:extLst>
                <a:ext uri="{FF2B5EF4-FFF2-40B4-BE49-F238E27FC236}">
                  <a16:creationId xmlns:a16="http://schemas.microsoft.com/office/drawing/2014/main" id="{0D13D7C1-10C4-AC66-1CD7-321E6ED64C1F}"/>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grpSp>
        <p:nvGrpSpPr>
          <p:cNvPr id="31" name="Group 30">
            <a:extLst>
              <a:ext uri="{FF2B5EF4-FFF2-40B4-BE49-F238E27FC236}">
                <a16:creationId xmlns:a16="http://schemas.microsoft.com/office/drawing/2014/main" id="{3EB48CF1-9A56-7BAB-C729-C8FA0531D16E}"/>
              </a:ext>
            </a:extLst>
          </p:cNvPr>
          <p:cNvGrpSpPr/>
          <p:nvPr/>
        </p:nvGrpSpPr>
        <p:grpSpPr>
          <a:xfrm>
            <a:off x="1068052" y="4502777"/>
            <a:ext cx="3956043" cy="261610"/>
            <a:chOff x="6663071" y="4746141"/>
            <a:chExt cx="3956043" cy="261610"/>
          </a:xfrm>
        </p:grpSpPr>
        <p:sp>
          <p:nvSpPr>
            <p:cNvPr id="32" name="TextBox 31">
              <a:extLst>
                <a:ext uri="{FF2B5EF4-FFF2-40B4-BE49-F238E27FC236}">
                  <a16:creationId xmlns:a16="http://schemas.microsoft.com/office/drawing/2014/main" id="{347F88F3-1E4B-DA66-1FF7-001F2ABABDB1}"/>
                </a:ext>
              </a:extLst>
            </p:cNvPr>
            <p:cNvSpPr txBox="1"/>
            <p:nvPr/>
          </p:nvSpPr>
          <p:spPr>
            <a:xfrm>
              <a:off x="6819524" y="4746141"/>
              <a:ext cx="3799590" cy="261610"/>
            </a:xfrm>
            <a:prstGeom prst="rect">
              <a:avLst/>
            </a:prstGeom>
            <a:noFill/>
          </p:spPr>
          <p:txBody>
            <a:bodyPr wrap="square">
              <a:spAutoFit/>
            </a:bodyPr>
            <a:lstStyle>
              <a:defPPr>
                <a:defRPr lang="en-US"/>
              </a:defPPr>
              <a:lvl1pPr lvl="0">
                <a:defRPr sz="1100"/>
              </a:lvl1pPr>
            </a:lstStyle>
            <a:p>
              <a:r>
                <a:rPr lang="en-GB" b="1" noProof="0">
                  <a:solidFill>
                    <a:prstClr val="black"/>
                  </a:solidFill>
                </a:rPr>
                <a:t>Reaffirm </a:t>
              </a:r>
              <a:r>
                <a:rPr lang="en-GB" noProof="0">
                  <a:solidFill>
                    <a:prstClr val="black"/>
                  </a:solidFill>
                </a:rPr>
                <a:t>the commitment to anonymity and confidentiality.</a:t>
              </a:r>
              <a:endParaRPr lang="en-GB" noProof="0"/>
            </a:p>
          </p:txBody>
        </p:sp>
        <p:sp>
          <p:nvSpPr>
            <p:cNvPr id="33" name="Freeform: Shape 32">
              <a:extLst>
                <a:ext uri="{FF2B5EF4-FFF2-40B4-BE49-F238E27FC236}">
                  <a16:creationId xmlns:a16="http://schemas.microsoft.com/office/drawing/2014/main" id="{E4CBE5FF-57F8-AF59-2CD4-D7D3776272DA}"/>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grpSp>
        <p:nvGrpSpPr>
          <p:cNvPr id="34" name="Group 33">
            <a:extLst>
              <a:ext uri="{FF2B5EF4-FFF2-40B4-BE49-F238E27FC236}">
                <a16:creationId xmlns:a16="http://schemas.microsoft.com/office/drawing/2014/main" id="{02D31840-F9C0-CE81-BA1D-B0A6205C9373}"/>
              </a:ext>
            </a:extLst>
          </p:cNvPr>
          <p:cNvGrpSpPr/>
          <p:nvPr/>
        </p:nvGrpSpPr>
        <p:grpSpPr>
          <a:xfrm>
            <a:off x="1068052" y="4817266"/>
            <a:ext cx="4753627" cy="261610"/>
            <a:chOff x="6663071" y="4746141"/>
            <a:chExt cx="4753627" cy="261610"/>
          </a:xfrm>
        </p:grpSpPr>
        <p:sp>
          <p:nvSpPr>
            <p:cNvPr id="35" name="TextBox 34">
              <a:extLst>
                <a:ext uri="{FF2B5EF4-FFF2-40B4-BE49-F238E27FC236}">
                  <a16:creationId xmlns:a16="http://schemas.microsoft.com/office/drawing/2014/main" id="{9C5BE1F7-9855-82F4-E88B-BB1566C848AC}"/>
                </a:ext>
              </a:extLst>
            </p:cNvPr>
            <p:cNvSpPr txBox="1"/>
            <p:nvPr/>
          </p:nvSpPr>
          <p:spPr>
            <a:xfrm>
              <a:off x="6819524" y="4746141"/>
              <a:ext cx="4597174" cy="261610"/>
            </a:xfrm>
            <a:prstGeom prst="rect">
              <a:avLst/>
            </a:prstGeom>
            <a:noFill/>
          </p:spPr>
          <p:txBody>
            <a:bodyPr wrap="square">
              <a:spAutoFit/>
            </a:bodyPr>
            <a:lstStyle>
              <a:defPPr>
                <a:defRPr lang="en-US"/>
              </a:defPPr>
              <a:lvl1pPr lvl="0">
                <a:defRPr sz="1100"/>
              </a:lvl1pPr>
            </a:lstStyle>
            <a:p>
              <a:r>
                <a:rPr lang="en-GB" b="1" noProof="0">
                  <a:solidFill>
                    <a:prstClr val="black"/>
                  </a:solidFill>
                </a:rPr>
                <a:t>Present </a:t>
              </a:r>
              <a:r>
                <a:rPr lang="en-GB" noProof="0">
                  <a:solidFill>
                    <a:prstClr val="black"/>
                  </a:solidFill>
                </a:rPr>
                <a:t>limited information regarding the purpose/objective of the study.</a:t>
              </a:r>
              <a:endParaRPr lang="en-GB" noProof="0"/>
            </a:p>
          </p:txBody>
        </p:sp>
        <p:sp>
          <p:nvSpPr>
            <p:cNvPr id="37" name="Freeform: Shape 36">
              <a:extLst>
                <a:ext uri="{FF2B5EF4-FFF2-40B4-BE49-F238E27FC236}">
                  <a16:creationId xmlns:a16="http://schemas.microsoft.com/office/drawing/2014/main" id="{9392BA54-188A-6751-B226-60D50E413555}"/>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grpSp>
        <p:nvGrpSpPr>
          <p:cNvPr id="38" name="Group 37">
            <a:extLst>
              <a:ext uri="{FF2B5EF4-FFF2-40B4-BE49-F238E27FC236}">
                <a16:creationId xmlns:a16="http://schemas.microsoft.com/office/drawing/2014/main" id="{50A27FBF-597D-B745-B3F2-5AF425C331D0}"/>
              </a:ext>
            </a:extLst>
          </p:cNvPr>
          <p:cNvGrpSpPr/>
          <p:nvPr/>
        </p:nvGrpSpPr>
        <p:grpSpPr>
          <a:xfrm>
            <a:off x="1068052" y="5131755"/>
            <a:ext cx="3956043" cy="261610"/>
            <a:chOff x="6663071" y="4746141"/>
            <a:chExt cx="3956043" cy="261610"/>
          </a:xfrm>
        </p:grpSpPr>
        <p:sp>
          <p:nvSpPr>
            <p:cNvPr id="39" name="TextBox 38">
              <a:extLst>
                <a:ext uri="{FF2B5EF4-FFF2-40B4-BE49-F238E27FC236}">
                  <a16:creationId xmlns:a16="http://schemas.microsoft.com/office/drawing/2014/main" id="{8AE9DB79-B5A7-C807-F3EC-598F132CF806}"/>
                </a:ext>
              </a:extLst>
            </p:cNvPr>
            <p:cNvSpPr txBox="1"/>
            <p:nvPr/>
          </p:nvSpPr>
          <p:spPr>
            <a:xfrm>
              <a:off x="6819524" y="4746141"/>
              <a:ext cx="3799590" cy="261610"/>
            </a:xfrm>
            <a:prstGeom prst="rect">
              <a:avLst/>
            </a:prstGeom>
            <a:noFill/>
          </p:spPr>
          <p:txBody>
            <a:bodyPr wrap="square">
              <a:spAutoFit/>
            </a:bodyPr>
            <a:lstStyle>
              <a:defPPr>
                <a:defRPr lang="en-US"/>
              </a:defPPr>
              <a:lvl1pPr lvl="0">
                <a:defRPr sz="1100"/>
              </a:lvl1pPr>
            </a:lstStyle>
            <a:p>
              <a:r>
                <a:rPr lang="en-GB" b="1" noProof="0">
                  <a:solidFill>
                    <a:prstClr val="black"/>
                  </a:solidFill>
                </a:rPr>
                <a:t>Explain </a:t>
              </a:r>
              <a:r>
                <a:rPr lang="en-GB" noProof="0">
                  <a:solidFill>
                    <a:prstClr val="black"/>
                  </a:solidFill>
                </a:rPr>
                <a:t>the potential benefits derived from participation.</a:t>
              </a:r>
              <a:endParaRPr lang="en-GB" noProof="0"/>
            </a:p>
          </p:txBody>
        </p:sp>
        <p:sp>
          <p:nvSpPr>
            <p:cNvPr id="40" name="Freeform: Shape 39">
              <a:extLst>
                <a:ext uri="{FF2B5EF4-FFF2-40B4-BE49-F238E27FC236}">
                  <a16:creationId xmlns:a16="http://schemas.microsoft.com/office/drawing/2014/main" id="{4CCC8744-7A5C-665C-327B-49034DCAC233}"/>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grpSp>
        <p:nvGrpSpPr>
          <p:cNvPr id="41" name="Group 40">
            <a:extLst>
              <a:ext uri="{FF2B5EF4-FFF2-40B4-BE49-F238E27FC236}">
                <a16:creationId xmlns:a16="http://schemas.microsoft.com/office/drawing/2014/main" id="{03AB8772-5A27-FA3B-E8B9-AE5DA23DD62B}"/>
              </a:ext>
            </a:extLst>
          </p:cNvPr>
          <p:cNvGrpSpPr/>
          <p:nvPr/>
        </p:nvGrpSpPr>
        <p:grpSpPr>
          <a:xfrm>
            <a:off x="1068052" y="5446244"/>
            <a:ext cx="4753625" cy="430887"/>
            <a:chOff x="6663071" y="4746141"/>
            <a:chExt cx="4753625" cy="430887"/>
          </a:xfrm>
        </p:grpSpPr>
        <p:sp>
          <p:nvSpPr>
            <p:cNvPr id="42" name="TextBox 41">
              <a:extLst>
                <a:ext uri="{FF2B5EF4-FFF2-40B4-BE49-F238E27FC236}">
                  <a16:creationId xmlns:a16="http://schemas.microsoft.com/office/drawing/2014/main" id="{B72C1136-20EF-02BA-A7B3-6433965E49BE}"/>
                </a:ext>
              </a:extLst>
            </p:cNvPr>
            <p:cNvSpPr txBox="1"/>
            <p:nvPr/>
          </p:nvSpPr>
          <p:spPr>
            <a:xfrm>
              <a:off x="6819523" y="4746141"/>
              <a:ext cx="4597173" cy="430887"/>
            </a:xfrm>
            <a:prstGeom prst="rect">
              <a:avLst/>
            </a:prstGeom>
            <a:noFill/>
          </p:spPr>
          <p:txBody>
            <a:bodyPr wrap="square">
              <a:spAutoFit/>
            </a:bodyPr>
            <a:lstStyle>
              <a:defPPr>
                <a:defRPr lang="en-US"/>
              </a:defPPr>
              <a:lvl1pPr lvl="0">
                <a:defRPr sz="1100"/>
              </a:lvl1pPr>
            </a:lstStyle>
            <a:p>
              <a:r>
                <a:rPr lang="en-GB" b="1" noProof="0">
                  <a:solidFill>
                    <a:prstClr val="black"/>
                  </a:solidFill>
                </a:rPr>
                <a:t>Warn </a:t>
              </a:r>
              <a:r>
                <a:rPr lang="en-GB" noProof="0">
                  <a:solidFill>
                    <a:prstClr val="black"/>
                  </a:solidFill>
                </a:rPr>
                <a:t>respondents about the importance of providing high‑quality responses.</a:t>
              </a:r>
              <a:endParaRPr lang="en-GB" noProof="0"/>
            </a:p>
          </p:txBody>
        </p:sp>
        <p:sp>
          <p:nvSpPr>
            <p:cNvPr id="44" name="Freeform: Shape 43">
              <a:extLst>
                <a:ext uri="{FF2B5EF4-FFF2-40B4-BE49-F238E27FC236}">
                  <a16:creationId xmlns:a16="http://schemas.microsoft.com/office/drawing/2014/main" id="{2D688E57-4FCE-30B0-2599-8ECB2801075C}"/>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sp>
        <p:nvSpPr>
          <p:cNvPr id="73" name="Slide Number Placeholder 5">
            <a:extLst>
              <a:ext uri="{FF2B5EF4-FFF2-40B4-BE49-F238E27FC236}">
                <a16:creationId xmlns:a16="http://schemas.microsoft.com/office/drawing/2014/main" id="{F47F4B02-0FF9-84B5-8D44-8DDE65A56C4E}"/>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11</a:t>
            </a:fld>
            <a:endParaRPr lang="en-GB" noProof="0"/>
          </a:p>
        </p:txBody>
      </p:sp>
      <p:sp>
        <p:nvSpPr>
          <p:cNvPr id="74" name="Date Placeholder 3">
            <a:extLst>
              <a:ext uri="{FF2B5EF4-FFF2-40B4-BE49-F238E27FC236}">
                <a16:creationId xmlns:a16="http://schemas.microsoft.com/office/drawing/2014/main" id="{52BBB818-A634-EA80-69C1-170AA73827EE}"/>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Tree>
    <p:extLst>
      <p:ext uri="{BB962C8B-B14F-4D97-AF65-F5344CB8AC3E}">
        <p14:creationId xmlns:p14="http://schemas.microsoft.com/office/powerpoint/2010/main" val="29534989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500"/>
                                        <p:tgtEl>
                                          <p:spTgt spid="3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500"/>
                                        <p:tgtEl>
                                          <p:spTgt spid="3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4455FC6C-A9C4-F296-1020-7A674C94D1F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660D7BB-CDE3-1728-E1A3-603BEFB9A5C7}"/>
              </a:ext>
            </a:extLst>
          </p:cNvPr>
          <p:cNvSpPr txBox="1"/>
          <p:nvPr/>
        </p:nvSpPr>
        <p:spPr>
          <a:xfrm>
            <a:off x="967503" y="1152554"/>
            <a:ext cx="3275622" cy="319768"/>
          </a:xfrm>
          <a:prstGeom prst="rect">
            <a:avLst/>
          </a:prstGeom>
          <a:noFill/>
        </p:spPr>
        <p:txBody>
          <a:bodyPr wrap="square">
            <a:spAutoFit/>
          </a:bodyPr>
          <a:lstStyle>
            <a:defPPr>
              <a:defRPr lang="en-US"/>
            </a:defPPr>
            <a:lvl1pPr>
              <a:defRPr/>
            </a:lvl1pPr>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00"/>
                </a:solidFill>
                <a:effectLst/>
                <a:uLnTx/>
                <a:uFillTx/>
                <a:latin typeface="Aptos Black" panose="020B0004020202020204" pitchFamily="34" charset="0"/>
                <a:ea typeface="+mn-ea"/>
                <a:cs typeface="+mn-cs"/>
              </a:rPr>
              <a:t>Surveys</a:t>
            </a:r>
          </a:p>
        </p:txBody>
      </p:sp>
      <p:sp>
        <p:nvSpPr>
          <p:cNvPr id="8" name="TextBox 7">
            <a:extLst>
              <a:ext uri="{FF2B5EF4-FFF2-40B4-BE49-F238E27FC236}">
                <a16:creationId xmlns:a16="http://schemas.microsoft.com/office/drawing/2014/main" id="{F6132B97-CBEC-B2E1-4E8A-E2FC55F56B25}"/>
              </a:ext>
            </a:extLst>
          </p:cNvPr>
          <p:cNvSpPr txBox="1"/>
          <p:nvPr/>
        </p:nvSpPr>
        <p:spPr>
          <a:xfrm>
            <a:off x="1043989" y="1412439"/>
            <a:ext cx="6827471" cy="584775"/>
          </a:xfrm>
          <a:prstGeom prst="rect">
            <a:avLst/>
          </a:prstGeom>
          <a:noFill/>
        </p:spPr>
        <p:txBody>
          <a:bodyPr wrap="square" lIns="0">
            <a:spAutoFit/>
          </a:bodyPr>
          <a:lstStyle/>
          <a:p>
            <a:pPr lvl="0"/>
            <a:r>
              <a:rPr lang="en-GB" sz="1600" noProof="0">
                <a:solidFill>
                  <a:schemeClr val="bg1"/>
                </a:solidFill>
              </a:rPr>
              <a:t>Provides a quantitative description of trends, attitudes, and opinions, and tests associations between variables of a population by studying a sample.</a:t>
            </a:r>
            <a:endParaRPr kumimoji="0" lang="en-GB" sz="1600" b="1" i="0" u="none" strike="noStrike" kern="1200" cap="none" spc="0" normalizeH="0" baseline="0" noProof="0">
              <a:ln>
                <a:noFill/>
              </a:ln>
              <a:solidFill>
                <a:schemeClr val="bg1"/>
              </a:solidFill>
              <a:effectLst/>
              <a:uLnTx/>
              <a:uFillTx/>
              <a:latin typeface="Aptos" panose="020B0004020202020204"/>
            </a:endParaRPr>
          </a:p>
        </p:txBody>
      </p:sp>
      <p:sp>
        <p:nvSpPr>
          <p:cNvPr id="7" name="Título 1">
            <a:extLst>
              <a:ext uri="{FF2B5EF4-FFF2-40B4-BE49-F238E27FC236}">
                <a16:creationId xmlns:a16="http://schemas.microsoft.com/office/drawing/2014/main" id="{9B3C2166-D13F-97E9-62C7-96F646B15C39}"/>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Quantitative designs</a:t>
            </a:r>
          </a:p>
        </p:txBody>
      </p:sp>
      <p:sp>
        <p:nvSpPr>
          <p:cNvPr id="2" name="Rectangle: Rounded Corners 1">
            <a:extLst>
              <a:ext uri="{FF2B5EF4-FFF2-40B4-BE49-F238E27FC236}">
                <a16:creationId xmlns:a16="http://schemas.microsoft.com/office/drawing/2014/main" id="{AE9AD176-4F42-22FF-8B8E-A974948EDA2C}"/>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b="1" noProof="0">
              <a:solidFill>
                <a:schemeClr val="tx1"/>
              </a:solidFill>
            </a:endParaRPr>
          </a:p>
        </p:txBody>
      </p:sp>
      <p:sp>
        <p:nvSpPr>
          <p:cNvPr id="4" name="TextBox 3">
            <a:extLst>
              <a:ext uri="{FF2B5EF4-FFF2-40B4-BE49-F238E27FC236}">
                <a16:creationId xmlns:a16="http://schemas.microsoft.com/office/drawing/2014/main" id="{6AD38180-5882-63CC-0232-8412033392A3}"/>
              </a:ext>
            </a:extLst>
          </p:cNvPr>
          <p:cNvSpPr txBox="1"/>
          <p:nvPr/>
        </p:nvSpPr>
        <p:spPr>
          <a:xfrm>
            <a:off x="1531669" y="2750581"/>
            <a:ext cx="2186892" cy="584775"/>
          </a:xfrm>
          <a:prstGeom prst="rect">
            <a:avLst/>
          </a:prstGeom>
          <a:noFill/>
        </p:spPr>
        <p:txBody>
          <a:bodyPr wrap="square">
            <a:spAutoFit/>
          </a:bodyPr>
          <a:lstStyle/>
          <a:p>
            <a:pPr lvl="0" algn="ctr"/>
            <a:r>
              <a:rPr lang="en-GB" sz="1600" b="1" noProof="0">
                <a:solidFill>
                  <a:schemeClr val="bg1"/>
                </a:solidFill>
              </a:rPr>
              <a:t>Descriptive questions</a:t>
            </a:r>
            <a:endParaRPr kumimoji="0" lang="en-GB" sz="1600" b="1" i="0" u="none" strike="noStrike" kern="1200" cap="none" spc="0" normalizeH="0" baseline="0" noProof="0">
              <a:ln>
                <a:noFill/>
              </a:ln>
              <a:solidFill>
                <a:schemeClr val="bg1"/>
              </a:solidFill>
              <a:effectLst/>
              <a:uLnTx/>
              <a:uFillTx/>
              <a:latin typeface="Aptos" panose="020B0004020202020204"/>
            </a:endParaRPr>
          </a:p>
        </p:txBody>
      </p:sp>
      <p:sp>
        <p:nvSpPr>
          <p:cNvPr id="9" name="Título 1">
            <a:extLst>
              <a:ext uri="{FF2B5EF4-FFF2-40B4-BE49-F238E27FC236}">
                <a16:creationId xmlns:a16="http://schemas.microsoft.com/office/drawing/2014/main" id="{BC179E2E-6647-C1E4-4208-7243C9469E6C}"/>
              </a:ext>
            </a:extLst>
          </p:cNvPr>
          <p:cNvSpPr txBox="1">
            <a:spLocks/>
          </p:cNvSpPr>
          <p:nvPr/>
        </p:nvSpPr>
        <p:spPr>
          <a:xfrm>
            <a:off x="2319457" y="2364685"/>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gn="ctr">
              <a:lnSpc>
                <a:spcPct val="80000"/>
              </a:lnSpc>
              <a:defRPr/>
            </a:pPr>
            <a:r>
              <a:rPr lang="en-GB" sz="3200" b="1" noProof="0">
                <a:solidFill>
                  <a:srgbClr val="FFFF00"/>
                </a:solidFill>
                <a:latin typeface="Aptos Black" panose="020B0004020202020204" pitchFamily="34" charset="0"/>
              </a:rPr>
              <a:t>1</a:t>
            </a:r>
          </a:p>
        </p:txBody>
      </p:sp>
      <p:sp>
        <p:nvSpPr>
          <p:cNvPr id="13" name="TextBox 12">
            <a:extLst>
              <a:ext uri="{FF2B5EF4-FFF2-40B4-BE49-F238E27FC236}">
                <a16:creationId xmlns:a16="http://schemas.microsoft.com/office/drawing/2014/main" id="{7AB84D36-4080-36EA-C4BE-A7446203A081}"/>
              </a:ext>
            </a:extLst>
          </p:cNvPr>
          <p:cNvSpPr txBox="1"/>
          <p:nvPr/>
        </p:nvSpPr>
        <p:spPr>
          <a:xfrm>
            <a:off x="1589725" y="3429000"/>
            <a:ext cx="2255471" cy="646331"/>
          </a:xfrm>
          <a:prstGeom prst="rect">
            <a:avLst/>
          </a:prstGeom>
          <a:noFill/>
        </p:spPr>
        <p:txBody>
          <a:bodyPr wrap="square">
            <a:spAutoFit/>
          </a:bodyPr>
          <a:lstStyle/>
          <a:p>
            <a:pPr algn="ctr"/>
            <a:r>
              <a:rPr lang="en-GB" sz="1200" noProof="0">
                <a:solidFill>
                  <a:schemeClr val="bg1"/>
                </a:solidFill>
              </a:rPr>
              <a:t>What percentage of the company’s employees support the hiring of foreign workers? </a:t>
            </a:r>
          </a:p>
        </p:txBody>
      </p:sp>
      <p:sp>
        <p:nvSpPr>
          <p:cNvPr id="17" name="TextBox 16">
            <a:extLst>
              <a:ext uri="{FF2B5EF4-FFF2-40B4-BE49-F238E27FC236}">
                <a16:creationId xmlns:a16="http://schemas.microsoft.com/office/drawing/2014/main" id="{0BB7347C-BC98-23B7-EBCE-55252F491F49}"/>
              </a:ext>
            </a:extLst>
          </p:cNvPr>
          <p:cNvSpPr txBox="1"/>
          <p:nvPr/>
        </p:nvSpPr>
        <p:spPr>
          <a:xfrm>
            <a:off x="4313052" y="2750581"/>
            <a:ext cx="3067669" cy="584775"/>
          </a:xfrm>
          <a:prstGeom prst="rect">
            <a:avLst/>
          </a:prstGeom>
          <a:noFill/>
        </p:spPr>
        <p:txBody>
          <a:bodyPr wrap="square">
            <a:spAutoFit/>
          </a:bodyPr>
          <a:lstStyle/>
          <a:p>
            <a:pPr lvl="0" algn="ctr"/>
            <a:r>
              <a:rPr lang="en-GB" sz="1600" b="1" noProof="0">
                <a:solidFill>
                  <a:schemeClr val="bg1"/>
                </a:solidFill>
              </a:rPr>
              <a:t>Questions about relationships between variables</a:t>
            </a:r>
            <a:endParaRPr kumimoji="0" lang="en-GB" sz="1600" b="1" i="0" u="none" strike="noStrike" kern="1200" cap="none" spc="0" normalizeH="0" baseline="0" noProof="0">
              <a:ln>
                <a:noFill/>
              </a:ln>
              <a:solidFill>
                <a:schemeClr val="bg1"/>
              </a:solidFill>
              <a:effectLst/>
              <a:uLnTx/>
              <a:uFillTx/>
              <a:latin typeface="Aptos" panose="020B0004020202020204"/>
            </a:endParaRPr>
          </a:p>
        </p:txBody>
      </p:sp>
      <p:sp>
        <p:nvSpPr>
          <p:cNvPr id="18" name="Título 1">
            <a:extLst>
              <a:ext uri="{FF2B5EF4-FFF2-40B4-BE49-F238E27FC236}">
                <a16:creationId xmlns:a16="http://schemas.microsoft.com/office/drawing/2014/main" id="{D1424E94-A114-2E7D-786A-396CAD27E899}"/>
              </a:ext>
            </a:extLst>
          </p:cNvPr>
          <p:cNvSpPr txBox="1">
            <a:spLocks/>
          </p:cNvSpPr>
          <p:nvPr/>
        </p:nvSpPr>
        <p:spPr>
          <a:xfrm>
            <a:off x="5489353" y="2364685"/>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gn="ctr">
              <a:lnSpc>
                <a:spcPct val="80000"/>
              </a:lnSpc>
              <a:defRPr/>
            </a:pPr>
            <a:r>
              <a:rPr lang="en-GB" sz="3200" b="1" noProof="0">
                <a:solidFill>
                  <a:srgbClr val="FFFF00"/>
                </a:solidFill>
                <a:latin typeface="Aptos Black" panose="020B0004020202020204" pitchFamily="34" charset="0"/>
              </a:rPr>
              <a:t>2</a:t>
            </a:r>
          </a:p>
        </p:txBody>
      </p:sp>
      <p:sp>
        <p:nvSpPr>
          <p:cNvPr id="19" name="TextBox 18">
            <a:extLst>
              <a:ext uri="{FF2B5EF4-FFF2-40B4-BE49-F238E27FC236}">
                <a16:creationId xmlns:a16="http://schemas.microsoft.com/office/drawing/2014/main" id="{A7CF97E0-D28D-720B-DB54-22B896B90BCC}"/>
              </a:ext>
            </a:extLst>
          </p:cNvPr>
          <p:cNvSpPr txBox="1"/>
          <p:nvPr/>
        </p:nvSpPr>
        <p:spPr>
          <a:xfrm>
            <a:off x="4313052" y="3429000"/>
            <a:ext cx="3067669" cy="830997"/>
          </a:xfrm>
          <a:prstGeom prst="rect">
            <a:avLst/>
          </a:prstGeom>
          <a:noFill/>
        </p:spPr>
        <p:txBody>
          <a:bodyPr wrap="square">
            <a:spAutoFit/>
          </a:bodyPr>
          <a:lstStyle/>
          <a:p>
            <a:pPr algn="ctr"/>
            <a:r>
              <a:rPr lang="en-GB" sz="1200" noProof="0">
                <a:solidFill>
                  <a:schemeClr val="bg1"/>
                </a:solidFill>
              </a:rPr>
              <a:t>Is there an association between the number of foreign employees and overall job‑satisfaction perceptions among employees? </a:t>
            </a:r>
          </a:p>
        </p:txBody>
      </p:sp>
      <p:sp>
        <p:nvSpPr>
          <p:cNvPr id="22" name="TextBox 21">
            <a:extLst>
              <a:ext uri="{FF2B5EF4-FFF2-40B4-BE49-F238E27FC236}">
                <a16:creationId xmlns:a16="http://schemas.microsoft.com/office/drawing/2014/main" id="{30CB4A91-6D3D-244E-9EF3-0FA912582E4F}"/>
              </a:ext>
            </a:extLst>
          </p:cNvPr>
          <p:cNvSpPr txBox="1"/>
          <p:nvPr/>
        </p:nvSpPr>
        <p:spPr>
          <a:xfrm>
            <a:off x="8319497" y="2748795"/>
            <a:ext cx="2067842" cy="584775"/>
          </a:xfrm>
          <a:prstGeom prst="rect">
            <a:avLst/>
          </a:prstGeom>
          <a:noFill/>
        </p:spPr>
        <p:txBody>
          <a:bodyPr wrap="square">
            <a:spAutoFit/>
          </a:bodyPr>
          <a:lstStyle/>
          <a:p>
            <a:pPr lvl="0" algn="ctr"/>
            <a:r>
              <a:rPr lang="en-GB" sz="1600" b="1" noProof="0">
                <a:solidFill>
                  <a:schemeClr val="bg1"/>
                </a:solidFill>
              </a:rPr>
              <a:t>Longitudinal structures</a:t>
            </a:r>
            <a:endParaRPr kumimoji="0" lang="en-GB" sz="1600" b="1" i="0" u="none" strike="noStrike" kern="1200" cap="none" spc="0" normalizeH="0" baseline="0" noProof="0">
              <a:ln>
                <a:noFill/>
              </a:ln>
              <a:solidFill>
                <a:schemeClr val="bg1"/>
              </a:solidFill>
              <a:effectLst/>
              <a:uLnTx/>
              <a:uFillTx/>
              <a:latin typeface="Aptos" panose="020B0004020202020204"/>
            </a:endParaRPr>
          </a:p>
        </p:txBody>
      </p:sp>
      <p:sp>
        <p:nvSpPr>
          <p:cNvPr id="25" name="Título 1">
            <a:extLst>
              <a:ext uri="{FF2B5EF4-FFF2-40B4-BE49-F238E27FC236}">
                <a16:creationId xmlns:a16="http://schemas.microsoft.com/office/drawing/2014/main" id="{BEA474E8-4664-6832-2F82-39635FCA1AB0}"/>
              </a:ext>
            </a:extLst>
          </p:cNvPr>
          <p:cNvSpPr txBox="1">
            <a:spLocks/>
          </p:cNvSpPr>
          <p:nvPr/>
        </p:nvSpPr>
        <p:spPr>
          <a:xfrm>
            <a:off x="9047761" y="2364685"/>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gn="ctr">
              <a:lnSpc>
                <a:spcPct val="80000"/>
              </a:lnSpc>
              <a:defRPr/>
            </a:pPr>
            <a:r>
              <a:rPr lang="en-GB" sz="3200" b="1" noProof="0">
                <a:solidFill>
                  <a:srgbClr val="FFFF00"/>
                </a:solidFill>
                <a:latin typeface="Aptos Black" panose="020B0004020202020204" pitchFamily="34" charset="0"/>
              </a:rPr>
              <a:t>3</a:t>
            </a:r>
          </a:p>
        </p:txBody>
      </p:sp>
      <p:sp>
        <p:nvSpPr>
          <p:cNvPr id="26" name="TextBox 25">
            <a:extLst>
              <a:ext uri="{FF2B5EF4-FFF2-40B4-BE49-F238E27FC236}">
                <a16:creationId xmlns:a16="http://schemas.microsoft.com/office/drawing/2014/main" id="{076337F6-7439-9CFC-848E-F5505379AB59}"/>
              </a:ext>
            </a:extLst>
          </p:cNvPr>
          <p:cNvSpPr txBox="1"/>
          <p:nvPr/>
        </p:nvSpPr>
        <p:spPr>
          <a:xfrm>
            <a:off x="7871460" y="3429000"/>
            <a:ext cx="3067669" cy="646331"/>
          </a:xfrm>
          <a:prstGeom prst="rect">
            <a:avLst/>
          </a:prstGeom>
          <a:noFill/>
        </p:spPr>
        <p:txBody>
          <a:bodyPr wrap="square">
            <a:spAutoFit/>
          </a:bodyPr>
          <a:lstStyle/>
          <a:p>
            <a:pPr algn="ctr"/>
            <a:r>
              <a:rPr lang="en-GB" sz="1200" noProof="0">
                <a:solidFill>
                  <a:schemeClr val="bg1"/>
                </a:solidFill>
              </a:rPr>
              <a:t>Does the hiring of new foreign employees at Time 1 predict higher job satisfaction at Time 2? </a:t>
            </a:r>
          </a:p>
        </p:txBody>
      </p:sp>
      <p:sp>
        <p:nvSpPr>
          <p:cNvPr id="27" name="Oval 26">
            <a:extLst>
              <a:ext uri="{FF2B5EF4-FFF2-40B4-BE49-F238E27FC236}">
                <a16:creationId xmlns:a16="http://schemas.microsoft.com/office/drawing/2014/main" id="{0CF60746-D015-95A7-2780-5CB8A0DE3AF4}"/>
              </a:ext>
            </a:extLst>
          </p:cNvPr>
          <p:cNvSpPr/>
          <p:nvPr/>
        </p:nvSpPr>
        <p:spPr>
          <a:xfrm>
            <a:off x="3913203" y="4493315"/>
            <a:ext cx="1714500" cy="1714500"/>
          </a:xfrm>
          <a:prstGeom prst="ellipse">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noProof="0">
                <a:solidFill>
                  <a:schemeClr val="tx1"/>
                </a:solidFill>
              </a:rPr>
              <a:t>Population</a:t>
            </a:r>
          </a:p>
        </p:txBody>
      </p:sp>
      <p:sp>
        <p:nvSpPr>
          <p:cNvPr id="28" name="Oval 27">
            <a:extLst>
              <a:ext uri="{FF2B5EF4-FFF2-40B4-BE49-F238E27FC236}">
                <a16:creationId xmlns:a16="http://schemas.microsoft.com/office/drawing/2014/main" id="{944157A5-2FC3-490E-596D-F8B746CB947B}"/>
              </a:ext>
            </a:extLst>
          </p:cNvPr>
          <p:cNvSpPr/>
          <p:nvPr/>
        </p:nvSpPr>
        <p:spPr>
          <a:xfrm>
            <a:off x="5878195" y="5772206"/>
            <a:ext cx="435609" cy="43560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200" b="1" noProof="0">
                <a:solidFill>
                  <a:schemeClr val="tx1"/>
                </a:solidFill>
              </a:rPr>
              <a:t>S5</a:t>
            </a:r>
          </a:p>
        </p:txBody>
      </p:sp>
      <p:sp>
        <p:nvSpPr>
          <p:cNvPr id="29" name="Oval 28">
            <a:extLst>
              <a:ext uri="{FF2B5EF4-FFF2-40B4-BE49-F238E27FC236}">
                <a16:creationId xmlns:a16="http://schemas.microsoft.com/office/drawing/2014/main" id="{C76D16A1-AB1C-7F3E-BAAF-EC61B0B37CFA}"/>
              </a:ext>
            </a:extLst>
          </p:cNvPr>
          <p:cNvSpPr/>
          <p:nvPr/>
        </p:nvSpPr>
        <p:spPr>
          <a:xfrm>
            <a:off x="6710679" y="5485131"/>
            <a:ext cx="435609" cy="43560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200" b="1" noProof="0">
                <a:solidFill>
                  <a:schemeClr val="tx1"/>
                </a:solidFill>
              </a:rPr>
              <a:t>S4</a:t>
            </a:r>
          </a:p>
        </p:txBody>
      </p:sp>
      <p:sp>
        <p:nvSpPr>
          <p:cNvPr id="30" name="Oval 29">
            <a:extLst>
              <a:ext uri="{FF2B5EF4-FFF2-40B4-BE49-F238E27FC236}">
                <a16:creationId xmlns:a16="http://schemas.microsoft.com/office/drawing/2014/main" id="{6953613E-A57A-E595-97DC-C683E86F17E8}"/>
              </a:ext>
            </a:extLst>
          </p:cNvPr>
          <p:cNvSpPr/>
          <p:nvPr/>
        </p:nvSpPr>
        <p:spPr>
          <a:xfrm>
            <a:off x="6266793" y="5009952"/>
            <a:ext cx="435609" cy="43560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200" b="1" noProof="0">
                <a:solidFill>
                  <a:schemeClr val="tx1"/>
                </a:solidFill>
              </a:rPr>
              <a:t>S2</a:t>
            </a:r>
          </a:p>
        </p:txBody>
      </p:sp>
      <p:sp>
        <p:nvSpPr>
          <p:cNvPr id="31" name="Oval 30">
            <a:extLst>
              <a:ext uri="{FF2B5EF4-FFF2-40B4-BE49-F238E27FC236}">
                <a16:creationId xmlns:a16="http://schemas.microsoft.com/office/drawing/2014/main" id="{8692B5C7-F3C4-38DF-ACF9-2B93107CEABB}"/>
              </a:ext>
            </a:extLst>
          </p:cNvPr>
          <p:cNvSpPr/>
          <p:nvPr/>
        </p:nvSpPr>
        <p:spPr>
          <a:xfrm>
            <a:off x="6967221" y="4792147"/>
            <a:ext cx="435609" cy="43560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200" b="1" noProof="0">
                <a:solidFill>
                  <a:schemeClr val="tx1"/>
                </a:solidFill>
              </a:rPr>
              <a:t>S3</a:t>
            </a:r>
          </a:p>
        </p:txBody>
      </p:sp>
      <p:sp>
        <p:nvSpPr>
          <p:cNvPr id="32" name="Oval 31">
            <a:extLst>
              <a:ext uri="{FF2B5EF4-FFF2-40B4-BE49-F238E27FC236}">
                <a16:creationId xmlns:a16="http://schemas.microsoft.com/office/drawing/2014/main" id="{A11F6835-E0C8-DD51-35D4-7F29A9EAA1AB}"/>
              </a:ext>
            </a:extLst>
          </p:cNvPr>
          <p:cNvSpPr/>
          <p:nvPr/>
        </p:nvSpPr>
        <p:spPr>
          <a:xfrm>
            <a:off x="5910651" y="4493315"/>
            <a:ext cx="435609" cy="43560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200" b="1" noProof="0">
                <a:solidFill>
                  <a:schemeClr val="tx1"/>
                </a:solidFill>
              </a:rPr>
              <a:t>S1</a:t>
            </a:r>
          </a:p>
        </p:txBody>
      </p:sp>
      <p:sp>
        <p:nvSpPr>
          <p:cNvPr id="33" name="Slide Number Placeholder 5">
            <a:extLst>
              <a:ext uri="{FF2B5EF4-FFF2-40B4-BE49-F238E27FC236}">
                <a16:creationId xmlns:a16="http://schemas.microsoft.com/office/drawing/2014/main" id="{349A7CB5-11E0-770B-E2A7-160B706A1F94}"/>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solidFill>
                  <a:schemeClr val="bg1"/>
                </a:solidFill>
              </a:rPr>
              <a:pPr/>
              <a:t>12</a:t>
            </a:fld>
            <a:endParaRPr lang="en-GB" noProof="0">
              <a:solidFill>
                <a:schemeClr val="bg1"/>
              </a:solidFill>
            </a:endParaRPr>
          </a:p>
        </p:txBody>
      </p:sp>
      <p:sp>
        <p:nvSpPr>
          <p:cNvPr id="34" name="Date Placeholder 3">
            <a:extLst>
              <a:ext uri="{FF2B5EF4-FFF2-40B4-BE49-F238E27FC236}">
                <a16:creationId xmlns:a16="http://schemas.microsoft.com/office/drawing/2014/main" id="{E2B69DD1-E35F-C2E0-952A-CF684797A1A2}"/>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algn="r"/>
            <a:fld id="{27AB8C26-330F-4C13-A9D7-A5B1D2394DAC}" type="datetime1">
              <a:rPr lang="en-GB" noProof="0" smtClean="0">
                <a:solidFill>
                  <a:schemeClr val="bg1"/>
                </a:solidFill>
              </a:rPr>
              <a:pPr algn="r"/>
              <a:t>25/03/2026</a:t>
            </a:fld>
            <a:endParaRPr lang="en-GB" noProof="0">
              <a:solidFill>
                <a:schemeClr val="bg1"/>
              </a:solidFill>
            </a:endParaRPr>
          </a:p>
        </p:txBody>
      </p:sp>
    </p:spTree>
    <p:extLst>
      <p:ext uri="{BB962C8B-B14F-4D97-AF65-F5344CB8AC3E}">
        <p14:creationId xmlns:p14="http://schemas.microsoft.com/office/powerpoint/2010/main" val="19582193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fade">
                                      <p:cBhvr>
                                        <p:cTn id="30" dur="5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00"/>
                                        <p:tgtEl>
                                          <p:spTgt spid="2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fade">
                                      <p:cBhvr>
                                        <p:cTn id="44" dur="500"/>
                                        <p:tgtEl>
                                          <p:spTgt spid="3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4" grpId="0"/>
      <p:bldP spid="17" grpId="0"/>
      <p:bldP spid="22" grpId="0"/>
      <p:bldP spid="27" grpId="0" animBg="1"/>
      <p:bldP spid="28" grpId="0" animBg="1"/>
      <p:bldP spid="29" grpId="0" animBg="1"/>
      <p:bldP spid="30" grpId="0" animBg="1"/>
      <p:bldP spid="31" grpId="0" animBg="1"/>
      <p:bldP spid="3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ABAD7CF8-CCAB-B6B1-0B88-C9BCD218C2A4}"/>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chemeClr val="bg1"/>
                </a:solidFill>
                <a:effectLst/>
                <a:uLnTx/>
                <a:uFillTx/>
                <a:latin typeface="Aptos SemiBold" panose="020F0502020204030204" pitchFamily="34" charset="0"/>
                <a:ea typeface="+mj-ea"/>
                <a:cs typeface="+mj-cs"/>
              </a:rPr>
              <a:t>Quantitative designs</a:t>
            </a:r>
          </a:p>
        </p:txBody>
      </p:sp>
      <p:sp>
        <p:nvSpPr>
          <p:cNvPr id="17" name="Rectangle: Rounded Corners 16">
            <a:extLst>
              <a:ext uri="{FF2B5EF4-FFF2-40B4-BE49-F238E27FC236}">
                <a16:creationId xmlns:a16="http://schemas.microsoft.com/office/drawing/2014/main" id="{9F960C0F-6D52-0746-E6C1-34FD83E1AA78}"/>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b="1" noProof="0">
              <a:solidFill>
                <a:schemeClr val="tx1"/>
              </a:solidFill>
            </a:endParaRPr>
          </a:p>
        </p:txBody>
      </p:sp>
      <p:sp>
        <p:nvSpPr>
          <p:cNvPr id="18" name="TextBox 17">
            <a:extLst>
              <a:ext uri="{FF2B5EF4-FFF2-40B4-BE49-F238E27FC236}">
                <a16:creationId xmlns:a16="http://schemas.microsoft.com/office/drawing/2014/main" id="{D5CBC3F9-10D8-8239-1FDE-DC272BC93477}"/>
              </a:ext>
            </a:extLst>
          </p:cNvPr>
          <p:cNvSpPr txBox="1"/>
          <p:nvPr/>
        </p:nvSpPr>
        <p:spPr>
          <a:xfrm>
            <a:off x="944929" y="1759981"/>
            <a:ext cx="2186892" cy="338554"/>
          </a:xfrm>
          <a:prstGeom prst="rect">
            <a:avLst/>
          </a:prstGeom>
          <a:noFill/>
        </p:spPr>
        <p:txBody>
          <a:bodyPr wrap="square">
            <a:spAutoFit/>
          </a:bodyPr>
          <a:lstStyle/>
          <a:p>
            <a:pPr lvl="0"/>
            <a:r>
              <a:rPr lang="en-GB" sz="1600" b="1" noProof="0">
                <a:solidFill>
                  <a:srgbClr val="FFFF00"/>
                </a:solidFill>
              </a:rPr>
              <a:t>Population</a:t>
            </a:r>
            <a:endParaRPr kumimoji="0" lang="en-GB" sz="1600" b="1" i="0" u="none" strike="noStrike" kern="1200" cap="none" spc="0" normalizeH="0" baseline="0" noProof="0">
              <a:ln>
                <a:noFill/>
              </a:ln>
              <a:solidFill>
                <a:srgbClr val="FFFF00"/>
              </a:solidFill>
              <a:effectLst/>
              <a:uLnTx/>
              <a:uFillTx/>
              <a:latin typeface="Aptos" panose="020B0004020202020204"/>
            </a:endParaRPr>
          </a:p>
        </p:txBody>
      </p:sp>
      <p:sp>
        <p:nvSpPr>
          <p:cNvPr id="22" name="TextBox 21">
            <a:extLst>
              <a:ext uri="{FF2B5EF4-FFF2-40B4-BE49-F238E27FC236}">
                <a16:creationId xmlns:a16="http://schemas.microsoft.com/office/drawing/2014/main" id="{263DF065-B358-9C12-CC09-701ADED4AECB}"/>
              </a:ext>
            </a:extLst>
          </p:cNvPr>
          <p:cNvSpPr txBox="1"/>
          <p:nvPr/>
        </p:nvSpPr>
        <p:spPr>
          <a:xfrm>
            <a:off x="944929" y="2098535"/>
            <a:ext cx="2796491" cy="523220"/>
          </a:xfrm>
          <a:prstGeom prst="rect">
            <a:avLst/>
          </a:prstGeom>
          <a:noFill/>
        </p:spPr>
        <p:txBody>
          <a:bodyPr wrap="square">
            <a:spAutoFit/>
          </a:bodyPr>
          <a:lstStyle/>
          <a:p>
            <a:r>
              <a:rPr lang="en-GB" sz="1400" noProof="0">
                <a:solidFill>
                  <a:schemeClr val="bg1"/>
                </a:solidFill>
              </a:rPr>
              <a:t>A population is the set of all elements of interest in a study.</a:t>
            </a:r>
          </a:p>
        </p:txBody>
      </p:sp>
      <p:sp>
        <p:nvSpPr>
          <p:cNvPr id="25" name="TextBox 24">
            <a:extLst>
              <a:ext uri="{FF2B5EF4-FFF2-40B4-BE49-F238E27FC236}">
                <a16:creationId xmlns:a16="http://schemas.microsoft.com/office/drawing/2014/main" id="{9AB98986-7E82-2B13-78B3-615159E4860E}"/>
              </a:ext>
            </a:extLst>
          </p:cNvPr>
          <p:cNvSpPr txBox="1"/>
          <p:nvPr/>
        </p:nvSpPr>
        <p:spPr>
          <a:xfrm>
            <a:off x="944929" y="2621755"/>
            <a:ext cx="2186892" cy="338554"/>
          </a:xfrm>
          <a:prstGeom prst="rect">
            <a:avLst/>
          </a:prstGeom>
          <a:noFill/>
        </p:spPr>
        <p:txBody>
          <a:bodyPr wrap="square">
            <a:spAutoFit/>
          </a:bodyPr>
          <a:lstStyle/>
          <a:p>
            <a:pPr lvl="0"/>
            <a:r>
              <a:rPr lang="en-GB" sz="1600" b="1" noProof="0">
                <a:solidFill>
                  <a:srgbClr val="FFFF00"/>
                </a:solidFill>
              </a:rPr>
              <a:t>Sample</a:t>
            </a:r>
            <a:endParaRPr kumimoji="0" lang="en-GB" sz="1600" b="1" i="0" u="none" strike="noStrike" kern="1200" cap="none" spc="0" normalizeH="0" baseline="0" noProof="0">
              <a:ln>
                <a:noFill/>
              </a:ln>
              <a:solidFill>
                <a:srgbClr val="FFFF00"/>
              </a:solidFill>
              <a:effectLst/>
              <a:uLnTx/>
              <a:uFillTx/>
              <a:latin typeface="Aptos" panose="020B0004020202020204"/>
            </a:endParaRPr>
          </a:p>
        </p:txBody>
      </p:sp>
      <p:sp>
        <p:nvSpPr>
          <p:cNvPr id="26" name="TextBox 25">
            <a:extLst>
              <a:ext uri="{FF2B5EF4-FFF2-40B4-BE49-F238E27FC236}">
                <a16:creationId xmlns:a16="http://schemas.microsoft.com/office/drawing/2014/main" id="{1F1C70F6-F0EB-2C91-4D37-A1CD7AB62816}"/>
              </a:ext>
            </a:extLst>
          </p:cNvPr>
          <p:cNvSpPr txBox="1"/>
          <p:nvPr/>
        </p:nvSpPr>
        <p:spPr>
          <a:xfrm>
            <a:off x="944929" y="2960309"/>
            <a:ext cx="2796491" cy="523220"/>
          </a:xfrm>
          <a:prstGeom prst="rect">
            <a:avLst/>
          </a:prstGeom>
          <a:noFill/>
        </p:spPr>
        <p:txBody>
          <a:bodyPr wrap="square">
            <a:spAutoFit/>
          </a:bodyPr>
          <a:lstStyle/>
          <a:p>
            <a:r>
              <a:rPr lang="en-GB" sz="1400" noProof="0">
                <a:solidFill>
                  <a:schemeClr val="bg1"/>
                </a:solidFill>
              </a:rPr>
              <a:t>A sample is a subset of the population.</a:t>
            </a:r>
          </a:p>
        </p:txBody>
      </p:sp>
      <p:sp>
        <p:nvSpPr>
          <p:cNvPr id="29" name="TextBox 28">
            <a:extLst>
              <a:ext uri="{FF2B5EF4-FFF2-40B4-BE49-F238E27FC236}">
                <a16:creationId xmlns:a16="http://schemas.microsoft.com/office/drawing/2014/main" id="{3611B122-D3AD-FFAC-4DF4-9A41251FC5DB}"/>
              </a:ext>
            </a:extLst>
          </p:cNvPr>
          <p:cNvSpPr txBox="1"/>
          <p:nvPr/>
        </p:nvSpPr>
        <p:spPr>
          <a:xfrm>
            <a:off x="944929" y="3483529"/>
            <a:ext cx="2186892" cy="338554"/>
          </a:xfrm>
          <a:prstGeom prst="rect">
            <a:avLst/>
          </a:prstGeom>
          <a:noFill/>
        </p:spPr>
        <p:txBody>
          <a:bodyPr wrap="square">
            <a:spAutoFit/>
          </a:bodyPr>
          <a:lstStyle/>
          <a:p>
            <a:pPr lvl="0"/>
            <a:r>
              <a:rPr lang="en-GB" sz="1600" b="1" noProof="0">
                <a:solidFill>
                  <a:srgbClr val="FFFF00"/>
                </a:solidFill>
              </a:rPr>
              <a:t>Parameter</a:t>
            </a:r>
            <a:endParaRPr kumimoji="0" lang="en-GB" sz="1600" b="1" i="0" u="none" strike="noStrike" kern="1200" cap="none" spc="0" normalizeH="0" baseline="0" noProof="0">
              <a:ln>
                <a:noFill/>
              </a:ln>
              <a:solidFill>
                <a:srgbClr val="FFFF00"/>
              </a:solidFill>
              <a:effectLst/>
              <a:uLnTx/>
              <a:uFillTx/>
              <a:latin typeface="Aptos" panose="020B0004020202020204"/>
            </a:endParaRPr>
          </a:p>
        </p:txBody>
      </p:sp>
      <p:sp>
        <p:nvSpPr>
          <p:cNvPr id="30" name="TextBox 29">
            <a:extLst>
              <a:ext uri="{FF2B5EF4-FFF2-40B4-BE49-F238E27FC236}">
                <a16:creationId xmlns:a16="http://schemas.microsoft.com/office/drawing/2014/main" id="{D7D3EA98-D527-0327-47E0-C68F8642D72F}"/>
              </a:ext>
            </a:extLst>
          </p:cNvPr>
          <p:cNvSpPr txBox="1"/>
          <p:nvPr/>
        </p:nvSpPr>
        <p:spPr>
          <a:xfrm>
            <a:off x="944929" y="3822083"/>
            <a:ext cx="2796491" cy="523220"/>
          </a:xfrm>
          <a:prstGeom prst="rect">
            <a:avLst/>
          </a:prstGeom>
          <a:noFill/>
        </p:spPr>
        <p:txBody>
          <a:bodyPr wrap="square">
            <a:spAutoFit/>
          </a:bodyPr>
          <a:lstStyle/>
          <a:p>
            <a:r>
              <a:rPr lang="en-GB" sz="1400" noProof="0">
                <a:solidFill>
                  <a:schemeClr val="bg1"/>
                </a:solidFill>
              </a:rPr>
              <a:t>A parameter is a fixed characteristic of the population.</a:t>
            </a:r>
          </a:p>
        </p:txBody>
      </p:sp>
      <p:sp>
        <p:nvSpPr>
          <p:cNvPr id="31" name="TextBox 30">
            <a:extLst>
              <a:ext uri="{FF2B5EF4-FFF2-40B4-BE49-F238E27FC236}">
                <a16:creationId xmlns:a16="http://schemas.microsoft.com/office/drawing/2014/main" id="{D8AA9D33-CFC1-95AC-3864-B8C6AF7C802A}"/>
              </a:ext>
            </a:extLst>
          </p:cNvPr>
          <p:cNvSpPr txBox="1"/>
          <p:nvPr/>
        </p:nvSpPr>
        <p:spPr>
          <a:xfrm>
            <a:off x="944929" y="4334231"/>
            <a:ext cx="2186892" cy="338554"/>
          </a:xfrm>
          <a:prstGeom prst="rect">
            <a:avLst/>
          </a:prstGeom>
          <a:noFill/>
        </p:spPr>
        <p:txBody>
          <a:bodyPr wrap="square">
            <a:spAutoFit/>
          </a:bodyPr>
          <a:lstStyle/>
          <a:p>
            <a:pPr lvl="0"/>
            <a:r>
              <a:rPr lang="en-GB" sz="1600" b="1" noProof="0">
                <a:solidFill>
                  <a:srgbClr val="FFFF00"/>
                </a:solidFill>
              </a:rPr>
              <a:t>Indicators</a:t>
            </a:r>
            <a:endParaRPr kumimoji="0" lang="en-GB" sz="1600" b="1" i="0" u="none" strike="noStrike" kern="1200" cap="none" spc="0" normalizeH="0" baseline="0" noProof="0">
              <a:ln>
                <a:noFill/>
              </a:ln>
              <a:solidFill>
                <a:srgbClr val="FFFF00"/>
              </a:solidFill>
              <a:effectLst/>
              <a:uLnTx/>
              <a:uFillTx/>
              <a:latin typeface="Aptos" panose="020B0004020202020204"/>
            </a:endParaRPr>
          </a:p>
        </p:txBody>
      </p:sp>
      <p:sp>
        <p:nvSpPr>
          <p:cNvPr id="32" name="TextBox 31">
            <a:extLst>
              <a:ext uri="{FF2B5EF4-FFF2-40B4-BE49-F238E27FC236}">
                <a16:creationId xmlns:a16="http://schemas.microsoft.com/office/drawing/2014/main" id="{EB984EEB-93CB-D1BB-C56E-221F75369FD5}"/>
              </a:ext>
            </a:extLst>
          </p:cNvPr>
          <p:cNvSpPr txBox="1"/>
          <p:nvPr/>
        </p:nvSpPr>
        <p:spPr>
          <a:xfrm>
            <a:off x="944929" y="4672785"/>
            <a:ext cx="2796491" cy="738664"/>
          </a:xfrm>
          <a:prstGeom prst="rect">
            <a:avLst/>
          </a:prstGeom>
          <a:noFill/>
        </p:spPr>
        <p:txBody>
          <a:bodyPr wrap="square">
            <a:spAutoFit/>
          </a:bodyPr>
          <a:lstStyle/>
          <a:p>
            <a:r>
              <a:rPr lang="en-GB" sz="1400" noProof="0">
                <a:solidFill>
                  <a:schemeClr val="bg1"/>
                </a:solidFill>
              </a:rPr>
              <a:t>Indicators (or sample statistics) are quantities computed from the sample.</a:t>
            </a:r>
          </a:p>
        </p:txBody>
      </p:sp>
      <p:cxnSp>
        <p:nvCxnSpPr>
          <p:cNvPr id="33" name="Straight Connector 32">
            <a:extLst>
              <a:ext uri="{FF2B5EF4-FFF2-40B4-BE49-F238E27FC236}">
                <a16:creationId xmlns:a16="http://schemas.microsoft.com/office/drawing/2014/main" id="{14212D58-7DF8-A579-48C6-E3DB00C74E8A}"/>
              </a:ext>
            </a:extLst>
          </p:cNvPr>
          <p:cNvCxnSpPr>
            <a:cxnSpLocks/>
          </p:cNvCxnSpPr>
          <p:nvPr/>
        </p:nvCxnSpPr>
        <p:spPr>
          <a:xfrm>
            <a:off x="3990523" y="1821934"/>
            <a:ext cx="0" cy="3740666"/>
          </a:xfrm>
          <a:prstGeom prst="line">
            <a:avLst/>
          </a:prstGeom>
          <a:ln>
            <a:solidFill>
              <a:schemeClr val="bg1">
                <a:lumMod val="95000"/>
              </a:schemeClr>
            </a:solidFill>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680E0B18-A9DD-ED33-B847-E8EA4DBD642D}"/>
              </a:ext>
            </a:extLst>
          </p:cNvPr>
          <p:cNvSpPr txBox="1"/>
          <p:nvPr/>
        </p:nvSpPr>
        <p:spPr>
          <a:xfrm>
            <a:off x="4366259" y="2493263"/>
            <a:ext cx="4334728" cy="338554"/>
          </a:xfrm>
          <a:prstGeom prst="rect">
            <a:avLst/>
          </a:prstGeom>
          <a:noFill/>
        </p:spPr>
        <p:txBody>
          <a:bodyPr wrap="square">
            <a:spAutoFit/>
          </a:bodyPr>
          <a:lstStyle/>
          <a:p>
            <a:pPr lvl="0"/>
            <a:r>
              <a:rPr lang="en-GB" sz="1600" b="1" noProof="0">
                <a:solidFill>
                  <a:srgbClr val="FFFF00"/>
                </a:solidFill>
              </a:rPr>
              <a:t>The primary purpose of statistical inference</a:t>
            </a:r>
            <a:endParaRPr kumimoji="0" lang="en-GB" sz="1600" b="1" i="0" u="none" strike="noStrike" kern="1200" cap="none" spc="0" normalizeH="0" baseline="0" noProof="0">
              <a:ln>
                <a:noFill/>
              </a:ln>
              <a:solidFill>
                <a:srgbClr val="FFFF00"/>
              </a:solidFill>
              <a:effectLst/>
              <a:uLnTx/>
              <a:uFillTx/>
              <a:latin typeface="Aptos" panose="020B0004020202020204"/>
            </a:endParaRPr>
          </a:p>
        </p:txBody>
      </p:sp>
      <p:sp>
        <p:nvSpPr>
          <p:cNvPr id="36" name="TextBox 35">
            <a:extLst>
              <a:ext uri="{FF2B5EF4-FFF2-40B4-BE49-F238E27FC236}">
                <a16:creationId xmlns:a16="http://schemas.microsoft.com/office/drawing/2014/main" id="{E5F230FE-5DC6-28EC-2DAD-F45743E04514}"/>
              </a:ext>
            </a:extLst>
          </p:cNvPr>
          <p:cNvSpPr txBox="1"/>
          <p:nvPr/>
        </p:nvSpPr>
        <p:spPr>
          <a:xfrm>
            <a:off x="4366259" y="2831817"/>
            <a:ext cx="5105400" cy="738664"/>
          </a:xfrm>
          <a:prstGeom prst="rect">
            <a:avLst/>
          </a:prstGeom>
          <a:noFill/>
        </p:spPr>
        <p:txBody>
          <a:bodyPr wrap="square">
            <a:spAutoFit/>
          </a:bodyPr>
          <a:lstStyle/>
          <a:p>
            <a:r>
              <a:rPr lang="en-GB" sz="1400" noProof="0">
                <a:solidFill>
                  <a:schemeClr val="bg1"/>
                </a:solidFill>
              </a:rPr>
              <a:t>The principal goal of statistical inference is to </a:t>
            </a:r>
            <a:r>
              <a:rPr lang="en-GB" sz="1400" b="1" noProof="0">
                <a:solidFill>
                  <a:schemeClr val="bg1"/>
                </a:solidFill>
                <a:highlight>
                  <a:srgbClr val="000000"/>
                </a:highlight>
              </a:rPr>
              <a:t>make estimates and conduct hypothesis tests about population parameters using the information provided by a sample</a:t>
            </a:r>
            <a:r>
              <a:rPr lang="en-GB" sz="1400" noProof="0">
                <a:solidFill>
                  <a:schemeClr val="bg1"/>
                </a:solidFill>
              </a:rPr>
              <a:t>. </a:t>
            </a:r>
          </a:p>
        </p:txBody>
      </p:sp>
      <p:grpSp>
        <p:nvGrpSpPr>
          <p:cNvPr id="37" name="Group 36">
            <a:extLst>
              <a:ext uri="{FF2B5EF4-FFF2-40B4-BE49-F238E27FC236}">
                <a16:creationId xmlns:a16="http://schemas.microsoft.com/office/drawing/2014/main" id="{5A9D7D1A-C601-E540-17E8-63A619EED833}"/>
              </a:ext>
            </a:extLst>
          </p:cNvPr>
          <p:cNvGrpSpPr/>
          <p:nvPr/>
        </p:nvGrpSpPr>
        <p:grpSpPr>
          <a:xfrm>
            <a:off x="4542145" y="3693591"/>
            <a:ext cx="4753627" cy="600164"/>
            <a:chOff x="6663071" y="4746141"/>
            <a:chExt cx="4753627" cy="600164"/>
          </a:xfrm>
        </p:grpSpPr>
        <p:sp>
          <p:nvSpPr>
            <p:cNvPr id="38" name="TextBox 37">
              <a:extLst>
                <a:ext uri="{FF2B5EF4-FFF2-40B4-BE49-F238E27FC236}">
                  <a16:creationId xmlns:a16="http://schemas.microsoft.com/office/drawing/2014/main" id="{D6670626-8F22-A0BD-F29F-11A411A372F3}"/>
                </a:ext>
              </a:extLst>
            </p:cNvPr>
            <p:cNvSpPr txBox="1"/>
            <p:nvPr/>
          </p:nvSpPr>
          <p:spPr>
            <a:xfrm>
              <a:off x="6819523" y="4746141"/>
              <a:ext cx="4597175" cy="600164"/>
            </a:xfrm>
            <a:prstGeom prst="rect">
              <a:avLst/>
            </a:prstGeom>
            <a:noFill/>
          </p:spPr>
          <p:txBody>
            <a:bodyPr wrap="square">
              <a:spAutoFit/>
            </a:bodyPr>
            <a:lstStyle>
              <a:defPPr>
                <a:defRPr lang="en-US"/>
              </a:defPPr>
              <a:lvl1pPr lvl="0">
                <a:defRPr sz="1100"/>
              </a:lvl1pPr>
            </a:lstStyle>
            <a:p>
              <a:r>
                <a:rPr lang="en-GB" noProof="0">
                  <a:solidFill>
                    <a:schemeClr val="bg1"/>
                  </a:solidFill>
                </a:rPr>
                <a:t>It is often difficult, and in many cases costly, to obtain population‑level data. Consider the implementation of censuses to gather sociodemographic information.</a:t>
              </a:r>
            </a:p>
          </p:txBody>
        </p:sp>
        <p:sp>
          <p:nvSpPr>
            <p:cNvPr id="39" name="Freeform: Shape 38">
              <a:extLst>
                <a:ext uri="{FF2B5EF4-FFF2-40B4-BE49-F238E27FC236}">
                  <a16:creationId xmlns:a16="http://schemas.microsoft.com/office/drawing/2014/main" id="{AAAC5E76-DE0D-E8C3-7987-A3F5B0CF932A}"/>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chemeClr val="bg1"/>
            </a:solidFill>
            <a:ln w="5358" cap="flat">
              <a:noFill/>
              <a:prstDash val="solid"/>
              <a:miter/>
            </a:ln>
          </p:spPr>
          <p:txBody>
            <a:bodyPr rtlCol="0" anchor="ctr"/>
            <a:lstStyle/>
            <a:p>
              <a:endParaRPr lang="en-GB" noProof="0"/>
            </a:p>
          </p:txBody>
        </p:sp>
      </p:grpSp>
      <p:grpSp>
        <p:nvGrpSpPr>
          <p:cNvPr id="40" name="Group 39">
            <a:extLst>
              <a:ext uri="{FF2B5EF4-FFF2-40B4-BE49-F238E27FC236}">
                <a16:creationId xmlns:a16="http://schemas.microsoft.com/office/drawing/2014/main" id="{D1B6306C-3B1B-C5B4-A541-9161B0B600E5}"/>
              </a:ext>
            </a:extLst>
          </p:cNvPr>
          <p:cNvGrpSpPr/>
          <p:nvPr/>
        </p:nvGrpSpPr>
        <p:grpSpPr>
          <a:xfrm>
            <a:off x="4542145" y="4345303"/>
            <a:ext cx="4753627" cy="600164"/>
            <a:chOff x="6663071" y="4746141"/>
            <a:chExt cx="4753627" cy="600164"/>
          </a:xfrm>
        </p:grpSpPr>
        <p:sp>
          <p:nvSpPr>
            <p:cNvPr id="41" name="TextBox 40">
              <a:extLst>
                <a:ext uri="{FF2B5EF4-FFF2-40B4-BE49-F238E27FC236}">
                  <a16:creationId xmlns:a16="http://schemas.microsoft.com/office/drawing/2014/main" id="{27AE5DFD-68D5-4965-6280-721BA1DD04D3}"/>
                </a:ext>
              </a:extLst>
            </p:cNvPr>
            <p:cNvSpPr txBox="1"/>
            <p:nvPr/>
          </p:nvSpPr>
          <p:spPr>
            <a:xfrm>
              <a:off x="6819523" y="4746141"/>
              <a:ext cx="4597175" cy="600164"/>
            </a:xfrm>
            <a:prstGeom prst="rect">
              <a:avLst/>
            </a:prstGeom>
            <a:noFill/>
          </p:spPr>
          <p:txBody>
            <a:bodyPr wrap="square">
              <a:spAutoFit/>
            </a:bodyPr>
            <a:lstStyle>
              <a:defPPr>
                <a:defRPr lang="en-US"/>
              </a:defPPr>
              <a:lvl1pPr lvl="0">
                <a:defRPr sz="1100"/>
              </a:lvl1pPr>
            </a:lstStyle>
            <a:p>
              <a:r>
                <a:rPr lang="en-GB" noProof="0">
                  <a:solidFill>
                    <a:schemeClr val="bg1"/>
                  </a:solidFill>
                </a:rPr>
                <a:t>A useful alternative to obtaining population data is to study samples (specifically, their statistics) to infer the characteristics of the population to which the sample belongs. </a:t>
              </a:r>
            </a:p>
          </p:txBody>
        </p:sp>
        <p:sp>
          <p:nvSpPr>
            <p:cNvPr id="42" name="Freeform: Shape 41">
              <a:extLst>
                <a:ext uri="{FF2B5EF4-FFF2-40B4-BE49-F238E27FC236}">
                  <a16:creationId xmlns:a16="http://schemas.microsoft.com/office/drawing/2014/main" id="{3B8E3615-06FF-2038-85D8-1C2A46727C97}"/>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chemeClr val="bg1"/>
            </a:solidFill>
            <a:ln w="5358" cap="flat">
              <a:noFill/>
              <a:prstDash val="solid"/>
              <a:miter/>
            </a:ln>
          </p:spPr>
          <p:txBody>
            <a:bodyPr rtlCol="0" anchor="ctr"/>
            <a:lstStyle/>
            <a:p>
              <a:endParaRPr lang="en-GB" noProof="0"/>
            </a:p>
          </p:txBody>
        </p:sp>
      </p:grpSp>
      <p:sp>
        <p:nvSpPr>
          <p:cNvPr id="43" name="Slide Number Placeholder 5">
            <a:extLst>
              <a:ext uri="{FF2B5EF4-FFF2-40B4-BE49-F238E27FC236}">
                <a16:creationId xmlns:a16="http://schemas.microsoft.com/office/drawing/2014/main" id="{AED32384-C8A0-7DE0-127C-8531668B2ED0}"/>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solidFill>
                  <a:schemeClr val="bg1"/>
                </a:solidFill>
              </a:rPr>
              <a:pPr/>
              <a:t>13</a:t>
            </a:fld>
            <a:endParaRPr lang="en-GB" noProof="0">
              <a:solidFill>
                <a:schemeClr val="bg1"/>
              </a:solidFill>
            </a:endParaRPr>
          </a:p>
        </p:txBody>
      </p:sp>
      <p:sp>
        <p:nvSpPr>
          <p:cNvPr id="44" name="Date Placeholder 3">
            <a:extLst>
              <a:ext uri="{FF2B5EF4-FFF2-40B4-BE49-F238E27FC236}">
                <a16:creationId xmlns:a16="http://schemas.microsoft.com/office/drawing/2014/main" id="{2E1C87FA-1AC0-5E29-2448-AA18A0005709}"/>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algn="r"/>
            <a:fld id="{27AB8C26-330F-4C13-A9D7-A5B1D2394DAC}" type="datetime1">
              <a:rPr lang="en-GB" noProof="0" smtClean="0">
                <a:solidFill>
                  <a:schemeClr val="bg1"/>
                </a:solidFill>
              </a:rPr>
              <a:pPr algn="r"/>
              <a:t>25/03/2026</a:t>
            </a:fld>
            <a:endParaRPr lang="en-GB" noProof="0">
              <a:solidFill>
                <a:schemeClr val="bg1"/>
              </a:solidFill>
            </a:endParaRPr>
          </a:p>
        </p:txBody>
      </p:sp>
    </p:spTree>
    <p:extLst>
      <p:ext uri="{BB962C8B-B14F-4D97-AF65-F5344CB8AC3E}">
        <p14:creationId xmlns:p14="http://schemas.microsoft.com/office/powerpoint/2010/main" val="14993149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C885F8-55A9-38D1-FBB2-E36B750369DC}"/>
              </a:ext>
            </a:extLst>
          </p:cNvPr>
          <p:cNvSpPr txBox="1"/>
          <p:nvPr/>
        </p:nvSpPr>
        <p:spPr>
          <a:xfrm>
            <a:off x="908091" y="1115736"/>
            <a:ext cx="3275622" cy="537776"/>
          </a:xfrm>
          <a:prstGeom prst="rect">
            <a:avLst/>
          </a:prstGeom>
          <a:noFill/>
        </p:spPr>
        <p:txBody>
          <a:bodyPr wrap="square">
            <a:spAutoFit/>
          </a:bodyPr>
          <a:lstStyle>
            <a:defPPr>
              <a:defRPr lang="en-US"/>
            </a:defPPr>
            <a:lvl1pPr>
              <a:defRPr/>
            </a:lvl1pPr>
          </a:lstStyle>
          <a:p>
            <a:pPr>
              <a:lnSpc>
                <a:spcPts val="1700"/>
              </a:lnSpc>
            </a:pPr>
            <a:r>
              <a:rPr lang="en-GB" sz="1400" noProof="0">
                <a:latin typeface="Aptos Black" panose="020B0004020202020204" pitchFamily="34" charset="0"/>
              </a:rPr>
              <a:t>Uncertainty Generated by Random Sampling</a:t>
            </a:r>
          </a:p>
        </p:txBody>
      </p:sp>
      <p:sp>
        <p:nvSpPr>
          <p:cNvPr id="8" name="TextBox 7">
            <a:extLst>
              <a:ext uri="{FF2B5EF4-FFF2-40B4-BE49-F238E27FC236}">
                <a16:creationId xmlns:a16="http://schemas.microsoft.com/office/drawing/2014/main" id="{B9C66999-FBAF-FCF1-23C6-FE0CA6A1FE3C}"/>
              </a:ext>
            </a:extLst>
          </p:cNvPr>
          <p:cNvSpPr txBox="1"/>
          <p:nvPr/>
        </p:nvSpPr>
        <p:spPr>
          <a:xfrm>
            <a:off x="908091" y="1744922"/>
            <a:ext cx="4974188" cy="892552"/>
          </a:xfrm>
          <a:prstGeom prst="rect">
            <a:avLst/>
          </a:prstGeom>
          <a:noFill/>
        </p:spPr>
        <p:txBody>
          <a:bodyPr wrap="square">
            <a:spAutoFit/>
          </a:bodyPr>
          <a:lstStyle/>
          <a:p>
            <a:r>
              <a:rPr lang="en-GB" sz="1600" b="1" noProof="0">
                <a:solidFill>
                  <a:srgbClr val="FF0000"/>
                </a:solidFill>
              </a:rPr>
              <a:t>Objective</a:t>
            </a:r>
            <a:endParaRPr lang="en-GB" sz="1600" b="1" noProof="0">
              <a:solidFill>
                <a:schemeClr val="accent4"/>
              </a:solidFill>
            </a:endParaRPr>
          </a:p>
          <a:p>
            <a:r>
              <a:rPr lang="en-GB" sz="1200" b="1" noProof="0">
                <a:highlight>
                  <a:srgbClr val="FFC000"/>
                </a:highlight>
              </a:rPr>
              <a:t>To reproduce the same mean for the entire population</a:t>
            </a:r>
            <a:r>
              <a:rPr lang="en-GB" sz="1200" noProof="0"/>
              <a:t>, that is, if we want to study the mean, we aim to estimate the average evaluated across all individuals in the population of interest.</a:t>
            </a:r>
            <a:endParaRPr lang="en-GB" sz="1200" b="1" noProof="0"/>
          </a:p>
        </p:txBody>
      </p:sp>
      <p:grpSp>
        <p:nvGrpSpPr>
          <p:cNvPr id="37" name="Group 36">
            <a:extLst>
              <a:ext uri="{FF2B5EF4-FFF2-40B4-BE49-F238E27FC236}">
                <a16:creationId xmlns:a16="http://schemas.microsoft.com/office/drawing/2014/main" id="{EF4841A4-16B7-5DE8-B136-F1C0790642C5}"/>
              </a:ext>
            </a:extLst>
          </p:cNvPr>
          <p:cNvGrpSpPr/>
          <p:nvPr/>
        </p:nvGrpSpPr>
        <p:grpSpPr>
          <a:xfrm>
            <a:off x="1055624" y="4921387"/>
            <a:ext cx="2202421" cy="307777"/>
            <a:chOff x="6188632" y="3019787"/>
            <a:chExt cx="2202421" cy="307777"/>
          </a:xfrm>
        </p:grpSpPr>
        <p:pic>
          <p:nvPicPr>
            <p:cNvPr id="36" name="Picture 35">
              <a:extLst>
                <a:ext uri="{FF2B5EF4-FFF2-40B4-BE49-F238E27FC236}">
                  <a16:creationId xmlns:a16="http://schemas.microsoft.com/office/drawing/2014/main" id="{7201C503-3F21-BA20-CEAF-E901B467CD40}"/>
                </a:ext>
              </a:extLst>
            </p:cNvPr>
            <p:cNvPicPr>
              <a:picLocks noChangeAspect="1"/>
            </p:cNvPicPr>
            <p:nvPr>
              <p:custDataLst>
                <p:tags r:id="rId2"/>
              </p:custDataLst>
            </p:nvPr>
          </p:nvPicPr>
          <p:blipFill>
            <a:blip r:embed="rId4" cstate="print">
              <a:extLst>
                <a:ext uri="{28A0092B-C50C-407E-A947-70E740481C1C}">
                  <a14:useLocalDpi xmlns:a14="http://schemas.microsoft.com/office/drawing/2010/main" val="0"/>
                </a:ext>
              </a:extLst>
            </a:blip>
            <a:stretch>
              <a:fillRect/>
            </a:stretch>
          </p:blipFill>
          <p:spPr>
            <a:xfrm>
              <a:off x="7670468" y="3058629"/>
              <a:ext cx="720585" cy="230092"/>
            </a:xfrm>
            <a:prstGeom prst="rect">
              <a:avLst/>
            </a:prstGeom>
          </p:spPr>
        </p:pic>
        <p:sp>
          <p:nvSpPr>
            <p:cNvPr id="12" name="TextBox 11">
              <a:extLst>
                <a:ext uri="{FF2B5EF4-FFF2-40B4-BE49-F238E27FC236}">
                  <a16:creationId xmlns:a16="http://schemas.microsoft.com/office/drawing/2014/main" id="{DA4CB32A-A45F-CC4A-944A-68311D182A77}"/>
                </a:ext>
              </a:extLst>
            </p:cNvPr>
            <p:cNvSpPr txBox="1"/>
            <p:nvPr/>
          </p:nvSpPr>
          <p:spPr>
            <a:xfrm>
              <a:off x="6188632" y="3019787"/>
              <a:ext cx="1481836" cy="307777"/>
            </a:xfrm>
            <a:prstGeom prst="rect">
              <a:avLst/>
            </a:prstGeom>
            <a:noFill/>
          </p:spPr>
          <p:txBody>
            <a:bodyPr wrap="square">
              <a:spAutoFit/>
            </a:bodyPr>
            <a:lstStyle/>
            <a:p>
              <a:r>
                <a:rPr lang="en-GB" sz="1400" b="1" noProof="0"/>
                <a:t>Expected Value </a:t>
              </a:r>
            </a:p>
          </p:txBody>
        </p:sp>
      </p:grpSp>
      <p:sp>
        <p:nvSpPr>
          <p:cNvPr id="16" name="TextBox 15">
            <a:extLst>
              <a:ext uri="{FF2B5EF4-FFF2-40B4-BE49-F238E27FC236}">
                <a16:creationId xmlns:a16="http://schemas.microsoft.com/office/drawing/2014/main" id="{2BFD606E-49E3-D9CF-7257-00E485ECB2B3}"/>
              </a:ext>
            </a:extLst>
          </p:cNvPr>
          <p:cNvSpPr txBox="1"/>
          <p:nvPr/>
        </p:nvSpPr>
        <p:spPr>
          <a:xfrm>
            <a:off x="1562595" y="2859465"/>
            <a:ext cx="2893978" cy="338554"/>
          </a:xfrm>
          <a:prstGeom prst="rect">
            <a:avLst/>
          </a:prstGeom>
          <a:noFill/>
        </p:spPr>
        <p:txBody>
          <a:bodyPr wrap="square">
            <a:spAutoFit/>
          </a:bodyPr>
          <a:lstStyle/>
          <a:p>
            <a:r>
              <a:rPr lang="en-GB" sz="1600" b="1" noProof="0">
                <a:solidFill>
                  <a:srgbClr val="FF0000"/>
                </a:solidFill>
              </a:rPr>
              <a:t>Expected Value and samples</a:t>
            </a:r>
          </a:p>
        </p:txBody>
      </p:sp>
      <mc:AlternateContent xmlns:mc="http://schemas.openxmlformats.org/markup-compatibility/2006">
        <mc:Choice xmlns:a14="http://schemas.microsoft.com/office/drawing/2010/main" Requires="a14">
          <p:sp>
            <p:nvSpPr>
              <p:cNvPr id="63" name="TextBox 62">
                <a:extLst>
                  <a:ext uri="{FF2B5EF4-FFF2-40B4-BE49-F238E27FC236}">
                    <a16:creationId xmlns:a16="http://schemas.microsoft.com/office/drawing/2014/main" id="{2010AEBE-104C-57B8-F679-26B5586D737A}"/>
                  </a:ext>
                </a:extLst>
              </p:cNvPr>
              <p:cNvSpPr txBox="1"/>
              <p:nvPr/>
            </p:nvSpPr>
            <p:spPr>
              <a:xfrm>
                <a:off x="1055624" y="3414206"/>
                <a:ext cx="3907919" cy="1384995"/>
              </a:xfrm>
              <a:prstGeom prst="rect">
                <a:avLst/>
              </a:prstGeom>
              <a:noFill/>
            </p:spPr>
            <p:txBody>
              <a:bodyPr wrap="square">
                <a:spAutoFit/>
              </a:bodyPr>
              <a:lstStyle>
                <a:defPPr>
                  <a:defRPr lang="en-US"/>
                </a:defPPr>
                <a:lvl1pPr>
                  <a:defRPr sz="1600" b="1">
                    <a:solidFill>
                      <a:schemeClr val="accent5"/>
                    </a:solidFill>
                  </a:defRPr>
                </a:lvl1pPr>
              </a:lstStyle>
              <a:p>
                <a:r>
                  <a:rPr lang="en-GB" sz="1200" b="0" noProof="0">
                    <a:solidFill>
                      <a:schemeClr val="tx1"/>
                    </a:solidFill>
                  </a:rPr>
                  <a:t>For any given population, there exists a single expected value </a:t>
                </a:r>
                <a14:m>
                  <m:oMath xmlns:m="http://schemas.openxmlformats.org/officeDocument/2006/math">
                    <m:r>
                      <a:rPr lang="en-GB" sz="1200" b="0" i="1" noProof="0" smtClean="0">
                        <a:solidFill>
                          <a:schemeClr val="tx1"/>
                        </a:solidFill>
                        <a:latin typeface="Cambria Math" panose="02040503050406030204" pitchFamily="18" charset="0"/>
                      </a:rPr>
                      <m:t>𝐸</m:t>
                    </m:r>
                    <m:d>
                      <m:dPr>
                        <m:begChr m:val="["/>
                        <m:endChr m:val="]"/>
                        <m:ctrlPr>
                          <a:rPr lang="en-GB" sz="1200" b="0" i="1" noProof="0" smtClean="0">
                            <a:solidFill>
                              <a:schemeClr val="tx1"/>
                            </a:solidFill>
                            <a:latin typeface="Cambria Math" panose="02040503050406030204" pitchFamily="18" charset="0"/>
                          </a:rPr>
                        </m:ctrlPr>
                      </m:dPr>
                      <m:e>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𝑌</m:t>
                            </m:r>
                          </m:e>
                          <m:sub>
                            <m:r>
                              <a:rPr lang="en-GB" sz="1200" b="0" i="1" noProof="0" smtClean="0">
                                <a:solidFill>
                                  <a:schemeClr val="tx1"/>
                                </a:solidFill>
                                <a:latin typeface="Cambria Math" panose="02040503050406030204" pitchFamily="18" charset="0"/>
                              </a:rPr>
                              <m:t>𝑖</m:t>
                            </m:r>
                          </m:sub>
                        </m:sSub>
                      </m:e>
                    </m:d>
                  </m:oMath>
                </a14:m>
                <a:r>
                  <a:rPr lang="en-GB" sz="1200" b="0" noProof="0">
                    <a:solidFill>
                      <a:schemeClr val="tx1"/>
                    </a:solidFill>
                  </a:rPr>
                  <a:t>.</a:t>
                </a:r>
              </a:p>
              <a:p>
                <a:endParaRPr lang="en-GB" sz="1200" b="0" noProof="0">
                  <a:solidFill>
                    <a:schemeClr val="tx1"/>
                  </a:solidFill>
                </a:endParaRPr>
              </a:p>
              <a:p>
                <a:r>
                  <a:rPr lang="en-GB" sz="1200" b="0" noProof="0">
                    <a:solidFill>
                      <a:schemeClr val="tx1"/>
                    </a:solidFill>
                  </a:rPr>
                  <a:t>In contrast, there are many possible sample means </a:t>
                </a:r>
                <a14:m>
                  <m:oMath xmlns:m="http://schemas.openxmlformats.org/officeDocument/2006/math">
                    <m:r>
                      <m:rPr>
                        <m:sty m:val="p"/>
                      </m:rPr>
                      <a:rPr lang="en-GB" sz="1200" b="0" i="0" noProof="0" smtClean="0">
                        <a:solidFill>
                          <a:schemeClr val="tx1"/>
                        </a:solidFill>
                        <a:latin typeface="Cambria Math" panose="02040503050406030204" pitchFamily="18" charset="0"/>
                      </a:rPr>
                      <m:t>AVG</m:t>
                    </m:r>
                    <m:d>
                      <m:dPr>
                        <m:begChr m:val="["/>
                        <m:endChr m:val="]"/>
                        <m:ctrlPr>
                          <a:rPr lang="en-GB" sz="1200" b="0" i="1" noProof="0" smtClean="0">
                            <a:solidFill>
                              <a:schemeClr val="tx1"/>
                            </a:solidFill>
                            <a:latin typeface="Cambria Math" panose="02040503050406030204" pitchFamily="18" charset="0"/>
                          </a:rPr>
                        </m:ctrlPr>
                      </m:dPr>
                      <m:e>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𝑌</m:t>
                            </m:r>
                          </m:e>
                          <m:sub>
                            <m:r>
                              <a:rPr lang="en-GB" sz="1200" b="0" i="1" noProof="0" smtClean="0">
                                <a:solidFill>
                                  <a:schemeClr val="tx1"/>
                                </a:solidFill>
                                <a:latin typeface="Cambria Math" panose="02040503050406030204" pitchFamily="18" charset="0"/>
                              </a:rPr>
                              <m:t>𝑖</m:t>
                            </m:r>
                          </m:sub>
                        </m:sSub>
                      </m:e>
                    </m:d>
                    <m:r>
                      <a:rPr lang="en-GB" sz="1200" b="0" i="1" noProof="0" smtClean="0">
                        <a:solidFill>
                          <a:schemeClr val="tx1"/>
                        </a:solidFill>
                        <a:latin typeface="Cambria Math" panose="02040503050406030204" pitchFamily="18" charset="0"/>
                      </a:rPr>
                      <m:t> </m:t>
                    </m:r>
                  </m:oMath>
                </a14:m>
                <a:r>
                  <a:rPr lang="en-GB" sz="1200" b="0" noProof="0">
                    <a:solidFill>
                      <a:schemeClr val="tx1"/>
                    </a:solidFill>
                  </a:rPr>
                  <a:t>depending on how the sample size </a:t>
                </a:r>
                <a:r>
                  <a:rPr lang="en-GB" sz="1200" b="0" i="1" noProof="0">
                    <a:solidFill>
                      <a:schemeClr val="tx1"/>
                    </a:solidFill>
                  </a:rPr>
                  <a:t>n</a:t>
                </a:r>
                <a:r>
                  <a:rPr lang="en-GB" sz="1200" b="0" noProof="0">
                    <a:solidFill>
                      <a:schemeClr val="tx1"/>
                    </a:solidFill>
                  </a:rPr>
                  <a:t> is chosen and which individuals happen to be included in the sample.</a:t>
                </a:r>
              </a:p>
            </p:txBody>
          </p:sp>
        </mc:Choice>
        <mc:Fallback>
          <p:sp>
            <p:nvSpPr>
              <p:cNvPr id="63" name="TextBox 62">
                <a:extLst>
                  <a:ext uri="{FF2B5EF4-FFF2-40B4-BE49-F238E27FC236}">
                    <a16:creationId xmlns:a16="http://schemas.microsoft.com/office/drawing/2014/main" id="{2010AEBE-104C-57B8-F679-26B5586D737A}"/>
                  </a:ext>
                </a:extLst>
              </p:cNvPr>
              <p:cNvSpPr txBox="1">
                <a:spLocks noRot="1" noChangeAspect="1" noMove="1" noResize="1" noEditPoints="1" noAdjustHandles="1" noChangeArrowheads="1" noChangeShapeType="1" noTextEdit="1"/>
              </p:cNvSpPr>
              <p:nvPr/>
            </p:nvSpPr>
            <p:spPr>
              <a:xfrm>
                <a:off x="1055624" y="3414206"/>
                <a:ext cx="3907919" cy="1384995"/>
              </a:xfrm>
              <a:prstGeom prst="rect">
                <a:avLst/>
              </a:prstGeom>
              <a:blipFill>
                <a:blip r:embed="rId5"/>
                <a:stretch>
                  <a:fillRect/>
                </a:stretch>
              </a:blipFill>
            </p:spPr>
            <p:txBody>
              <a:bodyPr/>
              <a:lstStyle/>
              <a:p>
                <a:r>
                  <a:rPr lang="en-US">
                    <a:noFill/>
                  </a:rPr>
                  <a:t> </a:t>
                </a:r>
              </a:p>
            </p:txBody>
          </p:sp>
        </mc:Fallback>
      </mc:AlternateContent>
      <p:sp>
        <p:nvSpPr>
          <p:cNvPr id="6" name="Título 1">
            <a:extLst>
              <a:ext uri="{FF2B5EF4-FFF2-40B4-BE49-F238E27FC236}">
                <a16:creationId xmlns:a16="http://schemas.microsoft.com/office/drawing/2014/main" id="{697B24ED-7AA7-3F6A-DDFC-E0A13D8951CC}"/>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Quantitative designs</a:t>
            </a:r>
          </a:p>
        </p:txBody>
      </p:sp>
      <p:sp>
        <p:nvSpPr>
          <p:cNvPr id="7" name="Slide Number Placeholder 5">
            <a:extLst>
              <a:ext uri="{FF2B5EF4-FFF2-40B4-BE49-F238E27FC236}">
                <a16:creationId xmlns:a16="http://schemas.microsoft.com/office/drawing/2014/main" id="{E89257C4-909B-977C-61AA-043ABF93C102}"/>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14</a:t>
            </a:fld>
            <a:endParaRPr lang="en-GB" noProof="0"/>
          </a:p>
        </p:txBody>
      </p:sp>
      <p:sp>
        <p:nvSpPr>
          <p:cNvPr id="11" name="Date Placeholder 3">
            <a:extLst>
              <a:ext uri="{FF2B5EF4-FFF2-40B4-BE49-F238E27FC236}">
                <a16:creationId xmlns:a16="http://schemas.microsoft.com/office/drawing/2014/main" id="{75254483-E4C7-4229-E1C8-D1ADD63F2E0B}"/>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algn="r"/>
            <a:fld id="{27AB8C26-330F-4C13-A9D7-A5B1D2394DAC}" type="datetime1">
              <a:rPr lang="en-GB" noProof="0" smtClean="0"/>
              <a:pPr algn="r"/>
              <a:t>25/03/2026</a:t>
            </a:fld>
            <a:endParaRPr lang="en-GB" noProof="0"/>
          </a:p>
        </p:txBody>
      </p:sp>
      <p:sp>
        <p:nvSpPr>
          <p:cNvPr id="15" name="Título 1">
            <a:extLst>
              <a:ext uri="{FF2B5EF4-FFF2-40B4-BE49-F238E27FC236}">
                <a16:creationId xmlns:a16="http://schemas.microsoft.com/office/drawing/2014/main" id="{D45BF589-DB64-FACD-CE54-B943C9AE981E}"/>
              </a:ext>
            </a:extLst>
          </p:cNvPr>
          <p:cNvSpPr txBox="1">
            <a:spLocks/>
          </p:cNvSpPr>
          <p:nvPr/>
        </p:nvSpPr>
        <p:spPr>
          <a:xfrm>
            <a:off x="1014064" y="2864639"/>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noProof="0">
                <a:solidFill>
                  <a:srgbClr val="FF0000"/>
                </a:solidFill>
                <a:latin typeface="Aptos Black" panose="020B0004020202020204" pitchFamily="34" charset="0"/>
              </a:rPr>
              <a:t>1.</a:t>
            </a:r>
          </a:p>
        </p:txBody>
      </p:sp>
      <p:sp>
        <p:nvSpPr>
          <p:cNvPr id="20" name="TextBox 19">
            <a:extLst>
              <a:ext uri="{FF2B5EF4-FFF2-40B4-BE49-F238E27FC236}">
                <a16:creationId xmlns:a16="http://schemas.microsoft.com/office/drawing/2014/main" id="{FBDEA866-EA11-496B-6EEA-0F4BF4DFB2E4}"/>
              </a:ext>
            </a:extLst>
          </p:cNvPr>
          <p:cNvSpPr txBox="1"/>
          <p:nvPr/>
        </p:nvSpPr>
        <p:spPr>
          <a:xfrm>
            <a:off x="1055624" y="5313249"/>
            <a:ext cx="1481836" cy="307777"/>
          </a:xfrm>
          <a:prstGeom prst="rect">
            <a:avLst/>
          </a:prstGeom>
          <a:noFill/>
        </p:spPr>
        <p:txBody>
          <a:bodyPr wrap="square">
            <a:spAutoFit/>
          </a:bodyPr>
          <a:lstStyle/>
          <a:p>
            <a:r>
              <a:rPr lang="en-GB" sz="1400" b="1" noProof="0"/>
              <a:t>Sample Mean</a:t>
            </a:r>
          </a:p>
        </p:txBody>
      </p:sp>
      <p:pic>
        <p:nvPicPr>
          <p:cNvPr id="21" name="Picture 20">
            <a:extLst>
              <a:ext uri="{FF2B5EF4-FFF2-40B4-BE49-F238E27FC236}">
                <a16:creationId xmlns:a16="http://schemas.microsoft.com/office/drawing/2014/main" id="{C759A638-4C5F-33C8-25C9-D9B627BF4282}"/>
              </a:ext>
            </a:extLst>
          </p:cNvPr>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2545902" y="5330424"/>
            <a:ext cx="1453570" cy="250759"/>
          </a:xfrm>
          <a:prstGeom prst="rect">
            <a:avLst/>
          </a:prstGeom>
        </p:spPr>
      </p:pic>
      <p:sp>
        <p:nvSpPr>
          <p:cNvPr id="22" name="TextBox 21">
            <a:extLst>
              <a:ext uri="{FF2B5EF4-FFF2-40B4-BE49-F238E27FC236}">
                <a16:creationId xmlns:a16="http://schemas.microsoft.com/office/drawing/2014/main" id="{5EE6B6DD-0F6D-04DB-B5EF-B2F6D3BE15AE}"/>
              </a:ext>
            </a:extLst>
          </p:cNvPr>
          <p:cNvSpPr txBox="1"/>
          <p:nvPr/>
        </p:nvSpPr>
        <p:spPr>
          <a:xfrm>
            <a:off x="6165075" y="2867531"/>
            <a:ext cx="2893978" cy="338554"/>
          </a:xfrm>
          <a:prstGeom prst="rect">
            <a:avLst/>
          </a:prstGeom>
          <a:noFill/>
        </p:spPr>
        <p:txBody>
          <a:bodyPr wrap="square">
            <a:spAutoFit/>
          </a:bodyPr>
          <a:lstStyle/>
          <a:p>
            <a:r>
              <a:rPr lang="en-GB" sz="1600" b="1" noProof="0">
                <a:solidFill>
                  <a:srgbClr val="FF0000"/>
                </a:solidFill>
              </a:rPr>
              <a:t>Population parameters </a:t>
            </a:r>
          </a:p>
        </p:txBody>
      </p:sp>
      <p:sp>
        <p:nvSpPr>
          <p:cNvPr id="23" name="Título 1">
            <a:extLst>
              <a:ext uri="{FF2B5EF4-FFF2-40B4-BE49-F238E27FC236}">
                <a16:creationId xmlns:a16="http://schemas.microsoft.com/office/drawing/2014/main" id="{CA6DCB2F-2D67-F6E1-250C-EE559739C3BF}"/>
              </a:ext>
            </a:extLst>
          </p:cNvPr>
          <p:cNvSpPr txBox="1">
            <a:spLocks/>
          </p:cNvSpPr>
          <p:nvPr/>
        </p:nvSpPr>
        <p:spPr>
          <a:xfrm>
            <a:off x="5616544" y="2872705"/>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noProof="0">
                <a:solidFill>
                  <a:srgbClr val="FF0000"/>
                </a:solidFill>
                <a:latin typeface="Aptos Black" panose="020B0004020202020204" pitchFamily="34" charset="0"/>
              </a:rPr>
              <a:t>2.</a:t>
            </a:r>
          </a:p>
        </p:txBody>
      </p:sp>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C83712F8-4553-F773-006B-394474E06800}"/>
                  </a:ext>
                </a:extLst>
              </p:cNvPr>
              <p:cNvSpPr txBox="1"/>
              <p:nvPr/>
            </p:nvSpPr>
            <p:spPr>
              <a:xfrm>
                <a:off x="5616544" y="3429000"/>
                <a:ext cx="3907919" cy="1015663"/>
              </a:xfrm>
              <a:prstGeom prst="rect">
                <a:avLst/>
              </a:prstGeom>
              <a:noFill/>
            </p:spPr>
            <p:txBody>
              <a:bodyPr wrap="square">
                <a:spAutoFit/>
              </a:bodyPr>
              <a:lstStyle>
                <a:defPPr>
                  <a:defRPr lang="en-US"/>
                </a:defPPr>
                <a:lvl1pPr>
                  <a:defRPr sz="1600" b="1">
                    <a:solidFill>
                      <a:schemeClr val="accent5"/>
                    </a:solidFill>
                  </a:defRPr>
                </a:lvl1pPr>
              </a:lstStyle>
              <a:p>
                <a:r>
                  <a:rPr lang="en-GB" sz="1200" b="0" noProof="0">
                    <a:solidFill>
                      <a:schemeClr val="tx1"/>
                    </a:solidFill>
                  </a:rPr>
                  <a:t>Since </a:t>
                </a:r>
                <a14:m>
                  <m:oMath xmlns:m="http://schemas.openxmlformats.org/officeDocument/2006/math">
                    <m:r>
                      <a:rPr lang="en-GB" sz="1200" b="0" i="1" noProof="0" smtClean="0">
                        <a:solidFill>
                          <a:schemeClr val="tx1"/>
                        </a:solidFill>
                        <a:latin typeface="Cambria Math" panose="02040503050406030204" pitchFamily="18" charset="0"/>
                      </a:rPr>
                      <m:t>𝐸</m:t>
                    </m:r>
                    <m:d>
                      <m:dPr>
                        <m:begChr m:val="["/>
                        <m:endChr m:val="]"/>
                        <m:ctrlPr>
                          <a:rPr lang="en-GB" sz="1200" b="0" i="1" noProof="0" smtClean="0">
                            <a:solidFill>
                              <a:schemeClr val="tx1"/>
                            </a:solidFill>
                            <a:latin typeface="Cambria Math" panose="02040503050406030204" pitchFamily="18" charset="0"/>
                          </a:rPr>
                        </m:ctrlPr>
                      </m:dPr>
                      <m:e>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𝑌</m:t>
                            </m:r>
                          </m:e>
                          <m:sub>
                            <m:r>
                              <a:rPr lang="en-GB" sz="1200" b="0" i="1" noProof="0" smtClean="0">
                                <a:solidFill>
                                  <a:schemeClr val="tx1"/>
                                </a:solidFill>
                                <a:latin typeface="Cambria Math" panose="02040503050406030204" pitchFamily="18" charset="0"/>
                              </a:rPr>
                              <m:t>𝑖</m:t>
                            </m:r>
                          </m:sub>
                        </m:sSub>
                      </m:e>
                    </m:d>
                    <m:r>
                      <a:rPr lang="en-GB" sz="1200" b="0" i="1" noProof="0" smtClean="0">
                        <a:solidFill>
                          <a:schemeClr val="tx1"/>
                        </a:solidFill>
                        <a:latin typeface="Cambria Math" panose="02040503050406030204" pitchFamily="18" charset="0"/>
                      </a:rPr>
                      <m:t> </m:t>
                    </m:r>
                  </m:oMath>
                </a14:m>
                <a:r>
                  <a:rPr lang="en-GB" sz="1200" b="0" noProof="0">
                    <a:solidFill>
                      <a:schemeClr val="tx1"/>
                    </a:solidFill>
                  </a:rPr>
                  <a:t>is a fixed characteristic of each population, we refer to it as a parameter.</a:t>
                </a:r>
              </a:p>
              <a:p>
                <a:endParaRPr lang="en-GB" sz="1200" b="0" noProof="0">
                  <a:solidFill>
                    <a:schemeClr val="tx1"/>
                  </a:solidFill>
                </a:endParaRPr>
              </a:p>
              <a:p>
                <a:r>
                  <a:rPr lang="en-GB" sz="1200" noProof="0">
                    <a:solidFill>
                      <a:schemeClr val="tx1"/>
                    </a:solidFill>
                    <a:highlight>
                      <a:srgbClr val="FFC000"/>
                    </a:highlight>
                  </a:rPr>
                  <a:t>The quantities that vary from one sample to another are called sample statistics (indicators).</a:t>
                </a:r>
              </a:p>
            </p:txBody>
          </p:sp>
        </mc:Choice>
        <mc:Fallback>
          <p:sp>
            <p:nvSpPr>
              <p:cNvPr id="24" name="TextBox 23">
                <a:extLst>
                  <a:ext uri="{FF2B5EF4-FFF2-40B4-BE49-F238E27FC236}">
                    <a16:creationId xmlns:a16="http://schemas.microsoft.com/office/drawing/2014/main" id="{C83712F8-4553-F773-006B-394474E06800}"/>
                  </a:ext>
                </a:extLst>
              </p:cNvPr>
              <p:cNvSpPr txBox="1">
                <a:spLocks noRot="1" noChangeAspect="1" noMove="1" noResize="1" noEditPoints="1" noAdjustHandles="1" noChangeArrowheads="1" noChangeShapeType="1" noTextEdit="1"/>
              </p:cNvSpPr>
              <p:nvPr/>
            </p:nvSpPr>
            <p:spPr>
              <a:xfrm>
                <a:off x="5616544" y="3429000"/>
                <a:ext cx="3907919" cy="1015663"/>
              </a:xfrm>
              <a:prstGeom prst="rect">
                <a:avLst/>
              </a:prstGeom>
              <a:blipFill>
                <a:blip r:embed="rId7"/>
                <a:stretch>
                  <a:fillRect t="-602" b="-3614"/>
                </a:stretch>
              </a:blipFill>
            </p:spPr>
            <p:txBody>
              <a:bodyPr/>
              <a:lstStyle/>
              <a:p>
                <a:r>
                  <a:rPr lang="en-US">
                    <a:noFill/>
                  </a:rPr>
                  <a:t> </a:t>
                </a:r>
              </a:p>
            </p:txBody>
          </p:sp>
        </mc:Fallback>
      </mc:AlternateContent>
    </p:spTree>
    <p:extLst>
      <p:ext uri="{BB962C8B-B14F-4D97-AF65-F5344CB8AC3E}">
        <p14:creationId xmlns:p14="http://schemas.microsoft.com/office/powerpoint/2010/main" val="38184684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42C150D8-01C5-14F1-BF6F-0DE2742FF209}"/>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4053E563-3BB4-874D-9627-40DE10F3B9EF}"/>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Quantitative designs</a:t>
            </a:r>
          </a:p>
        </p:txBody>
      </p:sp>
      <p:sp>
        <p:nvSpPr>
          <p:cNvPr id="17" name="Rectangle: Rounded Corners 16">
            <a:extLst>
              <a:ext uri="{FF2B5EF4-FFF2-40B4-BE49-F238E27FC236}">
                <a16:creationId xmlns:a16="http://schemas.microsoft.com/office/drawing/2014/main" id="{1489406D-EFD8-C355-C036-A69115014B49}"/>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 name="Slide Number Placeholder 5">
            <a:extLst>
              <a:ext uri="{FF2B5EF4-FFF2-40B4-BE49-F238E27FC236}">
                <a16:creationId xmlns:a16="http://schemas.microsoft.com/office/drawing/2014/main" id="{4B21282F-6D7E-E89D-AB72-949A0B57AD4A}"/>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4A58643E-8182-8EFF-8A1F-704015E3743E}"/>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graphicFrame>
        <p:nvGraphicFramePr>
          <p:cNvPr id="2" name="Table 1">
            <a:extLst>
              <a:ext uri="{FF2B5EF4-FFF2-40B4-BE49-F238E27FC236}">
                <a16:creationId xmlns:a16="http://schemas.microsoft.com/office/drawing/2014/main" id="{AC3208DB-DCB3-8E7A-F375-9853EFFA647C}"/>
              </a:ext>
            </a:extLst>
          </p:cNvPr>
          <p:cNvGraphicFramePr>
            <a:graphicFrameLocks noGrp="1"/>
          </p:cNvGraphicFramePr>
          <p:nvPr>
            <p:extLst>
              <p:ext uri="{D42A27DB-BD31-4B8C-83A1-F6EECF244321}">
                <p14:modId xmlns:p14="http://schemas.microsoft.com/office/powerpoint/2010/main" val="328458556"/>
              </p:ext>
            </p:extLst>
          </p:nvPr>
        </p:nvGraphicFramePr>
        <p:xfrm>
          <a:off x="3173853" y="2149766"/>
          <a:ext cx="5846322" cy="3108960"/>
        </p:xfrm>
        <a:graphic>
          <a:graphicData uri="http://schemas.openxmlformats.org/drawingml/2006/table">
            <a:tbl>
              <a:tblPr firstRow="1" bandRow="1">
                <a:tableStyleId>{5C22544A-7EE6-4342-B048-85BDC9FD1C3A}</a:tableStyleId>
              </a:tblPr>
              <a:tblGrid>
                <a:gridCol w="1948774">
                  <a:extLst>
                    <a:ext uri="{9D8B030D-6E8A-4147-A177-3AD203B41FA5}">
                      <a16:colId xmlns:a16="http://schemas.microsoft.com/office/drawing/2014/main" val="3299867068"/>
                    </a:ext>
                  </a:extLst>
                </a:gridCol>
                <a:gridCol w="1948774">
                  <a:extLst>
                    <a:ext uri="{9D8B030D-6E8A-4147-A177-3AD203B41FA5}">
                      <a16:colId xmlns:a16="http://schemas.microsoft.com/office/drawing/2014/main" val="2973304868"/>
                    </a:ext>
                  </a:extLst>
                </a:gridCol>
                <a:gridCol w="1948774">
                  <a:extLst>
                    <a:ext uri="{9D8B030D-6E8A-4147-A177-3AD203B41FA5}">
                      <a16:colId xmlns:a16="http://schemas.microsoft.com/office/drawing/2014/main" val="231042521"/>
                    </a:ext>
                  </a:extLst>
                </a:gridCol>
              </a:tblGrid>
              <a:tr h="370840">
                <a:tc>
                  <a:txBody>
                    <a:bodyPr/>
                    <a:lstStyle/>
                    <a:p>
                      <a:pPr marL="0" algn="l" defTabSz="914400" rtl="0" eaLnBrk="1" latinLnBrk="0" hangingPunct="1"/>
                      <a:r>
                        <a:rPr lang="en-GB" sz="1600" b="1" kern="1200" noProof="0">
                          <a:solidFill>
                            <a:schemeClr val="bg1"/>
                          </a:solidFill>
                          <a:latin typeface="+mn-lt"/>
                          <a:ea typeface="+mn-ea"/>
                          <a:cs typeface="+mn-cs"/>
                        </a:rPr>
                        <a:t>Measure</a:t>
                      </a:r>
                    </a:p>
                    <a:p>
                      <a:pPr marL="0" algn="l" defTabSz="914400" rtl="0" eaLnBrk="1" latinLnBrk="0" hangingPunct="1"/>
                      <a:endParaRPr lang="en-GB" sz="1600" b="1" kern="1200" noProof="0">
                        <a:solidFill>
                          <a:schemeClr val="bg1"/>
                        </a:solidFill>
                        <a:latin typeface="+mn-lt"/>
                        <a:ea typeface="+mn-ea"/>
                        <a:cs typeface="+mn-cs"/>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n-GB" sz="1600" b="1" kern="1200" noProof="0">
                          <a:solidFill>
                            <a:schemeClr val="bg1"/>
                          </a:solidFill>
                          <a:latin typeface="+mn-lt"/>
                          <a:ea typeface="+mn-ea"/>
                          <a:cs typeface="+mn-cs"/>
                        </a:rPr>
                        <a:t>Sample</a:t>
                      </a:r>
                    </a:p>
                    <a:p>
                      <a:pPr marL="0" algn="l" defTabSz="914400" rtl="0" eaLnBrk="1" latinLnBrk="0" hangingPunct="1"/>
                      <a:r>
                        <a:rPr lang="en-GB" sz="1600" b="1" kern="1200" noProof="0">
                          <a:solidFill>
                            <a:schemeClr val="bg1"/>
                          </a:solidFill>
                          <a:latin typeface="+mn-lt"/>
                          <a:ea typeface="+mn-ea"/>
                          <a:cs typeface="+mn-cs"/>
                        </a:rPr>
                        <a:t> </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n-GB" sz="1600" b="1" kern="1200" noProof="0">
                          <a:solidFill>
                            <a:schemeClr val="bg1"/>
                          </a:solidFill>
                          <a:latin typeface="+mn-lt"/>
                          <a:ea typeface="+mn-ea"/>
                          <a:cs typeface="+mn-cs"/>
                        </a:rPr>
                        <a:t>Population</a:t>
                      </a:r>
                    </a:p>
                    <a:p>
                      <a:pPr marL="0" algn="l" defTabSz="914400" rtl="0" eaLnBrk="1" latinLnBrk="0" hangingPunct="1"/>
                      <a:endParaRPr lang="en-GB" sz="1600" b="1" kern="1200" noProof="0">
                        <a:solidFill>
                          <a:schemeClr val="bg1"/>
                        </a:solidFill>
                        <a:latin typeface="+mn-lt"/>
                        <a:ea typeface="+mn-ea"/>
                        <a:cs typeface="+mn-cs"/>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5789296"/>
                  </a:ext>
                </a:extLst>
              </a:tr>
              <a:tr h="370840">
                <a:tc>
                  <a:txBody>
                    <a:bodyPr/>
                    <a:lstStyle/>
                    <a:p>
                      <a:pPr algn="l"/>
                      <a:r>
                        <a:rPr lang="en-GB" sz="1400" noProof="0">
                          <a:solidFill>
                            <a:schemeClr val="bg1"/>
                          </a:solidFill>
                        </a:rPr>
                        <a:t>Mean</a:t>
                      </a:r>
                    </a:p>
                    <a:p>
                      <a:pPr algn="l"/>
                      <a:endParaRPr lang="en-GB" sz="1400" noProof="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400" noProof="0">
                        <a:solidFill>
                          <a:schemeClr val="bg1"/>
                        </a:solidFill>
                      </a:endParaRPr>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400" noProof="0">
                        <a:solidFill>
                          <a:schemeClr val="bg1"/>
                        </a:solidFill>
                      </a:endParaRPr>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6092039"/>
                  </a:ext>
                </a:extLst>
              </a:tr>
              <a:tr h="370840">
                <a:tc>
                  <a:txBody>
                    <a:bodyPr/>
                    <a:lstStyle/>
                    <a:p>
                      <a:pPr algn="l"/>
                      <a:r>
                        <a:rPr lang="en-GB" sz="1400" noProof="0">
                          <a:solidFill>
                            <a:schemeClr val="bg1"/>
                          </a:solidFill>
                        </a:rPr>
                        <a:t>Standard deviation</a:t>
                      </a:r>
                    </a:p>
                    <a:p>
                      <a:pPr algn="l"/>
                      <a:endParaRPr lang="en-GB" sz="1400" noProof="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400" noProof="0">
                        <a:solidFill>
                          <a:schemeClr val="bg1"/>
                        </a:solidFill>
                      </a:endParaRPr>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400" noProof="0">
                        <a:solidFill>
                          <a:schemeClr val="bg1"/>
                        </a:solidFill>
                      </a:endParaRPr>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5444346"/>
                  </a:ext>
                </a:extLst>
              </a:tr>
              <a:tr h="370840">
                <a:tc>
                  <a:txBody>
                    <a:bodyPr/>
                    <a:lstStyle/>
                    <a:p>
                      <a:pPr algn="l"/>
                      <a:r>
                        <a:rPr lang="en-GB" sz="1400" noProof="0">
                          <a:solidFill>
                            <a:schemeClr val="bg1"/>
                          </a:solidFill>
                        </a:rPr>
                        <a:t>Variance</a:t>
                      </a:r>
                    </a:p>
                    <a:p>
                      <a:pPr algn="l"/>
                      <a:endParaRPr lang="en-GB" sz="1400" noProof="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400" noProof="0">
                        <a:solidFill>
                          <a:schemeClr val="bg1"/>
                        </a:solidFill>
                      </a:endParaRPr>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400" noProof="0">
                        <a:solidFill>
                          <a:schemeClr val="bg1"/>
                        </a:solidFill>
                      </a:endParaRPr>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0389199"/>
                  </a:ext>
                </a:extLst>
              </a:tr>
              <a:tr h="370840">
                <a:tc>
                  <a:txBody>
                    <a:bodyPr/>
                    <a:lstStyle/>
                    <a:p>
                      <a:pPr algn="l"/>
                      <a:r>
                        <a:rPr lang="en-GB" sz="1400" noProof="0">
                          <a:solidFill>
                            <a:schemeClr val="bg1"/>
                          </a:solidFill>
                        </a:rPr>
                        <a:t>Observations</a:t>
                      </a:r>
                    </a:p>
                    <a:p>
                      <a:pPr algn="l"/>
                      <a:endParaRPr lang="en-GB" sz="1400" noProof="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400" noProof="0">
                        <a:solidFill>
                          <a:schemeClr val="bg1"/>
                        </a:solidFill>
                      </a:endParaRPr>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400" noProof="0">
                        <a:solidFill>
                          <a:schemeClr val="bg1"/>
                        </a:solidFill>
                      </a:endParaRPr>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7376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noProof="0">
                          <a:solidFill>
                            <a:schemeClr val="bg1"/>
                          </a:solidFill>
                        </a:rPr>
                        <a:t>Variation coefficient</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400" noProof="0">
                        <a:solidFill>
                          <a:schemeClr val="bg1"/>
                        </a:solidFill>
                      </a:endParaRPr>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400" noProof="0">
                        <a:solidFill>
                          <a:schemeClr val="bg1"/>
                        </a:solidFill>
                      </a:endParaRPr>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0921629"/>
                  </a:ext>
                </a:extLst>
              </a:tr>
            </a:tbl>
          </a:graphicData>
        </a:graphic>
      </p:graphicFrame>
      <p:grpSp>
        <p:nvGrpSpPr>
          <p:cNvPr id="64" name="Group 63" descr="\documentclass{article}&#10;\usepackage{amsmath}&#10;\pagestyle{empty}&#10;\begin{document}&#10;&#10;&#10;$\sigma^{2}$&#10;&#10;\end{document}" title="IguanaTex Shape Display">
            <a:extLst>
              <a:ext uri="{FF2B5EF4-FFF2-40B4-BE49-F238E27FC236}">
                <a16:creationId xmlns:a16="http://schemas.microsoft.com/office/drawing/2014/main" id="{24880E8C-4F31-0356-D1A4-CCF36BE40B2D}"/>
              </a:ext>
            </a:extLst>
          </p:cNvPr>
          <p:cNvGrpSpPr>
            <a:grpSpLocks noChangeAspect="1"/>
          </p:cNvGrpSpPr>
          <p:nvPr>
            <p:custDataLst>
              <p:tags r:id="rId1"/>
            </p:custDataLst>
          </p:nvPr>
        </p:nvGrpSpPr>
        <p:grpSpPr>
          <a:xfrm>
            <a:off x="7759700" y="3860800"/>
            <a:ext cx="341959" cy="328723"/>
            <a:chOff x="10624369" y="6007238"/>
            <a:chExt cx="341959" cy="328723"/>
          </a:xfrm>
          <a:solidFill>
            <a:schemeClr val="bg1"/>
          </a:solidFill>
        </p:grpSpPr>
        <p:sp>
          <p:nvSpPr>
            <p:cNvPr id="62" name="Freeform: Shape 61">
              <a:extLst>
                <a:ext uri="{FF2B5EF4-FFF2-40B4-BE49-F238E27FC236}">
                  <a16:creationId xmlns:a16="http://schemas.microsoft.com/office/drawing/2014/main" id="{96259AEF-EE55-D833-33B9-A98D49FD4893}"/>
                </a:ext>
              </a:extLst>
            </p:cNvPr>
            <p:cNvSpPr/>
            <p:nvPr>
              <p:custDataLst>
                <p:tags r:id="rId19"/>
              </p:custDataLst>
            </p:nvPr>
          </p:nvSpPr>
          <p:spPr>
            <a:xfrm>
              <a:off x="10624369" y="6162721"/>
              <a:ext cx="196032" cy="173240"/>
            </a:xfrm>
            <a:custGeom>
              <a:avLst/>
              <a:gdLst>
                <a:gd name="csX0" fmla="*/ 177951 w 196032"/>
                <a:gd name="csY0" fmla="*/ 22796 h 173240"/>
                <a:gd name="csX1" fmla="*/ 196109 w 196032"/>
                <a:gd name="csY1" fmla="*/ 9470 h 173240"/>
                <a:gd name="csX2" fmla="*/ 181657 w 196032"/>
                <a:gd name="csY2" fmla="*/ 63 h 173240"/>
                <a:gd name="csX3" fmla="*/ 97166 w 196032"/>
                <a:gd name="csY3" fmla="*/ 63 h 173240"/>
                <a:gd name="csX4" fmla="*/ 77 w 196032"/>
                <a:gd name="csY4" fmla="*/ 111376 h 173240"/>
                <a:gd name="csX5" fmla="*/ 55662 w 196032"/>
                <a:gd name="csY5" fmla="*/ 173304 h 173240"/>
                <a:gd name="csX6" fmla="*/ 148676 w 196032"/>
                <a:gd name="csY6" fmla="*/ 65518 h 173240"/>
                <a:gd name="csX7" fmla="*/ 137188 w 196032"/>
                <a:gd name="csY7" fmla="*/ 22796 h 173240"/>
                <a:gd name="csX8" fmla="*/ 177951 w 196032"/>
                <a:gd name="csY8" fmla="*/ 22796 h 173240"/>
                <a:gd name="csX9" fmla="*/ 56033 w 196032"/>
                <a:gd name="csY9" fmla="*/ 164681 h 173240"/>
                <a:gd name="csX10" fmla="*/ 23052 w 196032"/>
                <a:gd name="csY10" fmla="*/ 122350 h 173240"/>
                <a:gd name="csX11" fmla="*/ 40469 w 196032"/>
                <a:gd name="csY11" fmla="*/ 55327 h 173240"/>
                <a:gd name="csX12" fmla="*/ 90867 w 196032"/>
                <a:gd name="csY12" fmla="*/ 22796 h 173240"/>
                <a:gd name="csX13" fmla="*/ 124959 w 196032"/>
                <a:gd name="csY13" fmla="*/ 60815 h 173240"/>
                <a:gd name="csX14" fmla="*/ 104948 w 196032"/>
                <a:gd name="csY14" fmla="*/ 131365 h 173240"/>
                <a:gd name="csX15" fmla="*/ 56033 w 196032"/>
                <a:gd name="csY15" fmla="*/ 164681 h 1732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96032" h="173240">
                  <a:moveTo>
                    <a:pt x="177951" y="22796"/>
                  </a:moveTo>
                  <a:cubicBezTo>
                    <a:pt x="182768" y="22796"/>
                    <a:pt x="196109" y="22796"/>
                    <a:pt x="196109" y="9470"/>
                  </a:cubicBezTo>
                  <a:cubicBezTo>
                    <a:pt x="196109" y="63"/>
                    <a:pt x="188327" y="63"/>
                    <a:pt x="181657" y="63"/>
                  </a:cubicBezTo>
                  <a:lnTo>
                    <a:pt x="97166" y="63"/>
                  </a:lnTo>
                  <a:cubicBezTo>
                    <a:pt x="41210" y="63"/>
                    <a:pt x="77" y="64734"/>
                    <a:pt x="77" y="111376"/>
                  </a:cubicBezTo>
                  <a:cubicBezTo>
                    <a:pt x="77" y="145867"/>
                    <a:pt x="21940" y="173304"/>
                    <a:pt x="55662" y="173304"/>
                  </a:cubicBezTo>
                  <a:cubicBezTo>
                    <a:pt x="99390" y="173304"/>
                    <a:pt x="148676" y="125878"/>
                    <a:pt x="148676" y="65518"/>
                  </a:cubicBezTo>
                  <a:cubicBezTo>
                    <a:pt x="148676" y="58855"/>
                    <a:pt x="148676" y="40041"/>
                    <a:pt x="137188" y="22796"/>
                  </a:cubicBezTo>
                  <a:lnTo>
                    <a:pt x="177951" y="22796"/>
                  </a:lnTo>
                  <a:close/>
                  <a:moveTo>
                    <a:pt x="56033" y="164681"/>
                  </a:moveTo>
                  <a:cubicBezTo>
                    <a:pt x="37875" y="164681"/>
                    <a:pt x="23052" y="150571"/>
                    <a:pt x="23052" y="122350"/>
                  </a:cubicBezTo>
                  <a:cubicBezTo>
                    <a:pt x="23052" y="110592"/>
                    <a:pt x="27499" y="78452"/>
                    <a:pt x="40469" y="55327"/>
                  </a:cubicBezTo>
                  <a:cubicBezTo>
                    <a:pt x="56033" y="28283"/>
                    <a:pt x="78267" y="22796"/>
                    <a:pt x="90867" y="22796"/>
                  </a:cubicBezTo>
                  <a:cubicBezTo>
                    <a:pt x="121995" y="22796"/>
                    <a:pt x="124959" y="48664"/>
                    <a:pt x="124959" y="60815"/>
                  </a:cubicBezTo>
                  <a:cubicBezTo>
                    <a:pt x="124959" y="79236"/>
                    <a:pt x="117548" y="111376"/>
                    <a:pt x="104948" y="131365"/>
                  </a:cubicBezTo>
                  <a:cubicBezTo>
                    <a:pt x="90496" y="154490"/>
                    <a:pt x="70485" y="164681"/>
                    <a:pt x="56033" y="164681"/>
                  </a:cubicBezTo>
                  <a:close/>
                </a:path>
              </a:pathLst>
            </a:custGeom>
            <a:grpFill/>
            <a:ln w="37148" cap="flat">
              <a:noFill/>
              <a:prstDash val="solid"/>
              <a:miter/>
            </a:ln>
          </p:spPr>
          <p:txBody>
            <a:bodyPr/>
            <a:lstStyle/>
            <a:p>
              <a:endParaRPr lang="en-GB" noProof="0"/>
            </a:p>
          </p:txBody>
        </p:sp>
        <p:sp>
          <p:nvSpPr>
            <p:cNvPr id="63" name="Freeform: Shape 62">
              <a:extLst>
                <a:ext uri="{FF2B5EF4-FFF2-40B4-BE49-F238E27FC236}">
                  <a16:creationId xmlns:a16="http://schemas.microsoft.com/office/drawing/2014/main" id="{DD05A548-BC00-7F17-1AE7-EBC40716DBF0}"/>
                </a:ext>
              </a:extLst>
            </p:cNvPr>
            <p:cNvSpPr/>
            <p:nvPr>
              <p:custDataLst>
                <p:tags r:id="rId20"/>
              </p:custDataLst>
            </p:nvPr>
          </p:nvSpPr>
          <p:spPr>
            <a:xfrm>
              <a:off x="10851674" y="6007238"/>
              <a:ext cx="114654" cy="182177"/>
            </a:xfrm>
            <a:custGeom>
              <a:avLst/>
              <a:gdLst>
                <a:gd name="csX0" fmla="*/ 114738 w 114654"/>
                <a:gd name="csY0" fmla="*/ 132302 h 182177"/>
                <a:gd name="csX1" fmla="*/ 105918 w 114654"/>
                <a:gd name="csY1" fmla="*/ 132302 h 182177"/>
                <a:gd name="csX2" fmla="*/ 99174 w 114654"/>
                <a:gd name="csY2" fmla="*/ 157269 h 182177"/>
                <a:gd name="csX3" fmla="*/ 73493 w 114654"/>
                <a:gd name="csY3" fmla="*/ 158916 h 182177"/>
                <a:gd name="csX4" fmla="*/ 25763 w 114654"/>
                <a:gd name="csY4" fmla="*/ 158916 h 182177"/>
                <a:gd name="csX5" fmla="*/ 77643 w 114654"/>
                <a:gd name="csY5" fmla="*/ 112822 h 182177"/>
                <a:gd name="csX6" fmla="*/ 114738 w 114654"/>
                <a:gd name="csY6" fmla="*/ 53560 h 182177"/>
                <a:gd name="csX7" fmla="*/ 54038 w 114654"/>
                <a:gd name="csY7" fmla="*/ 59 h 182177"/>
                <a:gd name="csX8" fmla="*/ 83 w 114654"/>
                <a:gd name="csY8" fmla="*/ 49170 h 182177"/>
                <a:gd name="csX9" fmla="*/ 13831 w 114654"/>
                <a:gd name="csY9" fmla="*/ 64535 h 182177"/>
                <a:gd name="csX10" fmla="*/ 27579 w 114654"/>
                <a:gd name="csY10" fmla="*/ 49993 h 182177"/>
                <a:gd name="csX11" fmla="*/ 12275 w 114654"/>
                <a:gd name="csY11" fmla="*/ 35452 h 182177"/>
                <a:gd name="csX12" fmla="*/ 50147 w 114654"/>
                <a:gd name="csY12" fmla="*/ 9936 h 182177"/>
                <a:gd name="csX13" fmla="*/ 89576 w 114654"/>
                <a:gd name="csY13" fmla="*/ 53560 h 182177"/>
                <a:gd name="csX14" fmla="*/ 65192 w 114654"/>
                <a:gd name="csY14" fmla="*/ 106238 h 182177"/>
                <a:gd name="csX15" fmla="*/ 2677 w 114654"/>
                <a:gd name="csY15" fmla="*/ 171536 h 182177"/>
                <a:gd name="csX16" fmla="*/ 83 w 114654"/>
                <a:gd name="csY16" fmla="*/ 182236 h 182177"/>
                <a:gd name="csX17" fmla="*/ 106956 w 114654"/>
                <a:gd name="csY17" fmla="*/ 182236 h 182177"/>
                <a:gd name="csX18" fmla="*/ 114738 w 114654"/>
                <a:gd name="csY18" fmla="*/ 132302 h 1821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14654" h="182177">
                  <a:moveTo>
                    <a:pt x="114738" y="132302"/>
                  </a:moveTo>
                  <a:lnTo>
                    <a:pt x="105918" y="132302"/>
                  </a:lnTo>
                  <a:cubicBezTo>
                    <a:pt x="105140" y="138338"/>
                    <a:pt x="102546" y="154526"/>
                    <a:pt x="99174" y="157269"/>
                  </a:cubicBezTo>
                  <a:cubicBezTo>
                    <a:pt x="97098" y="158916"/>
                    <a:pt x="77125" y="158916"/>
                    <a:pt x="73493" y="158916"/>
                  </a:cubicBezTo>
                  <a:lnTo>
                    <a:pt x="25763" y="158916"/>
                  </a:lnTo>
                  <a:cubicBezTo>
                    <a:pt x="53000" y="133400"/>
                    <a:pt x="62079" y="125718"/>
                    <a:pt x="77643" y="112822"/>
                  </a:cubicBezTo>
                  <a:cubicBezTo>
                    <a:pt x="96839" y="96635"/>
                    <a:pt x="114738" y="79625"/>
                    <a:pt x="114738" y="53560"/>
                  </a:cubicBezTo>
                  <a:cubicBezTo>
                    <a:pt x="114738" y="20362"/>
                    <a:pt x="87241" y="59"/>
                    <a:pt x="54038" y="59"/>
                  </a:cubicBezTo>
                  <a:cubicBezTo>
                    <a:pt x="21872" y="59"/>
                    <a:pt x="83" y="23929"/>
                    <a:pt x="83" y="49170"/>
                  </a:cubicBezTo>
                  <a:cubicBezTo>
                    <a:pt x="83" y="63163"/>
                    <a:pt x="11237" y="64535"/>
                    <a:pt x="13831" y="64535"/>
                  </a:cubicBezTo>
                  <a:cubicBezTo>
                    <a:pt x="20057" y="64535"/>
                    <a:pt x="27579" y="59870"/>
                    <a:pt x="27579" y="49993"/>
                  </a:cubicBezTo>
                  <a:cubicBezTo>
                    <a:pt x="27579" y="45055"/>
                    <a:pt x="25763" y="35452"/>
                    <a:pt x="12275" y="35452"/>
                  </a:cubicBezTo>
                  <a:cubicBezTo>
                    <a:pt x="20316" y="15972"/>
                    <a:pt x="37955" y="9936"/>
                    <a:pt x="50147" y="9936"/>
                  </a:cubicBezTo>
                  <a:cubicBezTo>
                    <a:pt x="76087" y="9936"/>
                    <a:pt x="89576" y="31337"/>
                    <a:pt x="89576" y="53560"/>
                  </a:cubicBezTo>
                  <a:cubicBezTo>
                    <a:pt x="89576" y="77430"/>
                    <a:pt x="73493" y="96361"/>
                    <a:pt x="65192" y="106238"/>
                  </a:cubicBezTo>
                  <a:lnTo>
                    <a:pt x="2677" y="171536"/>
                  </a:lnTo>
                  <a:cubicBezTo>
                    <a:pt x="83" y="174006"/>
                    <a:pt x="83" y="174554"/>
                    <a:pt x="83" y="182236"/>
                  </a:cubicBezTo>
                  <a:lnTo>
                    <a:pt x="106956" y="182236"/>
                  </a:lnTo>
                  <a:lnTo>
                    <a:pt x="114738" y="132302"/>
                  </a:lnTo>
                  <a:close/>
                </a:path>
              </a:pathLst>
            </a:custGeom>
            <a:grpFill/>
            <a:ln w="37148" cap="flat">
              <a:noFill/>
              <a:prstDash val="solid"/>
              <a:miter/>
            </a:ln>
          </p:spPr>
          <p:txBody>
            <a:bodyPr/>
            <a:lstStyle/>
            <a:p>
              <a:endParaRPr lang="en-GB" noProof="0"/>
            </a:p>
          </p:txBody>
        </p:sp>
      </p:grpSp>
      <p:grpSp>
        <p:nvGrpSpPr>
          <p:cNvPr id="70" name="Group 69" descr="\documentclass{article}&#10;\usepackage{amsmath}&#10;\pagestyle{empty}&#10;\begin{document}&#10;&#10;&#10;$s^{2}$&#10;&#10;\end{document}" title="IguanaTex Shape Display">
            <a:extLst>
              <a:ext uri="{FF2B5EF4-FFF2-40B4-BE49-F238E27FC236}">
                <a16:creationId xmlns:a16="http://schemas.microsoft.com/office/drawing/2014/main" id="{AEEA911A-E0A1-3E71-F408-99653A5F4829}"/>
              </a:ext>
            </a:extLst>
          </p:cNvPr>
          <p:cNvGrpSpPr>
            <a:grpSpLocks noChangeAspect="1"/>
          </p:cNvGrpSpPr>
          <p:nvPr>
            <p:custDataLst>
              <p:tags r:id="rId2"/>
            </p:custDataLst>
          </p:nvPr>
        </p:nvGrpSpPr>
        <p:grpSpPr>
          <a:xfrm>
            <a:off x="5600700" y="3873500"/>
            <a:ext cx="305287" cy="342803"/>
            <a:chOff x="8677998" y="6104939"/>
            <a:chExt cx="305287" cy="342803"/>
          </a:xfrm>
          <a:solidFill>
            <a:schemeClr val="bg1"/>
          </a:solidFill>
        </p:grpSpPr>
        <p:sp>
          <p:nvSpPr>
            <p:cNvPr id="68" name="Freeform: Shape 67">
              <a:extLst>
                <a:ext uri="{FF2B5EF4-FFF2-40B4-BE49-F238E27FC236}">
                  <a16:creationId xmlns:a16="http://schemas.microsoft.com/office/drawing/2014/main" id="{BBF05929-C807-7F0A-47B0-CE981EFE8069}"/>
                </a:ext>
              </a:extLst>
            </p:cNvPr>
            <p:cNvSpPr/>
            <p:nvPr>
              <p:custDataLst>
                <p:tags r:id="rId17"/>
              </p:custDataLst>
            </p:nvPr>
          </p:nvSpPr>
          <p:spPr>
            <a:xfrm>
              <a:off x="8677998" y="6262585"/>
              <a:ext cx="145856" cy="185157"/>
            </a:xfrm>
            <a:custGeom>
              <a:avLst/>
              <a:gdLst>
                <a:gd name="csX0" fmla="*/ 134439 w 145856"/>
                <a:gd name="csY0" fmla="*/ 27857 h 185157"/>
                <a:gd name="csX1" fmla="*/ 115414 w 145856"/>
                <a:gd name="csY1" fmla="*/ 46250 h 185157"/>
                <a:gd name="csX2" fmla="*/ 127701 w 145856"/>
                <a:gd name="csY2" fmla="*/ 58103 h 185157"/>
                <a:gd name="csX3" fmla="*/ 145933 w 145856"/>
                <a:gd name="csY3" fmla="*/ 35214 h 185157"/>
                <a:gd name="csX4" fmla="*/ 98767 w 145856"/>
                <a:gd name="csY4" fmla="*/ 63 h 185157"/>
                <a:gd name="csX5" fmla="*/ 31785 w 145856"/>
                <a:gd name="csY5" fmla="*/ 59738 h 185157"/>
                <a:gd name="csX6" fmla="*/ 72608 w 145856"/>
                <a:gd name="csY6" fmla="*/ 100203 h 185157"/>
                <a:gd name="csX7" fmla="*/ 113829 w 145856"/>
                <a:gd name="csY7" fmla="*/ 131267 h 185157"/>
                <a:gd name="csX8" fmla="*/ 57151 w 145856"/>
                <a:gd name="csY8" fmla="*/ 176228 h 185157"/>
                <a:gd name="csX9" fmla="*/ 11967 w 145856"/>
                <a:gd name="csY9" fmla="*/ 154565 h 185157"/>
                <a:gd name="csX10" fmla="*/ 36937 w 145856"/>
                <a:gd name="csY10" fmla="*/ 132902 h 185157"/>
                <a:gd name="csX11" fmla="*/ 22272 w 145856"/>
                <a:gd name="csY11" fmla="*/ 118596 h 185157"/>
                <a:gd name="csX12" fmla="*/ 77 w 145856"/>
                <a:gd name="csY12" fmla="*/ 145573 h 185157"/>
                <a:gd name="csX13" fmla="*/ 56755 w 145856"/>
                <a:gd name="csY13" fmla="*/ 185220 h 185157"/>
                <a:gd name="csX14" fmla="*/ 136420 w 145856"/>
                <a:gd name="csY14" fmla="*/ 117370 h 185157"/>
                <a:gd name="csX15" fmla="*/ 124134 w 145856"/>
                <a:gd name="csY15" fmla="*/ 87532 h 185157"/>
                <a:gd name="csX16" fmla="*/ 84499 w 145856"/>
                <a:gd name="csY16" fmla="*/ 70365 h 185157"/>
                <a:gd name="csX17" fmla="*/ 54376 w 145856"/>
                <a:gd name="csY17" fmla="*/ 45841 h 185157"/>
                <a:gd name="csX18" fmla="*/ 98767 w 145856"/>
                <a:gd name="csY18" fmla="*/ 9055 h 185157"/>
                <a:gd name="csX19" fmla="*/ 134439 w 145856"/>
                <a:gd name="csY19" fmla="*/ 27857 h 1851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45856" h="185157">
                  <a:moveTo>
                    <a:pt x="134439" y="27857"/>
                  </a:moveTo>
                  <a:cubicBezTo>
                    <a:pt x="123341" y="28266"/>
                    <a:pt x="115414" y="37258"/>
                    <a:pt x="115414" y="46250"/>
                  </a:cubicBezTo>
                  <a:cubicBezTo>
                    <a:pt x="115414" y="51972"/>
                    <a:pt x="118981" y="58103"/>
                    <a:pt x="127701" y="58103"/>
                  </a:cubicBezTo>
                  <a:cubicBezTo>
                    <a:pt x="136420" y="58103"/>
                    <a:pt x="145933" y="51155"/>
                    <a:pt x="145933" y="35214"/>
                  </a:cubicBezTo>
                  <a:cubicBezTo>
                    <a:pt x="145933" y="16821"/>
                    <a:pt x="128890" y="63"/>
                    <a:pt x="98767" y="63"/>
                  </a:cubicBezTo>
                  <a:cubicBezTo>
                    <a:pt x="46449" y="63"/>
                    <a:pt x="31785" y="41754"/>
                    <a:pt x="31785" y="59738"/>
                  </a:cubicBezTo>
                  <a:cubicBezTo>
                    <a:pt x="31785" y="91620"/>
                    <a:pt x="61114" y="97751"/>
                    <a:pt x="72608" y="100203"/>
                  </a:cubicBezTo>
                  <a:cubicBezTo>
                    <a:pt x="93219" y="104290"/>
                    <a:pt x="113829" y="108787"/>
                    <a:pt x="113829" y="131267"/>
                  </a:cubicBezTo>
                  <a:cubicBezTo>
                    <a:pt x="113829" y="141894"/>
                    <a:pt x="104713" y="176228"/>
                    <a:pt x="57151" y="176228"/>
                  </a:cubicBezTo>
                  <a:cubicBezTo>
                    <a:pt x="51602" y="176228"/>
                    <a:pt x="21083" y="176228"/>
                    <a:pt x="11967" y="154565"/>
                  </a:cubicBezTo>
                  <a:cubicBezTo>
                    <a:pt x="27028" y="156609"/>
                    <a:pt x="36937" y="144347"/>
                    <a:pt x="36937" y="132902"/>
                  </a:cubicBezTo>
                  <a:cubicBezTo>
                    <a:pt x="36937" y="123501"/>
                    <a:pt x="30596" y="118596"/>
                    <a:pt x="22272" y="118596"/>
                  </a:cubicBezTo>
                  <a:cubicBezTo>
                    <a:pt x="11967" y="118596"/>
                    <a:pt x="77" y="127180"/>
                    <a:pt x="77" y="145573"/>
                  </a:cubicBezTo>
                  <a:cubicBezTo>
                    <a:pt x="77" y="168871"/>
                    <a:pt x="22669" y="185220"/>
                    <a:pt x="56755" y="185220"/>
                  </a:cubicBezTo>
                  <a:cubicBezTo>
                    <a:pt x="120963" y="185220"/>
                    <a:pt x="136420" y="135763"/>
                    <a:pt x="136420" y="117370"/>
                  </a:cubicBezTo>
                  <a:cubicBezTo>
                    <a:pt x="136420" y="102656"/>
                    <a:pt x="128890" y="92437"/>
                    <a:pt x="124134" y="87532"/>
                  </a:cubicBezTo>
                  <a:cubicBezTo>
                    <a:pt x="113432" y="76088"/>
                    <a:pt x="101938" y="74044"/>
                    <a:pt x="84499" y="70365"/>
                  </a:cubicBezTo>
                  <a:cubicBezTo>
                    <a:pt x="70230" y="67095"/>
                    <a:pt x="54376" y="64234"/>
                    <a:pt x="54376" y="45841"/>
                  </a:cubicBezTo>
                  <a:cubicBezTo>
                    <a:pt x="54376" y="33988"/>
                    <a:pt x="63889" y="9055"/>
                    <a:pt x="98767" y="9055"/>
                  </a:cubicBezTo>
                  <a:cubicBezTo>
                    <a:pt x="108676" y="9055"/>
                    <a:pt x="128494" y="11916"/>
                    <a:pt x="134439" y="27857"/>
                  </a:cubicBezTo>
                  <a:close/>
                </a:path>
              </a:pathLst>
            </a:custGeom>
            <a:grpFill/>
            <a:ln w="39158" cap="flat">
              <a:noFill/>
              <a:prstDash val="solid"/>
              <a:miter/>
            </a:ln>
          </p:spPr>
          <p:txBody>
            <a:bodyPr/>
            <a:lstStyle/>
            <a:p>
              <a:endParaRPr lang="en-GB" noProof="0"/>
            </a:p>
          </p:txBody>
        </p:sp>
        <p:sp>
          <p:nvSpPr>
            <p:cNvPr id="69" name="Freeform: Shape 68">
              <a:extLst>
                <a:ext uri="{FF2B5EF4-FFF2-40B4-BE49-F238E27FC236}">
                  <a16:creationId xmlns:a16="http://schemas.microsoft.com/office/drawing/2014/main" id="{921306D1-115F-5782-4DDF-4948FAF5DA70}"/>
                </a:ext>
              </a:extLst>
            </p:cNvPr>
            <p:cNvSpPr/>
            <p:nvPr>
              <p:custDataLst>
                <p:tags r:id="rId18"/>
              </p:custDataLst>
            </p:nvPr>
          </p:nvSpPr>
          <p:spPr>
            <a:xfrm>
              <a:off x="8860655" y="6104939"/>
              <a:ext cx="122630" cy="189980"/>
            </a:xfrm>
            <a:custGeom>
              <a:avLst/>
              <a:gdLst>
                <a:gd name="csX0" fmla="*/ 122712 w 122630"/>
                <a:gd name="csY0" fmla="*/ 137967 h 189980"/>
                <a:gd name="csX1" fmla="*/ 113278 w 122630"/>
                <a:gd name="csY1" fmla="*/ 137967 h 189980"/>
                <a:gd name="csX2" fmla="*/ 106065 w 122630"/>
                <a:gd name="csY2" fmla="*/ 164003 h 189980"/>
                <a:gd name="csX3" fmla="*/ 78598 w 122630"/>
                <a:gd name="csY3" fmla="*/ 165720 h 189980"/>
                <a:gd name="csX4" fmla="*/ 27548 w 122630"/>
                <a:gd name="csY4" fmla="*/ 165720 h 189980"/>
                <a:gd name="csX5" fmla="*/ 83037 w 122630"/>
                <a:gd name="csY5" fmla="*/ 117652 h 189980"/>
                <a:gd name="csX6" fmla="*/ 122712 w 122630"/>
                <a:gd name="csY6" fmla="*/ 55852 h 189980"/>
                <a:gd name="csX7" fmla="*/ 57790 w 122630"/>
                <a:gd name="csY7" fmla="*/ 59 h 189980"/>
                <a:gd name="csX8" fmla="*/ 81 w 122630"/>
                <a:gd name="csY8" fmla="*/ 51274 h 189980"/>
                <a:gd name="csX9" fmla="*/ 14786 w 122630"/>
                <a:gd name="csY9" fmla="*/ 67296 h 189980"/>
                <a:gd name="csX10" fmla="*/ 29490 w 122630"/>
                <a:gd name="csY10" fmla="*/ 52132 h 189980"/>
                <a:gd name="csX11" fmla="*/ 13121 w 122630"/>
                <a:gd name="csY11" fmla="*/ 36968 h 189980"/>
                <a:gd name="csX12" fmla="*/ 53628 w 122630"/>
                <a:gd name="csY12" fmla="*/ 10359 h 189980"/>
                <a:gd name="csX13" fmla="*/ 95799 w 122630"/>
                <a:gd name="csY13" fmla="*/ 55852 h 189980"/>
                <a:gd name="csX14" fmla="*/ 69720 w 122630"/>
                <a:gd name="csY14" fmla="*/ 110786 h 189980"/>
                <a:gd name="csX15" fmla="*/ 2856 w 122630"/>
                <a:gd name="csY15" fmla="*/ 178881 h 189980"/>
                <a:gd name="csX16" fmla="*/ 81 w 122630"/>
                <a:gd name="csY16" fmla="*/ 190040 h 189980"/>
                <a:gd name="csX17" fmla="*/ 114388 w 122630"/>
                <a:gd name="csY17" fmla="*/ 190040 h 189980"/>
                <a:gd name="csX18" fmla="*/ 122712 w 122630"/>
                <a:gd name="csY18" fmla="*/ 137967 h 1899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22630" h="189980">
                  <a:moveTo>
                    <a:pt x="122712" y="137967"/>
                  </a:moveTo>
                  <a:lnTo>
                    <a:pt x="113278" y="137967"/>
                  </a:lnTo>
                  <a:cubicBezTo>
                    <a:pt x="112446" y="144261"/>
                    <a:pt x="109672" y="161142"/>
                    <a:pt x="106065" y="164003"/>
                  </a:cubicBezTo>
                  <a:cubicBezTo>
                    <a:pt x="103845" y="165720"/>
                    <a:pt x="82482" y="165720"/>
                    <a:pt x="78598" y="165720"/>
                  </a:cubicBezTo>
                  <a:lnTo>
                    <a:pt x="27548" y="165720"/>
                  </a:lnTo>
                  <a:cubicBezTo>
                    <a:pt x="56680" y="139111"/>
                    <a:pt x="66390" y="131100"/>
                    <a:pt x="83037" y="117652"/>
                  </a:cubicBezTo>
                  <a:cubicBezTo>
                    <a:pt x="103568" y="100772"/>
                    <a:pt x="122712" y="83033"/>
                    <a:pt x="122712" y="55852"/>
                  </a:cubicBezTo>
                  <a:cubicBezTo>
                    <a:pt x="122712" y="21232"/>
                    <a:pt x="93302" y="59"/>
                    <a:pt x="57790" y="59"/>
                  </a:cubicBezTo>
                  <a:cubicBezTo>
                    <a:pt x="23387" y="59"/>
                    <a:pt x="81" y="24951"/>
                    <a:pt x="81" y="51274"/>
                  </a:cubicBezTo>
                  <a:cubicBezTo>
                    <a:pt x="81" y="65866"/>
                    <a:pt x="12011" y="67296"/>
                    <a:pt x="14786" y="67296"/>
                  </a:cubicBezTo>
                  <a:cubicBezTo>
                    <a:pt x="21445" y="67296"/>
                    <a:pt x="29490" y="62432"/>
                    <a:pt x="29490" y="52132"/>
                  </a:cubicBezTo>
                  <a:cubicBezTo>
                    <a:pt x="29490" y="46982"/>
                    <a:pt x="27548" y="36968"/>
                    <a:pt x="13121" y="36968"/>
                  </a:cubicBezTo>
                  <a:cubicBezTo>
                    <a:pt x="21722" y="16654"/>
                    <a:pt x="40588" y="10359"/>
                    <a:pt x="53628" y="10359"/>
                  </a:cubicBezTo>
                  <a:cubicBezTo>
                    <a:pt x="81372" y="10359"/>
                    <a:pt x="95799" y="32676"/>
                    <a:pt x="95799" y="55852"/>
                  </a:cubicBezTo>
                  <a:cubicBezTo>
                    <a:pt x="95799" y="80744"/>
                    <a:pt x="78598" y="100486"/>
                    <a:pt x="69720" y="110786"/>
                  </a:cubicBezTo>
                  <a:lnTo>
                    <a:pt x="2856" y="178881"/>
                  </a:lnTo>
                  <a:cubicBezTo>
                    <a:pt x="81" y="181456"/>
                    <a:pt x="81" y="182028"/>
                    <a:pt x="81" y="190040"/>
                  </a:cubicBezTo>
                  <a:lnTo>
                    <a:pt x="114388" y="190040"/>
                  </a:lnTo>
                  <a:lnTo>
                    <a:pt x="122712" y="137967"/>
                  </a:lnTo>
                  <a:close/>
                </a:path>
              </a:pathLst>
            </a:custGeom>
            <a:grpFill/>
            <a:ln w="39158" cap="flat">
              <a:noFill/>
              <a:prstDash val="solid"/>
              <a:miter/>
            </a:ln>
          </p:spPr>
          <p:txBody>
            <a:bodyPr/>
            <a:lstStyle/>
            <a:p>
              <a:endParaRPr lang="en-GB" noProof="0"/>
            </a:p>
          </p:txBody>
        </p:sp>
      </p:grpSp>
      <p:sp>
        <p:nvSpPr>
          <p:cNvPr id="73" name="Graphic 71" descr="\documentclass{article}&#10;\usepackage{amsmath}&#10;\pagestyle{empty}&#10;\begin{document}&#10;&#10;&#10;$\sigma$&#10;&#10;\end{document}" title="IguanaTex Shape Display">
            <a:extLst>
              <a:ext uri="{FF2B5EF4-FFF2-40B4-BE49-F238E27FC236}">
                <a16:creationId xmlns:a16="http://schemas.microsoft.com/office/drawing/2014/main" id="{DFA65990-2D5F-813E-80A2-DAF6B937FCC9}"/>
              </a:ext>
            </a:extLst>
          </p:cNvPr>
          <p:cNvSpPr>
            <a:spLocks noChangeAspect="1"/>
          </p:cNvSpPr>
          <p:nvPr>
            <p:custDataLst>
              <p:tags r:id="rId3"/>
            </p:custDataLst>
          </p:nvPr>
        </p:nvSpPr>
        <p:spPr>
          <a:xfrm>
            <a:off x="7797800" y="3441700"/>
            <a:ext cx="199866" cy="187868"/>
          </a:xfrm>
          <a:custGeom>
            <a:avLst/>
            <a:gdLst>
              <a:gd name="csX0" fmla="*/ 181430 w 199866"/>
              <a:gd name="csY0" fmla="*/ 24715 h 187868"/>
              <a:gd name="csX1" fmla="*/ 199943 w 199866"/>
              <a:gd name="csY1" fmla="*/ 10264 h 187868"/>
              <a:gd name="csX2" fmla="*/ 185208 w 199866"/>
              <a:gd name="csY2" fmla="*/ 63 h 187868"/>
              <a:gd name="csX3" fmla="*/ 99066 w 199866"/>
              <a:gd name="csY3" fmla="*/ 63 h 187868"/>
              <a:gd name="csX4" fmla="*/ 77 w 199866"/>
              <a:gd name="csY4" fmla="*/ 120774 h 187868"/>
              <a:gd name="csX5" fmla="*/ 56750 w 199866"/>
              <a:gd name="csY5" fmla="*/ 187931 h 187868"/>
              <a:gd name="csX6" fmla="*/ 151582 w 199866"/>
              <a:gd name="csY6" fmla="*/ 71045 h 187868"/>
              <a:gd name="csX7" fmla="*/ 139870 w 199866"/>
              <a:gd name="csY7" fmla="*/ 24715 h 187868"/>
              <a:gd name="csX8" fmla="*/ 181430 w 199866"/>
              <a:gd name="csY8" fmla="*/ 24715 h 187868"/>
              <a:gd name="csX9" fmla="*/ 57128 w 199866"/>
              <a:gd name="csY9" fmla="*/ 178580 h 187868"/>
              <a:gd name="csX10" fmla="*/ 23502 w 199866"/>
              <a:gd name="csY10" fmla="*/ 132676 h 187868"/>
              <a:gd name="csX11" fmla="*/ 41259 w 199866"/>
              <a:gd name="csY11" fmla="*/ 59994 h 187868"/>
              <a:gd name="csX12" fmla="*/ 92643 w 199866"/>
              <a:gd name="csY12" fmla="*/ 24715 h 187868"/>
              <a:gd name="csX13" fmla="*/ 127402 w 199866"/>
              <a:gd name="csY13" fmla="*/ 65944 h 187868"/>
              <a:gd name="csX14" fmla="*/ 107000 w 199866"/>
              <a:gd name="csY14" fmla="*/ 142452 h 187868"/>
              <a:gd name="csX15" fmla="*/ 57128 w 199866"/>
              <a:gd name="csY15" fmla="*/ 178580 h 1878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99866" h="187868">
                <a:moveTo>
                  <a:pt x="181430" y="24715"/>
                </a:moveTo>
                <a:cubicBezTo>
                  <a:pt x="186342" y="24715"/>
                  <a:pt x="199943" y="24715"/>
                  <a:pt x="199943" y="10264"/>
                </a:cubicBezTo>
                <a:cubicBezTo>
                  <a:pt x="199943" y="63"/>
                  <a:pt x="192009" y="63"/>
                  <a:pt x="185208" y="63"/>
                </a:cubicBezTo>
                <a:lnTo>
                  <a:pt x="99066" y="63"/>
                </a:lnTo>
                <a:cubicBezTo>
                  <a:pt x="42015" y="63"/>
                  <a:pt x="77" y="70195"/>
                  <a:pt x="77" y="120774"/>
                </a:cubicBezTo>
                <a:cubicBezTo>
                  <a:pt x="77" y="158178"/>
                  <a:pt x="22368" y="187931"/>
                  <a:pt x="56750" y="187931"/>
                </a:cubicBezTo>
                <a:cubicBezTo>
                  <a:pt x="101332" y="187931"/>
                  <a:pt x="151582" y="136501"/>
                  <a:pt x="151582" y="71045"/>
                </a:cubicBezTo>
                <a:cubicBezTo>
                  <a:pt x="151582" y="63819"/>
                  <a:pt x="151582" y="43417"/>
                  <a:pt x="139870" y="24715"/>
                </a:cubicBezTo>
                <a:lnTo>
                  <a:pt x="181430" y="24715"/>
                </a:lnTo>
                <a:close/>
                <a:moveTo>
                  <a:pt x="57128" y="178580"/>
                </a:moveTo>
                <a:cubicBezTo>
                  <a:pt x="38614" y="178580"/>
                  <a:pt x="23502" y="163279"/>
                  <a:pt x="23502" y="132676"/>
                </a:cubicBezTo>
                <a:cubicBezTo>
                  <a:pt x="23502" y="119924"/>
                  <a:pt x="28035" y="85071"/>
                  <a:pt x="41259" y="59994"/>
                </a:cubicBezTo>
                <a:cubicBezTo>
                  <a:pt x="57128" y="30666"/>
                  <a:pt x="79797" y="24715"/>
                  <a:pt x="92643" y="24715"/>
                </a:cubicBezTo>
                <a:cubicBezTo>
                  <a:pt x="124379" y="24715"/>
                  <a:pt x="127402" y="52768"/>
                  <a:pt x="127402" y="65944"/>
                </a:cubicBezTo>
                <a:cubicBezTo>
                  <a:pt x="127402" y="85921"/>
                  <a:pt x="119846" y="120774"/>
                  <a:pt x="107000" y="142452"/>
                </a:cubicBezTo>
                <a:cubicBezTo>
                  <a:pt x="92265" y="167529"/>
                  <a:pt x="71863" y="178580"/>
                  <a:pt x="57128" y="178580"/>
                </a:cubicBezTo>
                <a:close/>
              </a:path>
            </a:pathLst>
          </a:custGeom>
          <a:solidFill>
            <a:schemeClr val="bg1"/>
          </a:solidFill>
          <a:ln w="36513" cap="flat">
            <a:noFill/>
            <a:prstDash val="solid"/>
            <a:miter/>
          </a:ln>
        </p:spPr>
        <p:txBody>
          <a:bodyPr/>
          <a:lstStyle/>
          <a:p>
            <a:endParaRPr lang="en-GB" noProof="0"/>
          </a:p>
        </p:txBody>
      </p:sp>
      <p:sp>
        <p:nvSpPr>
          <p:cNvPr id="76" name="Graphic 74" descr="\documentclass{article}&#10;\usepackage{amsmath}&#10;\pagestyle{empty}&#10;\begin{document}&#10;&#10;&#10;$s$&#10;&#10;\end{document}" title="IguanaTex Shape Display">
            <a:extLst>
              <a:ext uri="{FF2B5EF4-FFF2-40B4-BE49-F238E27FC236}">
                <a16:creationId xmlns:a16="http://schemas.microsoft.com/office/drawing/2014/main" id="{721B2401-DE6E-5282-A9B8-04B1ED1F7529}"/>
              </a:ext>
            </a:extLst>
          </p:cNvPr>
          <p:cNvSpPr>
            <a:spLocks noChangeAspect="1"/>
          </p:cNvSpPr>
          <p:nvPr>
            <p:custDataLst>
              <p:tags r:id="rId4"/>
            </p:custDataLst>
          </p:nvPr>
        </p:nvSpPr>
        <p:spPr>
          <a:xfrm>
            <a:off x="5626100" y="3441700"/>
            <a:ext cx="137770" cy="211991"/>
          </a:xfrm>
          <a:custGeom>
            <a:avLst/>
            <a:gdLst>
              <a:gd name="csX0" fmla="*/ 126990 w 137770"/>
              <a:gd name="csY0" fmla="*/ 31885 h 211991"/>
              <a:gd name="csX1" fmla="*/ 109020 w 137770"/>
              <a:gd name="csY1" fmla="*/ 52944 h 211991"/>
              <a:gd name="csX2" fmla="*/ 120626 w 137770"/>
              <a:gd name="csY2" fmla="*/ 66515 h 211991"/>
              <a:gd name="csX3" fmla="*/ 137847 w 137770"/>
              <a:gd name="csY3" fmla="*/ 40308 h 211991"/>
              <a:gd name="csX4" fmla="*/ 93296 w 137770"/>
              <a:gd name="csY4" fmla="*/ 63 h 211991"/>
              <a:gd name="csX5" fmla="*/ 30027 w 137770"/>
              <a:gd name="csY5" fmla="*/ 68387 h 211991"/>
              <a:gd name="csX6" fmla="*/ 68588 w 137770"/>
              <a:gd name="csY6" fmla="*/ 114716 h 211991"/>
              <a:gd name="csX7" fmla="*/ 107523 w 137770"/>
              <a:gd name="csY7" fmla="*/ 150282 h 211991"/>
              <a:gd name="csX8" fmla="*/ 53987 w 137770"/>
              <a:gd name="csY8" fmla="*/ 201759 h 211991"/>
              <a:gd name="csX9" fmla="*/ 11308 w 137770"/>
              <a:gd name="csY9" fmla="*/ 176956 h 211991"/>
              <a:gd name="csX10" fmla="*/ 34894 w 137770"/>
              <a:gd name="csY10" fmla="*/ 152154 h 211991"/>
              <a:gd name="csX11" fmla="*/ 21042 w 137770"/>
              <a:gd name="csY11" fmla="*/ 135775 h 211991"/>
              <a:gd name="csX12" fmla="*/ 77 w 137770"/>
              <a:gd name="csY12" fmla="*/ 166661 h 211991"/>
              <a:gd name="csX13" fmla="*/ 53613 w 137770"/>
              <a:gd name="csY13" fmla="*/ 212054 h 211991"/>
              <a:gd name="csX14" fmla="*/ 128862 w 137770"/>
              <a:gd name="csY14" fmla="*/ 134371 h 211991"/>
              <a:gd name="csX15" fmla="*/ 117256 w 137770"/>
              <a:gd name="csY15" fmla="*/ 100209 h 211991"/>
              <a:gd name="csX16" fmla="*/ 79819 w 137770"/>
              <a:gd name="csY16" fmla="*/ 80554 h 211991"/>
              <a:gd name="csX17" fmla="*/ 51366 w 137770"/>
              <a:gd name="csY17" fmla="*/ 52476 h 211991"/>
              <a:gd name="csX18" fmla="*/ 93296 w 137770"/>
              <a:gd name="csY18" fmla="*/ 10358 h 211991"/>
              <a:gd name="csX19" fmla="*/ 126990 w 137770"/>
              <a:gd name="csY19" fmla="*/ 31885 h 211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37770" h="211991">
                <a:moveTo>
                  <a:pt x="126990" y="31885"/>
                </a:moveTo>
                <a:cubicBezTo>
                  <a:pt x="116508" y="32353"/>
                  <a:pt x="109020" y="42648"/>
                  <a:pt x="109020" y="52944"/>
                </a:cubicBezTo>
                <a:cubicBezTo>
                  <a:pt x="109020" y="59495"/>
                  <a:pt x="112390" y="66515"/>
                  <a:pt x="120626" y="66515"/>
                </a:cubicBezTo>
                <a:cubicBezTo>
                  <a:pt x="128862" y="66515"/>
                  <a:pt x="137847" y="58559"/>
                  <a:pt x="137847" y="40308"/>
                </a:cubicBezTo>
                <a:cubicBezTo>
                  <a:pt x="137847" y="19250"/>
                  <a:pt x="121749" y="63"/>
                  <a:pt x="93296" y="63"/>
                </a:cubicBezTo>
                <a:cubicBezTo>
                  <a:pt x="43879" y="63"/>
                  <a:pt x="30027" y="47796"/>
                  <a:pt x="30027" y="68387"/>
                </a:cubicBezTo>
                <a:cubicBezTo>
                  <a:pt x="30027" y="104889"/>
                  <a:pt x="57731" y="111908"/>
                  <a:pt x="68588" y="114716"/>
                </a:cubicBezTo>
                <a:cubicBezTo>
                  <a:pt x="88055" y="119396"/>
                  <a:pt x="107523" y="124543"/>
                  <a:pt x="107523" y="150282"/>
                </a:cubicBezTo>
                <a:cubicBezTo>
                  <a:pt x="107523" y="162449"/>
                  <a:pt x="98912" y="201759"/>
                  <a:pt x="53987" y="201759"/>
                </a:cubicBezTo>
                <a:cubicBezTo>
                  <a:pt x="48746" y="201759"/>
                  <a:pt x="19919" y="201759"/>
                  <a:pt x="11308" y="176956"/>
                </a:cubicBezTo>
                <a:cubicBezTo>
                  <a:pt x="25534" y="179296"/>
                  <a:pt x="34894" y="165257"/>
                  <a:pt x="34894" y="152154"/>
                </a:cubicBezTo>
                <a:cubicBezTo>
                  <a:pt x="34894" y="141390"/>
                  <a:pt x="28904" y="135775"/>
                  <a:pt x="21042" y="135775"/>
                </a:cubicBezTo>
                <a:cubicBezTo>
                  <a:pt x="11308" y="135775"/>
                  <a:pt x="77" y="145602"/>
                  <a:pt x="77" y="166661"/>
                </a:cubicBezTo>
                <a:cubicBezTo>
                  <a:pt x="77" y="193335"/>
                  <a:pt x="21416" y="212054"/>
                  <a:pt x="53613" y="212054"/>
                </a:cubicBezTo>
                <a:cubicBezTo>
                  <a:pt x="114261" y="212054"/>
                  <a:pt x="128862" y="155430"/>
                  <a:pt x="128862" y="134371"/>
                </a:cubicBezTo>
                <a:cubicBezTo>
                  <a:pt x="128862" y="117524"/>
                  <a:pt x="121749" y="105825"/>
                  <a:pt x="117256" y="100209"/>
                </a:cubicBezTo>
                <a:cubicBezTo>
                  <a:pt x="107148" y="87106"/>
                  <a:pt x="96291" y="84766"/>
                  <a:pt x="79819" y="80554"/>
                </a:cubicBezTo>
                <a:cubicBezTo>
                  <a:pt x="66341" y="76810"/>
                  <a:pt x="51366" y="73535"/>
                  <a:pt x="51366" y="52476"/>
                </a:cubicBezTo>
                <a:cubicBezTo>
                  <a:pt x="51366" y="38905"/>
                  <a:pt x="60351" y="10358"/>
                  <a:pt x="93296" y="10358"/>
                </a:cubicBezTo>
                <a:cubicBezTo>
                  <a:pt x="102656" y="10358"/>
                  <a:pt x="121375" y="13634"/>
                  <a:pt x="126990" y="31885"/>
                </a:cubicBezTo>
                <a:close/>
              </a:path>
            </a:pathLst>
          </a:custGeom>
          <a:solidFill>
            <a:schemeClr val="bg1"/>
          </a:solidFill>
          <a:ln w="36195" cap="flat">
            <a:noFill/>
            <a:prstDash val="solid"/>
            <a:miter/>
          </a:ln>
        </p:spPr>
        <p:txBody>
          <a:bodyPr/>
          <a:lstStyle/>
          <a:p>
            <a:endParaRPr lang="en-GB" noProof="0"/>
          </a:p>
        </p:txBody>
      </p:sp>
      <p:grpSp>
        <p:nvGrpSpPr>
          <p:cNvPr id="46" name="Group 45" descr="\documentclass{article}&#10;\usepackage{amsmath}&#10;\pagestyle{empty}&#10;\begin{document}&#10;&#10;&#10;$CV$&#10;&#10;\end{document}" title="IguanaTex Shape Display">
            <a:extLst>
              <a:ext uri="{FF2B5EF4-FFF2-40B4-BE49-F238E27FC236}">
                <a16:creationId xmlns:a16="http://schemas.microsoft.com/office/drawing/2014/main" id="{60A2667A-3D3A-7843-4F42-454602B3E65C}"/>
              </a:ext>
            </a:extLst>
          </p:cNvPr>
          <p:cNvGrpSpPr>
            <a:grpSpLocks noChangeAspect="1"/>
          </p:cNvGrpSpPr>
          <p:nvPr>
            <p:custDataLst>
              <p:tags r:id="rId5"/>
            </p:custDataLst>
          </p:nvPr>
        </p:nvGrpSpPr>
        <p:grpSpPr>
          <a:xfrm>
            <a:off x="7670800" y="4925060"/>
            <a:ext cx="445238" cy="210648"/>
            <a:chOff x="9959881" y="6594476"/>
            <a:chExt cx="445238" cy="210648"/>
          </a:xfrm>
          <a:solidFill>
            <a:schemeClr val="bg1"/>
          </a:solidFill>
        </p:grpSpPr>
        <p:sp>
          <p:nvSpPr>
            <p:cNvPr id="34" name="Freeform: Shape 33">
              <a:extLst>
                <a:ext uri="{FF2B5EF4-FFF2-40B4-BE49-F238E27FC236}">
                  <a16:creationId xmlns:a16="http://schemas.microsoft.com/office/drawing/2014/main" id="{5A7A084E-C12F-7C23-A70E-7F1FBFC0D153}"/>
                </a:ext>
              </a:extLst>
            </p:cNvPr>
            <p:cNvSpPr/>
            <p:nvPr>
              <p:custDataLst>
                <p:tags r:id="rId15"/>
              </p:custDataLst>
            </p:nvPr>
          </p:nvSpPr>
          <p:spPr>
            <a:xfrm>
              <a:off x="9959881" y="6594476"/>
              <a:ext cx="210011" cy="210647"/>
            </a:xfrm>
            <a:custGeom>
              <a:avLst/>
              <a:gdLst>
                <a:gd name="csX0" fmla="*/ 210088 w 210011"/>
                <a:gd name="csY0" fmla="*/ 2960 h 210647"/>
                <a:gd name="csX1" fmla="*/ 206834 w 210011"/>
                <a:gd name="csY1" fmla="*/ 63 h 210647"/>
                <a:gd name="csX2" fmla="*/ 202398 w 210011"/>
                <a:gd name="csY2" fmla="*/ 3540 h 210647"/>
                <a:gd name="csX3" fmla="*/ 181692 w 210011"/>
                <a:gd name="csY3" fmla="*/ 25850 h 210647"/>
                <a:gd name="csX4" fmla="*/ 132591 w 210011"/>
                <a:gd name="csY4" fmla="*/ 63 h 210647"/>
                <a:gd name="csX5" fmla="*/ 77 w 210011"/>
                <a:gd name="csY5" fmla="*/ 131319 h 210647"/>
                <a:gd name="csX6" fmla="*/ 80236 w 210011"/>
                <a:gd name="csY6" fmla="*/ 210710 h 210647"/>
                <a:gd name="csX7" fmla="*/ 144127 w 210011"/>
                <a:gd name="csY7" fmla="*/ 185792 h 210647"/>
                <a:gd name="csX8" fmla="*/ 176664 w 210011"/>
                <a:gd name="csY8" fmla="*/ 134796 h 210647"/>
                <a:gd name="csX9" fmla="*/ 173114 w 210011"/>
                <a:gd name="csY9" fmla="*/ 131899 h 210647"/>
                <a:gd name="csX10" fmla="*/ 169269 w 210011"/>
                <a:gd name="csY10" fmla="*/ 134796 h 210647"/>
                <a:gd name="csX11" fmla="*/ 139394 w 210011"/>
                <a:gd name="csY11" fmla="*/ 180577 h 210647"/>
                <a:gd name="csX12" fmla="*/ 84969 w 210011"/>
                <a:gd name="csY12" fmla="*/ 201728 h 210647"/>
                <a:gd name="csX13" fmla="*/ 26994 w 210011"/>
                <a:gd name="csY13" fmla="*/ 141460 h 210647"/>
                <a:gd name="csX14" fmla="*/ 62784 w 210011"/>
                <a:gd name="csY14" fmla="*/ 44105 h 210647"/>
                <a:gd name="csX15" fmla="*/ 134957 w 210011"/>
                <a:gd name="csY15" fmla="*/ 9045 h 210647"/>
                <a:gd name="csX16" fmla="*/ 182580 w 210011"/>
                <a:gd name="csY16" fmla="*/ 64967 h 210647"/>
                <a:gd name="csX17" fmla="*/ 181692 w 210011"/>
                <a:gd name="csY17" fmla="*/ 79744 h 210647"/>
                <a:gd name="csX18" fmla="*/ 186129 w 210011"/>
                <a:gd name="csY18" fmla="*/ 82641 h 210647"/>
                <a:gd name="csX19" fmla="*/ 191453 w 210011"/>
                <a:gd name="csY19" fmla="*/ 76846 h 210647"/>
                <a:gd name="csX20" fmla="*/ 210088 w 210011"/>
                <a:gd name="csY20" fmla="*/ 2960 h 2106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10011" h="210647">
                  <a:moveTo>
                    <a:pt x="210088" y="2960"/>
                  </a:moveTo>
                  <a:cubicBezTo>
                    <a:pt x="210088" y="2091"/>
                    <a:pt x="209497" y="63"/>
                    <a:pt x="206834" y="63"/>
                  </a:cubicBezTo>
                  <a:cubicBezTo>
                    <a:pt x="205947" y="63"/>
                    <a:pt x="205651" y="352"/>
                    <a:pt x="202398" y="3540"/>
                  </a:cubicBezTo>
                  <a:lnTo>
                    <a:pt x="181692" y="25850"/>
                  </a:lnTo>
                  <a:cubicBezTo>
                    <a:pt x="179030" y="21794"/>
                    <a:pt x="165424" y="63"/>
                    <a:pt x="132591" y="63"/>
                  </a:cubicBezTo>
                  <a:cubicBezTo>
                    <a:pt x="66630" y="63"/>
                    <a:pt x="77" y="64097"/>
                    <a:pt x="77" y="131319"/>
                  </a:cubicBezTo>
                  <a:cubicBezTo>
                    <a:pt x="77" y="179128"/>
                    <a:pt x="34980" y="210710"/>
                    <a:pt x="80236" y="210710"/>
                  </a:cubicBezTo>
                  <a:cubicBezTo>
                    <a:pt x="105970" y="210710"/>
                    <a:pt x="128450" y="199120"/>
                    <a:pt x="144127" y="185792"/>
                  </a:cubicBezTo>
                  <a:cubicBezTo>
                    <a:pt x="171635" y="162033"/>
                    <a:pt x="176664" y="135665"/>
                    <a:pt x="176664" y="134796"/>
                  </a:cubicBezTo>
                  <a:cubicBezTo>
                    <a:pt x="176664" y="131899"/>
                    <a:pt x="173706" y="131899"/>
                    <a:pt x="173114" y="131899"/>
                  </a:cubicBezTo>
                  <a:cubicBezTo>
                    <a:pt x="171340" y="131899"/>
                    <a:pt x="169861" y="132478"/>
                    <a:pt x="169269" y="134796"/>
                  </a:cubicBezTo>
                  <a:cubicBezTo>
                    <a:pt x="166607" y="143199"/>
                    <a:pt x="159804" y="163771"/>
                    <a:pt x="139394" y="180577"/>
                  </a:cubicBezTo>
                  <a:cubicBezTo>
                    <a:pt x="118985" y="196802"/>
                    <a:pt x="100350" y="201728"/>
                    <a:pt x="84969" y="201728"/>
                  </a:cubicBezTo>
                  <a:cubicBezTo>
                    <a:pt x="58347" y="201728"/>
                    <a:pt x="26994" y="186661"/>
                    <a:pt x="26994" y="141460"/>
                  </a:cubicBezTo>
                  <a:cubicBezTo>
                    <a:pt x="26994" y="124945"/>
                    <a:pt x="33205" y="78005"/>
                    <a:pt x="62784" y="44105"/>
                  </a:cubicBezTo>
                  <a:cubicBezTo>
                    <a:pt x="80828" y="23532"/>
                    <a:pt x="108632" y="9045"/>
                    <a:pt x="134957" y="9045"/>
                  </a:cubicBezTo>
                  <a:cubicBezTo>
                    <a:pt x="165128" y="9045"/>
                    <a:pt x="182580" y="31356"/>
                    <a:pt x="182580" y="64967"/>
                  </a:cubicBezTo>
                  <a:cubicBezTo>
                    <a:pt x="182580" y="76557"/>
                    <a:pt x="181692" y="76846"/>
                    <a:pt x="181692" y="79744"/>
                  </a:cubicBezTo>
                  <a:cubicBezTo>
                    <a:pt x="181692" y="82641"/>
                    <a:pt x="184946" y="82641"/>
                    <a:pt x="186129" y="82641"/>
                  </a:cubicBezTo>
                  <a:cubicBezTo>
                    <a:pt x="189974" y="82641"/>
                    <a:pt x="189974" y="82062"/>
                    <a:pt x="191453" y="76846"/>
                  </a:cubicBezTo>
                  <a:lnTo>
                    <a:pt x="210088" y="2960"/>
                  </a:lnTo>
                  <a:close/>
                </a:path>
              </a:pathLst>
            </a:custGeom>
            <a:grpFill/>
            <a:ln w="29170" cap="flat">
              <a:noFill/>
              <a:prstDash val="solid"/>
              <a:miter/>
            </a:ln>
          </p:spPr>
          <p:txBody>
            <a:bodyPr/>
            <a:lstStyle/>
            <a:p>
              <a:endParaRPr lang="en-GB" noProof="0"/>
            </a:p>
          </p:txBody>
        </p:sp>
        <p:sp>
          <p:nvSpPr>
            <p:cNvPr id="45" name="Freeform: Shape 44">
              <a:extLst>
                <a:ext uri="{FF2B5EF4-FFF2-40B4-BE49-F238E27FC236}">
                  <a16:creationId xmlns:a16="http://schemas.microsoft.com/office/drawing/2014/main" id="{ABF3E780-397A-3775-C4A0-25B6A0531355}"/>
                </a:ext>
              </a:extLst>
            </p:cNvPr>
            <p:cNvSpPr/>
            <p:nvPr>
              <p:custDataLst>
                <p:tags r:id="rId16"/>
              </p:custDataLst>
            </p:nvPr>
          </p:nvSpPr>
          <p:spPr>
            <a:xfrm>
              <a:off x="10194221" y="6600851"/>
              <a:ext cx="210898" cy="204273"/>
            </a:xfrm>
            <a:custGeom>
              <a:avLst/>
              <a:gdLst>
                <a:gd name="csX0" fmla="*/ 169277 w 210898"/>
                <a:gd name="csY0" fmla="*/ 33094 h 204273"/>
                <a:gd name="csX1" fmla="*/ 207138 w 210898"/>
                <a:gd name="csY1" fmla="*/ 9045 h 204273"/>
                <a:gd name="csX2" fmla="*/ 210983 w 210898"/>
                <a:gd name="csY2" fmla="*/ 3540 h 204273"/>
                <a:gd name="csX3" fmla="*/ 207138 w 210898"/>
                <a:gd name="csY3" fmla="*/ 63 h 204273"/>
                <a:gd name="csX4" fmla="*/ 182883 w 210898"/>
                <a:gd name="csY4" fmla="*/ 932 h 204273"/>
                <a:gd name="csX5" fmla="*/ 153600 w 210898"/>
                <a:gd name="csY5" fmla="*/ 63 h 204273"/>
                <a:gd name="csX6" fmla="*/ 147980 w 210898"/>
                <a:gd name="csY6" fmla="*/ 5568 h 204273"/>
                <a:gd name="csX7" fmla="*/ 152713 w 210898"/>
                <a:gd name="csY7" fmla="*/ 9045 h 204273"/>
                <a:gd name="csX8" fmla="*/ 166319 w 210898"/>
                <a:gd name="csY8" fmla="*/ 18607 h 204273"/>
                <a:gd name="csX9" fmla="*/ 161882 w 210898"/>
                <a:gd name="csY9" fmla="*/ 29617 h 204273"/>
                <a:gd name="csX10" fmla="*/ 71074 w 210898"/>
                <a:gd name="csY10" fmla="*/ 171015 h 204273"/>
                <a:gd name="csX11" fmla="*/ 50961 w 210898"/>
                <a:gd name="csY11" fmla="*/ 17737 h 204273"/>
                <a:gd name="csX12" fmla="*/ 71370 w 210898"/>
                <a:gd name="csY12" fmla="*/ 9045 h 204273"/>
                <a:gd name="csX13" fmla="*/ 78765 w 210898"/>
                <a:gd name="csY13" fmla="*/ 3250 h 204273"/>
                <a:gd name="csX14" fmla="*/ 74624 w 210898"/>
                <a:gd name="csY14" fmla="*/ 63 h 204273"/>
                <a:gd name="csX15" fmla="*/ 37946 w 210898"/>
                <a:gd name="csY15" fmla="*/ 932 h 204273"/>
                <a:gd name="csX16" fmla="*/ 21677 w 210898"/>
                <a:gd name="csY16" fmla="*/ 642 h 204273"/>
                <a:gd name="csX17" fmla="*/ 5705 w 210898"/>
                <a:gd name="csY17" fmla="*/ 63 h 204273"/>
                <a:gd name="csX18" fmla="*/ 85 w 210898"/>
                <a:gd name="csY18" fmla="*/ 5568 h 204273"/>
                <a:gd name="csX19" fmla="*/ 7479 w 210898"/>
                <a:gd name="csY19" fmla="*/ 9045 h 204273"/>
                <a:gd name="csX20" fmla="*/ 25227 w 210898"/>
                <a:gd name="csY20" fmla="*/ 18896 h 204273"/>
                <a:gd name="csX21" fmla="*/ 48594 w 210898"/>
                <a:gd name="csY21" fmla="*/ 197672 h 204273"/>
                <a:gd name="csX22" fmla="*/ 54510 w 210898"/>
                <a:gd name="csY22" fmla="*/ 204336 h 204273"/>
                <a:gd name="csX23" fmla="*/ 62792 w 210898"/>
                <a:gd name="csY23" fmla="*/ 199120 h 204273"/>
                <a:gd name="csX24" fmla="*/ 169277 w 210898"/>
                <a:gd name="csY24" fmla="*/ 33094 h 204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210898" h="204273">
                  <a:moveTo>
                    <a:pt x="169277" y="33094"/>
                  </a:moveTo>
                  <a:cubicBezTo>
                    <a:pt x="183771" y="10494"/>
                    <a:pt x="196194" y="9624"/>
                    <a:pt x="207138" y="9045"/>
                  </a:cubicBezTo>
                  <a:cubicBezTo>
                    <a:pt x="210688" y="8755"/>
                    <a:pt x="210983" y="3829"/>
                    <a:pt x="210983" y="3540"/>
                  </a:cubicBezTo>
                  <a:cubicBezTo>
                    <a:pt x="210983" y="1222"/>
                    <a:pt x="209504" y="63"/>
                    <a:pt x="207138" y="63"/>
                  </a:cubicBezTo>
                  <a:cubicBezTo>
                    <a:pt x="199448" y="63"/>
                    <a:pt x="190870" y="932"/>
                    <a:pt x="182883" y="932"/>
                  </a:cubicBezTo>
                  <a:cubicBezTo>
                    <a:pt x="173122" y="932"/>
                    <a:pt x="163065" y="63"/>
                    <a:pt x="153600" y="63"/>
                  </a:cubicBezTo>
                  <a:cubicBezTo>
                    <a:pt x="151825" y="63"/>
                    <a:pt x="147980" y="63"/>
                    <a:pt x="147980" y="5568"/>
                  </a:cubicBezTo>
                  <a:cubicBezTo>
                    <a:pt x="147980" y="8755"/>
                    <a:pt x="150642" y="9045"/>
                    <a:pt x="152713" y="9045"/>
                  </a:cubicBezTo>
                  <a:cubicBezTo>
                    <a:pt x="160699" y="9624"/>
                    <a:pt x="166319" y="12522"/>
                    <a:pt x="166319" y="18607"/>
                  </a:cubicBezTo>
                  <a:cubicBezTo>
                    <a:pt x="166319" y="22953"/>
                    <a:pt x="161882" y="29327"/>
                    <a:pt x="161882" y="29617"/>
                  </a:cubicBezTo>
                  <a:lnTo>
                    <a:pt x="71074" y="171015"/>
                  </a:lnTo>
                  <a:lnTo>
                    <a:pt x="50961" y="17737"/>
                  </a:lnTo>
                  <a:cubicBezTo>
                    <a:pt x="50961" y="12812"/>
                    <a:pt x="57764" y="9045"/>
                    <a:pt x="71370" y="9045"/>
                  </a:cubicBezTo>
                  <a:cubicBezTo>
                    <a:pt x="75511" y="9045"/>
                    <a:pt x="78765" y="9045"/>
                    <a:pt x="78765" y="3250"/>
                  </a:cubicBezTo>
                  <a:cubicBezTo>
                    <a:pt x="78765" y="642"/>
                    <a:pt x="76399" y="63"/>
                    <a:pt x="74624" y="63"/>
                  </a:cubicBezTo>
                  <a:cubicBezTo>
                    <a:pt x="62792" y="63"/>
                    <a:pt x="50073" y="932"/>
                    <a:pt x="37946" y="932"/>
                  </a:cubicBezTo>
                  <a:cubicBezTo>
                    <a:pt x="32622" y="932"/>
                    <a:pt x="27002" y="642"/>
                    <a:pt x="21677" y="642"/>
                  </a:cubicBezTo>
                  <a:cubicBezTo>
                    <a:pt x="16353" y="642"/>
                    <a:pt x="10733" y="63"/>
                    <a:pt x="5705" y="63"/>
                  </a:cubicBezTo>
                  <a:cubicBezTo>
                    <a:pt x="3634" y="63"/>
                    <a:pt x="85" y="63"/>
                    <a:pt x="85" y="5568"/>
                  </a:cubicBezTo>
                  <a:cubicBezTo>
                    <a:pt x="85" y="9045"/>
                    <a:pt x="2747" y="9045"/>
                    <a:pt x="7479" y="9045"/>
                  </a:cubicBezTo>
                  <a:cubicBezTo>
                    <a:pt x="24044" y="9045"/>
                    <a:pt x="24339" y="11653"/>
                    <a:pt x="25227" y="18896"/>
                  </a:cubicBezTo>
                  <a:lnTo>
                    <a:pt x="48594" y="197672"/>
                  </a:lnTo>
                  <a:cubicBezTo>
                    <a:pt x="49482" y="203467"/>
                    <a:pt x="50665" y="204336"/>
                    <a:pt x="54510" y="204336"/>
                  </a:cubicBezTo>
                  <a:cubicBezTo>
                    <a:pt x="59243" y="204336"/>
                    <a:pt x="60426" y="202887"/>
                    <a:pt x="62792" y="199120"/>
                  </a:cubicBezTo>
                  <a:lnTo>
                    <a:pt x="169277" y="33094"/>
                  </a:lnTo>
                  <a:close/>
                </a:path>
              </a:pathLst>
            </a:custGeom>
            <a:grpFill/>
            <a:ln w="29170" cap="flat">
              <a:noFill/>
              <a:prstDash val="solid"/>
              <a:miter/>
            </a:ln>
          </p:spPr>
          <p:txBody>
            <a:bodyPr/>
            <a:lstStyle/>
            <a:p>
              <a:endParaRPr lang="en-GB" noProof="0"/>
            </a:p>
          </p:txBody>
        </p:sp>
      </p:grpSp>
      <p:grpSp>
        <p:nvGrpSpPr>
          <p:cNvPr id="52" name="Group 51" descr="\documentclass{article}&#10;\usepackage{amsmath}&#10;\pagestyle{empty}&#10;\begin{document}&#10;&#10;&#10;$cv$&#10;&#10;\end{document}" title="IguanaTex Shape Display">
            <a:extLst>
              <a:ext uri="{FF2B5EF4-FFF2-40B4-BE49-F238E27FC236}">
                <a16:creationId xmlns:a16="http://schemas.microsoft.com/office/drawing/2014/main" id="{3C7BE806-9E78-E31B-7053-849919059212}"/>
              </a:ext>
            </a:extLst>
          </p:cNvPr>
          <p:cNvGrpSpPr>
            <a:grpSpLocks noChangeAspect="1"/>
          </p:cNvGrpSpPr>
          <p:nvPr>
            <p:custDataLst>
              <p:tags r:id="rId6"/>
            </p:custDataLst>
          </p:nvPr>
        </p:nvGrpSpPr>
        <p:grpSpPr>
          <a:xfrm>
            <a:off x="5524500" y="4950460"/>
            <a:ext cx="387439" cy="211991"/>
            <a:chOff x="9016071" y="7745785"/>
            <a:chExt cx="387439" cy="211991"/>
          </a:xfrm>
          <a:solidFill>
            <a:schemeClr val="bg1"/>
          </a:solidFill>
        </p:grpSpPr>
        <p:sp>
          <p:nvSpPr>
            <p:cNvPr id="50" name="Freeform: Shape 49">
              <a:extLst>
                <a:ext uri="{FF2B5EF4-FFF2-40B4-BE49-F238E27FC236}">
                  <a16:creationId xmlns:a16="http://schemas.microsoft.com/office/drawing/2014/main" id="{86365942-8E7C-E2C4-87EC-6F64FB2B3DC2}"/>
                </a:ext>
              </a:extLst>
            </p:cNvPr>
            <p:cNvSpPr/>
            <p:nvPr>
              <p:custDataLst>
                <p:tags r:id="rId13"/>
              </p:custDataLst>
            </p:nvPr>
          </p:nvSpPr>
          <p:spPr>
            <a:xfrm>
              <a:off x="9016071" y="7745785"/>
              <a:ext cx="175298" cy="211991"/>
            </a:xfrm>
            <a:custGeom>
              <a:avLst/>
              <a:gdLst>
                <a:gd name="csX0" fmla="*/ 160053 w 175298"/>
                <a:gd name="csY0" fmla="*/ 29077 h 211991"/>
                <a:gd name="csX1" fmla="*/ 140225 w 175298"/>
                <a:gd name="csY1" fmla="*/ 35629 h 211991"/>
                <a:gd name="csX2" fmla="*/ 132114 w 175298"/>
                <a:gd name="csY2" fmla="*/ 53880 h 211991"/>
                <a:gd name="csX3" fmla="*/ 148787 w 175298"/>
                <a:gd name="csY3" fmla="*/ 70259 h 211991"/>
                <a:gd name="csX4" fmla="*/ 174023 w 175298"/>
                <a:gd name="csY4" fmla="*/ 40308 h 211991"/>
                <a:gd name="csX5" fmla="*/ 120848 w 175298"/>
                <a:gd name="csY5" fmla="*/ 63 h 211991"/>
                <a:gd name="csX6" fmla="*/ 77 w 175298"/>
                <a:gd name="csY6" fmla="*/ 132967 h 211991"/>
                <a:gd name="csX7" fmla="*/ 73080 w 175298"/>
                <a:gd name="csY7" fmla="*/ 212054 h 211991"/>
                <a:gd name="csX8" fmla="*/ 175375 w 175298"/>
                <a:gd name="csY8" fmla="*/ 156834 h 211991"/>
                <a:gd name="csX9" fmla="*/ 169967 w 175298"/>
                <a:gd name="csY9" fmla="*/ 150750 h 211991"/>
                <a:gd name="csX10" fmla="*/ 164109 w 175298"/>
                <a:gd name="csY10" fmla="*/ 155430 h 211991"/>
                <a:gd name="csX11" fmla="*/ 73981 w 175298"/>
                <a:gd name="csY11" fmla="*/ 201759 h 211991"/>
                <a:gd name="csX12" fmla="*/ 33424 w 175298"/>
                <a:gd name="csY12" fmla="*/ 150750 h 211991"/>
                <a:gd name="csX13" fmla="*/ 57758 w 175298"/>
                <a:gd name="csY13" fmla="*/ 57155 h 211991"/>
                <a:gd name="csX14" fmla="*/ 121298 w 175298"/>
                <a:gd name="csY14" fmla="*/ 10358 h 211991"/>
                <a:gd name="csX15" fmla="*/ 160053 w 175298"/>
                <a:gd name="csY15" fmla="*/ 29077 h 211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5298" h="211991">
                  <a:moveTo>
                    <a:pt x="160053" y="29077"/>
                  </a:moveTo>
                  <a:cubicBezTo>
                    <a:pt x="152843" y="29077"/>
                    <a:pt x="146534" y="29077"/>
                    <a:pt x="140225" y="35629"/>
                  </a:cubicBezTo>
                  <a:cubicBezTo>
                    <a:pt x="133015" y="42648"/>
                    <a:pt x="132114" y="50604"/>
                    <a:pt x="132114" y="53880"/>
                  </a:cubicBezTo>
                  <a:cubicBezTo>
                    <a:pt x="132114" y="65111"/>
                    <a:pt x="140225" y="70259"/>
                    <a:pt x="148787" y="70259"/>
                  </a:cubicBezTo>
                  <a:cubicBezTo>
                    <a:pt x="161856" y="70259"/>
                    <a:pt x="174023" y="59027"/>
                    <a:pt x="174023" y="40308"/>
                  </a:cubicBezTo>
                  <a:cubicBezTo>
                    <a:pt x="174023" y="17378"/>
                    <a:pt x="152843" y="63"/>
                    <a:pt x="120848" y="63"/>
                  </a:cubicBezTo>
                  <a:cubicBezTo>
                    <a:pt x="60012" y="63"/>
                    <a:pt x="77" y="66983"/>
                    <a:pt x="77" y="132967"/>
                  </a:cubicBezTo>
                  <a:cubicBezTo>
                    <a:pt x="77" y="175085"/>
                    <a:pt x="26214" y="212054"/>
                    <a:pt x="73080" y="212054"/>
                  </a:cubicBezTo>
                  <a:cubicBezTo>
                    <a:pt x="137521" y="212054"/>
                    <a:pt x="175375" y="162449"/>
                    <a:pt x="175375" y="156834"/>
                  </a:cubicBezTo>
                  <a:cubicBezTo>
                    <a:pt x="175375" y="154026"/>
                    <a:pt x="172671" y="150750"/>
                    <a:pt x="169967" y="150750"/>
                  </a:cubicBezTo>
                  <a:cubicBezTo>
                    <a:pt x="167714" y="150750"/>
                    <a:pt x="166813" y="151686"/>
                    <a:pt x="164109" y="155430"/>
                  </a:cubicBezTo>
                  <a:cubicBezTo>
                    <a:pt x="128509" y="201759"/>
                    <a:pt x="79389" y="201759"/>
                    <a:pt x="73981" y="201759"/>
                  </a:cubicBezTo>
                  <a:cubicBezTo>
                    <a:pt x="45591" y="201759"/>
                    <a:pt x="33424" y="178828"/>
                    <a:pt x="33424" y="150750"/>
                  </a:cubicBezTo>
                  <a:cubicBezTo>
                    <a:pt x="33424" y="131563"/>
                    <a:pt x="42437" y="86170"/>
                    <a:pt x="57758" y="57155"/>
                  </a:cubicBezTo>
                  <a:cubicBezTo>
                    <a:pt x="71728" y="30481"/>
                    <a:pt x="96513" y="10358"/>
                    <a:pt x="121298" y="10358"/>
                  </a:cubicBezTo>
                  <a:cubicBezTo>
                    <a:pt x="136620" y="10358"/>
                    <a:pt x="153744" y="16442"/>
                    <a:pt x="160053" y="29077"/>
                  </a:cubicBezTo>
                  <a:close/>
                </a:path>
              </a:pathLst>
            </a:custGeom>
            <a:grpFill/>
            <a:ln w="44450" cap="flat">
              <a:noFill/>
              <a:prstDash val="solid"/>
              <a:miter/>
            </a:ln>
          </p:spPr>
          <p:txBody>
            <a:bodyPr/>
            <a:lstStyle/>
            <a:p>
              <a:endParaRPr lang="en-GB" noProof="0"/>
            </a:p>
          </p:txBody>
        </p:sp>
        <p:sp>
          <p:nvSpPr>
            <p:cNvPr id="51" name="Freeform: Shape 50">
              <a:extLst>
                <a:ext uri="{FF2B5EF4-FFF2-40B4-BE49-F238E27FC236}">
                  <a16:creationId xmlns:a16="http://schemas.microsoft.com/office/drawing/2014/main" id="{CFC387DB-E700-4C19-310F-EDCE0AC813FC}"/>
                </a:ext>
              </a:extLst>
            </p:cNvPr>
            <p:cNvSpPr/>
            <p:nvPr>
              <p:custDataLst>
                <p:tags r:id="rId14"/>
              </p:custDataLst>
            </p:nvPr>
          </p:nvSpPr>
          <p:spPr>
            <a:xfrm>
              <a:off x="9205680" y="7745785"/>
              <a:ext cx="197830" cy="211991"/>
            </a:xfrm>
            <a:custGeom>
              <a:avLst/>
              <a:gdLst>
                <a:gd name="csX0" fmla="*/ 197911 w 197830"/>
                <a:gd name="csY0" fmla="*/ 32821 h 211991"/>
                <a:gd name="csX1" fmla="*/ 178083 w 197830"/>
                <a:gd name="csY1" fmla="*/ 63 h 211991"/>
                <a:gd name="csX2" fmla="*/ 156002 w 197830"/>
                <a:gd name="csY2" fmla="*/ 22525 h 211991"/>
                <a:gd name="csX3" fmla="*/ 163212 w 197830"/>
                <a:gd name="csY3" fmla="*/ 36565 h 211991"/>
                <a:gd name="csX4" fmla="*/ 178534 w 197830"/>
                <a:gd name="csY4" fmla="*/ 74938 h 211991"/>
                <a:gd name="csX5" fmla="*/ 98320 w 197830"/>
                <a:gd name="csY5" fmla="*/ 201759 h 211991"/>
                <a:gd name="csX6" fmla="*/ 64973 w 197830"/>
                <a:gd name="csY6" fmla="*/ 161045 h 211991"/>
                <a:gd name="csX7" fmla="*/ 91110 w 197830"/>
                <a:gd name="csY7" fmla="*/ 61835 h 211991"/>
                <a:gd name="csX8" fmla="*/ 96518 w 197830"/>
                <a:gd name="csY8" fmla="*/ 38437 h 211991"/>
                <a:gd name="csX9" fmla="*/ 59565 w 197830"/>
                <a:gd name="csY9" fmla="*/ 63 h 211991"/>
                <a:gd name="csX10" fmla="*/ 81 w 197830"/>
                <a:gd name="csY10" fmla="*/ 72131 h 211991"/>
                <a:gd name="csX11" fmla="*/ 5489 w 197830"/>
                <a:gd name="csY11" fmla="*/ 76810 h 211991"/>
                <a:gd name="csX12" fmla="*/ 12699 w 197830"/>
                <a:gd name="csY12" fmla="*/ 68387 h 211991"/>
                <a:gd name="csX13" fmla="*/ 58213 w 197830"/>
                <a:gd name="csY13" fmla="*/ 10358 h 211991"/>
                <a:gd name="csX14" fmla="*/ 69479 w 197830"/>
                <a:gd name="csY14" fmla="*/ 25333 h 211991"/>
                <a:gd name="csX15" fmla="*/ 61818 w 197830"/>
                <a:gd name="csY15" fmla="*/ 58091 h 211991"/>
                <a:gd name="csX16" fmla="*/ 36132 w 197830"/>
                <a:gd name="csY16" fmla="*/ 154026 h 211991"/>
                <a:gd name="csX17" fmla="*/ 96518 w 197830"/>
                <a:gd name="csY17" fmla="*/ 212054 h 211991"/>
                <a:gd name="csX18" fmla="*/ 197911 w 197830"/>
                <a:gd name="csY18" fmla="*/ 32821 h 211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97830" h="211991">
                  <a:moveTo>
                    <a:pt x="197911" y="32821"/>
                  </a:moveTo>
                  <a:cubicBezTo>
                    <a:pt x="197911" y="7550"/>
                    <a:pt x="186194" y="63"/>
                    <a:pt x="178083" y="63"/>
                  </a:cubicBezTo>
                  <a:cubicBezTo>
                    <a:pt x="166817" y="63"/>
                    <a:pt x="156002" y="12230"/>
                    <a:pt x="156002" y="22525"/>
                  </a:cubicBezTo>
                  <a:cubicBezTo>
                    <a:pt x="156002" y="28609"/>
                    <a:pt x="158255" y="31417"/>
                    <a:pt x="163212" y="36565"/>
                  </a:cubicBezTo>
                  <a:cubicBezTo>
                    <a:pt x="172675" y="45924"/>
                    <a:pt x="178534" y="58091"/>
                    <a:pt x="178534" y="74938"/>
                  </a:cubicBezTo>
                  <a:cubicBezTo>
                    <a:pt x="178534" y="94593"/>
                    <a:pt x="151045" y="201759"/>
                    <a:pt x="98320" y="201759"/>
                  </a:cubicBezTo>
                  <a:cubicBezTo>
                    <a:pt x="75338" y="201759"/>
                    <a:pt x="64973" y="185380"/>
                    <a:pt x="64973" y="161045"/>
                  </a:cubicBezTo>
                  <a:cubicBezTo>
                    <a:pt x="64973" y="134839"/>
                    <a:pt x="77140" y="100677"/>
                    <a:pt x="91110" y="61835"/>
                  </a:cubicBezTo>
                  <a:cubicBezTo>
                    <a:pt x="94264" y="53880"/>
                    <a:pt x="96518" y="47328"/>
                    <a:pt x="96518" y="38437"/>
                  </a:cubicBezTo>
                  <a:cubicBezTo>
                    <a:pt x="96518" y="17378"/>
                    <a:pt x="82097" y="63"/>
                    <a:pt x="59565" y="63"/>
                  </a:cubicBezTo>
                  <a:cubicBezTo>
                    <a:pt x="17205" y="63"/>
                    <a:pt x="81" y="67919"/>
                    <a:pt x="81" y="72131"/>
                  </a:cubicBezTo>
                  <a:cubicBezTo>
                    <a:pt x="81" y="76810"/>
                    <a:pt x="4587" y="76810"/>
                    <a:pt x="5489" y="76810"/>
                  </a:cubicBezTo>
                  <a:cubicBezTo>
                    <a:pt x="9995" y="76810"/>
                    <a:pt x="10446" y="75874"/>
                    <a:pt x="12699" y="68387"/>
                  </a:cubicBezTo>
                  <a:cubicBezTo>
                    <a:pt x="25767" y="21122"/>
                    <a:pt x="45145" y="10358"/>
                    <a:pt x="58213" y="10358"/>
                  </a:cubicBezTo>
                  <a:cubicBezTo>
                    <a:pt x="61818" y="10358"/>
                    <a:pt x="69479" y="10358"/>
                    <a:pt x="69479" y="25333"/>
                  </a:cubicBezTo>
                  <a:cubicBezTo>
                    <a:pt x="69479" y="37033"/>
                    <a:pt x="64973" y="49668"/>
                    <a:pt x="61818" y="58091"/>
                  </a:cubicBezTo>
                  <a:cubicBezTo>
                    <a:pt x="41990" y="112376"/>
                    <a:pt x="36132" y="133903"/>
                    <a:pt x="36132" y="154026"/>
                  </a:cubicBezTo>
                  <a:cubicBezTo>
                    <a:pt x="36132" y="204567"/>
                    <a:pt x="75788" y="212054"/>
                    <a:pt x="96518" y="212054"/>
                  </a:cubicBezTo>
                  <a:cubicBezTo>
                    <a:pt x="172225" y="212054"/>
                    <a:pt x="197911" y="57155"/>
                    <a:pt x="197911" y="32821"/>
                  </a:cubicBezTo>
                  <a:close/>
                </a:path>
              </a:pathLst>
            </a:custGeom>
            <a:grpFill/>
            <a:ln w="44450" cap="flat">
              <a:noFill/>
              <a:prstDash val="solid"/>
              <a:miter/>
            </a:ln>
          </p:spPr>
          <p:txBody>
            <a:bodyPr/>
            <a:lstStyle/>
            <a:p>
              <a:endParaRPr lang="en-GB" noProof="0"/>
            </a:p>
          </p:txBody>
        </p:sp>
      </p:grpSp>
      <p:sp>
        <p:nvSpPr>
          <p:cNvPr id="79" name="Graphic 77" descr="\documentclass{article}&#10;\usepackage{amsmath}&#10;\pagestyle{empty}&#10;\begin{document}&#10;&#10;&#10;$\mu$&#10;&#10;\end{document}" title="IguanaTex Shape Display">
            <a:extLst>
              <a:ext uri="{FF2B5EF4-FFF2-40B4-BE49-F238E27FC236}">
                <a16:creationId xmlns:a16="http://schemas.microsoft.com/office/drawing/2014/main" id="{5AB772CA-F1F6-E4DE-A948-0BC653EDD916}"/>
              </a:ext>
            </a:extLst>
          </p:cNvPr>
          <p:cNvSpPr>
            <a:spLocks noChangeAspect="1"/>
          </p:cNvSpPr>
          <p:nvPr>
            <p:custDataLst>
              <p:tags r:id="rId7"/>
            </p:custDataLst>
          </p:nvPr>
        </p:nvSpPr>
        <p:spPr>
          <a:xfrm>
            <a:off x="7797800" y="2921000"/>
            <a:ext cx="204778" cy="248603"/>
          </a:xfrm>
          <a:custGeom>
            <a:avLst/>
            <a:gdLst>
              <a:gd name="csX0" fmla="*/ 76019 w 204778"/>
              <a:gd name="csY0" fmla="*/ 34444 h 248603"/>
              <a:gd name="csX1" fmla="*/ 81686 w 204778"/>
              <a:gd name="csY1" fmla="*/ 10264 h 248603"/>
              <a:gd name="csX2" fmla="*/ 70729 w 204778"/>
              <a:gd name="csY2" fmla="*/ 63 h 248603"/>
              <a:gd name="csX3" fmla="*/ 55616 w 204778"/>
              <a:gd name="csY3" fmla="*/ 13664 h 248603"/>
              <a:gd name="csX4" fmla="*/ 1210 w 204778"/>
              <a:gd name="csY4" fmla="*/ 232420 h 248603"/>
              <a:gd name="csX5" fmla="*/ 77 w 204778"/>
              <a:gd name="csY5" fmla="*/ 238465 h 248603"/>
              <a:gd name="csX6" fmla="*/ 10656 w 204778"/>
              <a:gd name="csY6" fmla="*/ 248666 h 248603"/>
              <a:gd name="csX7" fmla="*/ 23879 w 204778"/>
              <a:gd name="csY7" fmla="*/ 240732 h 248603"/>
              <a:gd name="csX8" fmla="*/ 44659 w 204778"/>
              <a:gd name="csY8" fmla="*/ 159501 h 248603"/>
              <a:gd name="csX9" fmla="*/ 81308 w 204778"/>
              <a:gd name="csY9" fmla="*/ 171214 h 248603"/>
              <a:gd name="csX10" fmla="*/ 131558 w 204778"/>
              <a:gd name="csY10" fmla="*/ 143633 h 248603"/>
              <a:gd name="csX11" fmla="*/ 165562 w 204778"/>
              <a:gd name="csY11" fmla="*/ 171214 h 248603"/>
              <a:gd name="csX12" fmla="*/ 193520 w 204778"/>
              <a:gd name="csY12" fmla="*/ 150434 h 248603"/>
              <a:gd name="csX13" fmla="*/ 204855 w 204778"/>
              <a:gd name="csY13" fmla="*/ 113030 h 248603"/>
              <a:gd name="csX14" fmla="*/ 200321 w 204778"/>
              <a:gd name="csY14" fmla="*/ 109252 h 248603"/>
              <a:gd name="csX15" fmla="*/ 195032 w 204778"/>
              <a:gd name="csY15" fmla="*/ 116052 h 248603"/>
              <a:gd name="csX16" fmla="*/ 166317 w 204778"/>
              <a:gd name="csY16" fmla="*/ 162902 h 248603"/>
              <a:gd name="csX17" fmla="*/ 154983 w 204778"/>
              <a:gd name="csY17" fmla="*/ 145522 h 248603"/>
              <a:gd name="csX18" fmla="*/ 162539 w 204778"/>
              <a:gd name="csY18" fmla="*/ 106229 h 248603"/>
              <a:gd name="csX19" fmla="*/ 173118 w 204778"/>
              <a:gd name="csY19" fmla="*/ 65425 h 248603"/>
              <a:gd name="csX20" fmla="*/ 179541 w 204778"/>
              <a:gd name="csY20" fmla="*/ 39734 h 248603"/>
              <a:gd name="csX21" fmla="*/ 185208 w 204778"/>
              <a:gd name="csY21" fmla="*/ 14420 h 248603"/>
              <a:gd name="csX22" fmla="*/ 174252 w 204778"/>
              <a:gd name="csY22" fmla="*/ 4219 h 248603"/>
              <a:gd name="csX23" fmla="*/ 159517 w 204778"/>
              <a:gd name="csY23" fmla="*/ 17442 h 248603"/>
              <a:gd name="csX24" fmla="*/ 141759 w 204778"/>
              <a:gd name="csY24" fmla="*/ 88094 h 248603"/>
              <a:gd name="csX25" fmla="*/ 131936 w 204778"/>
              <a:gd name="csY25" fmla="*/ 126631 h 248603"/>
              <a:gd name="csX26" fmla="*/ 82819 w 204778"/>
              <a:gd name="csY26" fmla="*/ 162902 h 248603"/>
              <a:gd name="csX27" fmla="*/ 54861 w 204778"/>
              <a:gd name="csY27" fmla="*/ 130032 h 248603"/>
              <a:gd name="csX28" fmla="*/ 60150 w 204778"/>
              <a:gd name="csY28" fmla="*/ 97917 h 248603"/>
              <a:gd name="csX29" fmla="*/ 76019 w 204778"/>
              <a:gd name="csY29" fmla="*/ 34444 h 2486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204778" h="248603">
                <a:moveTo>
                  <a:pt x="76019" y="34444"/>
                </a:moveTo>
                <a:cubicBezTo>
                  <a:pt x="77908" y="26510"/>
                  <a:pt x="81686" y="12153"/>
                  <a:pt x="81686" y="10264"/>
                </a:cubicBezTo>
                <a:cubicBezTo>
                  <a:pt x="81686" y="3841"/>
                  <a:pt x="77152" y="63"/>
                  <a:pt x="70729" y="63"/>
                </a:cubicBezTo>
                <a:cubicBezTo>
                  <a:pt x="69596" y="63"/>
                  <a:pt x="59017" y="441"/>
                  <a:pt x="55616" y="13664"/>
                </a:cubicBezTo>
                <a:lnTo>
                  <a:pt x="1210" y="232420"/>
                </a:lnTo>
                <a:cubicBezTo>
                  <a:pt x="77" y="236954"/>
                  <a:pt x="77" y="237709"/>
                  <a:pt x="77" y="238465"/>
                </a:cubicBezTo>
                <a:cubicBezTo>
                  <a:pt x="77" y="244132"/>
                  <a:pt x="4233" y="248666"/>
                  <a:pt x="10656" y="248666"/>
                </a:cubicBezTo>
                <a:cubicBezTo>
                  <a:pt x="18590" y="248666"/>
                  <a:pt x="23124" y="241865"/>
                  <a:pt x="23879" y="240732"/>
                </a:cubicBezTo>
                <a:cubicBezTo>
                  <a:pt x="25391" y="237332"/>
                  <a:pt x="30302" y="217685"/>
                  <a:pt x="44659" y="159501"/>
                </a:cubicBezTo>
                <a:cubicBezTo>
                  <a:pt x="56750" y="169702"/>
                  <a:pt x="73752" y="171214"/>
                  <a:pt x="81308" y="171214"/>
                </a:cubicBezTo>
                <a:cubicBezTo>
                  <a:pt x="107755" y="171214"/>
                  <a:pt x="122490" y="154212"/>
                  <a:pt x="131558" y="143633"/>
                </a:cubicBezTo>
                <a:cubicBezTo>
                  <a:pt x="134958" y="160635"/>
                  <a:pt x="148938" y="171214"/>
                  <a:pt x="165562" y="171214"/>
                </a:cubicBezTo>
                <a:cubicBezTo>
                  <a:pt x="178786" y="171214"/>
                  <a:pt x="187475" y="162524"/>
                  <a:pt x="193520" y="150434"/>
                </a:cubicBezTo>
                <a:cubicBezTo>
                  <a:pt x="199943" y="136832"/>
                  <a:pt x="204855" y="113786"/>
                  <a:pt x="204855" y="113030"/>
                </a:cubicBezTo>
                <a:cubicBezTo>
                  <a:pt x="204855" y="109252"/>
                  <a:pt x="201455" y="109252"/>
                  <a:pt x="200321" y="109252"/>
                </a:cubicBezTo>
                <a:cubicBezTo>
                  <a:pt x="196543" y="109252"/>
                  <a:pt x="196165" y="110763"/>
                  <a:pt x="195032" y="116052"/>
                </a:cubicBezTo>
                <a:cubicBezTo>
                  <a:pt x="188609" y="140611"/>
                  <a:pt x="181808" y="162902"/>
                  <a:pt x="166317" y="162902"/>
                </a:cubicBezTo>
                <a:cubicBezTo>
                  <a:pt x="156116" y="162902"/>
                  <a:pt x="154983" y="153078"/>
                  <a:pt x="154983" y="145522"/>
                </a:cubicBezTo>
                <a:cubicBezTo>
                  <a:pt x="154983" y="137210"/>
                  <a:pt x="159517" y="119453"/>
                  <a:pt x="162539" y="106229"/>
                </a:cubicBezTo>
                <a:lnTo>
                  <a:pt x="173118" y="65425"/>
                </a:lnTo>
                <a:cubicBezTo>
                  <a:pt x="174252" y="59758"/>
                  <a:pt x="178030" y="45401"/>
                  <a:pt x="179541" y="39734"/>
                </a:cubicBezTo>
                <a:cubicBezTo>
                  <a:pt x="181430" y="31044"/>
                  <a:pt x="185208" y="16687"/>
                  <a:pt x="185208" y="14420"/>
                </a:cubicBezTo>
                <a:cubicBezTo>
                  <a:pt x="185208" y="7619"/>
                  <a:pt x="179919" y="4219"/>
                  <a:pt x="174252" y="4219"/>
                </a:cubicBezTo>
                <a:cubicBezTo>
                  <a:pt x="172363" y="4219"/>
                  <a:pt x="162539" y="4597"/>
                  <a:pt x="159517" y="17442"/>
                </a:cubicBezTo>
                <a:lnTo>
                  <a:pt x="141759" y="88094"/>
                </a:lnTo>
                <a:cubicBezTo>
                  <a:pt x="137225" y="106985"/>
                  <a:pt x="133069" y="122853"/>
                  <a:pt x="131936" y="126631"/>
                </a:cubicBezTo>
                <a:cubicBezTo>
                  <a:pt x="131558" y="128520"/>
                  <a:pt x="113423" y="162902"/>
                  <a:pt x="82819" y="162902"/>
                </a:cubicBezTo>
                <a:cubicBezTo>
                  <a:pt x="63928" y="162902"/>
                  <a:pt x="54861" y="150434"/>
                  <a:pt x="54861" y="130032"/>
                </a:cubicBezTo>
                <a:cubicBezTo>
                  <a:pt x="54861" y="119075"/>
                  <a:pt x="57505" y="108496"/>
                  <a:pt x="60150" y="97917"/>
                </a:cubicBezTo>
                <a:lnTo>
                  <a:pt x="76019" y="34444"/>
                </a:lnTo>
                <a:close/>
              </a:path>
            </a:pathLst>
          </a:custGeom>
          <a:solidFill>
            <a:schemeClr val="bg1"/>
          </a:solidFill>
          <a:ln w="36513" cap="flat">
            <a:noFill/>
            <a:prstDash val="solid"/>
            <a:miter/>
          </a:ln>
        </p:spPr>
        <p:txBody>
          <a:bodyPr/>
          <a:lstStyle/>
          <a:p>
            <a:endParaRPr lang="en-GB" noProof="0"/>
          </a:p>
        </p:txBody>
      </p:sp>
      <p:grpSp>
        <p:nvGrpSpPr>
          <p:cNvPr id="85" name="Group 84" descr="\documentclass{article}&#10;\usepackage{amsmath}&#10;\pagestyle{empty}&#10;\begin{document}&#10;&#10;&#10;$\bar{X}$&#10;&#10;\end{document}" title="IguanaTex Shape Display">
            <a:extLst>
              <a:ext uri="{FF2B5EF4-FFF2-40B4-BE49-F238E27FC236}">
                <a16:creationId xmlns:a16="http://schemas.microsoft.com/office/drawing/2014/main" id="{9817F3C9-5A27-5014-0DAC-424126C655C0}"/>
              </a:ext>
            </a:extLst>
          </p:cNvPr>
          <p:cNvGrpSpPr>
            <a:grpSpLocks noChangeAspect="1"/>
          </p:cNvGrpSpPr>
          <p:nvPr>
            <p:custDataLst>
              <p:tags r:id="rId8"/>
            </p:custDataLst>
          </p:nvPr>
        </p:nvGrpSpPr>
        <p:grpSpPr>
          <a:xfrm>
            <a:off x="5626100" y="2921000"/>
            <a:ext cx="200781" cy="211775"/>
            <a:chOff x="7512999" y="4287309"/>
            <a:chExt cx="200781" cy="211775"/>
          </a:xfrm>
          <a:solidFill>
            <a:schemeClr val="bg1"/>
          </a:solidFill>
        </p:grpSpPr>
        <p:sp>
          <p:nvSpPr>
            <p:cNvPr id="83" name="Freeform: Shape 82">
              <a:extLst>
                <a:ext uri="{FF2B5EF4-FFF2-40B4-BE49-F238E27FC236}">
                  <a16:creationId xmlns:a16="http://schemas.microsoft.com/office/drawing/2014/main" id="{C70E0144-2949-278D-58BA-8DAE5F225894}"/>
                </a:ext>
              </a:extLst>
            </p:cNvPr>
            <p:cNvSpPr/>
            <p:nvPr>
              <p:custDataLst>
                <p:tags r:id="rId11"/>
              </p:custDataLst>
            </p:nvPr>
          </p:nvSpPr>
          <p:spPr>
            <a:xfrm>
              <a:off x="7593119" y="4287309"/>
              <a:ext cx="87963" cy="7789"/>
            </a:xfrm>
            <a:custGeom>
              <a:avLst/>
              <a:gdLst>
                <a:gd name="csX0" fmla="*/ 88043 w 87963"/>
                <a:gd name="csY0" fmla="*/ 7850 h 7789"/>
                <a:gd name="csX1" fmla="*/ 88043 w 87963"/>
                <a:gd name="csY1" fmla="*/ 60 h 7789"/>
                <a:gd name="csX2" fmla="*/ 80 w 87963"/>
                <a:gd name="csY2" fmla="*/ 60 h 7789"/>
                <a:gd name="csX3" fmla="*/ 80 w 87963"/>
                <a:gd name="csY3" fmla="*/ 7850 h 7789"/>
                <a:gd name="csX4" fmla="*/ 88043 w 87963"/>
                <a:gd name="csY4" fmla="*/ 7850 h 7789"/>
              </a:gdLst>
              <a:ahLst/>
              <a:cxnLst>
                <a:cxn ang="0">
                  <a:pos x="csX0" y="csY0"/>
                </a:cxn>
                <a:cxn ang="0">
                  <a:pos x="csX1" y="csY1"/>
                </a:cxn>
                <a:cxn ang="0">
                  <a:pos x="csX2" y="csY2"/>
                </a:cxn>
                <a:cxn ang="0">
                  <a:pos x="csX3" y="csY3"/>
                </a:cxn>
                <a:cxn ang="0">
                  <a:pos x="csX4" y="csY4"/>
                </a:cxn>
              </a:cxnLst>
              <a:rect l="l" t="t" r="r" b="b"/>
              <a:pathLst>
                <a:path w="87963" h="7789">
                  <a:moveTo>
                    <a:pt x="88043" y="7850"/>
                  </a:moveTo>
                  <a:lnTo>
                    <a:pt x="88043" y="60"/>
                  </a:lnTo>
                  <a:lnTo>
                    <a:pt x="80" y="60"/>
                  </a:lnTo>
                  <a:lnTo>
                    <a:pt x="80" y="7850"/>
                  </a:lnTo>
                  <a:lnTo>
                    <a:pt x="88043" y="7850"/>
                  </a:lnTo>
                  <a:close/>
                </a:path>
              </a:pathLst>
            </a:custGeom>
            <a:grpFill/>
            <a:ln w="24342" cap="flat">
              <a:noFill/>
              <a:prstDash val="solid"/>
              <a:miter/>
            </a:ln>
          </p:spPr>
          <p:txBody>
            <a:bodyPr/>
            <a:lstStyle/>
            <a:p>
              <a:endParaRPr lang="en-GB" noProof="0"/>
            </a:p>
          </p:txBody>
        </p:sp>
        <p:sp>
          <p:nvSpPr>
            <p:cNvPr id="84" name="Freeform: Shape 83">
              <a:extLst>
                <a:ext uri="{FF2B5EF4-FFF2-40B4-BE49-F238E27FC236}">
                  <a16:creationId xmlns:a16="http://schemas.microsoft.com/office/drawing/2014/main" id="{292251E0-8162-6A9E-5183-F38FE5C3146B}"/>
                </a:ext>
              </a:extLst>
            </p:cNvPr>
            <p:cNvSpPr/>
            <p:nvPr>
              <p:custDataLst>
                <p:tags r:id="rId12"/>
              </p:custDataLst>
            </p:nvPr>
          </p:nvSpPr>
          <p:spPr>
            <a:xfrm>
              <a:off x="7512999" y="4327458"/>
              <a:ext cx="200781" cy="171626"/>
            </a:xfrm>
            <a:custGeom>
              <a:avLst/>
              <a:gdLst>
                <a:gd name="csX0" fmla="*/ 111676 w 200781"/>
                <a:gd name="csY0" fmla="*/ 68412 h 171626"/>
                <a:gd name="csX1" fmla="*/ 91208 w 200781"/>
                <a:gd name="csY1" fmla="*/ 18406 h 171626"/>
                <a:gd name="csX2" fmla="*/ 89990 w 200781"/>
                <a:gd name="csY2" fmla="*/ 15140 h 171626"/>
                <a:gd name="csX3" fmla="*/ 104366 w 200781"/>
                <a:gd name="csY3" fmla="*/ 7853 h 171626"/>
                <a:gd name="csX4" fmla="*/ 109240 w 200781"/>
                <a:gd name="csY4" fmla="*/ 3078 h 171626"/>
                <a:gd name="csX5" fmla="*/ 105585 w 200781"/>
                <a:gd name="csY5" fmla="*/ 63 h 171626"/>
                <a:gd name="csX6" fmla="*/ 74883 w 200781"/>
                <a:gd name="csY6" fmla="*/ 817 h 171626"/>
                <a:gd name="csX7" fmla="*/ 47592 w 200781"/>
                <a:gd name="csY7" fmla="*/ 63 h 171626"/>
                <a:gd name="csX8" fmla="*/ 43206 w 200781"/>
                <a:gd name="csY8" fmla="*/ 5088 h 171626"/>
                <a:gd name="csX9" fmla="*/ 48810 w 200781"/>
                <a:gd name="csY9" fmla="*/ 7853 h 171626"/>
                <a:gd name="csX10" fmla="*/ 67085 w 200781"/>
                <a:gd name="csY10" fmla="*/ 15894 h 171626"/>
                <a:gd name="csX11" fmla="*/ 95838 w 200781"/>
                <a:gd name="csY11" fmla="*/ 86002 h 171626"/>
                <a:gd name="csX12" fmla="*/ 44424 w 200781"/>
                <a:gd name="csY12" fmla="*/ 143043 h 171626"/>
                <a:gd name="csX13" fmla="*/ 41256 w 200781"/>
                <a:gd name="csY13" fmla="*/ 145807 h 171626"/>
                <a:gd name="csX14" fmla="*/ 5437 w 200781"/>
                <a:gd name="csY14" fmla="*/ 163900 h 171626"/>
                <a:gd name="csX15" fmla="*/ 77 w 200781"/>
                <a:gd name="csY15" fmla="*/ 168926 h 171626"/>
                <a:gd name="csX16" fmla="*/ 3244 w 200781"/>
                <a:gd name="csY16" fmla="*/ 171690 h 171626"/>
                <a:gd name="csX17" fmla="*/ 26149 w 200781"/>
                <a:gd name="csY17" fmla="*/ 170936 h 171626"/>
                <a:gd name="csX18" fmla="*/ 53440 w 200781"/>
                <a:gd name="csY18" fmla="*/ 171690 h 171626"/>
                <a:gd name="csX19" fmla="*/ 57826 w 200781"/>
                <a:gd name="csY19" fmla="*/ 166664 h 171626"/>
                <a:gd name="csX20" fmla="*/ 54902 w 200781"/>
                <a:gd name="csY20" fmla="*/ 163900 h 171626"/>
                <a:gd name="csX21" fmla="*/ 45155 w 200781"/>
                <a:gd name="csY21" fmla="*/ 156110 h 171626"/>
                <a:gd name="csX22" fmla="*/ 51734 w 200781"/>
                <a:gd name="csY22" fmla="*/ 144802 h 171626"/>
                <a:gd name="csX23" fmla="*/ 76588 w 200781"/>
                <a:gd name="csY23" fmla="*/ 117664 h 171626"/>
                <a:gd name="csX24" fmla="*/ 98518 w 200781"/>
                <a:gd name="csY24" fmla="*/ 93038 h 171626"/>
                <a:gd name="csX25" fmla="*/ 123129 w 200781"/>
                <a:gd name="csY25" fmla="*/ 153095 h 171626"/>
                <a:gd name="csX26" fmla="*/ 124347 w 200781"/>
                <a:gd name="csY26" fmla="*/ 156613 h 171626"/>
                <a:gd name="csX27" fmla="*/ 110214 w 200781"/>
                <a:gd name="csY27" fmla="*/ 163900 h 171626"/>
                <a:gd name="csX28" fmla="*/ 105341 w 200781"/>
                <a:gd name="csY28" fmla="*/ 168674 h 171626"/>
                <a:gd name="csX29" fmla="*/ 108996 w 200781"/>
                <a:gd name="csY29" fmla="*/ 171690 h 171626"/>
                <a:gd name="csX30" fmla="*/ 139698 w 200781"/>
                <a:gd name="csY30" fmla="*/ 170936 h 171626"/>
                <a:gd name="csX31" fmla="*/ 166745 w 200781"/>
                <a:gd name="csY31" fmla="*/ 171690 h 171626"/>
                <a:gd name="csX32" fmla="*/ 171375 w 200781"/>
                <a:gd name="csY32" fmla="*/ 166915 h 171626"/>
                <a:gd name="csX33" fmla="*/ 166989 w 200781"/>
                <a:gd name="csY33" fmla="*/ 163900 h 171626"/>
                <a:gd name="csX34" fmla="*/ 146033 w 200781"/>
                <a:gd name="csY34" fmla="*/ 152843 h 171626"/>
                <a:gd name="csX35" fmla="*/ 114600 w 200781"/>
                <a:gd name="csY35" fmla="*/ 75197 h 171626"/>
                <a:gd name="csX36" fmla="*/ 164552 w 200781"/>
                <a:gd name="csY36" fmla="*/ 20668 h 171626"/>
                <a:gd name="csX37" fmla="*/ 195498 w 200781"/>
                <a:gd name="csY37" fmla="*/ 7853 h 171626"/>
                <a:gd name="csX38" fmla="*/ 200859 w 200781"/>
                <a:gd name="csY38" fmla="*/ 2827 h 171626"/>
                <a:gd name="csX39" fmla="*/ 197691 w 200781"/>
                <a:gd name="csY39" fmla="*/ 63 h 171626"/>
                <a:gd name="csX40" fmla="*/ 174786 w 200781"/>
                <a:gd name="csY40" fmla="*/ 817 h 171626"/>
                <a:gd name="csX41" fmla="*/ 147739 w 200781"/>
                <a:gd name="csY41" fmla="*/ 63 h 171626"/>
                <a:gd name="csX42" fmla="*/ 143109 w 200781"/>
                <a:gd name="csY42" fmla="*/ 5088 h 171626"/>
                <a:gd name="csX43" fmla="*/ 146033 w 200781"/>
                <a:gd name="csY43" fmla="*/ 7853 h 171626"/>
                <a:gd name="csX44" fmla="*/ 155780 w 200781"/>
                <a:gd name="csY44" fmla="*/ 15642 h 171626"/>
                <a:gd name="csX45" fmla="*/ 151150 w 200781"/>
                <a:gd name="csY45" fmla="*/ 24689 h 171626"/>
                <a:gd name="csX46" fmla="*/ 111676 w 200781"/>
                <a:gd name="csY46" fmla="*/ 68412 h 1716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200781" h="171626">
                  <a:moveTo>
                    <a:pt x="111676" y="68412"/>
                  </a:moveTo>
                  <a:lnTo>
                    <a:pt x="91208" y="18406"/>
                  </a:lnTo>
                  <a:cubicBezTo>
                    <a:pt x="90477" y="16396"/>
                    <a:pt x="89990" y="15391"/>
                    <a:pt x="89990" y="15140"/>
                  </a:cubicBezTo>
                  <a:cubicBezTo>
                    <a:pt x="89990" y="13632"/>
                    <a:pt x="94132" y="8858"/>
                    <a:pt x="104366" y="7853"/>
                  </a:cubicBezTo>
                  <a:cubicBezTo>
                    <a:pt x="106803" y="7601"/>
                    <a:pt x="109240" y="7350"/>
                    <a:pt x="109240" y="3078"/>
                  </a:cubicBezTo>
                  <a:cubicBezTo>
                    <a:pt x="109240" y="63"/>
                    <a:pt x="106316" y="63"/>
                    <a:pt x="105585" y="63"/>
                  </a:cubicBezTo>
                  <a:cubicBezTo>
                    <a:pt x="95594" y="63"/>
                    <a:pt x="85117" y="817"/>
                    <a:pt x="74883" y="817"/>
                  </a:cubicBezTo>
                  <a:cubicBezTo>
                    <a:pt x="68791" y="817"/>
                    <a:pt x="53684" y="63"/>
                    <a:pt x="47592" y="63"/>
                  </a:cubicBezTo>
                  <a:cubicBezTo>
                    <a:pt x="46130" y="63"/>
                    <a:pt x="43206" y="63"/>
                    <a:pt x="43206" y="5088"/>
                  </a:cubicBezTo>
                  <a:cubicBezTo>
                    <a:pt x="43206" y="7853"/>
                    <a:pt x="45643" y="7853"/>
                    <a:pt x="48810" y="7853"/>
                  </a:cubicBezTo>
                  <a:cubicBezTo>
                    <a:pt x="63430" y="7853"/>
                    <a:pt x="64892" y="10365"/>
                    <a:pt x="67085" y="15894"/>
                  </a:cubicBezTo>
                  <a:lnTo>
                    <a:pt x="95838" y="86002"/>
                  </a:lnTo>
                  <a:lnTo>
                    <a:pt x="44424" y="143043"/>
                  </a:lnTo>
                  <a:lnTo>
                    <a:pt x="41256" y="145807"/>
                  </a:lnTo>
                  <a:cubicBezTo>
                    <a:pt x="29317" y="159125"/>
                    <a:pt x="17864" y="163146"/>
                    <a:pt x="5437" y="163900"/>
                  </a:cubicBezTo>
                  <a:cubicBezTo>
                    <a:pt x="2270" y="164151"/>
                    <a:pt x="77" y="164151"/>
                    <a:pt x="77" y="168926"/>
                  </a:cubicBezTo>
                  <a:cubicBezTo>
                    <a:pt x="77" y="169177"/>
                    <a:pt x="77" y="171690"/>
                    <a:pt x="3244" y="171690"/>
                  </a:cubicBezTo>
                  <a:cubicBezTo>
                    <a:pt x="10554" y="171690"/>
                    <a:pt x="18595" y="170936"/>
                    <a:pt x="26149" y="170936"/>
                  </a:cubicBezTo>
                  <a:cubicBezTo>
                    <a:pt x="35165" y="170936"/>
                    <a:pt x="44668" y="171690"/>
                    <a:pt x="53440" y="171690"/>
                  </a:cubicBezTo>
                  <a:cubicBezTo>
                    <a:pt x="54902" y="171690"/>
                    <a:pt x="57826" y="171690"/>
                    <a:pt x="57826" y="166664"/>
                  </a:cubicBezTo>
                  <a:cubicBezTo>
                    <a:pt x="57826" y="164151"/>
                    <a:pt x="55389" y="163900"/>
                    <a:pt x="54902" y="163900"/>
                  </a:cubicBezTo>
                  <a:cubicBezTo>
                    <a:pt x="52709" y="163649"/>
                    <a:pt x="45155" y="163146"/>
                    <a:pt x="45155" y="156110"/>
                  </a:cubicBezTo>
                  <a:cubicBezTo>
                    <a:pt x="45155" y="152090"/>
                    <a:pt x="48810" y="148069"/>
                    <a:pt x="51734" y="144802"/>
                  </a:cubicBezTo>
                  <a:lnTo>
                    <a:pt x="76588" y="117664"/>
                  </a:lnTo>
                  <a:lnTo>
                    <a:pt x="98518" y="93038"/>
                  </a:lnTo>
                  <a:lnTo>
                    <a:pt x="123129" y="153095"/>
                  </a:lnTo>
                  <a:cubicBezTo>
                    <a:pt x="124103" y="155859"/>
                    <a:pt x="124347" y="156110"/>
                    <a:pt x="124347" y="156613"/>
                  </a:cubicBezTo>
                  <a:cubicBezTo>
                    <a:pt x="124347" y="158623"/>
                    <a:pt x="119717" y="162895"/>
                    <a:pt x="110214" y="163900"/>
                  </a:cubicBezTo>
                  <a:cubicBezTo>
                    <a:pt x="107534" y="164151"/>
                    <a:pt x="105341" y="164402"/>
                    <a:pt x="105341" y="168674"/>
                  </a:cubicBezTo>
                  <a:cubicBezTo>
                    <a:pt x="105341" y="171690"/>
                    <a:pt x="108021" y="171690"/>
                    <a:pt x="108996" y="171690"/>
                  </a:cubicBezTo>
                  <a:cubicBezTo>
                    <a:pt x="115819" y="171690"/>
                    <a:pt x="132875" y="170936"/>
                    <a:pt x="139698" y="170936"/>
                  </a:cubicBezTo>
                  <a:cubicBezTo>
                    <a:pt x="145790" y="170936"/>
                    <a:pt x="160654" y="171690"/>
                    <a:pt x="166745" y="171690"/>
                  </a:cubicBezTo>
                  <a:cubicBezTo>
                    <a:pt x="168451" y="171690"/>
                    <a:pt x="171375" y="171690"/>
                    <a:pt x="171375" y="166915"/>
                  </a:cubicBezTo>
                  <a:cubicBezTo>
                    <a:pt x="171375" y="163900"/>
                    <a:pt x="168938" y="163900"/>
                    <a:pt x="166989" y="163900"/>
                  </a:cubicBezTo>
                  <a:cubicBezTo>
                    <a:pt x="150663" y="163649"/>
                    <a:pt x="150176" y="162895"/>
                    <a:pt x="146033" y="152843"/>
                  </a:cubicBezTo>
                  <a:cubicBezTo>
                    <a:pt x="136530" y="129474"/>
                    <a:pt x="120205" y="90274"/>
                    <a:pt x="114600" y="75197"/>
                  </a:cubicBezTo>
                  <a:cubicBezTo>
                    <a:pt x="131170" y="57607"/>
                    <a:pt x="156755" y="27704"/>
                    <a:pt x="164552" y="20668"/>
                  </a:cubicBezTo>
                  <a:cubicBezTo>
                    <a:pt x="171619" y="14637"/>
                    <a:pt x="180878" y="8606"/>
                    <a:pt x="195498" y="7853"/>
                  </a:cubicBezTo>
                  <a:cubicBezTo>
                    <a:pt x="198666" y="7601"/>
                    <a:pt x="200859" y="7601"/>
                    <a:pt x="200859" y="2827"/>
                  </a:cubicBezTo>
                  <a:cubicBezTo>
                    <a:pt x="200859" y="2576"/>
                    <a:pt x="200859" y="63"/>
                    <a:pt x="197691" y="63"/>
                  </a:cubicBezTo>
                  <a:cubicBezTo>
                    <a:pt x="190381" y="63"/>
                    <a:pt x="182340" y="817"/>
                    <a:pt x="174786" y="817"/>
                  </a:cubicBezTo>
                  <a:cubicBezTo>
                    <a:pt x="165771" y="817"/>
                    <a:pt x="156511" y="63"/>
                    <a:pt x="147739" y="63"/>
                  </a:cubicBezTo>
                  <a:cubicBezTo>
                    <a:pt x="146277" y="63"/>
                    <a:pt x="143109" y="63"/>
                    <a:pt x="143109" y="5088"/>
                  </a:cubicBezTo>
                  <a:cubicBezTo>
                    <a:pt x="143109" y="6847"/>
                    <a:pt x="144328" y="7601"/>
                    <a:pt x="146033" y="7853"/>
                  </a:cubicBezTo>
                  <a:cubicBezTo>
                    <a:pt x="148226" y="8104"/>
                    <a:pt x="155780" y="8606"/>
                    <a:pt x="155780" y="15642"/>
                  </a:cubicBezTo>
                  <a:cubicBezTo>
                    <a:pt x="155780" y="19160"/>
                    <a:pt x="153100" y="22427"/>
                    <a:pt x="151150" y="24689"/>
                  </a:cubicBezTo>
                  <a:lnTo>
                    <a:pt x="111676" y="68412"/>
                  </a:lnTo>
                  <a:close/>
                </a:path>
              </a:pathLst>
            </a:custGeom>
            <a:grpFill/>
            <a:ln w="24342" cap="flat">
              <a:noFill/>
              <a:prstDash val="solid"/>
              <a:miter/>
            </a:ln>
          </p:spPr>
          <p:txBody>
            <a:bodyPr/>
            <a:lstStyle/>
            <a:p>
              <a:endParaRPr lang="en-GB" noProof="0"/>
            </a:p>
          </p:txBody>
        </p:sp>
      </p:grpSp>
      <p:sp>
        <p:nvSpPr>
          <p:cNvPr id="58" name="Graphic 56" descr="\documentclass{article}&#10;\usepackage{amsmath}&#10;\pagestyle{empty}&#10;\begin{document}&#10;&#10;&#10;$N$&#10;&#10;\end{document}" title="IguanaTex Shape Display">
            <a:extLst>
              <a:ext uri="{FF2B5EF4-FFF2-40B4-BE49-F238E27FC236}">
                <a16:creationId xmlns:a16="http://schemas.microsoft.com/office/drawing/2014/main" id="{92038E4A-D07A-1A69-3A17-A48480846184}"/>
              </a:ext>
            </a:extLst>
          </p:cNvPr>
          <p:cNvSpPr>
            <a:spLocks noChangeAspect="1"/>
          </p:cNvSpPr>
          <p:nvPr>
            <p:custDataLst>
              <p:tags r:id="rId9"/>
            </p:custDataLst>
          </p:nvPr>
        </p:nvSpPr>
        <p:spPr>
          <a:xfrm>
            <a:off x="7721600" y="4445000"/>
            <a:ext cx="238439" cy="186504"/>
          </a:xfrm>
          <a:custGeom>
            <a:avLst/>
            <a:gdLst>
              <a:gd name="csX0" fmla="*/ 203119 w 238439"/>
              <a:gd name="csY0" fmla="*/ 28735 h 186504"/>
              <a:gd name="csX1" fmla="*/ 233702 w 238439"/>
              <a:gd name="csY1" fmla="*/ 8528 h 186504"/>
              <a:gd name="csX2" fmla="*/ 238516 w 238439"/>
              <a:gd name="csY2" fmla="*/ 3066 h 186504"/>
              <a:gd name="csX3" fmla="*/ 234835 w 238439"/>
              <a:gd name="csY3" fmla="*/ 63 h 186504"/>
              <a:gd name="csX4" fmla="*/ 206234 w 238439"/>
              <a:gd name="csY4" fmla="*/ 882 h 186504"/>
              <a:gd name="csX5" fmla="*/ 177349 w 238439"/>
              <a:gd name="csY5" fmla="*/ 63 h 186504"/>
              <a:gd name="csX6" fmla="*/ 172252 w 238439"/>
              <a:gd name="csY6" fmla="*/ 5524 h 186504"/>
              <a:gd name="csX7" fmla="*/ 177349 w 238439"/>
              <a:gd name="csY7" fmla="*/ 8528 h 186504"/>
              <a:gd name="csX8" fmla="*/ 196605 w 238439"/>
              <a:gd name="csY8" fmla="*/ 20543 h 186504"/>
              <a:gd name="csX9" fmla="*/ 195756 w 238439"/>
              <a:gd name="csY9" fmla="*/ 26277 h 186504"/>
              <a:gd name="csX10" fmla="*/ 164039 w 238439"/>
              <a:gd name="csY10" fmla="*/ 147791 h 186504"/>
              <a:gd name="csX11" fmla="*/ 101456 w 238439"/>
              <a:gd name="csY11" fmla="*/ 5251 h 186504"/>
              <a:gd name="csX12" fmla="*/ 92394 w 238439"/>
              <a:gd name="csY12" fmla="*/ 63 h 186504"/>
              <a:gd name="csX13" fmla="*/ 54448 w 238439"/>
              <a:gd name="csY13" fmla="*/ 63 h 186504"/>
              <a:gd name="csX14" fmla="*/ 46235 w 238439"/>
              <a:gd name="csY14" fmla="*/ 5524 h 186504"/>
              <a:gd name="csX15" fmla="*/ 54165 w 238439"/>
              <a:gd name="csY15" fmla="*/ 8528 h 186504"/>
              <a:gd name="csX16" fmla="*/ 73421 w 238439"/>
              <a:gd name="csY16" fmla="*/ 10985 h 186504"/>
              <a:gd name="csX17" fmla="*/ 35475 w 238439"/>
              <a:gd name="csY17" fmla="*/ 157622 h 186504"/>
              <a:gd name="csX18" fmla="*/ 4891 w 238439"/>
              <a:gd name="csY18" fmla="*/ 178102 h 186504"/>
              <a:gd name="csX19" fmla="*/ 77 w 238439"/>
              <a:gd name="csY19" fmla="*/ 183563 h 186504"/>
              <a:gd name="csX20" fmla="*/ 3758 w 238439"/>
              <a:gd name="csY20" fmla="*/ 186567 h 186504"/>
              <a:gd name="csX21" fmla="*/ 32076 w 238439"/>
              <a:gd name="csY21" fmla="*/ 185748 h 186504"/>
              <a:gd name="csX22" fmla="*/ 61244 w 238439"/>
              <a:gd name="csY22" fmla="*/ 186567 h 186504"/>
              <a:gd name="csX23" fmla="*/ 66341 w 238439"/>
              <a:gd name="csY23" fmla="*/ 181106 h 186504"/>
              <a:gd name="csX24" fmla="*/ 60678 w 238439"/>
              <a:gd name="csY24" fmla="*/ 178102 h 186504"/>
              <a:gd name="csX25" fmla="*/ 41988 w 238439"/>
              <a:gd name="csY25" fmla="*/ 166087 h 186504"/>
              <a:gd name="csX26" fmla="*/ 43120 w 238439"/>
              <a:gd name="csY26" fmla="*/ 159806 h 186504"/>
              <a:gd name="csX27" fmla="*/ 80501 w 238439"/>
              <a:gd name="csY27" fmla="*/ 15628 h 186504"/>
              <a:gd name="csX28" fmla="*/ 83049 w 238439"/>
              <a:gd name="csY28" fmla="*/ 20543 h 186504"/>
              <a:gd name="csX29" fmla="*/ 153562 w 238439"/>
              <a:gd name="csY29" fmla="*/ 181379 h 186504"/>
              <a:gd name="csX30" fmla="*/ 158942 w 238439"/>
              <a:gd name="csY30" fmla="*/ 186567 h 186504"/>
              <a:gd name="csX31" fmla="*/ 163473 w 238439"/>
              <a:gd name="csY31" fmla="*/ 180832 h 186504"/>
              <a:gd name="csX32" fmla="*/ 203119 w 238439"/>
              <a:gd name="csY32" fmla="*/ 28735 h 1865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238439" h="186504">
                <a:moveTo>
                  <a:pt x="203119" y="28735"/>
                </a:moveTo>
                <a:cubicBezTo>
                  <a:pt x="205950" y="17812"/>
                  <a:pt x="211048" y="9347"/>
                  <a:pt x="233702" y="8528"/>
                </a:cubicBezTo>
                <a:cubicBezTo>
                  <a:pt x="235118" y="8528"/>
                  <a:pt x="238516" y="8255"/>
                  <a:pt x="238516" y="3066"/>
                </a:cubicBezTo>
                <a:cubicBezTo>
                  <a:pt x="238516" y="2793"/>
                  <a:pt x="238516" y="63"/>
                  <a:pt x="234835" y="63"/>
                </a:cubicBezTo>
                <a:cubicBezTo>
                  <a:pt x="225490" y="63"/>
                  <a:pt x="215579" y="882"/>
                  <a:pt x="206234" y="882"/>
                </a:cubicBezTo>
                <a:cubicBezTo>
                  <a:pt x="196605" y="882"/>
                  <a:pt x="186694" y="63"/>
                  <a:pt x="177349" y="63"/>
                </a:cubicBezTo>
                <a:cubicBezTo>
                  <a:pt x="175650" y="63"/>
                  <a:pt x="172252" y="63"/>
                  <a:pt x="172252" y="5524"/>
                </a:cubicBezTo>
                <a:cubicBezTo>
                  <a:pt x="172252" y="8528"/>
                  <a:pt x="175084" y="8528"/>
                  <a:pt x="177349" y="8528"/>
                </a:cubicBezTo>
                <a:cubicBezTo>
                  <a:pt x="193490" y="8801"/>
                  <a:pt x="196605" y="14535"/>
                  <a:pt x="196605" y="20543"/>
                </a:cubicBezTo>
                <a:cubicBezTo>
                  <a:pt x="196605" y="21362"/>
                  <a:pt x="196039" y="25458"/>
                  <a:pt x="195756" y="26277"/>
                </a:cubicBezTo>
                <a:lnTo>
                  <a:pt x="164039" y="147791"/>
                </a:lnTo>
                <a:lnTo>
                  <a:pt x="101456" y="5251"/>
                </a:lnTo>
                <a:cubicBezTo>
                  <a:pt x="99191" y="336"/>
                  <a:pt x="98907" y="63"/>
                  <a:pt x="92394" y="63"/>
                </a:cubicBezTo>
                <a:lnTo>
                  <a:pt x="54448" y="63"/>
                </a:lnTo>
                <a:cubicBezTo>
                  <a:pt x="48784" y="63"/>
                  <a:pt x="46235" y="63"/>
                  <a:pt x="46235" y="5524"/>
                </a:cubicBezTo>
                <a:cubicBezTo>
                  <a:pt x="46235" y="8528"/>
                  <a:pt x="48784" y="8528"/>
                  <a:pt x="54165" y="8528"/>
                </a:cubicBezTo>
                <a:cubicBezTo>
                  <a:pt x="55580" y="8528"/>
                  <a:pt x="73421" y="8528"/>
                  <a:pt x="73421" y="10985"/>
                </a:cubicBezTo>
                <a:lnTo>
                  <a:pt x="35475" y="157622"/>
                </a:lnTo>
                <a:cubicBezTo>
                  <a:pt x="32643" y="168544"/>
                  <a:pt x="27829" y="177283"/>
                  <a:pt x="4891" y="178102"/>
                </a:cubicBezTo>
                <a:cubicBezTo>
                  <a:pt x="3192" y="178102"/>
                  <a:pt x="77" y="178375"/>
                  <a:pt x="77" y="183563"/>
                </a:cubicBezTo>
                <a:cubicBezTo>
                  <a:pt x="77" y="185475"/>
                  <a:pt x="1493" y="186567"/>
                  <a:pt x="3758" y="186567"/>
                </a:cubicBezTo>
                <a:cubicBezTo>
                  <a:pt x="12820" y="186567"/>
                  <a:pt x="22731" y="185748"/>
                  <a:pt x="32076" y="185748"/>
                </a:cubicBezTo>
                <a:cubicBezTo>
                  <a:pt x="41705" y="185748"/>
                  <a:pt x="51899" y="186567"/>
                  <a:pt x="61244" y="186567"/>
                </a:cubicBezTo>
                <a:cubicBezTo>
                  <a:pt x="62660" y="186567"/>
                  <a:pt x="66341" y="186567"/>
                  <a:pt x="66341" y="181106"/>
                </a:cubicBezTo>
                <a:cubicBezTo>
                  <a:pt x="66341" y="178375"/>
                  <a:pt x="63793" y="178102"/>
                  <a:pt x="60678" y="178102"/>
                </a:cubicBezTo>
                <a:cubicBezTo>
                  <a:pt x="44253" y="177556"/>
                  <a:pt x="41988" y="171548"/>
                  <a:pt x="41988" y="166087"/>
                </a:cubicBezTo>
                <a:cubicBezTo>
                  <a:pt x="41988" y="164175"/>
                  <a:pt x="42271" y="162810"/>
                  <a:pt x="43120" y="159806"/>
                </a:cubicBezTo>
                <a:lnTo>
                  <a:pt x="80501" y="15628"/>
                </a:lnTo>
                <a:cubicBezTo>
                  <a:pt x="81633" y="17266"/>
                  <a:pt x="81633" y="17812"/>
                  <a:pt x="83049" y="20543"/>
                </a:cubicBezTo>
                <a:lnTo>
                  <a:pt x="153562" y="181379"/>
                </a:lnTo>
                <a:cubicBezTo>
                  <a:pt x="155544" y="186021"/>
                  <a:pt x="156393" y="186567"/>
                  <a:pt x="158942" y="186567"/>
                </a:cubicBezTo>
                <a:cubicBezTo>
                  <a:pt x="162057" y="186567"/>
                  <a:pt x="162057" y="185748"/>
                  <a:pt x="163473" y="180832"/>
                </a:cubicBezTo>
                <a:lnTo>
                  <a:pt x="203119" y="28735"/>
                </a:lnTo>
                <a:close/>
              </a:path>
            </a:pathLst>
          </a:custGeom>
          <a:solidFill>
            <a:schemeClr val="bg1"/>
          </a:solidFill>
          <a:ln w="27517" cap="flat">
            <a:noFill/>
            <a:prstDash val="solid"/>
            <a:miter/>
          </a:ln>
        </p:spPr>
        <p:txBody>
          <a:bodyPr/>
          <a:lstStyle/>
          <a:p>
            <a:endParaRPr lang="en-GB" noProof="0"/>
          </a:p>
        </p:txBody>
      </p:sp>
      <p:sp>
        <p:nvSpPr>
          <p:cNvPr id="55" name="Graphic 53" descr="\documentclass{article}&#10;\usepackage{amsmath}&#10;\pagestyle{empty}&#10;\begin{document}&#10;&#10;&#10;$n$&#10;&#10;\end{document}" title="IguanaTex Shape Display">
            <a:extLst>
              <a:ext uri="{FF2B5EF4-FFF2-40B4-BE49-F238E27FC236}">
                <a16:creationId xmlns:a16="http://schemas.microsoft.com/office/drawing/2014/main" id="{B8FDA119-BE15-163E-C143-FB3634327E42}"/>
              </a:ext>
            </a:extLst>
          </p:cNvPr>
          <p:cNvSpPr>
            <a:spLocks noChangeAspect="1"/>
          </p:cNvSpPr>
          <p:nvPr>
            <p:custDataLst>
              <p:tags r:id="rId10"/>
            </p:custDataLst>
          </p:nvPr>
        </p:nvSpPr>
        <p:spPr>
          <a:xfrm>
            <a:off x="5549900" y="4445000"/>
            <a:ext cx="187162" cy="175984"/>
          </a:xfrm>
          <a:custGeom>
            <a:avLst/>
            <a:gdLst>
              <a:gd name="csX0" fmla="*/ 20450 w 187162"/>
              <a:gd name="csY0" fmla="*/ 148853 h 175984"/>
              <a:gd name="csX1" fmla="*/ 17343 w 187162"/>
              <a:gd name="csY1" fmla="*/ 165558 h 175984"/>
              <a:gd name="csX2" fmla="*/ 27357 w 187162"/>
              <a:gd name="csY2" fmla="*/ 176047 h 175984"/>
              <a:gd name="csX3" fmla="*/ 40134 w 187162"/>
              <a:gd name="csY3" fmla="*/ 165169 h 175984"/>
              <a:gd name="csX4" fmla="*/ 46695 w 187162"/>
              <a:gd name="csY4" fmla="*/ 136421 h 175984"/>
              <a:gd name="csX5" fmla="*/ 54292 w 187162"/>
              <a:gd name="csY5" fmla="*/ 101458 h 175984"/>
              <a:gd name="csX6" fmla="*/ 60162 w 187162"/>
              <a:gd name="csY6" fmla="*/ 75429 h 175984"/>
              <a:gd name="csX7" fmla="*/ 64651 w 187162"/>
              <a:gd name="csY7" fmla="*/ 56005 h 175984"/>
              <a:gd name="csX8" fmla="*/ 120938 w 187162"/>
              <a:gd name="csY8" fmla="*/ 8609 h 175984"/>
              <a:gd name="csX9" fmla="*/ 139585 w 187162"/>
              <a:gd name="csY9" fmla="*/ 35803 h 175984"/>
              <a:gd name="csX10" fmla="*/ 117140 w 187162"/>
              <a:gd name="csY10" fmla="*/ 126321 h 175984"/>
              <a:gd name="csX11" fmla="*/ 113686 w 187162"/>
              <a:gd name="csY11" fmla="*/ 144191 h 175984"/>
              <a:gd name="csX12" fmla="*/ 142003 w 187162"/>
              <a:gd name="csY12" fmla="*/ 176047 h 175984"/>
              <a:gd name="csX13" fmla="*/ 187239 w 187162"/>
              <a:gd name="csY13" fmla="*/ 116220 h 175984"/>
              <a:gd name="csX14" fmla="*/ 183095 w 187162"/>
              <a:gd name="csY14" fmla="*/ 112335 h 175984"/>
              <a:gd name="csX15" fmla="*/ 177916 w 187162"/>
              <a:gd name="csY15" fmla="*/ 119328 h 175984"/>
              <a:gd name="csX16" fmla="*/ 142693 w 187162"/>
              <a:gd name="csY16" fmla="*/ 167500 h 175984"/>
              <a:gd name="csX17" fmla="*/ 134406 w 187162"/>
              <a:gd name="csY17" fmla="*/ 154680 h 175984"/>
              <a:gd name="csX18" fmla="*/ 140621 w 187162"/>
              <a:gd name="csY18" fmla="*/ 127098 h 175984"/>
              <a:gd name="csX19" fmla="*/ 161686 w 187162"/>
              <a:gd name="csY19" fmla="*/ 41631 h 175984"/>
              <a:gd name="csX20" fmla="*/ 121974 w 187162"/>
              <a:gd name="csY20" fmla="*/ 63 h 175984"/>
              <a:gd name="csX21" fmla="*/ 68104 w 187162"/>
              <a:gd name="csY21" fmla="*/ 33861 h 175984"/>
              <a:gd name="csX22" fmla="*/ 36335 w 187162"/>
              <a:gd name="csY22" fmla="*/ 63 h 175984"/>
              <a:gd name="csX23" fmla="*/ 10436 w 187162"/>
              <a:gd name="csY23" fmla="*/ 22206 h 175984"/>
              <a:gd name="csX24" fmla="*/ 77 w 187162"/>
              <a:gd name="csY24" fmla="*/ 59890 h 175984"/>
              <a:gd name="csX25" fmla="*/ 4221 w 187162"/>
              <a:gd name="csY25" fmla="*/ 63774 h 175984"/>
              <a:gd name="csX26" fmla="*/ 10091 w 187162"/>
              <a:gd name="csY26" fmla="*/ 54839 h 175984"/>
              <a:gd name="csX27" fmla="*/ 35299 w 187162"/>
              <a:gd name="csY27" fmla="*/ 8609 h 175984"/>
              <a:gd name="csX28" fmla="*/ 46004 w 187162"/>
              <a:gd name="csY28" fmla="*/ 26480 h 175984"/>
              <a:gd name="csX29" fmla="*/ 40479 w 187162"/>
              <a:gd name="csY29" fmla="*/ 59113 h 175984"/>
              <a:gd name="csX30" fmla="*/ 20450 w 187162"/>
              <a:gd name="csY30" fmla="*/ 148853 h 1759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87162" h="175984">
                <a:moveTo>
                  <a:pt x="20450" y="148853"/>
                </a:moveTo>
                <a:cubicBezTo>
                  <a:pt x="19415" y="154680"/>
                  <a:pt x="17343" y="163615"/>
                  <a:pt x="17343" y="165558"/>
                </a:cubicBezTo>
                <a:cubicBezTo>
                  <a:pt x="17343" y="172550"/>
                  <a:pt x="22177" y="176047"/>
                  <a:pt x="27357" y="176047"/>
                </a:cubicBezTo>
                <a:cubicBezTo>
                  <a:pt x="31501" y="176047"/>
                  <a:pt x="37716" y="172939"/>
                  <a:pt x="40134" y="165169"/>
                </a:cubicBezTo>
                <a:cubicBezTo>
                  <a:pt x="40479" y="164392"/>
                  <a:pt x="44623" y="146133"/>
                  <a:pt x="46695" y="136421"/>
                </a:cubicBezTo>
                <a:lnTo>
                  <a:pt x="54292" y="101458"/>
                </a:lnTo>
                <a:cubicBezTo>
                  <a:pt x="56364" y="92911"/>
                  <a:pt x="58436" y="84364"/>
                  <a:pt x="60162" y="75429"/>
                </a:cubicBezTo>
                <a:cubicBezTo>
                  <a:pt x="61543" y="68825"/>
                  <a:pt x="64306" y="57559"/>
                  <a:pt x="64651" y="56005"/>
                </a:cubicBezTo>
                <a:cubicBezTo>
                  <a:pt x="69831" y="43962"/>
                  <a:pt x="88133" y="8609"/>
                  <a:pt x="120938" y="8609"/>
                </a:cubicBezTo>
                <a:cubicBezTo>
                  <a:pt x="136477" y="8609"/>
                  <a:pt x="139585" y="22983"/>
                  <a:pt x="139585" y="35803"/>
                </a:cubicBezTo>
                <a:cubicBezTo>
                  <a:pt x="139585" y="59890"/>
                  <a:pt x="122665" y="109616"/>
                  <a:pt x="117140" y="126321"/>
                </a:cubicBezTo>
                <a:cubicBezTo>
                  <a:pt x="114032" y="135256"/>
                  <a:pt x="113686" y="139918"/>
                  <a:pt x="113686" y="144191"/>
                </a:cubicBezTo>
                <a:cubicBezTo>
                  <a:pt x="113686" y="162450"/>
                  <a:pt x="125773" y="176047"/>
                  <a:pt x="142003" y="176047"/>
                </a:cubicBezTo>
                <a:cubicBezTo>
                  <a:pt x="174462" y="176047"/>
                  <a:pt x="187239" y="119328"/>
                  <a:pt x="187239" y="116220"/>
                </a:cubicBezTo>
                <a:cubicBezTo>
                  <a:pt x="187239" y="112335"/>
                  <a:pt x="184131" y="112335"/>
                  <a:pt x="183095" y="112335"/>
                </a:cubicBezTo>
                <a:cubicBezTo>
                  <a:pt x="179642" y="112335"/>
                  <a:pt x="179642" y="113501"/>
                  <a:pt x="177916" y="119328"/>
                </a:cubicBezTo>
                <a:cubicBezTo>
                  <a:pt x="171009" y="145745"/>
                  <a:pt x="159614" y="167500"/>
                  <a:pt x="142693" y="167500"/>
                </a:cubicBezTo>
                <a:cubicBezTo>
                  <a:pt x="136823" y="167500"/>
                  <a:pt x="134406" y="163615"/>
                  <a:pt x="134406" y="154680"/>
                </a:cubicBezTo>
                <a:cubicBezTo>
                  <a:pt x="134406" y="144968"/>
                  <a:pt x="137513" y="135644"/>
                  <a:pt x="140621" y="127098"/>
                </a:cubicBezTo>
                <a:cubicBezTo>
                  <a:pt x="147182" y="106508"/>
                  <a:pt x="161686" y="63774"/>
                  <a:pt x="161686" y="41631"/>
                </a:cubicBezTo>
                <a:cubicBezTo>
                  <a:pt x="161686" y="15602"/>
                  <a:pt x="146837" y="63"/>
                  <a:pt x="121974" y="63"/>
                </a:cubicBezTo>
                <a:cubicBezTo>
                  <a:pt x="90895" y="63"/>
                  <a:pt x="73975" y="24926"/>
                  <a:pt x="68104" y="33861"/>
                </a:cubicBezTo>
                <a:cubicBezTo>
                  <a:pt x="66378" y="12106"/>
                  <a:pt x="52220" y="63"/>
                  <a:pt x="36335" y="63"/>
                </a:cubicBezTo>
                <a:cubicBezTo>
                  <a:pt x="20451" y="63"/>
                  <a:pt x="13889" y="15214"/>
                  <a:pt x="10436" y="22206"/>
                </a:cubicBezTo>
                <a:cubicBezTo>
                  <a:pt x="4911" y="35415"/>
                  <a:pt x="77" y="58336"/>
                  <a:pt x="77" y="59890"/>
                </a:cubicBezTo>
                <a:cubicBezTo>
                  <a:pt x="77" y="63774"/>
                  <a:pt x="3530" y="63774"/>
                  <a:pt x="4221" y="63774"/>
                </a:cubicBezTo>
                <a:cubicBezTo>
                  <a:pt x="7674" y="63774"/>
                  <a:pt x="8019" y="63386"/>
                  <a:pt x="10091" y="54839"/>
                </a:cubicBezTo>
                <a:cubicBezTo>
                  <a:pt x="15961" y="27257"/>
                  <a:pt x="22868" y="8609"/>
                  <a:pt x="35299" y="8609"/>
                </a:cubicBezTo>
                <a:cubicBezTo>
                  <a:pt x="42206" y="8609"/>
                  <a:pt x="46004" y="13660"/>
                  <a:pt x="46004" y="26480"/>
                </a:cubicBezTo>
                <a:cubicBezTo>
                  <a:pt x="46004" y="34638"/>
                  <a:pt x="44968" y="38911"/>
                  <a:pt x="40479" y="59113"/>
                </a:cubicBezTo>
                <a:lnTo>
                  <a:pt x="20450" y="148853"/>
                </a:lnTo>
                <a:close/>
              </a:path>
            </a:pathLst>
          </a:custGeom>
          <a:solidFill>
            <a:schemeClr val="bg1"/>
          </a:solidFill>
          <a:ln w="33338" cap="flat">
            <a:noFill/>
            <a:prstDash val="solid"/>
            <a:miter/>
          </a:ln>
        </p:spPr>
        <p:txBody>
          <a:bodyPr/>
          <a:lstStyle/>
          <a:p>
            <a:endParaRPr lang="en-GB" noProof="0"/>
          </a:p>
        </p:txBody>
      </p:sp>
      <p:sp>
        <p:nvSpPr>
          <p:cNvPr id="21" name="TextBox 20">
            <a:extLst>
              <a:ext uri="{FF2B5EF4-FFF2-40B4-BE49-F238E27FC236}">
                <a16:creationId xmlns:a16="http://schemas.microsoft.com/office/drawing/2014/main" id="{0247DCB4-3CF6-FB71-B88D-E009F53CC514}"/>
              </a:ext>
            </a:extLst>
          </p:cNvPr>
          <p:cNvSpPr txBox="1"/>
          <p:nvPr/>
        </p:nvSpPr>
        <p:spPr>
          <a:xfrm>
            <a:off x="7086482" y="2380025"/>
            <a:ext cx="1363005" cy="338554"/>
          </a:xfrm>
          <a:prstGeom prst="rect">
            <a:avLst/>
          </a:prstGeom>
          <a:noFill/>
        </p:spPr>
        <p:txBody>
          <a:bodyPr wrap="square">
            <a:spAutoFit/>
          </a:bodyPr>
          <a:lstStyle>
            <a:defPPr>
              <a:defRPr lang="en-US"/>
            </a:defPPr>
            <a:lvl1pPr>
              <a:defRPr sz="1600" b="0"/>
            </a:lvl1pPr>
          </a:lstStyle>
          <a:p>
            <a:r>
              <a:rPr lang="en-GB" b="1" noProof="0">
                <a:solidFill>
                  <a:srgbClr val="FFFF00"/>
                </a:solidFill>
              </a:rPr>
              <a:t>parameters</a:t>
            </a:r>
            <a:endParaRPr lang="en-GB" noProof="0">
              <a:solidFill>
                <a:srgbClr val="FFFF00"/>
              </a:solidFill>
            </a:endParaRPr>
          </a:p>
        </p:txBody>
      </p:sp>
      <p:sp>
        <p:nvSpPr>
          <p:cNvPr id="23" name="TextBox 22">
            <a:extLst>
              <a:ext uri="{FF2B5EF4-FFF2-40B4-BE49-F238E27FC236}">
                <a16:creationId xmlns:a16="http://schemas.microsoft.com/office/drawing/2014/main" id="{00DECE54-A895-B11A-B301-8AF5F1A62C90}"/>
              </a:ext>
            </a:extLst>
          </p:cNvPr>
          <p:cNvSpPr txBox="1"/>
          <p:nvPr/>
        </p:nvSpPr>
        <p:spPr>
          <a:xfrm>
            <a:off x="5152789" y="2368446"/>
            <a:ext cx="1363005" cy="338554"/>
          </a:xfrm>
          <a:prstGeom prst="rect">
            <a:avLst/>
          </a:prstGeom>
          <a:noFill/>
        </p:spPr>
        <p:txBody>
          <a:bodyPr wrap="square">
            <a:spAutoFit/>
          </a:bodyPr>
          <a:lstStyle>
            <a:defPPr>
              <a:defRPr lang="en-US"/>
            </a:defPPr>
            <a:lvl1pPr>
              <a:defRPr sz="1600" b="0"/>
            </a:lvl1pPr>
          </a:lstStyle>
          <a:p>
            <a:r>
              <a:rPr lang="en-GB" b="1" noProof="0">
                <a:solidFill>
                  <a:srgbClr val="FFFF00"/>
                </a:solidFill>
              </a:rPr>
              <a:t>indicators</a:t>
            </a:r>
            <a:endParaRPr lang="en-GB" noProof="0">
              <a:solidFill>
                <a:srgbClr val="FFFF00"/>
              </a:solidFill>
            </a:endParaRPr>
          </a:p>
        </p:txBody>
      </p:sp>
    </p:spTree>
    <p:extLst>
      <p:ext uri="{BB962C8B-B14F-4D97-AF65-F5344CB8AC3E}">
        <p14:creationId xmlns:p14="http://schemas.microsoft.com/office/powerpoint/2010/main" val="35723400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13F8099E-17EB-FE77-9401-7EE9DB7D8F5E}"/>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70FF88A5-7AB7-4FF4-5C4A-3B713F9DB53A}"/>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Quantitative designs</a:t>
            </a:r>
          </a:p>
        </p:txBody>
      </p:sp>
      <p:sp>
        <p:nvSpPr>
          <p:cNvPr id="17" name="Rectangle: Rounded Corners 16">
            <a:extLst>
              <a:ext uri="{FF2B5EF4-FFF2-40B4-BE49-F238E27FC236}">
                <a16:creationId xmlns:a16="http://schemas.microsoft.com/office/drawing/2014/main" id="{E8803509-6BAF-D58D-114C-217B4399D40B}"/>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 name="Slide Number Placeholder 5">
            <a:extLst>
              <a:ext uri="{FF2B5EF4-FFF2-40B4-BE49-F238E27FC236}">
                <a16:creationId xmlns:a16="http://schemas.microsoft.com/office/drawing/2014/main" id="{B0916DFD-7DD7-2FC8-539D-3B114A3AB5C2}"/>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F96F20B0-4D30-D228-06F4-53CB638DDE3C}"/>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 name="TextBox 2">
            <a:extLst>
              <a:ext uri="{FF2B5EF4-FFF2-40B4-BE49-F238E27FC236}">
                <a16:creationId xmlns:a16="http://schemas.microsoft.com/office/drawing/2014/main" id="{92B2819B-147C-CDAE-2AAE-1D13448559C4}"/>
              </a:ext>
            </a:extLst>
          </p:cNvPr>
          <p:cNvSpPr txBox="1"/>
          <p:nvPr/>
        </p:nvSpPr>
        <p:spPr>
          <a:xfrm>
            <a:off x="5677263" y="3092491"/>
            <a:ext cx="4260692" cy="600164"/>
          </a:xfrm>
          <a:prstGeom prst="rect">
            <a:avLst/>
          </a:prstGeom>
          <a:noFill/>
        </p:spPr>
        <p:txBody>
          <a:bodyPr wrap="square">
            <a:spAutoFit/>
          </a:bodyPr>
          <a:lstStyle/>
          <a:p>
            <a:r>
              <a:rPr lang="en-GB" sz="1100" noProof="0">
                <a:solidFill>
                  <a:schemeClr val="bg1"/>
                </a:solidFill>
              </a:rPr>
              <a:t>How can we determine </a:t>
            </a:r>
            <a:r>
              <a:rPr lang="en-GB" sz="1100" b="1" noProof="0">
                <a:solidFill>
                  <a:schemeClr val="bg1"/>
                </a:solidFill>
                <a:highlight>
                  <a:srgbClr val="000000"/>
                </a:highlight>
              </a:rPr>
              <a:t>whether statistical results constitute solid evidence</a:t>
            </a:r>
            <a:r>
              <a:rPr lang="en-GB" sz="1100" noProof="0">
                <a:solidFill>
                  <a:schemeClr val="bg1"/>
                </a:solidFill>
              </a:rPr>
              <a:t>, or whether they are little more than outcomes unlikely to be replicated in another sample?</a:t>
            </a:r>
          </a:p>
        </p:txBody>
      </p:sp>
      <p:sp>
        <p:nvSpPr>
          <p:cNvPr id="4" name="TextBox 3">
            <a:extLst>
              <a:ext uri="{FF2B5EF4-FFF2-40B4-BE49-F238E27FC236}">
                <a16:creationId xmlns:a16="http://schemas.microsoft.com/office/drawing/2014/main" id="{7C4DE904-77DA-BAFA-6FA9-F929A5331578}"/>
              </a:ext>
            </a:extLst>
          </p:cNvPr>
          <p:cNvSpPr txBox="1"/>
          <p:nvPr/>
        </p:nvSpPr>
        <p:spPr>
          <a:xfrm>
            <a:off x="5677263" y="3747496"/>
            <a:ext cx="4434538" cy="261610"/>
          </a:xfrm>
          <a:prstGeom prst="rect">
            <a:avLst/>
          </a:prstGeom>
          <a:noFill/>
        </p:spPr>
        <p:txBody>
          <a:bodyPr wrap="square">
            <a:spAutoFit/>
          </a:bodyPr>
          <a:lstStyle>
            <a:defPPr>
              <a:defRPr lang="en-US"/>
            </a:defPPr>
            <a:lvl1pPr>
              <a:defRPr>
                <a:solidFill>
                  <a:schemeClr val="bg1"/>
                </a:solidFill>
              </a:defRPr>
            </a:lvl1pPr>
          </a:lstStyle>
          <a:p>
            <a:r>
              <a:rPr lang="en-GB" sz="1100" noProof="0"/>
              <a:t>What level of variability should we expect across samples? </a:t>
            </a:r>
          </a:p>
        </p:txBody>
      </p:sp>
      <p:sp>
        <p:nvSpPr>
          <p:cNvPr id="5" name="Oval 4">
            <a:extLst>
              <a:ext uri="{FF2B5EF4-FFF2-40B4-BE49-F238E27FC236}">
                <a16:creationId xmlns:a16="http://schemas.microsoft.com/office/drawing/2014/main" id="{0935179A-39BD-EAAC-E36D-96EF30FEDAD9}"/>
              </a:ext>
            </a:extLst>
          </p:cNvPr>
          <p:cNvSpPr/>
          <p:nvPr/>
        </p:nvSpPr>
        <p:spPr>
          <a:xfrm>
            <a:off x="2403743" y="2387669"/>
            <a:ext cx="3068983" cy="306898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6" name="Picture 5">
            <a:extLst>
              <a:ext uri="{FF2B5EF4-FFF2-40B4-BE49-F238E27FC236}">
                <a16:creationId xmlns:a16="http://schemas.microsoft.com/office/drawing/2014/main" id="{0880CF1C-2766-E650-7BB6-5365B09E4239}"/>
              </a:ext>
            </a:extLst>
          </p:cNvPr>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3854188" y="2578747"/>
            <a:ext cx="168091" cy="155691"/>
          </a:xfrm>
          <a:prstGeom prst="rect">
            <a:avLst/>
          </a:prstGeom>
        </p:spPr>
      </p:pic>
      <p:grpSp>
        <p:nvGrpSpPr>
          <p:cNvPr id="8" name="Group 7">
            <a:extLst>
              <a:ext uri="{FF2B5EF4-FFF2-40B4-BE49-F238E27FC236}">
                <a16:creationId xmlns:a16="http://schemas.microsoft.com/office/drawing/2014/main" id="{41447F56-0682-04DF-A4F7-D7B798445BAB}"/>
              </a:ext>
            </a:extLst>
          </p:cNvPr>
          <p:cNvGrpSpPr/>
          <p:nvPr/>
        </p:nvGrpSpPr>
        <p:grpSpPr>
          <a:xfrm>
            <a:off x="2469444" y="3106759"/>
            <a:ext cx="1021404" cy="1021404"/>
            <a:chOff x="909536" y="3658880"/>
            <a:chExt cx="1021404" cy="1021404"/>
          </a:xfrm>
        </p:grpSpPr>
        <p:sp>
          <p:nvSpPr>
            <p:cNvPr id="9" name="Oval 8">
              <a:extLst>
                <a:ext uri="{FF2B5EF4-FFF2-40B4-BE49-F238E27FC236}">
                  <a16:creationId xmlns:a16="http://schemas.microsoft.com/office/drawing/2014/main" id="{4D1391B8-6EB6-D1CF-68D3-DF06CB1F4DAB}"/>
                </a:ext>
              </a:extLst>
            </p:cNvPr>
            <p:cNvSpPr/>
            <p:nvPr/>
          </p:nvSpPr>
          <p:spPr>
            <a:xfrm>
              <a:off x="909536" y="3658880"/>
              <a:ext cx="1021404" cy="1021404"/>
            </a:xfrm>
            <a:prstGeom prst="ellipse">
              <a:avLst/>
            </a:prstGeom>
            <a:solidFill>
              <a:srgbClr val="0E2841">
                <a:alpha val="40000"/>
              </a:srgb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B" noProof="0"/>
            </a:p>
          </p:txBody>
        </p:sp>
        <p:pic>
          <p:nvPicPr>
            <p:cNvPr id="10" name="Picture 9">
              <a:extLst>
                <a:ext uri="{FF2B5EF4-FFF2-40B4-BE49-F238E27FC236}">
                  <a16:creationId xmlns:a16="http://schemas.microsoft.com/office/drawing/2014/main" id="{237D837E-3493-9704-ECB2-DBEEE85BD059}"/>
                </a:ext>
              </a:extLst>
            </p:cNvPr>
            <p:cNvPicPr>
              <a:picLocks noChangeAspect="1"/>
            </p:cNvPicPr>
            <p:nvPr>
              <p:custDataLst>
                <p:tags r:id="rId8"/>
              </p:custDataLst>
            </p:nvPr>
          </p:nvPicPr>
          <p:blipFill>
            <a:blip r:embed="rId11" cstate="print">
              <a:extLst>
                <a:ext uri="{28A0092B-C50C-407E-A947-70E740481C1C}">
                  <a14:useLocalDpi xmlns:a14="http://schemas.microsoft.com/office/drawing/2010/main" val="0"/>
                </a:ext>
              </a:extLst>
            </a:blip>
            <a:stretch>
              <a:fillRect/>
            </a:stretch>
          </p:blipFill>
          <p:spPr>
            <a:xfrm>
              <a:off x="1297183" y="4082915"/>
              <a:ext cx="201158" cy="190136"/>
            </a:xfrm>
            <a:prstGeom prst="rect">
              <a:avLst/>
            </a:prstGeom>
          </p:spPr>
        </p:pic>
      </p:grpSp>
      <p:grpSp>
        <p:nvGrpSpPr>
          <p:cNvPr id="11" name="Group 10">
            <a:extLst>
              <a:ext uri="{FF2B5EF4-FFF2-40B4-BE49-F238E27FC236}">
                <a16:creationId xmlns:a16="http://schemas.microsoft.com/office/drawing/2014/main" id="{9A46120D-2BBB-3138-8B44-0BDEC2FC2E49}"/>
              </a:ext>
            </a:extLst>
          </p:cNvPr>
          <p:cNvGrpSpPr/>
          <p:nvPr/>
        </p:nvGrpSpPr>
        <p:grpSpPr>
          <a:xfrm>
            <a:off x="2669703" y="4078089"/>
            <a:ext cx="1021404" cy="1021404"/>
            <a:chOff x="1109795" y="4630210"/>
            <a:chExt cx="1021404" cy="1021404"/>
          </a:xfrm>
        </p:grpSpPr>
        <p:sp>
          <p:nvSpPr>
            <p:cNvPr id="12" name="Oval 11">
              <a:extLst>
                <a:ext uri="{FF2B5EF4-FFF2-40B4-BE49-F238E27FC236}">
                  <a16:creationId xmlns:a16="http://schemas.microsoft.com/office/drawing/2014/main" id="{4D3962C2-87A8-4DB4-5AA4-C0D6915A4A35}"/>
                </a:ext>
              </a:extLst>
            </p:cNvPr>
            <p:cNvSpPr/>
            <p:nvPr/>
          </p:nvSpPr>
          <p:spPr>
            <a:xfrm>
              <a:off x="1109795" y="4630210"/>
              <a:ext cx="1021404" cy="1021404"/>
            </a:xfrm>
            <a:prstGeom prst="ellipse">
              <a:avLst/>
            </a:prstGeom>
            <a:solidFill>
              <a:schemeClr val="accent4">
                <a:alpha val="40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B" noProof="0"/>
            </a:p>
          </p:txBody>
        </p:sp>
        <p:pic>
          <p:nvPicPr>
            <p:cNvPr id="13" name="Picture 12">
              <a:extLst>
                <a:ext uri="{FF2B5EF4-FFF2-40B4-BE49-F238E27FC236}">
                  <a16:creationId xmlns:a16="http://schemas.microsoft.com/office/drawing/2014/main" id="{B79CF6C3-43D9-0B08-A6CA-FF880C19E193}"/>
                </a:ext>
              </a:extLst>
            </p:cNvPr>
            <p:cNvPicPr>
              <a:picLocks noChangeAspect="1"/>
            </p:cNvPicPr>
            <p:nvPr>
              <p:custDataLst>
                <p:tags r:id="rId7"/>
              </p:custDataLst>
            </p:nvPr>
          </p:nvPicPr>
          <p:blipFill>
            <a:blip r:embed="rId12" cstate="print">
              <a:extLst>
                <a:ext uri="{28A0092B-C50C-407E-A947-70E740481C1C}">
                  <a14:useLocalDpi xmlns:a14="http://schemas.microsoft.com/office/drawing/2010/main" val="0"/>
                </a:ext>
              </a:extLst>
            </a:blip>
            <a:stretch>
              <a:fillRect/>
            </a:stretch>
          </p:blipFill>
          <p:spPr>
            <a:xfrm>
              <a:off x="1470856" y="5095434"/>
              <a:ext cx="208047" cy="192891"/>
            </a:xfrm>
            <a:prstGeom prst="rect">
              <a:avLst/>
            </a:prstGeom>
          </p:spPr>
        </p:pic>
      </p:grpSp>
      <p:grpSp>
        <p:nvGrpSpPr>
          <p:cNvPr id="14" name="Group 13">
            <a:extLst>
              <a:ext uri="{FF2B5EF4-FFF2-40B4-BE49-F238E27FC236}">
                <a16:creationId xmlns:a16="http://schemas.microsoft.com/office/drawing/2014/main" id="{81078DFC-3DC5-FBF2-2710-1D1874D35268}"/>
              </a:ext>
            </a:extLst>
          </p:cNvPr>
          <p:cNvGrpSpPr/>
          <p:nvPr/>
        </p:nvGrpSpPr>
        <p:grpSpPr>
          <a:xfrm>
            <a:off x="3313279" y="2855387"/>
            <a:ext cx="1021404" cy="1021404"/>
            <a:chOff x="1753371" y="3407508"/>
            <a:chExt cx="1021404" cy="1021404"/>
          </a:xfrm>
        </p:grpSpPr>
        <p:sp>
          <p:nvSpPr>
            <p:cNvPr id="15" name="Oval 14">
              <a:extLst>
                <a:ext uri="{FF2B5EF4-FFF2-40B4-BE49-F238E27FC236}">
                  <a16:creationId xmlns:a16="http://schemas.microsoft.com/office/drawing/2014/main" id="{3EB35335-A308-8631-B479-49C9EE0D09DD}"/>
                </a:ext>
              </a:extLst>
            </p:cNvPr>
            <p:cNvSpPr/>
            <p:nvPr/>
          </p:nvSpPr>
          <p:spPr>
            <a:xfrm>
              <a:off x="1753371" y="3407508"/>
              <a:ext cx="1021404" cy="1021404"/>
            </a:xfrm>
            <a:prstGeom prst="ellipse">
              <a:avLst/>
            </a:prstGeom>
            <a:solidFill>
              <a:schemeClr val="accent6">
                <a:lumMod val="75000"/>
                <a:alpha val="40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B" noProof="0"/>
            </a:p>
          </p:txBody>
        </p:sp>
        <p:pic>
          <p:nvPicPr>
            <p:cNvPr id="16" name="Picture 15">
              <a:extLst>
                <a:ext uri="{FF2B5EF4-FFF2-40B4-BE49-F238E27FC236}">
                  <a16:creationId xmlns:a16="http://schemas.microsoft.com/office/drawing/2014/main" id="{935791A2-2C2D-980B-F4C7-C0434F4FDF1E}"/>
                </a:ext>
              </a:extLst>
            </p:cNvPr>
            <p:cNvPicPr>
              <a:picLocks noChangeAspect="1"/>
            </p:cNvPicPr>
            <p:nvPr>
              <p:custDataLst>
                <p:tags r:id="rId6"/>
              </p:custDataLst>
            </p:nvPr>
          </p:nvPicPr>
          <p:blipFill>
            <a:blip r:embed="rId13" cstate="print">
              <a:extLst>
                <a:ext uri="{28A0092B-C50C-407E-A947-70E740481C1C}">
                  <a14:useLocalDpi xmlns:a14="http://schemas.microsoft.com/office/drawing/2010/main" val="0"/>
                </a:ext>
              </a:extLst>
            </a:blip>
            <a:stretch>
              <a:fillRect/>
            </a:stretch>
          </p:blipFill>
          <p:spPr>
            <a:xfrm>
              <a:off x="2163494" y="3845017"/>
              <a:ext cx="210803" cy="190136"/>
            </a:xfrm>
            <a:prstGeom prst="rect">
              <a:avLst/>
            </a:prstGeom>
          </p:spPr>
        </p:pic>
      </p:grpSp>
      <p:grpSp>
        <p:nvGrpSpPr>
          <p:cNvPr id="18" name="Group 17">
            <a:extLst>
              <a:ext uri="{FF2B5EF4-FFF2-40B4-BE49-F238E27FC236}">
                <a16:creationId xmlns:a16="http://schemas.microsoft.com/office/drawing/2014/main" id="{8F53B2DB-5EE2-E10F-E16D-CBA10AD97106}"/>
              </a:ext>
            </a:extLst>
          </p:cNvPr>
          <p:cNvGrpSpPr/>
          <p:nvPr/>
        </p:nvGrpSpPr>
        <p:grpSpPr>
          <a:xfrm>
            <a:off x="4022279" y="3296394"/>
            <a:ext cx="1425425" cy="1425425"/>
            <a:chOff x="2462371" y="3848515"/>
            <a:chExt cx="1425425" cy="1425425"/>
          </a:xfrm>
        </p:grpSpPr>
        <p:sp>
          <p:nvSpPr>
            <p:cNvPr id="19" name="Oval 18">
              <a:extLst>
                <a:ext uri="{FF2B5EF4-FFF2-40B4-BE49-F238E27FC236}">
                  <a16:creationId xmlns:a16="http://schemas.microsoft.com/office/drawing/2014/main" id="{FE7342ED-B986-8325-38D1-CDDB9FAAFEB4}"/>
                </a:ext>
              </a:extLst>
            </p:cNvPr>
            <p:cNvSpPr/>
            <p:nvPr/>
          </p:nvSpPr>
          <p:spPr>
            <a:xfrm>
              <a:off x="2462371" y="3848515"/>
              <a:ext cx="1425425" cy="1425425"/>
            </a:xfrm>
            <a:prstGeom prst="ellipse">
              <a:avLst/>
            </a:prstGeom>
            <a:solidFill>
              <a:schemeClr val="accent2">
                <a:lumMod val="50000"/>
                <a:alpha val="40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B" noProof="0"/>
            </a:p>
          </p:txBody>
        </p:sp>
        <p:pic>
          <p:nvPicPr>
            <p:cNvPr id="20" name="Picture 19">
              <a:extLst>
                <a:ext uri="{FF2B5EF4-FFF2-40B4-BE49-F238E27FC236}">
                  <a16:creationId xmlns:a16="http://schemas.microsoft.com/office/drawing/2014/main" id="{CE642B72-B7D7-5BE9-FA0A-7944E3D5A732}"/>
                </a:ext>
              </a:extLst>
            </p:cNvPr>
            <p:cNvPicPr>
              <a:picLocks noChangeAspect="1"/>
            </p:cNvPicPr>
            <p:nvPr>
              <p:custDataLst>
                <p:tags r:id="rId5"/>
              </p:custDataLst>
            </p:nvPr>
          </p:nvPicPr>
          <p:blipFill>
            <a:blip r:embed="rId14" cstate="print">
              <a:extLst>
                <a:ext uri="{28A0092B-C50C-407E-A947-70E740481C1C}">
                  <a14:useLocalDpi xmlns:a14="http://schemas.microsoft.com/office/drawing/2010/main" val="0"/>
                </a:ext>
              </a:extLst>
            </a:blip>
            <a:stretch>
              <a:fillRect/>
            </a:stretch>
          </p:blipFill>
          <p:spPr>
            <a:xfrm>
              <a:off x="3094183" y="4474281"/>
              <a:ext cx="206669" cy="192891"/>
            </a:xfrm>
            <a:prstGeom prst="rect">
              <a:avLst/>
            </a:prstGeom>
          </p:spPr>
        </p:pic>
      </p:grpSp>
      <p:grpSp>
        <p:nvGrpSpPr>
          <p:cNvPr id="22" name="Group 21">
            <a:extLst>
              <a:ext uri="{FF2B5EF4-FFF2-40B4-BE49-F238E27FC236}">
                <a16:creationId xmlns:a16="http://schemas.microsoft.com/office/drawing/2014/main" id="{9F6BF014-39FD-2C0F-6BA0-699AFD338831}"/>
              </a:ext>
            </a:extLst>
          </p:cNvPr>
          <p:cNvGrpSpPr/>
          <p:nvPr/>
        </p:nvGrpSpPr>
        <p:grpSpPr>
          <a:xfrm>
            <a:off x="4068161" y="2591877"/>
            <a:ext cx="930534" cy="930534"/>
            <a:chOff x="2508253" y="3143998"/>
            <a:chExt cx="930534" cy="930534"/>
          </a:xfrm>
        </p:grpSpPr>
        <p:sp>
          <p:nvSpPr>
            <p:cNvPr id="24" name="Oval 23">
              <a:extLst>
                <a:ext uri="{FF2B5EF4-FFF2-40B4-BE49-F238E27FC236}">
                  <a16:creationId xmlns:a16="http://schemas.microsoft.com/office/drawing/2014/main" id="{C8097082-BFCC-4030-F350-CDD47B79BAD1}"/>
                </a:ext>
              </a:extLst>
            </p:cNvPr>
            <p:cNvSpPr/>
            <p:nvPr/>
          </p:nvSpPr>
          <p:spPr>
            <a:xfrm>
              <a:off x="2508253" y="3143998"/>
              <a:ext cx="930534" cy="930534"/>
            </a:xfrm>
            <a:prstGeom prst="ellipse">
              <a:avLst/>
            </a:prstGeom>
            <a:solidFill>
              <a:srgbClr val="0E2841">
                <a:alpha val="40000"/>
              </a:srgb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B" noProof="0"/>
            </a:p>
          </p:txBody>
        </p:sp>
        <p:pic>
          <p:nvPicPr>
            <p:cNvPr id="25" name="Picture 24">
              <a:extLst>
                <a:ext uri="{FF2B5EF4-FFF2-40B4-BE49-F238E27FC236}">
                  <a16:creationId xmlns:a16="http://schemas.microsoft.com/office/drawing/2014/main" id="{16D6DB33-BF0B-44CE-088B-ACAE32208ED6}"/>
                </a:ext>
              </a:extLst>
            </p:cNvPr>
            <p:cNvPicPr>
              <a:picLocks noChangeAspect="1"/>
            </p:cNvPicPr>
            <p:nvPr>
              <p:custDataLst>
                <p:tags r:id="rId4"/>
              </p:custDataLst>
            </p:nvPr>
          </p:nvPicPr>
          <p:blipFill>
            <a:blip r:embed="rId15" cstate="print">
              <a:extLst>
                <a:ext uri="{28A0092B-C50C-407E-A947-70E740481C1C}">
                  <a14:useLocalDpi xmlns:a14="http://schemas.microsoft.com/office/drawing/2010/main" val="0"/>
                </a:ext>
              </a:extLst>
            </a:blip>
            <a:stretch>
              <a:fillRect/>
            </a:stretch>
          </p:blipFill>
          <p:spPr>
            <a:xfrm>
              <a:off x="2889027" y="3519898"/>
              <a:ext cx="213558" cy="192891"/>
            </a:xfrm>
            <a:prstGeom prst="rect">
              <a:avLst/>
            </a:prstGeom>
          </p:spPr>
        </p:pic>
      </p:grpSp>
      <p:grpSp>
        <p:nvGrpSpPr>
          <p:cNvPr id="26" name="Group 25">
            <a:extLst>
              <a:ext uri="{FF2B5EF4-FFF2-40B4-BE49-F238E27FC236}">
                <a16:creationId xmlns:a16="http://schemas.microsoft.com/office/drawing/2014/main" id="{408B0967-C5B4-969F-8B0A-AF47C0792B07}"/>
              </a:ext>
            </a:extLst>
          </p:cNvPr>
          <p:cNvGrpSpPr/>
          <p:nvPr/>
        </p:nvGrpSpPr>
        <p:grpSpPr>
          <a:xfrm>
            <a:off x="3004377" y="3677770"/>
            <a:ext cx="1021404" cy="1021404"/>
            <a:chOff x="1444469" y="4229891"/>
            <a:chExt cx="1021404" cy="1021404"/>
          </a:xfrm>
        </p:grpSpPr>
        <p:sp>
          <p:nvSpPr>
            <p:cNvPr id="27" name="Oval 26">
              <a:extLst>
                <a:ext uri="{FF2B5EF4-FFF2-40B4-BE49-F238E27FC236}">
                  <a16:creationId xmlns:a16="http://schemas.microsoft.com/office/drawing/2014/main" id="{5039AEAC-EDA4-4A26-F4B9-13F6C0300D75}"/>
                </a:ext>
              </a:extLst>
            </p:cNvPr>
            <p:cNvSpPr/>
            <p:nvPr/>
          </p:nvSpPr>
          <p:spPr>
            <a:xfrm>
              <a:off x="1444469" y="4229891"/>
              <a:ext cx="1021404" cy="1021404"/>
            </a:xfrm>
            <a:prstGeom prst="ellipse">
              <a:avLst/>
            </a:prstGeom>
            <a:solidFill>
              <a:srgbClr val="0E2841">
                <a:alpha val="40000"/>
              </a:srgb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B" noProof="0"/>
            </a:p>
          </p:txBody>
        </p:sp>
        <p:pic>
          <p:nvPicPr>
            <p:cNvPr id="28" name="Picture 27">
              <a:extLst>
                <a:ext uri="{FF2B5EF4-FFF2-40B4-BE49-F238E27FC236}">
                  <a16:creationId xmlns:a16="http://schemas.microsoft.com/office/drawing/2014/main" id="{14DFFDA8-1391-F154-DC5A-EB928327ECCE}"/>
                </a:ext>
              </a:extLst>
            </p:cNvPr>
            <p:cNvPicPr>
              <a:picLocks noChangeAspect="1"/>
            </p:cNvPicPr>
            <p:nvPr>
              <p:custDataLst>
                <p:tags r:id="rId3"/>
              </p:custDataLst>
            </p:nvPr>
          </p:nvPicPr>
          <p:blipFill>
            <a:blip r:embed="rId16" cstate="print">
              <a:extLst>
                <a:ext uri="{28A0092B-C50C-407E-A947-70E740481C1C}">
                  <a14:useLocalDpi xmlns:a14="http://schemas.microsoft.com/office/drawing/2010/main" val="0"/>
                </a:ext>
              </a:extLst>
            </a:blip>
            <a:stretch>
              <a:fillRect/>
            </a:stretch>
          </p:blipFill>
          <p:spPr>
            <a:xfrm>
              <a:off x="1927164" y="4660708"/>
              <a:ext cx="208047" cy="192891"/>
            </a:xfrm>
            <a:prstGeom prst="rect">
              <a:avLst/>
            </a:prstGeom>
          </p:spPr>
        </p:pic>
      </p:grpSp>
      <p:grpSp>
        <p:nvGrpSpPr>
          <p:cNvPr id="29" name="Group 28">
            <a:extLst>
              <a:ext uri="{FF2B5EF4-FFF2-40B4-BE49-F238E27FC236}">
                <a16:creationId xmlns:a16="http://schemas.microsoft.com/office/drawing/2014/main" id="{3F8659C5-04F2-46BB-B02D-DEFB9E11B88D}"/>
              </a:ext>
            </a:extLst>
          </p:cNvPr>
          <p:cNvGrpSpPr/>
          <p:nvPr/>
        </p:nvGrpSpPr>
        <p:grpSpPr>
          <a:xfrm>
            <a:off x="3427531" y="4435249"/>
            <a:ext cx="1021404" cy="1021404"/>
            <a:chOff x="1867623" y="4987370"/>
            <a:chExt cx="1021404" cy="1021404"/>
          </a:xfrm>
        </p:grpSpPr>
        <p:sp>
          <p:nvSpPr>
            <p:cNvPr id="30" name="Oval 29">
              <a:extLst>
                <a:ext uri="{FF2B5EF4-FFF2-40B4-BE49-F238E27FC236}">
                  <a16:creationId xmlns:a16="http://schemas.microsoft.com/office/drawing/2014/main" id="{E4339270-2F22-7CB2-1AF1-4AED2F85D536}"/>
                </a:ext>
              </a:extLst>
            </p:cNvPr>
            <p:cNvSpPr/>
            <p:nvPr/>
          </p:nvSpPr>
          <p:spPr>
            <a:xfrm>
              <a:off x="1867623" y="4987370"/>
              <a:ext cx="1021404" cy="1021404"/>
            </a:xfrm>
            <a:prstGeom prst="ellipse">
              <a:avLst/>
            </a:prstGeom>
            <a:solidFill>
              <a:schemeClr val="tx2">
                <a:lumMod val="75000"/>
                <a:lumOff val="25000"/>
                <a:alpha val="40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B" noProof="0"/>
            </a:p>
          </p:txBody>
        </p:sp>
        <p:pic>
          <p:nvPicPr>
            <p:cNvPr id="31" name="Picture 30">
              <a:extLst>
                <a:ext uri="{FF2B5EF4-FFF2-40B4-BE49-F238E27FC236}">
                  <a16:creationId xmlns:a16="http://schemas.microsoft.com/office/drawing/2014/main" id="{EDC0CF70-87AE-A1AA-5ABC-731EC8965D89}"/>
                </a:ext>
              </a:extLst>
            </p:cNvPr>
            <p:cNvPicPr>
              <a:picLocks noChangeAspect="1"/>
            </p:cNvPicPr>
            <p:nvPr>
              <p:custDataLst>
                <p:tags r:id="rId2"/>
              </p:custDataLst>
            </p:nvPr>
          </p:nvPicPr>
          <p:blipFill>
            <a:blip r:embed="rId17" cstate="print">
              <a:extLst>
                <a:ext uri="{28A0092B-C50C-407E-A947-70E740481C1C}">
                  <a14:useLocalDpi xmlns:a14="http://schemas.microsoft.com/office/drawing/2010/main" val="0"/>
                </a:ext>
              </a:extLst>
            </a:blip>
            <a:stretch>
              <a:fillRect/>
            </a:stretch>
          </p:blipFill>
          <p:spPr>
            <a:xfrm>
              <a:off x="2270962" y="5451220"/>
              <a:ext cx="206669" cy="190136"/>
            </a:xfrm>
            <a:prstGeom prst="rect">
              <a:avLst/>
            </a:prstGeom>
          </p:spPr>
        </p:pic>
      </p:grpSp>
    </p:spTree>
    <p:extLst>
      <p:ext uri="{BB962C8B-B14F-4D97-AF65-F5344CB8AC3E}">
        <p14:creationId xmlns:p14="http://schemas.microsoft.com/office/powerpoint/2010/main" val="11180200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par>
                                <p:cTn id="29" presetID="10"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fade">
                                      <p:cBhvr>
                                        <p:cTn id="39" dur="500"/>
                                        <p:tgtEl>
                                          <p:spTgt spid="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A835EDD5-A8B7-673D-8AE7-DEC8731EE7D4}"/>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CC2BB8A0-3074-5CF7-D329-45FB4369F697}"/>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Quantitative designs</a:t>
            </a:r>
          </a:p>
        </p:txBody>
      </p:sp>
      <p:sp>
        <p:nvSpPr>
          <p:cNvPr id="17" name="Rectangle: Rounded Corners 16">
            <a:extLst>
              <a:ext uri="{FF2B5EF4-FFF2-40B4-BE49-F238E27FC236}">
                <a16:creationId xmlns:a16="http://schemas.microsoft.com/office/drawing/2014/main" id="{3C376957-695D-81FD-7ACA-690163EFC731}"/>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 name="Slide Number Placeholder 5">
            <a:extLst>
              <a:ext uri="{FF2B5EF4-FFF2-40B4-BE49-F238E27FC236}">
                <a16:creationId xmlns:a16="http://schemas.microsoft.com/office/drawing/2014/main" id="{A4266B13-2E0B-2FB5-7EA4-BF416199349F}"/>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0C9AB8B5-FD4B-C4ED-C1F9-535803D049A0}"/>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 name="Título 1 1">
            <a:extLst>
              <a:ext uri="{FF2B5EF4-FFF2-40B4-BE49-F238E27FC236}">
                <a16:creationId xmlns:a16="http://schemas.microsoft.com/office/drawing/2014/main" id="{47A277DD-74F7-502E-A6B0-ACF3928FDCDA}"/>
              </a:ext>
            </a:extLst>
          </p:cNvPr>
          <p:cNvSpPr txBox="1">
            <a:spLocks/>
          </p:cNvSpPr>
          <p:nvPr/>
        </p:nvSpPr>
        <p:spPr>
          <a:xfrm>
            <a:off x="1120775" y="1601400"/>
            <a:ext cx="5664541" cy="133839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a:lnSpc>
                <a:spcPct val="80000"/>
              </a:lnSpc>
            </a:pPr>
            <a:endParaRPr lang="en-GB" sz="2800" b="1" noProof="0">
              <a:solidFill>
                <a:schemeClr val="accent2"/>
              </a:solidFill>
              <a:latin typeface="Aptos SemiBold" panose="020F0502020204030204" pitchFamily="34" charset="0"/>
            </a:endParaRPr>
          </a:p>
        </p:txBody>
      </p:sp>
      <p:sp>
        <p:nvSpPr>
          <p:cNvPr id="21" name="Oval 20">
            <a:extLst>
              <a:ext uri="{FF2B5EF4-FFF2-40B4-BE49-F238E27FC236}">
                <a16:creationId xmlns:a16="http://schemas.microsoft.com/office/drawing/2014/main" id="{395CABC8-F89B-7F5F-599A-88BC89E0A191}"/>
              </a:ext>
            </a:extLst>
          </p:cNvPr>
          <p:cNvSpPr/>
          <p:nvPr/>
        </p:nvSpPr>
        <p:spPr>
          <a:xfrm>
            <a:off x="1254751" y="2322789"/>
            <a:ext cx="3068983" cy="3068983"/>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23" name="Picture 22">
            <a:extLst>
              <a:ext uri="{FF2B5EF4-FFF2-40B4-BE49-F238E27FC236}">
                <a16:creationId xmlns:a16="http://schemas.microsoft.com/office/drawing/2014/main" id="{F87F46D9-124B-547C-F161-F9E7D0669962}"/>
              </a:ext>
            </a:extLst>
          </p:cNvPr>
          <p:cNvPicPr>
            <a:picLocks noChangeAspect="1"/>
          </p:cNvPicPr>
          <p:nvPr>
            <p:custDataLst>
              <p:tags r:id="rId1"/>
            </p:custDataLst>
          </p:nvPr>
        </p:nvPicPr>
        <p:blipFill>
          <a:blip r:embed="rId51" cstate="print">
            <a:extLst>
              <a:ext uri="{28A0092B-C50C-407E-A947-70E740481C1C}">
                <a14:useLocalDpi xmlns:a14="http://schemas.microsoft.com/office/drawing/2010/main" val="0"/>
              </a:ext>
            </a:extLst>
          </a:blip>
          <a:stretch>
            <a:fillRect/>
          </a:stretch>
        </p:blipFill>
        <p:spPr>
          <a:xfrm>
            <a:off x="2705196" y="3761186"/>
            <a:ext cx="168091" cy="155691"/>
          </a:xfrm>
          <a:prstGeom prst="rect">
            <a:avLst/>
          </a:prstGeom>
        </p:spPr>
      </p:pic>
      <p:grpSp>
        <p:nvGrpSpPr>
          <p:cNvPr id="111" name="Group 110">
            <a:extLst>
              <a:ext uri="{FF2B5EF4-FFF2-40B4-BE49-F238E27FC236}">
                <a16:creationId xmlns:a16="http://schemas.microsoft.com/office/drawing/2014/main" id="{F7C23318-AACA-C76A-7F4E-7802E8CDF7A0}"/>
              </a:ext>
            </a:extLst>
          </p:cNvPr>
          <p:cNvGrpSpPr/>
          <p:nvPr/>
        </p:nvGrpSpPr>
        <p:grpSpPr>
          <a:xfrm>
            <a:off x="5480523" y="1589043"/>
            <a:ext cx="1858324" cy="1021404"/>
            <a:chOff x="5480523" y="1589043"/>
            <a:chExt cx="1858324" cy="1021404"/>
          </a:xfrm>
        </p:grpSpPr>
        <p:sp>
          <p:nvSpPr>
            <p:cNvPr id="89" name="Oval 88">
              <a:extLst>
                <a:ext uri="{FF2B5EF4-FFF2-40B4-BE49-F238E27FC236}">
                  <a16:creationId xmlns:a16="http://schemas.microsoft.com/office/drawing/2014/main" id="{DB284551-6D09-DF86-077A-041470134D1B}"/>
                </a:ext>
              </a:extLst>
            </p:cNvPr>
            <p:cNvSpPr/>
            <p:nvPr/>
          </p:nvSpPr>
          <p:spPr>
            <a:xfrm>
              <a:off x="5480523" y="1589043"/>
              <a:ext cx="1021404" cy="1021404"/>
            </a:xfrm>
            <a:prstGeom prst="ellipse">
              <a:avLst/>
            </a:prstGeom>
            <a:solidFill>
              <a:srgbClr val="0E2841"/>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B" noProof="0"/>
            </a:p>
          </p:txBody>
        </p:sp>
        <p:grpSp>
          <p:nvGrpSpPr>
            <p:cNvPr id="34" name="Group 33">
              <a:extLst>
                <a:ext uri="{FF2B5EF4-FFF2-40B4-BE49-F238E27FC236}">
                  <a16:creationId xmlns:a16="http://schemas.microsoft.com/office/drawing/2014/main" id="{26A6E03D-688A-734B-7E34-750F6625EF77}"/>
                </a:ext>
              </a:extLst>
            </p:cNvPr>
            <p:cNvGrpSpPr>
              <a:grpSpLocks noChangeAspect="1"/>
            </p:cNvGrpSpPr>
            <p:nvPr>
              <p:custDataLst>
                <p:tags r:id="rId39"/>
              </p:custDataLst>
            </p:nvPr>
          </p:nvGrpSpPr>
          <p:grpSpPr>
            <a:xfrm>
              <a:off x="5867400" y="2019300"/>
              <a:ext cx="195567" cy="196549"/>
              <a:chOff x="7593719" y="3338431"/>
              <a:chExt cx="195567" cy="196549"/>
            </a:xfrm>
            <a:solidFill>
              <a:schemeClr val="bg1"/>
            </a:solidFill>
          </p:grpSpPr>
          <p:sp>
            <p:nvSpPr>
              <p:cNvPr id="35" name="Freeform: Shape 34">
                <a:extLst>
                  <a:ext uri="{FF2B5EF4-FFF2-40B4-BE49-F238E27FC236}">
                    <a16:creationId xmlns:a16="http://schemas.microsoft.com/office/drawing/2014/main" id="{10D5778C-C8EC-54FD-68E2-A3B2A9860B95}"/>
                  </a:ext>
                </a:extLst>
              </p:cNvPr>
              <p:cNvSpPr/>
              <p:nvPr>
                <p:custDataLst>
                  <p:tags r:id="rId48"/>
                </p:custDataLst>
              </p:nvPr>
            </p:nvSpPr>
            <p:spPr>
              <a:xfrm>
                <a:off x="7593719" y="3338431"/>
                <a:ext cx="162181" cy="161156"/>
              </a:xfrm>
              <a:custGeom>
                <a:avLst/>
                <a:gdLst>
                  <a:gd name="csX0" fmla="*/ 125450 w 162181"/>
                  <a:gd name="csY0" fmla="*/ 26962 h 161156"/>
                  <a:gd name="csX1" fmla="*/ 128573 w 162181"/>
                  <a:gd name="csY1" fmla="*/ 23658 h 161156"/>
                  <a:gd name="csX2" fmla="*/ 157797 w 162181"/>
                  <a:gd name="csY2" fmla="*/ 7377 h 161156"/>
                  <a:gd name="csX3" fmla="*/ 162258 w 162181"/>
                  <a:gd name="csY3" fmla="*/ 2894 h 161156"/>
                  <a:gd name="csX4" fmla="*/ 159358 w 162181"/>
                  <a:gd name="csY4" fmla="*/ 63 h 161156"/>
                  <a:gd name="csX5" fmla="*/ 141065 w 162181"/>
                  <a:gd name="csY5" fmla="*/ 771 h 161156"/>
                  <a:gd name="csX6" fmla="*/ 118757 w 162181"/>
                  <a:gd name="csY6" fmla="*/ 63 h 161156"/>
                  <a:gd name="csX7" fmla="*/ 114519 w 162181"/>
                  <a:gd name="csY7" fmla="*/ 4546 h 161156"/>
                  <a:gd name="csX8" fmla="*/ 117865 w 162181"/>
                  <a:gd name="csY8" fmla="*/ 7377 h 161156"/>
                  <a:gd name="csX9" fmla="*/ 125896 w 162181"/>
                  <a:gd name="csY9" fmla="*/ 12804 h 161156"/>
                  <a:gd name="csX10" fmla="*/ 119873 w 162181"/>
                  <a:gd name="csY10" fmla="*/ 24130 h 161156"/>
                  <a:gd name="csX11" fmla="*/ 68117 w 162181"/>
                  <a:gd name="csY11" fmla="*/ 87130 h 161156"/>
                  <a:gd name="csX12" fmla="*/ 43578 w 162181"/>
                  <a:gd name="csY12" fmla="*/ 17051 h 161156"/>
                  <a:gd name="csX13" fmla="*/ 42239 w 162181"/>
                  <a:gd name="csY13" fmla="*/ 13040 h 161156"/>
                  <a:gd name="csX14" fmla="*/ 55401 w 162181"/>
                  <a:gd name="csY14" fmla="*/ 7377 h 161156"/>
                  <a:gd name="csX15" fmla="*/ 60755 w 162181"/>
                  <a:gd name="csY15" fmla="*/ 2658 h 161156"/>
                  <a:gd name="csX16" fmla="*/ 57409 w 162181"/>
                  <a:gd name="csY16" fmla="*/ 63 h 161156"/>
                  <a:gd name="csX17" fmla="*/ 29301 w 162181"/>
                  <a:gd name="csY17" fmla="*/ 771 h 161156"/>
                  <a:gd name="csX18" fmla="*/ 4315 w 162181"/>
                  <a:gd name="csY18" fmla="*/ 63 h 161156"/>
                  <a:gd name="csX19" fmla="*/ 77 w 162181"/>
                  <a:gd name="csY19" fmla="*/ 4782 h 161156"/>
                  <a:gd name="csX20" fmla="*/ 5208 w 162181"/>
                  <a:gd name="csY20" fmla="*/ 7377 h 161156"/>
                  <a:gd name="csX21" fmla="*/ 21493 w 162181"/>
                  <a:gd name="csY21" fmla="*/ 15400 h 161156"/>
                  <a:gd name="csX22" fmla="*/ 48932 w 162181"/>
                  <a:gd name="csY22" fmla="*/ 93029 h 161156"/>
                  <a:gd name="csX23" fmla="*/ 49824 w 162181"/>
                  <a:gd name="csY23" fmla="*/ 97040 h 161156"/>
                  <a:gd name="csX24" fmla="*/ 39786 w 162181"/>
                  <a:gd name="csY24" fmla="*/ 139983 h 161156"/>
                  <a:gd name="csX25" fmla="*/ 18816 w 162181"/>
                  <a:gd name="csY25" fmla="*/ 153905 h 161156"/>
                  <a:gd name="csX26" fmla="*/ 12792 w 162181"/>
                  <a:gd name="csY26" fmla="*/ 158624 h 161156"/>
                  <a:gd name="csX27" fmla="*/ 15916 w 162181"/>
                  <a:gd name="csY27" fmla="*/ 161219 h 161156"/>
                  <a:gd name="csX28" fmla="*/ 44024 w 162181"/>
                  <a:gd name="csY28" fmla="*/ 160511 h 161156"/>
                  <a:gd name="csX29" fmla="*/ 72579 w 162181"/>
                  <a:gd name="csY29" fmla="*/ 161219 h 161156"/>
                  <a:gd name="csX30" fmla="*/ 76817 w 162181"/>
                  <a:gd name="csY30" fmla="*/ 156500 h 161156"/>
                  <a:gd name="csX31" fmla="*/ 70571 w 162181"/>
                  <a:gd name="csY31" fmla="*/ 153905 h 161156"/>
                  <a:gd name="csX32" fmla="*/ 62094 w 162181"/>
                  <a:gd name="csY32" fmla="*/ 153433 h 161156"/>
                  <a:gd name="csX33" fmla="*/ 56071 w 162181"/>
                  <a:gd name="csY33" fmla="*/ 149658 h 161156"/>
                  <a:gd name="csX34" fmla="*/ 59194 w 162181"/>
                  <a:gd name="csY34" fmla="*/ 134792 h 161156"/>
                  <a:gd name="csX35" fmla="*/ 67002 w 162181"/>
                  <a:gd name="csY35" fmla="*/ 101523 h 161156"/>
                  <a:gd name="csX36" fmla="*/ 70125 w 162181"/>
                  <a:gd name="csY36" fmla="*/ 94208 h 161156"/>
                  <a:gd name="csX37" fmla="*/ 125450 w 162181"/>
                  <a:gd name="csY37" fmla="*/ 26962 h 1611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62181" h="161156">
                    <a:moveTo>
                      <a:pt x="125450" y="26962"/>
                    </a:moveTo>
                    <a:lnTo>
                      <a:pt x="128573" y="23658"/>
                    </a:lnTo>
                    <a:cubicBezTo>
                      <a:pt x="135265" y="16580"/>
                      <a:pt x="142627" y="8557"/>
                      <a:pt x="157797" y="7377"/>
                    </a:cubicBezTo>
                    <a:cubicBezTo>
                      <a:pt x="160251" y="7141"/>
                      <a:pt x="162258" y="7141"/>
                      <a:pt x="162258" y="2894"/>
                    </a:cubicBezTo>
                    <a:cubicBezTo>
                      <a:pt x="162258" y="1007"/>
                      <a:pt x="161143" y="63"/>
                      <a:pt x="159358" y="63"/>
                    </a:cubicBezTo>
                    <a:cubicBezTo>
                      <a:pt x="153558" y="63"/>
                      <a:pt x="147089" y="771"/>
                      <a:pt x="141065" y="771"/>
                    </a:cubicBezTo>
                    <a:cubicBezTo>
                      <a:pt x="133704" y="771"/>
                      <a:pt x="125896" y="63"/>
                      <a:pt x="118757" y="63"/>
                    </a:cubicBezTo>
                    <a:cubicBezTo>
                      <a:pt x="117419" y="63"/>
                      <a:pt x="114519" y="63"/>
                      <a:pt x="114519" y="4546"/>
                    </a:cubicBezTo>
                    <a:cubicBezTo>
                      <a:pt x="114519" y="7141"/>
                      <a:pt x="116749" y="7377"/>
                      <a:pt x="117865" y="7377"/>
                    </a:cubicBezTo>
                    <a:cubicBezTo>
                      <a:pt x="119426" y="7377"/>
                      <a:pt x="125896" y="7849"/>
                      <a:pt x="125896" y="12804"/>
                    </a:cubicBezTo>
                    <a:cubicBezTo>
                      <a:pt x="125896" y="16815"/>
                      <a:pt x="120765" y="22950"/>
                      <a:pt x="119873" y="24130"/>
                    </a:cubicBezTo>
                    <a:lnTo>
                      <a:pt x="68117" y="87130"/>
                    </a:lnTo>
                    <a:lnTo>
                      <a:pt x="43578" y="17051"/>
                    </a:lnTo>
                    <a:cubicBezTo>
                      <a:pt x="42239" y="13748"/>
                      <a:pt x="42239" y="13276"/>
                      <a:pt x="42239" y="13040"/>
                    </a:cubicBezTo>
                    <a:cubicBezTo>
                      <a:pt x="42239" y="7377"/>
                      <a:pt x="53171" y="7377"/>
                      <a:pt x="55401" y="7377"/>
                    </a:cubicBezTo>
                    <a:cubicBezTo>
                      <a:pt x="58525" y="7377"/>
                      <a:pt x="60755" y="7377"/>
                      <a:pt x="60755" y="2658"/>
                    </a:cubicBezTo>
                    <a:cubicBezTo>
                      <a:pt x="60755" y="63"/>
                      <a:pt x="58078" y="63"/>
                      <a:pt x="57409" y="63"/>
                    </a:cubicBezTo>
                    <a:cubicBezTo>
                      <a:pt x="51163" y="63"/>
                      <a:pt x="35547" y="771"/>
                      <a:pt x="29301" y="771"/>
                    </a:cubicBezTo>
                    <a:cubicBezTo>
                      <a:pt x="23724" y="771"/>
                      <a:pt x="9892" y="63"/>
                      <a:pt x="4315" y="63"/>
                    </a:cubicBezTo>
                    <a:cubicBezTo>
                      <a:pt x="2977" y="63"/>
                      <a:pt x="77" y="63"/>
                      <a:pt x="77" y="4782"/>
                    </a:cubicBezTo>
                    <a:cubicBezTo>
                      <a:pt x="77" y="7377"/>
                      <a:pt x="2308" y="7377"/>
                      <a:pt x="5208" y="7377"/>
                    </a:cubicBezTo>
                    <a:cubicBezTo>
                      <a:pt x="18593" y="7377"/>
                      <a:pt x="19485" y="9501"/>
                      <a:pt x="21493" y="15400"/>
                    </a:cubicBezTo>
                    <a:lnTo>
                      <a:pt x="48932" y="93029"/>
                    </a:lnTo>
                    <a:cubicBezTo>
                      <a:pt x="49155" y="93736"/>
                      <a:pt x="49824" y="96332"/>
                      <a:pt x="49824" y="97040"/>
                    </a:cubicBezTo>
                    <a:cubicBezTo>
                      <a:pt x="49824" y="97748"/>
                      <a:pt x="40901" y="135736"/>
                      <a:pt x="39786" y="139983"/>
                    </a:cubicBezTo>
                    <a:cubicBezTo>
                      <a:pt x="36885" y="152961"/>
                      <a:pt x="36662" y="153669"/>
                      <a:pt x="18816" y="153905"/>
                    </a:cubicBezTo>
                    <a:cubicBezTo>
                      <a:pt x="14577" y="153905"/>
                      <a:pt x="12792" y="153905"/>
                      <a:pt x="12792" y="158624"/>
                    </a:cubicBezTo>
                    <a:cubicBezTo>
                      <a:pt x="12792" y="161219"/>
                      <a:pt x="15469" y="161219"/>
                      <a:pt x="15916" y="161219"/>
                    </a:cubicBezTo>
                    <a:cubicBezTo>
                      <a:pt x="22162" y="161219"/>
                      <a:pt x="37778" y="160511"/>
                      <a:pt x="44024" y="160511"/>
                    </a:cubicBezTo>
                    <a:cubicBezTo>
                      <a:pt x="50271" y="160511"/>
                      <a:pt x="66333" y="161219"/>
                      <a:pt x="72579" y="161219"/>
                    </a:cubicBezTo>
                    <a:cubicBezTo>
                      <a:pt x="74140" y="161219"/>
                      <a:pt x="76817" y="161219"/>
                      <a:pt x="76817" y="156500"/>
                    </a:cubicBezTo>
                    <a:cubicBezTo>
                      <a:pt x="76817" y="153905"/>
                      <a:pt x="74810" y="153905"/>
                      <a:pt x="70571" y="153905"/>
                    </a:cubicBezTo>
                    <a:cubicBezTo>
                      <a:pt x="70125" y="153905"/>
                      <a:pt x="65886" y="153905"/>
                      <a:pt x="62094" y="153433"/>
                    </a:cubicBezTo>
                    <a:cubicBezTo>
                      <a:pt x="57409" y="152961"/>
                      <a:pt x="56071" y="152489"/>
                      <a:pt x="56071" y="149658"/>
                    </a:cubicBezTo>
                    <a:cubicBezTo>
                      <a:pt x="56071" y="148006"/>
                      <a:pt x="58078" y="139747"/>
                      <a:pt x="59194" y="134792"/>
                    </a:cubicBezTo>
                    <a:lnTo>
                      <a:pt x="67002" y="101523"/>
                    </a:lnTo>
                    <a:cubicBezTo>
                      <a:pt x="68117" y="97040"/>
                      <a:pt x="68340" y="96332"/>
                      <a:pt x="70125" y="94208"/>
                    </a:cubicBezTo>
                    <a:lnTo>
                      <a:pt x="125450" y="26962"/>
                    </a:lnTo>
                    <a:close/>
                  </a:path>
                </a:pathLst>
              </a:custGeom>
              <a:grpFill/>
              <a:ln w="21907" cap="flat">
                <a:noFill/>
                <a:prstDash val="solid"/>
                <a:miter/>
              </a:ln>
            </p:spPr>
            <p:txBody>
              <a:bodyPr/>
              <a:lstStyle/>
              <a:p>
                <a:endParaRPr lang="en-GB" noProof="0"/>
              </a:p>
            </p:txBody>
          </p:sp>
          <p:sp>
            <p:nvSpPr>
              <p:cNvPr id="36" name="Freeform: Shape 35">
                <a:extLst>
                  <a:ext uri="{FF2B5EF4-FFF2-40B4-BE49-F238E27FC236}">
                    <a16:creationId xmlns:a16="http://schemas.microsoft.com/office/drawing/2014/main" id="{D07E32EC-4A25-F576-A624-2AE01570D57F}"/>
                  </a:ext>
                </a:extLst>
              </p:cNvPr>
              <p:cNvSpPr/>
              <p:nvPr>
                <p:custDataLst>
                  <p:tags r:id="rId49"/>
                </p:custDataLst>
              </p:nvPr>
            </p:nvSpPr>
            <p:spPr>
              <a:xfrm>
                <a:off x="7732445" y="3425309"/>
                <a:ext cx="56841" cy="109671"/>
              </a:xfrm>
              <a:custGeom>
                <a:avLst/>
                <a:gdLst>
                  <a:gd name="csX0" fmla="*/ 35374 w 56841"/>
                  <a:gd name="csY0" fmla="*/ 4689 h 109671"/>
                  <a:gd name="csX1" fmla="*/ 30690 w 56841"/>
                  <a:gd name="csY1" fmla="*/ 64 h 109671"/>
                  <a:gd name="csX2" fmla="*/ 82 w 56841"/>
                  <a:gd name="csY2" fmla="*/ 10635 h 109671"/>
                  <a:gd name="csX3" fmla="*/ 82 w 56841"/>
                  <a:gd name="csY3" fmla="*/ 16581 h 109671"/>
                  <a:gd name="csX4" fmla="*/ 22725 w 56841"/>
                  <a:gd name="csY4" fmla="*/ 11956 h 109671"/>
                  <a:gd name="csX5" fmla="*/ 22725 w 56841"/>
                  <a:gd name="csY5" fmla="*/ 96192 h 109671"/>
                  <a:gd name="csX6" fmla="*/ 7110 w 56841"/>
                  <a:gd name="csY6" fmla="*/ 103790 h 109671"/>
                  <a:gd name="csX7" fmla="*/ 1176 w 56841"/>
                  <a:gd name="csY7" fmla="*/ 103790 h 109671"/>
                  <a:gd name="csX8" fmla="*/ 1176 w 56841"/>
                  <a:gd name="csY8" fmla="*/ 109736 h 109671"/>
                  <a:gd name="csX9" fmla="*/ 28972 w 56841"/>
                  <a:gd name="csY9" fmla="*/ 109075 h 109671"/>
                  <a:gd name="csX10" fmla="*/ 56924 w 56841"/>
                  <a:gd name="csY10" fmla="*/ 109736 h 109671"/>
                  <a:gd name="csX11" fmla="*/ 56924 w 56841"/>
                  <a:gd name="csY11" fmla="*/ 103790 h 109671"/>
                  <a:gd name="csX12" fmla="*/ 50990 w 56841"/>
                  <a:gd name="csY12" fmla="*/ 103790 h 109671"/>
                  <a:gd name="csX13" fmla="*/ 35374 w 56841"/>
                  <a:gd name="csY13" fmla="*/ 96192 h 109671"/>
                  <a:gd name="csX14" fmla="*/ 35374 w 56841"/>
                  <a:gd name="csY14" fmla="*/ 4689 h 109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6841" h="109671">
                    <a:moveTo>
                      <a:pt x="35374" y="4689"/>
                    </a:moveTo>
                    <a:cubicBezTo>
                      <a:pt x="35374" y="229"/>
                      <a:pt x="35062" y="64"/>
                      <a:pt x="30690" y="64"/>
                    </a:cubicBezTo>
                    <a:cubicBezTo>
                      <a:pt x="20695" y="10470"/>
                      <a:pt x="6485" y="10635"/>
                      <a:pt x="82" y="10635"/>
                    </a:cubicBezTo>
                    <a:lnTo>
                      <a:pt x="82" y="16581"/>
                    </a:lnTo>
                    <a:cubicBezTo>
                      <a:pt x="3830" y="16581"/>
                      <a:pt x="14137" y="16581"/>
                      <a:pt x="22725" y="11956"/>
                    </a:cubicBezTo>
                    <a:lnTo>
                      <a:pt x="22725" y="96192"/>
                    </a:lnTo>
                    <a:cubicBezTo>
                      <a:pt x="22725" y="101642"/>
                      <a:pt x="22725" y="103790"/>
                      <a:pt x="7110" y="103790"/>
                    </a:cubicBezTo>
                    <a:lnTo>
                      <a:pt x="1176" y="103790"/>
                    </a:lnTo>
                    <a:lnTo>
                      <a:pt x="1176" y="109736"/>
                    </a:lnTo>
                    <a:cubicBezTo>
                      <a:pt x="3986" y="109570"/>
                      <a:pt x="23194" y="109075"/>
                      <a:pt x="28972" y="109075"/>
                    </a:cubicBezTo>
                    <a:cubicBezTo>
                      <a:pt x="33813" y="109075"/>
                      <a:pt x="53489" y="109570"/>
                      <a:pt x="56924" y="109736"/>
                    </a:cubicBezTo>
                    <a:lnTo>
                      <a:pt x="56924" y="103790"/>
                    </a:lnTo>
                    <a:lnTo>
                      <a:pt x="50990" y="103790"/>
                    </a:lnTo>
                    <a:cubicBezTo>
                      <a:pt x="35374" y="103790"/>
                      <a:pt x="35374" y="101642"/>
                      <a:pt x="35374" y="96192"/>
                    </a:cubicBezTo>
                    <a:lnTo>
                      <a:pt x="35374" y="4689"/>
                    </a:lnTo>
                    <a:close/>
                  </a:path>
                </a:pathLst>
              </a:custGeom>
              <a:grpFill/>
              <a:ln w="21907" cap="flat">
                <a:noFill/>
                <a:prstDash val="solid"/>
                <a:miter/>
              </a:ln>
            </p:spPr>
            <p:txBody>
              <a:bodyPr/>
              <a:lstStyle/>
              <a:p>
                <a:endParaRPr lang="en-GB" noProof="0"/>
              </a:p>
            </p:txBody>
          </p:sp>
        </p:grpSp>
        <p:grpSp>
          <p:nvGrpSpPr>
            <p:cNvPr id="48" name="Group 47" descr="\documentclass{article}&#10;\usepackage{amsmath}&#10;\pagestyle{empty}&#10;\begin{document}&#10;&#10;$Avg[Y_1]$&#10;&#10;&#10;&#10;\end{document}" title="IguanaTex Shape Display">
              <a:extLst>
                <a:ext uri="{FF2B5EF4-FFF2-40B4-BE49-F238E27FC236}">
                  <a16:creationId xmlns:a16="http://schemas.microsoft.com/office/drawing/2014/main" id="{ED269614-D516-1249-120F-115775561357}"/>
                </a:ext>
              </a:extLst>
            </p:cNvPr>
            <p:cNvGrpSpPr>
              <a:grpSpLocks noChangeAspect="1"/>
            </p:cNvGrpSpPr>
            <p:nvPr>
              <p:custDataLst>
                <p:tags r:id="rId40"/>
              </p:custDataLst>
            </p:nvPr>
          </p:nvGrpSpPr>
          <p:grpSpPr>
            <a:xfrm>
              <a:off x="6608791" y="1988203"/>
              <a:ext cx="730056" cy="223083"/>
              <a:chOff x="8623889" y="3251190"/>
              <a:chExt cx="730056" cy="223083"/>
            </a:xfrm>
            <a:solidFill>
              <a:schemeClr val="bg1"/>
            </a:solidFill>
          </p:grpSpPr>
          <p:sp>
            <p:nvSpPr>
              <p:cNvPr id="49" name="Freeform: Shape 48">
                <a:extLst>
                  <a:ext uri="{FF2B5EF4-FFF2-40B4-BE49-F238E27FC236}">
                    <a16:creationId xmlns:a16="http://schemas.microsoft.com/office/drawing/2014/main" id="{A77F9B08-0C45-849B-B644-FDB9306E9F1C}"/>
                  </a:ext>
                </a:extLst>
              </p:cNvPr>
              <p:cNvSpPr/>
              <p:nvPr>
                <p:custDataLst>
                  <p:tags r:id="rId41"/>
                </p:custDataLst>
              </p:nvPr>
            </p:nvSpPr>
            <p:spPr>
              <a:xfrm>
                <a:off x="8623889" y="3258774"/>
                <a:ext cx="155804" cy="159727"/>
              </a:xfrm>
              <a:custGeom>
                <a:avLst/>
                <a:gdLst>
                  <a:gd name="csX0" fmla="*/ 32782 w 155804"/>
                  <a:gd name="csY0" fmla="*/ 134136 h 159727"/>
                  <a:gd name="csX1" fmla="*/ 4846 w 155804"/>
                  <a:gd name="csY1" fmla="*/ 152875 h 159727"/>
                  <a:gd name="csX2" fmla="*/ 77 w 155804"/>
                  <a:gd name="csY2" fmla="*/ 157337 h 159727"/>
                  <a:gd name="csX3" fmla="*/ 3029 w 155804"/>
                  <a:gd name="csY3" fmla="*/ 159791 h 159727"/>
                  <a:gd name="csX4" fmla="*/ 22562 w 155804"/>
                  <a:gd name="csY4" fmla="*/ 159121 h 159727"/>
                  <a:gd name="csX5" fmla="*/ 45274 w 155804"/>
                  <a:gd name="csY5" fmla="*/ 159791 h 159727"/>
                  <a:gd name="csX6" fmla="*/ 49589 w 155804"/>
                  <a:gd name="csY6" fmla="*/ 155552 h 159727"/>
                  <a:gd name="csX7" fmla="*/ 45955 w 155804"/>
                  <a:gd name="csY7" fmla="*/ 152875 h 159727"/>
                  <a:gd name="csX8" fmla="*/ 35280 w 155804"/>
                  <a:gd name="csY8" fmla="*/ 145067 h 159727"/>
                  <a:gd name="csX9" fmla="*/ 38460 w 155804"/>
                  <a:gd name="csY9" fmla="*/ 136813 h 159727"/>
                  <a:gd name="csX10" fmla="*/ 55721 w 155804"/>
                  <a:gd name="csY10" fmla="*/ 108258 h 159727"/>
                  <a:gd name="csX11" fmla="*/ 112729 w 155804"/>
                  <a:gd name="csY11" fmla="*/ 108258 h 159727"/>
                  <a:gd name="csX12" fmla="*/ 116362 w 155804"/>
                  <a:gd name="csY12" fmla="*/ 145513 h 159727"/>
                  <a:gd name="csX13" fmla="*/ 100010 w 155804"/>
                  <a:gd name="csY13" fmla="*/ 152875 h 159727"/>
                  <a:gd name="csX14" fmla="*/ 94559 w 155804"/>
                  <a:gd name="csY14" fmla="*/ 157337 h 159727"/>
                  <a:gd name="csX15" fmla="*/ 97739 w 155804"/>
                  <a:gd name="csY15" fmla="*/ 159791 h 159727"/>
                  <a:gd name="csX16" fmla="*/ 126129 w 155804"/>
                  <a:gd name="csY16" fmla="*/ 159121 h 159727"/>
                  <a:gd name="csX17" fmla="*/ 151793 w 155804"/>
                  <a:gd name="csY17" fmla="*/ 159791 h 159727"/>
                  <a:gd name="csX18" fmla="*/ 155882 w 155804"/>
                  <a:gd name="csY18" fmla="*/ 155329 h 159727"/>
                  <a:gd name="csX19" fmla="*/ 150658 w 155804"/>
                  <a:gd name="csY19" fmla="*/ 152875 h 159727"/>
                  <a:gd name="csX20" fmla="*/ 135895 w 155804"/>
                  <a:gd name="csY20" fmla="*/ 144844 h 159727"/>
                  <a:gd name="csX21" fmla="*/ 122041 w 155804"/>
                  <a:gd name="csY21" fmla="*/ 5417 h 159727"/>
                  <a:gd name="csX22" fmla="*/ 117725 w 155804"/>
                  <a:gd name="csY22" fmla="*/ 63 h 159727"/>
                  <a:gd name="csX23" fmla="*/ 111820 w 155804"/>
                  <a:gd name="csY23" fmla="*/ 3855 h 159727"/>
                  <a:gd name="csX24" fmla="*/ 32782 w 155804"/>
                  <a:gd name="csY24" fmla="*/ 134136 h 159727"/>
                  <a:gd name="csX25" fmla="*/ 60037 w 155804"/>
                  <a:gd name="csY25" fmla="*/ 101343 h 159727"/>
                  <a:gd name="csX26" fmla="*/ 104779 w 155804"/>
                  <a:gd name="csY26" fmla="*/ 27725 h 159727"/>
                  <a:gd name="csX27" fmla="*/ 112047 w 155804"/>
                  <a:gd name="csY27" fmla="*/ 101343 h 159727"/>
                  <a:gd name="csX28" fmla="*/ 60037 w 155804"/>
                  <a:gd name="csY28" fmla="*/ 101343 h 1597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55804" h="159727">
                    <a:moveTo>
                      <a:pt x="32782" y="134136"/>
                    </a:moveTo>
                    <a:cubicBezTo>
                      <a:pt x="23697" y="149083"/>
                      <a:pt x="14840" y="152206"/>
                      <a:pt x="4846" y="152875"/>
                    </a:cubicBezTo>
                    <a:cubicBezTo>
                      <a:pt x="2121" y="153098"/>
                      <a:pt x="77" y="153098"/>
                      <a:pt x="77" y="157337"/>
                    </a:cubicBezTo>
                    <a:cubicBezTo>
                      <a:pt x="77" y="158675"/>
                      <a:pt x="1212" y="159791"/>
                      <a:pt x="3029" y="159791"/>
                    </a:cubicBezTo>
                    <a:cubicBezTo>
                      <a:pt x="9162" y="159791"/>
                      <a:pt x="16202" y="159121"/>
                      <a:pt x="22562" y="159121"/>
                    </a:cubicBezTo>
                    <a:cubicBezTo>
                      <a:pt x="30057" y="159121"/>
                      <a:pt x="38006" y="159791"/>
                      <a:pt x="45274" y="159791"/>
                    </a:cubicBezTo>
                    <a:cubicBezTo>
                      <a:pt x="46636" y="159791"/>
                      <a:pt x="49589" y="159791"/>
                      <a:pt x="49589" y="155552"/>
                    </a:cubicBezTo>
                    <a:cubicBezTo>
                      <a:pt x="49589" y="153098"/>
                      <a:pt x="47545" y="152875"/>
                      <a:pt x="45955" y="152875"/>
                    </a:cubicBezTo>
                    <a:cubicBezTo>
                      <a:pt x="40731" y="152429"/>
                      <a:pt x="35280" y="150644"/>
                      <a:pt x="35280" y="145067"/>
                    </a:cubicBezTo>
                    <a:cubicBezTo>
                      <a:pt x="35280" y="142390"/>
                      <a:pt x="36643" y="139936"/>
                      <a:pt x="38460" y="136813"/>
                    </a:cubicBezTo>
                    <a:lnTo>
                      <a:pt x="55721" y="108258"/>
                    </a:lnTo>
                    <a:lnTo>
                      <a:pt x="112729" y="108258"/>
                    </a:lnTo>
                    <a:cubicBezTo>
                      <a:pt x="113183" y="112943"/>
                      <a:pt x="116362" y="143282"/>
                      <a:pt x="116362" y="145513"/>
                    </a:cubicBezTo>
                    <a:cubicBezTo>
                      <a:pt x="116362" y="152206"/>
                      <a:pt x="104552" y="152875"/>
                      <a:pt x="100010" y="152875"/>
                    </a:cubicBezTo>
                    <a:cubicBezTo>
                      <a:pt x="96830" y="152875"/>
                      <a:pt x="94559" y="152875"/>
                      <a:pt x="94559" y="157337"/>
                    </a:cubicBezTo>
                    <a:cubicBezTo>
                      <a:pt x="94559" y="159791"/>
                      <a:pt x="97284" y="159791"/>
                      <a:pt x="97739" y="159791"/>
                    </a:cubicBezTo>
                    <a:cubicBezTo>
                      <a:pt x="107051" y="159791"/>
                      <a:pt x="116817" y="159121"/>
                      <a:pt x="126129" y="159121"/>
                    </a:cubicBezTo>
                    <a:cubicBezTo>
                      <a:pt x="131807" y="159121"/>
                      <a:pt x="146115" y="159791"/>
                      <a:pt x="151793" y="159791"/>
                    </a:cubicBezTo>
                    <a:cubicBezTo>
                      <a:pt x="153156" y="159791"/>
                      <a:pt x="155882" y="159791"/>
                      <a:pt x="155882" y="155329"/>
                    </a:cubicBezTo>
                    <a:cubicBezTo>
                      <a:pt x="155882" y="152875"/>
                      <a:pt x="153610" y="152875"/>
                      <a:pt x="150658" y="152875"/>
                    </a:cubicBezTo>
                    <a:cubicBezTo>
                      <a:pt x="136576" y="152875"/>
                      <a:pt x="136576" y="151313"/>
                      <a:pt x="135895" y="144844"/>
                    </a:cubicBezTo>
                    <a:lnTo>
                      <a:pt x="122041" y="5417"/>
                    </a:lnTo>
                    <a:cubicBezTo>
                      <a:pt x="121586" y="955"/>
                      <a:pt x="121586" y="63"/>
                      <a:pt x="117725" y="63"/>
                    </a:cubicBezTo>
                    <a:cubicBezTo>
                      <a:pt x="114091" y="63"/>
                      <a:pt x="113183" y="1624"/>
                      <a:pt x="111820" y="3855"/>
                    </a:cubicBezTo>
                    <a:lnTo>
                      <a:pt x="32782" y="134136"/>
                    </a:lnTo>
                    <a:close/>
                    <a:moveTo>
                      <a:pt x="60037" y="101343"/>
                    </a:moveTo>
                    <a:lnTo>
                      <a:pt x="104779" y="27725"/>
                    </a:lnTo>
                    <a:lnTo>
                      <a:pt x="112047" y="101343"/>
                    </a:lnTo>
                    <a:lnTo>
                      <a:pt x="60037" y="101343"/>
                    </a:lnTo>
                    <a:close/>
                  </a:path>
                </a:pathLst>
              </a:custGeom>
              <a:grpFill/>
              <a:ln w="22692" cap="flat">
                <a:noFill/>
                <a:prstDash val="solid"/>
                <a:miter/>
              </a:ln>
            </p:spPr>
            <p:txBody>
              <a:bodyPr/>
              <a:lstStyle/>
              <a:p>
                <a:endParaRPr lang="en-GB" noProof="0"/>
              </a:p>
            </p:txBody>
          </p:sp>
          <p:sp>
            <p:nvSpPr>
              <p:cNvPr id="50" name="Freeform: Shape 49">
                <a:extLst>
                  <a:ext uri="{FF2B5EF4-FFF2-40B4-BE49-F238E27FC236}">
                    <a16:creationId xmlns:a16="http://schemas.microsoft.com/office/drawing/2014/main" id="{39C42898-54C6-CE0D-4756-06FA14041F12}"/>
                  </a:ext>
                </a:extLst>
              </p:cNvPr>
              <p:cNvSpPr/>
              <p:nvPr>
                <p:custDataLst>
                  <p:tags r:id="rId42"/>
                </p:custDataLst>
              </p:nvPr>
            </p:nvSpPr>
            <p:spPr>
              <a:xfrm>
                <a:off x="8792867" y="3319899"/>
                <a:ext cx="99705" cy="101056"/>
              </a:xfrm>
              <a:custGeom>
                <a:avLst/>
                <a:gdLst>
                  <a:gd name="csX0" fmla="*/ 99790 w 99705"/>
                  <a:gd name="csY0" fmla="*/ 15679 h 101056"/>
                  <a:gd name="csX1" fmla="*/ 89797 w 99705"/>
                  <a:gd name="csY1" fmla="*/ 63 h 101056"/>
                  <a:gd name="csX2" fmla="*/ 78668 w 99705"/>
                  <a:gd name="csY2" fmla="*/ 10771 h 101056"/>
                  <a:gd name="csX3" fmla="*/ 82302 w 99705"/>
                  <a:gd name="csY3" fmla="*/ 17463 h 101056"/>
                  <a:gd name="csX4" fmla="*/ 90024 w 99705"/>
                  <a:gd name="csY4" fmla="*/ 35756 h 101056"/>
                  <a:gd name="csX5" fmla="*/ 49596 w 99705"/>
                  <a:gd name="csY5" fmla="*/ 96212 h 101056"/>
                  <a:gd name="csX6" fmla="*/ 32790 w 99705"/>
                  <a:gd name="csY6" fmla="*/ 76803 h 101056"/>
                  <a:gd name="csX7" fmla="*/ 45963 w 99705"/>
                  <a:gd name="csY7" fmla="*/ 29510 h 101056"/>
                  <a:gd name="csX8" fmla="*/ 48688 w 99705"/>
                  <a:gd name="csY8" fmla="*/ 18356 h 101056"/>
                  <a:gd name="csX9" fmla="*/ 30064 w 99705"/>
                  <a:gd name="csY9" fmla="*/ 63 h 101056"/>
                  <a:gd name="csX10" fmla="*/ 84 w 99705"/>
                  <a:gd name="csY10" fmla="*/ 34418 h 101056"/>
                  <a:gd name="csX11" fmla="*/ 2810 w 99705"/>
                  <a:gd name="csY11" fmla="*/ 36648 h 101056"/>
                  <a:gd name="csX12" fmla="*/ 6444 w 99705"/>
                  <a:gd name="csY12" fmla="*/ 32633 h 101056"/>
                  <a:gd name="csX13" fmla="*/ 29383 w 99705"/>
                  <a:gd name="csY13" fmla="*/ 4971 h 101056"/>
                  <a:gd name="csX14" fmla="*/ 35061 w 99705"/>
                  <a:gd name="csY14" fmla="*/ 12109 h 101056"/>
                  <a:gd name="csX15" fmla="*/ 31200 w 99705"/>
                  <a:gd name="csY15" fmla="*/ 27725 h 101056"/>
                  <a:gd name="csX16" fmla="*/ 18254 w 99705"/>
                  <a:gd name="csY16" fmla="*/ 73457 h 101056"/>
                  <a:gd name="csX17" fmla="*/ 48688 w 99705"/>
                  <a:gd name="csY17" fmla="*/ 101120 h 101056"/>
                  <a:gd name="csX18" fmla="*/ 99790 w 99705"/>
                  <a:gd name="csY18" fmla="*/ 15679 h 101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99705" h="101056">
                    <a:moveTo>
                      <a:pt x="99790" y="15679"/>
                    </a:moveTo>
                    <a:cubicBezTo>
                      <a:pt x="99790" y="3632"/>
                      <a:pt x="93885" y="63"/>
                      <a:pt x="89797" y="63"/>
                    </a:cubicBezTo>
                    <a:cubicBezTo>
                      <a:pt x="84119" y="63"/>
                      <a:pt x="78668" y="5863"/>
                      <a:pt x="78668" y="10771"/>
                    </a:cubicBezTo>
                    <a:cubicBezTo>
                      <a:pt x="78668" y="13671"/>
                      <a:pt x="79804" y="15009"/>
                      <a:pt x="82302" y="17463"/>
                    </a:cubicBezTo>
                    <a:cubicBezTo>
                      <a:pt x="87071" y="21925"/>
                      <a:pt x="90024" y="27725"/>
                      <a:pt x="90024" y="35756"/>
                    </a:cubicBezTo>
                    <a:cubicBezTo>
                      <a:pt x="90024" y="45126"/>
                      <a:pt x="76170" y="96212"/>
                      <a:pt x="49596" y="96212"/>
                    </a:cubicBezTo>
                    <a:cubicBezTo>
                      <a:pt x="38013" y="96212"/>
                      <a:pt x="32790" y="88404"/>
                      <a:pt x="32790" y="76803"/>
                    </a:cubicBezTo>
                    <a:cubicBezTo>
                      <a:pt x="32790" y="64311"/>
                      <a:pt x="38922" y="48026"/>
                      <a:pt x="45963" y="29510"/>
                    </a:cubicBezTo>
                    <a:cubicBezTo>
                      <a:pt x="47552" y="25717"/>
                      <a:pt x="48688" y="22594"/>
                      <a:pt x="48688" y="18356"/>
                    </a:cubicBezTo>
                    <a:cubicBezTo>
                      <a:pt x="48688" y="8317"/>
                      <a:pt x="41420" y="63"/>
                      <a:pt x="30064" y="63"/>
                    </a:cubicBezTo>
                    <a:cubicBezTo>
                      <a:pt x="8715" y="63"/>
                      <a:pt x="84" y="32410"/>
                      <a:pt x="84" y="34418"/>
                    </a:cubicBezTo>
                    <a:cubicBezTo>
                      <a:pt x="84" y="36648"/>
                      <a:pt x="2355" y="36648"/>
                      <a:pt x="2810" y="36648"/>
                    </a:cubicBezTo>
                    <a:cubicBezTo>
                      <a:pt x="5081" y="36648"/>
                      <a:pt x="5308" y="36202"/>
                      <a:pt x="6444" y="32633"/>
                    </a:cubicBezTo>
                    <a:cubicBezTo>
                      <a:pt x="13030" y="10102"/>
                      <a:pt x="22796" y="4971"/>
                      <a:pt x="29383" y="4971"/>
                    </a:cubicBezTo>
                    <a:cubicBezTo>
                      <a:pt x="31200" y="4971"/>
                      <a:pt x="35061" y="4971"/>
                      <a:pt x="35061" y="12109"/>
                    </a:cubicBezTo>
                    <a:cubicBezTo>
                      <a:pt x="35061" y="17686"/>
                      <a:pt x="32790" y="23710"/>
                      <a:pt x="31200" y="27725"/>
                    </a:cubicBezTo>
                    <a:cubicBezTo>
                      <a:pt x="21206" y="53603"/>
                      <a:pt x="18254" y="63865"/>
                      <a:pt x="18254" y="73457"/>
                    </a:cubicBezTo>
                    <a:cubicBezTo>
                      <a:pt x="18254" y="97550"/>
                      <a:pt x="38240" y="101120"/>
                      <a:pt x="48688" y="101120"/>
                    </a:cubicBezTo>
                    <a:cubicBezTo>
                      <a:pt x="86844" y="101120"/>
                      <a:pt x="99790" y="27279"/>
                      <a:pt x="99790" y="15679"/>
                    </a:cubicBezTo>
                    <a:close/>
                  </a:path>
                </a:pathLst>
              </a:custGeom>
              <a:grpFill/>
              <a:ln w="22692" cap="flat">
                <a:noFill/>
                <a:prstDash val="solid"/>
                <a:miter/>
              </a:ln>
            </p:spPr>
            <p:txBody>
              <a:bodyPr/>
              <a:lstStyle/>
              <a:p>
                <a:endParaRPr lang="en-GB" noProof="0"/>
              </a:p>
            </p:txBody>
          </p:sp>
          <p:sp>
            <p:nvSpPr>
              <p:cNvPr id="51" name="Freeform: Shape 50">
                <a:extLst>
                  <a:ext uri="{FF2B5EF4-FFF2-40B4-BE49-F238E27FC236}">
                    <a16:creationId xmlns:a16="http://schemas.microsoft.com/office/drawing/2014/main" id="{3DCC6128-F2ED-B973-5E99-0381BBE9897A}"/>
                  </a:ext>
                </a:extLst>
              </p:cNvPr>
              <p:cNvSpPr/>
              <p:nvPr>
                <p:custDataLst>
                  <p:tags r:id="rId43"/>
                </p:custDataLst>
              </p:nvPr>
            </p:nvSpPr>
            <p:spPr>
              <a:xfrm>
                <a:off x="8907927" y="3319899"/>
                <a:ext cx="104248" cy="144334"/>
              </a:xfrm>
              <a:custGeom>
                <a:avLst/>
                <a:gdLst>
                  <a:gd name="csX0" fmla="*/ 103656 w 104248"/>
                  <a:gd name="csY0" fmla="*/ 14563 h 144334"/>
                  <a:gd name="csX1" fmla="*/ 104338 w 104248"/>
                  <a:gd name="csY1" fmla="*/ 10548 h 144334"/>
                  <a:gd name="csX2" fmla="*/ 97751 w 104248"/>
                  <a:gd name="csY2" fmla="*/ 4524 h 144334"/>
                  <a:gd name="csX3" fmla="*/ 88439 w 104248"/>
                  <a:gd name="csY3" fmla="*/ 14117 h 144334"/>
                  <a:gd name="csX4" fmla="*/ 67317 w 104248"/>
                  <a:gd name="csY4" fmla="*/ 63 h 144334"/>
                  <a:gd name="csX5" fmla="*/ 13262 w 104248"/>
                  <a:gd name="csY5" fmla="*/ 63418 h 144334"/>
                  <a:gd name="csX6" fmla="*/ 43469 w 104248"/>
                  <a:gd name="csY6" fmla="*/ 98666 h 144334"/>
                  <a:gd name="csX7" fmla="*/ 69815 w 104248"/>
                  <a:gd name="csY7" fmla="*/ 85727 h 144334"/>
                  <a:gd name="csX8" fmla="*/ 70043 w 104248"/>
                  <a:gd name="csY8" fmla="*/ 85950 h 144334"/>
                  <a:gd name="csX9" fmla="*/ 62548 w 104248"/>
                  <a:gd name="csY9" fmla="*/ 115397 h 144334"/>
                  <a:gd name="csX10" fmla="*/ 29842 w 104248"/>
                  <a:gd name="csY10" fmla="*/ 139490 h 144334"/>
                  <a:gd name="csX11" fmla="*/ 11673 w 104248"/>
                  <a:gd name="csY11" fmla="*/ 137259 h 144334"/>
                  <a:gd name="csX12" fmla="*/ 20984 w 104248"/>
                  <a:gd name="csY12" fmla="*/ 125659 h 144334"/>
                  <a:gd name="csX13" fmla="*/ 12354 w 104248"/>
                  <a:gd name="csY13" fmla="*/ 117851 h 144334"/>
                  <a:gd name="csX14" fmla="*/ 89 w 104248"/>
                  <a:gd name="csY14" fmla="*/ 130790 h 144334"/>
                  <a:gd name="csX15" fmla="*/ 30296 w 104248"/>
                  <a:gd name="csY15" fmla="*/ 144398 h 144334"/>
                  <a:gd name="csX16" fmla="*/ 78446 w 104248"/>
                  <a:gd name="csY16" fmla="*/ 113612 h 144334"/>
                  <a:gd name="csX17" fmla="*/ 103656 w 104248"/>
                  <a:gd name="csY17" fmla="*/ 14563 h 144334"/>
                  <a:gd name="csX18" fmla="*/ 74131 w 104248"/>
                  <a:gd name="csY18" fmla="*/ 70111 h 144334"/>
                  <a:gd name="csX19" fmla="*/ 62548 w 104248"/>
                  <a:gd name="csY19" fmla="*/ 85727 h 144334"/>
                  <a:gd name="csX20" fmla="*/ 44151 w 104248"/>
                  <a:gd name="csY20" fmla="*/ 93758 h 144334"/>
                  <a:gd name="csX21" fmla="*/ 29388 w 104248"/>
                  <a:gd name="csY21" fmla="*/ 73234 h 144334"/>
                  <a:gd name="csX22" fmla="*/ 42107 w 104248"/>
                  <a:gd name="csY22" fmla="*/ 24825 h 144334"/>
                  <a:gd name="csX23" fmla="*/ 67544 w 104248"/>
                  <a:gd name="csY23" fmla="*/ 4971 h 144334"/>
                  <a:gd name="csX24" fmla="*/ 85714 w 104248"/>
                  <a:gd name="csY24" fmla="*/ 24156 h 144334"/>
                  <a:gd name="csX25" fmla="*/ 85032 w 104248"/>
                  <a:gd name="csY25" fmla="*/ 27502 h 144334"/>
                  <a:gd name="csX26" fmla="*/ 74131 w 104248"/>
                  <a:gd name="csY26" fmla="*/ 70111 h 144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04248" h="144334">
                    <a:moveTo>
                      <a:pt x="103656" y="14563"/>
                    </a:moveTo>
                    <a:cubicBezTo>
                      <a:pt x="103883" y="13225"/>
                      <a:pt x="104338" y="12109"/>
                      <a:pt x="104338" y="10548"/>
                    </a:cubicBezTo>
                    <a:cubicBezTo>
                      <a:pt x="104338" y="6755"/>
                      <a:pt x="101612" y="4524"/>
                      <a:pt x="97751" y="4524"/>
                    </a:cubicBezTo>
                    <a:cubicBezTo>
                      <a:pt x="95480" y="4524"/>
                      <a:pt x="89348" y="6086"/>
                      <a:pt x="88439" y="14117"/>
                    </a:cubicBezTo>
                    <a:cubicBezTo>
                      <a:pt x="84351" y="5863"/>
                      <a:pt x="76402" y="63"/>
                      <a:pt x="67317" y="63"/>
                    </a:cubicBezTo>
                    <a:cubicBezTo>
                      <a:pt x="41425" y="63"/>
                      <a:pt x="13262" y="31294"/>
                      <a:pt x="13262" y="63418"/>
                    </a:cubicBezTo>
                    <a:cubicBezTo>
                      <a:pt x="13262" y="85504"/>
                      <a:pt x="27117" y="98666"/>
                      <a:pt x="43469" y="98666"/>
                    </a:cubicBezTo>
                    <a:cubicBezTo>
                      <a:pt x="56870" y="98666"/>
                      <a:pt x="67544" y="88181"/>
                      <a:pt x="69815" y="85727"/>
                    </a:cubicBezTo>
                    <a:lnTo>
                      <a:pt x="70043" y="85950"/>
                    </a:lnTo>
                    <a:cubicBezTo>
                      <a:pt x="65273" y="105804"/>
                      <a:pt x="62548" y="114951"/>
                      <a:pt x="62548" y="115397"/>
                    </a:cubicBezTo>
                    <a:cubicBezTo>
                      <a:pt x="61639" y="117405"/>
                      <a:pt x="53917" y="139490"/>
                      <a:pt x="29842" y="139490"/>
                    </a:cubicBezTo>
                    <a:cubicBezTo>
                      <a:pt x="25527" y="139490"/>
                      <a:pt x="18032" y="139267"/>
                      <a:pt x="11673" y="137259"/>
                    </a:cubicBezTo>
                    <a:cubicBezTo>
                      <a:pt x="18486" y="135251"/>
                      <a:pt x="20984" y="129451"/>
                      <a:pt x="20984" y="125659"/>
                    </a:cubicBezTo>
                    <a:cubicBezTo>
                      <a:pt x="20984" y="122089"/>
                      <a:pt x="18486" y="117851"/>
                      <a:pt x="12354" y="117851"/>
                    </a:cubicBezTo>
                    <a:cubicBezTo>
                      <a:pt x="7357" y="117851"/>
                      <a:pt x="89" y="121866"/>
                      <a:pt x="89" y="130790"/>
                    </a:cubicBezTo>
                    <a:cubicBezTo>
                      <a:pt x="89" y="139936"/>
                      <a:pt x="8493" y="144398"/>
                      <a:pt x="30296" y="144398"/>
                    </a:cubicBezTo>
                    <a:cubicBezTo>
                      <a:pt x="58686" y="144398"/>
                      <a:pt x="75039" y="126997"/>
                      <a:pt x="78446" y="113612"/>
                    </a:cubicBezTo>
                    <a:lnTo>
                      <a:pt x="103656" y="14563"/>
                    </a:lnTo>
                    <a:close/>
                    <a:moveTo>
                      <a:pt x="74131" y="70111"/>
                    </a:moveTo>
                    <a:cubicBezTo>
                      <a:pt x="72768" y="75911"/>
                      <a:pt x="67544" y="81488"/>
                      <a:pt x="62548" y="85727"/>
                    </a:cubicBezTo>
                    <a:cubicBezTo>
                      <a:pt x="57778" y="89742"/>
                      <a:pt x="50737" y="93758"/>
                      <a:pt x="44151" y="93758"/>
                    </a:cubicBezTo>
                    <a:cubicBezTo>
                      <a:pt x="32795" y="93758"/>
                      <a:pt x="29388" y="82157"/>
                      <a:pt x="29388" y="73234"/>
                    </a:cubicBezTo>
                    <a:cubicBezTo>
                      <a:pt x="29388" y="62526"/>
                      <a:pt x="35974" y="36202"/>
                      <a:pt x="42107" y="24825"/>
                    </a:cubicBezTo>
                    <a:cubicBezTo>
                      <a:pt x="48239" y="13894"/>
                      <a:pt x="58005" y="4971"/>
                      <a:pt x="67544" y="4971"/>
                    </a:cubicBezTo>
                    <a:cubicBezTo>
                      <a:pt x="82534" y="4971"/>
                      <a:pt x="85714" y="23040"/>
                      <a:pt x="85714" y="24156"/>
                    </a:cubicBezTo>
                    <a:cubicBezTo>
                      <a:pt x="85714" y="25271"/>
                      <a:pt x="85260" y="26610"/>
                      <a:pt x="85032" y="27502"/>
                    </a:cubicBezTo>
                    <a:lnTo>
                      <a:pt x="74131" y="70111"/>
                    </a:lnTo>
                    <a:close/>
                  </a:path>
                </a:pathLst>
              </a:custGeom>
              <a:grpFill/>
              <a:ln w="22692" cap="flat">
                <a:noFill/>
                <a:prstDash val="solid"/>
                <a:miter/>
              </a:ln>
            </p:spPr>
            <p:txBody>
              <a:bodyPr/>
              <a:lstStyle/>
              <a:p>
                <a:endParaRPr lang="en-GB" noProof="0"/>
              </a:p>
            </p:txBody>
          </p:sp>
          <p:sp>
            <p:nvSpPr>
              <p:cNvPr id="52" name="Freeform: Shape 51">
                <a:extLst>
                  <a:ext uri="{FF2B5EF4-FFF2-40B4-BE49-F238E27FC236}">
                    <a16:creationId xmlns:a16="http://schemas.microsoft.com/office/drawing/2014/main" id="{BCA0C68F-F7E8-C03D-D7A7-151A42064136}"/>
                  </a:ext>
                </a:extLst>
              </p:cNvPr>
              <p:cNvSpPr/>
              <p:nvPr>
                <p:custDataLst>
                  <p:tags r:id="rId44"/>
                </p:custDataLst>
              </p:nvPr>
            </p:nvSpPr>
            <p:spPr>
              <a:xfrm>
                <a:off x="9047798" y="3251190"/>
                <a:ext cx="31115" cy="223083"/>
              </a:xfrm>
              <a:custGeom>
                <a:avLst/>
                <a:gdLst>
                  <a:gd name="csX0" fmla="*/ 31210 w 31115"/>
                  <a:gd name="csY0" fmla="*/ 223146 h 223083"/>
                  <a:gd name="csX1" fmla="*/ 31210 w 31115"/>
                  <a:gd name="csY1" fmla="*/ 214223 h 223083"/>
                  <a:gd name="csX2" fmla="*/ 9179 w 31115"/>
                  <a:gd name="csY2" fmla="*/ 214223 h 223083"/>
                  <a:gd name="csX3" fmla="*/ 9179 w 31115"/>
                  <a:gd name="csY3" fmla="*/ 8986 h 223083"/>
                  <a:gd name="csX4" fmla="*/ 31210 w 31115"/>
                  <a:gd name="csY4" fmla="*/ 8986 h 223083"/>
                  <a:gd name="csX5" fmla="*/ 31210 w 31115"/>
                  <a:gd name="csY5" fmla="*/ 63 h 223083"/>
                  <a:gd name="csX6" fmla="*/ 94 w 31115"/>
                  <a:gd name="csY6" fmla="*/ 63 h 223083"/>
                  <a:gd name="csX7" fmla="*/ 94 w 31115"/>
                  <a:gd name="csY7" fmla="*/ 223146 h 223083"/>
                  <a:gd name="csX8" fmla="*/ 31210 w 31115"/>
                  <a:gd name="csY8" fmla="*/ 223146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115" h="223083">
                    <a:moveTo>
                      <a:pt x="31210" y="223146"/>
                    </a:moveTo>
                    <a:lnTo>
                      <a:pt x="31210" y="214223"/>
                    </a:lnTo>
                    <a:lnTo>
                      <a:pt x="9179" y="214223"/>
                    </a:lnTo>
                    <a:lnTo>
                      <a:pt x="9179" y="8986"/>
                    </a:lnTo>
                    <a:lnTo>
                      <a:pt x="31210" y="8986"/>
                    </a:lnTo>
                    <a:lnTo>
                      <a:pt x="31210" y="63"/>
                    </a:lnTo>
                    <a:lnTo>
                      <a:pt x="94" y="63"/>
                    </a:lnTo>
                    <a:lnTo>
                      <a:pt x="94" y="223146"/>
                    </a:lnTo>
                    <a:lnTo>
                      <a:pt x="31210" y="223146"/>
                    </a:lnTo>
                    <a:close/>
                  </a:path>
                </a:pathLst>
              </a:custGeom>
              <a:grpFill/>
              <a:ln w="22692" cap="flat">
                <a:noFill/>
                <a:prstDash val="solid"/>
                <a:miter/>
              </a:ln>
            </p:spPr>
            <p:txBody>
              <a:bodyPr/>
              <a:lstStyle/>
              <a:p>
                <a:endParaRPr lang="en-GB" noProof="0"/>
              </a:p>
            </p:txBody>
          </p:sp>
          <p:sp>
            <p:nvSpPr>
              <p:cNvPr id="53" name="Freeform: Shape 52">
                <a:extLst>
                  <a:ext uri="{FF2B5EF4-FFF2-40B4-BE49-F238E27FC236}">
                    <a16:creationId xmlns:a16="http://schemas.microsoft.com/office/drawing/2014/main" id="{E46556BC-9E14-43D0-520A-A1C20A977276}"/>
                  </a:ext>
                </a:extLst>
              </p:cNvPr>
              <p:cNvSpPr/>
              <p:nvPr>
                <p:custDataLst>
                  <p:tags r:id="rId45"/>
                </p:custDataLst>
              </p:nvPr>
            </p:nvSpPr>
            <p:spPr>
              <a:xfrm>
                <a:off x="9092036" y="3266136"/>
                <a:ext cx="165116" cy="152365"/>
              </a:xfrm>
              <a:custGeom>
                <a:avLst/>
                <a:gdLst>
                  <a:gd name="csX0" fmla="*/ 127739 w 165116"/>
                  <a:gd name="csY0" fmla="*/ 25494 h 152365"/>
                  <a:gd name="csX1" fmla="*/ 130919 w 165116"/>
                  <a:gd name="csY1" fmla="*/ 22371 h 152365"/>
                  <a:gd name="csX2" fmla="*/ 160672 w 165116"/>
                  <a:gd name="csY2" fmla="*/ 6978 h 152365"/>
                  <a:gd name="csX3" fmla="*/ 165214 w 165116"/>
                  <a:gd name="csY3" fmla="*/ 2740 h 152365"/>
                  <a:gd name="csX4" fmla="*/ 162261 w 165116"/>
                  <a:gd name="csY4" fmla="*/ 63 h 152365"/>
                  <a:gd name="csX5" fmla="*/ 143638 w 165116"/>
                  <a:gd name="csY5" fmla="*/ 732 h 152365"/>
                  <a:gd name="csX6" fmla="*/ 120925 w 165116"/>
                  <a:gd name="csY6" fmla="*/ 63 h 152365"/>
                  <a:gd name="csX7" fmla="*/ 116610 w 165116"/>
                  <a:gd name="csY7" fmla="*/ 4301 h 152365"/>
                  <a:gd name="csX8" fmla="*/ 120017 w 165116"/>
                  <a:gd name="csY8" fmla="*/ 6978 h 152365"/>
                  <a:gd name="csX9" fmla="*/ 128193 w 165116"/>
                  <a:gd name="csY9" fmla="*/ 12109 h 152365"/>
                  <a:gd name="csX10" fmla="*/ 122061 w 165116"/>
                  <a:gd name="csY10" fmla="*/ 22817 h 152365"/>
                  <a:gd name="csX11" fmla="*/ 69369 w 165116"/>
                  <a:gd name="csY11" fmla="*/ 82381 h 152365"/>
                  <a:gd name="csX12" fmla="*/ 44386 w 165116"/>
                  <a:gd name="csY12" fmla="*/ 16125 h 152365"/>
                  <a:gd name="csX13" fmla="*/ 43023 w 165116"/>
                  <a:gd name="csY13" fmla="*/ 12332 h 152365"/>
                  <a:gd name="csX14" fmla="*/ 56423 w 165116"/>
                  <a:gd name="csY14" fmla="*/ 6978 h 152365"/>
                  <a:gd name="csX15" fmla="*/ 61874 w 165116"/>
                  <a:gd name="csY15" fmla="*/ 2517 h 152365"/>
                  <a:gd name="csX16" fmla="*/ 58467 w 165116"/>
                  <a:gd name="csY16" fmla="*/ 63 h 152365"/>
                  <a:gd name="csX17" fmla="*/ 29850 w 165116"/>
                  <a:gd name="csY17" fmla="*/ 732 h 152365"/>
                  <a:gd name="csX18" fmla="*/ 4413 w 165116"/>
                  <a:gd name="csY18" fmla="*/ 63 h 152365"/>
                  <a:gd name="csX19" fmla="*/ 97 w 165116"/>
                  <a:gd name="csY19" fmla="*/ 4524 h 152365"/>
                  <a:gd name="csX20" fmla="*/ 5321 w 165116"/>
                  <a:gd name="csY20" fmla="*/ 6978 h 152365"/>
                  <a:gd name="csX21" fmla="*/ 21901 w 165116"/>
                  <a:gd name="csY21" fmla="*/ 14563 h 152365"/>
                  <a:gd name="csX22" fmla="*/ 49837 w 165116"/>
                  <a:gd name="csY22" fmla="*/ 87958 h 152365"/>
                  <a:gd name="csX23" fmla="*/ 50745 w 165116"/>
                  <a:gd name="csY23" fmla="*/ 91750 h 152365"/>
                  <a:gd name="csX24" fmla="*/ 40525 w 165116"/>
                  <a:gd name="csY24" fmla="*/ 132351 h 152365"/>
                  <a:gd name="csX25" fmla="*/ 19175 w 165116"/>
                  <a:gd name="csY25" fmla="*/ 145513 h 152365"/>
                  <a:gd name="csX26" fmla="*/ 13043 w 165116"/>
                  <a:gd name="csY26" fmla="*/ 149975 h 152365"/>
                  <a:gd name="csX27" fmla="*/ 16223 w 165116"/>
                  <a:gd name="csY27" fmla="*/ 152429 h 152365"/>
                  <a:gd name="csX28" fmla="*/ 44840 w 165116"/>
                  <a:gd name="csY28" fmla="*/ 151760 h 152365"/>
                  <a:gd name="csX29" fmla="*/ 73911 w 165116"/>
                  <a:gd name="csY29" fmla="*/ 152429 h 152365"/>
                  <a:gd name="csX30" fmla="*/ 78227 w 165116"/>
                  <a:gd name="csY30" fmla="*/ 147967 h 152365"/>
                  <a:gd name="csX31" fmla="*/ 71867 w 165116"/>
                  <a:gd name="csY31" fmla="*/ 145513 h 152365"/>
                  <a:gd name="csX32" fmla="*/ 63237 w 165116"/>
                  <a:gd name="csY32" fmla="*/ 145067 h 152365"/>
                  <a:gd name="csX33" fmla="*/ 57105 w 165116"/>
                  <a:gd name="csY33" fmla="*/ 141498 h 152365"/>
                  <a:gd name="csX34" fmla="*/ 60284 w 165116"/>
                  <a:gd name="csY34" fmla="*/ 127443 h 152365"/>
                  <a:gd name="csX35" fmla="*/ 68233 w 165116"/>
                  <a:gd name="csY35" fmla="*/ 95989 h 152365"/>
                  <a:gd name="csX36" fmla="*/ 71413 w 165116"/>
                  <a:gd name="csY36" fmla="*/ 89073 h 152365"/>
                  <a:gd name="csX37" fmla="*/ 127739 w 165116"/>
                  <a:gd name="csY37" fmla="*/ 25494 h 1523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65116" h="152365">
                    <a:moveTo>
                      <a:pt x="127739" y="25494"/>
                    </a:moveTo>
                    <a:lnTo>
                      <a:pt x="130919" y="22371"/>
                    </a:lnTo>
                    <a:cubicBezTo>
                      <a:pt x="137732" y="15679"/>
                      <a:pt x="145227" y="8094"/>
                      <a:pt x="160672" y="6978"/>
                    </a:cubicBezTo>
                    <a:cubicBezTo>
                      <a:pt x="163170" y="6755"/>
                      <a:pt x="165214" y="6755"/>
                      <a:pt x="165214" y="2740"/>
                    </a:cubicBezTo>
                    <a:cubicBezTo>
                      <a:pt x="165214" y="955"/>
                      <a:pt x="164078" y="63"/>
                      <a:pt x="162261" y="63"/>
                    </a:cubicBezTo>
                    <a:cubicBezTo>
                      <a:pt x="156356" y="63"/>
                      <a:pt x="149770" y="732"/>
                      <a:pt x="143638" y="732"/>
                    </a:cubicBezTo>
                    <a:cubicBezTo>
                      <a:pt x="136143" y="732"/>
                      <a:pt x="128193" y="63"/>
                      <a:pt x="120925" y="63"/>
                    </a:cubicBezTo>
                    <a:cubicBezTo>
                      <a:pt x="119563" y="63"/>
                      <a:pt x="116610" y="63"/>
                      <a:pt x="116610" y="4301"/>
                    </a:cubicBezTo>
                    <a:cubicBezTo>
                      <a:pt x="116610" y="6755"/>
                      <a:pt x="118881" y="6978"/>
                      <a:pt x="120017" y="6978"/>
                    </a:cubicBezTo>
                    <a:cubicBezTo>
                      <a:pt x="121607" y="6978"/>
                      <a:pt x="128193" y="7425"/>
                      <a:pt x="128193" y="12109"/>
                    </a:cubicBezTo>
                    <a:cubicBezTo>
                      <a:pt x="128193" y="15902"/>
                      <a:pt x="122970" y="21702"/>
                      <a:pt x="122061" y="22817"/>
                    </a:cubicBezTo>
                    <a:lnTo>
                      <a:pt x="69369" y="82381"/>
                    </a:lnTo>
                    <a:lnTo>
                      <a:pt x="44386" y="16125"/>
                    </a:lnTo>
                    <a:cubicBezTo>
                      <a:pt x="43023" y="13002"/>
                      <a:pt x="43023" y="12555"/>
                      <a:pt x="43023" y="12332"/>
                    </a:cubicBezTo>
                    <a:cubicBezTo>
                      <a:pt x="43023" y="6978"/>
                      <a:pt x="54152" y="6978"/>
                      <a:pt x="56423" y="6978"/>
                    </a:cubicBezTo>
                    <a:cubicBezTo>
                      <a:pt x="59603" y="6978"/>
                      <a:pt x="61874" y="6978"/>
                      <a:pt x="61874" y="2517"/>
                    </a:cubicBezTo>
                    <a:cubicBezTo>
                      <a:pt x="61874" y="63"/>
                      <a:pt x="59149" y="63"/>
                      <a:pt x="58467" y="63"/>
                    </a:cubicBezTo>
                    <a:cubicBezTo>
                      <a:pt x="52108" y="63"/>
                      <a:pt x="36209" y="732"/>
                      <a:pt x="29850" y="732"/>
                    </a:cubicBezTo>
                    <a:cubicBezTo>
                      <a:pt x="24172" y="732"/>
                      <a:pt x="10091" y="63"/>
                      <a:pt x="4413" y="63"/>
                    </a:cubicBezTo>
                    <a:cubicBezTo>
                      <a:pt x="3050" y="63"/>
                      <a:pt x="97" y="63"/>
                      <a:pt x="97" y="4524"/>
                    </a:cubicBezTo>
                    <a:cubicBezTo>
                      <a:pt x="97" y="6978"/>
                      <a:pt x="2368" y="6978"/>
                      <a:pt x="5321" y="6978"/>
                    </a:cubicBezTo>
                    <a:cubicBezTo>
                      <a:pt x="18948" y="6978"/>
                      <a:pt x="19857" y="8986"/>
                      <a:pt x="21901" y="14563"/>
                    </a:cubicBezTo>
                    <a:lnTo>
                      <a:pt x="49837" y="87958"/>
                    </a:lnTo>
                    <a:cubicBezTo>
                      <a:pt x="50064" y="88627"/>
                      <a:pt x="50745" y="91081"/>
                      <a:pt x="50745" y="91750"/>
                    </a:cubicBezTo>
                    <a:cubicBezTo>
                      <a:pt x="50745" y="92419"/>
                      <a:pt x="41660" y="128336"/>
                      <a:pt x="40525" y="132351"/>
                    </a:cubicBezTo>
                    <a:cubicBezTo>
                      <a:pt x="37572" y="144621"/>
                      <a:pt x="37345" y="145290"/>
                      <a:pt x="19175" y="145513"/>
                    </a:cubicBezTo>
                    <a:cubicBezTo>
                      <a:pt x="14860" y="145513"/>
                      <a:pt x="13043" y="145513"/>
                      <a:pt x="13043" y="149975"/>
                    </a:cubicBezTo>
                    <a:cubicBezTo>
                      <a:pt x="13043" y="152429"/>
                      <a:pt x="15769" y="152429"/>
                      <a:pt x="16223" y="152429"/>
                    </a:cubicBezTo>
                    <a:cubicBezTo>
                      <a:pt x="22582" y="152429"/>
                      <a:pt x="38481" y="151760"/>
                      <a:pt x="44840" y="151760"/>
                    </a:cubicBezTo>
                    <a:cubicBezTo>
                      <a:pt x="51199" y="151760"/>
                      <a:pt x="67552" y="152429"/>
                      <a:pt x="73911" y="152429"/>
                    </a:cubicBezTo>
                    <a:cubicBezTo>
                      <a:pt x="75501" y="152429"/>
                      <a:pt x="78227" y="152429"/>
                      <a:pt x="78227" y="147967"/>
                    </a:cubicBezTo>
                    <a:cubicBezTo>
                      <a:pt x="78227" y="145513"/>
                      <a:pt x="76183" y="145513"/>
                      <a:pt x="71867" y="145513"/>
                    </a:cubicBezTo>
                    <a:cubicBezTo>
                      <a:pt x="71413" y="145513"/>
                      <a:pt x="67098" y="145513"/>
                      <a:pt x="63237" y="145067"/>
                    </a:cubicBezTo>
                    <a:cubicBezTo>
                      <a:pt x="58467" y="144621"/>
                      <a:pt x="57105" y="144175"/>
                      <a:pt x="57105" y="141498"/>
                    </a:cubicBezTo>
                    <a:cubicBezTo>
                      <a:pt x="57105" y="139936"/>
                      <a:pt x="59149" y="132128"/>
                      <a:pt x="60284" y="127443"/>
                    </a:cubicBezTo>
                    <a:lnTo>
                      <a:pt x="68233" y="95989"/>
                    </a:lnTo>
                    <a:cubicBezTo>
                      <a:pt x="69369" y="91750"/>
                      <a:pt x="69596" y="91081"/>
                      <a:pt x="71413" y="89073"/>
                    </a:cubicBezTo>
                    <a:lnTo>
                      <a:pt x="127739" y="25494"/>
                    </a:lnTo>
                    <a:close/>
                  </a:path>
                </a:pathLst>
              </a:custGeom>
              <a:grpFill/>
              <a:ln w="22692" cap="flat">
                <a:noFill/>
                <a:prstDash val="solid"/>
                <a:miter/>
              </a:ln>
            </p:spPr>
            <p:txBody>
              <a:bodyPr/>
              <a:lstStyle/>
              <a:p>
                <a:endParaRPr lang="en-GB" noProof="0"/>
              </a:p>
            </p:txBody>
          </p:sp>
          <p:sp>
            <p:nvSpPr>
              <p:cNvPr id="54" name="Freeform: Shape 53">
                <a:extLst>
                  <a:ext uri="{FF2B5EF4-FFF2-40B4-BE49-F238E27FC236}">
                    <a16:creationId xmlns:a16="http://schemas.microsoft.com/office/drawing/2014/main" id="{75AB16B0-49A2-CEF8-C0B4-C3C6273B9CE7}"/>
                  </a:ext>
                </a:extLst>
              </p:cNvPr>
              <p:cNvSpPr/>
              <p:nvPr>
                <p:custDataLst>
                  <p:tags r:id="rId46"/>
                </p:custDataLst>
              </p:nvPr>
            </p:nvSpPr>
            <p:spPr>
              <a:xfrm>
                <a:off x="9233273" y="3348275"/>
                <a:ext cx="57870" cy="103689"/>
              </a:xfrm>
              <a:custGeom>
                <a:avLst/>
                <a:gdLst>
                  <a:gd name="csX0" fmla="*/ 36034 w 57870"/>
                  <a:gd name="csY0" fmla="*/ 4437 h 103689"/>
                  <a:gd name="csX1" fmla="*/ 31264 w 57870"/>
                  <a:gd name="csY1" fmla="*/ 64 h 103689"/>
                  <a:gd name="csX2" fmla="*/ 103 w 57870"/>
                  <a:gd name="csY2" fmla="*/ 10058 h 103689"/>
                  <a:gd name="csX3" fmla="*/ 103 w 57870"/>
                  <a:gd name="csY3" fmla="*/ 15680 h 103689"/>
                  <a:gd name="csX4" fmla="*/ 23156 w 57870"/>
                  <a:gd name="csY4" fmla="*/ 11308 h 103689"/>
                  <a:gd name="csX5" fmla="*/ 23156 w 57870"/>
                  <a:gd name="csY5" fmla="*/ 90948 h 103689"/>
                  <a:gd name="csX6" fmla="*/ 7257 w 57870"/>
                  <a:gd name="csY6" fmla="*/ 98132 h 103689"/>
                  <a:gd name="csX7" fmla="*/ 1216 w 57870"/>
                  <a:gd name="csY7" fmla="*/ 98132 h 103689"/>
                  <a:gd name="csX8" fmla="*/ 1216 w 57870"/>
                  <a:gd name="csY8" fmla="*/ 103753 h 103689"/>
                  <a:gd name="csX9" fmla="*/ 29515 w 57870"/>
                  <a:gd name="csY9" fmla="*/ 103129 h 103689"/>
                  <a:gd name="csX10" fmla="*/ 57973 w 57870"/>
                  <a:gd name="csY10" fmla="*/ 103753 h 103689"/>
                  <a:gd name="csX11" fmla="*/ 57973 w 57870"/>
                  <a:gd name="csY11" fmla="*/ 98132 h 103689"/>
                  <a:gd name="csX12" fmla="*/ 51932 w 57870"/>
                  <a:gd name="csY12" fmla="*/ 98132 h 103689"/>
                  <a:gd name="csX13" fmla="*/ 36034 w 57870"/>
                  <a:gd name="csY13" fmla="*/ 90948 h 103689"/>
                  <a:gd name="csX14" fmla="*/ 36034 w 57870"/>
                  <a:gd name="csY14" fmla="*/ 4437 h 1036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7870" h="103689">
                    <a:moveTo>
                      <a:pt x="36034" y="4437"/>
                    </a:moveTo>
                    <a:cubicBezTo>
                      <a:pt x="36034" y="220"/>
                      <a:pt x="35716" y="64"/>
                      <a:pt x="31264" y="64"/>
                    </a:cubicBezTo>
                    <a:cubicBezTo>
                      <a:pt x="21089" y="9902"/>
                      <a:pt x="6621" y="10058"/>
                      <a:pt x="103" y="10058"/>
                    </a:cubicBezTo>
                    <a:lnTo>
                      <a:pt x="103" y="15680"/>
                    </a:lnTo>
                    <a:cubicBezTo>
                      <a:pt x="3919" y="15680"/>
                      <a:pt x="14412" y="15680"/>
                      <a:pt x="23156" y="11308"/>
                    </a:cubicBezTo>
                    <a:lnTo>
                      <a:pt x="23156" y="90948"/>
                    </a:lnTo>
                    <a:cubicBezTo>
                      <a:pt x="23156" y="96102"/>
                      <a:pt x="23156" y="98132"/>
                      <a:pt x="7257" y="98132"/>
                    </a:cubicBezTo>
                    <a:lnTo>
                      <a:pt x="1216" y="98132"/>
                    </a:lnTo>
                    <a:lnTo>
                      <a:pt x="1216" y="103753"/>
                    </a:lnTo>
                    <a:cubicBezTo>
                      <a:pt x="4078" y="103597"/>
                      <a:pt x="23633" y="103129"/>
                      <a:pt x="29515" y="103129"/>
                    </a:cubicBezTo>
                    <a:cubicBezTo>
                      <a:pt x="34444" y="103129"/>
                      <a:pt x="54476" y="103597"/>
                      <a:pt x="57973" y="103753"/>
                    </a:cubicBezTo>
                    <a:lnTo>
                      <a:pt x="57973" y="98132"/>
                    </a:lnTo>
                    <a:lnTo>
                      <a:pt x="51932" y="98132"/>
                    </a:lnTo>
                    <a:cubicBezTo>
                      <a:pt x="36034" y="98132"/>
                      <a:pt x="36034" y="96102"/>
                      <a:pt x="36034" y="90948"/>
                    </a:cubicBezTo>
                    <a:lnTo>
                      <a:pt x="36034" y="4437"/>
                    </a:lnTo>
                    <a:close/>
                  </a:path>
                </a:pathLst>
              </a:custGeom>
              <a:grpFill/>
              <a:ln w="22692" cap="flat">
                <a:noFill/>
                <a:prstDash val="solid"/>
                <a:miter/>
              </a:ln>
            </p:spPr>
            <p:txBody>
              <a:bodyPr/>
              <a:lstStyle/>
              <a:p>
                <a:endParaRPr lang="en-GB" noProof="0"/>
              </a:p>
            </p:txBody>
          </p:sp>
          <p:sp>
            <p:nvSpPr>
              <p:cNvPr id="55" name="Freeform: Shape 54">
                <a:extLst>
                  <a:ext uri="{FF2B5EF4-FFF2-40B4-BE49-F238E27FC236}">
                    <a16:creationId xmlns:a16="http://schemas.microsoft.com/office/drawing/2014/main" id="{3D0A1F71-985A-35AE-2C55-8BE223FD43B4}"/>
                  </a:ext>
                </a:extLst>
              </p:cNvPr>
              <p:cNvSpPr/>
              <p:nvPr>
                <p:custDataLst>
                  <p:tags r:id="rId47"/>
                </p:custDataLst>
              </p:nvPr>
            </p:nvSpPr>
            <p:spPr>
              <a:xfrm>
                <a:off x="9322830" y="3251190"/>
                <a:ext cx="31115" cy="223083"/>
              </a:xfrm>
              <a:custGeom>
                <a:avLst/>
                <a:gdLst>
                  <a:gd name="csX0" fmla="*/ 31223 w 31115"/>
                  <a:gd name="csY0" fmla="*/ 63 h 223083"/>
                  <a:gd name="csX1" fmla="*/ 108 w 31115"/>
                  <a:gd name="csY1" fmla="*/ 63 h 223083"/>
                  <a:gd name="csX2" fmla="*/ 108 w 31115"/>
                  <a:gd name="csY2" fmla="*/ 8986 h 223083"/>
                  <a:gd name="csX3" fmla="*/ 22138 w 31115"/>
                  <a:gd name="csY3" fmla="*/ 8986 h 223083"/>
                  <a:gd name="csX4" fmla="*/ 22138 w 31115"/>
                  <a:gd name="csY4" fmla="*/ 214223 h 223083"/>
                  <a:gd name="csX5" fmla="*/ 108 w 31115"/>
                  <a:gd name="csY5" fmla="*/ 214223 h 223083"/>
                  <a:gd name="csX6" fmla="*/ 108 w 31115"/>
                  <a:gd name="csY6" fmla="*/ 223146 h 223083"/>
                  <a:gd name="csX7" fmla="*/ 31223 w 31115"/>
                  <a:gd name="csY7" fmla="*/ 223146 h 223083"/>
                  <a:gd name="csX8" fmla="*/ 31223 w 31115"/>
                  <a:gd name="csY8" fmla="*/ 63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115" h="223083">
                    <a:moveTo>
                      <a:pt x="31223" y="63"/>
                    </a:moveTo>
                    <a:lnTo>
                      <a:pt x="108" y="63"/>
                    </a:lnTo>
                    <a:lnTo>
                      <a:pt x="108" y="8986"/>
                    </a:lnTo>
                    <a:lnTo>
                      <a:pt x="22138" y="8986"/>
                    </a:lnTo>
                    <a:lnTo>
                      <a:pt x="22138" y="214223"/>
                    </a:lnTo>
                    <a:lnTo>
                      <a:pt x="108" y="214223"/>
                    </a:lnTo>
                    <a:lnTo>
                      <a:pt x="108" y="223146"/>
                    </a:lnTo>
                    <a:lnTo>
                      <a:pt x="31223" y="223146"/>
                    </a:lnTo>
                    <a:lnTo>
                      <a:pt x="31223" y="63"/>
                    </a:lnTo>
                    <a:close/>
                  </a:path>
                </a:pathLst>
              </a:custGeom>
              <a:grpFill/>
              <a:ln w="22692" cap="flat">
                <a:noFill/>
                <a:prstDash val="solid"/>
                <a:miter/>
              </a:ln>
            </p:spPr>
            <p:txBody>
              <a:bodyPr/>
              <a:lstStyle/>
              <a:p>
                <a:endParaRPr lang="en-GB" noProof="0"/>
              </a:p>
            </p:txBody>
          </p:sp>
        </p:grpSp>
      </p:grpSp>
      <p:grpSp>
        <p:nvGrpSpPr>
          <p:cNvPr id="112" name="Group 111">
            <a:extLst>
              <a:ext uri="{FF2B5EF4-FFF2-40B4-BE49-F238E27FC236}">
                <a16:creationId xmlns:a16="http://schemas.microsoft.com/office/drawing/2014/main" id="{7469C4B2-1ACC-B468-C98C-AB38FC5549F4}"/>
              </a:ext>
            </a:extLst>
          </p:cNvPr>
          <p:cNvGrpSpPr/>
          <p:nvPr/>
        </p:nvGrpSpPr>
        <p:grpSpPr>
          <a:xfrm>
            <a:off x="6257256" y="2708488"/>
            <a:ext cx="1873697" cy="1021404"/>
            <a:chOff x="6257256" y="2708488"/>
            <a:chExt cx="1873697" cy="1021404"/>
          </a:xfrm>
        </p:grpSpPr>
        <p:sp>
          <p:nvSpPr>
            <p:cNvPr id="90" name="Oval 89">
              <a:extLst>
                <a:ext uri="{FF2B5EF4-FFF2-40B4-BE49-F238E27FC236}">
                  <a16:creationId xmlns:a16="http://schemas.microsoft.com/office/drawing/2014/main" id="{CBC67608-C169-684F-397E-232FA5A2F387}"/>
                </a:ext>
              </a:extLst>
            </p:cNvPr>
            <p:cNvSpPr/>
            <p:nvPr/>
          </p:nvSpPr>
          <p:spPr>
            <a:xfrm>
              <a:off x="6257256" y="2708488"/>
              <a:ext cx="1021404" cy="1021404"/>
            </a:xfrm>
            <a:prstGeom prst="ellipse">
              <a:avLst/>
            </a:prstGeom>
            <a:solidFill>
              <a:schemeClr val="accent6">
                <a:lumMod val="50000"/>
                <a:alpha val="40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B" noProof="0"/>
            </a:p>
          </p:txBody>
        </p:sp>
        <p:grpSp>
          <p:nvGrpSpPr>
            <p:cNvPr id="45" name="Group 44">
              <a:extLst>
                <a:ext uri="{FF2B5EF4-FFF2-40B4-BE49-F238E27FC236}">
                  <a16:creationId xmlns:a16="http://schemas.microsoft.com/office/drawing/2014/main" id="{8CAA7A90-9DA1-87C5-E539-D3369138AA91}"/>
                </a:ext>
              </a:extLst>
            </p:cNvPr>
            <p:cNvGrpSpPr>
              <a:grpSpLocks noChangeAspect="1"/>
            </p:cNvGrpSpPr>
            <p:nvPr>
              <p:custDataLst>
                <p:tags r:id="rId28"/>
              </p:custDataLst>
            </p:nvPr>
          </p:nvGrpSpPr>
          <p:grpSpPr>
            <a:xfrm>
              <a:off x="6685034" y="3127621"/>
              <a:ext cx="200563" cy="196549"/>
              <a:chOff x="8386137" y="4497691"/>
              <a:chExt cx="200563" cy="196549"/>
            </a:xfrm>
            <a:solidFill>
              <a:schemeClr val="bg1"/>
            </a:solidFill>
          </p:grpSpPr>
          <p:sp>
            <p:nvSpPr>
              <p:cNvPr id="46" name="Freeform: Shape 45">
                <a:extLst>
                  <a:ext uri="{FF2B5EF4-FFF2-40B4-BE49-F238E27FC236}">
                    <a16:creationId xmlns:a16="http://schemas.microsoft.com/office/drawing/2014/main" id="{AC2F0AE0-2D68-0D63-1FB1-FC836F893379}"/>
                  </a:ext>
                </a:extLst>
              </p:cNvPr>
              <p:cNvSpPr/>
              <p:nvPr>
                <p:custDataLst>
                  <p:tags r:id="rId37"/>
                </p:custDataLst>
              </p:nvPr>
            </p:nvSpPr>
            <p:spPr>
              <a:xfrm>
                <a:off x="8386137" y="4497691"/>
                <a:ext cx="162180" cy="161156"/>
              </a:xfrm>
              <a:custGeom>
                <a:avLst/>
                <a:gdLst>
                  <a:gd name="csX0" fmla="*/ 125449 w 162180"/>
                  <a:gd name="csY0" fmla="*/ 26962 h 161156"/>
                  <a:gd name="csX1" fmla="*/ 128572 w 162180"/>
                  <a:gd name="csY1" fmla="*/ 23658 h 161156"/>
                  <a:gd name="csX2" fmla="*/ 157796 w 162180"/>
                  <a:gd name="csY2" fmla="*/ 7377 h 161156"/>
                  <a:gd name="csX3" fmla="*/ 162258 w 162180"/>
                  <a:gd name="csY3" fmla="*/ 2894 h 161156"/>
                  <a:gd name="csX4" fmla="*/ 159358 w 162180"/>
                  <a:gd name="csY4" fmla="*/ 63 h 161156"/>
                  <a:gd name="csX5" fmla="*/ 141065 w 162180"/>
                  <a:gd name="csY5" fmla="*/ 771 h 161156"/>
                  <a:gd name="csX6" fmla="*/ 118757 w 162180"/>
                  <a:gd name="csY6" fmla="*/ 63 h 161156"/>
                  <a:gd name="csX7" fmla="*/ 114518 w 162180"/>
                  <a:gd name="csY7" fmla="*/ 4546 h 161156"/>
                  <a:gd name="csX8" fmla="*/ 117864 w 162180"/>
                  <a:gd name="csY8" fmla="*/ 7377 h 161156"/>
                  <a:gd name="csX9" fmla="*/ 125895 w 162180"/>
                  <a:gd name="csY9" fmla="*/ 12804 h 161156"/>
                  <a:gd name="csX10" fmla="*/ 119872 w 162180"/>
                  <a:gd name="csY10" fmla="*/ 24130 h 161156"/>
                  <a:gd name="csX11" fmla="*/ 68117 w 162180"/>
                  <a:gd name="csY11" fmla="*/ 87130 h 161156"/>
                  <a:gd name="csX12" fmla="*/ 43578 w 162180"/>
                  <a:gd name="csY12" fmla="*/ 17051 h 161156"/>
                  <a:gd name="csX13" fmla="*/ 42239 w 162180"/>
                  <a:gd name="csY13" fmla="*/ 13040 h 161156"/>
                  <a:gd name="csX14" fmla="*/ 55401 w 162180"/>
                  <a:gd name="csY14" fmla="*/ 7377 h 161156"/>
                  <a:gd name="csX15" fmla="*/ 60755 w 162180"/>
                  <a:gd name="csY15" fmla="*/ 2658 h 161156"/>
                  <a:gd name="csX16" fmla="*/ 57409 w 162180"/>
                  <a:gd name="csY16" fmla="*/ 63 h 161156"/>
                  <a:gd name="csX17" fmla="*/ 29301 w 162180"/>
                  <a:gd name="csY17" fmla="*/ 771 h 161156"/>
                  <a:gd name="csX18" fmla="*/ 4315 w 162180"/>
                  <a:gd name="csY18" fmla="*/ 63 h 161156"/>
                  <a:gd name="csX19" fmla="*/ 77 w 162180"/>
                  <a:gd name="csY19" fmla="*/ 4782 h 161156"/>
                  <a:gd name="csX20" fmla="*/ 5208 w 162180"/>
                  <a:gd name="csY20" fmla="*/ 7377 h 161156"/>
                  <a:gd name="csX21" fmla="*/ 21493 w 162180"/>
                  <a:gd name="csY21" fmla="*/ 15400 h 161156"/>
                  <a:gd name="csX22" fmla="*/ 48932 w 162180"/>
                  <a:gd name="csY22" fmla="*/ 93029 h 161156"/>
                  <a:gd name="csX23" fmla="*/ 49824 w 162180"/>
                  <a:gd name="csY23" fmla="*/ 97040 h 161156"/>
                  <a:gd name="csX24" fmla="*/ 39785 w 162180"/>
                  <a:gd name="csY24" fmla="*/ 139983 h 161156"/>
                  <a:gd name="csX25" fmla="*/ 18816 w 162180"/>
                  <a:gd name="csY25" fmla="*/ 153905 h 161156"/>
                  <a:gd name="csX26" fmla="*/ 12792 w 162180"/>
                  <a:gd name="csY26" fmla="*/ 158624 h 161156"/>
                  <a:gd name="csX27" fmla="*/ 15916 w 162180"/>
                  <a:gd name="csY27" fmla="*/ 161219 h 161156"/>
                  <a:gd name="csX28" fmla="*/ 44024 w 162180"/>
                  <a:gd name="csY28" fmla="*/ 160511 h 161156"/>
                  <a:gd name="csX29" fmla="*/ 72579 w 162180"/>
                  <a:gd name="csY29" fmla="*/ 161219 h 161156"/>
                  <a:gd name="csX30" fmla="*/ 76817 w 162180"/>
                  <a:gd name="csY30" fmla="*/ 156500 h 161156"/>
                  <a:gd name="csX31" fmla="*/ 70571 w 162180"/>
                  <a:gd name="csY31" fmla="*/ 153905 h 161156"/>
                  <a:gd name="csX32" fmla="*/ 62094 w 162180"/>
                  <a:gd name="csY32" fmla="*/ 153433 h 161156"/>
                  <a:gd name="csX33" fmla="*/ 56070 w 162180"/>
                  <a:gd name="csY33" fmla="*/ 149658 h 161156"/>
                  <a:gd name="csX34" fmla="*/ 59194 w 162180"/>
                  <a:gd name="csY34" fmla="*/ 134792 h 161156"/>
                  <a:gd name="csX35" fmla="*/ 67001 w 162180"/>
                  <a:gd name="csY35" fmla="*/ 101523 h 161156"/>
                  <a:gd name="csX36" fmla="*/ 70125 w 162180"/>
                  <a:gd name="csY36" fmla="*/ 94208 h 161156"/>
                  <a:gd name="csX37" fmla="*/ 125449 w 162180"/>
                  <a:gd name="csY37" fmla="*/ 26962 h 1611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62180" h="161156">
                    <a:moveTo>
                      <a:pt x="125449" y="26962"/>
                    </a:moveTo>
                    <a:lnTo>
                      <a:pt x="128572" y="23658"/>
                    </a:lnTo>
                    <a:cubicBezTo>
                      <a:pt x="135265" y="16580"/>
                      <a:pt x="142626" y="8557"/>
                      <a:pt x="157796" y="7377"/>
                    </a:cubicBezTo>
                    <a:cubicBezTo>
                      <a:pt x="160250" y="7141"/>
                      <a:pt x="162258" y="7141"/>
                      <a:pt x="162258" y="2894"/>
                    </a:cubicBezTo>
                    <a:cubicBezTo>
                      <a:pt x="162258" y="1007"/>
                      <a:pt x="161142" y="63"/>
                      <a:pt x="159358" y="63"/>
                    </a:cubicBezTo>
                    <a:cubicBezTo>
                      <a:pt x="153557" y="63"/>
                      <a:pt x="147088" y="771"/>
                      <a:pt x="141065" y="771"/>
                    </a:cubicBezTo>
                    <a:cubicBezTo>
                      <a:pt x="133703" y="771"/>
                      <a:pt x="125895" y="63"/>
                      <a:pt x="118757" y="63"/>
                    </a:cubicBezTo>
                    <a:cubicBezTo>
                      <a:pt x="117418" y="63"/>
                      <a:pt x="114518" y="63"/>
                      <a:pt x="114518" y="4546"/>
                    </a:cubicBezTo>
                    <a:cubicBezTo>
                      <a:pt x="114518" y="7141"/>
                      <a:pt x="116749" y="7377"/>
                      <a:pt x="117864" y="7377"/>
                    </a:cubicBezTo>
                    <a:cubicBezTo>
                      <a:pt x="119426" y="7377"/>
                      <a:pt x="125895" y="7849"/>
                      <a:pt x="125895" y="12804"/>
                    </a:cubicBezTo>
                    <a:cubicBezTo>
                      <a:pt x="125895" y="16815"/>
                      <a:pt x="120764" y="22950"/>
                      <a:pt x="119872" y="24130"/>
                    </a:cubicBezTo>
                    <a:lnTo>
                      <a:pt x="68117" y="87130"/>
                    </a:lnTo>
                    <a:lnTo>
                      <a:pt x="43578" y="17051"/>
                    </a:lnTo>
                    <a:cubicBezTo>
                      <a:pt x="42239" y="13748"/>
                      <a:pt x="42239" y="13276"/>
                      <a:pt x="42239" y="13040"/>
                    </a:cubicBezTo>
                    <a:cubicBezTo>
                      <a:pt x="42239" y="7377"/>
                      <a:pt x="53170" y="7377"/>
                      <a:pt x="55401" y="7377"/>
                    </a:cubicBezTo>
                    <a:cubicBezTo>
                      <a:pt x="58524" y="7377"/>
                      <a:pt x="60755" y="7377"/>
                      <a:pt x="60755" y="2658"/>
                    </a:cubicBezTo>
                    <a:cubicBezTo>
                      <a:pt x="60755" y="63"/>
                      <a:pt x="58078" y="63"/>
                      <a:pt x="57409" y="63"/>
                    </a:cubicBezTo>
                    <a:cubicBezTo>
                      <a:pt x="51163" y="63"/>
                      <a:pt x="35547" y="771"/>
                      <a:pt x="29301" y="771"/>
                    </a:cubicBezTo>
                    <a:cubicBezTo>
                      <a:pt x="23723" y="771"/>
                      <a:pt x="9892" y="63"/>
                      <a:pt x="4315" y="63"/>
                    </a:cubicBezTo>
                    <a:cubicBezTo>
                      <a:pt x="2977" y="63"/>
                      <a:pt x="77" y="63"/>
                      <a:pt x="77" y="4782"/>
                    </a:cubicBezTo>
                    <a:cubicBezTo>
                      <a:pt x="77" y="7377"/>
                      <a:pt x="2308" y="7377"/>
                      <a:pt x="5208" y="7377"/>
                    </a:cubicBezTo>
                    <a:cubicBezTo>
                      <a:pt x="18593" y="7377"/>
                      <a:pt x="19485" y="9501"/>
                      <a:pt x="21493" y="15400"/>
                    </a:cubicBezTo>
                    <a:lnTo>
                      <a:pt x="48932" y="93029"/>
                    </a:lnTo>
                    <a:cubicBezTo>
                      <a:pt x="49155" y="93736"/>
                      <a:pt x="49824" y="96332"/>
                      <a:pt x="49824" y="97040"/>
                    </a:cubicBezTo>
                    <a:cubicBezTo>
                      <a:pt x="49824" y="97748"/>
                      <a:pt x="40901" y="135736"/>
                      <a:pt x="39785" y="139983"/>
                    </a:cubicBezTo>
                    <a:cubicBezTo>
                      <a:pt x="36885" y="152961"/>
                      <a:pt x="36662" y="153669"/>
                      <a:pt x="18816" y="153905"/>
                    </a:cubicBezTo>
                    <a:cubicBezTo>
                      <a:pt x="14577" y="153905"/>
                      <a:pt x="12792" y="153905"/>
                      <a:pt x="12792" y="158624"/>
                    </a:cubicBezTo>
                    <a:cubicBezTo>
                      <a:pt x="12792" y="161219"/>
                      <a:pt x="15469" y="161219"/>
                      <a:pt x="15916" y="161219"/>
                    </a:cubicBezTo>
                    <a:cubicBezTo>
                      <a:pt x="22162" y="161219"/>
                      <a:pt x="37778" y="160511"/>
                      <a:pt x="44024" y="160511"/>
                    </a:cubicBezTo>
                    <a:cubicBezTo>
                      <a:pt x="50270" y="160511"/>
                      <a:pt x="66332" y="161219"/>
                      <a:pt x="72579" y="161219"/>
                    </a:cubicBezTo>
                    <a:cubicBezTo>
                      <a:pt x="74140" y="161219"/>
                      <a:pt x="76817" y="161219"/>
                      <a:pt x="76817" y="156500"/>
                    </a:cubicBezTo>
                    <a:cubicBezTo>
                      <a:pt x="76817" y="153905"/>
                      <a:pt x="74809" y="153905"/>
                      <a:pt x="70571" y="153905"/>
                    </a:cubicBezTo>
                    <a:cubicBezTo>
                      <a:pt x="70125" y="153905"/>
                      <a:pt x="65886" y="153905"/>
                      <a:pt x="62094" y="153433"/>
                    </a:cubicBezTo>
                    <a:cubicBezTo>
                      <a:pt x="57409" y="152961"/>
                      <a:pt x="56070" y="152489"/>
                      <a:pt x="56070" y="149658"/>
                    </a:cubicBezTo>
                    <a:cubicBezTo>
                      <a:pt x="56070" y="148006"/>
                      <a:pt x="58078" y="139747"/>
                      <a:pt x="59194" y="134792"/>
                    </a:cubicBezTo>
                    <a:lnTo>
                      <a:pt x="67001" y="101523"/>
                    </a:lnTo>
                    <a:cubicBezTo>
                      <a:pt x="68117" y="97040"/>
                      <a:pt x="68340" y="96332"/>
                      <a:pt x="70125" y="94208"/>
                    </a:cubicBezTo>
                    <a:lnTo>
                      <a:pt x="125449" y="26962"/>
                    </a:lnTo>
                    <a:close/>
                  </a:path>
                </a:pathLst>
              </a:custGeom>
              <a:grpFill/>
              <a:ln w="21907" cap="flat">
                <a:noFill/>
                <a:prstDash val="solid"/>
                <a:miter/>
              </a:ln>
            </p:spPr>
            <p:txBody>
              <a:bodyPr/>
              <a:lstStyle/>
              <a:p>
                <a:endParaRPr lang="en-GB" noProof="0"/>
              </a:p>
            </p:txBody>
          </p:sp>
          <p:sp>
            <p:nvSpPr>
              <p:cNvPr id="47" name="Freeform: Shape 46">
                <a:extLst>
                  <a:ext uri="{FF2B5EF4-FFF2-40B4-BE49-F238E27FC236}">
                    <a16:creationId xmlns:a16="http://schemas.microsoft.com/office/drawing/2014/main" id="{562BE715-12F8-94C7-890E-BD615234075C}"/>
                  </a:ext>
                </a:extLst>
              </p:cNvPr>
              <p:cNvSpPr/>
              <p:nvPr>
                <p:custDataLst>
                  <p:tags r:id="rId38"/>
                </p:custDataLst>
              </p:nvPr>
            </p:nvSpPr>
            <p:spPr>
              <a:xfrm>
                <a:off x="8517679" y="4584569"/>
                <a:ext cx="69021" cy="109671"/>
              </a:xfrm>
              <a:custGeom>
                <a:avLst/>
                <a:gdLst>
                  <a:gd name="csX0" fmla="*/ 69104 w 69021"/>
                  <a:gd name="csY0" fmla="*/ 79675 h 109671"/>
                  <a:gd name="csX1" fmla="*/ 63795 w 69021"/>
                  <a:gd name="csY1" fmla="*/ 79675 h 109671"/>
                  <a:gd name="csX2" fmla="*/ 59735 w 69021"/>
                  <a:gd name="csY2" fmla="*/ 94705 h 109671"/>
                  <a:gd name="csX3" fmla="*/ 44275 w 69021"/>
                  <a:gd name="csY3" fmla="*/ 95696 h 109671"/>
                  <a:gd name="csX4" fmla="*/ 15542 w 69021"/>
                  <a:gd name="csY4" fmla="*/ 95696 h 109671"/>
                  <a:gd name="csX5" fmla="*/ 46774 w 69021"/>
                  <a:gd name="csY5" fmla="*/ 67948 h 109671"/>
                  <a:gd name="csX6" fmla="*/ 69104 w 69021"/>
                  <a:gd name="csY6" fmla="*/ 32272 h 109671"/>
                  <a:gd name="csX7" fmla="*/ 32563 w 69021"/>
                  <a:gd name="csY7" fmla="*/ 64 h 109671"/>
                  <a:gd name="csX8" fmla="*/ 82 w 69021"/>
                  <a:gd name="csY8" fmla="*/ 29629 h 109671"/>
                  <a:gd name="csX9" fmla="*/ 8359 w 69021"/>
                  <a:gd name="csY9" fmla="*/ 38879 h 109671"/>
                  <a:gd name="csX10" fmla="*/ 16635 w 69021"/>
                  <a:gd name="csY10" fmla="*/ 30125 h 109671"/>
                  <a:gd name="csX11" fmla="*/ 7422 w 69021"/>
                  <a:gd name="csY11" fmla="*/ 21371 h 109671"/>
                  <a:gd name="csX12" fmla="*/ 30221 w 69021"/>
                  <a:gd name="csY12" fmla="*/ 6010 h 109671"/>
                  <a:gd name="csX13" fmla="*/ 53957 w 69021"/>
                  <a:gd name="csY13" fmla="*/ 32272 h 109671"/>
                  <a:gd name="csX14" fmla="*/ 39278 w 69021"/>
                  <a:gd name="csY14" fmla="*/ 63984 h 109671"/>
                  <a:gd name="csX15" fmla="*/ 1644 w 69021"/>
                  <a:gd name="csY15" fmla="*/ 103294 h 109671"/>
                  <a:gd name="csX16" fmla="*/ 82 w 69021"/>
                  <a:gd name="csY16" fmla="*/ 109736 h 109671"/>
                  <a:gd name="csX17" fmla="*/ 64419 w 69021"/>
                  <a:gd name="csY17" fmla="*/ 109736 h 109671"/>
                  <a:gd name="csX18" fmla="*/ 69104 w 69021"/>
                  <a:gd name="csY18" fmla="*/ 79675 h 109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69021" h="109671">
                    <a:moveTo>
                      <a:pt x="69104" y="79675"/>
                    </a:moveTo>
                    <a:lnTo>
                      <a:pt x="63795" y="79675"/>
                    </a:lnTo>
                    <a:cubicBezTo>
                      <a:pt x="63326" y="83309"/>
                      <a:pt x="61765" y="93054"/>
                      <a:pt x="59735" y="94705"/>
                    </a:cubicBezTo>
                    <a:cubicBezTo>
                      <a:pt x="58485" y="95696"/>
                      <a:pt x="46461" y="95696"/>
                      <a:pt x="44275" y="95696"/>
                    </a:cubicBezTo>
                    <a:lnTo>
                      <a:pt x="15542" y="95696"/>
                    </a:lnTo>
                    <a:cubicBezTo>
                      <a:pt x="31939" y="80336"/>
                      <a:pt x="37404" y="75711"/>
                      <a:pt x="46774" y="67948"/>
                    </a:cubicBezTo>
                    <a:cubicBezTo>
                      <a:pt x="58329" y="58203"/>
                      <a:pt x="69104" y="47963"/>
                      <a:pt x="69104" y="32272"/>
                    </a:cubicBezTo>
                    <a:cubicBezTo>
                      <a:pt x="69104" y="12287"/>
                      <a:pt x="52551" y="64"/>
                      <a:pt x="32563" y="64"/>
                    </a:cubicBezTo>
                    <a:cubicBezTo>
                      <a:pt x="13200" y="64"/>
                      <a:pt x="82" y="14434"/>
                      <a:pt x="82" y="29629"/>
                    </a:cubicBezTo>
                    <a:cubicBezTo>
                      <a:pt x="82" y="38053"/>
                      <a:pt x="6797" y="38879"/>
                      <a:pt x="8359" y="38879"/>
                    </a:cubicBezTo>
                    <a:cubicBezTo>
                      <a:pt x="12107" y="38879"/>
                      <a:pt x="16635" y="36071"/>
                      <a:pt x="16635" y="30125"/>
                    </a:cubicBezTo>
                    <a:cubicBezTo>
                      <a:pt x="16635" y="27152"/>
                      <a:pt x="15542" y="21371"/>
                      <a:pt x="7422" y="21371"/>
                    </a:cubicBezTo>
                    <a:cubicBezTo>
                      <a:pt x="12263" y="9644"/>
                      <a:pt x="22882" y="6010"/>
                      <a:pt x="30221" y="6010"/>
                    </a:cubicBezTo>
                    <a:cubicBezTo>
                      <a:pt x="45837" y="6010"/>
                      <a:pt x="53957" y="18893"/>
                      <a:pt x="53957" y="32272"/>
                    </a:cubicBezTo>
                    <a:cubicBezTo>
                      <a:pt x="53957" y="46642"/>
                      <a:pt x="44275" y="58038"/>
                      <a:pt x="39278" y="63984"/>
                    </a:cubicBezTo>
                    <a:lnTo>
                      <a:pt x="1644" y="103294"/>
                    </a:lnTo>
                    <a:cubicBezTo>
                      <a:pt x="82" y="104781"/>
                      <a:pt x="82" y="105111"/>
                      <a:pt x="82" y="109736"/>
                    </a:cubicBezTo>
                    <a:lnTo>
                      <a:pt x="64419" y="109736"/>
                    </a:lnTo>
                    <a:lnTo>
                      <a:pt x="69104" y="79675"/>
                    </a:lnTo>
                    <a:close/>
                  </a:path>
                </a:pathLst>
              </a:custGeom>
              <a:grpFill/>
              <a:ln w="21907" cap="flat">
                <a:noFill/>
                <a:prstDash val="solid"/>
                <a:miter/>
              </a:ln>
            </p:spPr>
            <p:txBody>
              <a:bodyPr/>
              <a:lstStyle/>
              <a:p>
                <a:endParaRPr lang="en-GB" noProof="0"/>
              </a:p>
            </p:txBody>
          </p:sp>
        </p:grpSp>
        <p:grpSp>
          <p:nvGrpSpPr>
            <p:cNvPr id="56" name="Group 55" descr="\documentclass{article}&#10;\usepackage{amsmath}&#10;\pagestyle{empty}&#10;\begin{document}&#10;&#10;$Avg[Y_2]$&#10;&#10;&#10;&#10;\end{document}" title="IguanaTex Shape Display">
              <a:extLst>
                <a:ext uri="{FF2B5EF4-FFF2-40B4-BE49-F238E27FC236}">
                  <a16:creationId xmlns:a16="http://schemas.microsoft.com/office/drawing/2014/main" id="{781B0491-B772-4988-AF96-D9C2137DAC51}"/>
                </a:ext>
              </a:extLst>
            </p:cNvPr>
            <p:cNvGrpSpPr>
              <a:grpSpLocks noChangeAspect="1"/>
            </p:cNvGrpSpPr>
            <p:nvPr>
              <p:custDataLst>
                <p:tags r:id="rId29"/>
              </p:custDataLst>
            </p:nvPr>
          </p:nvGrpSpPr>
          <p:grpSpPr>
            <a:xfrm>
              <a:off x="7400897" y="3119027"/>
              <a:ext cx="730056" cy="223083"/>
              <a:chOff x="9402105" y="4389149"/>
              <a:chExt cx="730056" cy="223083"/>
            </a:xfrm>
            <a:solidFill>
              <a:schemeClr val="bg1"/>
            </a:solidFill>
          </p:grpSpPr>
          <p:sp>
            <p:nvSpPr>
              <p:cNvPr id="57" name="Freeform: Shape 56">
                <a:extLst>
                  <a:ext uri="{FF2B5EF4-FFF2-40B4-BE49-F238E27FC236}">
                    <a16:creationId xmlns:a16="http://schemas.microsoft.com/office/drawing/2014/main" id="{42DC725D-2943-36E6-795A-5242826E6EEF}"/>
                  </a:ext>
                </a:extLst>
              </p:cNvPr>
              <p:cNvSpPr/>
              <p:nvPr>
                <p:custDataLst>
                  <p:tags r:id="rId30"/>
                </p:custDataLst>
              </p:nvPr>
            </p:nvSpPr>
            <p:spPr>
              <a:xfrm>
                <a:off x="9402105" y="4396733"/>
                <a:ext cx="155804" cy="159727"/>
              </a:xfrm>
              <a:custGeom>
                <a:avLst/>
                <a:gdLst>
                  <a:gd name="csX0" fmla="*/ 32782 w 155804"/>
                  <a:gd name="csY0" fmla="*/ 134136 h 159727"/>
                  <a:gd name="csX1" fmla="*/ 4846 w 155804"/>
                  <a:gd name="csY1" fmla="*/ 152875 h 159727"/>
                  <a:gd name="csX2" fmla="*/ 77 w 155804"/>
                  <a:gd name="csY2" fmla="*/ 157337 h 159727"/>
                  <a:gd name="csX3" fmla="*/ 3029 w 155804"/>
                  <a:gd name="csY3" fmla="*/ 159791 h 159727"/>
                  <a:gd name="csX4" fmla="*/ 22562 w 155804"/>
                  <a:gd name="csY4" fmla="*/ 159121 h 159727"/>
                  <a:gd name="csX5" fmla="*/ 45274 w 155804"/>
                  <a:gd name="csY5" fmla="*/ 159791 h 159727"/>
                  <a:gd name="csX6" fmla="*/ 49589 w 155804"/>
                  <a:gd name="csY6" fmla="*/ 155552 h 159727"/>
                  <a:gd name="csX7" fmla="*/ 45955 w 155804"/>
                  <a:gd name="csY7" fmla="*/ 152875 h 159727"/>
                  <a:gd name="csX8" fmla="*/ 35280 w 155804"/>
                  <a:gd name="csY8" fmla="*/ 145067 h 159727"/>
                  <a:gd name="csX9" fmla="*/ 38460 w 155804"/>
                  <a:gd name="csY9" fmla="*/ 136813 h 159727"/>
                  <a:gd name="csX10" fmla="*/ 55721 w 155804"/>
                  <a:gd name="csY10" fmla="*/ 108258 h 159727"/>
                  <a:gd name="csX11" fmla="*/ 112729 w 155804"/>
                  <a:gd name="csY11" fmla="*/ 108258 h 159727"/>
                  <a:gd name="csX12" fmla="*/ 116362 w 155804"/>
                  <a:gd name="csY12" fmla="*/ 145513 h 159727"/>
                  <a:gd name="csX13" fmla="*/ 100010 w 155804"/>
                  <a:gd name="csY13" fmla="*/ 152875 h 159727"/>
                  <a:gd name="csX14" fmla="*/ 94559 w 155804"/>
                  <a:gd name="csY14" fmla="*/ 157337 h 159727"/>
                  <a:gd name="csX15" fmla="*/ 97739 w 155804"/>
                  <a:gd name="csY15" fmla="*/ 159791 h 159727"/>
                  <a:gd name="csX16" fmla="*/ 126129 w 155804"/>
                  <a:gd name="csY16" fmla="*/ 159121 h 159727"/>
                  <a:gd name="csX17" fmla="*/ 151793 w 155804"/>
                  <a:gd name="csY17" fmla="*/ 159791 h 159727"/>
                  <a:gd name="csX18" fmla="*/ 155882 w 155804"/>
                  <a:gd name="csY18" fmla="*/ 155329 h 159727"/>
                  <a:gd name="csX19" fmla="*/ 150658 w 155804"/>
                  <a:gd name="csY19" fmla="*/ 152875 h 159727"/>
                  <a:gd name="csX20" fmla="*/ 135895 w 155804"/>
                  <a:gd name="csY20" fmla="*/ 144844 h 159727"/>
                  <a:gd name="csX21" fmla="*/ 122041 w 155804"/>
                  <a:gd name="csY21" fmla="*/ 5417 h 159727"/>
                  <a:gd name="csX22" fmla="*/ 117725 w 155804"/>
                  <a:gd name="csY22" fmla="*/ 63 h 159727"/>
                  <a:gd name="csX23" fmla="*/ 111820 w 155804"/>
                  <a:gd name="csY23" fmla="*/ 3855 h 159727"/>
                  <a:gd name="csX24" fmla="*/ 32782 w 155804"/>
                  <a:gd name="csY24" fmla="*/ 134136 h 159727"/>
                  <a:gd name="csX25" fmla="*/ 60037 w 155804"/>
                  <a:gd name="csY25" fmla="*/ 101343 h 159727"/>
                  <a:gd name="csX26" fmla="*/ 104779 w 155804"/>
                  <a:gd name="csY26" fmla="*/ 27725 h 159727"/>
                  <a:gd name="csX27" fmla="*/ 112047 w 155804"/>
                  <a:gd name="csY27" fmla="*/ 101343 h 159727"/>
                  <a:gd name="csX28" fmla="*/ 60037 w 155804"/>
                  <a:gd name="csY28" fmla="*/ 101343 h 1597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55804" h="159727">
                    <a:moveTo>
                      <a:pt x="32782" y="134136"/>
                    </a:moveTo>
                    <a:cubicBezTo>
                      <a:pt x="23697" y="149083"/>
                      <a:pt x="14840" y="152206"/>
                      <a:pt x="4846" y="152875"/>
                    </a:cubicBezTo>
                    <a:cubicBezTo>
                      <a:pt x="2121" y="153098"/>
                      <a:pt x="77" y="153098"/>
                      <a:pt x="77" y="157337"/>
                    </a:cubicBezTo>
                    <a:cubicBezTo>
                      <a:pt x="77" y="158675"/>
                      <a:pt x="1212" y="159791"/>
                      <a:pt x="3029" y="159791"/>
                    </a:cubicBezTo>
                    <a:cubicBezTo>
                      <a:pt x="9162" y="159791"/>
                      <a:pt x="16202" y="159121"/>
                      <a:pt x="22562" y="159121"/>
                    </a:cubicBezTo>
                    <a:cubicBezTo>
                      <a:pt x="30057" y="159121"/>
                      <a:pt x="38006" y="159791"/>
                      <a:pt x="45274" y="159791"/>
                    </a:cubicBezTo>
                    <a:cubicBezTo>
                      <a:pt x="46636" y="159791"/>
                      <a:pt x="49589" y="159791"/>
                      <a:pt x="49589" y="155552"/>
                    </a:cubicBezTo>
                    <a:cubicBezTo>
                      <a:pt x="49589" y="153098"/>
                      <a:pt x="47545" y="152875"/>
                      <a:pt x="45955" y="152875"/>
                    </a:cubicBezTo>
                    <a:cubicBezTo>
                      <a:pt x="40731" y="152429"/>
                      <a:pt x="35280" y="150644"/>
                      <a:pt x="35280" y="145067"/>
                    </a:cubicBezTo>
                    <a:cubicBezTo>
                      <a:pt x="35280" y="142390"/>
                      <a:pt x="36643" y="139936"/>
                      <a:pt x="38460" y="136813"/>
                    </a:cubicBezTo>
                    <a:lnTo>
                      <a:pt x="55721" y="108258"/>
                    </a:lnTo>
                    <a:lnTo>
                      <a:pt x="112729" y="108258"/>
                    </a:lnTo>
                    <a:cubicBezTo>
                      <a:pt x="113183" y="112943"/>
                      <a:pt x="116362" y="143282"/>
                      <a:pt x="116362" y="145513"/>
                    </a:cubicBezTo>
                    <a:cubicBezTo>
                      <a:pt x="116362" y="152206"/>
                      <a:pt x="104552" y="152875"/>
                      <a:pt x="100010" y="152875"/>
                    </a:cubicBezTo>
                    <a:cubicBezTo>
                      <a:pt x="96830" y="152875"/>
                      <a:pt x="94559" y="152875"/>
                      <a:pt x="94559" y="157337"/>
                    </a:cubicBezTo>
                    <a:cubicBezTo>
                      <a:pt x="94559" y="159791"/>
                      <a:pt x="97284" y="159791"/>
                      <a:pt x="97739" y="159791"/>
                    </a:cubicBezTo>
                    <a:cubicBezTo>
                      <a:pt x="107051" y="159791"/>
                      <a:pt x="116817" y="159121"/>
                      <a:pt x="126129" y="159121"/>
                    </a:cubicBezTo>
                    <a:cubicBezTo>
                      <a:pt x="131807" y="159121"/>
                      <a:pt x="146115" y="159791"/>
                      <a:pt x="151793" y="159791"/>
                    </a:cubicBezTo>
                    <a:cubicBezTo>
                      <a:pt x="153156" y="159791"/>
                      <a:pt x="155882" y="159791"/>
                      <a:pt x="155882" y="155329"/>
                    </a:cubicBezTo>
                    <a:cubicBezTo>
                      <a:pt x="155882" y="152875"/>
                      <a:pt x="153610" y="152875"/>
                      <a:pt x="150658" y="152875"/>
                    </a:cubicBezTo>
                    <a:cubicBezTo>
                      <a:pt x="136576" y="152875"/>
                      <a:pt x="136576" y="151313"/>
                      <a:pt x="135895" y="144844"/>
                    </a:cubicBezTo>
                    <a:lnTo>
                      <a:pt x="122041" y="5417"/>
                    </a:lnTo>
                    <a:cubicBezTo>
                      <a:pt x="121586" y="955"/>
                      <a:pt x="121586" y="63"/>
                      <a:pt x="117725" y="63"/>
                    </a:cubicBezTo>
                    <a:cubicBezTo>
                      <a:pt x="114091" y="63"/>
                      <a:pt x="113183" y="1624"/>
                      <a:pt x="111820" y="3855"/>
                    </a:cubicBezTo>
                    <a:lnTo>
                      <a:pt x="32782" y="134136"/>
                    </a:lnTo>
                    <a:close/>
                    <a:moveTo>
                      <a:pt x="60037" y="101343"/>
                    </a:moveTo>
                    <a:lnTo>
                      <a:pt x="104779" y="27725"/>
                    </a:lnTo>
                    <a:lnTo>
                      <a:pt x="112047" y="101343"/>
                    </a:lnTo>
                    <a:lnTo>
                      <a:pt x="60037" y="101343"/>
                    </a:lnTo>
                    <a:close/>
                  </a:path>
                </a:pathLst>
              </a:custGeom>
              <a:grpFill/>
              <a:ln w="22692" cap="flat">
                <a:noFill/>
                <a:prstDash val="solid"/>
                <a:miter/>
              </a:ln>
            </p:spPr>
            <p:txBody>
              <a:bodyPr/>
              <a:lstStyle/>
              <a:p>
                <a:endParaRPr lang="en-GB" noProof="0"/>
              </a:p>
            </p:txBody>
          </p:sp>
          <p:sp>
            <p:nvSpPr>
              <p:cNvPr id="58" name="Freeform: Shape 57">
                <a:extLst>
                  <a:ext uri="{FF2B5EF4-FFF2-40B4-BE49-F238E27FC236}">
                    <a16:creationId xmlns:a16="http://schemas.microsoft.com/office/drawing/2014/main" id="{E109330F-9258-F2DC-4764-236A5A879141}"/>
                  </a:ext>
                </a:extLst>
              </p:cNvPr>
              <p:cNvSpPr/>
              <p:nvPr>
                <p:custDataLst>
                  <p:tags r:id="rId31"/>
                </p:custDataLst>
              </p:nvPr>
            </p:nvSpPr>
            <p:spPr>
              <a:xfrm>
                <a:off x="9571083" y="4457858"/>
                <a:ext cx="99705" cy="101056"/>
              </a:xfrm>
              <a:custGeom>
                <a:avLst/>
                <a:gdLst>
                  <a:gd name="csX0" fmla="*/ 99790 w 99705"/>
                  <a:gd name="csY0" fmla="*/ 15679 h 101056"/>
                  <a:gd name="csX1" fmla="*/ 89797 w 99705"/>
                  <a:gd name="csY1" fmla="*/ 63 h 101056"/>
                  <a:gd name="csX2" fmla="*/ 78668 w 99705"/>
                  <a:gd name="csY2" fmla="*/ 10771 h 101056"/>
                  <a:gd name="csX3" fmla="*/ 82302 w 99705"/>
                  <a:gd name="csY3" fmla="*/ 17463 h 101056"/>
                  <a:gd name="csX4" fmla="*/ 90024 w 99705"/>
                  <a:gd name="csY4" fmla="*/ 35756 h 101056"/>
                  <a:gd name="csX5" fmla="*/ 49596 w 99705"/>
                  <a:gd name="csY5" fmla="*/ 96212 h 101056"/>
                  <a:gd name="csX6" fmla="*/ 32790 w 99705"/>
                  <a:gd name="csY6" fmla="*/ 76803 h 101056"/>
                  <a:gd name="csX7" fmla="*/ 45963 w 99705"/>
                  <a:gd name="csY7" fmla="*/ 29510 h 101056"/>
                  <a:gd name="csX8" fmla="*/ 48688 w 99705"/>
                  <a:gd name="csY8" fmla="*/ 18356 h 101056"/>
                  <a:gd name="csX9" fmla="*/ 30064 w 99705"/>
                  <a:gd name="csY9" fmla="*/ 63 h 101056"/>
                  <a:gd name="csX10" fmla="*/ 84 w 99705"/>
                  <a:gd name="csY10" fmla="*/ 34418 h 101056"/>
                  <a:gd name="csX11" fmla="*/ 2810 w 99705"/>
                  <a:gd name="csY11" fmla="*/ 36648 h 101056"/>
                  <a:gd name="csX12" fmla="*/ 6444 w 99705"/>
                  <a:gd name="csY12" fmla="*/ 32633 h 101056"/>
                  <a:gd name="csX13" fmla="*/ 29383 w 99705"/>
                  <a:gd name="csY13" fmla="*/ 4971 h 101056"/>
                  <a:gd name="csX14" fmla="*/ 35061 w 99705"/>
                  <a:gd name="csY14" fmla="*/ 12109 h 101056"/>
                  <a:gd name="csX15" fmla="*/ 31200 w 99705"/>
                  <a:gd name="csY15" fmla="*/ 27725 h 101056"/>
                  <a:gd name="csX16" fmla="*/ 18254 w 99705"/>
                  <a:gd name="csY16" fmla="*/ 73457 h 101056"/>
                  <a:gd name="csX17" fmla="*/ 48688 w 99705"/>
                  <a:gd name="csY17" fmla="*/ 101120 h 101056"/>
                  <a:gd name="csX18" fmla="*/ 99790 w 99705"/>
                  <a:gd name="csY18" fmla="*/ 15679 h 101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99705" h="101056">
                    <a:moveTo>
                      <a:pt x="99790" y="15679"/>
                    </a:moveTo>
                    <a:cubicBezTo>
                      <a:pt x="99790" y="3632"/>
                      <a:pt x="93885" y="63"/>
                      <a:pt x="89797" y="63"/>
                    </a:cubicBezTo>
                    <a:cubicBezTo>
                      <a:pt x="84119" y="63"/>
                      <a:pt x="78668" y="5863"/>
                      <a:pt x="78668" y="10771"/>
                    </a:cubicBezTo>
                    <a:cubicBezTo>
                      <a:pt x="78668" y="13671"/>
                      <a:pt x="79804" y="15009"/>
                      <a:pt x="82302" y="17463"/>
                    </a:cubicBezTo>
                    <a:cubicBezTo>
                      <a:pt x="87071" y="21925"/>
                      <a:pt x="90024" y="27725"/>
                      <a:pt x="90024" y="35756"/>
                    </a:cubicBezTo>
                    <a:cubicBezTo>
                      <a:pt x="90024" y="45126"/>
                      <a:pt x="76170" y="96212"/>
                      <a:pt x="49596" y="96212"/>
                    </a:cubicBezTo>
                    <a:cubicBezTo>
                      <a:pt x="38013" y="96212"/>
                      <a:pt x="32790" y="88404"/>
                      <a:pt x="32790" y="76803"/>
                    </a:cubicBezTo>
                    <a:cubicBezTo>
                      <a:pt x="32790" y="64311"/>
                      <a:pt x="38922" y="48026"/>
                      <a:pt x="45963" y="29510"/>
                    </a:cubicBezTo>
                    <a:cubicBezTo>
                      <a:pt x="47552" y="25717"/>
                      <a:pt x="48688" y="22594"/>
                      <a:pt x="48688" y="18356"/>
                    </a:cubicBezTo>
                    <a:cubicBezTo>
                      <a:pt x="48688" y="8317"/>
                      <a:pt x="41420" y="63"/>
                      <a:pt x="30064" y="63"/>
                    </a:cubicBezTo>
                    <a:cubicBezTo>
                      <a:pt x="8715" y="63"/>
                      <a:pt x="84" y="32410"/>
                      <a:pt x="84" y="34418"/>
                    </a:cubicBezTo>
                    <a:cubicBezTo>
                      <a:pt x="84" y="36648"/>
                      <a:pt x="2355" y="36648"/>
                      <a:pt x="2810" y="36648"/>
                    </a:cubicBezTo>
                    <a:cubicBezTo>
                      <a:pt x="5081" y="36648"/>
                      <a:pt x="5308" y="36202"/>
                      <a:pt x="6444" y="32633"/>
                    </a:cubicBezTo>
                    <a:cubicBezTo>
                      <a:pt x="13030" y="10102"/>
                      <a:pt x="22796" y="4971"/>
                      <a:pt x="29383" y="4971"/>
                    </a:cubicBezTo>
                    <a:cubicBezTo>
                      <a:pt x="31200" y="4971"/>
                      <a:pt x="35061" y="4971"/>
                      <a:pt x="35061" y="12109"/>
                    </a:cubicBezTo>
                    <a:cubicBezTo>
                      <a:pt x="35061" y="17686"/>
                      <a:pt x="32790" y="23710"/>
                      <a:pt x="31200" y="27725"/>
                    </a:cubicBezTo>
                    <a:cubicBezTo>
                      <a:pt x="21206" y="53603"/>
                      <a:pt x="18254" y="63865"/>
                      <a:pt x="18254" y="73457"/>
                    </a:cubicBezTo>
                    <a:cubicBezTo>
                      <a:pt x="18254" y="97550"/>
                      <a:pt x="38240" y="101120"/>
                      <a:pt x="48688" y="101120"/>
                    </a:cubicBezTo>
                    <a:cubicBezTo>
                      <a:pt x="86844" y="101120"/>
                      <a:pt x="99790" y="27279"/>
                      <a:pt x="99790" y="15679"/>
                    </a:cubicBezTo>
                    <a:close/>
                  </a:path>
                </a:pathLst>
              </a:custGeom>
              <a:grpFill/>
              <a:ln w="22692" cap="flat">
                <a:noFill/>
                <a:prstDash val="solid"/>
                <a:miter/>
              </a:ln>
            </p:spPr>
            <p:txBody>
              <a:bodyPr/>
              <a:lstStyle/>
              <a:p>
                <a:endParaRPr lang="en-GB" noProof="0"/>
              </a:p>
            </p:txBody>
          </p:sp>
          <p:sp>
            <p:nvSpPr>
              <p:cNvPr id="59" name="Freeform: Shape 58">
                <a:extLst>
                  <a:ext uri="{FF2B5EF4-FFF2-40B4-BE49-F238E27FC236}">
                    <a16:creationId xmlns:a16="http://schemas.microsoft.com/office/drawing/2014/main" id="{9DDA3B47-412B-56BA-67FB-406EEEC8B419}"/>
                  </a:ext>
                </a:extLst>
              </p:cNvPr>
              <p:cNvSpPr/>
              <p:nvPr>
                <p:custDataLst>
                  <p:tags r:id="rId32"/>
                </p:custDataLst>
              </p:nvPr>
            </p:nvSpPr>
            <p:spPr>
              <a:xfrm>
                <a:off x="9686143" y="4457858"/>
                <a:ext cx="104248" cy="144334"/>
              </a:xfrm>
              <a:custGeom>
                <a:avLst/>
                <a:gdLst>
                  <a:gd name="csX0" fmla="*/ 103656 w 104248"/>
                  <a:gd name="csY0" fmla="*/ 14563 h 144334"/>
                  <a:gd name="csX1" fmla="*/ 104338 w 104248"/>
                  <a:gd name="csY1" fmla="*/ 10548 h 144334"/>
                  <a:gd name="csX2" fmla="*/ 97751 w 104248"/>
                  <a:gd name="csY2" fmla="*/ 4524 h 144334"/>
                  <a:gd name="csX3" fmla="*/ 88439 w 104248"/>
                  <a:gd name="csY3" fmla="*/ 14117 h 144334"/>
                  <a:gd name="csX4" fmla="*/ 67317 w 104248"/>
                  <a:gd name="csY4" fmla="*/ 63 h 144334"/>
                  <a:gd name="csX5" fmla="*/ 13262 w 104248"/>
                  <a:gd name="csY5" fmla="*/ 63418 h 144334"/>
                  <a:gd name="csX6" fmla="*/ 43469 w 104248"/>
                  <a:gd name="csY6" fmla="*/ 98666 h 144334"/>
                  <a:gd name="csX7" fmla="*/ 69815 w 104248"/>
                  <a:gd name="csY7" fmla="*/ 85727 h 144334"/>
                  <a:gd name="csX8" fmla="*/ 70043 w 104248"/>
                  <a:gd name="csY8" fmla="*/ 85950 h 144334"/>
                  <a:gd name="csX9" fmla="*/ 62548 w 104248"/>
                  <a:gd name="csY9" fmla="*/ 115397 h 144334"/>
                  <a:gd name="csX10" fmla="*/ 29842 w 104248"/>
                  <a:gd name="csY10" fmla="*/ 139490 h 144334"/>
                  <a:gd name="csX11" fmla="*/ 11673 w 104248"/>
                  <a:gd name="csY11" fmla="*/ 137259 h 144334"/>
                  <a:gd name="csX12" fmla="*/ 20984 w 104248"/>
                  <a:gd name="csY12" fmla="*/ 125659 h 144334"/>
                  <a:gd name="csX13" fmla="*/ 12354 w 104248"/>
                  <a:gd name="csY13" fmla="*/ 117851 h 144334"/>
                  <a:gd name="csX14" fmla="*/ 89 w 104248"/>
                  <a:gd name="csY14" fmla="*/ 130790 h 144334"/>
                  <a:gd name="csX15" fmla="*/ 30296 w 104248"/>
                  <a:gd name="csY15" fmla="*/ 144398 h 144334"/>
                  <a:gd name="csX16" fmla="*/ 78446 w 104248"/>
                  <a:gd name="csY16" fmla="*/ 113612 h 144334"/>
                  <a:gd name="csX17" fmla="*/ 103656 w 104248"/>
                  <a:gd name="csY17" fmla="*/ 14563 h 144334"/>
                  <a:gd name="csX18" fmla="*/ 74131 w 104248"/>
                  <a:gd name="csY18" fmla="*/ 70111 h 144334"/>
                  <a:gd name="csX19" fmla="*/ 62548 w 104248"/>
                  <a:gd name="csY19" fmla="*/ 85727 h 144334"/>
                  <a:gd name="csX20" fmla="*/ 44151 w 104248"/>
                  <a:gd name="csY20" fmla="*/ 93758 h 144334"/>
                  <a:gd name="csX21" fmla="*/ 29388 w 104248"/>
                  <a:gd name="csY21" fmla="*/ 73234 h 144334"/>
                  <a:gd name="csX22" fmla="*/ 42107 w 104248"/>
                  <a:gd name="csY22" fmla="*/ 24825 h 144334"/>
                  <a:gd name="csX23" fmla="*/ 67544 w 104248"/>
                  <a:gd name="csY23" fmla="*/ 4971 h 144334"/>
                  <a:gd name="csX24" fmla="*/ 85714 w 104248"/>
                  <a:gd name="csY24" fmla="*/ 24156 h 144334"/>
                  <a:gd name="csX25" fmla="*/ 85032 w 104248"/>
                  <a:gd name="csY25" fmla="*/ 27502 h 144334"/>
                  <a:gd name="csX26" fmla="*/ 74131 w 104248"/>
                  <a:gd name="csY26" fmla="*/ 70111 h 144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04248" h="144334">
                    <a:moveTo>
                      <a:pt x="103656" y="14563"/>
                    </a:moveTo>
                    <a:cubicBezTo>
                      <a:pt x="103883" y="13225"/>
                      <a:pt x="104338" y="12109"/>
                      <a:pt x="104338" y="10548"/>
                    </a:cubicBezTo>
                    <a:cubicBezTo>
                      <a:pt x="104338" y="6755"/>
                      <a:pt x="101612" y="4524"/>
                      <a:pt x="97751" y="4524"/>
                    </a:cubicBezTo>
                    <a:cubicBezTo>
                      <a:pt x="95480" y="4524"/>
                      <a:pt x="89348" y="6086"/>
                      <a:pt x="88439" y="14117"/>
                    </a:cubicBezTo>
                    <a:cubicBezTo>
                      <a:pt x="84351" y="5863"/>
                      <a:pt x="76402" y="63"/>
                      <a:pt x="67317" y="63"/>
                    </a:cubicBezTo>
                    <a:cubicBezTo>
                      <a:pt x="41425" y="63"/>
                      <a:pt x="13262" y="31294"/>
                      <a:pt x="13262" y="63418"/>
                    </a:cubicBezTo>
                    <a:cubicBezTo>
                      <a:pt x="13262" y="85504"/>
                      <a:pt x="27117" y="98666"/>
                      <a:pt x="43469" y="98666"/>
                    </a:cubicBezTo>
                    <a:cubicBezTo>
                      <a:pt x="56870" y="98666"/>
                      <a:pt x="67544" y="88181"/>
                      <a:pt x="69815" y="85727"/>
                    </a:cubicBezTo>
                    <a:lnTo>
                      <a:pt x="70043" y="85950"/>
                    </a:lnTo>
                    <a:cubicBezTo>
                      <a:pt x="65273" y="105804"/>
                      <a:pt x="62548" y="114951"/>
                      <a:pt x="62548" y="115397"/>
                    </a:cubicBezTo>
                    <a:cubicBezTo>
                      <a:pt x="61639" y="117405"/>
                      <a:pt x="53917" y="139490"/>
                      <a:pt x="29842" y="139490"/>
                    </a:cubicBezTo>
                    <a:cubicBezTo>
                      <a:pt x="25527" y="139490"/>
                      <a:pt x="18032" y="139267"/>
                      <a:pt x="11673" y="137259"/>
                    </a:cubicBezTo>
                    <a:cubicBezTo>
                      <a:pt x="18486" y="135251"/>
                      <a:pt x="20984" y="129451"/>
                      <a:pt x="20984" y="125659"/>
                    </a:cubicBezTo>
                    <a:cubicBezTo>
                      <a:pt x="20984" y="122089"/>
                      <a:pt x="18486" y="117851"/>
                      <a:pt x="12354" y="117851"/>
                    </a:cubicBezTo>
                    <a:cubicBezTo>
                      <a:pt x="7357" y="117851"/>
                      <a:pt x="89" y="121866"/>
                      <a:pt x="89" y="130790"/>
                    </a:cubicBezTo>
                    <a:cubicBezTo>
                      <a:pt x="89" y="139936"/>
                      <a:pt x="8493" y="144398"/>
                      <a:pt x="30296" y="144398"/>
                    </a:cubicBezTo>
                    <a:cubicBezTo>
                      <a:pt x="58686" y="144398"/>
                      <a:pt x="75039" y="126997"/>
                      <a:pt x="78446" y="113612"/>
                    </a:cubicBezTo>
                    <a:lnTo>
                      <a:pt x="103656" y="14563"/>
                    </a:lnTo>
                    <a:close/>
                    <a:moveTo>
                      <a:pt x="74131" y="70111"/>
                    </a:moveTo>
                    <a:cubicBezTo>
                      <a:pt x="72768" y="75911"/>
                      <a:pt x="67544" y="81488"/>
                      <a:pt x="62548" y="85727"/>
                    </a:cubicBezTo>
                    <a:cubicBezTo>
                      <a:pt x="57778" y="89742"/>
                      <a:pt x="50737" y="93758"/>
                      <a:pt x="44151" y="93758"/>
                    </a:cubicBezTo>
                    <a:cubicBezTo>
                      <a:pt x="32795" y="93758"/>
                      <a:pt x="29388" y="82157"/>
                      <a:pt x="29388" y="73234"/>
                    </a:cubicBezTo>
                    <a:cubicBezTo>
                      <a:pt x="29388" y="62526"/>
                      <a:pt x="35974" y="36202"/>
                      <a:pt x="42107" y="24825"/>
                    </a:cubicBezTo>
                    <a:cubicBezTo>
                      <a:pt x="48239" y="13894"/>
                      <a:pt x="58005" y="4971"/>
                      <a:pt x="67544" y="4971"/>
                    </a:cubicBezTo>
                    <a:cubicBezTo>
                      <a:pt x="82534" y="4971"/>
                      <a:pt x="85714" y="23040"/>
                      <a:pt x="85714" y="24156"/>
                    </a:cubicBezTo>
                    <a:cubicBezTo>
                      <a:pt x="85714" y="25271"/>
                      <a:pt x="85260" y="26610"/>
                      <a:pt x="85032" y="27502"/>
                    </a:cubicBezTo>
                    <a:lnTo>
                      <a:pt x="74131" y="70111"/>
                    </a:lnTo>
                    <a:close/>
                  </a:path>
                </a:pathLst>
              </a:custGeom>
              <a:grpFill/>
              <a:ln w="22692" cap="flat">
                <a:noFill/>
                <a:prstDash val="solid"/>
                <a:miter/>
              </a:ln>
            </p:spPr>
            <p:txBody>
              <a:bodyPr/>
              <a:lstStyle/>
              <a:p>
                <a:endParaRPr lang="en-GB" noProof="0"/>
              </a:p>
            </p:txBody>
          </p:sp>
          <p:sp>
            <p:nvSpPr>
              <p:cNvPr id="60" name="Freeform: Shape 59">
                <a:extLst>
                  <a:ext uri="{FF2B5EF4-FFF2-40B4-BE49-F238E27FC236}">
                    <a16:creationId xmlns:a16="http://schemas.microsoft.com/office/drawing/2014/main" id="{88999ADD-52B1-4C7D-3F45-14DA830BE46F}"/>
                  </a:ext>
                </a:extLst>
              </p:cNvPr>
              <p:cNvSpPr/>
              <p:nvPr>
                <p:custDataLst>
                  <p:tags r:id="rId33"/>
                </p:custDataLst>
              </p:nvPr>
            </p:nvSpPr>
            <p:spPr>
              <a:xfrm>
                <a:off x="9826014" y="4389149"/>
                <a:ext cx="31115" cy="223083"/>
              </a:xfrm>
              <a:custGeom>
                <a:avLst/>
                <a:gdLst>
                  <a:gd name="csX0" fmla="*/ 31210 w 31115"/>
                  <a:gd name="csY0" fmla="*/ 223146 h 223083"/>
                  <a:gd name="csX1" fmla="*/ 31210 w 31115"/>
                  <a:gd name="csY1" fmla="*/ 214223 h 223083"/>
                  <a:gd name="csX2" fmla="*/ 9179 w 31115"/>
                  <a:gd name="csY2" fmla="*/ 214223 h 223083"/>
                  <a:gd name="csX3" fmla="*/ 9179 w 31115"/>
                  <a:gd name="csY3" fmla="*/ 8986 h 223083"/>
                  <a:gd name="csX4" fmla="*/ 31210 w 31115"/>
                  <a:gd name="csY4" fmla="*/ 8986 h 223083"/>
                  <a:gd name="csX5" fmla="*/ 31210 w 31115"/>
                  <a:gd name="csY5" fmla="*/ 63 h 223083"/>
                  <a:gd name="csX6" fmla="*/ 94 w 31115"/>
                  <a:gd name="csY6" fmla="*/ 63 h 223083"/>
                  <a:gd name="csX7" fmla="*/ 94 w 31115"/>
                  <a:gd name="csY7" fmla="*/ 223146 h 223083"/>
                  <a:gd name="csX8" fmla="*/ 31210 w 31115"/>
                  <a:gd name="csY8" fmla="*/ 223146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115" h="223083">
                    <a:moveTo>
                      <a:pt x="31210" y="223146"/>
                    </a:moveTo>
                    <a:lnTo>
                      <a:pt x="31210" y="214223"/>
                    </a:lnTo>
                    <a:lnTo>
                      <a:pt x="9179" y="214223"/>
                    </a:lnTo>
                    <a:lnTo>
                      <a:pt x="9179" y="8986"/>
                    </a:lnTo>
                    <a:lnTo>
                      <a:pt x="31210" y="8986"/>
                    </a:lnTo>
                    <a:lnTo>
                      <a:pt x="31210" y="63"/>
                    </a:lnTo>
                    <a:lnTo>
                      <a:pt x="94" y="63"/>
                    </a:lnTo>
                    <a:lnTo>
                      <a:pt x="94" y="223146"/>
                    </a:lnTo>
                    <a:lnTo>
                      <a:pt x="31210" y="223146"/>
                    </a:lnTo>
                    <a:close/>
                  </a:path>
                </a:pathLst>
              </a:custGeom>
              <a:grpFill/>
              <a:ln w="22692" cap="flat">
                <a:noFill/>
                <a:prstDash val="solid"/>
                <a:miter/>
              </a:ln>
            </p:spPr>
            <p:txBody>
              <a:bodyPr/>
              <a:lstStyle/>
              <a:p>
                <a:endParaRPr lang="en-GB" noProof="0"/>
              </a:p>
            </p:txBody>
          </p:sp>
          <p:sp>
            <p:nvSpPr>
              <p:cNvPr id="61" name="Freeform: Shape 60">
                <a:extLst>
                  <a:ext uri="{FF2B5EF4-FFF2-40B4-BE49-F238E27FC236}">
                    <a16:creationId xmlns:a16="http://schemas.microsoft.com/office/drawing/2014/main" id="{A85C7A12-3A57-82AA-899B-4F6FCD85FCDF}"/>
                  </a:ext>
                </a:extLst>
              </p:cNvPr>
              <p:cNvSpPr/>
              <p:nvPr>
                <p:custDataLst>
                  <p:tags r:id="rId34"/>
                </p:custDataLst>
              </p:nvPr>
            </p:nvSpPr>
            <p:spPr>
              <a:xfrm>
                <a:off x="9870252" y="4404095"/>
                <a:ext cx="165116" cy="152365"/>
              </a:xfrm>
              <a:custGeom>
                <a:avLst/>
                <a:gdLst>
                  <a:gd name="csX0" fmla="*/ 127739 w 165116"/>
                  <a:gd name="csY0" fmla="*/ 25494 h 152365"/>
                  <a:gd name="csX1" fmla="*/ 130919 w 165116"/>
                  <a:gd name="csY1" fmla="*/ 22371 h 152365"/>
                  <a:gd name="csX2" fmla="*/ 160672 w 165116"/>
                  <a:gd name="csY2" fmla="*/ 6978 h 152365"/>
                  <a:gd name="csX3" fmla="*/ 165214 w 165116"/>
                  <a:gd name="csY3" fmla="*/ 2740 h 152365"/>
                  <a:gd name="csX4" fmla="*/ 162261 w 165116"/>
                  <a:gd name="csY4" fmla="*/ 63 h 152365"/>
                  <a:gd name="csX5" fmla="*/ 143638 w 165116"/>
                  <a:gd name="csY5" fmla="*/ 732 h 152365"/>
                  <a:gd name="csX6" fmla="*/ 120925 w 165116"/>
                  <a:gd name="csY6" fmla="*/ 63 h 152365"/>
                  <a:gd name="csX7" fmla="*/ 116610 w 165116"/>
                  <a:gd name="csY7" fmla="*/ 4301 h 152365"/>
                  <a:gd name="csX8" fmla="*/ 120017 w 165116"/>
                  <a:gd name="csY8" fmla="*/ 6978 h 152365"/>
                  <a:gd name="csX9" fmla="*/ 128193 w 165116"/>
                  <a:gd name="csY9" fmla="*/ 12109 h 152365"/>
                  <a:gd name="csX10" fmla="*/ 122061 w 165116"/>
                  <a:gd name="csY10" fmla="*/ 22817 h 152365"/>
                  <a:gd name="csX11" fmla="*/ 69369 w 165116"/>
                  <a:gd name="csY11" fmla="*/ 82381 h 152365"/>
                  <a:gd name="csX12" fmla="*/ 44386 w 165116"/>
                  <a:gd name="csY12" fmla="*/ 16125 h 152365"/>
                  <a:gd name="csX13" fmla="*/ 43023 w 165116"/>
                  <a:gd name="csY13" fmla="*/ 12332 h 152365"/>
                  <a:gd name="csX14" fmla="*/ 56423 w 165116"/>
                  <a:gd name="csY14" fmla="*/ 6978 h 152365"/>
                  <a:gd name="csX15" fmla="*/ 61874 w 165116"/>
                  <a:gd name="csY15" fmla="*/ 2517 h 152365"/>
                  <a:gd name="csX16" fmla="*/ 58467 w 165116"/>
                  <a:gd name="csY16" fmla="*/ 63 h 152365"/>
                  <a:gd name="csX17" fmla="*/ 29850 w 165116"/>
                  <a:gd name="csY17" fmla="*/ 732 h 152365"/>
                  <a:gd name="csX18" fmla="*/ 4413 w 165116"/>
                  <a:gd name="csY18" fmla="*/ 63 h 152365"/>
                  <a:gd name="csX19" fmla="*/ 97 w 165116"/>
                  <a:gd name="csY19" fmla="*/ 4524 h 152365"/>
                  <a:gd name="csX20" fmla="*/ 5321 w 165116"/>
                  <a:gd name="csY20" fmla="*/ 6978 h 152365"/>
                  <a:gd name="csX21" fmla="*/ 21901 w 165116"/>
                  <a:gd name="csY21" fmla="*/ 14563 h 152365"/>
                  <a:gd name="csX22" fmla="*/ 49837 w 165116"/>
                  <a:gd name="csY22" fmla="*/ 87958 h 152365"/>
                  <a:gd name="csX23" fmla="*/ 50745 w 165116"/>
                  <a:gd name="csY23" fmla="*/ 91750 h 152365"/>
                  <a:gd name="csX24" fmla="*/ 40525 w 165116"/>
                  <a:gd name="csY24" fmla="*/ 132351 h 152365"/>
                  <a:gd name="csX25" fmla="*/ 19175 w 165116"/>
                  <a:gd name="csY25" fmla="*/ 145513 h 152365"/>
                  <a:gd name="csX26" fmla="*/ 13043 w 165116"/>
                  <a:gd name="csY26" fmla="*/ 149975 h 152365"/>
                  <a:gd name="csX27" fmla="*/ 16223 w 165116"/>
                  <a:gd name="csY27" fmla="*/ 152429 h 152365"/>
                  <a:gd name="csX28" fmla="*/ 44840 w 165116"/>
                  <a:gd name="csY28" fmla="*/ 151760 h 152365"/>
                  <a:gd name="csX29" fmla="*/ 73911 w 165116"/>
                  <a:gd name="csY29" fmla="*/ 152429 h 152365"/>
                  <a:gd name="csX30" fmla="*/ 78227 w 165116"/>
                  <a:gd name="csY30" fmla="*/ 147967 h 152365"/>
                  <a:gd name="csX31" fmla="*/ 71867 w 165116"/>
                  <a:gd name="csY31" fmla="*/ 145513 h 152365"/>
                  <a:gd name="csX32" fmla="*/ 63237 w 165116"/>
                  <a:gd name="csY32" fmla="*/ 145067 h 152365"/>
                  <a:gd name="csX33" fmla="*/ 57105 w 165116"/>
                  <a:gd name="csY33" fmla="*/ 141498 h 152365"/>
                  <a:gd name="csX34" fmla="*/ 60284 w 165116"/>
                  <a:gd name="csY34" fmla="*/ 127443 h 152365"/>
                  <a:gd name="csX35" fmla="*/ 68233 w 165116"/>
                  <a:gd name="csY35" fmla="*/ 95989 h 152365"/>
                  <a:gd name="csX36" fmla="*/ 71413 w 165116"/>
                  <a:gd name="csY36" fmla="*/ 89073 h 152365"/>
                  <a:gd name="csX37" fmla="*/ 127739 w 165116"/>
                  <a:gd name="csY37" fmla="*/ 25494 h 1523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65116" h="152365">
                    <a:moveTo>
                      <a:pt x="127739" y="25494"/>
                    </a:moveTo>
                    <a:lnTo>
                      <a:pt x="130919" y="22371"/>
                    </a:lnTo>
                    <a:cubicBezTo>
                      <a:pt x="137732" y="15679"/>
                      <a:pt x="145227" y="8094"/>
                      <a:pt x="160672" y="6978"/>
                    </a:cubicBezTo>
                    <a:cubicBezTo>
                      <a:pt x="163170" y="6755"/>
                      <a:pt x="165214" y="6755"/>
                      <a:pt x="165214" y="2740"/>
                    </a:cubicBezTo>
                    <a:cubicBezTo>
                      <a:pt x="165214" y="955"/>
                      <a:pt x="164078" y="63"/>
                      <a:pt x="162261" y="63"/>
                    </a:cubicBezTo>
                    <a:cubicBezTo>
                      <a:pt x="156356" y="63"/>
                      <a:pt x="149770" y="732"/>
                      <a:pt x="143638" y="732"/>
                    </a:cubicBezTo>
                    <a:cubicBezTo>
                      <a:pt x="136143" y="732"/>
                      <a:pt x="128193" y="63"/>
                      <a:pt x="120925" y="63"/>
                    </a:cubicBezTo>
                    <a:cubicBezTo>
                      <a:pt x="119563" y="63"/>
                      <a:pt x="116610" y="63"/>
                      <a:pt x="116610" y="4301"/>
                    </a:cubicBezTo>
                    <a:cubicBezTo>
                      <a:pt x="116610" y="6755"/>
                      <a:pt x="118881" y="6978"/>
                      <a:pt x="120017" y="6978"/>
                    </a:cubicBezTo>
                    <a:cubicBezTo>
                      <a:pt x="121607" y="6978"/>
                      <a:pt x="128193" y="7425"/>
                      <a:pt x="128193" y="12109"/>
                    </a:cubicBezTo>
                    <a:cubicBezTo>
                      <a:pt x="128193" y="15902"/>
                      <a:pt x="122970" y="21702"/>
                      <a:pt x="122061" y="22817"/>
                    </a:cubicBezTo>
                    <a:lnTo>
                      <a:pt x="69369" y="82381"/>
                    </a:lnTo>
                    <a:lnTo>
                      <a:pt x="44386" y="16125"/>
                    </a:lnTo>
                    <a:cubicBezTo>
                      <a:pt x="43023" y="13002"/>
                      <a:pt x="43023" y="12555"/>
                      <a:pt x="43023" y="12332"/>
                    </a:cubicBezTo>
                    <a:cubicBezTo>
                      <a:pt x="43023" y="6978"/>
                      <a:pt x="54152" y="6978"/>
                      <a:pt x="56423" y="6978"/>
                    </a:cubicBezTo>
                    <a:cubicBezTo>
                      <a:pt x="59603" y="6978"/>
                      <a:pt x="61874" y="6978"/>
                      <a:pt x="61874" y="2517"/>
                    </a:cubicBezTo>
                    <a:cubicBezTo>
                      <a:pt x="61874" y="63"/>
                      <a:pt x="59149" y="63"/>
                      <a:pt x="58467" y="63"/>
                    </a:cubicBezTo>
                    <a:cubicBezTo>
                      <a:pt x="52108" y="63"/>
                      <a:pt x="36209" y="732"/>
                      <a:pt x="29850" y="732"/>
                    </a:cubicBezTo>
                    <a:cubicBezTo>
                      <a:pt x="24172" y="732"/>
                      <a:pt x="10091" y="63"/>
                      <a:pt x="4413" y="63"/>
                    </a:cubicBezTo>
                    <a:cubicBezTo>
                      <a:pt x="3050" y="63"/>
                      <a:pt x="97" y="63"/>
                      <a:pt x="97" y="4524"/>
                    </a:cubicBezTo>
                    <a:cubicBezTo>
                      <a:pt x="97" y="6978"/>
                      <a:pt x="2368" y="6978"/>
                      <a:pt x="5321" y="6978"/>
                    </a:cubicBezTo>
                    <a:cubicBezTo>
                      <a:pt x="18948" y="6978"/>
                      <a:pt x="19857" y="8986"/>
                      <a:pt x="21901" y="14563"/>
                    </a:cubicBezTo>
                    <a:lnTo>
                      <a:pt x="49837" y="87958"/>
                    </a:lnTo>
                    <a:cubicBezTo>
                      <a:pt x="50064" y="88627"/>
                      <a:pt x="50745" y="91081"/>
                      <a:pt x="50745" y="91750"/>
                    </a:cubicBezTo>
                    <a:cubicBezTo>
                      <a:pt x="50745" y="92419"/>
                      <a:pt x="41660" y="128336"/>
                      <a:pt x="40525" y="132351"/>
                    </a:cubicBezTo>
                    <a:cubicBezTo>
                      <a:pt x="37572" y="144621"/>
                      <a:pt x="37345" y="145290"/>
                      <a:pt x="19175" y="145513"/>
                    </a:cubicBezTo>
                    <a:cubicBezTo>
                      <a:pt x="14860" y="145513"/>
                      <a:pt x="13043" y="145513"/>
                      <a:pt x="13043" y="149975"/>
                    </a:cubicBezTo>
                    <a:cubicBezTo>
                      <a:pt x="13043" y="152429"/>
                      <a:pt x="15769" y="152429"/>
                      <a:pt x="16223" y="152429"/>
                    </a:cubicBezTo>
                    <a:cubicBezTo>
                      <a:pt x="22582" y="152429"/>
                      <a:pt x="38481" y="151760"/>
                      <a:pt x="44840" y="151760"/>
                    </a:cubicBezTo>
                    <a:cubicBezTo>
                      <a:pt x="51199" y="151760"/>
                      <a:pt x="67552" y="152429"/>
                      <a:pt x="73911" y="152429"/>
                    </a:cubicBezTo>
                    <a:cubicBezTo>
                      <a:pt x="75501" y="152429"/>
                      <a:pt x="78227" y="152429"/>
                      <a:pt x="78227" y="147967"/>
                    </a:cubicBezTo>
                    <a:cubicBezTo>
                      <a:pt x="78227" y="145513"/>
                      <a:pt x="76183" y="145513"/>
                      <a:pt x="71867" y="145513"/>
                    </a:cubicBezTo>
                    <a:cubicBezTo>
                      <a:pt x="71413" y="145513"/>
                      <a:pt x="67098" y="145513"/>
                      <a:pt x="63237" y="145067"/>
                    </a:cubicBezTo>
                    <a:cubicBezTo>
                      <a:pt x="58467" y="144621"/>
                      <a:pt x="57105" y="144175"/>
                      <a:pt x="57105" y="141498"/>
                    </a:cubicBezTo>
                    <a:cubicBezTo>
                      <a:pt x="57105" y="139936"/>
                      <a:pt x="59149" y="132128"/>
                      <a:pt x="60284" y="127443"/>
                    </a:cubicBezTo>
                    <a:lnTo>
                      <a:pt x="68233" y="95989"/>
                    </a:lnTo>
                    <a:cubicBezTo>
                      <a:pt x="69369" y="91750"/>
                      <a:pt x="69596" y="91081"/>
                      <a:pt x="71413" y="89073"/>
                    </a:cubicBezTo>
                    <a:lnTo>
                      <a:pt x="127739" y="25494"/>
                    </a:lnTo>
                    <a:close/>
                  </a:path>
                </a:pathLst>
              </a:custGeom>
              <a:grpFill/>
              <a:ln w="22692" cap="flat">
                <a:noFill/>
                <a:prstDash val="solid"/>
                <a:miter/>
              </a:ln>
            </p:spPr>
            <p:txBody>
              <a:bodyPr/>
              <a:lstStyle/>
              <a:p>
                <a:endParaRPr lang="en-GB" noProof="0"/>
              </a:p>
            </p:txBody>
          </p:sp>
          <p:sp>
            <p:nvSpPr>
              <p:cNvPr id="62" name="Freeform: Shape 61">
                <a:extLst>
                  <a:ext uri="{FF2B5EF4-FFF2-40B4-BE49-F238E27FC236}">
                    <a16:creationId xmlns:a16="http://schemas.microsoft.com/office/drawing/2014/main" id="{812FB88D-8AC1-2D47-3B15-561EC791C2B8}"/>
                  </a:ext>
                </a:extLst>
              </p:cNvPr>
              <p:cNvSpPr/>
              <p:nvPr>
                <p:custDataLst>
                  <p:tags r:id="rId35"/>
                </p:custDataLst>
              </p:nvPr>
            </p:nvSpPr>
            <p:spPr>
              <a:xfrm>
                <a:off x="10004176" y="4486234"/>
                <a:ext cx="70271" cy="103689"/>
              </a:xfrm>
              <a:custGeom>
                <a:avLst/>
                <a:gdLst>
                  <a:gd name="csX0" fmla="*/ 70374 w 70271"/>
                  <a:gd name="csY0" fmla="*/ 75333 h 103689"/>
                  <a:gd name="csX1" fmla="*/ 64969 w 70271"/>
                  <a:gd name="csY1" fmla="*/ 75333 h 103689"/>
                  <a:gd name="csX2" fmla="*/ 60835 w 70271"/>
                  <a:gd name="csY2" fmla="*/ 89543 h 103689"/>
                  <a:gd name="csX3" fmla="*/ 45096 w 70271"/>
                  <a:gd name="csY3" fmla="*/ 90480 h 103689"/>
                  <a:gd name="csX4" fmla="*/ 15842 w 70271"/>
                  <a:gd name="csY4" fmla="*/ 90480 h 103689"/>
                  <a:gd name="csX5" fmla="*/ 47639 w 70271"/>
                  <a:gd name="csY5" fmla="*/ 64245 h 103689"/>
                  <a:gd name="csX6" fmla="*/ 70374 w 70271"/>
                  <a:gd name="csY6" fmla="*/ 30515 h 103689"/>
                  <a:gd name="csX7" fmla="*/ 33172 w 70271"/>
                  <a:gd name="csY7" fmla="*/ 64 h 103689"/>
                  <a:gd name="csX8" fmla="*/ 103 w 70271"/>
                  <a:gd name="csY8" fmla="*/ 28017 h 103689"/>
                  <a:gd name="csX9" fmla="*/ 8529 w 70271"/>
                  <a:gd name="csY9" fmla="*/ 36761 h 103689"/>
                  <a:gd name="csX10" fmla="*/ 16955 w 70271"/>
                  <a:gd name="csY10" fmla="*/ 28485 h 103689"/>
                  <a:gd name="csX11" fmla="*/ 7575 w 70271"/>
                  <a:gd name="csY11" fmla="*/ 20209 h 103689"/>
                  <a:gd name="csX12" fmla="*/ 30787 w 70271"/>
                  <a:gd name="csY12" fmla="*/ 5686 h 103689"/>
                  <a:gd name="csX13" fmla="*/ 54953 w 70271"/>
                  <a:gd name="csY13" fmla="*/ 30515 h 103689"/>
                  <a:gd name="csX14" fmla="*/ 40008 w 70271"/>
                  <a:gd name="csY14" fmla="*/ 60498 h 103689"/>
                  <a:gd name="csX15" fmla="*/ 1693 w 70271"/>
                  <a:gd name="csY15" fmla="*/ 97663 h 103689"/>
                  <a:gd name="csX16" fmla="*/ 103 w 70271"/>
                  <a:gd name="csY16" fmla="*/ 103753 h 103689"/>
                  <a:gd name="csX17" fmla="*/ 65605 w 70271"/>
                  <a:gd name="csY17" fmla="*/ 103753 h 103689"/>
                  <a:gd name="csX18" fmla="*/ 70374 w 70271"/>
                  <a:gd name="csY18" fmla="*/ 75333 h 1036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70271" h="103689">
                    <a:moveTo>
                      <a:pt x="70374" y="75333"/>
                    </a:moveTo>
                    <a:lnTo>
                      <a:pt x="64969" y="75333"/>
                    </a:lnTo>
                    <a:cubicBezTo>
                      <a:pt x="64492" y="78768"/>
                      <a:pt x="62902" y="87981"/>
                      <a:pt x="60835" y="89543"/>
                    </a:cubicBezTo>
                    <a:cubicBezTo>
                      <a:pt x="59563" y="90480"/>
                      <a:pt x="47321" y="90480"/>
                      <a:pt x="45096" y="90480"/>
                    </a:cubicBezTo>
                    <a:lnTo>
                      <a:pt x="15842" y="90480"/>
                    </a:lnTo>
                    <a:cubicBezTo>
                      <a:pt x="32536" y="75957"/>
                      <a:pt x="38100" y="71585"/>
                      <a:pt x="47639" y="64245"/>
                    </a:cubicBezTo>
                    <a:cubicBezTo>
                      <a:pt x="59404" y="55032"/>
                      <a:pt x="70374" y="45350"/>
                      <a:pt x="70374" y="30515"/>
                    </a:cubicBezTo>
                    <a:cubicBezTo>
                      <a:pt x="70374" y="11620"/>
                      <a:pt x="53522" y="64"/>
                      <a:pt x="33172" y="64"/>
                    </a:cubicBezTo>
                    <a:cubicBezTo>
                      <a:pt x="13458" y="64"/>
                      <a:pt x="103" y="13650"/>
                      <a:pt x="103" y="28017"/>
                    </a:cubicBezTo>
                    <a:cubicBezTo>
                      <a:pt x="103" y="35981"/>
                      <a:pt x="6939" y="36761"/>
                      <a:pt x="8529" y="36761"/>
                    </a:cubicBezTo>
                    <a:cubicBezTo>
                      <a:pt x="12345" y="36761"/>
                      <a:pt x="16955" y="34107"/>
                      <a:pt x="16955" y="28485"/>
                    </a:cubicBezTo>
                    <a:cubicBezTo>
                      <a:pt x="16955" y="25674"/>
                      <a:pt x="15842" y="20209"/>
                      <a:pt x="7575" y="20209"/>
                    </a:cubicBezTo>
                    <a:cubicBezTo>
                      <a:pt x="12504" y="9121"/>
                      <a:pt x="23315" y="5686"/>
                      <a:pt x="30787" y="5686"/>
                    </a:cubicBezTo>
                    <a:cubicBezTo>
                      <a:pt x="46685" y="5686"/>
                      <a:pt x="54953" y="17866"/>
                      <a:pt x="54953" y="30515"/>
                    </a:cubicBezTo>
                    <a:cubicBezTo>
                      <a:pt x="54953" y="44101"/>
                      <a:pt x="45096" y="54876"/>
                      <a:pt x="40008" y="60498"/>
                    </a:cubicBezTo>
                    <a:lnTo>
                      <a:pt x="1693" y="97663"/>
                    </a:lnTo>
                    <a:cubicBezTo>
                      <a:pt x="103" y="99069"/>
                      <a:pt x="103" y="99381"/>
                      <a:pt x="103" y="103753"/>
                    </a:cubicBezTo>
                    <a:lnTo>
                      <a:pt x="65605" y="103753"/>
                    </a:lnTo>
                    <a:lnTo>
                      <a:pt x="70374" y="75333"/>
                    </a:lnTo>
                    <a:close/>
                  </a:path>
                </a:pathLst>
              </a:custGeom>
              <a:grpFill/>
              <a:ln w="22692" cap="flat">
                <a:noFill/>
                <a:prstDash val="solid"/>
                <a:miter/>
              </a:ln>
            </p:spPr>
            <p:txBody>
              <a:bodyPr/>
              <a:lstStyle/>
              <a:p>
                <a:endParaRPr lang="en-GB" noProof="0"/>
              </a:p>
            </p:txBody>
          </p:sp>
          <p:sp>
            <p:nvSpPr>
              <p:cNvPr id="63" name="Freeform: Shape 62">
                <a:extLst>
                  <a:ext uri="{FF2B5EF4-FFF2-40B4-BE49-F238E27FC236}">
                    <a16:creationId xmlns:a16="http://schemas.microsoft.com/office/drawing/2014/main" id="{67F016A1-925C-C3EC-D4DE-EA5464339DF8}"/>
                  </a:ext>
                </a:extLst>
              </p:cNvPr>
              <p:cNvSpPr/>
              <p:nvPr>
                <p:custDataLst>
                  <p:tags r:id="rId36"/>
                </p:custDataLst>
              </p:nvPr>
            </p:nvSpPr>
            <p:spPr>
              <a:xfrm>
                <a:off x="10101046" y="4389149"/>
                <a:ext cx="31115" cy="223083"/>
              </a:xfrm>
              <a:custGeom>
                <a:avLst/>
                <a:gdLst>
                  <a:gd name="csX0" fmla="*/ 31223 w 31115"/>
                  <a:gd name="csY0" fmla="*/ 63 h 223083"/>
                  <a:gd name="csX1" fmla="*/ 108 w 31115"/>
                  <a:gd name="csY1" fmla="*/ 63 h 223083"/>
                  <a:gd name="csX2" fmla="*/ 108 w 31115"/>
                  <a:gd name="csY2" fmla="*/ 8986 h 223083"/>
                  <a:gd name="csX3" fmla="*/ 22138 w 31115"/>
                  <a:gd name="csY3" fmla="*/ 8986 h 223083"/>
                  <a:gd name="csX4" fmla="*/ 22138 w 31115"/>
                  <a:gd name="csY4" fmla="*/ 214223 h 223083"/>
                  <a:gd name="csX5" fmla="*/ 108 w 31115"/>
                  <a:gd name="csY5" fmla="*/ 214223 h 223083"/>
                  <a:gd name="csX6" fmla="*/ 108 w 31115"/>
                  <a:gd name="csY6" fmla="*/ 223146 h 223083"/>
                  <a:gd name="csX7" fmla="*/ 31223 w 31115"/>
                  <a:gd name="csY7" fmla="*/ 223146 h 223083"/>
                  <a:gd name="csX8" fmla="*/ 31223 w 31115"/>
                  <a:gd name="csY8" fmla="*/ 63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115" h="223083">
                    <a:moveTo>
                      <a:pt x="31223" y="63"/>
                    </a:moveTo>
                    <a:lnTo>
                      <a:pt x="108" y="63"/>
                    </a:lnTo>
                    <a:lnTo>
                      <a:pt x="108" y="8986"/>
                    </a:lnTo>
                    <a:lnTo>
                      <a:pt x="22138" y="8986"/>
                    </a:lnTo>
                    <a:lnTo>
                      <a:pt x="22138" y="214223"/>
                    </a:lnTo>
                    <a:lnTo>
                      <a:pt x="108" y="214223"/>
                    </a:lnTo>
                    <a:lnTo>
                      <a:pt x="108" y="223146"/>
                    </a:lnTo>
                    <a:lnTo>
                      <a:pt x="31223" y="223146"/>
                    </a:lnTo>
                    <a:lnTo>
                      <a:pt x="31223" y="63"/>
                    </a:lnTo>
                    <a:close/>
                  </a:path>
                </a:pathLst>
              </a:custGeom>
              <a:grpFill/>
              <a:ln w="22692" cap="flat">
                <a:noFill/>
                <a:prstDash val="solid"/>
                <a:miter/>
              </a:ln>
            </p:spPr>
            <p:txBody>
              <a:bodyPr/>
              <a:lstStyle/>
              <a:p>
                <a:endParaRPr lang="en-GB" noProof="0"/>
              </a:p>
            </p:txBody>
          </p:sp>
        </p:grpSp>
      </p:grpSp>
      <p:grpSp>
        <p:nvGrpSpPr>
          <p:cNvPr id="114" name="Group 113">
            <a:extLst>
              <a:ext uri="{FF2B5EF4-FFF2-40B4-BE49-F238E27FC236}">
                <a16:creationId xmlns:a16="http://schemas.microsoft.com/office/drawing/2014/main" id="{ED373262-330D-D6CE-AB95-58AB791C3DA0}"/>
              </a:ext>
            </a:extLst>
          </p:cNvPr>
          <p:cNvGrpSpPr/>
          <p:nvPr/>
        </p:nvGrpSpPr>
        <p:grpSpPr>
          <a:xfrm>
            <a:off x="6233317" y="5036748"/>
            <a:ext cx="1920894" cy="1021404"/>
            <a:chOff x="6233317" y="5036748"/>
            <a:chExt cx="1920894" cy="1021404"/>
          </a:xfrm>
        </p:grpSpPr>
        <p:grpSp>
          <p:nvGrpSpPr>
            <p:cNvPr id="38" name="Group 37">
              <a:extLst>
                <a:ext uri="{FF2B5EF4-FFF2-40B4-BE49-F238E27FC236}">
                  <a16:creationId xmlns:a16="http://schemas.microsoft.com/office/drawing/2014/main" id="{0EA869EF-0078-94B8-F641-890919497188}"/>
                </a:ext>
              </a:extLst>
            </p:cNvPr>
            <p:cNvGrpSpPr/>
            <p:nvPr/>
          </p:nvGrpSpPr>
          <p:grpSpPr>
            <a:xfrm>
              <a:off x="6233317" y="5036748"/>
              <a:ext cx="1021404" cy="1021404"/>
              <a:chOff x="1753371" y="3407508"/>
              <a:chExt cx="1021404" cy="1021404"/>
            </a:xfrm>
            <a:solidFill>
              <a:schemeClr val="accent2"/>
            </a:solidFill>
          </p:grpSpPr>
          <p:sp>
            <p:nvSpPr>
              <p:cNvPr id="39" name="Oval 38">
                <a:extLst>
                  <a:ext uri="{FF2B5EF4-FFF2-40B4-BE49-F238E27FC236}">
                    <a16:creationId xmlns:a16="http://schemas.microsoft.com/office/drawing/2014/main" id="{6A1B6F54-97D7-7F1C-EED3-D00040F5C8D3}"/>
                  </a:ext>
                </a:extLst>
              </p:cNvPr>
              <p:cNvSpPr/>
              <p:nvPr/>
            </p:nvSpPr>
            <p:spPr>
              <a:xfrm>
                <a:off x="1753371" y="3407508"/>
                <a:ext cx="1021404" cy="1021404"/>
              </a:xfrm>
              <a:prstGeom prst="ellipse">
                <a:avLst/>
              </a:prstGeom>
              <a:solidFill>
                <a:srgbClr val="FFC000"/>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B" noProof="0"/>
              </a:p>
            </p:txBody>
          </p:sp>
          <p:pic>
            <p:nvPicPr>
              <p:cNvPr id="40" name="Picture 39">
                <a:extLst>
                  <a:ext uri="{FF2B5EF4-FFF2-40B4-BE49-F238E27FC236}">
                    <a16:creationId xmlns:a16="http://schemas.microsoft.com/office/drawing/2014/main" id="{A674341A-7284-66F5-B790-B9461286D89B}"/>
                  </a:ext>
                </a:extLst>
              </p:cNvPr>
              <p:cNvPicPr>
                <a:picLocks noChangeAspect="1"/>
              </p:cNvPicPr>
              <p:nvPr>
                <p:custDataLst>
                  <p:tags r:id="rId27"/>
                </p:custDataLst>
              </p:nvPr>
            </p:nvPicPr>
            <p:blipFill>
              <a:blip r:embed="rId52" cstate="print">
                <a:extLst>
                  <a:ext uri="{28A0092B-C50C-407E-A947-70E740481C1C}">
                    <a14:useLocalDpi xmlns:a14="http://schemas.microsoft.com/office/drawing/2010/main" val="0"/>
                  </a:ext>
                </a:extLst>
              </a:blip>
              <a:stretch>
                <a:fillRect/>
              </a:stretch>
            </p:blipFill>
            <p:spPr>
              <a:xfrm>
                <a:off x="2163494" y="3845017"/>
                <a:ext cx="210803" cy="190136"/>
              </a:xfrm>
              <a:prstGeom prst="rect">
                <a:avLst/>
              </a:prstGeom>
              <a:noFill/>
            </p:spPr>
          </p:pic>
        </p:grpSp>
        <p:grpSp>
          <p:nvGrpSpPr>
            <p:cNvPr id="72" name="Group 71" descr="\documentclass{article}&#10;\usepackage{amsmath}&#10;\pagestyle{empty}&#10;\begin{document}&#10;&#10;$Avg[Y_4]$&#10;&#10;&#10;&#10;\end{document}" title="IguanaTex Shape Display">
              <a:extLst>
                <a:ext uri="{FF2B5EF4-FFF2-40B4-BE49-F238E27FC236}">
                  <a16:creationId xmlns:a16="http://schemas.microsoft.com/office/drawing/2014/main" id="{1508C14B-9588-CC92-A89B-E015311FBCE4}"/>
                </a:ext>
              </a:extLst>
            </p:cNvPr>
            <p:cNvGrpSpPr>
              <a:grpSpLocks noChangeAspect="1"/>
            </p:cNvGrpSpPr>
            <p:nvPr>
              <p:custDataLst>
                <p:tags r:id="rId19"/>
              </p:custDataLst>
            </p:nvPr>
          </p:nvGrpSpPr>
          <p:grpSpPr>
            <a:xfrm>
              <a:off x="7424155" y="5449458"/>
              <a:ext cx="730056" cy="223083"/>
              <a:chOff x="9372918" y="6692391"/>
              <a:chExt cx="730056" cy="223083"/>
            </a:xfrm>
            <a:solidFill>
              <a:schemeClr val="bg1"/>
            </a:solidFill>
          </p:grpSpPr>
          <p:sp>
            <p:nvSpPr>
              <p:cNvPr id="73" name="Freeform: Shape 72">
                <a:extLst>
                  <a:ext uri="{FF2B5EF4-FFF2-40B4-BE49-F238E27FC236}">
                    <a16:creationId xmlns:a16="http://schemas.microsoft.com/office/drawing/2014/main" id="{D92FF994-04AB-81B0-409A-CF3197E431D3}"/>
                  </a:ext>
                </a:extLst>
              </p:cNvPr>
              <p:cNvSpPr/>
              <p:nvPr>
                <p:custDataLst>
                  <p:tags r:id="rId20"/>
                </p:custDataLst>
              </p:nvPr>
            </p:nvSpPr>
            <p:spPr>
              <a:xfrm>
                <a:off x="9372918" y="6699975"/>
                <a:ext cx="155804" cy="159727"/>
              </a:xfrm>
              <a:custGeom>
                <a:avLst/>
                <a:gdLst>
                  <a:gd name="csX0" fmla="*/ 32782 w 155804"/>
                  <a:gd name="csY0" fmla="*/ 134136 h 159727"/>
                  <a:gd name="csX1" fmla="*/ 4846 w 155804"/>
                  <a:gd name="csY1" fmla="*/ 152875 h 159727"/>
                  <a:gd name="csX2" fmla="*/ 77 w 155804"/>
                  <a:gd name="csY2" fmla="*/ 157337 h 159727"/>
                  <a:gd name="csX3" fmla="*/ 3029 w 155804"/>
                  <a:gd name="csY3" fmla="*/ 159791 h 159727"/>
                  <a:gd name="csX4" fmla="*/ 22562 w 155804"/>
                  <a:gd name="csY4" fmla="*/ 159121 h 159727"/>
                  <a:gd name="csX5" fmla="*/ 45274 w 155804"/>
                  <a:gd name="csY5" fmla="*/ 159791 h 159727"/>
                  <a:gd name="csX6" fmla="*/ 49589 w 155804"/>
                  <a:gd name="csY6" fmla="*/ 155552 h 159727"/>
                  <a:gd name="csX7" fmla="*/ 45955 w 155804"/>
                  <a:gd name="csY7" fmla="*/ 152875 h 159727"/>
                  <a:gd name="csX8" fmla="*/ 35280 w 155804"/>
                  <a:gd name="csY8" fmla="*/ 145067 h 159727"/>
                  <a:gd name="csX9" fmla="*/ 38460 w 155804"/>
                  <a:gd name="csY9" fmla="*/ 136813 h 159727"/>
                  <a:gd name="csX10" fmla="*/ 55721 w 155804"/>
                  <a:gd name="csY10" fmla="*/ 108258 h 159727"/>
                  <a:gd name="csX11" fmla="*/ 112729 w 155804"/>
                  <a:gd name="csY11" fmla="*/ 108258 h 159727"/>
                  <a:gd name="csX12" fmla="*/ 116362 w 155804"/>
                  <a:gd name="csY12" fmla="*/ 145513 h 159727"/>
                  <a:gd name="csX13" fmla="*/ 100010 w 155804"/>
                  <a:gd name="csY13" fmla="*/ 152875 h 159727"/>
                  <a:gd name="csX14" fmla="*/ 94559 w 155804"/>
                  <a:gd name="csY14" fmla="*/ 157337 h 159727"/>
                  <a:gd name="csX15" fmla="*/ 97739 w 155804"/>
                  <a:gd name="csY15" fmla="*/ 159791 h 159727"/>
                  <a:gd name="csX16" fmla="*/ 126129 w 155804"/>
                  <a:gd name="csY16" fmla="*/ 159121 h 159727"/>
                  <a:gd name="csX17" fmla="*/ 151793 w 155804"/>
                  <a:gd name="csY17" fmla="*/ 159791 h 159727"/>
                  <a:gd name="csX18" fmla="*/ 155882 w 155804"/>
                  <a:gd name="csY18" fmla="*/ 155329 h 159727"/>
                  <a:gd name="csX19" fmla="*/ 150658 w 155804"/>
                  <a:gd name="csY19" fmla="*/ 152875 h 159727"/>
                  <a:gd name="csX20" fmla="*/ 135895 w 155804"/>
                  <a:gd name="csY20" fmla="*/ 144844 h 159727"/>
                  <a:gd name="csX21" fmla="*/ 122041 w 155804"/>
                  <a:gd name="csY21" fmla="*/ 5417 h 159727"/>
                  <a:gd name="csX22" fmla="*/ 117725 w 155804"/>
                  <a:gd name="csY22" fmla="*/ 63 h 159727"/>
                  <a:gd name="csX23" fmla="*/ 111820 w 155804"/>
                  <a:gd name="csY23" fmla="*/ 3855 h 159727"/>
                  <a:gd name="csX24" fmla="*/ 32782 w 155804"/>
                  <a:gd name="csY24" fmla="*/ 134136 h 159727"/>
                  <a:gd name="csX25" fmla="*/ 60037 w 155804"/>
                  <a:gd name="csY25" fmla="*/ 101343 h 159727"/>
                  <a:gd name="csX26" fmla="*/ 104779 w 155804"/>
                  <a:gd name="csY26" fmla="*/ 27725 h 159727"/>
                  <a:gd name="csX27" fmla="*/ 112047 w 155804"/>
                  <a:gd name="csY27" fmla="*/ 101343 h 159727"/>
                  <a:gd name="csX28" fmla="*/ 60037 w 155804"/>
                  <a:gd name="csY28" fmla="*/ 101343 h 1597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55804" h="159727">
                    <a:moveTo>
                      <a:pt x="32782" y="134136"/>
                    </a:moveTo>
                    <a:cubicBezTo>
                      <a:pt x="23697" y="149083"/>
                      <a:pt x="14840" y="152206"/>
                      <a:pt x="4846" y="152875"/>
                    </a:cubicBezTo>
                    <a:cubicBezTo>
                      <a:pt x="2121" y="153098"/>
                      <a:pt x="77" y="153098"/>
                      <a:pt x="77" y="157337"/>
                    </a:cubicBezTo>
                    <a:cubicBezTo>
                      <a:pt x="77" y="158675"/>
                      <a:pt x="1212" y="159791"/>
                      <a:pt x="3029" y="159791"/>
                    </a:cubicBezTo>
                    <a:cubicBezTo>
                      <a:pt x="9162" y="159791"/>
                      <a:pt x="16202" y="159121"/>
                      <a:pt x="22562" y="159121"/>
                    </a:cubicBezTo>
                    <a:cubicBezTo>
                      <a:pt x="30057" y="159121"/>
                      <a:pt x="38006" y="159791"/>
                      <a:pt x="45274" y="159791"/>
                    </a:cubicBezTo>
                    <a:cubicBezTo>
                      <a:pt x="46636" y="159791"/>
                      <a:pt x="49589" y="159791"/>
                      <a:pt x="49589" y="155552"/>
                    </a:cubicBezTo>
                    <a:cubicBezTo>
                      <a:pt x="49589" y="153098"/>
                      <a:pt x="47545" y="152875"/>
                      <a:pt x="45955" y="152875"/>
                    </a:cubicBezTo>
                    <a:cubicBezTo>
                      <a:pt x="40731" y="152429"/>
                      <a:pt x="35280" y="150644"/>
                      <a:pt x="35280" y="145067"/>
                    </a:cubicBezTo>
                    <a:cubicBezTo>
                      <a:pt x="35280" y="142390"/>
                      <a:pt x="36643" y="139936"/>
                      <a:pt x="38460" y="136813"/>
                    </a:cubicBezTo>
                    <a:lnTo>
                      <a:pt x="55721" y="108258"/>
                    </a:lnTo>
                    <a:lnTo>
                      <a:pt x="112729" y="108258"/>
                    </a:lnTo>
                    <a:cubicBezTo>
                      <a:pt x="113183" y="112943"/>
                      <a:pt x="116362" y="143282"/>
                      <a:pt x="116362" y="145513"/>
                    </a:cubicBezTo>
                    <a:cubicBezTo>
                      <a:pt x="116362" y="152206"/>
                      <a:pt x="104552" y="152875"/>
                      <a:pt x="100010" y="152875"/>
                    </a:cubicBezTo>
                    <a:cubicBezTo>
                      <a:pt x="96830" y="152875"/>
                      <a:pt x="94559" y="152875"/>
                      <a:pt x="94559" y="157337"/>
                    </a:cubicBezTo>
                    <a:cubicBezTo>
                      <a:pt x="94559" y="159791"/>
                      <a:pt x="97284" y="159791"/>
                      <a:pt x="97739" y="159791"/>
                    </a:cubicBezTo>
                    <a:cubicBezTo>
                      <a:pt x="107051" y="159791"/>
                      <a:pt x="116817" y="159121"/>
                      <a:pt x="126129" y="159121"/>
                    </a:cubicBezTo>
                    <a:cubicBezTo>
                      <a:pt x="131807" y="159121"/>
                      <a:pt x="146115" y="159791"/>
                      <a:pt x="151793" y="159791"/>
                    </a:cubicBezTo>
                    <a:cubicBezTo>
                      <a:pt x="153156" y="159791"/>
                      <a:pt x="155882" y="159791"/>
                      <a:pt x="155882" y="155329"/>
                    </a:cubicBezTo>
                    <a:cubicBezTo>
                      <a:pt x="155882" y="152875"/>
                      <a:pt x="153610" y="152875"/>
                      <a:pt x="150658" y="152875"/>
                    </a:cubicBezTo>
                    <a:cubicBezTo>
                      <a:pt x="136576" y="152875"/>
                      <a:pt x="136576" y="151313"/>
                      <a:pt x="135895" y="144844"/>
                    </a:cubicBezTo>
                    <a:lnTo>
                      <a:pt x="122041" y="5417"/>
                    </a:lnTo>
                    <a:cubicBezTo>
                      <a:pt x="121586" y="955"/>
                      <a:pt x="121586" y="63"/>
                      <a:pt x="117725" y="63"/>
                    </a:cubicBezTo>
                    <a:cubicBezTo>
                      <a:pt x="114091" y="63"/>
                      <a:pt x="113183" y="1624"/>
                      <a:pt x="111820" y="3855"/>
                    </a:cubicBezTo>
                    <a:lnTo>
                      <a:pt x="32782" y="134136"/>
                    </a:lnTo>
                    <a:close/>
                    <a:moveTo>
                      <a:pt x="60037" y="101343"/>
                    </a:moveTo>
                    <a:lnTo>
                      <a:pt x="104779" y="27725"/>
                    </a:lnTo>
                    <a:lnTo>
                      <a:pt x="112047" y="101343"/>
                    </a:lnTo>
                    <a:lnTo>
                      <a:pt x="60037" y="101343"/>
                    </a:lnTo>
                    <a:close/>
                  </a:path>
                </a:pathLst>
              </a:custGeom>
              <a:grpFill/>
              <a:ln w="22692" cap="flat">
                <a:noFill/>
                <a:prstDash val="solid"/>
                <a:miter/>
              </a:ln>
            </p:spPr>
            <p:txBody>
              <a:bodyPr/>
              <a:lstStyle/>
              <a:p>
                <a:endParaRPr lang="en-GB" noProof="0"/>
              </a:p>
            </p:txBody>
          </p:sp>
          <p:sp>
            <p:nvSpPr>
              <p:cNvPr id="74" name="Freeform: Shape 73">
                <a:extLst>
                  <a:ext uri="{FF2B5EF4-FFF2-40B4-BE49-F238E27FC236}">
                    <a16:creationId xmlns:a16="http://schemas.microsoft.com/office/drawing/2014/main" id="{B0582E17-57CE-ACB5-7138-57F5F73A45A8}"/>
                  </a:ext>
                </a:extLst>
              </p:cNvPr>
              <p:cNvSpPr/>
              <p:nvPr>
                <p:custDataLst>
                  <p:tags r:id="rId21"/>
                </p:custDataLst>
              </p:nvPr>
            </p:nvSpPr>
            <p:spPr>
              <a:xfrm>
                <a:off x="9541896" y="6761100"/>
                <a:ext cx="99705" cy="101056"/>
              </a:xfrm>
              <a:custGeom>
                <a:avLst/>
                <a:gdLst>
                  <a:gd name="csX0" fmla="*/ 99790 w 99705"/>
                  <a:gd name="csY0" fmla="*/ 15679 h 101056"/>
                  <a:gd name="csX1" fmla="*/ 89797 w 99705"/>
                  <a:gd name="csY1" fmla="*/ 63 h 101056"/>
                  <a:gd name="csX2" fmla="*/ 78668 w 99705"/>
                  <a:gd name="csY2" fmla="*/ 10771 h 101056"/>
                  <a:gd name="csX3" fmla="*/ 82302 w 99705"/>
                  <a:gd name="csY3" fmla="*/ 17463 h 101056"/>
                  <a:gd name="csX4" fmla="*/ 90024 w 99705"/>
                  <a:gd name="csY4" fmla="*/ 35756 h 101056"/>
                  <a:gd name="csX5" fmla="*/ 49596 w 99705"/>
                  <a:gd name="csY5" fmla="*/ 96212 h 101056"/>
                  <a:gd name="csX6" fmla="*/ 32790 w 99705"/>
                  <a:gd name="csY6" fmla="*/ 76803 h 101056"/>
                  <a:gd name="csX7" fmla="*/ 45963 w 99705"/>
                  <a:gd name="csY7" fmla="*/ 29510 h 101056"/>
                  <a:gd name="csX8" fmla="*/ 48688 w 99705"/>
                  <a:gd name="csY8" fmla="*/ 18356 h 101056"/>
                  <a:gd name="csX9" fmla="*/ 30064 w 99705"/>
                  <a:gd name="csY9" fmla="*/ 63 h 101056"/>
                  <a:gd name="csX10" fmla="*/ 84 w 99705"/>
                  <a:gd name="csY10" fmla="*/ 34418 h 101056"/>
                  <a:gd name="csX11" fmla="*/ 2810 w 99705"/>
                  <a:gd name="csY11" fmla="*/ 36648 h 101056"/>
                  <a:gd name="csX12" fmla="*/ 6444 w 99705"/>
                  <a:gd name="csY12" fmla="*/ 32633 h 101056"/>
                  <a:gd name="csX13" fmla="*/ 29383 w 99705"/>
                  <a:gd name="csY13" fmla="*/ 4971 h 101056"/>
                  <a:gd name="csX14" fmla="*/ 35061 w 99705"/>
                  <a:gd name="csY14" fmla="*/ 12109 h 101056"/>
                  <a:gd name="csX15" fmla="*/ 31200 w 99705"/>
                  <a:gd name="csY15" fmla="*/ 27725 h 101056"/>
                  <a:gd name="csX16" fmla="*/ 18254 w 99705"/>
                  <a:gd name="csY16" fmla="*/ 73457 h 101056"/>
                  <a:gd name="csX17" fmla="*/ 48688 w 99705"/>
                  <a:gd name="csY17" fmla="*/ 101120 h 101056"/>
                  <a:gd name="csX18" fmla="*/ 99790 w 99705"/>
                  <a:gd name="csY18" fmla="*/ 15679 h 101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99705" h="101056">
                    <a:moveTo>
                      <a:pt x="99790" y="15679"/>
                    </a:moveTo>
                    <a:cubicBezTo>
                      <a:pt x="99790" y="3632"/>
                      <a:pt x="93885" y="63"/>
                      <a:pt x="89797" y="63"/>
                    </a:cubicBezTo>
                    <a:cubicBezTo>
                      <a:pt x="84119" y="63"/>
                      <a:pt x="78668" y="5863"/>
                      <a:pt x="78668" y="10771"/>
                    </a:cubicBezTo>
                    <a:cubicBezTo>
                      <a:pt x="78668" y="13671"/>
                      <a:pt x="79804" y="15009"/>
                      <a:pt x="82302" y="17463"/>
                    </a:cubicBezTo>
                    <a:cubicBezTo>
                      <a:pt x="87071" y="21925"/>
                      <a:pt x="90024" y="27725"/>
                      <a:pt x="90024" y="35756"/>
                    </a:cubicBezTo>
                    <a:cubicBezTo>
                      <a:pt x="90024" y="45126"/>
                      <a:pt x="76170" y="96212"/>
                      <a:pt x="49596" y="96212"/>
                    </a:cubicBezTo>
                    <a:cubicBezTo>
                      <a:pt x="38013" y="96212"/>
                      <a:pt x="32790" y="88404"/>
                      <a:pt x="32790" y="76803"/>
                    </a:cubicBezTo>
                    <a:cubicBezTo>
                      <a:pt x="32790" y="64311"/>
                      <a:pt x="38922" y="48026"/>
                      <a:pt x="45963" y="29510"/>
                    </a:cubicBezTo>
                    <a:cubicBezTo>
                      <a:pt x="47552" y="25717"/>
                      <a:pt x="48688" y="22594"/>
                      <a:pt x="48688" y="18356"/>
                    </a:cubicBezTo>
                    <a:cubicBezTo>
                      <a:pt x="48688" y="8317"/>
                      <a:pt x="41420" y="63"/>
                      <a:pt x="30064" y="63"/>
                    </a:cubicBezTo>
                    <a:cubicBezTo>
                      <a:pt x="8715" y="63"/>
                      <a:pt x="84" y="32410"/>
                      <a:pt x="84" y="34418"/>
                    </a:cubicBezTo>
                    <a:cubicBezTo>
                      <a:pt x="84" y="36648"/>
                      <a:pt x="2355" y="36648"/>
                      <a:pt x="2810" y="36648"/>
                    </a:cubicBezTo>
                    <a:cubicBezTo>
                      <a:pt x="5081" y="36648"/>
                      <a:pt x="5308" y="36202"/>
                      <a:pt x="6444" y="32633"/>
                    </a:cubicBezTo>
                    <a:cubicBezTo>
                      <a:pt x="13030" y="10102"/>
                      <a:pt x="22796" y="4971"/>
                      <a:pt x="29383" y="4971"/>
                    </a:cubicBezTo>
                    <a:cubicBezTo>
                      <a:pt x="31200" y="4971"/>
                      <a:pt x="35061" y="4971"/>
                      <a:pt x="35061" y="12109"/>
                    </a:cubicBezTo>
                    <a:cubicBezTo>
                      <a:pt x="35061" y="17686"/>
                      <a:pt x="32790" y="23710"/>
                      <a:pt x="31200" y="27725"/>
                    </a:cubicBezTo>
                    <a:cubicBezTo>
                      <a:pt x="21206" y="53603"/>
                      <a:pt x="18254" y="63865"/>
                      <a:pt x="18254" y="73457"/>
                    </a:cubicBezTo>
                    <a:cubicBezTo>
                      <a:pt x="18254" y="97550"/>
                      <a:pt x="38240" y="101120"/>
                      <a:pt x="48688" y="101120"/>
                    </a:cubicBezTo>
                    <a:cubicBezTo>
                      <a:pt x="86844" y="101120"/>
                      <a:pt x="99790" y="27279"/>
                      <a:pt x="99790" y="15679"/>
                    </a:cubicBezTo>
                    <a:close/>
                  </a:path>
                </a:pathLst>
              </a:custGeom>
              <a:grpFill/>
              <a:ln w="22692" cap="flat">
                <a:noFill/>
                <a:prstDash val="solid"/>
                <a:miter/>
              </a:ln>
            </p:spPr>
            <p:txBody>
              <a:bodyPr/>
              <a:lstStyle/>
              <a:p>
                <a:endParaRPr lang="en-GB" noProof="0"/>
              </a:p>
            </p:txBody>
          </p:sp>
          <p:sp>
            <p:nvSpPr>
              <p:cNvPr id="75" name="Freeform: Shape 74">
                <a:extLst>
                  <a:ext uri="{FF2B5EF4-FFF2-40B4-BE49-F238E27FC236}">
                    <a16:creationId xmlns:a16="http://schemas.microsoft.com/office/drawing/2014/main" id="{1C24CB75-1D2A-CF4F-0BCD-5BEDDB0592BF}"/>
                  </a:ext>
                </a:extLst>
              </p:cNvPr>
              <p:cNvSpPr/>
              <p:nvPr>
                <p:custDataLst>
                  <p:tags r:id="rId22"/>
                </p:custDataLst>
              </p:nvPr>
            </p:nvSpPr>
            <p:spPr>
              <a:xfrm>
                <a:off x="9656956" y="6761100"/>
                <a:ext cx="104248" cy="144334"/>
              </a:xfrm>
              <a:custGeom>
                <a:avLst/>
                <a:gdLst>
                  <a:gd name="csX0" fmla="*/ 103656 w 104248"/>
                  <a:gd name="csY0" fmla="*/ 14563 h 144334"/>
                  <a:gd name="csX1" fmla="*/ 104338 w 104248"/>
                  <a:gd name="csY1" fmla="*/ 10548 h 144334"/>
                  <a:gd name="csX2" fmla="*/ 97751 w 104248"/>
                  <a:gd name="csY2" fmla="*/ 4524 h 144334"/>
                  <a:gd name="csX3" fmla="*/ 88439 w 104248"/>
                  <a:gd name="csY3" fmla="*/ 14117 h 144334"/>
                  <a:gd name="csX4" fmla="*/ 67317 w 104248"/>
                  <a:gd name="csY4" fmla="*/ 63 h 144334"/>
                  <a:gd name="csX5" fmla="*/ 13262 w 104248"/>
                  <a:gd name="csY5" fmla="*/ 63418 h 144334"/>
                  <a:gd name="csX6" fmla="*/ 43469 w 104248"/>
                  <a:gd name="csY6" fmla="*/ 98666 h 144334"/>
                  <a:gd name="csX7" fmla="*/ 69815 w 104248"/>
                  <a:gd name="csY7" fmla="*/ 85727 h 144334"/>
                  <a:gd name="csX8" fmla="*/ 70043 w 104248"/>
                  <a:gd name="csY8" fmla="*/ 85950 h 144334"/>
                  <a:gd name="csX9" fmla="*/ 62548 w 104248"/>
                  <a:gd name="csY9" fmla="*/ 115397 h 144334"/>
                  <a:gd name="csX10" fmla="*/ 29842 w 104248"/>
                  <a:gd name="csY10" fmla="*/ 139490 h 144334"/>
                  <a:gd name="csX11" fmla="*/ 11673 w 104248"/>
                  <a:gd name="csY11" fmla="*/ 137259 h 144334"/>
                  <a:gd name="csX12" fmla="*/ 20984 w 104248"/>
                  <a:gd name="csY12" fmla="*/ 125659 h 144334"/>
                  <a:gd name="csX13" fmla="*/ 12354 w 104248"/>
                  <a:gd name="csY13" fmla="*/ 117851 h 144334"/>
                  <a:gd name="csX14" fmla="*/ 89 w 104248"/>
                  <a:gd name="csY14" fmla="*/ 130790 h 144334"/>
                  <a:gd name="csX15" fmla="*/ 30296 w 104248"/>
                  <a:gd name="csY15" fmla="*/ 144398 h 144334"/>
                  <a:gd name="csX16" fmla="*/ 78446 w 104248"/>
                  <a:gd name="csY16" fmla="*/ 113612 h 144334"/>
                  <a:gd name="csX17" fmla="*/ 103656 w 104248"/>
                  <a:gd name="csY17" fmla="*/ 14563 h 144334"/>
                  <a:gd name="csX18" fmla="*/ 74131 w 104248"/>
                  <a:gd name="csY18" fmla="*/ 70111 h 144334"/>
                  <a:gd name="csX19" fmla="*/ 62548 w 104248"/>
                  <a:gd name="csY19" fmla="*/ 85727 h 144334"/>
                  <a:gd name="csX20" fmla="*/ 44151 w 104248"/>
                  <a:gd name="csY20" fmla="*/ 93758 h 144334"/>
                  <a:gd name="csX21" fmla="*/ 29388 w 104248"/>
                  <a:gd name="csY21" fmla="*/ 73234 h 144334"/>
                  <a:gd name="csX22" fmla="*/ 42107 w 104248"/>
                  <a:gd name="csY22" fmla="*/ 24825 h 144334"/>
                  <a:gd name="csX23" fmla="*/ 67544 w 104248"/>
                  <a:gd name="csY23" fmla="*/ 4971 h 144334"/>
                  <a:gd name="csX24" fmla="*/ 85714 w 104248"/>
                  <a:gd name="csY24" fmla="*/ 24156 h 144334"/>
                  <a:gd name="csX25" fmla="*/ 85032 w 104248"/>
                  <a:gd name="csY25" fmla="*/ 27502 h 144334"/>
                  <a:gd name="csX26" fmla="*/ 74131 w 104248"/>
                  <a:gd name="csY26" fmla="*/ 70111 h 144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04248" h="144334">
                    <a:moveTo>
                      <a:pt x="103656" y="14563"/>
                    </a:moveTo>
                    <a:cubicBezTo>
                      <a:pt x="103883" y="13225"/>
                      <a:pt x="104338" y="12109"/>
                      <a:pt x="104338" y="10548"/>
                    </a:cubicBezTo>
                    <a:cubicBezTo>
                      <a:pt x="104338" y="6755"/>
                      <a:pt x="101612" y="4524"/>
                      <a:pt x="97751" y="4524"/>
                    </a:cubicBezTo>
                    <a:cubicBezTo>
                      <a:pt x="95480" y="4524"/>
                      <a:pt x="89348" y="6086"/>
                      <a:pt x="88439" y="14117"/>
                    </a:cubicBezTo>
                    <a:cubicBezTo>
                      <a:pt x="84351" y="5863"/>
                      <a:pt x="76402" y="63"/>
                      <a:pt x="67317" y="63"/>
                    </a:cubicBezTo>
                    <a:cubicBezTo>
                      <a:pt x="41425" y="63"/>
                      <a:pt x="13262" y="31294"/>
                      <a:pt x="13262" y="63418"/>
                    </a:cubicBezTo>
                    <a:cubicBezTo>
                      <a:pt x="13262" y="85504"/>
                      <a:pt x="27117" y="98666"/>
                      <a:pt x="43469" y="98666"/>
                    </a:cubicBezTo>
                    <a:cubicBezTo>
                      <a:pt x="56870" y="98666"/>
                      <a:pt x="67544" y="88181"/>
                      <a:pt x="69815" y="85727"/>
                    </a:cubicBezTo>
                    <a:lnTo>
                      <a:pt x="70043" y="85950"/>
                    </a:lnTo>
                    <a:cubicBezTo>
                      <a:pt x="65273" y="105804"/>
                      <a:pt x="62548" y="114951"/>
                      <a:pt x="62548" y="115397"/>
                    </a:cubicBezTo>
                    <a:cubicBezTo>
                      <a:pt x="61639" y="117405"/>
                      <a:pt x="53917" y="139490"/>
                      <a:pt x="29842" y="139490"/>
                    </a:cubicBezTo>
                    <a:cubicBezTo>
                      <a:pt x="25527" y="139490"/>
                      <a:pt x="18032" y="139267"/>
                      <a:pt x="11673" y="137259"/>
                    </a:cubicBezTo>
                    <a:cubicBezTo>
                      <a:pt x="18486" y="135251"/>
                      <a:pt x="20984" y="129451"/>
                      <a:pt x="20984" y="125659"/>
                    </a:cubicBezTo>
                    <a:cubicBezTo>
                      <a:pt x="20984" y="122089"/>
                      <a:pt x="18486" y="117851"/>
                      <a:pt x="12354" y="117851"/>
                    </a:cubicBezTo>
                    <a:cubicBezTo>
                      <a:pt x="7357" y="117851"/>
                      <a:pt x="89" y="121866"/>
                      <a:pt x="89" y="130790"/>
                    </a:cubicBezTo>
                    <a:cubicBezTo>
                      <a:pt x="89" y="139936"/>
                      <a:pt x="8493" y="144398"/>
                      <a:pt x="30296" y="144398"/>
                    </a:cubicBezTo>
                    <a:cubicBezTo>
                      <a:pt x="58686" y="144398"/>
                      <a:pt x="75039" y="126997"/>
                      <a:pt x="78446" y="113612"/>
                    </a:cubicBezTo>
                    <a:lnTo>
                      <a:pt x="103656" y="14563"/>
                    </a:lnTo>
                    <a:close/>
                    <a:moveTo>
                      <a:pt x="74131" y="70111"/>
                    </a:moveTo>
                    <a:cubicBezTo>
                      <a:pt x="72768" y="75911"/>
                      <a:pt x="67544" y="81488"/>
                      <a:pt x="62548" y="85727"/>
                    </a:cubicBezTo>
                    <a:cubicBezTo>
                      <a:pt x="57778" y="89742"/>
                      <a:pt x="50737" y="93758"/>
                      <a:pt x="44151" y="93758"/>
                    </a:cubicBezTo>
                    <a:cubicBezTo>
                      <a:pt x="32795" y="93758"/>
                      <a:pt x="29388" y="82157"/>
                      <a:pt x="29388" y="73234"/>
                    </a:cubicBezTo>
                    <a:cubicBezTo>
                      <a:pt x="29388" y="62526"/>
                      <a:pt x="35974" y="36202"/>
                      <a:pt x="42107" y="24825"/>
                    </a:cubicBezTo>
                    <a:cubicBezTo>
                      <a:pt x="48239" y="13894"/>
                      <a:pt x="58005" y="4971"/>
                      <a:pt x="67544" y="4971"/>
                    </a:cubicBezTo>
                    <a:cubicBezTo>
                      <a:pt x="82534" y="4971"/>
                      <a:pt x="85714" y="23040"/>
                      <a:pt x="85714" y="24156"/>
                    </a:cubicBezTo>
                    <a:cubicBezTo>
                      <a:pt x="85714" y="25271"/>
                      <a:pt x="85260" y="26610"/>
                      <a:pt x="85032" y="27502"/>
                    </a:cubicBezTo>
                    <a:lnTo>
                      <a:pt x="74131" y="70111"/>
                    </a:lnTo>
                    <a:close/>
                  </a:path>
                </a:pathLst>
              </a:custGeom>
              <a:grpFill/>
              <a:ln w="22692" cap="flat">
                <a:noFill/>
                <a:prstDash val="solid"/>
                <a:miter/>
              </a:ln>
            </p:spPr>
            <p:txBody>
              <a:bodyPr/>
              <a:lstStyle/>
              <a:p>
                <a:endParaRPr lang="en-GB" noProof="0"/>
              </a:p>
            </p:txBody>
          </p:sp>
          <p:sp>
            <p:nvSpPr>
              <p:cNvPr id="76" name="Freeform: Shape 75">
                <a:extLst>
                  <a:ext uri="{FF2B5EF4-FFF2-40B4-BE49-F238E27FC236}">
                    <a16:creationId xmlns:a16="http://schemas.microsoft.com/office/drawing/2014/main" id="{32B8BC01-3916-F464-D9C4-788187B0BB2E}"/>
                  </a:ext>
                </a:extLst>
              </p:cNvPr>
              <p:cNvSpPr/>
              <p:nvPr>
                <p:custDataLst>
                  <p:tags r:id="rId23"/>
                </p:custDataLst>
              </p:nvPr>
            </p:nvSpPr>
            <p:spPr>
              <a:xfrm>
                <a:off x="9796827" y="6692391"/>
                <a:ext cx="31115" cy="223083"/>
              </a:xfrm>
              <a:custGeom>
                <a:avLst/>
                <a:gdLst>
                  <a:gd name="csX0" fmla="*/ 31210 w 31115"/>
                  <a:gd name="csY0" fmla="*/ 223146 h 223083"/>
                  <a:gd name="csX1" fmla="*/ 31210 w 31115"/>
                  <a:gd name="csY1" fmla="*/ 214223 h 223083"/>
                  <a:gd name="csX2" fmla="*/ 9179 w 31115"/>
                  <a:gd name="csY2" fmla="*/ 214223 h 223083"/>
                  <a:gd name="csX3" fmla="*/ 9179 w 31115"/>
                  <a:gd name="csY3" fmla="*/ 8986 h 223083"/>
                  <a:gd name="csX4" fmla="*/ 31210 w 31115"/>
                  <a:gd name="csY4" fmla="*/ 8986 h 223083"/>
                  <a:gd name="csX5" fmla="*/ 31210 w 31115"/>
                  <a:gd name="csY5" fmla="*/ 63 h 223083"/>
                  <a:gd name="csX6" fmla="*/ 94 w 31115"/>
                  <a:gd name="csY6" fmla="*/ 63 h 223083"/>
                  <a:gd name="csX7" fmla="*/ 94 w 31115"/>
                  <a:gd name="csY7" fmla="*/ 223146 h 223083"/>
                  <a:gd name="csX8" fmla="*/ 31210 w 31115"/>
                  <a:gd name="csY8" fmla="*/ 223146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115" h="223083">
                    <a:moveTo>
                      <a:pt x="31210" y="223146"/>
                    </a:moveTo>
                    <a:lnTo>
                      <a:pt x="31210" y="214223"/>
                    </a:lnTo>
                    <a:lnTo>
                      <a:pt x="9179" y="214223"/>
                    </a:lnTo>
                    <a:lnTo>
                      <a:pt x="9179" y="8986"/>
                    </a:lnTo>
                    <a:lnTo>
                      <a:pt x="31210" y="8986"/>
                    </a:lnTo>
                    <a:lnTo>
                      <a:pt x="31210" y="63"/>
                    </a:lnTo>
                    <a:lnTo>
                      <a:pt x="94" y="63"/>
                    </a:lnTo>
                    <a:lnTo>
                      <a:pt x="94" y="223146"/>
                    </a:lnTo>
                    <a:lnTo>
                      <a:pt x="31210" y="223146"/>
                    </a:lnTo>
                    <a:close/>
                  </a:path>
                </a:pathLst>
              </a:custGeom>
              <a:grpFill/>
              <a:ln w="22692" cap="flat">
                <a:noFill/>
                <a:prstDash val="solid"/>
                <a:miter/>
              </a:ln>
            </p:spPr>
            <p:txBody>
              <a:bodyPr/>
              <a:lstStyle/>
              <a:p>
                <a:endParaRPr lang="en-GB" noProof="0"/>
              </a:p>
            </p:txBody>
          </p:sp>
          <p:sp>
            <p:nvSpPr>
              <p:cNvPr id="77" name="Freeform: Shape 76">
                <a:extLst>
                  <a:ext uri="{FF2B5EF4-FFF2-40B4-BE49-F238E27FC236}">
                    <a16:creationId xmlns:a16="http://schemas.microsoft.com/office/drawing/2014/main" id="{47300900-C0A3-DBB3-DAFF-5317D0FA90D7}"/>
                  </a:ext>
                </a:extLst>
              </p:cNvPr>
              <p:cNvSpPr/>
              <p:nvPr>
                <p:custDataLst>
                  <p:tags r:id="rId24"/>
                </p:custDataLst>
              </p:nvPr>
            </p:nvSpPr>
            <p:spPr>
              <a:xfrm>
                <a:off x="9841065" y="6707337"/>
                <a:ext cx="165116" cy="152365"/>
              </a:xfrm>
              <a:custGeom>
                <a:avLst/>
                <a:gdLst>
                  <a:gd name="csX0" fmla="*/ 127739 w 165116"/>
                  <a:gd name="csY0" fmla="*/ 25494 h 152365"/>
                  <a:gd name="csX1" fmla="*/ 130919 w 165116"/>
                  <a:gd name="csY1" fmla="*/ 22371 h 152365"/>
                  <a:gd name="csX2" fmla="*/ 160672 w 165116"/>
                  <a:gd name="csY2" fmla="*/ 6978 h 152365"/>
                  <a:gd name="csX3" fmla="*/ 165214 w 165116"/>
                  <a:gd name="csY3" fmla="*/ 2740 h 152365"/>
                  <a:gd name="csX4" fmla="*/ 162261 w 165116"/>
                  <a:gd name="csY4" fmla="*/ 63 h 152365"/>
                  <a:gd name="csX5" fmla="*/ 143638 w 165116"/>
                  <a:gd name="csY5" fmla="*/ 732 h 152365"/>
                  <a:gd name="csX6" fmla="*/ 120925 w 165116"/>
                  <a:gd name="csY6" fmla="*/ 63 h 152365"/>
                  <a:gd name="csX7" fmla="*/ 116610 w 165116"/>
                  <a:gd name="csY7" fmla="*/ 4301 h 152365"/>
                  <a:gd name="csX8" fmla="*/ 120017 w 165116"/>
                  <a:gd name="csY8" fmla="*/ 6978 h 152365"/>
                  <a:gd name="csX9" fmla="*/ 128193 w 165116"/>
                  <a:gd name="csY9" fmla="*/ 12109 h 152365"/>
                  <a:gd name="csX10" fmla="*/ 122061 w 165116"/>
                  <a:gd name="csY10" fmla="*/ 22817 h 152365"/>
                  <a:gd name="csX11" fmla="*/ 69369 w 165116"/>
                  <a:gd name="csY11" fmla="*/ 82381 h 152365"/>
                  <a:gd name="csX12" fmla="*/ 44386 w 165116"/>
                  <a:gd name="csY12" fmla="*/ 16125 h 152365"/>
                  <a:gd name="csX13" fmla="*/ 43023 w 165116"/>
                  <a:gd name="csY13" fmla="*/ 12332 h 152365"/>
                  <a:gd name="csX14" fmla="*/ 56423 w 165116"/>
                  <a:gd name="csY14" fmla="*/ 6978 h 152365"/>
                  <a:gd name="csX15" fmla="*/ 61874 w 165116"/>
                  <a:gd name="csY15" fmla="*/ 2517 h 152365"/>
                  <a:gd name="csX16" fmla="*/ 58467 w 165116"/>
                  <a:gd name="csY16" fmla="*/ 63 h 152365"/>
                  <a:gd name="csX17" fmla="*/ 29850 w 165116"/>
                  <a:gd name="csY17" fmla="*/ 732 h 152365"/>
                  <a:gd name="csX18" fmla="*/ 4413 w 165116"/>
                  <a:gd name="csY18" fmla="*/ 63 h 152365"/>
                  <a:gd name="csX19" fmla="*/ 97 w 165116"/>
                  <a:gd name="csY19" fmla="*/ 4524 h 152365"/>
                  <a:gd name="csX20" fmla="*/ 5321 w 165116"/>
                  <a:gd name="csY20" fmla="*/ 6978 h 152365"/>
                  <a:gd name="csX21" fmla="*/ 21901 w 165116"/>
                  <a:gd name="csY21" fmla="*/ 14563 h 152365"/>
                  <a:gd name="csX22" fmla="*/ 49837 w 165116"/>
                  <a:gd name="csY22" fmla="*/ 87958 h 152365"/>
                  <a:gd name="csX23" fmla="*/ 50745 w 165116"/>
                  <a:gd name="csY23" fmla="*/ 91750 h 152365"/>
                  <a:gd name="csX24" fmla="*/ 40525 w 165116"/>
                  <a:gd name="csY24" fmla="*/ 132351 h 152365"/>
                  <a:gd name="csX25" fmla="*/ 19175 w 165116"/>
                  <a:gd name="csY25" fmla="*/ 145513 h 152365"/>
                  <a:gd name="csX26" fmla="*/ 13043 w 165116"/>
                  <a:gd name="csY26" fmla="*/ 149975 h 152365"/>
                  <a:gd name="csX27" fmla="*/ 16223 w 165116"/>
                  <a:gd name="csY27" fmla="*/ 152429 h 152365"/>
                  <a:gd name="csX28" fmla="*/ 44840 w 165116"/>
                  <a:gd name="csY28" fmla="*/ 151760 h 152365"/>
                  <a:gd name="csX29" fmla="*/ 73911 w 165116"/>
                  <a:gd name="csY29" fmla="*/ 152429 h 152365"/>
                  <a:gd name="csX30" fmla="*/ 78227 w 165116"/>
                  <a:gd name="csY30" fmla="*/ 147967 h 152365"/>
                  <a:gd name="csX31" fmla="*/ 71867 w 165116"/>
                  <a:gd name="csY31" fmla="*/ 145513 h 152365"/>
                  <a:gd name="csX32" fmla="*/ 63237 w 165116"/>
                  <a:gd name="csY32" fmla="*/ 145067 h 152365"/>
                  <a:gd name="csX33" fmla="*/ 57105 w 165116"/>
                  <a:gd name="csY33" fmla="*/ 141498 h 152365"/>
                  <a:gd name="csX34" fmla="*/ 60284 w 165116"/>
                  <a:gd name="csY34" fmla="*/ 127443 h 152365"/>
                  <a:gd name="csX35" fmla="*/ 68233 w 165116"/>
                  <a:gd name="csY35" fmla="*/ 95989 h 152365"/>
                  <a:gd name="csX36" fmla="*/ 71413 w 165116"/>
                  <a:gd name="csY36" fmla="*/ 89073 h 152365"/>
                  <a:gd name="csX37" fmla="*/ 127739 w 165116"/>
                  <a:gd name="csY37" fmla="*/ 25494 h 1523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65116" h="152365">
                    <a:moveTo>
                      <a:pt x="127739" y="25494"/>
                    </a:moveTo>
                    <a:lnTo>
                      <a:pt x="130919" y="22371"/>
                    </a:lnTo>
                    <a:cubicBezTo>
                      <a:pt x="137732" y="15679"/>
                      <a:pt x="145227" y="8094"/>
                      <a:pt x="160672" y="6978"/>
                    </a:cubicBezTo>
                    <a:cubicBezTo>
                      <a:pt x="163170" y="6755"/>
                      <a:pt x="165214" y="6755"/>
                      <a:pt x="165214" y="2740"/>
                    </a:cubicBezTo>
                    <a:cubicBezTo>
                      <a:pt x="165214" y="955"/>
                      <a:pt x="164078" y="63"/>
                      <a:pt x="162261" y="63"/>
                    </a:cubicBezTo>
                    <a:cubicBezTo>
                      <a:pt x="156356" y="63"/>
                      <a:pt x="149770" y="732"/>
                      <a:pt x="143638" y="732"/>
                    </a:cubicBezTo>
                    <a:cubicBezTo>
                      <a:pt x="136143" y="732"/>
                      <a:pt x="128193" y="63"/>
                      <a:pt x="120925" y="63"/>
                    </a:cubicBezTo>
                    <a:cubicBezTo>
                      <a:pt x="119563" y="63"/>
                      <a:pt x="116610" y="63"/>
                      <a:pt x="116610" y="4301"/>
                    </a:cubicBezTo>
                    <a:cubicBezTo>
                      <a:pt x="116610" y="6755"/>
                      <a:pt x="118881" y="6978"/>
                      <a:pt x="120017" y="6978"/>
                    </a:cubicBezTo>
                    <a:cubicBezTo>
                      <a:pt x="121607" y="6978"/>
                      <a:pt x="128193" y="7425"/>
                      <a:pt x="128193" y="12109"/>
                    </a:cubicBezTo>
                    <a:cubicBezTo>
                      <a:pt x="128193" y="15902"/>
                      <a:pt x="122970" y="21702"/>
                      <a:pt x="122061" y="22817"/>
                    </a:cubicBezTo>
                    <a:lnTo>
                      <a:pt x="69369" y="82381"/>
                    </a:lnTo>
                    <a:lnTo>
                      <a:pt x="44386" y="16125"/>
                    </a:lnTo>
                    <a:cubicBezTo>
                      <a:pt x="43023" y="13002"/>
                      <a:pt x="43023" y="12555"/>
                      <a:pt x="43023" y="12332"/>
                    </a:cubicBezTo>
                    <a:cubicBezTo>
                      <a:pt x="43023" y="6978"/>
                      <a:pt x="54152" y="6978"/>
                      <a:pt x="56423" y="6978"/>
                    </a:cubicBezTo>
                    <a:cubicBezTo>
                      <a:pt x="59603" y="6978"/>
                      <a:pt x="61874" y="6978"/>
                      <a:pt x="61874" y="2517"/>
                    </a:cubicBezTo>
                    <a:cubicBezTo>
                      <a:pt x="61874" y="63"/>
                      <a:pt x="59149" y="63"/>
                      <a:pt x="58467" y="63"/>
                    </a:cubicBezTo>
                    <a:cubicBezTo>
                      <a:pt x="52108" y="63"/>
                      <a:pt x="36209" y="732"/>
                      <a:pt x="29850" y="732"/>
                    </a:cubicBezTo>
                    <a:cubicBezTo>
                      <a:pt x="24172" y="732"/>
                      <a:pt x="10091" y="63"/>
                      <a:pt x="4413" y="63"/>
                    </a:cubicBezTo>
                    <a:cubicBezTo>
                      <a:pt x="3050" y="63"/>
                      <a:pt x="97" y="63"/>
                      <a:pt x="97" y="4524"/>
                    </a:cubicBezTo>
                    <a:cubicBezTo>
                      <a:pt x="97" y="6978"/>
                      <a:pt x="2368" y="6978"/>
                      <a:pt x="5321" y="6978"/>
                    </a:cubicBezTo>
                    <a:cubicBezTo>
                      <a:pt x="18948" y="6978"/>
                      <a:pt x="19857" y="8986"/>
                      <a:pt x="21901" y="14563"/>
                    </a:cubicBezTo>
                    <a:lnTo>
                      <a:pt x="49837" y="87958"/>
                    </a:lnTo>
                    <a:cubicBezTo>
                      <a:pt x="50064" y="88627"/>
                      <a:pt x="50745" y="91081"/>
                      <a:pt x="50745" y="91750"/>
                    </a:cubicBezTo>
                    <a:cubicBezTo>
                      <a:pt x="50745" y="92419"/>
                      <a:pt x="41660" y="128336"/>
                      <a:pt x="40525" y="132351"/>
                    </a:cubicBezTo>
                    <a:cubicBezTo>
                      <a:pt x="37572" y="144621"/>
                      <a:pt x="37345" y="145290"/>
                      <a:pt x="19175" y="145513"/>
                    </a:cubicBezTo>
                    <a:cubicBezTo>
                      <a:pt x="14860" y="145513"/>
                      <a:pt x="13043" y="145513"/>
                      <a:pt x="13043" y="149975"/>
                    </a:cubicBezTo>
                    <a:cubicBezTo>
                      <a:pt x="13043" y="152429"/>
                      <a:pt x="15769" y="152429"/>
                      <a:pt x="16223" y="152429"/>
                    </a:cubicBezTo>
                    <a:cubicBezTo>
                      <a:pt x="22582" y="152429"/>
                      <a:pt x="38481" y="151760"/>
                      <a:pt x="44840" y="151760"/>
                    </a:cubicBezTo>
                    <a:cubicBezTo>
                      <a:pt x="51199" y="151760"/>
                      <a:pt x="67552" y="152429"/>
                      <a:pt x="73911" y="152429"/>
                    </a:cubicBezTo>
                    <a:cubicBezTo>
                      <a:pt x="75501" y="152429"/>
                      <a:pt x="78227" y="152429"/>
                      <a:pt x="78227" y="147967"/>
                    </a:cubicBezTo>
                    <a:cubicBezTo>
                      <a:pt x="78227" y="145513"/>
                      <a:pt x="76183" y="145513"/>
                      <a:pt x="71867" y="145513"/>
                    </a:cubicBezTo>
                    <a:cubicBezTo>
                      <a:pt x="71413" y="145513"/>
                      <a:pt x="67098" y="145513"/>
                      <a:pt x="63237" y="145067"/>
                    </a:cubicBezTo>
                    <a:cubicBezTo>
                      <a:pt x="58467" y="144621"/>
                      <a:pt x="57105" y="144175"/>
                      <a:pt x="57105" y="141498"/>
                    </a:cubicBezTo>
                    <a:cubicBezTo>
                      <a:pt x="57105" y="139936"/>
                      <a:pt x="59149" y="132128"/>
                      <a:pt x="60284" y="127443"/>
                    </a:cubicBezTo>
                    <a:lnTo>
                      <a:pt x="68233" y="95989"/>
                    </a:lnTo>
                    <a:cubicBezTo>
                      <a:pt x="69369" y="91750"/>
                      <a:pt x="69596" y="91081"/>
                      <a:pt x="71413" y="89073"/>
                    </a:cubicBezTo>
                    <a:lnTo>
                      <a:pt x="127739" y="25494"/>
                    </a:lnTo>
                    <a:close/>
                  </a:path>
                </a:pathLst>
              </a:custGeom>
              <a:grpFill/>
              <a:ln w="22692" cap="flat">
                <a:noFill/>
                <a:prstDash val="solid"/>
                <a:miter/>
              </a:ln>
            </p:spPr>
            <p:txBody>
              <a:bodyPr/>
              <a:lstStyle/>
              <a:p>
                <a:endParaRPr lang="en-GB" noProof="0"/>
              </a:p>
            </p:txBody>
          </p:sp>
          <p:sp>
            <p:nvSpPr>
              <p:cNvPr id="78" name="Freeform: Shape 77">
                <a:extLst>
                  <a:ext uri="{FF2B5EF4-FFF2-40B4-BE49-F238E27FC236}">
                    <a16:creationId xmlns:a16="http://schemas.microsoft.com/office/drawing/2014/main" id="{653EDDE6-5E2D-2B5F-3975-E9F3F8095835}"/>
                  </a:ext>
                </a:extLst>
              </p:cNvPr>
              <p:cNvSpPr/>
              <p:nvPr>
                <p:custDataLst>
                  <p:tags r:id="rId25"/>
                </p:custDataLst>
              </p:nvPr>
            </p:nvSpPr>
            <p:spPr>
              <a:xfrm>
                <a:off x="9971173" y="6787915"/>
                <a:ext cx="77902" cy="105250"/>
              </a:xfrm>
              <a:custGeom>
                <a:avLst/>
                <a:gdLst>
                  <a:gd name="csX0" fmla="*/ 78005 w 77902"/>
                  <a:gd name="csY0" fmla="*/ 79705 h 105250"/>
                  <a:gd name="csX1" fmla="*/ 78005 w 77902"/>
                  <a:gd name="csY1" fmla="*/ 74083 h 105250"/>
                  <a:gd name="csX2" fmla="*/ 60358 w 77902"/>
                  <a:gd name="csY2" fmla="*/ 74083 h 105250"/>
                  <a:gd name="csX3" fmla="*/ 60358 w 77902"/>
                  <a:gd name="csY3" fmla="*/ 4437 h 105250"/>
                  <a:gd name="csX4" fmla="*/ 56860 w 77902"/>
                  <a:gd name="csY4" fmla="*/ 64 h 105250"/>
                  <a:gd name="csX5" fmla="*/ 52727 w 77902"/>
                  <a:gd name="csY5" fmla="*/ 2250 h 105250"/>
                  <a:gd name="csX6" fmla="*/ 103 w 77902"/>
                  <a:gd name="csY6" fmla="*/ 74083 h 105250"/>
                  <a:gd name="csX7" fmla="*/ 103 w 77902"/>
                  <a:gd name="csY7" fmla="*/ 79705 h 105250"/>
                  <a:gd name="csX8" fmla="*/ 46844 w 77902"/>
                  <a:gd name="csY8" fmla="*/ 79705 h 105250"/>
                  <a:gd name="csX9" fmla="*/ 46844 w 77902"/>
                  <a:gd name="csY9" fmla="*/ 92510 h 105250"/>
                  <a:gd name="csX10" fmla="*/ 33967 w 77902"/>
                  <a:gd name="csY10" fmla="*/ 99693 h 105250"/>
                  <a:gd name="csX11" fmla="*/ 29674 w 77902"/>
                  <a:gd name="csY11" fmla="*/ 99693 h 105250"/>
                  <a:gd name="csX12" fmla="*/ 29674 w 77902"/>
                  <a:gd name="csY12" fmla="*/ 105315 h 105250"/>
                  <a:gd name="csX13" fmla="*/ 53522 w 77902"/>
                  <a:gd name="csY13" fmla="*/ 104690 h 105250"/>
                  <a:gd name="csX14" fmla="*/ 77528 w 77902"/>
                  <a:gd name="csY14" fmla="*/ 105315 h 105250"/>
                  <a:gd name="csX15" fmla="*/ 77528 w 77902"/>
                  <a:gd name="csY15" fmla="*/ 99693 h 105250"/>
                  <a:gd name="csX16" fmla="*/ 73236 w 77902"/>
                  <a:gd name="csY16" fmla="*/ 99693 h 105250"/>
                  <a:gd name="csX17" fmla="*/ 60358 w 77902"/>
                  <a:gd name="csY17" fmla="*/ 92510 h 105250"/>
                  <a:gd name="csX18" fmla="*/ 60358 w 77902"/>
                  <a:gd name="csY18" fmla="*/ 79705 h 105250"/>
                  <a:gd name="csX19" fmla="*/ 78005 w 77902"/>
                  <a:gd name="csY19" fmla="*/ 79705 h 105250"/>
                  <a:gd name="csX20" fmla="*/ 47957 w 77902"/>
                  <a:gd name="csY20" fmla="*/ 16929 h 105250"/>
                  <a:gd name="csX21" fmla="*/ 47957 w 77902"/>
                  <a:gd name="csY21" fmla="*/ 74083 h 105250"/>
                  <a:gd name="csX22" fmla="*/ 5985 w 77902"/>
                  <a:gd name="csY22" fmla="*/ 74083 h 105250"/>
                  <a:gd name="csX23" fmla="*/ 47957 w 77902"/>
                  <a:gd name="csY23" fmla="*/ 16929 h 10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77902" h="105250">
                    <a:moveTo>
                      <a:pt x="78005" y="79705"/>
                    </a:moveTo>
                    <a:lnTo>
                      <a:pt x="78005" y="74083"/>
                    </a:lnTo>
                    <a:lnTo>
                      <a:pt x="60358" y="74083"/>
                    </a:lnTo>
                    <a:lnTo>
                      <a:pt x="60358" y="4437"/>
                    </a:lnTo>
                    <a:cubicBezTo>
                      <a:pt x="60358" y="1157"/>
                      <a:pt x="60358" y="64"/>
                      <a:pt x="56860" y="64"/>
                    </a:cubicBezTo>
                    <a:cubicBezTo>
                      <a:pt x="54953" y="64"/>
                      <a:pt x="54317" y="64"/>
                      <a:pt x="52727" y="2250"/>
                    </a:cubicBezTo>
                    <a:lnTo>
                      <a:pt x="103" y="74083"/>
                    </a:lnTo>
                    <a:lnTo>
                      <a:pt x="103" y="79705"/>
                    </a:lnTo>
                    <a:lnTo>
                      <a:pt x="46844" y="79705"/>
                    </a:lnTo>
                    <a:lnTo>
                      <a:pt x="46844" y="92510"/>
                    </a:lnTo>
                    <a:cubicBezTo>
                      <a:pt x="46844" y="97819"/>
                      <a:pt x="46844" y="99693"/>
                      <a:pt x="33967" y="99693"/>
                    </a:cubicBezTo>
                    <a:lnTo>
                      <a:pt x="29674" y="99693"/>
                    </a:lnTo>
                    <a:lnTo>
                      <a:pt x="29674" y="105315"/>
                    </a:lnTo>
                    <a:cubicBezTo>
                      <a:pt x="37623" y="105003"/>
                      <a:pt x="47798" y="104690"/>
                      <a:pt x="53522" y="104690"/>
                    </a:cubicBezTo>
                    <a:cubicBezTo>
                      <a:pt x="59404" y="104690"/>
                      <a:pt x="69579" y="105003"/>
                      <a:pt x="77528" y="105315"/>
                    </a:cubicBezTo>
                    <a:lnTo>
                      <a:pt x="77528" y="99693"/>
                    </a:lnTo>
                    <a:lnTo>
                      <a:pt x="73236" y="99693"/>
                    </a:lnTo>
                    <a:cubicBezTo>
                      <a:pt x="60358" y="99693"/>
                      <a:pt x="60358" y="97819"/>
                      <a:pt x="60358" y="92510"/>
                    </a:cubicBezTo>
                    <a:lnTo>
                      <a:pt x="60358" y="79705"/>
                    </a:lnTo>
                    <a:lnTo>
                      <a:pt x="78005" y="79705"/>
                    </a:lnTo>
                    <a:close/>
                    <a:moveTo>
                      <a:pt x="47957" y="16929"/>
                    </a:moveTo>
                    <a:lnTo>
                      <a:pt x="47957" y="74083"/>
                    </a:lnTo>
                    <a:lnTo>
                      <a:pt x="5985" y="74083"/>
                    </a:lnTo>
                    <a:lnTo>
                      <a:pt x="47957" y="16929"/>
                    </a:lnTo>
                    <a:close/>
                  </a:path>
                </a:pathLst>
              </a:custGeom>
              <a:grpFill/>
              <a:ln w="22692" cap="flat">
                <a:noFill/>
                <a:prstDash val="solid"/>
                <a:miter/>
              </a:ln>
            </p:spPr>
            <p:txBody>
              <a:bodyPr/>
              <a:lstStyle/>
              <a:p>
                <a:endParaRPr lang="en-GB" noProof="0"/>
              </a:p>
            </p:txBody>
          </p:sp>
          <p:sp>
            <p:nvSpPr>
              <p:cNvPr id="79" name="Freeform: Shape 78">
                <a:extLst>
                  <a:ext uri="{FF2B5EF4-FFF2-40B4-BE49-F238E27FC236}">
                    <a16:creationId xmlns:a16="http://schemas.microsoft.com/office/drawing/2014/main" id="{76D35551-01B8-E1C0-BC73-58D55E5955EC}"/>
                  </a:ext>
                </a:extLst>
              </p:cNvPr>
              <p:cNvSpPr/>
              <p:nvPr>
                <p:custDataLst>
                  <p:tags r:id="rId26"/>
                </p:custDataLst>
              </p:nvPr>
            </p:nvSpPr>
            <p:spPr>
              <a:xfrm>
                <a:off x="10071859" y="6692391"/>
                <a:ext cx="31115" cy="223083"/>
              </a:xfrm>
              <a:custGeom>
                <a:avLst/>
                <a:gdLst>
                  <a:gd name="csX0" fmla="*/ 31223 w 31115"/>
                  <a:gd name="csY0" fmla="*/ 63 h 223083"/>
                  <a:gd name="csX1" fmla="*/ 108 w 31115"/>
                  <a:gd name="csY1" fmla="*/ 63 h 223083"/>
                  <a:gd name="csX2" fmla="*/ 108 w 31115"/>
                  <a:gd name="csY2" fmla="*/ 8986 h 223083"/>
                  <a:gd name="csX3" fmla="*/ 22138 w 31115"/>
                  <a:gd name="csY3" fmla="*/ 8986 h 223083"/>
                  <a:gd name="csX4" fmla="*/ 22138 w 31115"/>
                  <a:gd name="csY4" fmla="*/ 214223 h 223083"/>
                  <a:gd name="csX5" fmla="*/ 108 w 31115"/>
                  <a:gd name="csY5" fmla="*/ 214223 h 223083"/>
                  <a:gd name="csX6" fmla="*/ 108 w 31115"/>
                  <a:gd name="csY6" fmla="*/ 223146 h 223083"/>
                  <a:gd name="csX7" fmla="*/ 31223 w 31115"/>
                  <a:gd name="csY7" fmla="*/ 223146 h 223083"/>
                  <a:gd name="csX8" fmla="*/ 31223 w 31115"/>
                  <a:gd name="csY8" fmla="*/ 63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115" h="223083">
                    <a:moveTo>
                      <a:pt x="31223" y="63"/>
                    </a:moveTo>
                    <a:lnTo>
                      <a:pt x="108" y="63"/>
                    </a:lnTo>
                    <a:lnTo>
                      <a:pt x="108" y="8986"/>
                    </a:lnTo>
                    <a:lnTo>
                      <a:pt x="22138" y="8986"/>
                    </a:lnTo>
                    <a:lnTo>
                      <a:pt x="22138" y="214223"/>
                    </a:lnTo>
                    <a:lnTo>
                      <a:pt x="108" y="214223"/>
                    </a:lnTo>
                    <a:lnTo>
                      <a:pt x="108" y="223146"/>
                    </a:lnTo>
                    <a:lnTo>
                      <a:pt x="31223" y="223146"/>
                    </a:lnTo>
                    <a:lnTo>
                      <a:pt x="31223" y="63"/>
                    </a:lnTo>
                    <a:close/>
                  </a:path>
                </a:pathLst>
              </a:custGeom>
              <a:grpFill/>
              <a:ln w="22692" cap="flat">
                <a:noFill/>
                <a:prstDash val="solid"/>
                <a:miter/>
              </a:ln>
            </p:spPr>
            <p:txBody>
              <a:bodyPr/>
              <a:lstStyle/>
              <a:p>
                <a:endParaRPr lang="en-GB" noProof="0"/>
              </a:p>
            </p:txBody>
          </p:sp>
        </p:grpSp>
      </p:grpSp>
      <p:grpSp>
        <p:nvGrpSpPr>
          <p:cNvPr id="80" name="Group 79" descr="\documentclass{article}&#10;\usepackage{amsmath}&#10;\pagestyle{empty}&#10;\begin{document}&#10;&#10;$E[Y_i]$&#10;&#10;&#10;&#10;\end{document}" title="IguanaTex Shape Display">
            <a:extLst>
              <a:ext uri="{FF2B5EF4-FFF2-40B4-BE49-F238E27FC236}">
                <a16:creationId xmlns:a16="http://schemas.microsoft.com/office/drawing/2014/main" id="{951C7EE4-3623-AFC6-5EEE-4363C9CC2BCD}"/>
              </a:ext>
            </a:extLst>
          </p:cNvPr>
          <p:cNvGrpSpPr>
            <a:grpSpLocks noChangeAspect="1"/>
          </p:cNvGrpSpPr>
          <p:nvPr>
            <p:custDataLst>
              <p:tags r:id="rId2"/>
            </p:custDataLst>
          </p:nvPr>
        </p:nvGrpSpPr>
        <p:grpSpPr>
          <a:xfrm>
            <a:off x="2463800" y="5575300"/>
            <a:ext cx="471852" cy="223083"/>
            <a:chOff x="4195381" y="6807437"/>
            <a:chExt cx="471852" cy="223083"/>
          </a:xfrm>
          <a:solidFill>
            <a:schemeClr val="bg1"/>
          </a:solidFill>
        </p:grpSpPr>
        <p:sp>
          <p:nvSpPr>
            <p:cNvPr id="81" name="Freeform: Shape 80">
              <a:extLst>
                <a:ext uri="{FF2B5EF4-FFF2-40B4-BE49-F238E27FC236}">
                  <a16:creationId xmlns:a16="http://schemas.microsoft.com/office/drawing/2014/main" id="{09065E5B-7F66-464B-2C8C-913B9B57BEB1}"/>
                </a:ext>
              </a:extLst>
            </p:cNvPr>
            <p:cNvSpPr/>
            <p:nvPr>
              <p:custDataLst>
                <p:tags r:id="rId14"/>
              </p:custDataLst>
            </p:nvPr>
          </p:nvSpPr>
          <p:spPr>
            <a:xfrm>
              <a:off x="4195381" y="6823052"/>
              <a:ext cx="162450" cy="151696"/>
            </a:xfrm>
            <a:custGeom>
              <a:avLst/>
              <a:gdLst>
                <a:gd name="csX0" fmla="*/ 150042 w 162450"/>
                <a:gd name="csY0" fmla="*/ 99781 h 151696"/>
                <a:gd name="csX1" fmla="*/ 151161 w 162450"/>
                <a:gd name="csY1" fmla="*/ 96658 h 151696"/>
                <a:gd name="csX2" fmla="*/ 148475 w 162450"/>
                <a:gd name="csY2" fmla="*/ 94204 h 151696"/>
                <a:gd name="csX3" fmla="*/ 145566 w 162450"/>
                <a:gd name="csY3" fmla="*/ 96881 h 151696"/>
                <a:gd name="csX4" fmla="*/ 84460 w 162450"/>
                <a:gd name="csY4" fmla="*/ 144844 h 151696"/>
                <a:gd name="csX5" fmla="*/ 51781 w 162450"/>
                <a:gd name="csY5" fmla="*/ 144844 h 151696"/>
                <a:gd name="csX6" fmla="*/ 46857 w 162450"/>
                <a:gd name="csY6" fmla="*/ 144621 h 151696"/>
                <a:gd name="csX7" fmla="*/ 43947 w 162450"/>
                <a:gd name="csY7" fmla="*/ 142390 h 151696"/>
                <a:gd name="csX8" fmla="*/ 45066 w 162450"/>
                <a:gd name="csY8" fmla="*/ 137259 h 151696"/>
                <a:gd name="csX9" fmla="*/ 60287 w 162450"/>
                <a:gd name="csY9" fmla="*/ 76357 h 151696"/>
                <a:gd name="csX10" fmla="*/ 82446 w 162450"/>
                <a:gd name="csY10" fmla="*/ 76357 h 151696"/>
                <a:gd name="csX11" fmla="*/ 101471 w 162450"/>
                <a:gd name="csY11" fmla="*/ 86619 h 151696"/>
                <a:gd name="csX12" fmla="*/ 99904 w 162450"/>
                <a:gd name="csY12" fmla="*/ 97550 h 151696"/>
                <a:gd name="csX13" fmla="*/ 99233 w 162450"/>
                <a:gd name="csY13" fmla="*/ 100004 h 151696"/>
                <a:gd name="csX14" fmla="*/ 102143 w 162450"/>
                <a:gd name="csY14" fmla="*/ 102458 h 151696"/>
                <a:gd name="csX15" fmla="*/ 105500 w 162450"/>
                <a:gd name="csY15" fmla="*/ 97996 h 151696"/>
                <a:gd name="csX16" fmla="*/ 118258 w 162450"/>
                <a:gd name="csY16" fmla="*/ 45795 h 151696"/>
                <a:gd name="csX17" fmla="*/ 115572 w 162450"/>
                <a:gd name="csY17" fmla="*/ 43341 h 151696"/>
                <a:gd name="csX18" fmla="*/ 112439 w 162450"/>
                <a:gd name="csY18" fmla="*/ 47356 h 151696"/>
                <a:gd name="csX19" fmla="*/ 83117 w 162450"/>
                <a:gd name="csY19" fmla="*/ 69442 h 151696"/>
                <a:gd name="csX20" fmla="*/ 62077 w 162450"/>
                <a:gd name="csY20" fmla="*/ 69442 h 151696"/>
                <a:gd name="csX21" fmla="*/ 75507 w 162450"/>
                <a:gd name="csY21" fmla="*/ 15679 h 151696"/>
                <a:gd name="csX22" fmla="*/ 87594 w 162450"/>
                <a:gd name="csY22" fmla="*/ 6978 h 151696"/>
                <a:gd name="csX23" fmla="*/ 119154 w 162450"/>
                <a:gd name="csY23" fmla="*/ 6978 h 151696"/>
                <a:gd name="csX24" fmla="*/ 153176 w 162450"/>
                <a:gd name="csY24" fmla="*/ 31741 h 151696"/>
                <a:gd name="csX25" fmla="*/ 152280 w 162450"/>
                <a:gd name="csY25" fmla="*/ 43564 h 151696"/>
                <a:gd name="csX26" fmla="*/ 152057 w 162450"/>
                <a:gd name="csY26" fmla="*/ 47580 h 151696"/>
                <a:gd name="csX27" fmla="*/ 154743 w 162450"/>
                <a:gd name="csY27" fmla="*/ 50257 h 151696"/>
                <a:gd name="csX28" fmla="*/ 157876 w 162450"/>
                <a:gd name="csY28" fmla="*/ 44679 h 151696"/>
                <a:gd name="csX29" fmla="*/ 162353 w 162450"/>
                <a:gd name="csY29" fmla="*/ 6086 h 151696"/>
                <a:gd name="csX30" fmla="*/ 156309 w 162450"/>
                <a:gd name="csY30" fmla="*/ 63 h 151696"/>
                <a:gd name="csX31" fmla="*/ 43276 w 162450"/>
                <a:gd name="csY31" fmla="*/ 63 h 151696"/>
                <a:gd name="csX32" fmla="*/ 36561 w 162450"/>
                <a:gd name="csY32" fmla="*/ 4524 h 151696"/>
                <a:gd name="csX33" fmla="*/ 42828 w 162450"/>
                <a:gd name="csY33" fmla="*/ 6978 h 151696"/>
                <a:gd name="csX34" fmla="*/ 57377 w 162450"/>
                <a:gd name="csY34" fmla="*/ 10994 h 151696"/>
                <a:gd name="csX35" fmla="*/ 56258 w 162450"/>
                <a:gd name="csY35" fmla="*/ 16348 h 151696"/>
                <a:gd name="csX36" fmla="*/ 26712 w 162450"/>
                <a:gd name="csY36" fmla="*/ 134359 h 151696"/>
                <a:gd name="csX37" fmla="*/ 6344 w 162450"/>
                <a:gd name="csY37" fmla="*/ 144844 h 151696"/>
                <a:gd name="csX38" fmla="*/ 77 w 162450"/>
                <a:gd name="csY38" fmla="*/ 149082 h 151696"/>
                <a:gd name="csX39" fmla="*/ 6344 w 162450"/>
                <a:gd name="csY39" fmla="*/ 151759 h 151696"/>
                <a:gd name="csX40" fmla="*/ 122511 w 162450"/>
                <a:gd name="csY40" fmla="*/ 151759 h 151696"/>
                <a:gd name="csX41" fmla="*/ 129450 w 162450"/>
                <a:gd name="csY41" fmla="*/ 147967 h 151696"/>
                <a:gd name="csX42" fmla="*/ 150042 w 162450"/>
                <a:gd name="csY42" fmla="*/ 99781 h 1516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162450" h="151696">
                  <a:moveTo>
                    <a:pt x="150042" y="99781"/>
                  </a:moveTo>
                  <a:cubicBezTo>
                    <a:pt x="150490" y="98666"/>
                    <a:pt x="151161" y="97104"/>
                    <a:pt x="151161" y="96658"/>
                  </a:cubicBezTo>
                  <a:cubicBezTo>
                    <a:pt x="151161" y="96435"/>
                    <a:pt x="151161" y="94204"/>
                    <a:pt x="148475" y="94204"/>
                  </a:cubicBezTo>
                  <a:cubicBezTo>
                    <a:pt x="146461" y="94204"/>
                    <a:pt x="146013" y="95542"/>
                    <a:pt x="145566" y="96881"/>
                  </a:cubicBezTo>
                  <a:cubicBezTo>
                    <a:pt x="131017" y="129897"/>
                    <a:pt x="122735" y="144844"/>
                    <a:pt x="84460" y="144844"/>
                  </a:cubicBezTo>
                  <a:lnTo>
                    <a:pt x="51781" y="144844"/>
                  </a:lnTo>
                  <a:cubicBezTo>
                    <a:pt x="48648" y="144844"/>
                    <a:pt x="48200" y="144844"/>
                    <a:pt x="46857" y="144621"/>
                  </a:cubicBezTo>
                  <a:cubicBezTo>
                    <a:pt x="44619" y="144398"/>
                    <a:pt x="43947" y="144175"/>
                    <a:pt x="43947" y="142390"/>
                  </a:cubicBezTo>
                  <a:cubicBezTo>
                    <a:pt x="43947" y="141721"/>
                    <a:pt x="43947" y="141275"/>
                    <a:pt x="45066" y="137259"/>
                  </a:cubicBezTo>
                  <a:lnTo>
                    <a:pt x="60287" y="76357"/>
                  </a:lnTo>
                  <a:lnTo>
                    <a:pt x="82446" y="76357"/>
                  </a:lnTo>
                  <a:cubicBezTo>
                    <a:pt x="101471" y="76357"/>
                    <a:pt x="101471" y="81042"/>
                    <a:pt x="101471" y="86619"/>
                  </a:cubicBezTo>
                  <a:cubicBezTo>
                    <a:pt x="101471" y="88181"/>
                    <a:pt x="101471" y="90858"/>
                    <a:pt x="99904" y="97550"/>
                  </a:cubicBezTo>
                  <a:cubicBezTo>
                    <a:pt x="99457" y="98666"/>
                    <a:pt x="99233" y="99335"/>
                    <a:pt x="99233" y="100004"/>
                  </a:cubicBezTo>
                  <a:cubicBezTo>
                    <a:pt x="99233" y="101120"/>
                    <a:pt x="100128" y="102458"/>
                    <a:pt x="102143" y="102458"/>
                  </a:cubicBezTo>
                  <a:cubicBezTo>
                    <a:pt x="103933" y="102458"/>
                    <a:pt x="104605" y="101343"/>
                    <a:pt x="105500" y="97996"/>
                  </a:cubicBezTo>
                  <a:lnTo>
                    <a:pt x="118258" y="45795"/>
                  </a:lnTo>
                  <a:cubicBezTo>
                    <a:pt x="118258" y="44456"/>
                    <a:pt x="117139" y="43341"/>
                    <a:pt x="115572" y="43341"/>
                  </a:cubicBezTo>
                  <a:cubicBezTo>
                    <a:pt x="113558" y="43341"/>
                    <a:pt x="113110" y="44679"/>
                    <a:pt x="112439" y="47356"/>
                  </a:cubicBezTo>
                  <a:cubicBezTo>
                    <a:pt x="107738" y="64311"/>
                    <a:pt x="103710" y="69442"/>
                    <a:pt x="83117" y="69442"/>
                  </a:cubicBezTo>
                  <a:lnTo>
                    <a:pt x="62077" y="69442"/>
                  </a:lnTo>
                  <a:lnTo>
                    <a:pt x="75507" y="15679"/>
                  </a:lnTo>
                  <a:cubicBezTo>
                    <a:pt x="77522" y="7871"/>
                    <a:pt x="77745" y="6978"/>
                    <a:pt x="87594" y="6978"/>
                  </a:cubicBezTo>
                  <a:lnTo>
                    <a:pt x="119154" y="6978"/>
                  </a:lnTo>
                  <a:cubicBezTo>
                    <a:pt x="146461" y="6978"/>
                    <a:pt x="153176" y="13448"/>
                    <a:pt x="153176" y="31741"/>
                  </a:cubicBezTo>
                  <a:cubicBezTo>
                    <a:pt x="153176" y="37095"/>
                    <a:pt x="153176" y="37541"/>
                    <a:pt x="152280" y="43564"/>
                  </a:cubicBezTo>
                  <a:cubicBezTo>
                    <a:pt x="152280" y="44903"/>
                    <a:pt x="152057" y="46464"/>
                    <a:pt x="152057" y="47580"/>
                  </a:cubicBezTo>
                  <a:cubicBezTo>
                    <a:pt x="152057" y="48695"/>
                    <a:pt x="152728" y="50257"/>
                    <a:pt x="154743" y="50257"/>
                  </a:cubicBezTo>
                  <a:cubicBezTo>
                    <a:pt x="157205" y="50257"/>
                    <a:pt x="157428" y="48918"/>
                    <a:pt x="157876" y="44679"/>
                  </a:cubicBezTo>
                  <a:lnTo>
                    <a:pt x="162353" y="6086"/>
                  </a:lnTo>
                  <a:cubicBezTo>
                    <a:pt x="163024" y="63"/>
                    <a:pt x="161905" y="63"/>
                    <a:pt x="156309" y="63"/>
                  </a:cubicBezTo>
                  <a:lnTo>
                    <a:pt x="43276" y="63"/>
                  </a:lnTo>
                  <a:cubicBezTo>
                    <a:pt x="38799" y="63"/>
                    <a:pt x="36561" y="63"/>
                    <a:pt x="36561" y="4524"/>
                  </a:cubicBezTo>
                  <a:cubicBezTo>
                    <a:pt x="36561" y="6978"/>
                    <a:pt x="38575" y="6978"/>
                    <a:pt x="42828" y="6978"/>
                  </a:cubicBezTo>
                  <a:cubicBezTo>
                    <a:pt x="51110" y="6978"/>
                    <a:pt x="57377" y="6978"/>
                    <a:pt x="57377" y="10994"/>
                  </a:cubicBezTo>
                  <a:cubicBezTo>
                    <a:pt x="57377" y="11886"/>
                    <a:pt x="57377" y="12332"/>
                    <a:pt x="56258" y="16348"/>
                  </a:cubicBezTo>
                  <a:lnTo>
                    <a:pt x="26712" y="134359"/>
                  </a:lnTo>
                  <a:cubicBezTo>
                    <a:pt x="24474" y="143059"/>
                    <a:pt x="24026" y="144844"/>
                    <a:pt x="6344" y="144844"/>
                  </a:cubicBezTo>
                  <a:cubicBezTo>
                    <a:pt x="2539" y="144844"/>
                    <a:pt x="77" y="144844"/>
                    <a:pt x="77" y="149082"/>
                  </a:cubicBezTo>
                  <a:cubicBezTo>
                    <a:pt x="77" y="151759"/>
                    <a:pt x="2091" y="151759"/>
                    <a:pt x="6344" y="151759"/>
                  </a:cubicBezTo>
                  <a:lnTo>
                    <a:pt x="122511" y="151759"/>
                  </a:lnTo>
                  <a:cubicBezTo>
                    <a:pt x="127659" y="151759"/>
                    <a:pt x="127883" y="151536"/>
                    <a:pt x="129450" y="147967"/>
                  </a:cubicBezTo>
                  <a:lnTo>
                    <a:pt x="150042" y="99781"/>
                  </a:lnTo>
                  <a:close/>
                </a:path>
              </a:pathLst>
            </a:custGeom>
            <a:grpFill/>
            <a:ln w="22363" cap="flat">
              <a:noFill/>
              <a:prstDash val="solid"/>
              <a:miter/>
            </a:ln>
          </p:spPr>
          <p:txBody>
            <a:bodyPr/>
            <a:lstStyle/>
            <a:p>
              <a:endParaRPr lang="en-GB" noProof="0"/>
            </a:p>
          </p:txBody>
        </p:sp>
        <p:sp>
          <p:nvSpPr>
            <p:cNvPr id="82" name="Freeform: Shape 81">
              <a:extLst>
                <a:ext uri="{FF2B5EF4-FFF2-40B4-BE49-F238E27FC236}">
                  <a16:creationId xmlns:a16="http://schemas.microsoft.com/office/drawing/2014/main" id="{172A1301-19A0-9761-D3A2-B2DDB4359BCF}"/>
                </a:ext>
              </a:extLst>
            </p:cNvPr>
            <p:cNvSpPr/>
            <p:nvPr>
              <p:custDataLst>
                <p:tags r:id="rId15"/>
              </p:custDataLst>
            </p:nvPr>
          </p:nvSpPr>
          <p:spPr>
            <a:xfrm>
              <a:off x="4391417" y="6807437"/>
              <a:ext cx="30664" cy="223083"/>
            </a:xfrm>
            <a:custGeom>
              <a:avLst/>
              <a:gdLst>
                <a:gd name="csX0" fmla="*/ 30749 w 30664"/>
                <a:gd name="csY0" fmla="*/ 223146 h 223083"/>
                <a:gd name="csX1" fmla="*/ 30749 w 30664"/>
                <a:gd name="csY1" fmla="*/ 214223 h 223083"/>
                <a:gd name="csX2" fmla="*/ 9038 w 30664"/>
                <a:gd name="csY2" fmla="*/ 214223 h 223083"/>
                <a:gd name="csX3" fmla="*/ 9038 w 30664"/>
                <a:gd name="csY3" fmla="*/ 8986 h 223083"/>
                <a:gd name="csX4" fmla="*/ 30749 w 30664"/>
                <a:gd name="csY4" fmla="*/ 8986 h 223083"/>
                <a:gd name="csX5" fmla="*/ 30749 w 30664"/>
                <a:gd name="csY5" fmla="*/ 63 h 223083"/>
                <a:gd name="csX6" fmla="*/ 85 w 30664"/>
                <a:gd name="csY6" fmla="*/ 63 h 223083"/>
                <a:gd name="csX7" fmla="*/ 85 w 30664"/>
                <a:gd name="csY7" fmla="*/ 223146 h 223083"/>
                <a:gd name="csX8" fmla="*/ 30749 w 30664"/>
                <a:gd name="csY8" fmla="*/ 223146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664" h="223083">
                  <a:moveTo>
                    <a:pt x="30749" y="223146"/>
                  </a:moveTo>
                  <a:lnTo>
                    <a:pt x="30749" y="214223"/>
                  </a:lnTo>
                  <a:lnTo>
                    <a:pt x="9038" y="214223"/>
                  </a:lnTo>
                  <a:lnTo>
                    <a:pt x="9038" y="8986"/>
                  </a:lnTo>
                  <a:lnTo>
                    <a:pt x="30749" y="8986"/>
                  </a:lnTo>
                  <a:lnTo>
                    <a:pt x="30749" y="63"/>
                  </a:lnTo>
                  <a:lnTo>
                    <a:pt x="85" y="63"/>
                  </a:lnTo>
                  <a:lnTo>
                    <a:pt x="85" y="223146"/>
                  </a:lnTo>
                  <a:lnTo>
                    <a:pt x="30749" y="223146"/>
                  </a:lnTo>
                  <a:close/>
                </a:path>
              </a:pathLst>
            </a:custGeom>
            <a:grpFill/>
            <a:ln w="22363" cap="flat">
              <a:noFill/>
              <a:prstDash val="solid"/>
              <a:miter/>
            </a:ln>
          </p:spPr>
          <p:txBody>
            <a:bodyPr/>
            <a:lstStyle/>
            <a:p>
              <a:endParaRPr lang="en-GB" noProof="0"/>
            </a:p>
          </p:txBody>
        </p:sp>
        <p:sp>
          <p:nvSpPr>
            <p:cNvPr id="83" name="Freeform: Shape 82">
              <a:extLst>
                <a:ext uri="{FF2B5EF4-FFF2-40B4-BE49-F238E27FC236}">
                  <a16:creationId xmlns:a16="http://schemas.microsoft.com/office/drawing/2014/main" id="{847BB683-85BA-E60A-2306-31D200775300}"/>
                </a:ext>
              </a:extLst>
            </p:cNvPr>
            <p:cNvSpPr/>
            <p:nvPr>
              <p:custDataLst>
                <p:tags r:id="rId16"/>
              </p:custDataLst>
            </p:nvPr>
          </p:nvSpPr>
          <p:spPr>
            <a:xfrm>
              <a:off x="4435014" y="6822383"/>
              <a:ext cx="162723" cy="152365"/>
            </a:xfrm>
            <a:custGeom>
              <a:avLst/>
              <a:gdLst>
                <a:gd name="csX0" fmla="*/ 125879 w 162723"/>
                <a:gd name="csY0" fmla="*/ 25494 h 152365"/>
                <a:gd name="csX1" fmla="*/ 129013 w 162723"/>
                <a:gd name="csY1" fmla="*/ 22371 h 152365"/>
                <a:gd name="csX2" fmla="*/ 158334 w 162723"/>
                <a:gd name="csY2" fmla="*/ 6978 h 152365"/>
                <a:gd name="csX3" fmla="*/ 162811 w 162723"/>
                <a:gd name="csY3" fmla="*/ 2740 h 152365"/>
                <a:gd name="csX4" fmla="*/ 159901 w 162723"/>
                <a:gd name="csY4" fmla="*/ 63 h 152365"/>
                <a:gd name="csX5" fmla="*/ 141547 w 162723"/>
                <a:gd name="csY5" fmla="*/ 732 h 152365"/>
                <a:gd name="csX6" fmla="*/ 119164 w 162723"/>
                <a:gd name="csY6" fmla="*/ 63 h 152365"/>
                <a:gd name="csX7" fmla="*/ 114912 w 162723"/>
                <a:gd name="csY7" fmla="*/ 4301 h 152365"/>
                <a:gd name="csX8" fmla="*/ 118269 w 162723"/>
                <a:gd name="csY8" fmla="*/ 6978 h 152365"/>
                <a:gd name="csX9" fmla="*/ 126327 w 162723"/>
                <a:gd name="csY9" fmla="*/ 12109 h 152365"/>
                <a:gd name="csX10" fmla="*/ 120284 w 162723"/>
                <a:gd name="csY10" fmla="*/ 22817 h 152365"/>
                <a:gd name="csX11" fmla="*/ 68355 w 162723"/>
                <a:gd name="csY11" fmla="*/ 82381 h 152365"/>
                <a:gd name="csX12" fmla="*/ 43734 w 162723"/>
                <a:gd name="csY12" fmla="*/ 16125 h 152365"/>
                <a:gd name="csX13" fmla="*/ 42391 w 162723"/>
                <a:gd name="csY13" fmla="*/ 12332 h 152365"/>
                <a:gd name="csX14" fmla="*/ 55597 w 162723"/>
                <a:gd name="csY14" fmla="*/ 6978 h 152365"/>
                <a:gd name="csX15" fmla="*/ 60969 w 162723"/>
                <a:gd name="csY15" fmla="*/ 2517 h 152365"/>
                <a:gd name="csX16" fmla="*/ 57611 w 162723"/>
                <a:gd name="csY16" fmla="*/ 63 h 152365"/>
                <a:gd name="csX17" fmla="*/ 29409 w 162723"/>
                <a:gd name="csY17" fmla="*/ 732 h 152365"/>
                <a:gd name="csX18" fmla="*/ 4340 w 162723"/>
                <a:gd name="csY18" fmla="*/ 63 h 152365"/>
                <a:gd name="csX19" fmla="*/ 87 w 162723"/>
                <a:gd name="csY19" fmla="*/ 4524 h 152365"/>
                <a:gd name="csX20" fmla="*/ 5235 w 162723"/>
                <a:gd name="csY20" fmla="*/ 6978 h 152365"/>
                <a:gd name="csX21" fmla="*/ 21575 w 162723"/>
                <a:gd name="csY21" fmla="*/ 14563 h 152365"/>
                <a:gd name="csX22" fmla="*/ 49106 w 162723"/>
                <a:gd name="csY22" fmla="*/ 87958 h 152365"/>
                <a:gd name="csX23" fmla="*/ 50001 w 162723"/>
                <a:gd name="csY23" fmla="*/ 91750 h 152365"/>
                <a:gd name="csX24" fmla="*/ 39929 w 162723"/>
                <a:gd name="csY24" fmla="*/ 132351 h 152365"/>
                <a:gd name="csX25" fmla="*/ 18889 w 162723"/>
                <a:gd name="csY25" fmla="*/ 145513 h 152365"/>
                <a:gd name="csX26" fmla="*/ 12846 w 162723"/>
                <a:gd name="csY26" fmla="*/ 149975 h 152365"/>
                <a:gd name="csX27" fmla="*/ 15979 w 162723"/>
                <a:gd name="csY27" fmla="*/ 152429 h 152365"/>
                <a:gd name="csX28" fmla="*/ 44182 w 162723"/>
                <a:gd name="csY28" fmla="*/ 151760 h 152365"/>
                <a:gd name="csX29" fmla="*/ 72832 w 162723"/>
                <a:gd name="csY29" fmla="*/ 152429 h 152365"/>
                <a:gd name="csX30" fmla="*/ 77085 w 162723"/>
                <a:gd name="csY30" fmla="*/ 147967 h 152365"/>
                <a:gd name="csX31" fmla="*/ 70817 w 162723"/>
                <a:gd name="csY31" fmla="*/ 145513 h 152365"/>
                <a:gd name="csX32" fmla="*/ 62312 w 162723"/>
                <a:gd name="csY32" fmla="*/ 145067 h 152365"/>
                <a:gd name="csX33" fmla="*/ 56268 w 162723"/>
                <a:gd name="csY33" fmla="*/ 141498 h 152365"/>
                <a:gd name="csX34" fmla="*/ 59402 w 162723"/>
                <a:gd name="csY34" fmla="*/ 127443 h 152365"/>
                <a:gd name="csX35" fmla="*/ 67236 w 162723"/>
                <a:gd name="csY35" fmla="*/ 95989 h 152365"/>
                <a:gd name="csX36" fmla="*/ 70370 w 162723"/>
                <a:gd name="csY36" fmla="*/ 89073 h 152365"/>
                <a:gd name="csX37" fmla="*/ 125879 w 162723"/>
                <a:gd name="csY37" fmla="*/ 25494 h 1523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62723" h="152365">
                  <a:moveTo>
                    <a:pt x="125879" y="25494"/>
                  </a:moveTo>
                  <a:lnTo>
                    <a:pt x="129013" y="22371"/>
                  </a:lnTo>
                  <a:cubicBezTo>
                    <a:pt x="135728" y="15679"/>
                    <a:pt x="143114" y="8094"/>
                    <a:pt x="158334" y="6978"/>
                  </a:cubicBezTo>
                  <a:cubicBezTo>
                    <a:pt x="160797" y="6755"/>
                    <a:pt x="162811" y="6755"/>
                    <a:pt x="162811" y="2740"/>
                  </a:cubicBezTo>
                  <a:cubicBezTo>
                    <a:pt x="162811" y="955"/>
                    <a:pt x="161692" y="63"/>
                    <a:pt x="159901" y="63"/>
                  </a:cubicBezTo>
                  <a:cubicBezTo>
                    <a:pt x="154082" y="63"/>
                    <a:pt x="147591" y="732"/>
                    <a:pt x="141547" y="732"/>
                  </a:cubicBezTo>
                  <a:cubicBezTo>
                    <a:pt x="134161" y="732"/>
                    <a:pt x="126327" y="63"/>
                    <a:pt x="119164" y="63"/>
                  </a:cubicBezTo>
                  <a:cubicBezTo>
                    <a:pt x="117821" y="63"/>
                    <a:pt x="114912" y="63"/>
                    <a:pt x="114912" y="4301"/>
                  </a:cubicBezTo>
                  <a:cubicBezTo>
                    <a:pt x="114912" y="6755"/>
                    <a:pt x="117150" y="6978"/>
                    <a:pt x="118269" y="6978"/>
                  </a:cubicBezTo>
                  <a:cubicBezTo>
                    <a:pt x="119836" y="6978"/>
                    <a:pt x="126327" y="7425"/>
                    <a:pt x="126327" y="12109"/>
                  </a:cubicBezTo>
                  <a:cubicBezTo>
                    <a:pt x="126327" y="15902"/>
                    <a:pt x="121179" y="21702"/>
                    <a:pt x="120284" y="22817"/>
                  </a:cubicBezTo>
                  <a:lnTo>
                    <a:pt x="68355" y="82381"/>
                  </a:lnTo>
                  <a:lnTo>
                    <a:pt x="43734" y="16125"/>
                  </a:lnTo>
                  <a:cubicBezTo>
                    <a:pt x="42391" y="13002"/>
                    <a:pt x="42391" y="12555"/>
                    <a:pt x="42391" y="12332"/>
                  </a:cubicBezTo>
                  <a:cubicBezTo>
                    <a:pt x="42391" y="6978"/>
                    <a:pt x="53359" y="6978"/>
                    <a:pt x="55597" y="6978"/>
                  </a:cubicBezTo>
                  <a:cubicBezTo>
                    <a:pt x="58731" y="6978"/>
                    <a:pt x="60969" y="6978"/>
                    <a:pt x="60969" y="2517"/>
                  </a:cubicBezTo>
                  <a:cubicBezTo>
                    <a:pt x="60969" y="63"/>
                    <a:pt x="58283" y="63"/>
                    <a:pt x="57611" y="63"/>
                  </a:cubicBezTo>
                  <a:cubicBezTo>
                    <a:pt x="51344" y="63"/>
                    <a:pt x="35676" y="732"/>
                    <a:pt x="29409" y="732"/>
                  </a:cubicBezTo>
                  <a:cubicBezTo>
                    <a:pt x="23813" y="732"/>
                    <a:pt x="9936" y="63"/>
                    <a:pt x="4340" y="63"/>
                  </a:cubicBezTo>
                  <a:cubicBezTo>
                    <a:pt x="2997" y="63"/>
                    <a:pt x="87" y="63"/>
                    <a:pt x="87" y="4524"/>
                  </a:cubicBezTo>
                  <a:cubicBezTo>
                    <a:pt x="87" y="6978"/>
                    <a:pt x="2326" y="6978"/>
                    <a:pt x="5235" y="6978"/>
                  </a:cubicBezTo>
                  <a:cubicBezTo>
                    <a:pt x="18665" y="6978"/>
                    <a:pt x="19561" y="8986"/>
                    <a:pt x="21575" y="14563"/>
                  </a:cubicBezTo>
                  <a:lnTo>
                    <a:pt x="49106" y="87958"/>
                  </a:lnTo>
                  <a:cubicBezTo>
                    <a:pt x="49330" y="88627"/>
                    <a:pt x="50001" y="91081"/>
                    <a:pt x="50001" y="91750"/>
                  </a:cubicBezTo>
                  <a:cubicBezTo>
                    <a:pt x="50001" y="92419"/>
                    <a:pt x="41048" y="128336"/>
                    <a:pt x="39929" y="132351"/>
                  </a:cubicBezTo>
                  <a:cubicBezTo>
                    <a:pt x="37019" y="144621"/>
                    <a:pt x="36795" y="145290"/>
                    <a:pt x="18889" y="145513"/>
                  </a:cubicBezTo>
                  <a:cubicBezTo>
                    <a:pt x="14636" y="145513"/>
                    <a:pt x="12846" y="145513"/>
                    <a:pt x="12846" y="149975"/>
                  </a:cubicBezTo>
                  <a:cubicBezTo>
                    <a:pt x="12846" y="152429"/>
                    <a:pt x="15532" y="152429"/>
                    <a:pt x="15979" y="152429"/>
                  </a:cubicBezTo>
                  <a:cubicBezTo>
                    <a:pt x="22246" y="152429"/>
                    <a:pt x="37915" y="151760"/>
                    <a:pt x="44182" y="151760"/>
                  </a:cubicBezTo>
                  <a:cubicBezTo>
                    <a:pt x="50449" y="151760"/>
                    <a:pt x="66565" y="152429"/>
                    <a:pt x="72832" y="152429"/>
                  </a:cubicBezTo>
                  <a:cubicBezTo>
                    <a:pt x="74399" y="152429"/>
                    <a:pt x="77085" y="152429"/>
                    <a:pt x="77085" y="147967"/>
                  </a:cubicBezTo>
                  <a:cubicBezTo>
                    <a:pt x="77085" y="145513"/>
                    <a:pt x="75070" y="145513"/>
                    <a:pt x="70817" y="145513"/>
                  </a:cubicBezTo>
                  <a:cubicBezTo>
                    <a:pt x="70370" y="145513"/>
                    <a:pt x="66117" y="145513"/>
                    <a:pt x="62312" y="145067"/>
                  </a:cubicBezTo>
                  <a:cubicBezTo>
                    <a:pt x="57611" y="144621"/>
                    <a:pt x="56268" y="144175"/>
                    <a:pt x="56268" y="141498"/>
                  </a:cubicBezTo>
                  <a:cubicBezTo>
                    <a:pt x="56268" y="139936"/>
                    <a:pt x="58283" y="132128"/>
                    <a:pt x="59402" y="127443"/>
                  </a:cubicBezTo>
                  <a:lnTo>
                    <a:pt x="67236" y="95989"/>
                  </a:lnTo>
                  <a:cubicBezTo>
                    <a:pt x="68355" y="91750"/>
                    <a:pt x="68579" y="91081"/>
                    <a:pt x="70370" y="89073"/>
                  </a:cubicBezTo>
                  <a:lnTo>
                    <a:pt x="125879" y="25494"/>
                  </a:lnTo>
                  <a:close/>
                </a:path>
              </a:pathLst>
            </a:custGeom>
            <a:grpFill/>
            <a:ln w="22363" cap="flat">
              <a:noFill/>
              <a:prstDash val="solid"/>
              <a:miter/>
            </a:ln>
          </p:spPr>
          <p:txBody>
            <a:bodyPr/>
            <a:lstStyle/>
            <a:p>
              <a:endParaRPr lang="en-GB" noProof="0"/>
            </a:p>
          </p:txBody>
        </p:sp>
        <p:sp>
          <p:nvSpPr>
            <p:cNvPr id="84" name="Freeform: Shape 83">
              <a:extLst>
                <a:ext uri="{FF2B5EF4-FFF2-40B4-BE49-F238E27FC236}">
                  <a16:creationId xmlns:a16="http://schemas.microsoft.com/office/drawing/2014/main" id="{4D8D10B5-EAA7-2FB4-6588-FD5267E8D8FE}"/>
                </a:ext>
              </a:extLst>
            </p:cNvPr>
            <p:cNvSpPr/>
            <p:nvPr>
              <p:custDataLst>
                <p:tags r:id="rId17"/>
              </p:custDataLst>
            </p:nvPr>
          </p:nvSpPr>
          <p:spPr>
            <a:xfrm>
              <a:off x="4564490" y="6904678"/>
              <a:ext cx="47474" cy="105094"/>
            </a:xfrm>
            <a:custGeom>
              <a:avLst/>
              <a:gdLst>
                <a:gd name="csX0" fmla="*/ 43494 w 47474"/>
                <a:gd name="csY0" fmla="*/ 5998 h 105094"/>
                <a:gd name="csX1" fmla="*/ 37226 w 47474"/>
                <a:gd name="csY1" fmla="*/ 64 h 105094"/>
                <a:gd name="csX2" fmla="*/ 28452 w 47474"/>
                <a:gd name="csY2" fmla="*/ 8653 h 105094"/>
                <a:gd name="csX3" fmla="*/ 34720 w 47474"/>
                <a:gd name="csY3" fmla="*/ 14587 h 105094"/>
                <a:gd name="csX4" fmla="*/ 43494 w 47474"/>
                <a:gd name="csY4" fmla="*/ 5998 h 105094"/>
                <a:gd name="csX5" fmla="*/ 11531 w 47474"/>
                <a:gd name="csY5" fmla="*/ 85327 h 105094"/>
                <a:gd name="csX6" fmla="*/ 10121 w 47474"/>
                <a:gd name="csY6" fmla="*/ 91885 h 105094"/>
                <a:gd name="csX7" fmla="*/ 25005 w 47474"/>
                <a:gd name="csY7" fmla="*/ 105159 h 105094"/>
                <a:gd name="csX8" fmla="*/ 47567 w 47474"/>
                <a:gd name="csY8" fmla="*/ 81267 h 105094"/>
                <a:gd name="csX9" fmla="*/ 45060 w 47474"/>
                <a:gd name="csY9" fmla="*/ 79237 h 105094"/>
                <a:gd name="csX10" fmla="*/ 42083 w 47474"/>
                <a:gd name="csY10" fmla="*/ 81891 h 105094"/>
                <a:gd name="csX11" fmla="*/ 25475 w 47474"/>
                <a:gd name="csY11" fmla="*/ 100786 h 105094"/>
                <a:gd name="csX12" fmla="*/ 21558 w 47474"/>
                <a:gd name="csY12" fmla="*/ 95321 h 105094"/>
                <a:gd name="csX13" fmla="*/ 24065 w 47474"/>
                <a:gd name="csY13" fmla="*/ 85327 h 105094"/>
                <a:gd name="csX14" fmla="*/ 29079 w 47474"/>
                <a:gd name="csY14" fmla="*/ 72834 h 105094"/>
                <a:gd name="csX15" fmla="*/ 36756 w 47474"/>
                <a:gd name="csY15" fmla="*/ 53002 h 105094"/>
                <a:gd name="csX16" fmla="*/ 37696 w 47474"/>
                <a:gd name="csY16" fmla="*/ 48005 h 105094"/>
                <a:gd name="csX17" fmla="*/ 22812 w 47474"/>
                <a:gd name="csY17" fmla="*/ 34731 h 105094"/>
                <a:gd name="csX18" fmla="*/ 93 w 47474"/>
                <a:gd name="csY18" fmla="*/ 58624 h 105094"/>
                <a:gd name="csX19" fmla="*/ 2757 w 47474"/>
                <a:gd name="csY19" fmla="*/ 60654 h 105094"/>
                <a:gd name="csX20" fmla="*/ 5577 w 47474"/>
                <a:gd name="csY20" fmla="*/ 58155 h 105094"/>
                <a:gd name="csX21" fmla="*/ 22342 w 47474"/>
                <a:gd name="csY21" fmla="*/ 39104 h 105094"/>
                <a:gd name="csX22" fmla="*/ 26259 w 47474"/>
                <a:gd name="csY22" fmla="*/ 44569 h 105094"/>
                <a:gd name="csX23" fmla="*/ 21402 w 47474"/>
                <a:gd name="csY23" fmla="*/ 60185 h 105094"/>
                <a:gd name="csX24" fmla="*/ 11531 w 47474"/>
                <a:gd name="csY24" fmla="*/ 85327 h 105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47474" h="105094">
                  <a:moveTo>
                    <a:pt x="43494" y="5998"/>
                  </a:moveTo>
                  <a:cubicBezTo>
                    <a:pt x="43494" y="3500"/>
                    <a:pt x="41613" y="64"/>
                    <a:pt x="37226" y="64"/>
                  </a:cubicBezTo>
                  <a:cubicBezTo>
                    <a:pt x="32996" y="64"/>
                    <a:pt x="28452" y="4124"/>
                    <a:pt x="28452" y="8653"/>
                  </a:cubicBezTo>
                  <a:cubicBezTo>
                    <a:pt x="28452" y="11308"/>
                    <a:pt x="30489" y="14587"/>
                    <a:pt x="34720" y="14587"/>
                  </a:cubicBezTo>
                  <a:cubicBezTo>
                    <a:pt x="39263" y="14587"/>
                    <a:pt x="43494" y="10215"/>
                    <a:pt x="43494" y="5998"/>
                  </a:cubicBezTo>
                  <a:close/>
                  <a:moveTo>
                    <a:pt x="11531" y="85327"/>
                  </a:moveTo>
                  <a:cubicBezTo>
                    <a:pt x="10904" y="87357"/>
                    <a:pt x="10121" y="89231"/>
                    <a:pt x="10121" y="91885"/>
                  </a:cubicBezTo>
                  <a:cubicBezTo>
                    <a:pt x="10121" y="99225"/>
                    <a:pt x="16388" y="105159"/>
                    <a:pt x="25005" y="105159"/>
                  </a:cubicBezTo>
                  <a:cubicBezTo>
                    <a:pt x="40673" y="105159"/>
                    <a:pt x="47567" y="83609"/>
                    <a:pt x="47567" y="81267"/>
                  </a:cubicBezTo>
                  <a:cubicBezTo>
                    <a:pt x="47567" y="79237"/>
                    <a:pt x="45530" y="79237"/>
                    <a:pt x="45060" y="79237"/>
                  </a:cubicBezTo>
                  <a:cubicBezTo>
                    <a:pt x="42867" y="79237"/>
                    <a:pt x="42710" y="80174"/>
                    <a:pt x="42083" y="81891"/>
                  </a:cubicBezTo>
                  <a:cubicBezTo>
                    <a:pt x="38480" y="94384"/>
                    <a:pt x="31586" y="100786"/>
                    <a:pt x="25475" y="100786"/>
                  </a:cubicBezTo>
                  <a:cubicBezTo>
                    <a:pt x="22342" y="100786"/>
                    <a:pt x="21558" y="98756"/>
                    <a:pt x="21558" y="95321"/>
                  </a:cubicBezTo>
                  <a:cubicBezTo>
                    <a:pt x="21558" y="91729"/>
                    <a:pt x="22655" y="88762"/>
                    <a:pt x="24065" y="85327"/>
                  </a:cubicBezTo>
                  <a:cubicBezTo>
                    <a:pt x="25632" y="81110"/>
                    <a:pt x="27356" y="76894"/>
                    <a:pt x="29079" y="72834"/>
                  </a:cubicBezTo>
                  <a:cubicBezTo>
                    <a:pt x="30489" y="69086"/>
                    <a:pt x="36130" y="54876"/>
                    <a:pt x="36756" y="53002"/>
                  </a:cubicBezTo>
                  <a:cubicBezTo>
                    <a:pt x="37226" y="51440"/>
                    <a:pt x="37696" y="49566"/>
                    <a:pt x="37696" y="48005"/>
                  </a:cubicBezTo>
                  <a:cubicBezTo>
                    <a:pt x="37696" y="40665"/>
                    <a:pt x="31429" y="34731"/>
                    <a:pt x="22812" y="34731"/>
                  </a:cubicBezTo>
                  <a:cubicBezTo>
                    <a:pt x="7300" y="34731"/>
                    <a:pt x="93" y="55969"/>
                    <a:pt x="93" y="58624"/>
                  </a:cubicBezTo>
                  <a:cubicBezTo>
                    <a:pt x="93" y="60654"/>
                    <a:pt x="2287" y="60654"/>
                    <a:pt x="2757" y="60654"/>
                  </a:cubicBezTo>
                  <a:cubicBezTo>
                    <a:pt x="4950" y="60654"/>
                    <a:pt x="5107" y="59873"/>
                    <a:pt x="5577" y="58155"/>
                  </a:cubicBezTo>
                  <a:cubicBezTo>
                    <a:pt x="9651" y="44726"/>
                    <a:pt x="16545" y="39104"/>
                    <a:pt x="22342" y="39104"/>
                  </a:cubicBezTo>
                  <a:cubicBezTo>
                    <a:pt x="24849" y="39104"/>
                    <a:pt x="26259" y="40353"/>
                    <a:pt x="26259" y="44569"/>
                  </a:cubicBezTo>
                  <a:cubicBezTo>
                    <a:pt x="26259" y="48161"/>
                    <a:pt x="25319" y="50503"/>
                    <a:pt x="21402" y="60185"/>
                  </a:cubicBezTo>
                  <a:lnTo>
                    <a:pt x="11531" y="85327"/>
                  </a:lnTo>
                  <a:close/>
                </a:path>
              </a:pathLst>
            </a:custGeom>
            <a:grpFill/>
            <a:ln w="22363" cap="flat">
              <a:noFill/>
              <a:prstDash val="solid"/>
              <a:miter/>
            </a:ln>
          </p:spPr>
          <p:txBody>
            <a:bodyPr/>
            <a:lstStyle/>
            <a:p>
              <a:endParaRPr lang="en-GB" noProof="0"/>
            </a:p>
          </p:txBody>
        </p:sp>
        <p:sp>
          <p:nvSpPr>
            <p:cNvPr id="85" name="Freeform: Shape 84">
              <a:extLst>
                <a:ext uri="{FF2B5EF4-FFF2-40B4-BE49-F238E27FC236}">
                  <a16:creationId xmlns:a16="http://schemas.microsoft.com/office/drawing/2014/main" id="{C3F7C16A-8FF1-9BB5-4151-D7739D9660A4}"/>
                </a:ext>
              </a:extLst>
            </p:cNvPr>
            <p:cNvSpPr/>
            <p:nvPr>
              <p:custDataLst>
                <p:tags r:id="rId18"/>
              </p:custDataLst>
            </p:nvPr>
          </p:nvSpPr>
          <p:spPr>
            <a:xfrm>
              <a:off x="4636569" y="6807437"/>
              <a:ext cx="30664" cy="223083"/>
            </a:xfrm>
            <a:custGeom>
              <a:avLst/>
              <a:gdLst>
                <a:gd name="csX0" fmla="*/ 30761 w 30664"/>
                <a:gd name="csY0" fmla="*/ 63 h 223083"/>
                <a:gd name="csX1" fmla="*/ 97 w 30664"/>
                <a:gd name="csY1" fmla="*/ 63 h 223083"/>
                <a:gd name="csX2" fmla="*/ 97 w 30664"/>
                <a:gd name="csY2" fmla="*/ 8986 h 223083"/>
                <a:gd name="csX3" fmla="*/ 21808 w 30664"/>
                <a:gd name="csY3" fmla="*/ 8986 h 223083"/>
                <a:gd name="csX4" fmla="*/ 21808 w 30664"/>
                <a:gd name="csY4" fmla="*/ 214223 h 223083"/>
                <a:gd name="csX5" fmla="*/ 97 w 30664"/>
                <a:gd name="csY5" fmla="*/ 214223 h 223083"/>
                <a:gd name="csX6" fmla="*/ 97 w 30664"/>
                <a:gd name="csY6" fmla="*/ 223146 h 223083"/>
                <a:gd name="csX7" fmla="*/ 30761 w 30664"/>
                <a:gd name="csY7" fmla="*/ 223146 h 223083"/>
                <a:gd name="csX8" fmla="*/ 30761 w 30664"/>
                <a:gd name="csY8" fmla="*/ 63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664" h="223083">
                  <a:moveTo>
                    <a:pt x="30761" y="63"/>
                  </a:moveTo>
                  <a:lnTo>
                    <a:pt x="97" y="63"/>
                  </a:lnTo>
                  <a:lnTo>
                    <a:pt x="97" y="8986"/>
                  </a:lnTo>
                  <a:lnTo>
                    <a:pt x="21808" y="8986"/>
                  </a:lnTo>
                  <a:lnTo>
                    <a:pt x="21808" y="214223"/>
                  </a:lnTo>
                  <a:lnTo>
                    <a:pt x="97" y="214223"/>
                  </a:lnTo>
                  <a:lnTo>
                    <a:pt x="97" y="223146"/>
                  </a:lnTo>
                  <a:lnTo>
                    <a:pt x="30761" y="223146"/>
                  </a:lnTo>
                  <a:lnTo>
                    <a:pt x="30761" y="63"/>
                  </a:lnTo>
                  <a:close/>
                </a:path>
              </a:pathLst>
            </a:custGeom>
            <a:grpFill/>
            <a:ln w="22363" cap="flat">
              <a:noFill/>
              <a:prstDash val="solid"/>
              <a:miter/>
            </a:ln>
          </p:spPr>
          <p:txBody>
            <a:bodyPr/>
            <a:lstStyle/>
            <a:p>
              <a:endParaRPr lang="en-GB" noProof="0"/>
            </a:p>
          </p:txBody>
        </p:sp>
      </p:grpSp>
      <p:grpSp>
        <p:nvGrpSpPr>
          <p:cNvPr id="113" name="Group 112">
            <a:extLst>
              <a:ext uri="{FF2B5EF4-FFF2-40B4-BE49-F238E27FC236}">
                <a16:creationId xmlns:a16="http://schemas.microsoft.com/office/drawing/2014/main" id="{DEBF50F5-D39F-7BE3-1B70-537032A47E2C}"/>
              </a:ext>
            </a:extLst>
          </p:cNvPr>
          <p:cNvGrpSpPr/>
          <p:nvPr/>
        </p:nvGrpSpPr>
        <p:grpSpPr>
          <a:xfrm>
            <a:off x="5484288" y="3827546"/>
            <a:ext cx="1889208" cy="1021404"/>
            <a:chOff x="5484288" y="3827546"/>
            <a:chExt cx="1889208" cy="1021404"/>
          </a:xfrm>
        </p:grpSpPr>
        <p:sp>
          <p:nvSpPr>
            <p:cNvPr id="37" name="Oval 36">
              <a:extLst>
                <a:ext uri="{FF2B5EF4-FFF2-40B4-BE49-F238E27FC236}">
                  <a16:creationId xmlns:a16="http://schemas.microsoft.com/office/drawing/2014/main" id="{9817DF17-AD04-7BB7-8DE3-ADEC7C00930A}"/>
                </a:ext>
              </a:extLst>
            </p:cNvPr>
            <p:cNvSpPr/>
            <p:nvPr/>
          </p:nvSpPr>
          <p:spPr>
            <a:xfrm>
              <a:off x="5484288" y="3827546"/>
              <a:ext cx="1021404" cy="1021404"/>
            </a:xfrm>
            <a:prstGeom prst="ellipse">
              <a:avLst/>
            </a:prstGeom>
            <a:solidFill>
              <a:srgbClr val="D44842"/>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B" noProof="0"/>
            </a:p>
          </p:txBody>
        </p:sp>
        <p:grpSp>
          <p:nvGrpSpPr>
            <p:cNvPr id="64" name="Group 63" descr="\documentclass{article}&#10;\usepackage{amsmath}&#10;\pagestyle{empty}&#10;\begin{document}&#10;&#10;$Avg[Y_3]$&#10;&#10;&#10;&#10;\end{document}" title="IguanaTex Shape Display">
              <a:extLst>
                <a:ext uri="{FF2B5EF4-FFF2-40B4-BE49-F238E27FC236}">
                  <a16:creationId xmlns:a16="http://schemas.microsoft.com/office/drawing/2014/main" id="{71253967-8E66-7452-401F-E6F1D0305883}"/>
                </a:ext>
              </a:extLst>
            </p:cNvPr>
            <p:cNvGrpSpPr>
              <a:grpSpLocks noChangeAspect="1"/>
            </p:cNvGrpSpPr>
            <p:nvPr>
              <p:custDataLst>
                <p:tags r:id="rId3"/>
              </p:custDataLst>
            </p:nvPr>
          </p:nvGrpSpPr>
          <p:grpSpPr>
            <a:xfrm>
              <a:off x="6643440" y="4246647"/>
              <a:ext cx="730056" cy="223083"/>
              <a:chOff x="8623889" y="5461261"/>
              <a:chExt cx="730056" cy="223083"/>
            </a:xfrm>
            <a:solidFill>
              <a:schemeClr val="bg1"/>
            </a:solidFill>
          </p:grpSpPr>
          <p:sp>
            <p:nvSpPr>
              <p:cNvPr id="65" name="Freeform: Shape 64">
                <a:extLst>
                  <a:ext uri="{FF2B5EF4-FFF2-40B4-BE49-F238E27FC236}">
                    <a16:creationId xmlns:a16="http://schemas.microsoft.com/office/drawing/2014/main" id="{5B5140FA-1650-8630-A431-82B553E31B6B}"/>
                  </a:ext>
                </a:extLst>
              </p:cNvPr>
              <p:cNvSpPr/>
              <p:nvPr>
                <p:custDataLst>
                  <p:tags r:id="rId7"/>
                </p:custDataLst>
              </p:nvPr>
            </p:nvSpPr>
            <p:spPr>
              <a:xfrm>
                <a:off x="8623889" y="5468845"/>
                <a:ext cx="155804" cy="159727"/>
              </a:xfrm>
              <a:custGeom>
                <a:avLst/>
                <a:gdLst>
                  <a:gd name="csX0" fmla="*/ 32782 w 155804"/>
                  <a:gd name="csY0" fmla="*/ 134136 h 159727"/>
                  <a:gd name="csX1" fmla="*/ 4846 w 155804"/>
                  <a:gd name="csY1" fmla="*/ 152875 h 159727"/>
                  <a:gd name="csX2" fmla="*/ 77 w 155804"/>
                  <a:gd name="csY2" fmla="*/ 157337 h 159727"/>
                  <a:gd name="csX3" fmla="*/ 3029 w 155804"/>
                  <a:gd name="csY3" fmla="*/ 159791 h 159727"/>
                  <a:gd name="csX4" fmla="*/ 22562 w 155804"/>
                  <a:gd name="csY4" fmla="*/ 159121 h 159727"/>
                  <a:gd name="csX5" fmla="*/ 45274 w 155804"/>
                  <a:gd name="csY5" fmla="*/ 159791 h 159727"/>
                  <a:gd name="csX6" fmla="*/ 49589 w 155804"/>
                  <a:gd name="csY6" fmla="*/ 155552 h 159727"/>
                  <a:gd name="csX7" fmla="*/ 45955 w 155804"/>
                  <a:gd name="csY7" fmla="*/ 152875 h 159727"/>
                  <a:gd name="csX8" fmla="*/ 35280 w 155804"/>
                  <a:gd name="csY8" fmla="*/ 145067 h 159727"/>
                  <a:gd name="csX9" fmla="*/ 38460 w 155804"/>
                  <a:gd name="csY9" fmla="*/ 136813 h 159727"/>
                  <a:gd name="csX10" fmla="*/ 55721 w 155804"/>
                  <a:gd name="csY10" fmla="*/ 108258 h 159727"/>
                  <a:gd name="csX11" fmla="*/ 112729 w 155804"/>
                  <a:gd name="csY11" fmla="*/ 108258 h 159727"/>
                  <a:gd name="csX12" fmla="*/ 116362 w 155804"/>
                  <a:gd name="csY12" fmla="*/ 145513 h 159727"/>
                  <a:gd name="csX13" fmla="*/ 100010 w 155804"/>
                  <a:gd name="csY13" fmla="*/ 152875 h 159727"/>
                  <a:gd name="csX14" fmla="*/ 94559 w 155804"/>
                  <a:gd name="csY14" fmla="*/ 157337 h 159727"/>
                  <a:gd name="csX15" fmla="*/ 97739 w 155804"/>
                  <a:gd name="csY15" fmla="*/ 159791 h 159727"/>
                  <a:gd name="csX16" fmla="*/ 126129 w 155804"/>
                  <a:gd name="csY16" fmla="*/ 159121 h 159727"/>
                  <a:gd name="csX17" fmla="*/ 151793 w 155804"/>
                  <a:gd name="csY17" fmla="*/ 159791 h 159727"/>
                  <a:gd name="csX18" fmla="*/ 155882 w 155804"/>
                  <a:gd name="csY18" fmla="*/ 155329 h 159727"/>
                  <a:gd name="csX19" fmla="*/ 150658 w 155804"/>
                  <a:gd name="csY19" fmla="*/ 152875 h 159727"/>
                  <a:gd name="csX20" fmla="*/ 135895 w 155804"/>
                  <a:gd name="csY20" fmla="*/ 144844 h 159727"/>
                  <a:gd name="csX21" fmla="*/ 122041 w 155804"/>
                  <a:gd name="csY21" fmla="*/ 5417 h 159727"/>
                  <a:gd name="csX22" fmla="*/ 117725 w 155804"/>
                  <a:gd name="csY22" fmla="*/ 63 h 159727"/>
                  <a:gd name="csX23" fmla="*/ 111820 w 155804"/>
                  <a:gd name="csY23" fmla="*/ 3855 h 159727"/>
                  <a:gd name="csX24" fmla="*/ 32782 w 155804"/>
                  <a:gd name="csY24" fmla="*/ 134136 h 159727"/>
                  <a:gd name="csX25" fmla="*/ 60037 w 155804"/>
                  <a:gd name="csY25" fmla="*/ 101343 h 159727"/>
                  <a:gd name="csX26" fmla="*/ 104779 w 155804"/>
                  <a:gd name="csY26" fmla="*/ 27725 h 159727"/>
                  <a:gd name="csX27" fmla="*/ 112047 w 155804"/>
                  <a:gd name="csY27" fmla="*/ 101343 h 159727"/>
                  <a:gd name="csX28" fmla="*/ 60037 w 155804"/>
                  <a:gd name="csY28" fmla="*/ 101343 h 1597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55804" h="159727">
                    <a:moveTo>
                      <a:pt x="32782" y="134136"/>
                    </a:moveTo>
                    <a:cubicBezTo>
                      <a:pt x="23697" y="149083"/>
                      <a:pt x="14840" y="152206"/>
                      <a:pt x="4846" y="152875"/>
                    </a:cubicBezTo>
                    <a:cubicBezTo>
                      <a:pt x="2121" y="153098"/>
                      <a:pt x="77" y="153098"/>
                      <a:pt x="77" y="157337"/>
                    </a:cubicBezTo>
                    <a:cubicBezTo>
                      <a:pt x="77" y="158675"/>
                      <a:pt x="1212" y="159791"/>
                      <a:pt x="3029" y="159791"/>
                    </a:cubicBezTo>
                    <a:cubicBezTo>
                      <a:pt x="9162" y="159791"/>
                      <a:pt x="16202" y="159121"/>
                      <a:pt x="22562" y="159121"/>
                    </a:cubicBezTo>
                    <a:cubicBezTo>
                      <a:pt x="30057" y="159121"/>
                      <a:pt x="38006" y="159791"/>
                      <a:pt x="45274" y="159791"/>
                    </a:cubicBezTo>
                    <a:cubicBezTo>
                      <a:pt x="46636" y="159791"/>
                      <a:pt x="49589" y="159791"/>
                      <a:pt x="49589" y="155552"/>
                    </a:cubicBezTo>
                    <a:cubicBezTo>
                      <a:pt x="49589" y="153098"/>
                      <a:pt x="47545" y="152875"/>
                      <a:pt x="45955" y="152875"/>
                    </a:cubicBezTo>
                    <a:cubicBezTo>
                      <a:pt x="40731" y="152429"/>
                      <a:pt x="35280" y="150644"/>
                      <a:pt x="35280" y="145067"/>
                    </a:cubicBezTo>
                    <a:cubicBezTo>
                      <a:pt x="35280" y="142390"/>
                      <a:pt x="36643" y="139936"/>
                      <a:pt x="38460" y="136813"/>
                    </a:cubicBezTo>
                    <a:lnTo>
                      <a:pt x="55721" y="108258"/>
                    </a:lnTo>
                    <a:lnTo>
                      <a:pt x="112729" y="108258"/>
                    </a:lnTo>
                    <a:cubicBezTo>
                      <a:pt x="113183" y="112943"/>
                      <a:pt x="116362" y="143282"/>
                      <a:pt x="116362" y="145513"/>
                    </a:cubicBezTo>
                    <a:cubicBezTo>
                      <a:pt x="116362" y="152206"/>
                      <a:pt x="104552" y="152875"/>
                      <a:pt x="100010" y="152875"/>
                    </a:cubicBezTo>
                    <a:cubicBezTo>
                      <a:pt x="96830" y="152875"/>
                      <a:pt x="94559" y="152875"/>
                      <a:pt x="94559" y="157337"/>
                    </a:cubicBezTo>
                    <a:cubicBezTo>
                      <a:pt x="94559" y="159791"/>
                      <a:pt x="97284" y="159791"/>
                      <a:pt x="97739" y="159791"/>
                    </a:cubicBezTo>
                    <a:cubicBezTo>
                      <a:pt x="107051" y="159791"/>
                      <a:pt x="116817" y="159121"/>
                      <a:pt x="126129" y="159121"/>
                    </a:cubicBezTo>
                    <a:cubicBezTo>
                      <a:pt x="131807" y="159121"/>
                      <a:pt x="146115" y="159791"/>
                      <a:pt x="151793" y="159791"/>
                    </a:cubicBezTo>
                    <a:cubicBezTo>
                      <a:pt x="153156" y="159791"/>
                      <a:pt x="155882" y="159791"/>
                      <a:pt x="155882" y="155329"/>
                    </a:cubicBezTo>
                    <a:cubicBezTo>
                      <a:pt x="155882" y="152875"/>
                      <a:pt x="153610" y="152875"/>
                      <a:pt x="150658" y="152875"/>
                    </a:cubicBezTo>
                    <a:cubicBezTo>
                      <a:pt x="136576" y="152875"/>
                      <a:pt x="136576" y="151313"/>
                      <a:pt x="135895" y="144844"/>
                    </a:cubicBezTo>
                    <a:lnTo>
                      <a:pt x="122041" y="5417"/>
                    </a:lnTo>
                    <a:cubicBezTo>
                      <a:pt x="121586" y="955"/>
                      <a:pt x="121586" y="63"/>
                      <a:pt x="117725" y="63"/>
                    </a:cubicBezTo>
                    <a:cubicBezTo>
                      <a:pt x="114091" y="63"/>
                      <a:pt x="113183" y="1624"/>
                      <a:pt x="111820" y="3855"/>
                    </a:cubicBezTo>
                    <a:lnTo>
                      <a:pt x="32782" y="134136"/>
                    </a:lnTo>
                    <a:close/>
                    <a:moveTo>
                      <a:pt x="60037" y="101343"/>
                    </a:moveTo>
                    <a:lnTo>
                      <a:pt x="104779" y="27725"/>
                    </a:lnTo>
                    <a:lnTo>
                      <a:pt x="112047" y="101343"/>
                    </a:lnTo>
                    <a:lnTo>
                      <a:pt x="60037" y="101343"/>
                    </a:lnTo>
                    <a:close/>
                  </a:path>
                </a:pathLst>
              </a:custGeom>
              <a:grpFill/>
              <a:ln w="22692" cap="flat">
                <a:noFill/>
                <a:prstDash val="solid"/>
                <a:miter/>
              </a:ln>
            </p:spPr>
            <p:txBody>
              <a:bodyPr/>
              <a:lstStyle/>
              <a:p>
                <a:endParaRPr lang="en-GB" noProof="0"/>
              </a:p>
            </p:txBody>
          </p:sp>
          <p:sp>
            <p:nvSpPr>
              <p:cNvPr id="66" name="Freeform: Shape 65">
                <a:extLst>
                  <a:ext uri="{FF2B5EF4-FFF2-40B4-BE49-F238E27FC236}">
                    <a16:creationId xmlns:a16="http://schemas.microsoft.com/office/drawing/2014/main" id="{A572E4D8-6156-7CA3-3F10-4218FFAE653A}"/>
                  </a:ext>
                </a:extLst>
              </p:cNvPr>
              <p:cNvSpPr/>
              <p:nvPr>
                <p:custDataLst>
                  <p:tags r:id="rId8"/>
                </p:custDataLst>
              </p:nvPr>
            </p:nvSpPr>
            <p:spPr>
              <a:xfrm>
                <a:off x="8792867" y="5529970"/>
                <a:ext cx="99705" cy="101056"/>
              </a:xfrm>
              <a:custGeom>
                <a:avLst/>
                <a:gdLst>
                  <a:gd name="csX0" fmla="*/ 99790 w 99705"/>
                  <a:gd name="csY0" fmla="*/ 15679 h 101056"/>
                  <a:gd name="csX1" fmla="*/ 89797 w 99705"/>
                  <a:gd name="csY1" fmla="*/ 63 h 101056"/>
                  <a:gd name="csX2" fmla="*/ 78668 w 99705"/>
                  <a:gd name="csY2" fmla="*/ 10771 h 101056"/>
                  <a:gd name="csX3" fmla="*/ 82302 w 99705"/>
                  <a:gd name="csY3" fmla="*/ 17463 h 101056"/>
                  <a:gd name="csX4" fmla="*/ 90024 w 99705"/>
                  <a:gd name="csY4" fmla="*/ 35756 h 101056"/>
                  <a:gd name="csX5" fmla="*/ 49596 w 99705"/>
                  <a:gd name="csY5" fmla="*/ 96212 h 101056"/>
                  <a:gd name="csX6" fmla="*/ 32790 w 99705"/>
                  <a:gd name="csY6" fmla="*/ 76803 h 101056"/>
                  <a:gd name="csX7" fmla="*/ 45963 w 99705"/>
                  <a:gd name="csY7" fmla="*/ 29510 h 101056"/>
                  <a:gd name="csX8" fmla="*/ 48688 w 99705"/>
                  <a:gd name="csY8" fmla="*/ 18356 h 101056"/>
                  <a:gd name="csX9" fmla="*/ 30064 w 99705"/>
                  <a:gd name="csY9" fmla="*/ 63 h 101056"/>
                  <a:gd name="csX10" fmla="*/ 84 w 99705"/>
                  <a:gd name="csY10" fmla="*/ 34418 h 101056"/>
                  <a:gd name="csX11" fmla="*/ 2810 w 99705"/>
                  <a:gd name="csY11" fmla="*/ 36648 h 101056"/>
                  <a:gd name="csX12" fmla="*/ 6444 w 99705"/>
                  <a:gd name="csY12" fmla="*/ 32633 h 101056"/>
                  <a:gd name="csX13" fmla="*/ 29383 w 99705"/>
                  <a:gd name="csY13" fmla="*/ 4971 h 101056"/>
                  <a:gd name="csX14" fmla="*/ 35061 w 99705"/>
                  <a:gd name="csY14" fmla="*/ 12109 h 101056"/>
                  <a:gd name="csX15" fmla="*/ 31200 w 99705"/>
                  <a:gd name="csY15" fmla="*/ 27725 h 101056"/>
                  <a:gd name="csX16" fmla="*/ 18254 w 99705"/>
                  <a:gd name="csY16" fmla="*/ 73457 h 101056"/>
                  <a:gd name="csX17" fmla="*/ 48688 w 99705"/>
                  <a:gd name="csY17" fmla="*/ 101120 h 101056"/>
                  <a:gd name="csX18" fmla="*/ 99790 w 99705"/>
                  <a:gd name="csY18" fmla="*/ 15679 h 101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99705" h="101056">
                    <a:moveTo>
                      <a:pt x="99790" y="15679"/>
                    </a:moveTo>
                    <a:cubicBezTo>
                      <a:pt x="99790" y="3632"/>
                      <a:pt x="93885" y="63"/>
                      <a:pt x="89797" y="63"/>
                    </a:cubicBezTo>
                    <a:cubicBezTo>
                      <a:pt x="84119" y="63"/>
                      <a:pt x="78668" y="5863"/>
                      <a:pt x="78668" y="10771"/>
                    </a:cubicBezTo>
                    <a:cubicBezTo>
                      <a:pt x="78668" y="13671"/>
                      <a:pt x="79804" y="15009"/>
                      <a:pt x="82302" y="17463"/>
                    </a:cubicBezTo>
                    <a:cubicBezTo>
                      <a:pt x="87071" y="21925"/>
                      <a:pt x="90024" y="27725"/>
                      <a:pt x="90024" y="35756"/>
                    </a:cubicBezTo>
                    <a:cubicBezTo>
                      <a:pt x="90024" y="45126"/>
                      <a:pt x="76170" y="96212"/>
                      <a:pt x="49596" y="96212"/>
                    </a:cubicBezTo>
                    <a:cubicBezTo>
                      <a:pt x="38013" y="96212"/>
                      <a:pt x="32790" y="88404"/>
                      <a:pt x="32790" y="76803"/>
                    </a:cubicBezTo>
                    <a:cubicBezTo>
                      <a:pt x="32790" y="64311"/>
                      <a:pt x="38922" y="48026"/>
                      <a:pt x="45963" y="29510"/>
                    </a:cubicBezTo>
                    <a:cubicBezTo>
                      <a:pt x="47552" y="25717"/>
                      <a:pt x="48688" y="22594"/>
                      <a:pt x="48688" y="18356"/>
                    </a:cubicBezTo>
                    <a:cubicBezTo>
                      <a:pt x="48688" y="8317"/>
                      <a:pt x="41420" y="63"/>
                      <a:pt x="30064" y="63"/>
                    </a:cubicBezTo>
                    <a:cubicBezTo>
                      <a:pt x="8715" y="63"/>
                      <a:pt x="84" y="32410"/>
                      <a:pt x="84" y="34418"/>
                    </a:cubicBezTo>
                    <a:cubicBezTo>
                      <a:pt x="84" y="36648"/>
                      <a:pt x="2355" y="36648"/>
                      <a:pt x="2810" y="36648"/>
                    </a:cubicBezTo>
                    <a:cubicBezTo>
                      <a:pt x="5081" y="36648"/>
                      <a:pt x="5308" y="36202"/>
                      <a:pt x="6444" y="32633"/>
                    </a:cubicBezTo>
                    <a:cubicBezTo>
                      <a:pt x="13030" y="10102"/>
                      <a:pt x="22796" y="4971"/>
                      <a:pt x="29383" y="4971"/>
                    </a:cubicBezTo>
                    <a:cubicBezTo>
                      <a:pt x="31200" y="4971"/>
                      <a:pt x="35061" y="4971"/>
                      <a:pt x="35061" y="12109"/>
                    </a:cubicBezTo>
                    <a:cubicBezTo>
                      <a:pt x="35061" y="17686"/>
                      <a:pt x="32790" y="23710"/>
                      <a:pt x="31200" y="27725"/>
                    </a:cubicBezTo>
                    <a:cubicBezTo>
                      <a:pt x="21206" y="53603"/>
                      <a:pt x="18254" y="63865"/>
                      <a:pt x="18254" y="73457"/>
                    </a:cubicBezTo>
                    <a:cubicBezTo>
                      <a:pt x="18254" y="97550"/>
                      <a:pt x="38240" y="101120"/>
                      <a:pt x="48688" y="101120"/>
                    </a:cubicBezTo>
                    <a:cubicBezTo>
                      <a:pt x="86844" y="101120"/>
                      <a:pt x="99790" y="27279"/>
                      <a:pt x="99790" y="15679"/>
                    </a:cubicBezTo>
                    <a:close/>
                  </a:path>
                </a:pathLst>
              </a:custGeom>
              <a:grpFill/>
              <a:ln w="22692" cap="flat">
                <a:noFill/>
                <a:prstDash val="solid"/>
                <a:miter/>
              </a:ln>
            </p:spPr>
            <p:txBody>
              <a:bodyPr/>
              <a:lstStyle/>
              <a:p>
                <a:endParaRPr lang="en-GB" noProof="0"/>
              </a:p>
            </p:txBody>
          </p:sp>
          <p:sp>
            <p:nvSpPr>
              <p:cNvPr id="67" name="Freeform: Shape 66">
                <a:extLst>
                  <a:ext uri="{FF2B5EF4-FFF2-40B4-BE49-F238E27FC236}">
                    <a16:creationId xmlns:a16="http://schemas.microsoft.com/office/drawing/2014/main" id="{8B2AE67D-3E6B-992E-B86C-B15CB5DBC0AD}"/>
                  </a:ext>
                </a:extLst>
              </p:cNvPr>
              <p:cNvSpPr/>
              <p:nvPr>
                <p:custDataLst>
                  <p:tags r:id="rId9"/>
                </p:custDataLst>
              </p:nvPr>
            </p:nvSpPr>
            <p:spPr>
              <a:xfrm>
                <a:off x="8907927" y="5529970"/>
                <a:ext cx="104248" cy="144334"/>
              </a:xfrm>
              <a:custGeom>
                <a:avLst/>
                <a:gdLst>
                  <a:gd name="csX0" fmla="*/ 103656 w 104248"/>
                  <a:gd name="csY0" fmla="*/ 14563 h 144334"/>
                  <a:gd name="csX1" fmla="*/ 104338 w 104248"/>
                  <a:gd name="csY1" fmla="*/ 10548 h 144334"/>
                  <a:gd name="csX2" fmla="*/ 97751 w 104248"/>
                  <a:gd name="csY2" fmla="*/ 4524 h 144334"/>
                  <a:gd name="csX3" fmla="*/ 88439 w 104248"/>
                  <a:gd name="csY3" fmla="*/ 14117 h 144334"/>
                  <a:gd name="csX4" fmla="*/ 67317 w 104248"/>
                  <a:gd name="csY4" fmla="*/ 63 h 144334"/>
                  <a:gd name="csX5" fmla="*/ 13262 w 104248"/>
                  <a:gd name="csY5" fmla="*/ 63418 h 144334"/>
                  <a:gd name="csX6" fmla="*/ 43469 w 104248"/>
                  <a:gd name="csY6" fmla="*/ 98666 h 144334"/>
                  <a:gd name="csX7" fmla="*/ 69815 w 104248"/>
                  <a:gd name="csY7" fmla="*/ 85727 h 144334"/>
                  <a:gd name="csX8" fmla="*/ 70043 w 104248"/>
                  <a:gd name="csY8" fmla="*/ 85950 h 144334"/>
                  <a:gd name="csX9" fmla="*/ 62548 w 104248"/>
                  <a:gd name="csY9" fmla="*/ 115397 h 144334"/>
                  <a:gd name="csX10" fmla="*/ 29842 w 104248"/>
                  <a:gd name="csY10" fmla="*/ 139490 h 144334"/>
                  <a:gd name="csX11" fmla="*/ 11673 w 104248"/>
                  <a:gd name="csY11" fmla="*/ 137259 h 144334"/>
                  <a:gd name="csX12" fmla="*/ 20984 w 104248"/>
                  <a:gd name="csY12" fmla="*/ 125659 h 144334"/>
                  <a:gd name="csX13" fmla="*/ 12354 w 104248"/>
                  <a:gd name="csY13" fmla="*/ 117851 h 144334"/>
                  <a:gd name="csX14" fmla="*/ 89 w 104248"/>
                  <a:gd name="csY14" fmla="*/ 130790 h 144334"/>
                  <a:gd name="csX15" fmla="*/ 30296 w 104248"/>
                  <a:gd name="csY15" fmla="*/ 144398 h 144334"/>
                  <a:gd name="csX16" fmla="*/ 78446 w 104248"/>
                  <a:gd name="csY16" fmla="*/ 113612 h 144334"/>
                  <a:gd name="csX17" fmla="*/ 103656 w 104248"/>
                  <a:gd name="csY17" fmla="*/ 14563 h 144334"/>
                  <a:gd name="csX18" fmla="*/ 74131 w 104248"/>
                  <a:gd name="csY18" fmla="*/ 70111 h 144334"/>
                  <a:gd name="csX19" fmla="*/ 62548 w 104248"/>
                  <a:gd name="csY19" fmla="*/ 85727 h 144334"/>
                  <a:gd name="csX20" fmla="*/ 44151 w 104248"/>
                  <a:gd name="csY20" fmla="*/ 93758 h 144334"/>
                  <a:gd name="csX21" fmla="*/ 29388 w 104248"/>
                  <a:gd name="csY21" fmla="*/ 73234 h 144334"/>
                  <a:gd name="csX22" fmla="*/ 42107 w 104248"/>
                  <a:gd name="csY22" fmla="*/ 24825 h 144334"/>
                  <a:gd name="csX23" fmla="*/ 67544 w 104248"/>
                  <a:gd name="csY23" fmla="*/ 4971 h 144334"/>
                  <a:gd name="csX24" fmla="*/ 85714 w 104248"/>
                  <a:gd name="csY24" fmla="*/ 24156 h 144334"/>
                  <a:gd name="csX25" fmla="*/ 85032 w 104248"/>
                  <a:gd name="csY25" fmla="*/ 27502 h 144334"/>
                  <a:gd name="csX26" fmla="*/ 74131 w 104248"/>
                  <a:gd name="csY26" fmla="*/ 70111 h 144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04248" h="144334">
                    <a:moveTo>
                      <a:pt x="103656" y="14563"/>
                    </a:moveTo>
                    <a:cubicBezTo>
                      <a:pt x="103883" y="13225"/>
                      <a:pt x="104338" y="12109"/>
                      <a:pt x="104338" y="10548"/>
                    </a:cubicBezTo>
                    <a:cubicBezTo>
                      <a:pt x="104338" y="6755"/>
                      <a:pt x="101612" y="4524"/>
                      <a:pt x="97751" y="4524"/>
                    </a:cubicBezTo>
                    <a:cubicBezTo>
                      <a:pt x="95480" y="4524"/>
                      <a:pt x="89348" y="6086"/>
                      <a:pt x="88439" y="14117"/>
                    </a:cubicBezTo>
                    <a:cubicBezTo>
                      <a:pt x="84351" y="5863"/>
                      <a:pt x="76402" y="63"/>
                      <a:pt x="67317" y="63"/>
                    </a:cubicBezTo>
                    <a:cubicBezTo>
                      <a:pt x="41425" y="63"/>
                      <a:pt x="13262" y="31294"/>
                      <a:pt x="13262" y="63418"/>
                    </a:cubicBezTo>
                    <a:cubicBezTo>
                      <a:pt x="13262" y="85504"/>
                      <a:pt x="27117" y="98666"/>
                      <a:pt x="43469" y="98666"/>
                    </a:cubicBezTo>
                    <a:cubicBezTo>
                      <a:pt x="56870" y="98666"/>
                      <a:pt x="67544" y="88181"/>
                      <a:pt x="69815" y="85727"/>
                    </a:cubicBezTo>
                    <a:lnTo>
                      <a:pt x="70043" y="85950"/>
                    </a:lnTo>
                    <a:cubicBezTo>
                      <a:pt x="65273" y="105804"/>
                      <a:pt x="62548" y="114951"/>
                      <a:pt x="62548" y="115397"/>
                    </a:cubicBezTo>
                    <a:cubicBezTo>
                      <a:pt x="61639" y="117405"/>
                      <a:pt x="53917" y="139490"/>
                      <a:pt x="29842" y="139490"/>
                    </a:cubicBezTo>
                    <a:cubicBezTo>
                      <a:pt x="25527" y="139490"/>
                      <a:pt x="18032" y="139267"/>
                      <a:pt x="11673" y="137259"/>
                    </a:cubicBezTo>
                    <a:cubicBezTo>
                      <a:pt x="18486" y="135251"/>
                      <a:pt x="20984" y="129451"/>
                      <a:pt x="20984" y="125659"/>
                    </a:cubicBezTo>
                    <a:cubicBezTo>
                      <a:pt x="20984" y="122089"/>
                      <a:pt x="18486" y="117851"/>
                      <a:pt x="12354" y="117851"/>
                    </a:cubicBezTo>
                    <a:cubicBezTo>
                      <a:pt x="7357" y="117851"/>
                      <a:pt x="89" y="121866"/>
                      <a:pt x="89" y="130790"/>
                    </a:cubicBezTo>
                    <a:cubicBezTo>
                      <a:pt x="89" y="139936"/>
                      <a:pt x="8493" y="144398"/>
                      <a:pt x="30296" y="144398"/>
                    </a:cubicBezTo>
                    <a:cubicBezTo>
                      <a:pt x="58686" y="144398"/>
                      <a:pt x="75039" y="126997"/>
                      <a:pt x="78446" y="113612"/>
                    </a:cubicBezTo>
                    <a:lnTo>
                      <a:pt x="103656" y="14563"/>
                    </a:lnTo>
                    <a:close/>
                    <a:moveTo>
                      <a:pt x="74131" y="70111"/>
                    </a:moveTo>
                    <a:cubicBezTo>
                      <a:pt x="72768" y="75911"/>
                      <a:pt x="67544" y="81488"/>
                      <a:pt x="62548" y="85727"/>
                    </a:cubicBezTo>
                    <a:cubicBezTo>
                      <a:pt x="57778" y="89742"/>
                      <a:pt x="50737" y="93758"/>
                      <a:pt x="44151" y="93758"/>
                    </a:cubicBezTo>
                    <a:cubicBezTo>
                      <a:pt x="32795" y="93758"/>
                      <a:pt x="29388" y="82157"/>
                      <a:pt x="29388" y="73234"/>
                    </a:cubicBezTo>
                    <a:cubicBezTo>
                      <a:pt x="29388" y="62526"/>
                      <a:pt x="35974" y="36202"/>
                      <a:pt x="42107" y="24825"/>
                    </a:cubicBezTo>
                    <a:cubicBezTo>
                      <a:pt x="48239" y="13894"/>
                      <a:pt x="58005" y="4971"/>
                      <a:pt x="67544" y="4971"/>
                    </a:cubicBezTo>
                    <a:cubicBezTo>
                      <a:pt x="82534" y="4971"/>
                      <a:pt x="85714" y="23040"/>
                      <a:pt x="85714" y="24156"/>
                    </a:cubicBezTo>
                    <a:cubicBezTo>
                      <a:pt x="85714" y="25271"/>
                      <a:pt x="85260" y="26610"/>
                      <a:pt x="85032" y="27502"/>
                    </a:cubicBezTo>
                    <a:lnTo>
                      <a:pt x="74131" y="70111"/>
                    </a:lnTo>
                    <a:close/>
                  </a:path>
                </a:pathLst>
              </a:custGeom>
              <a:grpFill/>
              <a:ln w="22692" cap="flat">
                <a:noFill/>
                <a:prstDash val="solid"/>
                <a:miter/>
              </a:ln>
            </p:spPr>
            <p:txBody>
              <a:bodyPr/>
              <a:lstStyle/>
              <a:p>
                <a:endParaRPr lang="en-GB" noProof="0"/>
              </a:p>
            </p:txBody>
          </p:sp>
          <p:sp>
            <p:nvSpPr>
              <p:cNvPr id="68" name="Freeform: Shape 67">
                <a:extLst>
                  <a:ext uri="{FF2B5EF4-FFF2-40B4-BE49-F238E27FC236}">
                    <a16:creationId xmlns:a16="http://schemas.microsoft.com/office/drawing/2014/main" id="{A1589693-62EA-8E60-447B-CE1829545ED9}"/>
                  </a:ext>
                </a:extLst>
              </p:cNvPr>
              <p:cNvSpPr/>
              <p:nvPr>
                <p:custDataLst>
                  <p:tags r:id="rId10"/>
                </p:custDataLst>
              </p:nvPr>
            </p:nvSpPr>
            <p:spPr>
              <a:xfrm>
                <a:off x="9047798" y="5461261"/>
                <a:ext cx="31115" cy="223083"/>
              </a:xfrm>
              <a:custGeom>
                <a:avLst/>
                <a:gdLst>
                  <a:gd name="csX0" fmla="*/ 31210 w 31115"/>
                  <a:gd name="csY0" fmla="*/ 223146 h 223083"/>
                  <a:gd name="csX1" fmla="*/ 31210 w 31115"/>
                  <a:gd name="csY1" fmla="*/ 214223 h 223083"/>
                  <a:gd name="csX2" fmla="*/ 9179 w 31115"/>
                  <a:gd name="csY2" fmla="*/ 214223 h 223083"/>
                  <a:gd name="csX3" fmla="*/ 9179 w 31115"/>
                  <a:gd name="csY3" fmla="*/ 8986 h 223083"/>
                  <a:gd name="csX4" fmla="*/ 31210 w 31115"/>
                  <a:gd name="csY4" fmla="*/ 8986 h 223083"/>
                  <a:gd name="csX5" fmla="*/ 31210 w 31115"/>
                  <a:gd name="csY5" fmla="*/ 63 h 223083"/>
                  <a:gd name="csX6" fmla="*/ 94 w 31115"/>
                  <a:gd name="csY6" fmla="*/ 63 h 223083"/>
                  <a:gd name="csX7" fmla="*/ 94 w 31115"/>
                  <a:gd name="csY7" fmla="*/ 223146 h 223083"/>
                  <a:gd name="csX8" fmla="*/ 31210 w 31115"/>
                  <a:gd name="csY8" fmla="*/ 223146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115" h="223083">
                    <a:moveTo>
                      <a:pt x="31210" y="223146"/>
                    </a:moveTo>
                    <a:lnTo>
                      <a:pt x="31210" y="214223"/>
                    </a:lnTo>
                    <a:lnTo>
                      <a:pt x="9179" y="214223"/>
                    </a:lnTo>
                    <a:lnTo>
                      <a:pt x="9179" y="8986"/>
                    </a:lnTo>
                    <a:lnTo>
                      <a:pt x="31210" y="8986"/>
                    </a:lnTo>
                    <a:lnTo>
                      <a:pt x="31210" y="63"/>
                    </a:lnTo>
                    <a:lnTo>
                      <a:pt x="94" y="63"/>
                    </a:lnTo>
                    <a:lnTo>
                      <a:pt x="94" y="223146"/>
                    </a:lnTo>
                    <a:lnTo>
                      <a:pt x="31210" y="223146"/>
                    </a:lnTo>
                    <a:close/>
                  </a:path>
                </a:pathLst>
              </a:custGeom>
              <a:grpFill/>
              <a:ln w="22692" cap="flat">
                <a:noFill/>
                <a:prstDash val="solid"/>
                <a:miter/>
              </a:ln>
            </p:spPr>
            <p:txBody>
              <a:bodyPr/>
              <a:lstStyle/>
              <a:p>
                <a:endParaRPr lang="en-GB" noProof="0"/>
              </a:p>
            </p:txBody>
          </p:sp>
          <p:sp>
            <p:nvSpPr>
              <p:cNvPr id="69" name="Freeform: Shape 68">
                <a:extLst>
                  <a:ext uri="{FF2B5EF4-FFF2-40B4-BE49-F238E27FC236}">
                    <a16:creationId xmlns:a16="http://schemas.microsoft.com/office/drawing/2014/main" id="{352E20F7-4881-0648-2897-9405AE5898D9}"/>
                  </a:ext>
                </a:extLst>
              </p:cNvPr>
              <p:cNvSpPr/>
              <p:nvPr>
                <p:custDataLst>
                  <p:tags r:id="rId11"/>
                </p:custDataLst>
              </p:nvPr>
            </p:nvSpPr>
            <p:spPr>
              <a:xfrm>
                <a:off x="9092036" y="5476207"/>
                <a:ext cx="165116" cy="152365"/>
              </a:xfrm>
              <a:custGeom>
                <a:avLst/>
                <a:gdLst>
                  <a:gd name="csX0" fmla="*/ 127739 w 165116"/>
                  <a:gd name="csY0" fmla="*/ 25494 h 152365"/>
                  <a:gd name="csX1" fmla="*/ 130919 w 165116"/>
                  <a:gd name="csY1" fmla="*/ 22371 h 152365"/>
                  <a:gd name="csX2" fmla="*/ 160672 w 165116"/>
                  <a:gd name="csY2" fmla="*/ 6978 h 152365"/>
                  <a:gd name="csX3" fmla="*/ 165214 w 165116"/>
                  <a:gd name="csY3" fmla="*/ 2740 h 152365"/>
                  <a:gd name="csX4" fmla="*/ 162261 w 165116"/>
                  <a:gd name="csY4" fmla="*/ 63 h 152365"/>
                  <a:gd name="csX5" fmla="*/ 143638 w 165116"/>
                  <a:gd name="csY5" fmla="*/ 732 h 152365"/>
                  <a:gd name="csX6" fmla="*/ 120925 w 165116"/>
                  <a:gd name="csY6" fmla="*/ 63 h 152365"/>
                  <a:gd name="csX7" fmla="*/ 116610 w 165116"/>
                  <a:gd name="csY7" fmla="*/ 4301 h 152365"/>
                  <a:gd name="csX8" fmla="*/ 120017 w 165116"/>
                  <a:gd name="csY8" fmla="*/ 6978 h 152365"/>
                  <a:gd name="csX9" fmla="*/ 128193 w 165116"/>
                  <a:gd name="csY9" fmla="*/ 12109 h 152365"/>
                  <a:gd name="csX10" fmla="*/ 122061 w 165116"/>
                  <a:gd name="csY10" fmla="*/ 22817 h 152365"/>
                  <a:gd name="csX11" fmla="*/ 69369 w 165116"/>
                  <a:gd name="csY11" fmla="*/ 82381 h 152365"/>
                  <a:gd name="csX12" fmla="*/ 44386 w 165116"/>
                  <a:gd name="csY12" fmla="*/ 16125 h 152365"/>
                  <a:gd name="csX13" fmla="*/ 43023 w 165116"/>
                  <a:gd name="csY13" fmla="*/ 12332 h 152365"/>
                  <a:gd name="csX14" fmla="*/ 56423 w 165116"/>
                  <a:gd name="csY14" fmla="*/ 6978 h 152365"/>
                  <a:gd name="csX15" fmla="*/ 61874 w 165116"/>
                  <a:gd name="csY15" fmla="*/ 2517 h 152365"/>
                  <a:gd name="csX16" fmla="*/ 58467 w 165116"/>
                  <a:gd name="csY16" fmla="*/ 63 h 152365"/>
                  <a:gd name="csX17" fmla="*/ 29850 w 165116"/>
                  <a:gd name="csY17" fmla="*/ 732 h 152365"/>
                  <a:gd name="csX18" fmla="*/ 4413 w 165116"/>
                  <a:gd name="csY18" fmla="*/ 63 h 152365"/>
                  <a:gd name="csX19" fmla="*/ 97 w 165116"/>
                  <a:gd name="csY19" fmla="*/ 4524 h 152365"/>
                  <a:gd name="csX20" fmla="*/ 5321 w 165116"/>
                  <a:gd name="csY20" fmla="*/ 6978 h 152365"/>
                  <a:gd name="csX21" fmla="*/ 21901 w 165116"/>
                  <a:gd name="csY21" fmla="*/ 14563 h 152365"/>
                  <a:gd name="csX22" fmla="*/ 49837 w 165116"/>
                  <a:gd name="csY22" fmla="*/ 87958 h 152365"/>
                  <a:gd name="csX23" fmla="*/ 50745 w 165116"/>
                  <a:gd name="csY23" fmla="*/ 91750 h 152365"/>
                  <a:gd name="csX24" fmla="*/ 40525 w 165116"/>
                  <a:gd name="csY24" fmla="*/ 132351 h 152365"/>
                  <a:gd name="csX25" fmla="*/ 19175 w 165116"/>
                  <a:gd name="csY25" fmla="*/ 145513 h 152365"/>
                  <a:gd name="csX26" fmla="*/ 13043 w 165116"/>
                  <a:gd name="csY26" fmla="*/ 149975 h 152365"/>
                  <a:gd name="csX27" fmla="*/ 16223 w 165116"/>
                  <a:gd name="csY27" fmla="*/ 152429 h 152365"/>
                  <a:gd name="csX28" fmla="*/ 44840 w 165116"/>
                  <a:gd name="csY28" fmla="*/ 151760 h 152365"/>
                  <a:gd name="csX29" fmla="*/ 73911 w 165116"/>
                  <a:gd name="csY29" fmla="*/ 152429 h 152365"/>
                  <a:gd name="csX30" fmla="*/ 78227 w 165116"/>
                  <a:gd name="csY30" fmla="*/ 147967 h 152365"/>
                  <a:gd name="csX31" fmla="*/ 71867 w 165116"/>
                  <a:gd name="csY31" fmla="*/ 145513 h 152365"/>
                  <a:gd name="csX32" fmla="*/ 63237 w 165116"/>
                  <a:gd name="csY32" fmla="*/ 145067 h 152365"/>
                  <a:gd name="csX33" fmla="*/ 57105 w 165116"/>
                  <a:gd name="csY33" fmla="*/ 141498 h 152365"/>
                  <a:gd name="csX34" fmla="*/ 60284 w 165116"/>
                  <a:gd name="csY34" fmla="*/ 127443 h 152365"/>
                  <a:gd name="csX35" fmla="*/ 68233 w 165116"/>
                  <a:gd name="csY35" fmla="*/ 95989 h 152365"/>
                  <a:gd name="csX36" fmla="*/ 71413 w 165116"/>
                  <a:gd name="csY36" fmla="*/ 89073 h 152365"/>
                  <a:gd name="csX37" fmla="*/ 127739 w 165116"/>
                  <a:gd name="csY37" fmla="*/ 25494 h 1523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65116" h="152365">
                    <a:moveTo>
                      <a:pt x="127739" y="25494"/>
                    </a:moveTo>
                    <a:lnTo>
                      <a:pt x="130919" y="22371"/>
                    </a:lnTo>
                    <a:cubicBezTo>
                      <a:pt x="137732" y="15679"/>
                      <a:pt x="145227" y="8094"/>
                      <a:pt x="160672" y="6978"/>
                    </a:cubicBezTo>
                    <a:cubicBezTo>
                      <a:pt x="163170" y="6755"/>
                      <a:pt x="165214" y="6755"/>
                      <a:pt x="165214" y="2740"/>
                    </a:cubicBezTo>
                    <a:cubicBezTo>
                      <a:pt x="165214" y="955"/>
                      <a:pt x="164078" y="63"/>
                      <a:pt x="162261" y="63"/>
                    </a:cubicBezTo>
                    <a:cubicBezTo>
                      <a:pt x="156356" y="63"/>
                      <a:pt x="149770" y="732"/>
                      <a:pt x="143638" y="732"/>
                    </a:cubicBezTo>
                    <a:cubicBezTo>
                      <a:pt x="136143" y="732"/>
                      <a:pt x="128193" y="63"/>
                      <a:pt x="120925" y="63"/>
                    </a:cubicBezTo>
                    <a:cubicBezTo>
                      <a:pt x="119563" y="63"/>
                      <a:pt x="116610" y="63"/>
                      <a:pt x="116610" y="4301"/>
                    </a:cubicBezTo>
                    <a:cubicBezTo>
                      <a:pt x="116610" y="6755"/>
                      <a:pt x="118881" y="6978"/>
                      <a:pt x="120017" y="6978"/>
                    </a:cubicBezTo>
                    <a:cubicBezTo>
                      <a:pt x="121607" y="6978"/>
                      <a:pt x="128193" y="7425"/>
                      <a:pt x="128193" y="12109"/>
                    </a:cubicBezTo>
                    <a:cubicBezTo>
                      <a:pt x="128193" y="15902"/>
                      <a:pt x="122970" y="21702"/>
                      <a:pt x="122061" y="22817"/>
                    </a:cubicBezTo>
                    <a:lnTo>
                      <a:pt x="69369" y="82381"/>
                    </a:lnTo>
                    <a:lnTo>
                      <a:pt x="44386" y="16125"/>
                    </a:lnTo>
                    <a:cubicBezTo>
                      <a:pt x="43023" y="13002"/>
                      <a:pt x="43023" y="12555"/>
                      <a:pt x="43023" y="12332"/>
                    </a:cubicBezTo>
                    <a:cubicBezTo>
                      <a:pt x="43023" y="6978"/>
                      <a:pt x="54152" y="6978"/>
                      <a:pt x="56423" y="6978"/>
                    </a:cubicBezTo>
                    <a:cubicBezTo>
                      <a:pt x="59603" y="6978"/>
                      <a:pt x="61874" y="6978"/>
                      <a:pt x="61874" y="2517"/>
                    </a:cubicBezTo>
                    <a:cubicBezTo>
                      <a:pt x="61874" y="63"/>
                      <a:pt x="59149" y="63"/>
                      <a:pt x="58467" y="63"/>
                    </a:cubicBezTo>
                    <a:cubicBezTo>
                      <a:pt x="52108" y="63"/>
                      <a:pt x="36209" y="732"/>
                      <a:pt x="29850" y="732"/>
                    </a:cubicBezTo>
                    <a:cubicBezTo>
                      <a:pt x="24172" y="732"/>
                      <a:pt x="10091" y="63"/>
                      <a:pt x="4413" y="63"/>
                    </a:cubicBezTo>
                    <a:cubicBezTo>
                      <a:pt x="3050" y="63"/>
                      <a:pt x="97" y="63"/>
                      <a:pt x="97" y="4524"/>
                    </a:cubicBezTo>
                    <a:cubicBezTo>
                      <a:pt x="97" y="6978"/>
                      <a:pt x="2368" y="6978"/>
                      <a:pt x="5321" y="6978"/>
                    </a:cubicBezTo>
                    <a:cubicBezTo>
                      <a:pt x="18948" y="6978"/>
                      <a:pt x="19857" y="8986"/>
                      <a:pt x="21901" y="14563"/>
                    </a:cubicBezTo>
                    <a:lnTo>
                      <a:pt x="49837" y="87958"/>
                    </a:lnTo>
                    <a:cubicBezTo>
                      <a:pt x="50064" y="88627"/>
                      <a:pt x="50745" y="91081"/>
                      <a:pt x="50745" y="91750"/>
                    </a:cubicBezTo>
                    <a:cubicBezTo>
                      <a:pt x="50745" y="92419"/>
                      <a:pt x="41660" y="128336"/>
                      <a:pt x="40525" y="132351"/>
                    </a:cubicBezTo>
                    <a:cubicBezTo>
                      <a:pt x="37572" y="144621"/>
                      <a:pt x="37345" y="145290"/>
                      <a:pt x="19175" y="145513"/>
                    </a:cubicBezTo>
                    <a:cubicBezTo>
                      <a:pt x="14860" y="145513"/>
                      <a:pt x="13043" y="145513"/>
                      <a:pt x="13043" y="149975"/>
                    </a:cubicBezTo>
                    <a:cubicBezTo>
                      <a:pt x="13043" y="152429"/>
                      <a:pt x="15769" y="152429"/>
                      <a:pt x="16223" y="152429"/>
                    </a:cubicBezTo>
                    <a:cubicBezTo>
                      <a:pt x="22582" y="152429"/>
                      <a:pt x="38481" y="151760"/>
                      <a:pt x="44840" y="151760"/>
                    </a:cubicBezTo>
                    <a:cubicBezTo>
                      <a:pt x="51199" y="151760"/>
                      <a:pt x="67552" y="152429"/>
                      <a:pt x="73911" y="152429"/>
                    </a:cubicBezTo>
                    <a:cubicBezTo>
                      <a:pt x="75501" y="152429"/>
                      <a:pt x="78227" y="152429"/>
                      <a:pt x="78227" y="147967"/>
                    </a:cubicBezTo>
                    <a:cubicBezTo>
                      <a:pt x="78227" y="145513"/>
                      <a:pt x="76183" y="145513"/>
                      <a:pt x="71867" y="145513"/>
                    </a:cubicBezTo>
                    <a:cubicBezTo>
                      <a:pt x="71413" y="145513"/>
                      <a:pt x="67098" y="145513"/>
                      <a:pt x="63237" y="145067"/>
                    </a:cubicBezTo>
                    <a:cubicBezTo>
                      <a:pt x="58467" y="144621"/>
                      <a:pt x="57105" y="144175"/>
                      <a:pt x="57105" y="141498"/>
                    </a:cubicBezTo>
                    <a:cubicBezTo>
                      <a:pt x="57105" y="139936"/>
                      <a:pt x="59149" y="132128"/>
                      <a:pt x="60284" y="127443"/>
                    </a:cubicBezTo>
                    <a:lnTo>
                      <a:pt x="68233" y="95989"/>
                    </a:lnTo>
                    <a:cubicBezTo>
                      <a:pt x="69369" y="91750"/>
                      <a:pt x="69596" y="91081"/>
                      <a:pt x="71413" y="89073"/>
                    </a:cubicBezTo>
                    <a:lnTo>
                      <a:pt x="127739" y="25494"/>
                    </a:lnTo>
                    <a:close/>
                  </a:path>
                </a:pathLst>
              </a:custGeom>
              <a:grpFill/>
              <a:ln w="22692" cap="flat">
                <a:noFill/>
                <a:prstDash val="solid"/>
                <a:miter/>
              </a:ln>
            </p:spPr>
            <p:txBody>
              <a:bodyPr/>
              <a:lstStyle/>
              <a:p>
                <a:endParaRPr lang="en-GB" noProof="0"/>
              </a:p>
            </p:txBody>
          </p:sp>
          <p:sp>
            <p:nvSpPr>
              <p:cNvPr id="70" name="Freeform: Shape 69">
                <a:extLst>
                  <a:ext uri="{FF2B5EF4-FFF2-40B4-BE49-F238E27FC236}">
                    <a16:creationId xmlns:a16="http://schemas.microsoft.com/office/drawing/2014/main" id="{0708392A-59ED-096D-080C-0D03DDC4636F}"/>
                  </a:ext>
                </a:extLst>
              </p:cNvPr>
              <p:cNvSpPr/>
              <p:nvPr>
                <p:custDataLst>
                  <p:tags r:id="rId12"/>
                </p:custDataLst>
              </p:nvPr>
            </p:nvSpPr>
            <p:spPr>
              <a:xfrm>
                <a:off x="9224529" y="5558346"/>
                <a:ext cx="73132" cy="106812"/>
              </a:xfrm>
              <a:custGeom>
                <a:avLst/>
                <a:gdLst>
                  <a:gd name="csX0" fmla="*/ 34921 w 73132"/>
                  <a:gd name="csY0" fmla="*/ 51597 h 106812"/>
                  <a:gd name="csX1" fmla="*/ 56225 w 73132"/>
                  <a:gd name="csY1" fmla="*/ 76738 h 106812"/>
                  <a:gd name="csX2" fmla="*/ 35557 w 73132"/>
                  <a:gd name="csY2" fmla="*/ 101880 h 106812"/>
                  <a:gd name="csX3" fmla="*/ 8529 w 73132"/>
                  <a:gd name="csY3" fmla="*/ 90948 h 106812"/>
                  <a:gd name="csX4" fmla="*/ 17750 w 73132"/>
                  <a:gd name="csY4" fmla="*/ 82204 h 106812"/>
                  <a:gd name="csX5" fmla="*/ 9006 w 73132"/>
                  <a:gd name="csY5" fmla="*/ 73615 h 106812"/>
                  <a:gd name="csX6" fmla="*/ 103 w 73132"/>
                  <a:gd name="csY6" fmla="*/ 82672 h 106812"/>
                  <a:gd name="csX7" fmla="*/ 35875 w 73132"/>
                  <a:gd name="csY7" fmla="*/ 106877 h 106812"/>
                  <a:gd name="csX8" fmla="*/ 73236 w 73132"/>
                  <a:gd name="csY8" fmla="*/ 76738 h 106812"/>
                  <a:gd name="csX9" fmla="*/ 45573 w 73132"/>
                  <a:gd name="csY9" fmla="*/ 48786 h 106812"/>
                  <a:gd name="csX10" fmla="*/ 68307 w 73132"/>
                  <a:gd name="csY10" fmla="*/ 21614 h 106812"/>
                  <a:gd name="csX11" fmla="*/ 36192 w 73132"/>
                  <a:gd name="csY11" fmla="*/ 64 h 106812"/>
                  <a:gd name="csX12" fmla="*/ 5032 w 73132"/>
                  <a:gd name="csY12" fmla="*/ 20989 h 106812"/>
                  <a:gd name="csX13" fmla="*/ 13299 w 73132"/>
                  <a:gd name="csY13" fmla="*/ 29266 h 106812"/>
                  <a:gd name="csX14" fmla="*/ 21407 w 73132"/>
                  <a:gd name="csY14" fmla="*/ 21302 h 106812"/>
                  <a:gd name="csX15" fmla="*/ 13299 w 73132"/>
                  <a:gd name="csY15" fmla="*/ 13182 h 106812"/>
                  <a:gd name="csX16" fmla="*/ 35716 w 73132"/>
                  <a:gd name="csY16" fmla="*/ 4593 h 106812"/>
                  <a:gd name="csX17" fmla="*/ 52886 w 73132"/>
                  <a:gd name="csY17" fmla="*/ 21614 h 106812"/>
                  <a:gd name="csX18" fmla="*/ 46526 w 73132"/>
                  <a:gd name="csY18" fmla="*/ 40197 h 106812"/>
                  <a:gd name="csX19" fmla="*/ 28879 w 73132"/>
                  <a:gd name="csY19" fmla="*/ 46912 h 106812"/>
                  <a:gd name="csX20" fmla="*/ 23792 w 73132"/>
                  <a:gd name="csY20" fmla="*/ 47380 h 106812"/>
                  <a:gd name="csX21" fmla="*/ 22202 w 73132"/>
                  <a:gd name="csY21" fmla="*/ 49410 h 106812"/>
                  <a:gd name="csX22" fmla="*/ 26335 w 73132"/>
                  <a:gd name="csY22" fmla="*/ 51597 h 106812"/>
                  <a:gd name="csX23" fmla="*/ 34921 w 73132"/>
                  <a:gd name="csY23" fmla="*/ 51597 h 1068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73132" h="106812">
                    <a:moveTo>
                      <a:pt x="34921" y="51597"/>
                    </a:moveTo>
                    <a:cubicBezTo>
                      <a:pt x="47321" y="51597"/>
                      <a:pt x="56225" y="60029"/>
                      <a:pt x="56225" y="76738"/>
                    </a:cubicBezTo>
                    <a:cubicBezTo>
                      <a:pt x="56225" y="96102"/>
                      <a:pt x="44778" y="101880"/>
                      <a:pt x="35557" y="101880"/>
                    </a:cubicBezTo>
                    <a:cubicBezTo>
                      <a:pt x="29197" y="101880"/>
                      <a:pt x="15207" y="100162"/>
                      <a:pt x="8529" y="90948"/>
                    </a:cubicBezTo>
                    <a:cubicBezTo>
                      <a:pt x="16001" y="90636"/>
                      <a:pt x="17750" y="85483"/>
                      <a:pt x="17750" y="82204"/>
                    </a:cubicBezTo>
                    <a:cubicBezTo>
                      <a:pt x="17750" y="77207"/>
                      <a:pt x="13935" y="73615"/>
                      <a:pt x="9006" y="73615"/>
                    </a:cubicBezTo>
                    <a:cubicBezTo>
                      <a:pt x="4555" y="73615"/>
                      <a:pt x="103" y="76270"/>
                      <a:pt x="103" y="82672"/>
                    </a:cubicBezTo>
                    <a:cubicBezTo>
                      <a:pt x="103" y="97351"/>
                      <a:pt x="16637" y="106877"/>
                      <a:pt x="35875" y="106877"/>
                    </a:cubicBezTo>
                    <a:cubicBezTo>
                      <a:pt x="57973" y="106877"/>
                      <a:pt x="73236" y="92354"/>
                      <a:pt x="73236" y="76738"/>
                    </a:cubicBezTo>
                    <a:cubicBezTo>
                      <a:pt x="73236" y="64558"/>
                      <a:pt x="63061" y="52377"/>
                      <a:pt x="45573" y="48786"/>
                    </a:cubicBezTo>
                    <a:cubicBezTo>
                      <a:pt x="62266" y="42852"/>
                      <a:pt x="68307" y="31140"/>
                      <a:pt x="68307" y="21614"/>
                    </a:cubicBezTo>
                    <a:cubicBezTo>
                      <a:pt x="68307" y="9278"/>
                      <a:pt x="53840" y="64"/>
                      <a:pt x="36192" y="64"/>
                    </a:cubicBezTo>
                    <a:cubicBezTo>
                      <a:pt x="18545" y="64"/>
                      <a:pt x="5032" y="8497"/>
                      <a:pt x="5032" y="20989"/>
                    </a:cubicBezTo>
                    <a:cubicBezTo>
                      <a:pt x="5032" y="26299"/>
                      <a:pt x="8529" y="29266"/>
                      <a:pt x="13299" y="29266"/>
                    </a:cubicBezTo>
                    <a:cubicBezTo>
                      <a:pt x="18227" y="29266"/>
                      <a:pt x="21407" y="25674"/>
                      <a:pt x="21407" y="21302"/>
                    </a:cubicBezTo>
                    <a:cubicBezTo>
                      <a:pt x="21407" y="16773"/>
                      <a:pt x="18227" y="13494"/>
                      <a:pt x="13299" y="13182"/>
                    </a:cubicBezTo>
                    <a:cubicBezTo>
                      <a:pt x="18863" y="6311"/>
                      <a:pt x="29833" y="4593"/>
                      <a:pt x="35716" y="4593"/>
                    </a:cubicBezTo>
                    <a:cubicBezTo>
                      <a:pt x="42870" y="4593"/>
                      <a:pt x="52886" y="8028"/>
                      <a:pt x="52886" y="21614"/>
                    </a:cubicBezTo>
                    <a:cubicBezTo>
                      <a:pt x="52886" y="28173"/>
                      <a:pt x="50660" y="35356"/>
                      <a:pt x="46526" y="40197"/>
                    </a:cubicBezTo>
                    <a:cubicBezTo>
                      <a:pt x="41280" y="46131"/>
                      <a:pt x="36828" y="46443"/>
                      <a:pt x="28879" y="46912"/>
                    </a:cubicBezTo>
                    <a:cubicBezTo>
                      <a:pt x="24905" y="47224"/>
                      <a:pt x="24587" y="47224"/>
                      <a:pt x="23792" y="47380"/>
                    </a:cubicBezTo>
                    <a:cubicBezTo>
                      <a:pt x="23474" y="47380"/>
                      <a:pt x="22202" y="47693"/>
                      <a:pt x="22202" y="49410"/>
                    </a:cubicBezTo>
                    <a:cubicBezTo>
                      <a:pt x="22202" y="51597"/>
                      <a:pt x="23633" y="51597"/>
                      <a:pt x="26335" y="51597"/>
                    </a:cubicBezTo>
                    <a:lnTo>
                      <a:pt x="34921" y="51597"/>
                    </a:lnTo>
                    <a:close/>
                  </a:path>
                </a:pathLst>
              </a:custGeom>
              <a:grpFill/>
              <a:ln w="22692" cap="flat">
                <a:noFill/>
                <a:prstDash val="solid"/>
                <a:miter/>
              </a:ln>
            </p:spPr>
            <p:txBody>
              <a:bodyPr/>
              <a:lstStyle/>
              <a:p>
                <a:endParaRPr lang="en-GB" noProof="0"/>
              </a:p>
            </p:txBody>
          </p:sp>
          <p:sp>
            <p:nvSpPr>
              <p:cNvPr id="71" name="Freeform: Shape 70">
                <a:extLst>
                  <a:ext uri="{FF2B5EF4-FFF2-40B4-BE49-F238E27FC236}">
                    <a16:creationId xmlns:a16="http://schemas.microsoft.com/office/drawing/2014/main" id="{6F5E3932-7FC0-A5C3-7CFA-8162BF1B4FC2}"/>
                  </a:ext>
                </a:extLst>
              </p:cNvPr>
              <p:cNvSpPr/>
              <p:nvPr>
                <p:custDataLst>
                  <p:tags r:id="rId13"/>
                </p:custDataLst>
              </p:nvPr>
            </p:nvSpPr>
            <p:spPr>
              <a:xfrm>
                <a:off x="9322830" y="5461261"/>
                <a:ext cx="31115" cy="223083"/>
              </a:xfrm>
              <a:custGeom>
                <a:avLst/>
                <a:gdLst>
                  <a:gd name="csX0" fmla="*/ 31223 w 31115"/>
                  <a:gd name="csY0" fmla="*/ 63 h 223083"/>
                  <a:gd name="csX1" fmla="*/ 108 w 31115"/>
                  <a:gd name="csY1" fmla="*/ 63 h 223083"/>
                  <a:gd name="csX2" fmla="*/ 108 w 31115"/>
                  <a:gd name="csY2" fmla="*/ 8986 h 223083"/>
                  <a:gd name="csX3" fmla="*/ 22138 w 31115"/>
                  <a:gd name="csY3" fmla="*/ 8986 h 223083"/>
                  <a:gd name="csX4" fmla="*/ 22138 w 31115"/>
                  <a:gd name="csY4" fmla="*/ 214223 h 223083"/>
                  <a:gd name="csX5" fmla="*/ 108 w 31115"/>
                  <a:gd name="csY5" fmla="*/ 214223 h 223083"/>
                  <a:gd name="csX6" fmla="*/ 108 w 31115"/>
                  <a:gd name="csY6" fmla="*/ 223146 h 223083"/>
                  <a:gd name="csX7" fmla="*/ 31223 w 31115"/>
                  <a:gd name="csY7" fmla="*/ 223146 h 223083"/>
                  <a:gd name="csX8" fmla="*/ 31223 w 31115"/>
                  <a:gd name="csY8" fmla="*/ 63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115" h="223083">
                    <a:moveTo>
                      <a:pt x="31223" y="63"/>
                    </a:moveTo>
                    <a:lnTo>
                      <a:pt x="108" y="63"/>
                    </a:lnTo>
                    <a:lnTo>
                      <a:pt x="108" y="8986"/>
                    </a:lnTo>
                    <a:lnTo>
                      <a:pt x="22138" y="8986"/>
                    </a:lnTo>
                    <a:lnTo>
                      <a:pt x="22138" y="214223"/>
                    </a:lnTo>
                    <a:lnTo>
                      <a:pt x="108" y="214223"/>
                    </a:lnTo>
                    <a:lnTo>
                      <a:pt x="108" y="223146"/>
                    </a:lnTo>
                    <a:lnTo>
                      <a:pt x="31223" y="223146"/>
                    </a:lnTo>
                    <a:lnTo>
                      <a:pt x="31223" y="63"/>
                    </a:lnTo>
                    <a:close/>
                  </a:path>
                </a:pathLst>
              </a:custGeom>
              <a:grpFill/>
              <a:ln w="22692" cap="flat">
                <a:noFill/>
                <a:prstDash val="solid"/>
                <a:miter/>
              </a:ln>
            </p:spPr>
            <p:txBody>
              <a:bodyPr/>
              <a:lstStyle/>
              <a:p>
                <a:endParaRPr lang="en-GB" noProof="0"/>
              </a:p>
            </p:txBody>
          </p:sp>
        </p:grpSp>
        <p:grpSp>
          <p:nvGrpSpPr>
            <p:cNvPr id="107" name="Group 106" descr="\documentclass{article}&#10;\usepackage{amsmath}&#10;\pagestyle{empty}&#10;\begin{document}&#10;&#10;$Y_3$&#10;&#10;&#10;&#10;\end{document}" title="IguanaTex Shape Display">
              <a:extLst>
                <a:ext uri="{FF2B5EF4-FFF2-40B4-BE49-F238E27FC236}">
                  <a16:creationId xmlns:a16="http://schemas.microsoft.com/office/drawing/2014/main" id="{6EDF6685-FF6E-6CF7-B52B-09C7C446383F}"/>
                </a:ext>
              </a:extLst>
            </p:cNvPr>
            <p:cNvGrpSpPr>
              <a:grpSpLocks noChangeAspect="1"/>
            </p:cNvGrpSpPr>
            <p:nvPr>
              <p:custDataLst>
                <p:tags r:id="rId4"/>
              </p:custDataLst>
            </p:nvPr>
          </p:nvGrpSpPr>
          <p:grpSpPr>
            <a:xfrm>
              <a:off x="5918200" y="4267200"/>
              <a:ext cx="201969" cy="199852"/>
              <a:chOff x="7643742" y="5592553"/>
              <a:chExt cx="201969" cy="199852"/>
            </a:xfrm>
          </p:grpSpPr>
          <p:sp>
            <p:nvSpPr>
              <p:cNvPr id="105" name="Freeform: Shape 104">
                <a:extLst>
                  <a:ext uri="{FF2B5EF4-FFF2-40B4-BE49-F238E27FC236}">
                    <a16:creationId xmlns:a16="http://schemas.microsoft.com/office/drawing/2014/main" id="{EA027A29-16FD-0EE9-AC2C-FFA145D77025}"/>
                  </a:ext>
                </a:extLst>
              </p:cNvPr>
              <p:cNvSpPr/>
              <p:nvPr>
                <p:custDataLst>
                  <p:tags r:id="rId5"/>
                </p:custDataLst>
              </p:nvPr>
            </p:nvSpPr>
            <p:spPr>
              <a:xfrm>
                <a:off x="7643742" y="5592553"/>
                <a:ext cx="162180" cy="161156"/>
              </a:xfrm>
              <a:custGeom>
                <a:avLst/>
                <a:gdLst>
                  <a:gd name="csX0" fmla="*/ 125449 w 162180"/>
                  <a:gd name="csY0" fmla="*/ 26962 h 161156"/>
                  <a:gd name="csX1" fmla="*/ 128572 w 162180"/>
                  <a:gd name="csY1" fmla="*/ 23658 h 161156"/>
                  <a:gd name="csX2" fmla="*/ 157796 w 162180"/>
                  <a:gd name="csY2" fmla="*/ 7377 h 161156"/>
                  <a:gd name="csX3" fmla="*/ 162258 w 162180"/>
                  <a:gd name="csY3" fmla="*/ 2894 h 161156"/>
                  <a:gd name="csX4" fmla="*/ 159358 w 162180"/>
                  <a:gd name="csY4" fmla="*/ 63 h 161156"/>
                  <a:gd name="csX5" fmla="*/ 141065 w 162180"/>
                  <a:gd name="csY5" fmla="*/ 771 h 161156"/>
                  <a:gd name="csX6" fmla="*/ 118757 w 162180"/>
                  <a:gd name="csY6" fmla="*/ 63 h 161156"/>
                  <a:gd name="csX7" fmla="*/ 114518 w 162180"/>
                  <a:gd name="csY7" fmla="*/ 4546 h 161156"/>
                  <a:gd name="csX8" fmla="*/ 117864 w 162180"/>
                  <a:gd name="csY8" fmla="*/ 7377 h 161156"/>
                  <a:gd name="csX9" fmla="*/ 125895 w 162180"/>
                  <a:gd name="csY9" fmla="*/ 12804 h 161156"/>
                  <a:gd name="csX10" fmla="*/ 119872 w 162180"/>
                  <a:gd name="csY10" fmla="*/ 24130 h 161156"/>
                  <a:gd name="csX11" fmla="*/ 68117 w 162180"/>
                  <a:gd name="csY11" fmla="*/ 87130 h 161156"/>
                  <a:gd name="csX12" fmla="*/ 43578 w 162180"/>
                  <a:gd name="csY12" fmla="*/ 17051 h 161156"/>
                  <a:gd name="csX13" fmla="*/ 42239 w 162180"/>
                  <a:gd name="csY13" fmla="*/ 13040 h 161156"/>
                  <a:gd name="csX14" fmla="*/ 55401 w 162180"/>
                  <a:gd name="csY14" fmla="*/ 7377 h 161156"/>
                  <a:gd name="csX15" fmla="*/ 60755 w 162180"/>
                  <a:gd name="csY15" fmla="*/ 2658 h 161156"/>
                  <a:gd name="csX16" fmla="*/ 57409 w 162180"/>
                  <a:gd name="csY16" fmla="*/ 63 h 161156"/>
                  <a:gd name="csX17" fmla="*/ 29301 w 162180"/>
                  <a:gd name="csY17" fmla="*/ 771 h 161156"/>
                  <a:gd name="csX18" fmla="*/ 4315 w 162180"/>
                  <a:gd name="csY18" fmla="*/ 63 h 161156"/>
                  <a:gd name="csX19" fmla="*/ 77 w 162180"/>
                  <a:gd name="csY19" fmla="*/ 4782 h 161156"/>
                  <a:gd name="csX20" fmla="*/ 5208 w 162180"/>
                  <a:gd name="csY20" fmla="*/ 7377 h 161156"/>
                  <a:gd name="csX21" fmla="*/ 21493 w 162180"/>
                  <a:gd name="csY21" fmla="*/ 15400 h 161156"/>
                  <a:gd name="csX22" fmla="*/ 48932 w 162180"/>
                  <a:gd name="csY22" fmla="*/ 93029 h 161156"/>
                  <a:gd name="csX23" fmla="*/ 49824 w 162180"/>
                  <a:gd name="csY23" fmla="*/ 97040 h 161156"/>
                  <a:gd name="csX24" fmla="*/ 39785 w 162180"/>
                  <a:gd name="csY24" fmla="*/ 139983 h 161156"/>
                  <a:gd name="csX25" fmla="*/ 18816 w 162180"/>
                  <a:gd name="csY25" fmla="*/ 153905 h 161156"/>
                  <a:gd name="csX26" fmla="*/ 12792 w 162180"/>
                  <a:gd name="csY26" fmla="*/ 158624 h 161156"/>
                  <a:gd name="csX27" fmla="*/ 15916 w 162180"/>
                  <a:gd name="csY27" fmla="*/ 161219 h 161156"/>
                  <a:gd name="csX28" fmla="*/ 44024 w 162180"/>
                  <a:gd name="csY28" fmla="*/ 160511 h 161156"/>
                  <a:gd name="csX29" fmla="*/ 72579 w 162180"/>
                  <a:gd name="csY29" fmla="*/ 161219 h 161156"/>
                  <a:gd name="csX30" fmla="*/ 76817 w 162180"/>
                  <a:gd name="csY30" fmla="*/ 156500 h 161156"/>
                  <a:gd name="csX31" fmla="*/ 70571 w 162180"/>
                  <a:gd name="csY31" fmla="*/ 153905 h 161156"/>
                  <a:gd name="csX32" fmla="*/ 62094 w 162180"/>
                  <a:gd name="csY32" fmla="*/ 153433 h 161156"/>
                  <a:gd name="csX33" fmla="*/ 56070 w 162180"/>
                  <a:gd name="csY33" fmla="*/ 149658 h 161156"/>
                  <a:gd name="csX34" fmla="*/ 59194 w 162180"/>
                  <a:gd name="csY34" fmla="*/ 134792 h 161156"/>
                  <a:gd name="csX35" fmla="*/ 67001 w 162180"/>
                  <a:gd name="csY35" fmla="*/ 101523 h 161156"/>
                  <a:gd name="csX36" fmla="*/ 70125 w 162180"/>
                  <a:gd name="csY36" fmla="*/ 94208 h 161156"/>
                  <a:gd name="csX37" fmla="*/ 125449 w 162180"/>
                  <a:gd name="csY37" fmla="*/ 26962 h 1611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62180" h="161156">
                    <a:moveTo>
                      <a:pt x="125449" y="26962"/>
                    </a:moveTo>
                    <a:lnTo>
                      <a:pt x="128572" y="23658"/>
                    </a:lnTo>
                    <a:cubicBezTo>
                      <a:pt x="135265" y="16580"/>
                      <a:pt x="142626" y="8557"/>
                      <a:pt x="157796" y="7377"/>
                    </a:cubicBezTo>
                    <a:cubicBezTo>
                      <a:pt x="160250" y="7141"/>
                      <a:pt x="162258" y="7141"/>
                      <a:pt x="162258" y="2894"/>
                    </a:cubicBezTo>
                    <a:cubicBezTo>
                      <a:pt x="162258" y="1007"/>
                      <a:pt x="161142" y="63"/>
                      <a:pt x="159358" y="63"/>
                    </a:cubicBezTo>
                    <a:cubicBezTo>
                      <a:pt x="153557" y="63"/>
                      <a:pt x="147088" y="771"/>
                      <a:pt x="141065" y="771"/>
                    </a:cubicBezTo>
                    <a:cubicBezTo>
                      <a:pt x="133703" y="771"/>
                      <a:pt x="125895" y="63"/>
                      <a:pt x="118757" y="63"/>
                    </a:cubicBezTo>
                    <a:cubicBezTo>
                      <a:pt x="117418" y="63"/>
                      <a:pt x="114518" y="63"/>
                      <a:pt x="114518" y="4546"/>
                    </a:cubicBezTo>
                    <a:cubicBezTo>
                      <a:pt x="114518" y="7141"/>
                      <a:pt x="116749" y="7377"/>
                      <a:pt x="117864" y="7377"/>
                    </a:cubicBezTo>
                    <a:cubicBezTo>
                      <a:pt x="119426" y="7377"/>
                      <a:pt x="125895" y="7849"/>
                      <a:pt x="125895" y="12804"/>
                    </a:cubicBezTo>
                    <a:cubicBezTo>
                      <a:pt x="125895" y="16815"/>
                      <a:pt x="120764" y="22950"/>
                      <a:pt x="119872" y="24130"/>
                    </a:cubicBezTo>
                    <a:lnTo>
                      <a:pt x="68117" y="87130"/>
                    </a:lnTo>
                    <a:lnTo>
                      <a:pt x="43578" y="17051"/>
                    </a:lnTo>
                    <a:cubicBezTo>
                      <a:pt x="42239" y="13748"/>
                      <a:pt x="42239" y="13276"/>
                      <a:pt x="42239" y="13040"/>
                    </a:cubicBezTo>
                    <a:cubicBezTo>
                      <a:pt x="42239" y="7377"/>
                      <a:pt x="53170" y="7377"/>
                      <a:pt x="55401" y="7377"/>
                    </a:cubicBezTo>
                    <a:cubicBezTo>
                      <a:pt x="58524" y="7377"/>
                      <a:pt x="60755" y="7377"/>
                      <a:pt x="60755" y="2658"/>
                    </a:cubicBezTo>
                    <a:cubicBezTo>
                      <a:pt x="60755" y="63"/>
                      <a:pt x="58078" y="63"/>
                      <a:pt x="57409" y="63"/>
                    </a:cubicBezTo>
                    <a:cubicBezTo>
                      <a:pt x="51163" y="63"/>
                      <a:pt x="35547" y="771"/>
                      <a:pt x="29301" y="771"/>
                    </a:cubicBezTo>
                    <a:cubicBezTo>
                      <a:pt x="23723" y="771"/>
                      <a:pt x="9892" y="63"/>
                      <a:pt x="4315" y="63"/>
                    </a:cubicBezTo>
                    <a:cubicBezTo>
                      <a:pt x="2977" y="63"/>
                      <a:pt x="77" y="63"/>
                      <a:pt x="77" y="4782"/>
                    </a:cubicBezTo>
                    <a:cubicBezTo>
                      <a:pt x="77" y="7377"/>
                      <a:pt x="2308" y="7377"/>
                      <a:pt x="5208" y="7377"/>
                    </a:cubicBezTo>
                    <a:cubicBezTo>
                      <a:pt x="18593" y="7377"/>
                      <a:pt x="19485" y="9501"/>
                      <a:pt x="21493" y="15400"/>
                    </a:cubicBezTo>
                    <a:lnTo>
                      <a:pt x="48932" y="93029"/>
                    </a:lnTo>
                    <a:cubicBezTo>
                      <a:pt x="49155" y="93736"/>
                      <a:pt x="49824" y="96332"/>
                      <a:pt x="49824" y="97040"/>
                    </a:cubicBezTo>
                    <a:cubicBezTo>
                      <a:pt x="49824" y="97748"/>
                      <a:pt x="40901" y="135736"/>
                      <a:pt x="39785" y="139983"/>
                    </a:cubicBezTo>
                    <a:cubicBezTo>
                      <a:pt x="36885" y="152961"/>
                      <a:pt x="36662" y="153669"/>
                      <a:pt x="18816" y="153905"/>
                    </a:cubicBezTo>
                    <a:cubicBezTo>
                      <a:pt x="14577" y="153905"/>
                      <a:pt x="12792" y="153905"/>
                      <a:pt x="12792" y="158624"/>
                    </a:cubicBezTo>
                    <a:cubicBezTo>
                      <a:pt x="12792" y="161219"/>
                      <a:pt x="15469" y="161219"/>
                      <a:pt x="15916" y="161219"/>
                    </a:cubicBezTo>
                    <a:cubicBezTo>
                      <a:pt x="22162" y="161219"/>
                      <a:pt x="37778" y="160511"/>
                      <a:pt x="44024" y="160511"/>
                    </a:cubicBezTo>
                    <a:cubicBezTo>
                      <a:pt x="50270" y="160511"/>
                      <a:pt x="66332" y="161219"/>
                      <a:pt x="72579" y="161219"/>
                    </a:cubicBezTo>
                    <a:cubicBezTo>
                      <a:pt x="74140" y="161219"/>
                      <a:pt x="76817" y="161219"/>
                      <a:pt x="76817" y="156500"/>
                    </a:cubicBezTo>
                    <a:cubicBezTo>
                      <a:pt x="76817" y="153905"/>
                      <a:pt x="74809" y="153905"/>
                      <a:pt x="70571" y="153905"/>
                    </a:cubicBezTo>
                    <a:cubicBezTo>
                      <a:pt x="70125" y="153905"/>
                      <a:pt x="65886" y="153905"/>
                      <a:pt x="62094" y="153433"/>
                    </a:cubicBezTo>
                    <a:cubicBezTo>
                      <a:pt x="57409" y="152961"/>
                      <a:pt x="56070" y="152489"/>
                      <a:pt x="56070" y="149658"/>
                    </a:cubicBezTo>
                    <a:cubicBezTo>
                      <a:pt x="56070" y="148006"/>
                      <a:pt x="58078" y="139747"/>
                      <a:pt x="59194" y="134792"/>
                    </a:cubicBezTo>
                    <a:lnTo>
                      <a:pt x="67001" y="101523"/>
                    </a:lnTo>
                    <a:cubicBezTo>
                      <a:pt x="68117" y="97040"/>
                      <a:pt x="68340" y="96332"/>
                      <a:pt x="70125" y="94208"/>
                    </a:cubicBezTo>
                    <a:lnTo>
                      <a:pt x="125449" y="26962"/>
                    </a:lnTo>
                    <a:close/>
                  </a:path>
                </a:pathLst>
              </a:custGeom>
              <a:solidFill>
                <a:schemeClr val="bg1"/>
              </a:solidFill>
              <a:ln w="21907" cap="flat">
                <a:noFill/>
                <a:prstDash val="solid"/>
                <a:miter/>
              </a:ln>
            </p:spPr>
            <p:txBody>
              <a:bodyPr/>
              <a:lstStyle/>
              <a:p>
                <a:endParaRPr lang="en-GB" noProof="0"/>
              </a:p>
            </p:txBody>
          </p:sp>
          <p:sp>
            <p:nvSpPr>
              <p:cNvPr id="106" name="Freeform: Shape 105">
                <a:extLst>
                  <a:ext uri="{FF2B5EF4-FFF2-40B4-BE49-F238E27FC236}">
                    <a16:creationId xmlns:a16="http://schemas.microsoft.com/office/drawing/2014/main" id="{A7575A55-5684-C92D-6650-ECEB396F6494}"/>
                  </a:ext>
                </a:extLst>
              </p:cNvPr>
              <p:cNvSpPr/>
              <p:nvPr>
                <p:custDataLst>
                  <p:tags r:id="rId6"/>
                </p:custDataLst>
              </p:nvPr>
            </p:nvSpPr>
            <p:spPr>
              <a:xfrm>
                <a:off x="7773879" y="5679431"/>
                <a:ext cx="71832" cy="112974"/>
              </a:xfrm>
              <a:custGeom>
                <a:avLst/>
                <a:gdLst>
                  <a:gd name="csX0" fmla="*/ 34281 w 71832"/>
                  <a:gd name="csY0" fmla="*/ 54570 h 112974"/>
                  <a:gd name="csX1" fmla="*/ 55206 w 71832"/>
                  <a:gd name="csY1" fmla="*/ 81162 h 112974"/>
                  <a:gd name="csX2" fmla="*/ 34906 w 71832"/>
                  <a:gd name="csY2" fmla="*/ 107754 h 112974"/>
                  <a:gd name="csX3" fmla="*/ 8359 w 71832"/>
                  <a:gd name="csY3" fmla="*/ 96192 h 112974"/>
                  <a:gd name="csX4" fmla="*/ 17416 w 71832"/>
                  <a:gd name="csY4" fmla="*/ 86942 h 112974"/>
                  <a:gd name="csX5" fmla="*/ 8827 w 71832"/>
                  <a:gd name="csY5" fmla="*/ 77858 h 112974"/>
                  <a:gd name="csX6" fmla="*/ 82 w 71832"/>
                  <a:gd name="csY6" fmla="*/ 87438 h 112974"/>
                  <a:gd name="csX7" fmla="*/ 35218 w 71832"/>
                  <a:gd name="csY7" fmla="*/ 113039 h 112974"/>
                  <a:gd name="csX8" fmla="*/ 71915 w 71832"/>
                  <a:gd name="csY8" fmla="*/ 81162 h 112974"/>
                  <a:gd name="csX9" fmla="*/ 44744 w 71832"/>
                  <a:gd name="csY9" fmla="*/ 51597 h 112974"/>
                  <a:gd name="csX10" fmla="*/ 67074 w 71832"/>
                  <a:gd name="csY10" fmla="*/ 22857 h 112974"/>
                  <a:gd name="csX11" fmla="*/ 35530 w 71832"/>
                  <a:gd name="csY11" fmla="*/ 64 h 112974"/>
                  <a:gd name="csX12" fmla="*/ 4923 w 71832"/>
                  <a:gd name="csY12" fmla="*/ 22197 h 112974"/>
                  <a:gd name="csX13" fmla="*/ 13044 w 71832"/>
                  <a:gd name="csY13" fmla="*/ 30951 h 112974"/>
                  <a:gd name="csX14" fmla="*/ 21008 w 71832"/>
                  <a:gd name="csY14" fmla="*/ 22527 h 112974"/>
                  <a:gd name="csX15" fmla="*/ 13044 w 71832"/>
                  <a:gd name="csY15" fmla="*/ 13938 h 112974"/>
                  <a:gd name="csX16" fmla="*/ 35062 w 71832"/>
                  <a:gd name="csY16" fmla="*/ 4854 h 112974"/>
                  <a:gd name="csX17" fmla="*/ 51927 w 71832"/>
                  <a:gd name="csY17" fmla="*/ 22857 h 112974"/>
                  <a:gd name="csX18" fmla="*/ 45681 w 71832"/>
                  <a:gd name="csY18" fmla="*/ 42512 h 112974"/>
                  <a:gd name="csX19" fmla="*/ 28347 w 71832"/>
                  <a:gd name="csY19" fmla="*/ 49615 h 112974"/>
                  <a:gd name="csX20" fmla="*/ 23350 w 71832"/>
                  <a:gd name="csY20" fmla="*/ 50110 h 112974"/>
                  <a:gd name="csX21" fmla="*/ 21788 w 71832"/>
                  <a:gd name="csY21" fmla="*/ 52257 h 112974"/>
                  <a:gd name="csX22" fmla="*/ 25849 w 71832"/>
                  <a:gd name="csY22" fmla="*/ 54570 h 112974"/>
                  <a:gd name="csX23" fmla="*/ 34281 w 71832"/>
                  <a:gd name="csY23" fmla="*/ 54570 h 112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71832" h="112974">
                    <a:moveTo>
                      <a:pt x="34281" y="54570"/>
                    </a:moveTo>
                    <a:cubicBezTo>
                      <a:pt x="46461" y="54570"/>
                      <a:pt x="55206" y="63489"/>
                      <a:pt x="55206" y="81162"/>
                    </a:cubicBezTo>
                    <a:cubicBezTo>
                      <a:pt x="55206" y="101642"/>
                      <a:pt x="43963" y="107754"/>
                      <a:pt x="34906" y="107754"/>
                    </a:cubicBezTo>
                    <a:cubicBezTo>
                      <a:pt x="28659" y="107754"/>
                      <a:pt x="14917" y="105937"/>
                      <a:pt x="8359" y="96192"/>
                    </a:cubicBezTo>
                    <a:cubicBezTo>
                      <a:pt x="15698" y="95862"/>
                      <a:pt x="17416" y="90411"/>
                      <a:pt x="17416" y="86942"/>
                    </a:cubicBezTo>
                    <a:cubicBezTo>
                      <a:pt x="17416" y="81657"/>
                      <a:pt x="13668" y="77858"/>
                      <a:pt x="8827" y="77858"/>
                    </a:cubicBezTo>
                    <a:cubicBezTo>
                      <a:pt x="4455" y="77858"/>
                      <a:pt x="82" y="80666"/>
                      <a:pt x="82" y="87438"/>
                    </a:cubicBezTo>
                    <a:cubicBezTo>
                      <a:pt x="82" y="102964"/>
                      <a:pt x="16323" y="113039"/>
                      <a:pt x="35218" y="113039"/>
                    </a:cubicBezTo>
                    <a:cubicBezTo>
                      <a:pt x="56924" y="113039"/>
                      <a:pt x="71915" y="97678"/>
                      <a:pt x="71915" y="81162"/>
                    </a:cubicBezTo>
                    <a:cubicBezTo>
                      <a:pt x="71915" y="68279"/>
                      <a:pt x="61921" y="55395"/>
                      <a:pt x="44744" y="51597"/>
                    </a:cubicBezTo>
                    <a:cubicBezTo>
                      <a:pt x="61140" y="45320"/>
                      <a:pt x="67074" y="32933"/>
                      <a:pt x="67074" y="22857"/>
                    </a:cubicBezTo>
                    <a:cubicBezTo>
                      <a:pt x="67074" y="9809"/>
                      <a:pt x="52864" y="64"/>
                      <a:pt x="35530" y="64"/>
                    </a:cubicBezTo>
                    <a:cubicBezTo>
                      <a:pt x="18197" y="64"/>
                      <a:pt x="4923" y="8983"/>
                      <a:pt x="4923" y="22197"/>
                    </a:cubicBezTo>
                    <a:cubicBezTo>
                      <a:pt x="4923" y="27812"/>
                      <a:pt x="8359" y="30951"/>
                      <a:pt x="13044" y="30951"/>
                    </a:cubicBezTo>
                    <a:cubicBezTo>
                      <a:pt x="17884" y="30951"/>
                      <a:pt x="21008" y="27152"/>
                      <a:pt x="21008" y="22527"/>
                    </a:cubicBezTo>
                    <a:cubicBezTo>
                      <a:pt x="21008" y="17737"/>
                      <a:pt x="17884" y="14269"/>
                      <a:pt x="13044" y="13938"/>
                    </a:cubicBezTo>
                    <a:cubicBezTo>
                      <a:pt x="18509" y="6671"/>
                      <a:pt x="29284" y="4854"/>
                      <a:pt x="35062" y="4854"/>
                    </a:cubicBezTo>
                    <a:cubicBezTo>
                      <a:pt x="42089" y="4854"/>
                      <a:pt x="51927" y="8488"/>
                      <a:pt x="51927" y="22857"/>
                    </a:cubicBezTo>
                    <a:cubicBezTo>
                      <a:pt x="51927" y="29794"/>
                      <a:pt x="49741" y="37392"/>
                      <a:pt x="45681" y="42512"/>
                    </a:cubicBezTo>
                    <a:cubicBezTo>
                      <a:pt x="40527" y="48789"/>
                      <a:pt x="36155" y="49119"/>
                      <a:pt x="28347" y="49615"/>
                    </a:cubicBezTo>
                    <a:cubicBezTo>
                      <a:pt x="24443" y="49945"/>
                      <a:pt x="24131" y="49945"/>
                      <a:pt x="23350" y="50110"/>
                    </a:cubicBezTo>
                    <a:cubicBezTo>
                      <a:pt x="23038" y="50110"/>
                      <a:pt x="21788" y="50440"/>
                      <a:pt x="21788" y="52257"/>
                    </a:cubicBezTo>
                    <a:cubicBezTo>
                      <a:pt x="21788" y="54570"/>
                      <a:pt x="23194" y="54570"/>
                      <a:pt x="25849" y="54570"/>
                    </a:cubicBezTo>
                    <a:lnTo>
                      <a:pt x="34281" y="54570"/>
                    </a:lnTo>
                    <a:close/>
                  </a:path>
                </a:pathLst>
              </a:custGeom>
              <a:solidFill>
                <a:schemeClr val="bg1"/>
              </a:solidFill>
              <a:ln w="21907" cap="flat">
                <a:noFill/>
                <a:prstDash val="solid"/>
                <a:miter/>
              </a:ln>
            </p:spPr>
            <p:txBody>
              <a:bodyPr/>
              <a:lstStyle/>
              <a:p>
                <a:endParaRPr lang="en-GB" noProof="0"/>
              </a:p>
            </p:txBody>
          </p:sp>
        </p:grpSp>
      </p:grpSp>
    </p:spTree>
    <p:extLst>
      <p:ext uri="{BB962C8B-B14F-4D97-AF65-F5344CB8AC3E}">
        <p14:creationId xmlns:p14="http://schemas.microsoft.com/office/powerpoint/2010/main" val="19540891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A6FCEC9B-2BC8-92D5-818F-01987C186C32}"/>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711D7D44-1897-374D-1200-2B8724BFBFCC}"/>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Quantitative designs</a:t>
            </a:r>
          </a:p>
        </p:txBody>
      </p:sp>
      <p:sp>
        <p:nvSpPr>
          <p:cNvPr id="17" name="Rectangle: Rounded Corners 16">
            <a:extLst>
              <a:ext uri="{FF2B5EF4-FFF2-40B4-BE49-F238E27FC236}">
                <a16:creationId xmlns:a16="http://schemas.microsoft.com/office/drawing/2014/main" id="{B7FC0D29-1CE5-C18D-ABE7-4C18C8ECC0E1}"/>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 name="Slide Number Placeholder 5">
            <a:extLst>
              <a:ext uri="{FF2B5EF4-FFF2-40B4-BE49-F238E27FC236}">
                <a16:creationId xmlns:a16="http://schemas.microsoft.com/office/drawing/2014/main" id="{98C82D8C-6127-0CE9-8ED5-6DFF92C34FF3}"/>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52680144-3699-0FFE-2CEB-27F9F1BB7E62}"/>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 name="Título 1 1">
            <a:extLst>
              <a:ext uri="{FF2B5EF4-FFF2-40B4-BE49-F238E27FC236}">
                <a16:creationId xmlns:a16="http://schemas.microsoft.com/office/drawing/2014/main" id="{AEDE2D8E-9C9A-45E8-A339-9E6173B78E84}"/>
              </a:ext>
            </a:extLst>
          </p:cNvPr>
          <p:cNvSpPr txBox="1">
            <a:spLocks/>
          </p:cNvSpPr>
          <p:nvPr/>
        </p:nvSpPr>
        <p:spPr>
          <a:xfrm>
            <a:off x="1120775" y="1601400"/>
            <a:ext cx="5664541" cy="133839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GB" sz="2800" b="1" i="0" u="none" strike="noStrike" kern="1200" cap="none" spc="0" normalizeH="0" baseline="0" noProof="0">
              <a:ln>
                <a:noFill/>
              </a:ln>
              <a:solidFill>
                <a:srgbClr val="FAC228"/>
              </a:solidFill>
              <a:effectLst/>
              <a:uLnTx/>
              <a:uFillTx/>
              <a:latin typeface="Aptos SemiBold" panose="020F0502020204030204" pitchFamily="34" charset="0"/>
              <a:ea typeface="+mj-ea"/>
              <a:cs typeface="+mj-cs"/>
            </a:endParaRPr>
          </a:p>
        </p:txBody>
      </p:sp>
      <p:grpSp>
        <p:nvGrpSpPr>
          <p:cNvPr id="111" name="Group 110">
            <a:extLst>
              <a:ext uri="{FF2B5EF4-FFF2-40B4-BE49-F238E27FC236}">
                <a16:creationId xmlns:a16="http://schemas.microsoft.com/office/drawing/2014/main" id="{0411CFBF-BFAB-6E7D-3373-BC411FB81B8F}"/>
              </a:ext>
            </a:extLst>
          </p:cNvPr>
          <p:cNvGrpSpPr/>
          <p:nvPr/>
        </p:nvGrpSpPr>
        <p:grpSpPr>
          <a:xfrm>
            <a:off x="1144743" y="1589043"/>
            <a:ext cx="1858324" cy="1021404"/>
            <a:chOff x="5480523" y="1589043"/>
            <a:chExt cx="1858324" cy="1021404"/>
          </a:xfrm>
        </p:grpSpPr>
        <p:sp>
          <p:nvSpPr>
            <p:cNvPr id="89" name="Oval 88">
              <a:extLst>
                <a:ext uri="{FF2B5EF4-FFF2-40B4-BE49-F238E27FC236}">
                  <a16:creationId xmlns:a16="http://schemas.microsoft.com/office/drawing/2014/main" id="{13331F07-E95B-6FF2-8E2B-930F3312FE60}"/>
                </a:ext>
              </a:extLst>
            </p:cNvPr>
            <p:cNvSpPr/>
            <p:nvPr/>
          </p:nvSpPr>
          <p:spPr>
            <a:xfrm>
              <a:off x="5480523" y="1589043"/>
              <a:ext cx="1021404" cy="1021404"/>
            </a:xfrm>
            <a:prstGeom prst="ellipse">
              <a:avLst/>
            </a:prstGeom>
            <a:solidFill>
              <a:srgbClr val="0E2841"/>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nvGrpSpPr>
            <p:cNvPr id="34" name="Group 33">
              <a:extLst>
                <a:ext uri="{FF2B5EF4-FFF2-40B4-BE49-F238E27FC236}">
                  <a16:creationId xmlns:a16="http://schemas.microsoft.com/office/drawing/2014/main" id="{621043E0-B483-3F93-15AA-9BED3C7484C0}"/>
                </a:ext>
              </a:extLst>
            </p:cNvPr>
            <p:cNvGrpSpPr>
              <a:grpSpLocks noChangeAspect="1"/>
            </p:cNvGrpSpPr>
            <p:nvPr>
              <p:custDataLst>
                <p:tags r:id="rId49"/>
              </p:custDataLst>
            </p:nvPr>
          </p:nvGrpSpPr>
          <p:grpSpPr>
            <a:xfrm>
              <a:off x="5867400" y="2019300"/>
              <a:ext cx="195567" cy="196549"/>
              <a:chOff x="7593719" y="3338431"/>
              <a:chExt cx="195567" cy="196549"/>
            </a:xfrm>
            <a:solidFill>
              <a:schemeClr val="bg1"/>
            </a:solidFill>
          </p:grpSpPr>
          <p:sp>
            <p:nvSpPr>
              <p:cNvPr id="35" name="Freeform: Shape 34">
                <a:extLst>
                  <a:ext uri="{FF2B5EF4-FFF2-40B4-BE49-F238E27FC236}">
                    <a16:creationId xmlns:a16="http://schemas.microsoft.com/office/drawing/2014/main" id="{6C332735-B788-76F1-2C68-508F6393F901}"/>
                  </a:ext>
                </a:extLst>
              </p:cNvPr>
              <p:cNvSpPr/>
              <p:nvPr>
                <p:custDataLst>
                  <p:tags r:id="rId58"/>
                </p:custDataLst>
              </p:nvPr>
            </p:nvSpPr>
            <p:spPr>
              <a:xfrm>
                <a:off x="7593719" y="3338431"/>
                <a:ext cx="162181" cy="161156"/>
              </a:xfrm>
              <a:custGeom>
                <a:avLst/>
                <a:gdLst>
                  <a:gd name="csX0" fmla="*/ 125450 w 162181"/>
                  <a:gd name="csY0" fmla="*/ 26962 h 161156"/>
                  <a:gd name="csX1" fmla="*/ 128573 w 162181"/>
                  <a:gd name="csY1" fmla="*/ 23658 h 161156"/>
                  <a:gd name="csX2" fmla="*/ 157797 w 162181"/>
                  <a:gd name="csY2" fmla="*/ 7377 h 161156"/>
                  <a:gd name="csX3" fmla="*/ 162258 w 162181"/>
                  <a:gd name="csY3" fmla="*/ 2894 h 161156"/>
                  <a:gd name="csX4" fmla="*/ 159358 w 162181"/>
                  <a:gd name="csY4" fmla="*/ 63 h 161156"/>
                  <a:gd name="csX5" fmla="*/ 141065 w 162181"/>
                  <a:gd name="csY5" fmla="*/ 771 h 161156"/>
                  <a:gd name="csX6" fmla="*/ 118757 w 162181"/>
                  <a:gd name="csY6" fmla="*/ 63 h 161156"/>
                  <a:gd name="csX7" fmla="*/ 114519 w 162181"/>
                  <a:gd name="csY7" fmla="*/ 4546 h 161156"/>
                  <a:gd name="csX8" fmla="*/ 117865 w 162181"/>
                  <a:gd name="csY8" fmla="*/ 7377 h 161156"/>
                  <a:gd name="csX9" fmla="*/ 125896 w 162181"/>
                  <a:gd name="csY9" fmla="*/ 12804 h 161156"/>
                  <a:gd name="csX10" fmla="*/ 119873 w 162181"/>
                  <a:gd name="csY10" fmla="*/ 24130 h 161156"/>
                  <a:gd name="csX11" fmla="*/ 68117 w 162181"/>
                  <a:gd name="csY11" fmla="*/ 87130 h 161156"/>
                  <a:gd name="csX12" fmla="*/ 43578 w 162181"/>
                  <a:gd name="csY12" fmla="*/ 17051 h 161156"/>
                  <a:gd name="csX13" fmla="*/ 42239 w 162181"/>
                  <a:gd name="csY13" fmla="*/ 13040 h 161156"/>
                  <a:gd name="csX14" fmla="*/ 55401 w 162181"/>
                  <a:gd name="csY14" fmla="*/ 7377 h 161156"/>
                  <a:gd name="csX15" fmla="*/ 60755 w 162181"/>
                  <a:gd name="csY15" fmla="*/ 2658 h 161156"/>
                  <a:gd name="csX16" fmla="*/ 57409 w 162181"/>
                  <a:gd name="csY16" fmla="*/ 63 h 161156"/>
                  <a:gd name="csX17" fmla="*/ 29301 w 162181"/>
                  <a:gd name="csY17" fmla="*/ 771 h 161156"/>
                  <a:gd name="csX18" fmla="*/ 4315 w 162181"/>
                  <a:gd name="csY18" fmla="*/ 63 h 161156"/>
                  <a:gd name="csX19" fmla="*/ 77 w 162181"/>
                  <a:gd name="csY19" fmla="*/ 4782 h 161156"/>
                  <a:gd name="csX20" fmla="*/ 5208 w 162181"/>
                  <a:gd name="csY20" fmla="*/ 7377 h 161156"/>
                  <a:gd name="csX21" fmla="*/ 21493 w 162181"/>
                  <a:gd name="csY21" fmla="*/ 15400 h 161156"/>
                  <a:gd name="csX22" fmla="*/ 48932 w 162181"/>
                  <a:gd name="csY22" fmla="*/ 93029 h 161156"/>
                  <a:gd name="csX23" fmla="*/ 49824 w 162181"/>
                  <a:gd name="csY23" fmla="*/ 97040 h 161156"/>
                  <a:gd name="csX24" fmla="*/ 39786 w 162181"/>
                  <a:gd name="csY24" fmla="*/ 139983 h 161156"/>
                  <a:gd name="csX25" fmla="*/ 18816 w 162181"/>
                  <a:gd name="csY25" fmla="*/ 153905 h 161156"/>
                  <a:gd name="csX26" fmla="*/ 12792 w 162181"/>
                  <a:gd name="csY26" fmla="*/ 158624 h 161156"/>
                  <a:gd name="csX27" fmla="*/ 15916 w 162181"/>
                  <a:gd name="csY27" fmla="*/ 161219 h 161156"/>
                  <a:gd name="csX28" fmla="*/ 44024 w 162181"/>
                  <a:gd name="csY28" fmla="*/ 160511 h 161156"/>
                  <a:gd name="csX29" fmla="*/ 72579 w 162181"/>
                  <a:gd name="csY29" fmla="*/ 161219 h 161156"/>
                  <a:gd name="csX30" fmla="*/ 76817 w 162181"/>
                  <a:gd name="csY30" fmla="*/ 156500 h 161156"/>
                  <a:gd name="csX31" fmla="*/ 70571 w 162181"/>
                  <a:gd name="csY31" fmla="*/ 153905 h 161156"/>
                  <a:gd name="csX32" fmla="*/ 62094 w 162181"/>
                  <a:gd name="csY32" fmla="*/ 153433 h 161156"/>
                  <a:gd name="csX33" fmla="*/ 56071 w 162181"/>
                  <a:gd name="csY33" fmla="*/ 149658 h 161156"/>
                  <a:gd name="csX34" fmla="*/ 59194 w 162181"/>
                  <a:gd name="csY34" fmla="*/ 134792 h 161156"/>
                  <a:gd name="csX35" fmla="*/ 67002 w 162181"/>
                  <a:gd name="csY35" fmla="*/ 101523 h 161156"/>
                  <a:gd name="csX36" fmla="*/ 70125 w 162181"/>
                  <a:gd name="csY36" fmla="*/ 94208 h 161156"/>
                  <a:gd name="csX37" fmla="*/ 125450 w 162181"/>
                  <a:gd name="csY37" fmla="*/ 26962 h 1611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62181" h="161156">
                    <a:moveTo>
                      <a:pt x="125450" y="26962"/>
                    </a:moveTo>
                    <a:lnTo>
                      <a:pt x="128573" y="23658"/>
                    </a:lnTo>
                    <a:cubicBezTo>
                      <a:pt x="135265" y="16580"/>
                      <a:pt x="142627" y="8557"/>
                      <a:pt x="157797" y="7377"/>
                    </a:cubicBezTo>
                    <a:cubicBezTo>
                      <a:pt x="160251" y="7141"/>
                      <a:pt x="162258" y="7141"/>
                      <a:pt x="162258" y="2894"/>
                    </a:cubicBezTo>
                    <a:cubicBezTo>
                      <a:pt x="162258" y="1007"/>
                      <a:pt x="161143" y="63"/>
                      <a:pt x="159358" y="63"/>
                    </a:cubicBezTo>
                    <a:cubicBezTo>
                      <a:pt x="153558" y="63"/>
                      <a:pt x="147089" y="771"/>
                      <a:pt x="141065" y="771"/>
                    </a:cubicBezTo>
                    <a:cubicBezTo>
                      <a:pt x="133704" y="771"/>
                      <a:pt x="125896" y="63"/>
                      <a:pt x="118757" y="63"/>
                    </a:cubicBezTo>
                    <a:cubicBezTo>
                      <a:pt x="117419" y="63"/>
                      <a:pt x="114519" y="63"/>
                      <a:pt x="114519" y="4546"/>
                    </a:cubicBezTo>
                    <a:cubicBezTo>
                      <a:pt x="114519" y="7141"/>
                      <a:pt x="116749" y="7377"/>
                      <a:pt x="117865" y="7377"/>
                    </a:cubicBezTo>
                    <a:cubicBezTo>
                      <a:pt x="119426" y="7377"/>
                      <a:pt x="125896" y="7849"/>
                      <a:pt x="125896" y="12804"/>
                    </a:cubicBezTo>
                    <a:cubicBezTo>
                      <a:pt x="125896" y="16815"/>
                      <a:pt x="120765" y="22950"/>
                      <a:pt x="119873" y="24130"/>
                    </a:cubicBezTo>
                    <a:lnTo>
                      <a:pt x="68117" y="87130"/>
                    </a:lnTo>
                    <a:lnTo>
                      <a:pt x="43578" y="17051"/>
                    </a:lnTo>
                    <a:cubicBezTo>
                      <a:pt x="42239" y="13748"/>
                      <a:pt x="42239" y="13276"/>
                      <a:pt x="42239" y="13040"/>
                    </a:cubicBezTo>
                    <a:cubicBezTo>
                      <a:pt x="42239" y="7377"/>
                      <a:pt x="53171" y="7377"/>
                      <a:pt x="55401" y="7377"/>
                    </a:cubicBezTo>
                    <a:cubicBezTo>
                      <a:pt x="58525" y="7377"/>
                      <a:pt x="60755" y="7377"/>
                      <a:pt x="60755" y="2658"/>
                    </a:cubicBezTo>
                    <a:cubicBezTo>
                      <a:pt x="60755" y="63"/>
                      <a:pt x="58078" y="63"/>
                      <a:pt x="57409" y="63"/>
                    </a:cubicBezTo>
                    <a:cubicBezTo>
                      <a:pt x="51163" y="63"/>
                      <a:pt x="35547" y="771"/>
                      <a:pt x="29301" y="771"/>
                    </a:cubicBezTo>
                    <a:cubicBezTo>
                      <a:pt x="23724" y="771"/>
                      <a:pt x="9892" y="63"/>
                      <a:pt x="4315" y="63"/>
                    </a:cubicBezTo>
                    <a:cubicBezTo>
                      <a:pt x="2977" y="63"/>
                      <a:pt x="77" y="63"/>
                      <a:pt x="77" y="4782"/>
                    </a:cubicBezTo>
                    <a:cubicBezTo>
                      <a:pt x="77" y="7377"/>
                      <a:pt x="2308" y="7377"/>
                      <a:pt x="5208" y="7377"/>
                    </a:cubicBezTo>
                    <a:cubicBezTo>
                      <a:pt x="18593" y="7377"/>
                      <a:pt x="19485" y="9501"/>
                      <a:pt x="21493" y="15400"/>
                    </a:cubicBezTo>
                    <a:lnTo>
                      <a:pt x="48932" y="93029"/>
                    </a:lnTo>
                    <a:cubicBezTo>
                      <a:pt x="49155" y="93736"/>
                      <a:pt x="49824" y="96332"/>
                      <a:pt x="49824" y="97040"/>
                    </a:cubicBezTo>
                    <a:cubicBezTo>
                      <a:pt x="49824" y="97748"/>
                      <a:pt x="40901" y="135736"/>
                      <a:pt x="39786" y="139983"/>
                    </a:cubicBezTo>
                    <a:cubicBezTo>
                      <a:pt x="36885" y="152961"/>
                      <a:pt x="36662" y="153669"/>
                      <a:pt x="18816" y="153905"/>
                    </a:cubicBezTo>
                    <a:cubicBezTo>
                      <a:pt x="14577" y="153905"/>
                      <a:pt x="12792" y="153905"/>
                      <a:pt x="12792" y="158624"/>
                    </a:cubicBezTo>
                    <a:cubicBezTo>
                      <a:pt x="12792" y="161219"/>
                      <a:pt x="15469" y="161219"/>
                      <a:pt x="15916" y="161219"/>
                    </a:cubicBezTo>
                    <a:cubicBezTo>
                      <a:pt x="22162" y="161219"/>
                      <a:pt x="37778" y="160511"/>
                      <a:pt x="44024" y="160511"/>
                    </a:cubicBezTo>
                    <a:cubicBezTo>
                      <a:pt x="50271" y="160511"/>
                      <a:pt x="66333" y="161219"/>
                      <a:pt x="72579" y="161219"/>
                    </a:cubicBezTo>
                    <a:cubicBezTo>
                      <a:pt x="74140" y="161219"/>
                      <a:pt x="76817" y="161219"/>
                      <a:pt x="76817" y="156500"/>
                    </a:cubicBezTo>
                    <a:cubicBezTo>
                      <a:pt x="76817" y="153905"/>
                      <a:pt x="74810" y="153905"/>
                      <a:pt x="70571" y="153905"/>
                    </a:cubicBezTo>
                    <a:cubicBezTo>
                      <a:pt x="70125" y="153905"/>
                      <a:pt x="65886" y="153905"/>
                      <a:pt x="62094" y="153433"/>
                    </a:cubicBezTo>
                    <a:cubicBezTo>
                      <a:pt x="57409" y="152961"/>
                      <a:pt x="56071" y="152489"/>
                      <a:pt x="56071" y="149658"/>
                    </a:cubicBezTo>
                    <a:cubicBezTo>
                      <a:pt x="56071" y="148006"/>
                      <a:pt x="58078" y="139747"/>
                      <a:pt x="59194" y="134792"/>
                    </a:cubicBezTo>
                    <a:lnTo>
                      <a:pt x="67002" y="101523"/>
                    </a:lnTo>
                    <a:cubicBezTo>
                      <a:pt x="68117" y="97040"/>
                      <a:pt x="68340" y="96332"/>
                      <a:pt x="70125" y="94208"/>
                    </a:cubicBezTo>
                    <a:lnTo>
                      <a:pt x="125450" y="26962"/>
                    </a:lnTo>
                    <a:close/>
                  </a:path>
                </a:pathLst>
              </a:custGeom>
              <a:grpFill/>
              <a:ln w="2190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6" name="Freeform: Shape 35">
                <a:extLst>
                  <a:ext uri="{FF2B5EF4-FFF2-40B4-BE49-F238E27FC236}">
                    <a16:creationId xmlns:a16="http://schemas.microsoft.com/office/drawing/2014/main" id="{0500F2FC-197F-796A-C991-876EBD40B07B}"/>
                  </a:ext>
                </a:extLst>
              </p:cNvPr>
              <p:cNvSpPr/>
              <p:nvPr>
                <p:custDataLst>
                  <p:tags r:id="rId59"/>
                </p:custDataLst>
              </p:nvPr>
            </p:nvSpPr>
            <p:spPr>
              <a:xfrm>
                <a:off x="7732445" y="3425309"/>
                <a:ext cx="56841" cy="109671"/>
              </a:xfrm>
              <a:custGeom>
                <a:avLst/>
                <a:gdLst>
                  <a:gd name="csX0" fmla="*/ 35374 w 56841"/>
                  <a:gd name="csY0" fmla="*/ 4689 h 109671"/>
                  <a:gd name="csX1" fmla="*/ 30690 w 56841"/>
                  <a:gd name="csY1" fmla="*/ 64 h 109671"/>
                  <a:gd name="csX2" fmla="*/ 82 w 56841"/>
                  <a:gd name="csY2" fmla="*/ 10635 h 109671"/>
                  <a:gd name="csX3" fmla="*/ 82 w 56841"/>
                  <a:gd name="csY3" fmla="*/ 16581 h 109671"/>
                  <a:gd name="csX4" fmla="*/ 22725 w 56841"/>
                  <a:gd name="csY4" fmla="*/ 11956 h 109671"/>
                  <a:gd name="csX5" fmla="*/ 22725 w 56841"/>
                  <a:gd name="csY5" fmla="*/ 96192 h 109671"/>
                  <a:gd name="csX6" fmla="*/ 7110 w 56841"/>
                  <a:gd name="csY6" fmla="*/ 103790 h 109671"/>
                  <a:gd name="csX7" fmla="*/ 1176 w 56841"/>
                  <a:gd name="csY7" fmla="*/ 103790 h 109671"/>
                  <a:gd name="csX8" fmla="*/ 1176 w 56841"/>
                  <a:gd name="csY8" fmla="*/ 109736 h 109671"/>
                  <a:gd name="csX9" fmla="*/ 28972 w 56841"/>
                  <a:gd name="csY9" fmla="*/ 109075 h 109671"/>
                  <a:gd name="csX10" fmla="*/ 56924 w 56841"/>
                  <a:gd name="csY10" fmla="*/ 109736 h 109671"/>
                  <a:gd name="csX11" fmla="*/ 56924 w 56841"/>
                  <a:gd name="csY11" fmla="*/ 103790 h 109671"/>
                  <a:gd name="csX12" fmla="*/ 50990 w 56841"/>
                  <a:gd name="csY12" fmla="*/ 103790 h 109671"/>
                  <a:gd name="csX13" fmla="*/ 35374 w 56841"/>
                  <a:gd name="csY13" fmla="*/ 96192 h 109671"/>
                  <a:gd name="csX14" fmla="*/ 35374 w 56841"/>
                  <a:gd name="csY14" fmla="*/ 4689 h 109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6841" h="109671">
                    <a:moveTo>
                      <a:pt x="35374" y="4689"/>
                    </a:moveTo>
                    <a:cubicBezTo>
                      <a:pt x="35374" y="229"/>
                      <a:pt x="35062" y="64"/>
                      <a:pt x="30690" y="64"/>
                    </a:cubicBezTo>
                    <a:cubicBezTo>
                      <a:pt x="20695" y="10470"/>
                      <a:pt x="6485" y="10635"/>
                      <a:pt x="82" y="10635"/>
                    </a:cubicBezTo>
                    <a:lnTo>
                      <a:pt x="82" y="16581"/>
                    </a:lnTo>
                    <a:cubicBezTo>
                      <a:pt x="3830" y="16581"/>
                      <a:pt x="14137" y="16581"/>
                      <a:pt x="22725" y="11956"/>
                    </a:cubicBezTo>
                    <a:lnTo>
                      <a:pt x="22725" y="96192"/>
                    </a:lnTo>
                    <a:cubicBezTo>
                      <a:pt x="22725" y="101642"/>
                      <a:pt x="22725" y="103790"/>
                      <a:pt x="7110" y="103790"/>
                    </a:cubicBezTo>
                    <a:lnTo>
                      <a:pt x="1176" y="103790"/>
                    </a:lnTo>
                    <a:lnTo>
                      <a:pt x="1176" y="109736"/>
                    </a:lnTo>
                    <a:cubicBezTo>
                      <a:pt x="3986" y="109570"/>
                      <a:pt x="23194" y="109075"/>
                      <a:pt x="28972" y="109075"/>
                    </a:cubicBezTo>
                    <a:cubicBezTo>
                      <a:pt x="33813" y="109075"/>
                      <a:pt x="53489" y="109570"/>
                      <a:pt x="56924" y="109736"/>
                    </a:cubicBezTo>
                    <a:lnTo>
                      <a:pt x="56924" y="103790"/>
                    </a:lnTo>
                    <a:lnTo>
                      <a:pt x="50990" y="103790"/>
                    </a:lnTo>
                    <a:cubicBezTo>
                      <a:pt x="35374" y="103790"/>
                      <a:pt x="35374" y="101642"/>
                      <a:pt x="35374" y="96192"/>
                    </a:cubicBezTo>
                    <a:lnTo>
                      <a:pt x="35374" y="4689"/>
                    </a:lnTo>
                    <a:close/>
                  </a:path>
                </a:pathLst>
              </a:custGeom>
              <a:grpFill/>
              <a:ln w="2190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48" name="Group 47" descr="\documentclass{article}&#10;\usepackage{amsmath}&#10;\pagestyle{empty}&#10;\begin{document}&#10;&#10;$Avg[Y_1]$&#10;&#10;&#10;&#10;\end{document}" title="IguanaTex Shape Display">
              <a:extLst>
                <a:ext uri="{FF2B5EF4-FFF2-40B4-BE49-F238E27FC236}">
                  <a16:creationId xmlns:a16="http://schemas.microsoft.com/office/drawing/2014/main" id="{D9BA5C6F-1A43-DB1F-C62D-7A7F58EBB94F}"/>
                </a:ext>
              </a:extLst>
            </p:cNvPr>
            <p:cNvGrpSpPr>
              <a:grpSpLocks noChangeAspect="1"/>
            </p:cNvGrpSpPr>
            <p:nvPr>
              <p:custDataLst>
                <p:tags r:id="rId50"/>
              </p:custDataLst>
            </p:nvPr>
          </p:nvGrpSpPr>
          <p:grpSpPr>
            <a:xfrm>
              <a:off x="6608791" y="1988203"/>
              <a:ext cx="730056" cy="223083"/>
              <a:chOff x="8623889" y="3251190"/>
              <a:chExt cx="730056" cy="223083"/>
            </a:xfrm>
            <a:solidFill>
              <a:schemeClr val="bg1"/>
            </a:solidFill>
          </p:grpSpPr>
          <p:sp>
            <p:nvSpPr>
              <p:cNvPr id="49" name="Freeform: Shape 48">
                <a:extLst>
                  <a:ext uri="{FF2B5EF4-FFF2-40B4-BE49-F238E27FC236}">
                    <a16:creationId xmlns:a16="http://schemas.microsoft.com/office/drawing/2014/main" id="{2A5E9F1C-9ACD-746F-A936-A87BC09B489E}"/>
                  </a:ext>
                </a:extLst>
              </p:cNvPr>
              <p:cNvSpPr/>
              <p:nvPr>
                <p:custDataLst>
                  <p:tags r:id="rId51"/>
                </p:custDataLst>
              </p:nvPr>
            </p:nvSpPr>
            <p:spPr>
              <a:xfrm>
                <a:off x="8623889" y="3258774"/>
                <a:ext cx="155804" cy="159727"/>
              </a:xfrm>
              <a:custGeom>
                <a:avLst/>
                <a:gdLst>
                  <a:gd name="csX0" fmla="*/ 32782 w 155804"/>
                  <a:gd name="csY0" fmla="*/ 134136 h 159727"/>
                  <a:gd name="csX1" fmla="*/ 4846 w 155804"/>
                  <a:gd name="csY1" fmla="*/ 152875 h 159727"/>
                  <a:gd name="csX2" fmla="*/ 77 w 155804"/>
                  <a:gd name="csY2" fmla="*/ 157337 h 159727"/>
                  <a:gd name="csX3" fmla="*/ 3029 w 155804"/>
                  <a:gd name="csY3" fmla="*/ 159791 h 159727"/>
                  <a:gd name="csX4" fmla="*/ 22562 w 155804"/>
                  <a:gd name="csY4" fmla="*/ 159121 h 159727"/>
                  <a:gd name="csX5" fmla="*/ 45274 w 155804"/>
                  <a:gd name="csY5" fmla="*/ 159791 h 159727"/>
                  <a:gd name="csX6" fmla="*/ 49589 w 155804"/>
                  <a:gd name="csY6" fmla="*/ 155552 h 159727"/>
                  <a:gd name="csX7" fmla="*/ 45955 w 155804"/>
                  <a:gd name="csY7" fmla="*/ 152875 h 159727"/>
                  <a:gd name="csX8" fmla="*/ 35280 w 155804"/>
                  <a:gd name="csY8" fmla="*/ 145067 h 159727"/>
                  <a:gd name="csX9" fmla="*/ 38460 w 155804"/>
                  <a:gd name="csY9" fmla="*/ 136813 h 159727"/>
                  <a:gd name="csX10" fmla="*/ 55721 w 155804"/>
                  <a:gd name="csY10" fmla="*/ 108258 h 159727"/>
                  <a:gd name="csX11" fmla="*/ 112729 w 155804"/>
                  <a:gd name="csY11" fmla="*/ 108258 h 159727"/>
                  <a:gd name="csX12" fmla="*/ 116362 w 155804"/>
                  <a:gd name="csY12" fmla="*/ 145513 h 159727"/>
                  <a:gd name="csX13" fmla="*/ 100010 w 155804"/>
                  <a:gd name="csY13" fmla="*/ 152875 h 159727"/>
                  <a:gd name="csX14" fmla="*/ 94559 w 155804"/>
                  <a:gd name="csY14" fmla="*/ 157337 h 159727"/>
                  <a:gd name="csX15" fmla="*/ 97739 w 155804"/>
                  <a:gd name="csY15" fmla="*/ 159791 h 159727"/>
                  <a:gd name="csX16" fmla="*/ 126129 w 155804"/>
                  <a:gd name="csY16" fmla="*/ 159121 h 159727"/>
                  <a:gd name="csX17" fmla="*/ 151793 w 155804"/>
                  <a:gd name="csY17" fmla="*/ 159791 h 159727"/>
                  <a:gd name="csX18" fmla="*/ 155882 w 155804"/>
                  <a:gd name="csY18" fmla="*/ 155329 h 159727"/>
                  <a:gd name="csX19" fmla="*/ 150658 w 155804"/>
                  <a:gd name="csY19" fmla="*/ 152875 h 159727"/>
                  <a:gd name="csX20" fmla="*/ 135895 w 155804"/>
                  <a:gd name="csY20" fmla="*/ 144844 h 159727"/>
                  <a:gd name="csX21" fmla="*/ 122041 w 155804"/>
                  <a:gd name="csY21" fmla="*/ 5417 h 159727"/>
                  <a:gd name="csX22" fmla="*/ 117725 w 155804"/>
                  <a:gd name="csY22" fmla="*/ 63 h 159727"/>
                  <a:gd name="csX23" fmla="*/ 111820 w 155804"/>
                  <a:gd name="csY23" fmla="*/ 3855 h 159727"/>
                  <a:gd name="csX24" fmla="*/ 32782 w 155804"/>
                  <a:gd name="csY24" fmla="*/ 134136 h 159727"/>
                  <a:gd name="csX25" fmla="*/ 60037 w 155804"/>
                  <a:gd name="csY25" fmla="*/ 101343 h 159727"/>
                  <a:gd name="csX26" fmla="*/ 104779 w 155804"/>
                  <a:gd name="csY26" fmla="*/ 27725 h 159727"/>
                  <a:gd name="csX27" fmla="*/ 112047 w 155804"/>
                  <a:gd name="csY27" fmla="*/ 101343 h 159727"/>
                  <a:gd name="csX28" fmla="*/ 60037 w 155804"/>
                  <a:gd name="csY28" fmla="*/ 101343 h 1597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55804" h="159727">
                    <a:moveTo>
                      <a:pt x="32782" y="134136"/>
                    </a:moveTo>
                    <a:cubicBezTo>
                      <a:pt x="23697" y="149083"/>
                      <a:pt x="14840" y="152206"/>
                      <a:pt x="4846" y="152875"/>
                    </a:cubicBezTo>
                    <a:cubicBezTo>
                      <a:pt x="2121" y="153098"/>
                      <a:pt x="77" y="153098"/>
                      <a:pt x="77" y="157337"/>
                    </a:cubicBezTo>
                    <a:cubicBezTo>
                      <a:pt x="77" y="158675"/>
                      <a:pt x="1212" y="159791"/>
                      <a:pt x="3029" y="159791"/>
                    </a:cubicBezTo>
                    <a:cubicBezTo>
                      <a:pt x="9162" y="159791"/>
                      <a:pt x="16202" y="159121"/>
                      <a:pt x="22562" y="159121"/>
                    </a:cubicBezTo>
                    <a:cubicBezTo>
                      <a:pt x="30057" y="159121"/>
                      <a:pt x="38006" y="159791"/>
                      <a:pt x="45274" y="159791"/>
                    </a:cubicBezTo>
                    <a:cubicBezTo>
                      <a:pt x="46636" y="159791"/>
                      <a:pt x="49589" y="159791"/>
                      <a:pt x="49589" y="155552"/>
                    </a:cubicBezTo>
                    <a:cubicBezTo>
                      <a:pt x="49589" y="153098"/>
                      <a:pt x="47545" y="152875"/>
                      <a:pt x="45955" y="152875"/>
                    </a:cubicBezTo>
                    <a:cubicBezTo>
                      <a:pt x="40731" y="152429"/>
                      <a:pt x="35280" y="150644"/>
                      <a:pt x="35280" y="145067"/>
                    </a:cubicBezTo>
                    <a:cubicBezTo>
                      <a:pt x="35280" y="142390"/>
                      <a:pt x="36643" y="139936"/>
                      <a:pt x="38460" y="136813"/>
                    </a:cubicBezTo>
                    <a:lnTo>
                      <a:pt x="55721" y="108258"/>
                    </a:lnTo>
                    <a:lnTo>
                      <a:pt x="112729" y="108258"/>
                    </a:lnTo>
                    <a:cubicBezTo>
                      <a:pt x="113183" y="112943"/>
                      <a:pt x="116362" y="143282"/>
                      <a:pt x="116362" y="145513"/>
                    </a:cubicBezTo>
                    <a:cubicBezTo>
                      <a:pt x="116362" y="152206"/>
                      <a:pt x="104552" y="152875"/>
                      <a:pt x="100010" y="152875"/>
                    </a:cubicBezTo>
                    <a:cubicBezTo>
                      <a:pt x="96830" y="152875"/>
                      <a:pt x="94559" y="152875"/>
                      <a:pt x="94559" y="157337"/>
                    </a:cubicBezTo>
                    <a:cubicBezTo>
                      <a:pt x="94559" y="159791"/>
                      <a:pt x="97284" y="159791"/>
                      <a:pt x="97739" y="159791"/>
                    </a:cubicBezTo>
                    <a:cubicBezTo>
                      <a:pt x="107051" y="159791"/>
                      <a:pt x="116817" y="159121"/>
                      <a:pt x="126129" y="159121"/>
                    </a:cubicBezTo>
                    <a:cubicBezTo>
                      <a:pt x="131807" y="159121"/>
                      <a:pt x="146115" y="159791"/>
                      <a:pt x="151793" y="159791"/>
                    </a:cubicBezTo>
                    <a:cubicBezTo>
                      <a:pt x="153156" y="159791"/>
                      <a:pt x="155882" y="159791"/>
                      <a:pt x="155882" y="155329"/>
                    </a:cubicBezTo>
                    <a:cubicBezTo>
                      <a:pt x="155882" y="152875"/>
                      <a:pt x="153610" y="152875"/>
                      <a:pt x="150658" y="152875"/>
                    </a:cubicBezTo>
                    <a:cubicBezTo>
                      <a:pt x="136576" y="152875"/>
                      <a:pt x="136576" y="151313"/>
                      <a:pt x="135895" y="144844"/>
                    </a:cubicBezTo>
                    <a:lnTo>
                      <a:pt x="122041" y="5417"/>
                    </a:lnTo>
                    <a:cubicBezTo>
                      <a:pt x="121586" y="955"/>
                      <a:pt x="121586" y="63"/>
                      <a:pt x="117725" y="63"/>
                    </a:cubicBezTo>
                    <a:cubicBezTo>
                      <a:pt x="114091" y="63"/>
                      <a:pt x="113183" y="1624"/>
                      <a:pt x="111820" y="3855"/>
                    </a:cubicBezTo>
                    <a:lnTo>
                      <a:pt x="32782" y="134136"/>
                    </a:lnTo>
                    <a:close/>
                    <a:moveTo>
                      <a:pt x="60037" y="101343"/>
                    </a:moveTo>
                    <a:lnTo>
                      <a:pt x="104779" y="27725"/>
                    </a:lnTo>
                    <a:lnTo>
                      <a:pt x="112047" y="101343"/>
                    </a:lnTo>
                    <a:lnTo>
                      <a:pt x="60037" y="101343"/>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 name="Freeform: Shape 49">
                <a:extLst>
                  <a:ext uri="{FF2B5EF4-FFF2-40B4-BE49-F238E27FC236}">
                    <a16:creationId xmlns:a16="http://schemas.microsoft.com/office/drawing/2014/main" id="{EC3F2F71-6680-83C0-130F-7DECDC5F4637}"/>
                  </a:ext>
                </a:extLst>
              </p:cNvPr>
              <p:cNvSpPr/>
              <p:nvPr>
                <p:custDataLst>
                  <p:tags r:id="rId52"/>
                </p:custDataLst>
              </p:nvPr>
            </p:nvSpPr>
            <p:spPr>
              <a:xfrm>
                <a:off x="8792867" y="3319899"/>
                <a:ext cx="99705" cy="101056"/>
              </a:xfrm>
              <a:custGeom>
                <a:avLst/>
                <a:gdLst>
                  <a:gd name="csX0" fmla="*/ 99790 w 99705"/>
                  <a:gd name="csY0" fmla="*/ 15679 h 101056"/>
                  <a:gd name="csX1" fmla="*/ 89797 w 99705"/>
                  <a:gd name="csY1" fmla="*/ 63 h 101056"/>
                  <a:gd name="csX2" fmla="*/ 78668 w 99705"/>
                  <a:gd name="csY2" fmla="*/ 10771 h 101056"/>
                  <a:gd name="csX3" fmla="*/ 82302 w 99705"/>
                  <a:gd name="csY3" fmla="*/ 17463 h 101056"/>
                  <a:gd name="csX4" fmla="*/ 90024 w 99705"/>
                  <a:gd name="csY4" fmla="*/ 35756 h 101056"/>
                  <a:gd name="csX5" fmla="*/ 49596 w 99705"/>
                  <a:gd name="csY5" fmla="*/ 96212 h 101056"/>
                  <a:gd name="csX6" fmla="*/ 32790 w 99705"/>
                  <a:gd name="csY6" fmla="*/ 76803 h 101056"/>
                  <a:gd name="csX7" fmla="*/ 45963 w 99705"/>
                  <a:gd name="csY7" fmla="*/ 29510 h 101056"/>
                  <a:gd name="csX8" fmla="*/ 48688 w 99705"/>
                  <a:gd name="csY8" fmla="*/ 18356 h 101056"/>
                  <a:gd name="csX9" fmla="*/ 30064 w 99705"/>
                  <a:gd name="csY9" fmla="*/ 63 h 101056"/>
                  <a:gd name="csX10" fmla="*/ 84 w 99705"/>
                  <a:gd name="csY10" fmla="*/ 34418 h 101056"/>
                  <a:gd name="csX11" fmla="*/ 2810 w 99705"/>
                  <a:gd name="csY11" fmla="*/ 36648 h 101056"/>
                  <a:gd name="csX12" fmla="*/ 6444 w 99705"/>
                  <a:gd name="csY12" fmla="*/ 32633 h 101056"/>
                  <a:gd name="csX13" fmla="*/ 29383 w 99705"/>
                  <a:gd name="csY13" fmla="*/ 4971 h 101056"/>
                  <a:gd name="csX14" fmla="*/ 35061 w 99705"/>
                  <a:gd name="csY14" fmla="*/ 12109 h 101056"/>
                  <a:gd name="csX15" fmla="*/ 31200 w 99705"/>
                  <a:gd name="csY15" fmla="*/ 27725 h 101056"/>
                  <a:gd name="csX16" fmla="*/ 18254 w 99705"/>
                  <a:gd name="csY16" fmla="*/ 73457 h 101056"/>
                  <a:gd name="csX17" fmla="*/ 48688 w 99705"/>
                  <a:gd name="csY17" fmla="*/ 101120 h 101056"/>
                  <a:gd name="csX18" fmla="*/ 99790 w 99705"/>
                  <a:gd name="csY18" fmla="*/ 15679 h 101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99705" h="101056">
                    <a:moveTo>
                      <a:pt x="99790" y="15679"/>
                    </a:moveTo>
                    <a:cubicBezTo>
                      <a:pt x="99790" y="3632"/>
                      <a:pt x="93885" y="63"/>
                      <a:pt x="89797" y="63"/>
                    </a:cubicBezTo>
                    <a:cubicBezTo>
                      <a:pt x="84119" y="63"/>
                      <a:pt x="78668" y="5863"/>
                      <a:pt x="78668" y="10771"/>
                    </a:cubicBezTo>
                    <a:cubicBezTo>
                      <a:pt x="78668" y="13671"/>
                      <a:pt x="79804" y="15009"/>
                      <a:pt x="82302" y="17463"/>
                    </a:cubicBezTo>
                    <a:cubicBezTo>
                      <a:pt x="87071" y="21925"/>
                      <a:pt x="90024" y="27725"/>
                      <a:pt x="90024" y="35756"/>
                    </a:cubicBezTo>
                    <a:cubicBezTo>
                      <a:pt x="90024" y="45126"/>
                      <a:pt x="76170" y="96212"/>
                      <a:pt x="49596" y="96212"/>
                    </a:cubicBezTo>
                    <a:cubicBezTo>
                      <a:pt x="38013" y="96212"/>
                      <a:pt x="32790" y="88404"/>
                      <a:pt x="32790" y="76803"/>
                    </a:cubicBezTo>
                    <a:cubicBezTo>
                      <a:pt x="32790" y="64311"/>
                      <a:pt x="38922" y="48026"/>
                      <a:pt x="45963" y="29510"/>
                    </a:cubicBezTo>
                    <a:cubicBezTo>
                      <a:pt x="47552" y="25717"/>
                      <a:pt x="48688" y="22594"/>
                      <a:pt x="48688" y="18356"/>
                    </a:cubicBezTo>
                    <a:cubicBezTo>
                      <a:pt x="48688" y="8317"/>
                      <a:pt x="41420" y="63"/>
                      <a:pt x="30064" y="63"/>
                    </a:cubicBezTo>
                    <a:cubicBezTo>
                      <a:pt x="8715" y="63"/>
                      <a:pt x="84" y="32410"/>
                      <a:pt x="84" y="34418"/>
                    </a:cubicBezTo>
                    <a:cubicBezTo>
                      <a:pt x="84" y="36648"/>
                      <a:pt x="2355" y="36648"/>
                      <a:pt x="2810" y="36648"/>
                    </a:cubicBezTo>
                    <a:cubicBezTo>
                      <a:pt x="5081" y="36648"/>
                      <a:pt x="5308" y="36202"/>
                      <a:pt x="6444" y="32633"/>
                    </a:cubicBezTo>
                    <a:cubicBezTo>
                      <a:pt x="13030" y="10102"/>
                      <a:pt x="22796" y="4971"/>
                      <a:pt x="29383" y="4971"/>
                    </a:cubicBezTo>
                    <a:cubicBezTo>
                      <a:pt x="31200" y="4971"/>
                      <a:pt x="35061" y="4971"/>
                      <a:pt x="35061" y="12109"/>
                    </a:cubicBezTo>
                    <a:cubicBezTo>
                      <a:pt x="35061" y="17686"/>
                      <a:pt x="32790" y="23710"/>
                      <a:pt x="31200" y="27725"/>
                    </a:cubicBezTo>
                    <a:cubicBezTo>
                      <a:pt x="21206" y="53603"/>
                      <a:pt x="18254" y="63865"/>
                      <a:pt x="18254" y="73457"/>
                    </a:cubicBezTo>
                    <a:cubicBezTo>
                      <a:pt x="18254" y="97550"/>
                      <a:pt x="38240" y="101120"/>
                      <a:pt x="48688" y="101120"/>
                    </a:cubicBezTo>
                    <a:cubicBezTo>
                      <a:pt x="86844" y="101120"/>
                      <a:pt x="99790" y="27279"/>
                      <a:pt x="99790" y="15679"/>
                    </a:cubicBez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 name="Freeform: Shape 50">
                <a:extLst>
                  <a:ext uri="{FF2B5EF4-FFF2-40B4-BE49-F238E27FC236}">
                    <a16:creationId xmlns:a16="http://schemas.microsoft.com/office/drawing/2014/main" id="{2DC36AC9-F80B-6FA6-1DCF-B5CD0D1AC9D5}"/>
                  </a:ext>
                </a:extLst>
              </p:cNvPr>
              <p:cNvSpPr/>
              <p:nvPr>
                <p:custDataLst>
                  <p:tags r:id="rId53"/>
                </p:custDataLst>
              </p:nvPr>
            </p:nvSpPr>
            <p:spPr>
              <a:xfrm>
                <a:off x="8907927" y="3319899"/>
                <a:ext cx="104248" cy="144334"/>
              </a:xfrm>
              <a:custGeom>
                <a:avLst/>
                <a:gdLst>
                  <a:gd name="csX0" fmla="*/ 103656 w 104248"/>
                  <a:gd name="csY0" fmla="*/ 14563 h 144334"/>
                  <a:gd name="csX1" fmla="*/ 104338 w 104248"/>
                  <a:gd name="csY1" fmla="*/ 10548 h 144334"/>
                  <a:gd name="csX2" fmla="*/ 97751 w 104248"/>
                  <a:gd name="csY2" fmla="*/ 4524 h 144334"/>
                  <a:gd name="csX3" fmla="*/ 88439 w 104248"/>
                  <a:gd name="csY3" fmla="*/ 14117 h 144334"/>
                  <a:gd name="csX4" fmla="*/ 67317 w 104248"/>
                  <a:gd name="csY4" fmla="*/ 63 h 144334"/>
                  <a:gd name="csX5" fmla="*/ 13262 w 104248"/>
                  <a:gd name="csY5" fmla="*/ 63418 h 144334"/>
                  <a:gd name="csX6" fmla="*/ 43469 w 104248"/>
                  <a:gd name="csY6" fmla="*/ 98666 h 144334"/>
                  <a:gd name="csX7" fmla="*/ 69815 w 104248"/>
                  <a:gd name="csY7" fmla="*/ 85727 h 144334"/>
                  <a:gd name="csX8" fmla="*/ 70043 w 104248"/>
                  <a:gd name="csY8" fmla="*/ 85950 h 144334"/>
                  <a:gd name="csX9" fmla="*/ 62548 w 104248"/>
                  <a:gd name="csY9" fmla="*/ 115397 h 144334"/>
                  <a:gd name="csX10" fmla="*/ 29842 w 104248"/>
                  <a:gd name="csY10" fmla="*/ 139490 h 144334"/>
                  <a:gd name="csX11" fmla="*/ 11673 w 104248"/>
                  <a:gd name="csY11" fmla="*/ 137259 h 144334"/>
                  <a:gd name="csX12" fmla="*/ 20984 w 104248"/>
                  <a:gd name="csY12" fmla="*/ 125659 h 144334"/>
                  <a:gd name="csX13" fmla="*/ 12354 w 104248"/>
                  <a:gd name="csY13" fmla="*/ 117851 h 144334"/>
                  <a:gd name="csX14" fmla="*/ 89 w 104248"/>
                  <a:gd name="csY14" fmla="*/ 130790 h 144334"/>
                  <a:gd name="csX15" fmla="*/ 30296 w 104248"/>
                  <a:gd name="csY15" fmla="*/ 144398 h 144334"/>
                  <a:gd name="csX16" fmla="*/ 78446 w 104248"/>
                  <a:gd name="csY16" fmla="*/ 113612 h 144334"/>
                  <a:gd name="csX17" fmla="*/ 103656 w 104248"/>
                  <a:gd name="csY17" fmla="*/ 14563 h 144334"/>
                  <a:gd name="csX18" fmla="*/ 74131 w 104248"/>
                  <a:gd name="csY18" fmla="*/ 70111 h 144334"/>
                  <a:gd name="csX19" fmla="*/ 62548 w 104248"/>
                  <a:gd name="csY19" fmla="*/ 85727 h 144334"/>
                  <a:gd name="csX20" fmla="*/ 44151 w 104248"/>
                  <a:gd name="csY20" fmla="*/ 93758 h 144334"/>
                  <a:gd name="csX21" fmla="*/ 29388 w 104248"/>
                  <a:gd name="csY21" fmla="*/ 73234 h 144334"/>
                  <a:gd name="csX22" fmla="*/ 42107 w 104248"/>
                  <a:gd name="csY22" fmla="*/ 24825 h 144334"/>
                  <a:gd name="csX23" fmla="*/ 67544 w 104248"/>
                  <a:gd name="csY23" fmla="*/ 4971 h 144334"/>
                  <a:gd name="csX24" fmla="*/ 85714 w 104248"/>
                  <a:gd name="csY24" fmla="*/ 24156 h 144334"/>
                  <a:gd name="csX25" fmla="*/ 85032 w 104248"/>
                  <a:gd name="csY25" fmla="*/ 27502 h 144334"/>
                  <a:gd name="csX26" fmla="*/ 74131 w 104248"/>
                  <a:gd name="csY26" fmla="*/ 70111 h 144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04248" h="144334">
                    <a:moveTo>
                      <a:pt x="103656" y="14563"/>
                    </a:moveTo>
                    <a:cubicBezTo>
                      <a:pt x="103883" y="13225"/>
                      <a:pt x="104338" y="12109"/>
                      <a:pt x="104338" y="10548"/>
                    </a:cubicBezTo>
                    <a:cubicBezTo>
                      <a:pt x="104338" y="6755"/>
                      <a:pt x="101612" y="4524"/>
                      <a:pt x="97751" y="4524"/>
                    </a:cubicBezTo>
                    <a:cubicBezTo>
                      <a:pt x="95480" y="4524"/>
                      <a:pt x="89348" y="6086"/>
                      <a:pt x="88439" y="14117"/>
                    </a:cubicBezTo>
                    <a:cubicBezTo>
                      <a:pt x="84351" y="5863"/>
                      <a:pt x="76402" y="63"/>
                      <a:pt x="67317" y="63"/>
                    </a:cubicBezTo>
                    <a:cubicBezTo>
                      <a:pt x="41425" y="63"/>
                      <a:pt x="13262" y="31294"/>
                      <a:pt x="13262" y="63418"/>
                    </a:cubicBezTo>
                    <a:cubicBezTo>
                      <a:pt x="13262" y="85504"/>
                      <a:pt x="27117" y="98666"/>
                      <a:pt x="43469" y="98666"/>
                    </a:cubicBezTo>
                    <a:cubicBezTo>
                      <a:pt x="56870" y="98666"/>
                      <a:pt x="67544" y="88181"/>
                      <a:pt x="69815" y="85727"/>
                    </a:cubicBezTo>
                    <a:lnTo>
                      <a:pt x="70043" y="85950"/>
                    </a:lnTo>
                    <a:cubicBezTo>
                      <a:pt x="65273" y="105804"/>
                      <a:pt x="62548" y="114951"/>
                      <a:pt x="62548" y="115397"/>
                    </a:cubicBezTo>
                    <a:cubicBezTo>
                      <a:pt x="61639" y="117405"/>
                      <a:pt x="53917" y="139490"/>
                      <a:pt x="29842" y="139490"/>
                    </a:cubicBezTo>
                    <a:cubicBezTo>
                      <a:pt x="25527" y="139490"/>
                      <a:pt x="18032" y="139267"/>
                      <a:pt x="11673" y="137259"/>
                    </a:cubicBezTo>
                    <a:cubicBezTo>
                      <a:pt x="18486" y="135251"/>
                      <a:pt x="20984" y="129451"/>
                      <a:pt x="20984" y="125659"/>
                    </a:cubicBezTo>
                    <a:cubicBezTo>
                      <a:pt x="20984" y="122089"/>
                      <a:pt x="18486" y="117851"/>
                      <a:pt x="12354" y="117851"/>
                    </a:cubicBezTo>
                    <a:cubicBezTo>
                      <a:pt x="7357" y="117851"/>
                      <a:pt x="89" y="121866"/>
                      <a:pt x="89" y="130790"/>
                    </a:cubicBezTo>
                    <a:cubicBezTo>
                      <a:pt x="89" y="139936"/>
                      <a:pt x="8493" y="144398"/>
                      <a:pt x="30296" y="144398"/>
                    </a:cubicBezTo>
                    <a:cubicBezTo>
                      <a:pt x="58686" y="144398"/>
                      <a:pt x="75039" y="126997"/>
                      <a:pt x="78446" y="113612"/>
                    </a:cubicBezTo>
                    <a:lnTo>
                      <a:pt x="103656" y="14563"/>
                    </a:lnTo>
                    <a:close/>
                    <a:moveTo>
                      <a:pt x="74131" y="70111"/>
                    </a:moveTo>
                    <a:cubicBezTo>
                      <a:pt x="72768" y="75911"/>
                      <a:pt x="67544" y="81488"/>
                      <a:pt x="62548" y="85727"/>
                    </a:cubicBezTo>
                    <a:cubicBezTo>
                      <a:pt x="57778" y="89742"/>
                      <a:pt x="50737" y="93758"/>
                      <a:pt x="44151" y="93758"/>
                    </a:cubicBezTo>
                    <a:cubicBezTo>
                      <a:pt x="32795" y="93758"/>
                      <a:pt x="29388" y="82157"/>
                      <a:pt x="29388" y="73234"/>
                    </a:cubicBezTo>
                    <a:cubicBezTo>
                      <a:pt x="29388" y="62526"/>
                      <a:pt x="35974" y="36202"/>
                      <a:pt x="42107" y="24825"/>
                    </a:cubicBezTo>
                    <a:cubicBezTo>
                      <a:pt x="48239" y="13894"/>
                      <a:pt x="58005" y="4971"/>
                      <a:pt x="67544" y="4971"/>
                    </a:cubicBezTo>
                    <a:cubicBezTo>
                      <a:pt x="82534" y="4971"/>
                      <a:pt x="85714" y="23040"/>
                      <a:pt x="85714" y="24156"/>
                    </a:cubicBezTo>
                    <a:cubicBezTo>
                      <a:pt x="85714" y="25271"/>
                      <a:pt x="85260" y="26610"/>
                      <a:pt x="85032" y="27502"/>
                    </a:cubicBezTo>
                    <a:lnTo>
                      <a:pt x="74131" y="70111"/>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 name="Freeform: Shape 51">
                <a:extLst>
                  <a:ext uri="{FF2B5EF4-FFF2-40B4-BE49-F238E27FC236}">
                    <a16:creationId xmlns:a16="http://schemas.microsoft.com/office/drawing/2014/main" id="{17F293C3-46BA-A057-6273-44CAA79D4488}"/>
                  </a:ext>
                </a:extLst>
              </p:cNvPr>
              <p:cNvSpPr/>
              <p:nvPr>
                <p:custDataLst>
                  <p:tags r:id="rId54"/>
                </p:custDataLst>
              </p:nvPr>
            </p:nvSpPr>
            <p:spPr>
              <a:xfrm>
                <a:off x="9047798" y="3251190"/>
                <a:ext cx="31115" cy="223083"/>
              </a:xfrm>
              <a:custGeom>
                <a:avLst/>
                <a:gdLst>
                  <a:gd name="csX0" fmla="*/ 31210 w 31115"/>
                  <a:gd name="csY0" fmla="*/ 223146 h 223083"/>
                  <a:gd name="csX1" fmla="*/ 31210 w 31115"/>
                  <a:gd name="csY1" fmla="*/ 214223 h 223083"/>
                  <a:gd name="csX2" fmla="*/ 9179 w 31115"/>
                  <a:gd name="csY2" fmla="*/ 214223 h 223083"/>
                  <a:gd name="csX3" fmla="*/ 9179 w 31115"/>
                  <a:gd name="csY3" fmla="*/ 8986 h 223083"/>
                  <a:gd name="csX4" fmla="*/ 31210 w 31115"/>
                  <a:gd name="csY4" fmla="*/ 8986 h 223083"/>
                  <a:gd name="csX5" fmla="*/ 31210 w 31115"/>
                  <a:gd name="csY5" fmla="*/ 63 h 223083"/>
                  <a:gd name="csX6" fmla="*/ 94 w 31115"/>
                  <a:gd name="csY6" fmla="*/ 63 h 223083"/>
                  <a:gd name="csX7" fmla="*/ 94 w 31115"/>
                  <a:gd name="csY7" fmla="*/ 223146 h 223083"/>
                  <a:gd name="csX8" fmla="*/ 31210 w 31115"/>
                  <a:gd name="csY8" fmla="*/ 223146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115" h="223083">
                    <a:moveTo>
                      <a:pt x="31210" y="223146"/>
                    </a:moveTo>
                    <a:lnTo>
                      <a:pt x="31210" y="214223"/>
                    </a:lnTo>
                    <a:lnTo>
                      <a:pt x="9179" y="214223"/>
                    </a:lnTo>
                    <a:lnTo>
                      <a:pt x="9179" y="8986"/>
                    </a:lnTo>
                    <a:lnTo>
                      <a:pt x="31210" y="8986"/>
                    </a:lnTo>
                    <a:lnTo>
                      <a:pt x="31210" y="63"/>
                    </a:lnTo>
                    <a:lnTo>
                      <a:pt x="94" y="63"/>
                    </a:lnTo>
                    <a:lnTo>
                      <a:pt x="94" y="223146"/>
                    </a:lnTo>
                    <a:lnTo>
                      <a:pt x="31210" y="223146"/>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 name="Freeform: Shape 52">
                <a:extLst>
                  <a:ext uri="{FF2B5EF4-FFF2-40B4-BE49-F238E27FC236}">
                    <a16:creationId xmlns:a16="http://schemas.microsoft.com/office/drawing/2014/main" id="{8DECE08B-2F46-7EDB-AFA2-02B10F9E114D}"/>
                  </a:ext>
                </a:extLst>
              </p:cNvPr>
              <p:cNvSpPr/>
              <p:nvPr>
                <p:custDataLst>
                  <p:tags r:id="rId55"/>
                </p:custDataLst>
              </p:nvPr>
            </p:nvSpPr>
            <p:spPr>
              <a:xfrm>
                <a:off x="9092036" y="3266136"/>
                <a:ext cx="165116" cy="152365"/>
              </a:xfrm>
              <a:custGeom>
                <a:avLst/>
                <a:gdLst>
                  <a:gd name="csX0" fmla="*/ 127739 w 165116"/>
                  <a:gd name="csY0" fmla="*/ 25494 h 152365"/>
                  <a:gd name="csX1" fmla="*/ 130919 w 165116"/>
                  <a:gd name="csY1" fmla="*/ 22371 h 152365"/>
                  <a:gd name="csX2" fmla="*/ 160672 w 165116"/>
                  <a:gd name="csY2" fmla="*/ 6978 h 152365"/>
                  <a:gd name="csX3" fmla="*/ 165214 w 165116"/>
                  <a:gd name="csY3" fmla="*/ 2740 h 152365"/>
                  <a:gd name="csX4" fmla="*/ 162261 w 165116"/>
                  <a:gd name="csY4" fmla="*/ 63 h 152365"/>
                  <a:gd name="csX5" fmla="*/ 143638 w 165116"/>
                  <a:gd name="csY5" fmla="*/ 732 h 152365"/>
                  <a:gd name="csX6" fmla="*/ 120925 w 165116"/>
                  <a:gd name="csY6" fmla="*/ 63 h 152365"/>
                  <a:gd name="csX7" fmla="*/ 116610 w 165116"/>
                  <a:gd name="csY7" fmla="*/ 4301 h 152365"/>
                  <a:gd name="csX8" fmla="*/ 120017 w 165116"/>
                  <a:gd name="csY8" fmla="*/ 6978 h 152365"/>
                  <a:gd name="csX9" fmla="*/ 128193 w 165116"/>
                  <a:gd name="csY9" fmla="*/ 12109 h 152365"/>
                  <a:gd name="csX10" fmla="*/ 122061 w 165116"/>
                  <a:gd name="csY10" fmla="*/ 22817 h 152365"/>
                  <a:gd name="csX11" fmla="*/ 69369 w 165116"/>
                  <a:gd name="csY11" fmla="*/ 82381 h 152365"/>
                  <a:gd name="csX12" fmla="*/ 44386 w 165116"/>
                  <a:gd name="csY12" fmla="*/ 16125 h 152365"/>
                  <a:gd name="csX13" fmla="*/ 43023 w 165116"/>
                  <a:gd name="csY13" fmla="*/ 12332 h 152365"/>
                  <a:gd name="csX14" fmla="*/ 56423 w 165116"/>
                  <a:gd name="csY14" fmla="*/ 6978 h 152365"/>
                  <a:gd name="csX15" fmla="*/ 61874 w 165116"/>
                  <a:gd name="csY15" fmla="*/ 2517 h 152365"/>
                  <a:gd name="csX16" fmla="*/ 58467 w 165116"/>
                  <a:gd name="csY16" fmla="*/ 63 h 152365"/>
                  <a:gd name="csX17" fmla="*/ 29850 w 165116"/>
                  <a:gd name="csY17" fmla="*/ 732 h 152365"/>
                  <a:gd name="csX18" fmla="*/ 4413 w 165116"/>
                  <a:gd name="csY18" fmla="*/ 63 h 152365"/>
                  <a:gd name="csX19" fmla="*/ 97 w 165116"/>
                  <a:gd name="csY19" fmla="*/ 4524 h 152365"/>
                  <a:gd name="csX20" fmla="*/ 5321 w 165116"/>
                  <a:gd name="csY20" fmla="*/ 6978 h 152365"/>
                  <a:gd name="csX21" fmla="*/ 21901 w 165116"/>
                  <a:gd name="csY21" fmla="*/ 14563 h 152365"/>
                  <a:gd name="csX22" fmla="*/ 49837 w 165116"/>
                  <a:gd name="csY22" fmla="*/ 87958 h 152365"/>
                  <a:gd name="csX23" fmla="*/ 50745 w 165116"/>
                  <a:gd name="csY23" fmla="*/ 91750 h 152365"/>
                  <a:gd name="csX24" fmla="*/ 40525 w 165116"/>
                  <a:gd name="csY24" fmla="*/ 132351 h 152365"/>
                  <a:gd name="csX25" fmla="*/ 19175 w 165116"/>
                  <a:gd name="csY25" fmla="*/ 145513 h 152365"/>
                  <a:gd name="csX26" fmla="*/ 13043 w 165116"/>
                  <a:gd name="csY26" fmla="*/ 149975 h 152365"/>
                  <a:gd name="csX27" fmla="*/ 16223 w 165116"/>
                  <a:gd name="csY27" fmla="*/ 152429 h 152365"/>
                  <a:gd name="csX28" fmla="*/ 44840 w 165116"/>
                  <a:gd name="csY28" fmla="*/ 151760 h 152365"/>
                  <a:gd name="csX29" fmla="*/ 73911 w 165116"/>
                  <a:gd name="csY29" fmla="*/ 152429 h 152365"/>
                  <a:gd name="csX30" fmla="*/ 78227 w 165116"/>
                  <a:gd name="csY30" fmla="*/ 147967 h 152365"/>
                  <a:gd name="csX31" fmla="*/ 71867 w 165116"/>
                  <a:gd name="csY31" fmla="*/ 145513 h 152365"/>
                  <a:gd name="csX32" fmla="*/ 63237 w 165116"/>
                  <a:gd name="csY32" fmla="*/ 145067 h 152365"/>
                  <a:gd name="csX33" fmla="*/ 57105 w 165116"/>
                  <a:gd name="csY33" fmla="*/ 141498 h 152365"/>
                  <a:gd name="csX34" fmla="*/ 60284 w 165116"/>
                  <a:gd name="csY34" fmla="*/ 127443 h 152365"/>
                  <a:gd name="csX35" fmla="*/ 68233 w 165116"/>
                  <a:gd name="csY35" fmla="*/ 95989 h 152365"/>
                  <a:gd name="csX36" fmla="*/ 71413 w 165116"/>
                  <a:gd name="csY36" fmla="*/ 89073 h 152365"/>
                  <a:gd name="csX37" fmla="*/ 127739 w 165116"/>
                  <a:gd name="csY37" fmla="*/ 25494 h 1523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65116" h="152365">
                    <a:moveTo>
                      <a:pt x="127739" y="25494"/>
                    </a:moveTo>
                    <a:lnTo>
                      <a:pt x="130919" y="22371"/>
                    </a:lnTo>
                    <a:cubicBezTo>
                      <a:pt x="137732" y="15679"/>
                      <a:pt x="145227" y="8094"/>
                      <a:pt x="160672" y="6978"/>
                    </a:cubicBezTo>
                    <a:cubicBezTo>
                      <a:pt x="163170" y="6755"/>
                      <a:pt x="165214" y="6755"/>
                      <a:pt x="165214" y="2740"/>
                    </a:cubicBezTo>
                    <a:cubicBezTo>
                      <a:pt x="165214" y="955"/>
                      <a:pt x="164078" y="63"/>
                      <a:pt x="162261" y="63"/>
                    </a:cubicBezTo>
                    <a:cubicBezTo>
                      <a:pt x="156356" y="63"/>
                      <a:pt x="149770" y="732"/>
                      <a:pt x="143638" y="732"/>
                    </a:cubicBezTo>
                    <a:cubicBezTo>
                      <a:pt x="136143" y="732"/>
                      <a:pt x="128193" y="63"/>
                      <a:pt x="120925" y="63"/>
                    </a:cubicBezTo>
                    <a:cubicBezTo>
                      <a:pt x="119563" y="63"/>
                      <a:pt x="116610" y="63"/>
                      <a:pt x="116610" y="4301"/>
                    </a:cubicBezTo>
                    <a:cubicBezTo>
                      <a:pt x="116610" y="6755"/>
                      <a:pt x="118881" y="6978"/>
                      <a:pt x="120017" y="6978"/>
                    </a:cubicBezTo>
                    <a:cubicBezTo>
                      <a:pt x="121607" y="6978"/>
                      <a:pt x="128193" y="7425"/>
                      <a:pt x="128193" y="12109"/>
                    </a:cubicBezTo>
                    <a:cubicBezTo>
                      <a:pt x="128193" y="15902"/>
                      <a:pt x="122970" y="21702"/>
                      <a:pt x="122061" y="22817"/>
                    </a:cubicBezTo>
                    <a:lnTo>
                      <a:pt x="69369" y="82381"/>
                    </a:lnTo>
                    <a:lnTo>
                      <a:pt x="44386" y="16125"/>
                    </a:lnTo>
                    <a:cubicBezTo>
                      <a:pt x="43023" y="13002"/>
                      <a:pt x="43023" y="12555"/>
                      <a:pt x="43023" y="12332"/>
                    </a:cubicBezTo>
                    <a:cubicBezTo>
                      <a:pt x="43023" y="6978"/>
                      <a:pt x="54152" y="6978"/>
                      <a:pt x="56423" y="6978"/>
                    </a:cubicBezTo>
                    <a:cubicBezTo>
                      <a:pt x="59603" y="6978"/>
                      <a:pt x="61874" y="6978"/>
                      <a:pt x="61874" y="2517"/>
                    </a:cubicBezTo>
                    <a:cubicBezTo>
                      <a:pt x="61874" y="63"/>
                      <a:pt x="59149" y="63"/>
                      <a:pt x="58467" y="63"/>
                    </a:cubicBezTo>
                    <a:cubicBezTo>
                      <a:pt x="52108" y="63"/>
                      <a:pt x="36209" y="732"/>
                      <a:pt x="29850" y="732"/>
                    </a:cubicBezTo>
                    <a:cubicBezTo>
                      <a:pt x="24172" y="732"/>
                      <a:pt x="10091" y="63"/>
                      <a:pt x="4413" y="63"/>
                    </a:cubicBezTo>
                    <a:cubicBezTo>
                      <a:pt x="3050" y="63"/>
                      <a:pt x="97" y="63"/>
                      <a:pt x="97" y="4524"/>
                    </a:cubicBezTo>
                    <a:cubicBezTo>
                      <a:pt x="97" y="6978"/>
                      <a:pt x="2368" y="6978"/>
                      <a:pt x="5321" y="6978"/>
                    </a:cubicBezTo>
                    <a:cubicBezTo>
                      <a:pt x="18948" y="6978"/>
                      <a:pt x="19857" y="8986"/>
                      <a:pt x="21901" y="14563"/>
                    </a:cubicBezTo>
                    <a:lnTo>
                      <a:pt x="49837" y="87958"/>
                    </a:lnTo>
                    <a:cubicBezTo>
                      <a:pt x="50064" y="88627"/>
                      <a:pt x="50745" y="91081"/>
                      <a:pt x="50745" y="91750"/>
                    </a:cubicBezTo>
                    <a:cubicBezTo>
                      <a:pt x="50745" y="92419"/>
                      <a:pt x="41660" y="128336"/>
                      <a:pt x="40525" y="132351"/>
                    </a:cubicBezTo>
                    <a:cubicBezTo>
                      <a:pt x="37572" y="144621"/>
                      <a:pt x="37345" y="145290"/>
                      <a:pt x="19175" y="145513"/>
                    </a:cubicBezTo>
                    <a:cubicBezTo>
                      <a:pt x="14860" y="145513"/>
                      <a:pt x="13043" y="145513"/>
                      <a:pt x="13043" y="149975"/>
                    </a:cubicBezTo>
                    <a:cubicBezTo>
                      <a:pt x="13043" y="152429"/>
                      <a:pt x="15769" y="152429"/>
                      <a:pt x="16223" y="152429"/>
                    </a:cubicBezTo>
                    <a:cubicBezTo>
                      <a:pt x="22582" y="152429"/>
                      <a:pt x="38481" y="151760"/>
                      <a:pt x="44840" y="151760"/>
                    </a:cubicBezTo>
                    <a:cubicBezTo>
                      <a:pt x="51199" y="151760"/>
                      <a:pt x="67552" y="152429"/>
                      <a:pt x="73911" y="152429"/>
                    </a:cubicBezTo>
                    <a:cubicBezTo>
                      <a:pt x="75501" y="152429"/>
                      <a:pt x="78227" y="152429"/>
                      <a:pt x="78227" y="147967"/>
                    </a:cubicBezTo>
                    <a:cubicBezTo>
                      <a:pt x="78227" y="145513"/>
                      <a:pt x="76183" y="145513"/>
                      <a:pt x="71867" y="145513"/>
                    </a:cubicBezTo>
                    <a:cubicBezTo>
                      <a:pt x="71413" y="145513"/>
                      <a:pt x="67098" y="145513"/>
                      <a:pt x="63237" y="145067"/>
                    </a:cubicBezTo>
                    <a:cubicBezTo>
                      <a:pt x="58467" y="144621"/>
                      <a:pt x="57105" y="144175"/>
                      <a:pt x="57105" y="141498"/>
                    </a:cubicBezTo>
                    <a:cubicBezTo>
                      <a:pt x="57105" y="139936"/>
                      <a:pt x="59149" y="132128"/>
                      <a:pt x="60284" y="127443"/>
                    </a:cubicBezTo>
                    <a:lnTo>
                      <a:pt x="68233" y="95989"/>
                    </a:lnTo>
                    <a:cubicBezTo>
                      <a:pt x="69369" y="91750"/>
                      <a:pt x="69596" y="91081"/>
                      <a:pt x="71413" y="89073"/>
                    </a:cubicBezTo>
                    <a:lnTo>
                      <a:pt x="127739" y="25494"/>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 name="Freeform: Shape 53">
                <a:extLst>
                  <a:ext uri="{FF2B5EF4-FFF2-40B4-BE49-F238E27FC236}">
                    <a16:creationId xmlns:a16="http://schemas.microsoft.com/office/drawing/2014/main" id="{B99F765B-52E7-170E-3BA1-5DE6F8B6F3D4}"/>
                  </a:ext>
                </a:extLst>
              </p:cNvPr>
              <p:cNvSpPr/>
              <p:nvPr>
                <p:custDataLst>
                  <p:tags r:id="rId56"/>
                </p:custDataLst>
              </p:nvPr>
            </p:nvSpPr>
            <p:spPr>
              <a:xfrm>
                <a:off x="9233273" y="3348275"/>
                <a:ext cx="57870" cy="103689"/>
              </a:xfrm>
              <a:custGeom>
                <a:avLst/>
                <a:gdLst>
                  <a:gd name="csX0" fmla="*/ 36034 w 57870"/>
                  <a:gd name="csY0" fmla="*/ 4437 h 103689"/>
                  <a:gd name="csX1" fmla="*/ 31264 w 57870"/>
                  <a:gd name="csY1" fmla="*/ 64 h 103689"/>
                  <a:gd name="csX2" fmla="*/ 103 w 57870"/>
                  <a:gd name="csY2" fmla="*/ 10058 h 103689"/>
                  <a:gd name="csX3" fmla="*/ 103 w 57870"/>
                  <a:gd name="csY3" fmla="*/ 15680 h 103689"/>
                  <a:gd name="csX4" fmla="*/ 23156 w 57870"/>
                  <a:gd name="csY4" fmla="*/ 11308 h 103689"/>
                  <a:gd name="csX5" fmla="*/ 23156 w 57870"/>
                  <a:gd name="csY5" fmla="*/ 90948 h 103689"/>
                  <a:gd name="csX6" fmla="*/ 7257 w 57870"/>
                  <a:gd name="csY6" fmla="*/ 98132 h 103689"/>
                  <a:gd name="csX7" fmla="*/ 1216 w 57870"/>
                  <a:gd name="csY7" fmla="*/ 98132 h 103689"/>
                  <a:gd name="csX8" fmla="*/ 1216 w 57870"/>
                  <a:gd name="csY8" fmla="*/ 103753 h 103689"/>
                  <a:gd name="csX9" fmla="*/ 29515 w 57870"/>
                  <a:gd name="csY9" fmla="*/ 103129 h 103689"/>
                  <a:gd name="csX10" fmla="*/ 57973 w 57870"/>
                  <a:gd name="csY10" fmla="*/ 103753 h 103689"/>
                  <a:gd name="csX11" fmla="*/ 57973 w 57870"/>
                  <a:gd name="csY11" fmla="*/ 98132 h 103689"/>
                  <a:gd name="csX12" fmla="*/ 51932 w 57870"/>
                  <a:gd name="csY12" fmla="*/ 98132 h 103689"/>
                  <a:gd name="csX13" fmla="*/ 36034 w 57870"/>
                  <a:gd name="csY13" fmla="*/ 90948 h 103689"/>
                  <a:gd name="csX14" fmla="*/ 36034 w 57870"/>
                  <a:gd name="csY14" fmla="*/ 4437 h 1036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7870" h="103689">
                    <a:moveTo>
                      <a:pt x="36034" y="4437"/>
                    </a:moveTo>
                    <a:cubicBezTo>
                      <a:pt x="36034" y="220"/>
                      <a:pt x="35716" y="64"/>
                      <a:pt x="31264" y="64"/>
                    </a:cubicBezTo>
                    <a:cubicBezTo>
                      <a:pt x="21089" y="9902"/>
                      <a:pt x="6621" y="10058"/>
                      <a:pt x="103" y="10058"/>
                    </a:cubicBezTo>
                    <a:lnTo>
                      <a:pt x="103" y="15680"/>
                    </a:lnTo>
                    <a:cubicBezTo>
                      <a:pt x="3919" y="15680"/>
                      <a:pt x="14412" y="15680"/>
                      <a:pt x="23156" y="11308"/>
                    </a:cubicBezTo>
                    <a:lnTo>
                      <a:pt x="23156" y="90948"/>
                    </a:lnTo>
                    <a:cubicBezTo>
                      <a:pt x="23156" y="96102"/>
                      <a:pt x="23156" y="98132"/>
                      <a:pt x="7257" y="98132"/>
                    </a:cubicBezTo>
                    <a:lnTo>
                      <a:pt x="1216" y="98132"/>
                    </a:lnTo>
                    <a:lnTo>
                      <a:pt x="1216" y="103753"/>
                    </a:lnTo>
                    <a:cubicBezTo>
                      <a:pt x="4078" y="103597"/>
                      <a:pt x="23633" y="103129"/>
                      <a:pt x="29515" y="103129"/>
                    </a:cubicBezTo>
                    <a:cubicBezTo>
                      <a:pt x="34444" y="103129"/>
                      <a:pt x="54476" y="103597"/>
                      <a:pt x="57973" y="103753"/>
                    </a:cubicBezTo>
                    <a:lnTo>
                      <a:pt x="57973" y="98132"/>
                    </a:lnTo>
                    <a:lnTo>
                      <a:pt x="51932" y="98132"/>
                    </a:lnTo>
                    <a:cubicBezTo>
                      <a:pt x="36034" y="98132"/>
                      <a:pt x="36034" y="96102"/>
                      <a:pt x="36034" y="90948"/>
                    </a:cubicBezTo>
                    <a:lnTo>
                      <a:pt x="36034" y="4437"/>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 name="Freeform: Shape 54">
                <a:extLst>
                  <a:ext uri="{FF2B5EF4-FFF2-40B4-BE49-F238E27FC236}">
                    <a16:creationId xmlns:a16="http://schemas.microsoft.com/office/drawing/2014/main" id="{C7F9556E-235D-7BEC-FE6D-DC07E4DE36F2}"/>
                  </a:ext>
                </a:extLst>
              </p:cNvPr>
              <p:cNvSpPr/>
              <p:nvPr>
                <p:custDataLst>
                  <p:tags r:id="rId57"/>
                </p:custDataLst>
              </p:nvPr>
            </p:nvSpPr>
            <p:spPr>
              <a:xfrm>
                <a:off x="9322830" y="3251190"/>
                <a:ext cx="31115" cy="223083"/>
              </a:xfrm>
              <a:custGeom>
                <a:avLst/>
                <a:gdLst>
                  <a:gd name="csX0" fmla="*/ 31223 w 31115"/>
                  <a:gd name="csY0" fmla="*/ 63 h 223083"/>
                  <a:gd name="csX1" fmla="*/ 108 w 31115"/>
                  <a:gd name="csY1" fmla="*/ 63 h 223083"/>
                  <a:gd name="csX2" fmla="*/ 108 w 31115"/>
                  <a:gd name="csY2" fmla="*/ 8986 h 223083"/>
                  <a:gd name="csX3" fmla="*/ 22138 w 31115"/>
                  <a:gd name="csY3" fmla="*/ 8986 h 223083"/>
                  <a:gd name="csX4" fmla="*/ 22138 w 31115"/>
                  <a:gd name="csY4" fmla="*/ 214223 h 223083"/>
                  <a:gd name="csX5" fmla="*/ 108 w 31115"/>
                  <a:gd name="csY5" fmla="*/ 214223 h 223083"/>
                  <a:gd name="csX6" fmla="*/ 108 w 31115"/>
                  <a:gd name="csY6" fmla="*/ 223146 h 223083"/>
                  <a:gd name="csX7" fmla="*/ 31223 w 31115"/>
                  <a:gd name="csY7" fmla="*/ 223146 h 223083"/>
                  <a:gd name="csX8" fmla="*/ 31223 w 31115"/>
                  <a:gd name="csY8" fmla="*/ 63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115" h="223083">
                    <a:moveTo>
                      <a:pt x="31223" y="63"/>
                    </a:moveTo>
                    <a:lnTo>
                      <a:pt x="108" y="63"/>
                    </a:lnTo>
                    <a:lnTo>
                      <a:pt x="108" y="8986"/>
                    </a:lnTo>
                    <a:lnTo>
                      <a:pt x="22138" y="8986"/>
                    </a:lnTo>
                    <a:lnTo>
                      <a:pt x="22138" y="214223"/>
                    </a:lnTo>
                    <a:lnTo>
                      <a:pt x="108" y="214223"/>
                    </a:lnTo>
                    <a:lnTo>
                      <a:pt x="108" y="223146"/>
                    </a:lnTo>
                    <a:lnTo>
                      <a:pt x="31223" y="223146"/>
                    </a:lnTo>
                    <a:lnTo>
                      <a:pt x="31223" y="63"/>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grpSp>
        <p:nvGrpSpPr>
          <p:cNvPr id="112" name="Group 111">
            <a:extLst>
              <a:ext uri="{FF2B5EF4-FFF2-40B4-BE49-F238E27FC236}">
                <a16:creationId xmlns:a16="http://schemas.microsoft.com/office/drawing/2014/main" id="{88C78AE3-CA6F-FC3C-637C-88C39F9D2A6F}"/>
              </a:ext>
            </a:extLst>
          </p:cNvPr>
          <p:cNvGrpSpPr/>
          <p:nvPr/>
        </p:nvGrpSpPr>
        <p:grpSpPr>
          <a:xfrm>
            <a:off x="1144743" y="2708488"/>
            <a:ext cx="1873697" cy="1021404"/>
            <a:chOff x="6257256" y="2708488"/>
            <a:chExt cx="1873697" cy="1021404"/>
          </a:xfrm>
        </p:grpSpPr>
        <p:sp>
          <p:nvSpPr>
            <p:cNvPr id="90" name="Oval 89">
              <a:extLst>
                <a:ext uri="{FF2B5EF4-FFF2-40B4-BE49-F238E27FC236}">
                  <a16:creationId xmlns:a16="http://schemas.microsoft.com/office/drawing/2014/main" id="{615BA47B-B388-279D-6626-340352C07C8C}"/>
                </a:ext>
              </a:extLst>
            </p:cNvPr>
            <p:cNvSpPr/>
            <p:nvPr/>
          </p:nvSpPr>
          <p:spPr>
            <a:xfrm>
              <a:off x="6257256" y="2708488"/>
              <a:ext cx="1021404" cy="1021404"/>
            </a:xfrm>
            <a:prstGeom prst="ellipse">
              <a:avLst/>
            </a:prstGeom>
            <a:solidFill>
              <a:schemeClr val="accent6">
                <a:lumMod val="50000"/>
                <a:alpha val="40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nvGrpSpPr>
            <p:cNvPr id="45" name="Group 44">
              <a:extLst>
                <a:ext uri="{FF2B5EF4-FFF2-40B4-BE49-F238E27FC236}">
                  <a16:creationId xmlns:a16="http://schemas.microsoft.com/office/drawing/2014/main" id="{7B68DFB8-76DB-F69E-08CA-85672D4A16E9}"/>
                </a:ext>
              </a:extLst>
            </p:cNvPr>
            <p:cNvGrpSpPr>
              <a:grpSpLocks noChangeAspect="1"/>
            </p:cNvGrpSpPr>
            <p:nvPr>
              <p:custDataLst>
                <p:tags r:id="rId38"/>
              </p:custDataLst>
            </p:nvPr>
          </p:nvGrpSpPr>
          <p:grpSpPr>
            <a:xfrm>
              <a:off x="6685034" y="3127621"/>
              <a:ext cx="200563" cy="196549"/>
              <a:chOff x="8386137" y="4497691"/>
              <a:chExt cx="200563" cy="196549"/>
            </a:xfrm>
            <a:solidFill>
              <a:schemeClr val="bg1"/>
            </a:solidFill>
          </p:grpSpPr>
          <p:sp>
            <p:nvSpPr>
              <p:cNvPr id="46" name="Freeform: Shape 45">
                <a:extLst>
                  <a:ext uri="{FF2B5EF4-FFF2-40B4-BE49-F238E27FC236}">
                    <a16:creationId xmlns:a16="http://schemas.microsoft.com/office/drawing/2014/main" id="{57C83011-FE65-4B6B-32FA-75A5580AD13C}"/>
                  </a:ext>
                </a:extLst>
              </p:cNvPr>
              <p:cNvSpPr/>
              <p:nvPr>
                <p:custDataLst>
                  <p:tags r:id="rId47"/>
                </p:custDataLst>
              </p:nvPr>
            </p:nvSpPr>
            <p:spPr>
              <a:xfrm>
                <a:off x="8386137" y="4497691"/>
                <a:ext cx="162180" cy="161156"/>
              </a:xfrm>
              <a:custGeom>
                <a:avLst/>
                <a:gdLst>
                  <a:gd name="csX0" fmla="*/ 125449 w 162180"/>
                  <a:gd name="csY0" fmla="*/ 26962 h 161156"/>
                  <a:gd name="csX1" fmla="*/ 128572 w 162180"/>
                  <a:gd name="csY1" fmla="*/ 23658 h 161156"/>
                  <a:gd name="csX2" fmla="*/ 157796 w 162180"/>
                  <a:gd name="csY2" fmla="*/ 7377 h 161156"/>
                  <a:gd name="csX3" fmla="*/ 162258 w 162180"/>
                  <a:gd name="csY3" fmla="*/ 2894 h 161156"/>
                  <a:gd name="csX4" fmla="*/ 159358 w 162180"/>
                  <a:gd name="csY4" fmla="*/ 63 h 161156"/>
                  <a:gd name="csX5" fmla="*/ 141065 w 162180"/>
                  <a:gd name="csY5" fmla="*/ 771 h 161156"/>
                  <a:gd name="csX6" fmla="*/ 118757 w 162180"/>
                  <a:gd name="csY6" fmla="*/ 63 h 161156"/>
                  <a:gd name="csX7" fmla="*/ 114518 w 162180"/>
                  <a:gd name="csY7" fmla="*/ 4546 h 161156"/>
                  <a:gd name="csX8" fmla="*/ 117864 w 162180"/>
                  <a:gd name="csY8" fmla="*/ 7377 h 161156"/>
                  <a:gd name="csX9" fmla="*/ 125895 w 162180"/>
                  <a:gd name="csY9" fmla="*/ 12804 h 161156"/>
                  <a:gd name="csX10" fmla="*/ 119872 w 162180"/>
                  <a:gd name="csY10" fmla="*/ 24130 h 161156"/>
                  <a:gd name="csX11" fmla="*/ 68117 w 162180"/>
                  <a:gd name="csY11" fmla="*/ 87130 h 161156"/>
                  <a:gd name="csX12" fmla="*/ 43578 w 162180"/>
                  <a:gd name="csY12" fmla="*/ 17051 h 161156"/>
                  <a:gd name="csX13" fmla="*/ 42239 w 162180"/>
                  <a:gd name="csY13" fmla="*/ 13040 h 161156"/>
                  <a:gd name="csX14" fmla="*/ 55401 w 162180"/>
                  <a:gd name="csY14" fmla="*/ 7377 h 161156"/>
                  <a:gd name="csX15" fmla="*/ 60755 w 162180"/>
                  <a:gd name="csY15" fmla="*/ 2658 h 161156"/>
                  <a:gd name="csX16" fmla="*/ 57409 w 162180"/>
                  <a:gd name="csY16" fmla="*/ 63 h 161156"/>
                  <a:gd name="csX17" fmla="*/ 29301 w 162180"/>
                  <a:gd name="csY17" fmla="*/ 771 h 161156"/>
                  <a:gd name="csX18" fmla="*/ 4315 w 162180"/>
                  <a:gd name="csY18" fmla="*/ 63 h 161156"/>
                  <a:gd name="csX19" fmla="*/ 77 w 162180"/>
                  <a:gd name="csY19" fmla="*/ 4782 h 161156"/>
                  <a:gd name="csX20" fmla="*/ 5208 w 162180"/>
                  <a:gd name="csY20" fmla="*/ 7377 h 161156"/>
                  <a:gd name="csX21" fmla="*/ 21493 w 162180"/>
                  <a:gd name="csY21" fmla="*/ 15400 h 161156"/>
                  <a:gd name="csX22" fmla="*/ 48932 w 162180"/>
                  <a:gd name="csY22" fmla="*/ 93029 h 161156"/>
                  <a:gd name="csX23" fmla="*/ 49824 w 162180"/>
                  <a:gd name="csY23" fmla="*/ 97040 h 161156"/>
                  <a:gd name="csX24" fmla="*/ 39785 w 162180"/>
                  <a:gd name="csY24" fmla="*/ 139983 h 161156"/>
                  <a:gd name="csX25" fmla="*/ 18816 w 162180"/>
                  <a:gd name="csY25" fmla="*/ 153905 h 161156"/>
                  <a:gd name="csX26" fmla="*/ 12792 w 162180"/>
                  <a:gd name="csY26" fmla="*/ 158624 h 161156"/>
                  <a:gd name="csX27" fmla="*/ 15916 w 162180"/>
                  <a:gd name="csY27" fmla="*/ 161219 h 161156"/>
                  <a:gd name="csX28" fmla="*/ 44024 w 162180"/>
                  <a:gd name="csY28" fmla="*/ 160511 h 161156"/>
                  <a:gd name="csX29" fmla="*/ 72579 w 162180"/>
                  <a:gd name="csY29" fmla="*/ 161219 h 161156"/>
                  <a:gd name="csX30" fmla="*/ 76817 w 162180"/>
                  <a:gd name="csY30" fmla="*/ 156500 h 161156"/>
                  <a:gd name="csX31" fmla="*/ 70571 w 162180"/>
                  <a:gd name="csY31" fmla="*/ 153905 h 161156"/>
                  <a:gd name="csX32" fmla="*/ 62094 w 162180"/>
                  <a:gd name="csY32" fmla="*/ 153433 h 161156"/>
                  <a:gd name="csX33" fmla="*/ 56070 w 162180"/>
                  <a:gd name="csY33" fmla="*/ 149658 h 161156"/>
                  <a:gd name="csX34" fmla="*/ 59194 w 162180"/>
                  <a:gd name="csY34" fmla="*/ 134792 h 161156"/>
                  <a:gd name="csX35" fmla="*/ 67001 w 162180"/>
                  <a:gd name="csY35" fmla="*/ 101523 h 161156"/>
                  <a:gd name="csX36" fmla="*/ 70125 w 162180"/>
                  <a:gd name="csY36" fmla="*/ 94208 h 161156"/>
                  <a:gd name="csX37" fmla="*/ 125449 w 162180"/>
                  <a:gd name="csY37" fmla="*/ 26962 h 1611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62180" h="161156">
                    <a:moveTo>
                      <a:pt x="125449" y="26962"/>
                    </a:moveTo>
                    <a:lnTo>
                      <a:pt x="128572" y="23658"/>
                    </a:lnTo>
                    <a:cubicBezTo>
                      <a:pt x="135265" y="16580"/>
                      <a:pt x="142626" y="8557"/>
                      <a:pt x="157796" y="7377"/>
                    </a:cubicBezTo>
                    <a:cubicBezTo>
                      <a:pt x="160250" y="7141"/>
                      <a:pt x="162258" y="7141"/>
                      <a:pt x="162258" y="2894"/>
                    </a:cubicBezTo>
                    <a:cubicBezTo>
                      <a:pt x="162258" y="1007"/>
                      <a:pt x="161142" y="63"/>
                      <a:pt x="159358" y="63"/>
                    </a:cubicBezTo>
                    <a:cubicBezTo>
                      <a:pt x="153557" y="63"/>
                      <a:pt x="147088" y="771"/>
                      <a:pt x="141065" y="771"/>
                    </a:cubicBezTo>
                    <a:cubicBezTo>
                      <a:pt x="133703" y="771"/>
                      <a:pt x="125895" y="63"/>
                      <a:pt x="118757" y="63"/>
                    </a:cubicBezTo>
                    <a:cubicBezTo>
                      <a:pt x="117418" y="63"/>
                      <a:pt x="114518" y="63"/>
                      <a:pt x="114518" y="4546"/>
                    </a:cubicBezTo>
                    <a:cubicBezTo>
                      <a:pt x="114518" y="7141"/>
                      <a:pt x="116749" y="7377"/>
                      <a:pt x="117864" y="7377"/>
                    </a:cubicBezTo>
                    <a:cubicBezTo>
                      <a:pt x="119426" y="7377"/>
                      <a:pt x="125895" y="7849"/>
                      <a:pt x="125895" y="12804"/>
                    </a:cubicBezTo>
                    <a:cubicBezTo>
                      <a:pt x="125895" y="16815"/>
                      <a:pt x="120764" y="22950"/>
                      <a:pt x="119872" y="24130"/>
                    </a:cubicBezTo>
                    <a:lnTo>
                      <a:pt x="68117" y="87130"/>
                    </a:lnTo>
                    <a:lnTo>
                      <a:pt x="43578" y="17051"/>
                    </a:lnTo>
                    <a:cubicBezTo>
                      <a:pt x="42239" y="13748"/>
                      <a:pt x="42239" y="13276"/>
                      <a:pt x="42239" y="13040"/>
                    </a:cubicBezTo>
                    <a:cubicBezTo>
                      <a:pt x="42239" y="7377"/>
                      <a:pt x="53170" y="7377"/>
                      <a:pt x="55401" y="7377"/>
                    </a:cubicBezTo>
                    <a:cubicBezTo>
                      <a:pt x="58524" y="7377"/>
                      <a:pt x="60755" y="7377"/>
                      <a:pt x="60755" y="2658"/>
                    </a:cubicBezTo>
                    <a:cubicBezTo>
                      <a:pt x="60755" y="63"/>
                      <a:pt x="58078" y="63"/>
                      <a:pt x="57409" y="63"/>
                    </a:cubicBezTo>
                    <a:cubicBezTo>
                      <a:pt x="51163" y="63"/>
                      <a:pt x="35547" y="771"/>
                      <a:pt x="29301" y="771"/>
                    </a:cubicBezTo>
                    <a:cubicBezTo>
                      <a:pt x="23723" y="771"/>
                      <a:pt x="9892" y="63"/>
                      <a:pt x="4315" y="63"/>
                    </a:cubicBezTo>
                    <a:cubicBezTo>
                      <a:pt x="2977" y="63"/>
                      <a:pt x="77" y="63"/>
                      <a:pt x="77" y="4782"/>
                    </a:cubicBezTo>
                    <a:cubicBezTo>
                      <a:pt x="77" y="7377"/>
                      <a:pt x="2308" y="7377"/>
                      <a:pt x="5208" y="7377"/>
                    </a:cubicBezTo>
                    <a:cubicBezTo>
                      <a:pt x="18593" y="7377"/>
                      <a:pt x="19485" y="9501"/>
                      <a:pt x="21493" y="15400"/>
                    </a:cubicBezTo>
                    <a:lnTo>
                      <a:pt x="48932" y="93029"/>
                    </a:lnTo>
                    <a:cubicBezTo>
                      <a:pt x="49155" y="93736"/>
                      <a:pt x="49824" y="96332"/>
                      <a:pt x="49824" y="97040"/>
                    </a:cubicBezTo>
                    <a:cubicBezTo>
                      <a:pt x="49824" y="97748"/>
                      <a:pt x="40901" y="135736"/>
                      <a:pt x="39785" y="139983"/>
                    </a:cubicBezTo>
                    <a:cubicBezTo>
                      <a:pt x="36885" y="152961"/>
                      <a:pt x="36662" y="153669"/>
                      <a:pt x="18816" y="153905"/>
                    </a:cubicBezTo>
                    <a:cubicBezTo>
                      <a:pt x="14577" y="153905"/>
                      <a:pt x="12792" y="153905"/>
                      <a:pt x="12792" y="158624"/>
                    </a:cubicBezTo>
                    <a:cubicBezTo>
                      <a:pt x="12792" y="161219"/>
                      <a:pt x="15469" y="161219"/>
                      <a:pt x="15916" y="161219"/>
                    </a:cubicBezTo>
                    <a:cubicBezTo>
                      <a:pt x="22162" y="161219"/>
                      <a:pt x="37778" y="160511"/>
                      <a:pt x="44024" y="160511"/>
                    </a:cubicBezTo>
                    <a:cubicBezTo>
                      <a:pt x="50270" y="160511"/>
                      <a:pt x="66332" y="161219"/>
                      <a:pt x="72579" y="161219"/>
                    </a:cubicBezTo>
                    <a:cubicBezTo>
                      <a:pt x="74140" y="161219"/>
                      <a:pt x="76817" y="161219"/>
                      <a:pt x="76817" y="156500"/>
                    </a:cubicBezTo>
                    <a:cubicBezTo>
                      <a:pt x="76817" y="153905"/>
                      <a:pt x="74809" y="153905"/>
                      <a:pt x="70571" y="153905"/>
                    </a:cubicBezTo>
                    <a:cubicBezTo>
                      <a:pt x="70125" y="153905"/>
                      <a:pt x="65886" y="153905"/>
                      <a:pt x="62094" y="153433"/>
                    </a:cubicBezTo>
                    <a:cubicBezTo>
                      <a:pt x="57409" y="152961"/>
                      <a:pt x="56070" y="152489"/>
                      <a:pt x="56070" y="149658"/>
                    </a:cubicBezTo>
                    <a:cubicBezTo>
                      <a:pt x="56070" y="148006"/>
                      <a:pt x="58078" y="139747"/>
                      <a:pt x="59194" y="134792"/>
                    </a:cubicBezTo>
                    <a:lnTo>
                      <a:pt x="67001" y="101523"/>
                    </a:lnTo>
                    <a:cubicBezTo>
                      <a:pt x="68117" y="97040"/>
                      <a:pt x="68340" y="96332"/>
                      <a:pt x="70125" y="94208"/>
                    </a:cubicBezTo>
                    <a:lnTo>
                      <a:pt x="125449" y="26962"/>
                    </a:lnTo>
                    <a:close/>
                  </a:path>
                </a:pathLst>
              </a:custGeom>
              <a:grpFill/>
              <a:ln w="2190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7" name="Freeform: Shape 46">
                <a:extLst>
                  <a:ext uri="{FF2B5EF4-FFF2-40B4-BE49-F238E27FC236}">
                    <a16:creationId xmlns:a16="http://schemas.microsoft.com/office/drawing/2014/main" id="{5E72CB78-F7B0-B9C5-664F-D662A70A7558}"/>
                  </a:ext>
                </a:extLst>
              </p:cNvPr>
              <p:cNvSpPr/>
              <p:nvPr>
                <p:custDataLst>
                  <p:tags r:id="rId48"/>
                </p:custDataLst>
              </p:nvPr>
            </p:nvSpPr>
            <p:spPr>
              <a:xfrm>
                <a:off x="8517679" y="4584569"/>
                <a:ext cx="69021" cy="109671"/>
              </a:xfrm>
              <a:custGeom>
                <a:avLst/>
                <a:gdLst>
                  <a:gd name="csX0" fmla="*/ 69104 w 69021"/>
                  <a:gd name="csY0" fmla="*/ 79675 h 109671"/>
                  <a:gd name="csX1" fmla="*/ 63795 w 69021"/>
                  <a:gd name="csY1" fmla="*/ 79675 h 109671"/>
                  <a:gd name="csX2" fmla="*/ 59735 w 69021"/>
                  <a:gd name="csY2" fmla="*/ 94705 h 109671"/>
                  <a:gd name="csX3" fmla="*/ 44275 w 69021"/>
                  <a:gd name="csY3" fmla="*/ 95696 h 109671"/>
                  <a:gd name="csX4" fmla="*/ 15542 w 69021"/>
                  <a:gd name="csY4" fmla="*/ 95696 h 109671"/>
                  <a:gd name="csX5" fmla="*/ 46774 w 69021"/>
                  <a:gd name="csY5" fmla="*/ 67948 h 109671"/>
                  <a:gd name="csX6" fmla="*/ 69104 w 69021"/>
                  <a:gd name="csY6" fmla="*/ 32272 h 109671"/>
                  <a:gd name="csX7" fmla="*/ 32563 w 69021"/>
                  <a:gd name="csY7" fmla="*/ 64 h 109671"/>
                  <a:gd name="csX8" fmla="*/ 82 w 69021"/>
                  <a:gd name="csY8" fmla="*/ 29629 h 109671"/>
                  <a:gd name="csX9" fmla="*/ 8359 w 69021"/>
                  <a:gd name="csY9" fmla="*/ 38879 h 109671"/>
                  <a:gd name="csX10" fmla="*/ 16635 w 69021"/>
                  <a:gd name="csY10" fmla="*/ 30125 h 109671"/>
                  <a:gd name="csX11" fmla="*/ 7422 w 69021"/>
                  <a:gd name="csY11" fmla="*/ 21371 h 109671"/>
                  <a:gd name="csX12" fmla="*/ 30221 w 69021"/>
                  <a:gd name="csY12" fmla="*/ 6010 h 109671"/>
                  <a:gd name="csX13" fmla="*/ 53957 w 69021"/>
                  <a:gd name="csY13" fmla="*/ 32272 h 109671"/>
                  <a:gd name="csX14" fmla="*/ 39278 w 69021"/>
                  <a:gd name="csY14" fmla="*/ 63984 h 109671"/>
                  <a:gd name="csX15" fmla="*/ 1644 w 69021"/>
                  <a:gd name="csY15" fmla="*/ 103294 h 109671"/>
                  <a:gd name="csX16" fmla="*/ 82 w 69021"/>
                  <a:gd name="csY16" fmla="*/ 109736 h 109671"/>
                  <a:gd name="csX17" fmla="*/ 64419 w 69021"/>
                  <a:gd name="csY17" fmla="*/ 109736 h 109671"/>
                  <a:gd name="csX18" fmla="*/ 69104 w 69021"/>
                  <a:gd name="csY18" fmla="*/ 79675 h 109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69021" h="109671">
                    <a:moveTo>
                      <a:pt x="69104" y="79675"/>
                    </a:moveTo>
                    <a:lnTo>
                      <a:pt x="63795" y="79675"/>
                    </a:lnTo>
                    <a:cubicBezTo>
                      <a:pt x="63326" y="83309"/>
                      <a:pt x="61765" y="93054"/>
                      <a:pt x="59735" y="94705"/>
                    </a:cubicBezTo>
                    <a:cubicBezTo>
                      <a:pt x="58485" y="95696"/>
                      <a:pt x="46461" y="95696"/>
                      <a:pt x="44275" y="95696"/>
                    </a:cubicBezTo>
                    <a:lnTo>
                      <a:pt x="15542" y="95696"/>
                    </a:lnTo>
                    <a:cubicBezTo>
                      <a:pt x="31939" y="80336"/>
                      <a:pt x="37404" y="75711"/>
                      <a:pt x="46774" y="67948"/>
                    </a:cubicBezTo>
                    <a:cubicBezTo>
                      <a:pt x="58329" y="58203"/>
                      <a:pt x="69104" y="47963"/>
                      <a:pt x="69104" y="32272"/>
                    </a:cubicBezTo>
                    <a:cubicBezTo>
                      <a:pt x="69104" y="12287"/>
                      <a:pt x="52551" y="64"/>
                      <a:pt x="32563" y="64"/>
                    </a:cubicBezTo>
                    <a:cubicBezTo>
                      <a:pt x="13200" y="64"/>
                      <a:pt x="82" y="14434"/>
                      <a:pt x="82" y="29629"/>
                    </a:cubicBezTo>
                    <a:cubicBezTo>
                      <a:pt x="82" y="38053"/>
                      <a:pt x="6797" y="38879"/>
                      <a:pt x="8359" y="38879"/>
                    </a:cubicBezTo>
                    <a:cubicBezTo>
                      <a:pt x="12107" y="38879"/>
                      <a:pt x="16635" y="36071"/>
                      <a:pt x="16635" y="30125"/>
                    </a:cubicBezTo>
                    <a:cubicBezTo>
                      <a:pt x="16635" y="27152"/>
                      <a:pt x="15542" y="21371"/>
                      <a:pt x="7422" y="21371"/>
                    </a:cubicBezTo>
                    <a:cubicBezTo>
                      <a:pt x="12263" y="9644"/>
                      <a:pt x="22882" y="6010"/>
                      <a:pt x="30221" y="6010"/>
                    </a:cubicBezTo>
                    <a:cubicBezTo>
                      <a:pt x="45837" y="6010"/>
                      <a:pt x="53957" y="18893"/>
                      <a:pt x="53957" y="32272"/>
                    </a:cubicBezTo>
                    <a:cubicBezTo>
                      <a:pt x="53957" y="46642"/>
                      <a:pt x="44275" y="58038"/>
                      <a:pt x="39278" y="63984"/>
                    </a:cubicBezTo>
                    <a:lnTo>
                      <a:pt x="1644" y="103294"/>
                    </a:lnTo>
                    <a:cubicBezTo>
                      <a:pt x="82" y="104781"/>
                      <a:pt x="82" y="105111"/>
                      <a:pt x="82" y="109736"/>
                    </a:cubicBezTo>
                    <a:lnTo>
                      <a:pt x="64419" y="109736"/>
                    </a:lnTo>
                    <a:lnTo>
                      <a:pt x="69104" y="79675"/>
                    </a:lnTo>
                    <a:close/>
                  </a:path>
                </a:pathLst>
              </a:custGeom>
              <a:grpFill/>
              <a:ln w="2190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56" name="Group 55" descr="\documentclass{article}&#10;\usepackage{amsmath}&#10;\pagestyle{empty}&#10;\begin{document}&#10;&#10;$Avg[Y_2]$&#10;&#10;&#10;&#10;\end{document}" title="IguanaTex Shape Display">
              <a:extLst>
                <a:ext uri="{FF2B5EF4-FFF2-40B4-BE49-F238E27FC236}">
                  <a16:creationId xmlns:a16="http://schemas.microsoft.com/office/drawing/2014/main" id="{59D3C9B5-C0C3-E5BA-BCCD-537BA5D35051}"/>
                </a:ext>
              </a:extLst>
            </p:cNvPr>
            <p:cNvGrpSpPr>
              <a:grpSpLocks noChangeAspect="1"/>
            </p:cNvGrpSpPr>
            <p:nvPr>
              <p:custDataLst>
                <p:tags r:id="rId39"/>
              </p:custDataLst>
            </p:nvPr>
          </p:nvGrpSpPr>
          <p:grpSpPr>
            <a:xfrm>
              <a:off x="7400897" y="3119027"/>
              <a:ext cx="730056" cy="223083"/>
              <a:chOff x="9402105" y="4389149"/>
              <a:chExt cx="730056" cy="223083"/>
            </a:xfrm>
            <a:solidFill>
              <a:schemeClr val="bg1"/>
            </a:solidFill>
          </p:grpSpPr>
          <p:sp>
            <p:nvSpPr>
              <p:cNvPr id="57" name="Freeform: Shape 56">
                <a:extLst>
                  <a:ext uri="{FF2B5EF4-FFF2-40B4-BE49-F238E27FC236}">
                    <a16:creationId xmlns:a16="http://schemas.microsoft.com/office/drawing/2014/main" id="{8486147C-7F90-CBA3-9F02-A8CE5195BB6F}"/>
                  </a:ext>
                </a:extLst>
              </p:cNvPr>
              <p:cNvSpPr/>
              <p:nvPr>
                <p:custDataLst>
                  <p:tags r:id="rId40"/>
                </p:custDataLst>
              </p:nvPr>
            </p:nvSpPr>
            <p:spPr>
              <a:xfrm>
                <a:off x="9402105" y="4396733"/>
                <a:ext cx="155804" cy="159727"/>
              </a:xfrm>
              <a:custGeom>
                <a:avLst/>
                <a:gdLst>
                  <a:gd name="csX0" fmla="*/ 32782 w 155804"/>
                  <a:gd name="csY0" fmla="*/ 134136 h 159727"/>
                  <a:gd name="csX1" fmla="*/ 4846 w 155804"/>
                  <a:gd name="csY1" fmla="*/ 152875 h 159727"/>
                  <a:gd name="csX2" fmla="*/ 77 w 155804"/>
                  <a:gd name="csY2" fmla="*/ 157337 h 159727"/>
                  <a:gd name="csX3" fmla="*/ 3029 w 155804"/>
                  <a:gd name="csY3" fmla="*/ 159791 h 159727"/>
                  <a:gd name="csX4" fmla="*/ 22562 w 155804"/>
                  <a:gd name="csY4" fmla="*/ 159121 h 159727"/>
                  <a:gd name="csX5" fmla="*/ 45274 w 155804"/>
                  <a:gd name="csY5" fmla="*/ 159791 h 159727"/>
                  <a:gd name="csX6" fmla="*/ 49589 w 155804"/>
                  <a:gd name="csY6" fmla="*/ 155552 h 159727"/>
                  <a:gd name="csX7" fmla="*/ 45955 w 155804"/>
                  <a:gd name="csY7" fmla="*/ 152875 h 159727"/>
                  <a:gd name="csX8" fmla="*/ 35280 w 155804"/>
                  <a:gd name="csY8" fmla="*/ 145067 h 159727"/>
                  <a:gd name="csX9" fmla="*/ 38460 w 155804"/>
                  <a:gd name="csY9" fmla="*/ 136813 h 159727"/>
                  <a:gd name="csX10" fmla="*/ 55721 w 155804"/>
                  <a:gd name="csY10" fmla="*/ 108258 h 159727"/>
                  <a:gd name="csX11" fmla="*/ 112729 w 155804"/>
                  <a:gd name="csY11" fmla="*/ 108258 h 159727"/>
                  <a:gd name="csX12" fmla="*/ 116362 w 155804"/>
                  <a:gd name="csY12" fmla="*/ 145513 h 159727"/>
                  <a:gd name="csX13" fmla="*/ 100010 w 155804"/>
                  <a:gd name="csY13" fmla="*/ 152875 h 159727"/>
                  <a:gd name="csX14" fmla="*/ 94559 w 155804"/>
                  <a:gd name="csY14" fmla="*/ 157337 h 159727"/>
                  <a:gd name="csX15" fmla="*/ 97739 w 155804"/>
                  <a:gd name="csY15" fmla="*/ 159791 h 159727"/>
                  <a:gd name="csX16" fmla="*/ 126129 w 155804"/>
                  <a:gd name="csY16" fmla="*/ 159121 h 159727"/>
                  <a:gd name="csX17" fmla="*/ 151793 w 155804"/>
                  <a:gd name="csY17" fmla="*/ 159791 h 159727"/>
                  <a:gd name="csX18" fmla="*/ 155882 w 155804"/>
                  <a:gd name="csY18" fmla="*/ 155329 h 159727"/>
                  <a:gd name="csX19" fmla="*/ 150658 w 155804"/>
                  <a:gd name="csY19" fmla="*/ 152875 h 159727"/>
                  <a:gd name="csX20" fmla="*/ 135895 w 155804"/>
                  <a:gd name="csY20" fmla="*/ 144844 h 159727"/>
                  <a:gd name="csX21" fmla="*/ 122041 w 155804"/>
                  <a:gd name="csY21" fmla="*/ 5417 h 159727"/>
                  <a:gd name="csX22" fmla="*/ 117725 w 155804"/>
                  <a:gd name="csY22" fmla="*/ 63 h 159727"/>
                  <a:gd name="csX23" fmla="*/ 111820 w 155804"/>
                  <a:gd name="csY23" fmla="*/ 3855 h 159727"/>
                  <a:gd name="csX24" fmla="*/ 32782 w 155804"/>
                  <a:gd name="csY24" fmla="*/ 134136 h 159727"/>
                  <a:gd name="csX25" fmla="*/ 60037 w 155804"/>
                  <a:gd name="csY25" fmla="*/ 101343 h 159727"/>
                  <a:gd name="csX26" fmla="*/ 104779 w 155804"/>
                  <a:gd name="csY26" fmla="*/ 27725 h 159727"/>
                  <a:gd name="csX27" fmla="*/ 112047 w 155804"/>
                  <a:gd name="csY27" fmla="*/ 101343 h 159727"/>
                  <a:gd name="csX28" fmla="*/ 60037 w 155804"/>
                  <a:gd name="csY28" fmla="*/ 101343 h 1597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55804" h="159727">
                    <a:moveTo>
                      <a:pt x="32782" y="134136"/>
                    </a:moveTo>
                    <a:cubicBezTo>
                      <a:pt x="23697" y="149083"/>
                      <a:pt x="14840" y="152206"/>
                      <a:pt x="4846" y="152875"/>
                    </a:cubicBezTo>
                    <a:cubicBezTo>
                      <a:pt x="2121" y="153098"/>
                      <a:pt x="77" y="153098"/>
                      <a:pt x="77" y="157337"/>
                    </a:cubicBezTo>
                    <a:cubicBezTo>
                      <a:pt x="77" y="158675"/>
                      <a:pt x="1212" y="159791"/>
                      <a:pt x="3029" y="159791"/>
                    </a:cubicBezTo>
                    <a:cubicBezTo>
                      <a:pt x="9162" y="159791"/>
                      <a:pt x="16202" y="159121"/>
                      <a:pt x="22562" y="159121"/>
                    </a:cubicBezTo>
                    <a:cubicBezTo>
                      <a:pt x="30057" y="159121"/>
                      <a:pt x="38006" y="159791"/>
                      <a:pt x="45274" y="159791"/>
                    </a:cubicBezTo>
                    <a:cubicBezTo>
                      <a:pt x="46636" y="159791"/>
                      <a:pt x="49589" y="159791"/>
                      <a:pt x="49589" y="155552"/>
                    </a:cubicBezTo>
                    <a:cubicBezTo>
                      <a:pt x="49589" y="153098"/>
                      <a:pt x="47545" y="152875"/>
                      <a:pt x="45955" y="152875"/>
                    </a:cubicBezTo>
                    <a:cubicBezTo>
                      <a:pt x="40731" y="152429"/>
                      <a:pt x="35280" y="150644"/>
                      <a:pt x="35280" y="145067"/>
                    </a:cubicBezTo>
                    <a:cubicBezTo>
                      <a:pt x="35280" y="142390"/>
                      <a:pt x="36643" y="139936"/>
                      <a:pt x="38460" y="136813"/>
                    </a:cubicBezTo>
                    <a:lnTo>
                      <a:pt x="55721" y="108258"/>
                    </a:lnTo>
                    <a:lnTo>
                      <a:pt x="112729" y="108258"/>
                    </a:lnTo>
                    <a:cubicBezTo>
                      <a:pt x="113183" y="112943"/>
                      <a:pt x="116362" y="143282"/>
                      <a:pt x="116362" y="145513"/>
                    </a:cubicBezTo>
                    <a:cubicBezTo>
                      <a:pt x="116362" y="152206"/>
                      <a:pt x="104552" y="152875"/>
                      <a:pt x="100010" y="152875"/>
                    </a:cubicBezTo>
                    <a:cubicBezTo>
                      <a:pt x="96830" y="152875"/>
                      <a:pt x="94559" y="152875"/>
                      <a:pt x="94559" y="157337"/>
                    </a:cubicBezTo>
                    <a:cubicBezTo>
                      <a:pt x="94559" y="159791"/>
                      <a:pt x="97284" y="159791"/>
                      <a:pt x="97739" y="159791"/>
                    </a:cubicBezTo>
                    <a:cubicBezTo>
                      <a:pt x="107051" y="159791"/>
                      <a:pt x="116817" y="159121"/>
                      <a:pt x="126129" y="159121"/>
                    </a:cubicBezTo>
                    <a:cubicBezTo>
                      <a:pt x="131807" y="159121"/>
                      <a:pt x="146115" y="159791"/>
                      <a:pt x="151793" y="159791"/>
                    </a:cubicBezTo>
                    <a:cubicBezTo>
                      <a:pt x="153156" y="159791"/>
                      <a:pt x="155882" y="159791"/>
                      <a:pt x="155882" y="155329"/>
                    </a:cubicBezTo>
                    <a:cubicBezTo>
                      <a:pt x="155882" y="152875"/>
                      <a:pt x="153610" y="152875"/>
                      <a:pt x="150658" y="152875"/>
                    </a:cubicBezTo>
                    <a:cubicBezTo>
                      <a:pt x="136576" y="152875"/>
                      <a:pt x="136576" y="151313"/>
                      <a:pt x="135895" y="144844"/>
                    </a:cubicBezTo>
                    <a:lnTo>
                      <a:pt x="122041" y="5417"/>
                    </a:lnTo>
                    <a:cubicBezTo>
                      <a:pt x="121586" y="955"/>
                      <a:pt x="121586" y="63"/>
                      <a:pt x="117725" y="63"/>
                    </a:cubicBezTo>
                    <a:cubicBezTo>
                      <a:pt x="114091" y="63"/>
                      <a:pt x="113183" y="1624"/>
                      <a:pt x="111820" y="3855"/>
                    </a:cubicBezTo>
                    <a:lnTo>
                      <a:pt x="32782" y="134136"/>
                    </a:lnTo>
                    <a:close/>
                    <a:moveTo>
                      <a:pt x="60037" y="101343"/>
                    </a:moveTo>
                    <a:lnTo>
                      <a:pt x="104779" y="27725"/>
                    </a:lnTo>
                    <a:lnTo>
                      <a:pt x="112047" y="101343"/>
                    </a:lnTo>
                    <a:lnTo>
                      <a:pt x="60037" y="101343"/>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8" name="Freeform: Shape 57">
                <a:extLst>
                  <a:ext uri="{FF2B5EF4-FFF2-40B4-BE49-F238E27FC236}">
                    <a16:creationId xmlns:a16="http://schemas.microsoft.com/office/drawing/2014/main" id="{4FC0B3FB-4B7B-88BB-FAE2-6AE976295C89}"/>
                  </a:ext>
                </a:extLst>
              </p:cNvPr>
              <p:cNvSpPr/>
              <p:nvPr>
                <p:custDataLst>
                  <p:tags r:id="rId41"/>
                </p:custDataLst>
              </p:nvPr>
            </p:nvSpPr>
            <p:spPr>
              <a:xfrm>
                <a:off x="9571083" y="4457858"/>
                <a:ext cx="99705" cy="101056"/>
              </a:xfrm>
              <a:custGeom>
                <a:avLst/>
                <a:gdLst>
                  <a:gd name="csX0" fmla="*/ 99790 w 99705"/>
                  <a:gd name="csY0" fmla="*/ 15679 h 101056"/>
                  <a:gd name="csX1" fmla="*/ 89797 w 99705"/>
                  <a:gd name="csY1" fmla="*/ 63 h 101056"/>
                  <a:gd name="csX2" fmla="*/ 78668 w 99705"/>
                  <a:gd name="csY2" fmla="*/ 10771 h 101056"/>
                  <a:gd name="csX3" fmla="*/ 82302 w 99705"/>
                  <a:gd name="csY3" fmla="*/ 17463 h 101056"/>
                  <a:gd name="csX4" fmla="*/ 90024 w 99705"/>
                  <a:gd name="csY4" fmla="*/ 35756 h 101056"/>
                  <a:gd name="csX5" fmla="*/ 49596 w 99705"/>
                  <a:gd name="csY5" fmla="*/ 96212 h 101056"/>
                  <a:gd name="csX6" fmla="*/ 32790 w 99705"/>
                  <a:gd name="csY6" fmla="*/ 76803 h 101056"/>
                  <a:gd name="csX7" fmla="*/ 45963 w 99705"/>
                  <a:gd name="csY7" fmla="*/ 29510 h 101056"/>
                  <a:gd name="csX8" fmla="*/ 48688 w 99705"/>
                  <a:gd name="csY8" fmla="*/ 18356 h 101056"/>
                  <a:gd name="csX9" fmla="*/ 30064 w 99705"/>
                  <a:gd name="csY9" fmla="*/ 63 h 101056"/>
                  <a:gd name="csX10" fmla="*/ 84 w 99705"/>
                  <a:gd name="csY10" fmla="*/ 34418 h 101056"/>
                  <a:gd name="csX11" fmla="*/ 2810 w 99705"/>
                  <a:gd name="csY11" fmla="*/ 36648 h 101056"/>
                  <a:gd name="csX12" fmla="*/ 6444 w 99705"/>
                  <a:gd name="csY12" fmla="*/ 32633 h 101056"/>
                  <a:gd name="csX13" fmla="*/ 29383 w 99705"/>
                  <a:gd name="csY13" fmla="*/ 4971 h 101056"/>
                  <a:gd name="csX14" fmla="*/ 35061 w 99705"/>
                  <a:gd name="csY14" fmla="*/ 12109 h 101056"/>
                  <a:gd name="csX15" fmla="*/ 31200 w 99705"/>
                  <a:gd name="csY15" fmla="*/ 27725 h 101056"/>
                  <a:gd name="csX16" fmla="*/ 18254 w 99705"/>
                  <a:gd name="csY16" fmla="*/ 73457 h 101056"/>
                  <a:gd name="csX17" fmla="*/ 48688 w 99705"/>
                  <a:gd name="csY17" fmla="*/ 101120 h 101056"/>
                  <a:gd name="csX18" fmla="*/ 99790 w 99705"/>
                  <a:gd name="csY18" fmla="*/ 15679 h 101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99705" h="101056">
                    <a:moveTo>
                      <a:pt x="99790" y="15679"/>
                    </a:moveTo>
                    <a:cubicBezTo>
                      <a:pt x="99790" y="3632"/>
                      <a:pt x="93885" y="63"/>
                      <a:pt x="89797" y="63"/>
                    </a:cubicBezTo>
                    <a:cubicBezTo>
                      <a:pt x="84119" y="63"/>
                      <a:pt x="78668" y="5863"/>
                      <a:pt x="78668" y="10771"/>
                    </a:cubicBezTo>
                    <a:cubicBezTo>
                      <a:pt x="78668" y="13671"/>
                      <a:pt x="79804" y="15009"/>
                      <a:pt x="82302" y="17463"/>
                    </a:cubicBezTo>
                    <a:cubicBezTo>
                      <a:pt x="87071" y="21925"/>
                      <a:pt x="90024" y="27725"/>
                      <a:pt x="90024" y="35756"/>
                    </a:cubicBezTo>
                    <a:cubicBezTo>
                      <a:pt x="90024" y="45126"/>
                      <a:pt x="76170" y="96212"/>
                      <a:pt x="49596" y="96212"/>
                    </a:cubicBezTo>
                    <a:cubicBezTo>
                      <a:pt x="38013" y="96212"/>
                      <a:pt x="32790" y="88404"/>
                      <a:pt x="32790" y="76803"/>
                    </a:cubicBezTo>
                    <a:cubicBezTo>
                      <a:pt x="32790" y="64311"/>
                      <a:pt x="38922" y="48026"/>
                      <a:pt x="45963" y="29510"/>
                    </a:cubicBezTo>
                    <a:cubicBezTo>
                      <a:pt x="47552" y="25717"/>
                      <a:pt x="48688" y="22594"/>
                      <a:pt x="48688" y="18356"/>
                    </a:cubicBezTo>
                    <a:cubicBezTo>
                      <a:pt x="48688" y="8317"/>
                      <a:pt x="41420" y="63"/>
                      <a:pt x="30064" y="63"/>
                    </a:cubicBezTo>
                    <a:cubicBezTo>
                      <a:pt x="8715" y="63"/>
                      <a:pt x="84" y="32410"/>
                      <a:pt x="84" y="34418"/>
                    </a:cubicBezTo>
                    <a:cubicBezTo>
                      <a:pt x="84" y="36648"/>
                      <a:pt x="2355" y="36648"/>
                      <a:pt x="2810" y="36648"/>
                    </a:cubicBezTo>
                    <a:cubicBezTo>
                      <a:pt x="5081" y="36648"/>
                      <a:pt x="5308" y="36202"/>
                      <a:pt x="6444" y="32633"/>
                    </a:cubicBezTo>
                    <a:cubicBezTo>
                      <a:pt x="13030" y="10102"/>
                      <a:pt x="22796" y="4971"/>
                      <a:pt x="29383" y="4971"/>
                    </a:cubicBezTo>
                    <a:cubicBezTo>
                      <a:pt x="31200" y="4971"/>
                      <a:pt x="35061" y="4971"/>
                      <a:pt x="35061" y="12109"/>
                    </a:cubicBezTo>
                    <a:cubicBezTo>
                      <a:pt x="35061" y="17686"/>
                      <a:pt x="32790" y="23710"/>
                      <a:pt x="31200" y="27725"/>
                    </a:cubicBezTo>
                    <a:cubicBezTo>
                      <a:pt x="21206" y="53603"/>
                      <a:pt x="18254" y="63865"/>
                      <a:pt x="18254" y="73457"/>
                    </a:cubicBezTo>
                    <a:cubicBezTo>
                      <a:pt x="18254" y="97550"/>
                      <a:pt x="38240" y="101120"/>
                      <a:pt x="48688" y="101120"/>
                    </a:cubicBezTo>
                    <a:cubicBezTo>
                      <a:pt x="86844" y="101120"/>
                      <a:pt x="99790" y="27279"/>
                      <a:pt x="99790" y="15679"/>
                    </a:cubicBez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 name="Freeform: Shape 58">
                <a:extLst>
                  <a:ext uri="{FF2B5EF4-FFF2-40B4-BE49-F238E27FC236}">
                    <a16:creationId xmlns:a16="http://schemas.microsoft.com/office/drawing/2014/main" id="{F27412BB-0068-1B50-B532-1BAD4CA6AC6C}"/>
                  </a:ext>
                </a:extLst>
              </p:cNvPr>
              <p:cNvSpPr/>
              <p:nvPr>
                <p:custDataLst>
                  <p:tags r:id="rId42"/>
                </p:custDataLst>
              </p:nvPr>
            </p:nvSpPr>
            <p:spPr>
              <a:xfrm>
                <a:off x="9686143" y="4457858"/>
                <a:ext cx="104248" cy="144334"/>
              </a:xfrm>
              <a:custGeom>
                <a:avLst/>
                <a:gdLst>
                  <a:gd name="csX0" fmla="*/ 103656 w 104248"/>
                  <a:gd name="csY0" fmla="*/ 14563 h 144334"/>
                  <a:gd name="csX1" fmla="*/ 104338 w 104248"/>
                  <a:gd name="csY1" fmla="*/ 10548 h 144334"/>
                  <a:gd name="csX2" fmla="*/ 97751 w 104248"/>
                  <a:gd name="csY2" fmla="*/ 4524 h 144334"/>
                  <a:gd name="csX3" fmla="*/ 88439 w 104248"/>
                  <a:gd name="csY3" fmla="*/ 14117 h 144334"/>
                  <a:gd name="csX4" fmla="*/ 67317 w 104248"/>
                  <a:gd name="csY4" fmla="*/ 63 h 144334"/>
                  <a:gd name="csX5" fmla="*/ 13262 w 104248"/>
                  <a:gd name="csY5" fmla="*/ 63418 h 144334"/>
                  <a:gd name="csX6" fmla="*/ 43469 w 104248"/>
                  <a:gd name="csY6" fmla="*/ 98666 h 144334"/>
                  <a:gd name="csX7" fmla="*/ 69815 w 104248"/>
                  <a:gd name="csY7" fmla="*/ 85727 h 144334"/>
                  <a:gd name="csX8" fmla="*/ 70043 w 104248"/>
                  <a:gd name="csY8" fmla="*/ 85950 h 144334"/>
                  <a:gd name="csX9" fmla="*/ 62548 w 104248"/>
                  <a:gd name="csY9" fmla="*/ 115397 h 144334"/>
                  <a:gd name="csX10" fmla="*/ 29842 w 104248"/>
                  <a:gd name="csY10" fmla="*/ 139490 h 144334"/>
                  <a:gd name="csX11" fmla="*/ 11673 w 104248"/>
                  <a:gd name="csY11" fmla="*/ 137259 h 144334"/>
                  <a:gd name="csX12" fmla="*/ 20984 w 104248"/>
                  <a:gd name="csY12" fmla="*/ 125659 h 144334"/>
                  <a:gd name="csX13" fmla="*/ 12354 w 104248"/>
                  <a:gd name="csY13" fmla="*/ 117851 h 144334"/>
                  <a:gd name="csX14" fmla="*/ 89 w 104248"/>
                  <a:gd name="csY14" fmla="*/ 130790 h 144334"/>
                  <a:gd name="csX15" fmla="*/ 30296 w 104248"/>
                  <a:gd name="csY15" fmla="*/ 144398 h 144334"/>
                  <a:gd name="csX16" fmla="*/ 78446 w 104248"/>
                  <a:gd name="csY16" fmla="*/ 113612 h 144334"/>
                  <a:gd name="csX17" fmla="*/ 103656 w 104248"/>
                  <a:gd name="csY17" fmla="*/ 14563 h 144334"/>
                  <a:gd name="csX18" fmla="*/ 74131 w 104248"/>
                  <a:gd name="csY18" fmla="*/ 70111 h 144334"/>
                  <a:gd name="csX19" fmla="*/ 62548 w 104248"/>
                  <a:gd name="csY19" fmla="*/ 85727 h 144334"/>
                  <a:gd name="csX20" fmla="*/ 44151 w 104248"/>
                  <a:gd name="csY20" fmla="*/ 93758 h 144334"/>
                  <a:gd name="csX21" fmla="*/ 29388 w 104248"/>
                  <a:gd name="csY21" fmla="*/ 73234 h 144334"/>
                  <a:gd name="csX22" fmla="*/ 42107 w 104248"/>
                  <a:gd name="csY22" fmla="*/ 24825 h 144334"/>
                  <a:gd name="csX23" fmla="*/ 67544 w 104248"/>
                  <a:gd name="csY23" fmla="*/ 4971 h 144334"/>
                  <a:gd name="csX24" fmla="*/ 85714 w 104248"/>
                  <a:gd name="csY24" fmla="*/ 24156 h 144334"/>
                  <a:gd name="csX25" fmla="*/ 85032 w 104248"/>
                  <a:gd name="csY25" fmla="*/ 27502 h 144334"/>
                  <a:gd name="csX26" fmla="*/ 74131 w 104248"/>
                  <a:gd name="csY26" fmla="*/ 70111 h 144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04248" h="144334">
                    <a:moveTo>
                      <a:pt x="103656" y="14563"/>
                    </a:moveTo>
                    <a:cubicBezTo>
                      <a:pt x="103883" y="13225"/>
                      <a:pt x="104338" y="12109"/>
                      <a:pt x="104338" y="10548"/>
                    </a:cubicBezTo>
                    <a:cubicBezTo>
                      <a:pt x="104338" y="6755"/>
                      <a:pt x="101612" y="4524"/>
                      <a:pt x="97751" y="4524"/>
                    </a:cubicBezTo>
                    <a:cubicBezTo>
                      <a:pt x="95480" y="4524"/>
                      <a:pt x="89348" y="6086"/>
                      <a:pt x="88439" y="14117"/>
                    </a:cubicBezTo>
                    <a:cubicBezTo>
                      <a:pt x="84351" y="5863"/>
                      <a:pt x="76402" y="63"/>
                      <a:pt x="67317" y="63"/>
                    </a:cubicBezTo>
                    <a:cubicBezTo>
                      <a:pt x="41425" y="63"/>
                      <a:pt x="13262" y="31294"/>
                      <a:pt x="13262" y="63418"/>
                    </a:cubicBezTo>
                    <a:cubicBezTo>
                      <a:pt x="13262" y="85504"/>
                      <a:pt x="27117" y="98666"/>
                      <a:pt x="43469" y="98666"/>
                    </a:cubicBezTo>
                    <a:cubicBezTo>
                      <a:pt x="56870" y="98666"/>
                      <a:pt x="67544" y="88181"/>
                      <a:pt x="69815" y="85727"/>
                    </a:cubicBezTo>
                    <a:lnTo>
                      <a:pt x="70043" y="85950"/>
                    </a:lnTo>
                    <a:cubicBezTo>
                      <a:pt x="65273" y="105804"/>
                      <a:pt x="62548" y="114951"/>
                      <a:pt x="62548" y="115397"/>
                    </a:cubicBezTo>
                    <a:cubicBezTo>
                      <a:pt x="61639" y="117405"/>
                      <a:pt x="53917" y="139490"/>
                      <a:pt x="29842" y="139490"/>
                    </a:cubicBezTo>
                    <a:cubicBezTo>
                      <a:pt x="25527" y="139490"/>
                      <a:pt x="18032" y="139267"/>
                      <a:pt x="11673" y="137259"/>
                    </a:cubicBezTo>
                    <a:cubicBezTo>
                      <a:pt x="18486" y="135251"/>
                      <a:pt x="20984" y="129451"/>
                      <a:pt x="20984" y="125659"/>
                    </a:cubicBezTo>
                    <a:cubicBezTo>
                      <a:pt x="20984" y="122089"/>
                      <a:pt x="18486" y="117851"/>
                      <a:pt x="12354" y="117851"/>
                    </a:cubicBezTo>
                    <a:cubicBezTo>
                      <a:pt x="7357" y="117851"/>
                      <a:pt x="89" y="121866"/>
                      <a:pt x="89" y="130790"/>
                    </a:cubicBezTo>
                    <a:cubicBezTo>
                      <a:pt x="89" y="139936"/>
                      <a:pt x="8493" y="144398"/>
                      <a:pt x="30296" y="144398"/>
                    </a:cubicBezTo>
                    <a:cubicBezTo>
                      <a:pt x="58686" y="144398"/>
                      <a:pt x="75039" y="126997"/>
                      <a:pt x="78446" y="113612"/>
                    </a:cubicBezTo>
                    <a:lnTo>
                      <a:pt x="103656" y="14563"/>
                    </a:lnTo>
                    <a:close/>
                    <a:moveTo>
                      <a:pt x="74131" y="70111"/>
                    </a:moveTo>
                    <a:cubicBezTo>
                      <a:pt x="72768" y="75911"/>
                      <a:pt x="67544" y="81488"/>
                      <a:pt x="62548" y="85727"/>
                    </a:cubicBezTo>
                    <a:cubicBezTo>
                      <a:pt x="57778" y="89742"/>
                      <a:pt x="50737" y="93758"/>
                      <a:pt x="44151" y="93758"/>
                    </a:cubicBezTo>
                    <a:cubicBezTo>
                      <a:pt x="32795" y="93758"/>
                      <a:pt x="29388" y="82157"/>
                      <a:pt x="29388" y="73234"/>
                    </a:cubicBezTo>
                    <a:cubicBezTo>
                      <a:pt x="29388" y="62526"/>
                      <a:pt x="35974" y="36202"/>
                      <a:pt x="42107" y="24825"/>
                    </a:cubicBezTo>
                    <a:cubicBezTo>
                      <a:pt x="48239" y="13894"/>
                      <a:pt x="58005" y="4971"/>
                      <a:pt x="67544" y="4971"/>
                    </a:cubicBezTo>
                    <a:cubicBezTo>
                      <a:pt x="82534" y="4971"/>
                      <a:pt x="85714" y="23040"/>
                      <a:pt x="85714" y="24156"/>
                    </a:cubicBezTo>
                    <a:cubicBezTo>
                      <a:pt x="85714" y="25271"/>
                      <a:pt x="85260" y="26610"/>
                      <a:pt x="85032" y="27502"/>
                    </a:cubicBezTo>
                    <a:lnTo>
                      <a:pt x="74131" y="70111"/>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 name="Freeform: Shape 59">
                <a:extLst>
                  <a:ext uri="{FF2B5EF4-FFF2-40B4-BE49-F238E27FC236}">
                    <a16:creationId xmlns:a16="http://schemas.microsoft.com/office/drawing/2014/main" id="{EA596FEA-DCDE-3AC8-562C-1BEF2A7E96C7}"/>
                  </a:ext>
                </a:extLst>
              </p:cNvPr>
              <p:cNvSpPr/>
              <p:nvPr>
                <p:custDataLst>
                  <p:tags r:id="rId43"/>
                </p:custDataLst>
              </p:nvPr>
            </p:nvSpPr>
            <p:spPr>
              <a:xfrm>
                <a:off x="9826014" y="4389149"/>
                <a:ext cx="31115" cy="223083"/>
              </a:xfrm>
              <a:custGeom>
                <a:avLst/>
                <a:gdLst>
                  <a:gd name="csX0" fmla="*/ 31210 w 31115"/>
                  <a:gd name="csY0" fmla="*/ 223146 h 223083"/>
                  <a:gd name="csX1" fmla="*/ 31210 w 31115"/>
                  <a:gd name="csY1" fmla="*/ 214223 h 223083"/>
                  <a:gd name="csX2" fmla="*/ 9179 w 31115"/>
                  <a:gd name="csY2" fmla="*/ 214223 h 223083"/>
                  <a:gd name="csX3" fmla="*/ 9179 w 31115"/>
                  <a:gd name="csY3" fmla="*/ 8986 h 223083"/>
                  <a:gd name="csX4" fmla="*/ 31210 w 31115"/>
                  <a:gd name="csY4" fmla="*/ 8986 h 223083"/>
                  <a:gd name="csX5" fmla="*/ 31210 w 31115"/>
                  <a:gd name="csY5" fmla="*/ 63 h 223083"/>
                  <a:gd name="csX6" fmla="*/ 94 w 31115"/>
                  <a:gd name="csY6" fmla="*/ 63 h 223083"/>
                  <a:gd name="csX7" fmla="*/ 94 w 31115"/>
                  <a:gd name="csY7" fmla="*/ 223146 h 223083"/>
                  <a:gd name="csX8" fmla="*/ 31210 w 31115"/>
                  <a:gd name="csY8" fmla="*/ 223146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115" h="223083">
                    <a:moveTo>
                      <a:pt x="31210" y="223146"/>
                    </a:moveTo>
                    <a:lnTo>
                      <a:pt x="31210" y="214223"/>
                    </a:lnTo>
                    <a:lnTo>
                      <a:pt x="9179" y="214223"/>
                    </a:lnTo>
                    <a:lnTo>
                      <a:pt x="9179" y="8986"/>
                    </a:lnTo>
                    <a:lnTo>
                      <a:pt x="31210" y="8986"/>
                    </a:lnTo>
                    <a:lnTo>
                      <a:pt x="31210" y="63"/>
                    </a:lnTo>
                    <a:lnTo>
                      <a:pt x="94" y="63"/>
                    </a:lnTo>
                    <a:lnTo>
                      <a:pt x="94" y="223146"/>
                    </a:lnTo>
                    <a:lnTo>
                      <a:pt x="31210" y="223146"/>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 name="Freeform: Shape 60">
                <a:extLst>
                  <a:ext uri="{FF2B5EF4-FFF2-40B4-BE49-F238E27FC236}">
                    <a16:creationId xmlns:a16="http://schemas.microsoft.com/office/drawing/2014/main" id="{19929CE4-2B53-E52C-B7CD-A483D61723C4}"/>
                  </a:ext>
                </a:extLst>
              </p:cNvPr>
              <p:cNvSpPr/>
              <p:nvPr>
                <p:custDataLst>
                  <p:tags r:id="rId44"/>
                </p:custDataLst>
              </p:nvPr>
            </p:nvSpPr>
            <p:spPr>
              <a:xfrm>
                <a:off x="9870252" y="4404095"/>
                <a:ext cx="165116" cy="152365"/>
              </a:xfrm>
              <a:custGeom>
                <a:avLst/>
                <a:gdLst>
                  <a:gd name="csX0" fmla="*/ 127739 w 165116"/>
                  <a:gd name="csY0" fmla="*/ 25494 h 152365"/>
                  <a:gd name="csX1" fmla="*/ 130919 w 165116"/>
                  <a:gd name="csY1" fmla="*/ 22371 h 152365"/>
                  <a:gd name="csX2" fmla="*/ 160672 w 165116"/>
                  <a:gd name="csY2" fmla="*/ 6978 h 152365"/>
                  <a:gd name="csX3" fmla="*/ 165214 w 165116"/>
                  <a:gd name="csY3" fmla="*/ 2740 h 152365"/>
                  <a:gd name="csX4" fmla="*/ 162261 w 165116"/>
                  <a:gd name="csY4" fmla="*/ 63 h 152365"/>
                  <a:gd name="csX5" fmla="*/ 143638 w 165116"/>
                  <a:gd name="csY5" fmla="*/ 732 h 152365"/>
                  <a:gd name="csX6" fmla="*/ 120925 w 165116"/>
                  <a:gd name="csY6" fmla="*/ 63 h 152365"/>
                  <a:gd name="csX7" fmla="*/ 116610 w 165116"/>
                  <a:gd name="csY7" fmla="*/ 4301 h 152365"/>
                  <a:gd name="csX8" fmla="*/ 120017 w 165116"/>
                  <a:gd name="csY8" fmla="*/ 6978 h 152365"/>
                  <a:gd name="csX9" fmla="*/ 128193 w 165116"/>
                  <a:gd name="csY9" fmla="*/ 12109 h 152365"/>
                  <a:gd name="csX10" fmla="*/ 122061 w 165116"/>
                  <a:gd name="csY10" fmla="*/ 22817 h 152365"/>
                  <a:gd name="csX11" fmla="*/ 69369 w 165116"/>
                  <a:gd name="csY11" fmla="*/ 82381 h 152365"/>
                  <a:gd name="csX12" fmla="*/ 44386 w 165116"/>
                  <a:gd name="csY12" fmla="*/ 16125 h 152365"/>
                  <a:gd name="csX13" fmla="*/ 43023 w 165116"/>
                  <a:gd name="csY13" fmla="*/ 12332 h 152365"/>
                  <a:gd name="csX14" fmla="*/ 56423 w 165116"/>
                  <a:gd name="csY14" fmla="*/ 6978 h 152365"/>
                  <a:gd name="csX15" fmla="*/ 61874 w 165116"/>
                  <a:gd name="csY15" fmla="*/ 2517 h 152365"/>
                  <a:gd name="csX16" fmla="*/ 58467 w 165116"/>
                  <a:gd name="csY16" fmla="*/ 63 h 152365"/>
                  <a:gd name="csX17" fmla="*/ 29850 w 165116"/>
                  <a:gd name="csY17" fmla="*/ 732 h 152365"/>
                  <a:gd name="csX18" fmla="*/ 4413 w 165116"/>
                  <a:gd name="csY18" fmla="*/ 63 h 152365"/>
                  <a:gd name="csX19" fmla="*/ 97 w 165116"/>
                  <a:gd name="csY19" fmla="*/ 4524 h 152365"/>
                  <a:gd name="csX20" fmla="*/ 5321 w 165116"/>
                  <a:gd name="csY20" fmla="*/ 6978 h 152365"/>
                  <a:gd name="csX21" fmla="*/ 21901 w 165116"/>
                  <a:gd name="csY21" fmla="*/ 14563 h 152365"/>
                  <a:gd name="csX22" fmla="*/ 49837 w 165116"/>
                  <a:gd name="csY22" fmla="*/ 87958 h 152365"/>
                  <a:gd name="csX23" fmla="*/ 50745 w 165116"/>
                  <a:gd name="csY23" fmla="*/ 91750 h 152365"/>
                  <a:gd name="csX24" fmla="*/ 40525 w 165116"/>
                  <a:gd name="csY24" fmla="*/ 132351 h 152365"/>
                  <a:gd name="csX25" fmla="*/ 19175 w 165116"/>
                  <a:gd name="csY25" fmla="*/ 145513 h 152365"/>
                  <a:gd name="csX26" fmla="*/ 13043 w 165116"/>
                  <a:gd name="csY26" fmla="*/ 149975 h 152365"/>
                  <a:gd name="csX27" fmla="*/ 16223 w 165116"/>
                  <a:gd name="csY27" fmla="*/ 152429 h 152365"/>
                  <a:gd name="csX28" fmla="*/ 44840 w 165116"/>
                  <a:gd name="csY28" fmla="*/ 151760 h 152365"/>
                  <a:gd name="csX29" fmla="*/ 73911 w 165116"/>
                  <a:gd name="csY29" fmla="*/ 152429 h 152365"/>
                  <a:gd name="csX30" fmla="*/ 78227 w 165116"/>
                  <a:gd name="csY30" fmla="*/ 147967 h 152365"/>
                  <a:gd name="csX31" fmla="*/ 71867 w 165116"/>
                  <a:gd name="csY31" fmla="*/ 145513 h 152365"/>
                  <a:gd name="csX32" fmla="*/ 63237 w 165116"/>
                  <a:gd name="csY32" fmla="*/ 145067 h 152365"/>
                  <a:gd name="csX33" fmla="*/ 57105 w 165116"/>
                  <a:gd name="csY33" fmla="*/ 141498 h 152365"/>
                  <a:gd name="csX34" fmla="*/ 60284 w 165116"/>
                  <a:gd name="csY34" fmla="*/ 127443 h 152365"/>
                  <a:gd name="csX35" fmla="*/ 68233 w 165116"/>
                  <a:gd name="csY35" fmla="*/ 95989 h 152365"/>
                  <a:gd name="csX36" fmla="*/ 71413 w 165116"/>
                  <a:gd name="csY36" fmla="*/ 89073 h 152365"/>
                  <a:gd name="csX37" fmla="*/ 127739 w 165116"/>
                  <a:gd name="csY37" fmla="*/ 25494 h 1523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65116" h="152365">
                    <a:moveTo>
                      <a:pt x="127739" y="25494"/>
                    </a:moveTo>
                    <a:lnTo>
                      <a:pt x="130919" y="22371"/>
                    </a:lnTo>
                    <a:cubicBezTo>
                      <a:pt x="137732" y="15679"/>
                      <a:pt x="145227" y="8094"/>
                      <a:pt x="160672" y="6978"/>
                    </a:cubicBezTo>
                    <a:cubicBezTo>
                      <a:pt x="163170" y="6755"/>
                      <a:pt x="165214" y="6755"/>
                      <a:pt x="165214" y="2740"/>
                    </a:cubicBezTo>
                    <a:cubicBezTo>
                      <a:pt x="165214" y="955"/>
                      <a:pt x="164078" y="63"/>
                      <a:pt x="162261" y="63"/>
                    </a:cubicBezTo>
                    <a:cubicBezTo>
                      <a:pt x="156356" y="63"/>
                      <a:pt x="149770" y="732"/>
                      <a:pt x="143638" y="732"/>
                    </a:cubicBezTo>
                    <a:cubicBezTo>
                      <a:pt x="136143" y="732"/>
                      <a:pt x="128193" y="63"/>
                      <a:pt x="120925" y="63"/>
                    </a:cubicBezTo>
                    <a:cubicBezTo>
                      <a:pt x="119563" y="63"/>
                      <a:pt x="116610" y="63"/>
                      <a:pt x="116610" y="4301"/>
                    </a:cubicBezTo>
                    <a:cubicBezTo>
                      <a:pt x="116610" y="6755"/>
                      <a:pt x="118881" y="6978"/>
                      <a:pt x="120017" y="6978"/>
                    </a:cubicBezTo>
                    <a:cubicBezTo>
                      <a:pt x="121607" y="6978"/>
                      <a:pt x="128193" y="7425"/>
                      <a:pt x="128193" y="12109"/>
                    </a:cubicBezTo>
                    <a:cubicBezTo>
                      <a:pt x="128193" y="15902"/>
                      <a:pt x="122970" y="21702"/>
                      <a:pt x="122061" y="22817"/>
                    </a:cubicBezTo>
                    <a:lnTo>
                      <a:pt x="69369" y="82381"/>
                    </a:lnTo>
                    <a:lnTo>
                      <a:pt x="44386" y="16125"/>
                    </a:lnTo>
                    <a:cubicBezTo>
                      <a:pt x="43023" y="13002"/>
                      <a:pt x="43023" y="12555"/>
                      <a:pt x="43023" y="12332"/>
                    </a:cubicBezTo>
                    <a:cubicBezTo>
                      <a:pt x="43023" y="6978"/>
                      <a:pt x="54152" y="6978"/>
                      <a:pt x="56423" y="6978"/>
                    </a:cubicBezTo>
                    <a:cubicBezTo>
                      <a:pt x="59603" y="6978"/>
                      <a:pt x="61874" y="6978"/>
                      <a:pt x="61874" y="2517"/>
                    </a:cubicBezTo>
                    <a:cubicBezTo>
                      <a:pt x="61874" y="63"/>
                      <a:pt x="59149" y="63"/>
                      <a:pt x="58467" y="63"/>
                    </a:cubicBezTo>
                    <a:cubicBezTo>
                      <a:pt x="52108" y="63"/>
                      <a:pt x="36209" y="732"/>
                      <a:pt x="29850" y="732"/>
                    </a:cubicBezTo>
                    <a:cubicBezTo>
                      <a:pt x="24172" y="732"/>
                      <a:pt x="10091" y="63"/>
                      <a:pt x="4413" y="63"/>
                    </a:cubicBezTo>
                    <a:cubicBezTo>
                      <a:pt x="3050" y="63"/>
                      <a:pt x="97" y="63"/>
                      <a:pt x="97" y="4524"/>
                    </a:cubicBezTo>
                    <a:cubicBezTo>
                      <a:pt x="97" y="6978"/>
                      <a:pt x="2368" y="6978"/>
                      <a:pt x="5321" y="6978"/>
                    </a:cubicBezTo>
                    <a:cubicBezTo>
                      <a:pt x="18948" y="6978"/>
                      <a:pt x="19857" y="8986"/>
                      <a:pt x="21901" y="14563"/>
                    </a:cubicBezTo>
                    <a:lnTo>
                      <a:pt x="49837" y="87958"/>
                    </a:lnTo>
                    <a:cubicBezTo>
                      <a:pt x="50064" y="88627"/>
                      <a:pt x="50745" y="91081"/>
                      <a:pt x="50745" y="91750"/>
                    </a:cubicBezTo>
                    <a:cubicBezTo>
                      <a:pt x="50745" y="92419"/>
                      <a:pt x="41660" y="128336"/>
                      <a:pt x="40525" y="132351"/>
                    </a:cubicBezTo>
                    <a:cubicBezTo>
                      <a:pt x="37572" y="144621"/>
                      <a:pt x="37345" y="145290"/>
                      <a:pt x="19175" y="145513"/>
                    </a:cubicBezTo>
                    <a:cubicBezTo>
                      <a:pt x="14860" y="145513"/>
                      <a:pt x="13043" y="145513"/>
                      <a:pt x="13043" y="149975"/>
                    </a:cubicBezTo>
                    <a:cubicBezTo>
                      <a:pt x="13043" y="152429"/>
                      <a:pt x="15769" y="152429"/>
                      <a:pt x="16223" y="152429"/>
                    </a:cubicBezTo>
                    <a:cubicBezTo>
                      <a:pt x="22582" y="152429"/>
                      <a:pt x="38481" y="151760"/>
                      <a:pt x="44840" y="151760"/>
                    </a:cubicBezTo>
                    <a:cubicBezTo>
                      <a:pt x="51199" y="151760"/>
                      <a:pt x="67552" y="152429"/>
                      <a:pt x="73911" y="152429"/>
                    </a:cubicBezTo>
                    <a:cubicBezTo>
                      <a:pt x="75501" y="152429"/>
                      <a:pt x="78227" y="152429"/>
                      <a:pt x="78227" y="147967"/>
                    </a:cubicBezTo>
                    <a:cubicBezTo>
                      <a:pt x="78227" y="145513"/>
                      <a:pt x="76183" y="145513"/>
                      <a:pt x="71867" y="145513"/>
                    </a:cubicBezTo>
                    <a:cubicBezTo>
                      <a:pt x="71413" y="145513"/>
                      <a:pt x="67098" y="145513"/>
                      <a:pt x="63237" y="145067"/>
                    </a:cubicBezTo>
                    <a:cubicBezTo>
                      <a:pt x="58467" y="144621"/>
                      <a:pt x="57105" y="144175"/>
                      <a:pt x="57105" y="141498"/>
                    </a:cubicBezTo>
                    <a:cubicBezTo>
                      <a:pt x="57105" y="139936"/>
                      <a:pt x="59149" y="132128"/>
                      <a:pt x="60284" y="127443"/>
                    </a:cubicBezTo>
                    <a:lnTo>
                      <a:pt x="68233" y="95989"/>
                    </a:lnTo>
                    <a:cubicBezTo>
                      <a:pt x="69369" y="91750"/>
                      <a:pt x="69596" y="91081"/>
                      <a:pt x="71413" y="89073"/>
                    </a:cubicBezTo>
                    <a:lnTo>
                      <a:pt x="127739" y="25494"/>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 name="Freeform: Shape 61">
                <a:extLst>
                  <a:ext uri="{FF2B5EF4-FFF2-40B4-BE49-F238E27FC236}">
                    <a16:creationId xmlns:a16="http://schemas.microsoft.com/office/drawing/2014/main" id="{FCB171AB-CD47-B8D3-92FB-2B77545F0C0D}"/>
                  </a:ext>
                </a:extLst>
              </p:cNvPr>
              <p:cNvSpPr/>
              <p:nvPr>
                <p:custDataLst>
                  <p:tags r:id="rId45"/>
                </p:custDataLst>
              </p:nvPr>
            </p:nvSpPr>
            <p:spPr>
              <a:xfrm>
                <a:off x="10004176" y="4486234"/>
                <a:ext cx="70271" cy="103689"/>
              </a:xfrm>
              <a:custGeom>
                <a:avLst/>
                <a:gdLst>
                  <a:gd name="csX0" fmla="*/ 70374 w 70271"/>
                  <a:gd name="csY0" fmla="*/ 75333 h 103689"/>
                  <a:gd name="csX1" fmla="*/ 64969 w 70271"/>
                  <a:gd name="csY1" fmla="*/ 75333 h 103689"/>
                  <a:gd name="csX2" fmla="*/ 60835 w 70271"/>
                  <a:gd name="csY2" fmla="*/ 89543 h 103689"/>
                  <a:gd name="csX3" fmla="*/ 45096 w 70271"/>
                  <a:gd name="csY3" fmla="*/ 90480 h 103689"/>
                  <a:gd name="csX4" fmla="*/ 15842 w 70271"/>
                  <a:gd name="csY4" fmla="*/ 90480 h 103689"/>
                  <a:gd name="csX5" fmla="*/ 47639 w 70271"/>
                  <a:gd name="csY5" fmla="*/ 64245 h 103689"/>
                  <a:gd name="csX6" fmla="*/ 70374 w 70271"/>
                  <a:gd name="csY6" fmla="*/ 30515 h 103689"/>
                  <a:gd name="csX7" fmla="*/ 33172 w 70271"/>
                  <a:gd name="csY7" fmla="*/ 64 h 103689"/>
                  <a:gd name="csX8" fmla="*/ 103 w 70271"/>
                  <a:gd name="csY8" fmla="*/ 28017 h 103689"/>
                  <a:gd name="csX9" fmla="*/ 8529 w 70271"/>
                  <a:gd name="csY9" fmla="*/ 36761 h 103689"/>
                  <a:gd name="csX10" fmla="*/ 16955 w 70271"/>
                  <a:gd name="csY10" fmla="*/ 28485 h 103689"/>
                  <a:gd name="csX11" fmla="*/ 7575 w 70271"/>
                  <a:gd name="csY11" fmla="*/ 20209 h 103689"/>
                  <a:gd name="csX12" fmla="*/ 30787 w 70271"/>
                  <a:gd name="csY12" fmla="*/ 5686 h 103689"/>
                  <a:gd name="csX13" fmla="*/ 54953 w 70271"/>
                  <a:gd name="csY13" fmla="*/ 30515 h 103689"/>
                  <a:gd name="csX14" fmla="*/ 40008 w 70271"/>
                  <a:gd name="csY14" fmla="*/ 60498 h 103689"/>
                  <a:gd name="csX15" fmla="*/ 1693 w 70271"/>
                  <a:gd name="csY15" fmla="*/ 97663 h 103689"/>
                  <a:gd name="csX16" fmla="*/ 103 w 70271"/>
                  <a:gd name="csY16" fmla="*/ 103753 h 103689"/>
                  <a:gd name="csX17" fmla="*/ 65605 w 70271"/>
                  <a:gd name="csY17" fmla="*/ 103753 h 103689"/>
                  <a:gd name="csX18" fmla="*/ 70374 w 70271"/>
                  <a:gd name="csY18" fmla="*/ 75333 h 1036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70271" h="103689">
                    <a:moveTo>
                      <a:pt x="70374" y="75333"/>
                    </a:moveTo>
                    <a:lnTo>
                      <a:pt x="64969" y="75333"/>
                    </a:lnTo>
                    <a:cubicBezTo>
                      <a:pt x="64492" y="78768"/>
                      <a:pt x="62902" y="87981"/>
                      <a:pt x="60835" y="89543"/>
                    </a:cubicBezTo>
                    <a:cubicBezTo>
                      <a:pt x="59563" y="90480"/>
                      <a:pt x="47321" y="90480"/>
                      <a:pt x="45096" y="90480"/>
                    </a:cubicBezTo>
                    <a:lnTo>
                      <a:pt x="15842" y="90480"/>
                    </a:lnTo>
                    <a:cubicBezTo>
                      <a:pt x="32536" y="75957"/>
                      <a:pt x="38100" y="71585"/>
                      <a:pt x="47639" y="64245"/>
                    </a:cubicBezTo>
                    <a:cubicBezTo>
                      <a:pt x="59404" y="55032"/>
                      <a:pt x="70374" y="45350"/>
                      <a:pt x="70374" y="30515"/>
                    </a:cubicBezTo>
                    <a:cubicBezTo>
                      <a:pt x="70374" y="11620"/>
                      <a:pt x="53522" y="64"/>
                      <a:pt x="33172" y="64"/>
                    </a:cubicBezTo>
                    <a:cubicBezTo>
                      <a:pt x="13458" y="64"/>
                      <a:pt x="103" y="13650"/>
                      <a:pt x="103" y="28017"/>
                    </a:cubicBezTo>
                    <a:cubicBezTo>
                      <a:pt x="103" y="35981"/>
                      <a:pt x="6939" y="36761"/>
                      <a:pt x="8529" y="36761"/>
                    </a:cubicBezTo>
                    <a:cubicBezTo>
                      <a:pt x="12345" y="36761"/>
                      <a:pt x="16955" y="34107"/>
                      <a:pt x="16955" y="28485"/>
                    </a:cubicBezTo>
                    <a:cubicBezTo>
                      <a:pt x="16955" y="25674"/>
                      <a:pt x="15842" y="20209"/>
                      <a:pt x="7575" y="20209"/>
                    </a:cubicBezTo>
                    <a:cubicBezTo>
                      <a:pt x="12504" y="9121"/>
                      <a:pt x="23315" y="5686"/>
                      <a:pt x="30787" y="5686"/>
                    </a:cubicBezTo>
                    <a:cubicBezTo>
                      <a:pt x="46685" y="5686"/>
                      <a:pt x="54953" y="17866"/>
                      <a:pt x="54953" y="30515"/>
                    </a:cubicBezTo>
                    <a:cubicBezTo>
                      <a:pt x="54953" y="44101"/>
                      <a:pt x="45096" y="54876"/>
                      <a:pt x="40008" y="60498"/>
                    </a:cubicBezTo>
                    <a:lnTo>
                      <a:pt x="1693" y="97663"/>
                    </a:lnTo>
                    <a:cubicBezTo>
                      <a:pt x="103" y="99069"/>
                      <a:pt x="103" y="99381"/>
                      <a:pt x="103" y="103753"/>
                    </a:cubicBezTo>
                    <a:lnTo>
                      <a:pt x="65605" y="103753"/>
                    </a:lnTo>
                    <a:lnTo>
                      <a:pt x="70374" y="75333"/>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 name="Freeform: Shape 62">
                <a:extLst>
                  <a:ext uri="{FF2B5EF4-FFF2-40B4-BE49-F238E27FC236}">
                    <a16:creationId xmlns:a16="http://schemas.microsoft.com/office/drawing/2014/main" id="{082B60D3-E508-D999-8E2D-80F550A2724D}"/>
                  </a:ext>
                </a:extLst>
              </p:cNvPr>
              <p:cNvSpPr/>
              <p:nvPr>
                <p:custDataLst>
                  <p:tags r:id="rId46"/>
                </p:custDataLst>
              </p:nvPr>
            </p:nvSpPr>
            <p:spPr>
              <a:xfrm>
                <a:off x="10101046" y="4389149"/>
                <a:ext cx="31115" cy="223083"/>
              </a:xfrm>
              <a:custGeom>
                <a:avLst/>
                <a:gdLst>
                  <a:gd name="csX0" fmla="*/ 31223 w 31115"/>
                  <a:gd name="csY0" fmla="*/ 63 h 223083"/>
                  <a:gd name="csX1" fmla="*/ 108 w 31115"/>
                  <a:gd name="csY1" fmla="*/ 63 h 223083"/>
                  <a:gd name="csX2" fmla="*/ 108 w 31115"/>
                  <a:gd name="csY2" fmla="*/ 8986 h 223083"/>
                  <a:gd name="csX3" fmla="*/ 22138 w 31115"/>
                  <a:gd name="csY3" fmla="*/ 8986 h 223083"/>
                  <a:gd name="csX4" fmla="*/ 22138 w 31115"/>
                  <a:gd name="csY4" fmla="*/ 214223 h 223083"/>
                  <a:gd name="csX5" fmla="*/ 108 w 31115"/>
                  <a:gd name="csY5" fmla="*/ 214223 h 223083"/>
                  <a:gd name="csX6" fmla="*/ 108 w 31115"/>
                  <a:gd name="csY6" fmla="*/ 223146 h 223083"/>
                  <a:gd name="csX7" fmla="*/ 31223 w 31115"/>
                  <a:gd name="csY7" fmla="*/ 223146 h 223083"/>
                  <a:gd name="csX8" fmla="*/ 31223 w 31115"/>
                  <a:gd name="csY8" fmla="*/ 63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115" h="223083">
                    <a:moveTo>
                      <a:pt x="31223" y="63"/>
                    </a:moveTo>
                    <a:lnTo>
                      <a:pt x="108" y="63"/>
                    </a:lnTo>
                    <a:lnTo>
                      <a:pt x="108" y="8986"/>
                    </a:lnTo>
                    <a:lnTo>
                      <a:pt x="22138" y="8986"/>
                    </a:lnTo>
                    <a:lnTo>
                      <a:pt x="22138" y="214223"/>
                    </a:lnTo>
                    <a:lnTo>
                      <a:pt x="108" y="214223"/>
                    </a:lnTo>
                    <a:lnTo>
                      <a:pt x="108" y="223146"/>
                    </a:lnTo>
                    <a:lnTo>
                      <a:pt x="31223" y="223146"/>
                    </a:lnTo>
                    <a:lnTo>
                      <a:pt x="31223" y="63"/>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grpSp>
        <p:nvGrpSpPr>
          <p:cNvPr id="114" name="Group 113">
            <a:extLst>
              <a:ext uri="{FF2B5EF4-FFF2-40B4-BE49-F238E27FC236}">
                <a16:creationId xmlns:a16="http://schemas.microsoft.com/office/drawing/2014/main" id="{0A7E02D3-8F64-0AEF-8019-24AA8944713B}"/>
              </a:ext>
            </a:extLst>
          </p:cNvPr>
          <p:cNvGrpSpPr/>
          <p:nvPr/>
        </p:nvGrpSpPr>
        <p:grpSpPr>
          <a:xfrm>
            <a:off x="1144743" y="5036748"/>
            <a:ext cx="1920894" cy="1021404"/>
            <a:chOff x="6233317" y="5036748"/>
            <a:chExt cx="1920894" cy="1021404"/>
          </a:xfrm>
        </p:grpSpPr>
        <p:grpSp>
          <p:nvGrpSpPr>
            <p:cNvPr id="38" name="Group 37">
              <a:extLst>
                <a:ext uri="{FF2B5EF4-FFF2-40B4-BE49-F238E27FC236}">
                  <a16:creationId xmlns:a16="http://schemas.microsoft.com/office/drawing/2014/main" id="{0B636EFF-6026-421F-7D6F-C6B729F698D1}"/>
                </a:ext>
              </a:extLst>
            </p:cNvPr>
            <p:cNvGrpSpPr/>
            <p:nvPr/>
          </p:nvGrpSpPr>
          <p:grpSpPr>
            <a:xfrm>
              <a:off x="6233317" y="5036748"/>
              <a:ext cx="1021404" cy="1021404"/>
              <a:chOff x="1753371" y="3407508"/>
              <a:chExt cx="1021404" cy="1021404"/>
            </a:xfrm>
            <a:solidFill>
              <a:schemeClr val="accent2"/>
            </a:solidFill>
          </p:grpSpPr>
          <p:sp>
            <p:nvSpPr>
              <p:cNvPr id="39" name="Oval 38">
                <a:extLst>
                  <a:ext uri="{FF2B5EF4-FFF2-40B4-BE49-F238E27FC236}">
                    <a16:creationId xmlns:a16="http://schemas.microsoft.com/office/drawing/2014/main" id="{726D261F-6DA7-DB91-4E04-860B6A11C7BB}"/>
                  </a:ext>
                </a:extLst>
              </p:cNvPr>
              <p:cNvSpPr/>
              <p:nvPr/>
            </p:nvSpPr>
            <p:spPr>
              <a:xfrm>
                <a:off x="1753371" y="3407508"/>
                <a:ext cx="1021404" cy="1021404"/>
              </a:xfrm>
              <a:prstGeom prst="ellipse">
                <a:avLst/>
              </a:prstGeom>
              <a:solidFill>
                <a:srgbClr val="FFC000"/>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40" name="Picture 39">
                <a:extLst>
                  <a:ext uri="{FF2B5EF4-FFF2-40B4-BE49-F238E27FC236}">
                    <a16:creationId xmlns:a16="http://schemas.microsoft.com/office/drawing/2014/main" id="{B86A28B8-6844-A423-5188-3732ABC012AD}"/>
                  </a:ext>
                </a:extLst>
              </p:cNvPr>
              <p:cNvPicPr>
                <a:picLocks noChangeAspect="1"/>
              </p:cNvPicPr>
              <p:nvPr>
                <p:custDataLst>
                  <p:tags r:id="rId37"/>
                </p:custDataLst>
              </p:nvPr>
            </p:nvPicPr>
            <p:blipFill>
              <a:blip r:embed="rId61" cstate="print">
                <a:extLst>
                  <a:ext uri="{28A0092B-C50C-407E-A947-70E740481C1C}">
                    <a14:useLocalDpi xmlns:a14="http://schemas.microsoft.com/office/drawing/2010/main" val="0"/>
                  </a:ext>
                </a:extLst>
              </a:blip>
              <a:stretch>
                <a:fillRect/>
              </a:stretch>
            </p:blipFill>
            <p:spPr>
              <a:xfrm>
                <a:off x="2163494" y="3845017"/>
                <a:ext cx="210803" cy="190136"/>
              </a:xfrm>
              <a:prstGeom prst="rect">
                <a:avLst/>
              </a:prstGeom>
              <a:noFill/>
            </p:spPr>
          </p:pic>
        </p:grpSp>
        <p:grpSp>
          <p:nvGrpSpPr>
            <p:cNvPr id="72" name="Group 71" descr="\documentclass{article}&#10;\usepackage{amsmath}&#10;\pagestyle{empty}&#10;\begin{document}&#10;&#10;$Avg[Y_4]$&#10;&#10;&#10;&#10;\end{document}" title="IguanaTex Shape Display">
              <a:extLst>
                <a:ext uri="{FF2B5EF4-FFF2-40B4-BE49-F238E27FC236}">
                  <a16:creationId xmlns:a16="http://schemas.microsoft.com/office/drawing/2014/main" id="{41753939-86D8-388E-44DB-D9ED91A7E957}"/>
                </a:ext>
              </a:extLst>
            </p:cNvPr>
            <p:cNvGrpSpPr>
              <a:grpSpLocks noChangeAspect="1"/>
            </p:cNvGrpSpPr>
            <p:nvPr>
              <p:custDataLst>
                <p:tags r:id="rId29"/>
              </p:custDataLst>
            </p:nvPr>
          </p:nvGrpSpPr>
          <p:grpSpPr>
            <a:xfrm>
              <a:off x="7424155" y="5449458"/>
              <a:ext cx="730056" cy="223083"/>
              <a:chOff x="9372918" y="6692391"/>
              <a:chExt cx="730056" cy="223083"/>
            </a:xfrm>
            <a:solidFill>
              <a:schemeClr val="bg1"/>
            </a:solidFill>
          </p:grpSpPr>
          <p:sp>
            <p:nvSpPr>
              <p:cNvPr id="73" name="Freeform: Shape 72">
                <a:extLst>
                  <a:ext uri="{FF2B5EF4-FFF2-40B4-BE49-F238E27FC236}">
                    <a16:creationId xmlns:a16="http://schemas.microsoft.com/office/drawing/2014/main" id="{07A584F9-9DC1-3B29-1AD8-B974047271B9}"/>
                  </a:ext>
                </a:extLst>
              </p:cNvPr>
              <p:cNvSpPr/>
              <p:nvPr>
                <p:custDataLst>
                  <p:tags r:id="rId30"/>
                </p:custDataLst>
              </p:nvPr>
            </p:nvSpPr>
            <p:spPr>
              <a:xfrm>
                <a:off x="9372918" y="6699975"/>
                <a:ext cx="155804" cy="159727"/>
              </a:xfrm>
              <a:custGeom>
                <a:avLst/>
                <a:gdLst>
                  <a:gd name="csX0" fmla="*/ 32782 w 155804"/>
                  <a:gd name="csY0" fmla="*/ 134136 h 159727"/>
                  <a:gd name="csX1" fmla="*/ 4846 w 155804"/>
                  <a:gd name="csY1" fmla="*/ 152875 h 159727"/>
                  <a:gd name="csX2" fmla="*/ 77 w 155804"/>
                  <a:gd name="csY2" fmla="*/ 157337 h 159727"/>
                  <a:gd name="csX3" fmla="*/ 3029 w 155804"/>
                  <a:gd name="csY3" fmla="*/ 159791 h 159727"/>
                  <a:gd name="csX4" fmla="*/ 22562 w 155804"/>
                  <a:gd name="csY4" fmla="*/ 159121 h 159727"/>
                  <a:gd name="csX5" fmla="*/ 45274 w 155804"/>
                  <a:gd name="csY5" fmla="*/ 159791 h 159727"/>
                  <a:gd name="csX6" fmla="*/ 49589 w 155804"/>
                  <a:gd name="csY6" fmla="*/ 155552 h 159727"/>
                  <a:gd name="csX7" fmla="*/ 45955 w 155804"/>
                  <a:gd name="csY7" fmla="*/ 152875 h 159727"/>
                  <a:gd name="csX8" fmla="*/ 35280 w 155804"/>
                  <a:gd name="csY8" fmla="*/ 145067 h 159727"/>
                  <a:gd name="csX9" fmla="*/ 38460 w 155804"/>
                  <a:gd name="csY9" fmla="*/ 136813 h 159727"/>
                  <a:gd name="csX10" fmla="*/ 55721 w 155804"/>
                  <a:gd name="csY10" fmla="*/ 108258 h 159727"/>
                  <a:gd name="csX11" fmla="*/ 112729 w 155804"/>
                  <a:gd name="csY11" fmla="*/ 108258 h 159727"/>
                  <a:gd name="csX12" fmla="*/ 116362 w 155804"/>
                  <a:gd name="csY12" fmla="*/ 145513 h 159727"/>
                  <a:gd name="csX13" fmla="*/ 100010 w 155804"/>
                  <a:gd name="csY13" fmla="*/ 152875 h 159727"/>
                  <a:gd name="csX14" fmla="*/ 94559 w 155804"/>
                  <a:gd name="csY14" fmla="*/ 157337 h 159727"/>
                  <a:gd name="csX15" fmla="*/ 97739 w 155804"/>
                  <a:gd name="csY15" fmla="*/ 159791 h 159727"/>
                  <a:gd name="csX16" fmla="*/ 126129 w 155804"/>
                  <a:gd name="csY16" fmla="*/ 159121 h 159727"/>
                  <a:gd name="csX17" fmla="*/ 151793 w 155804"/>
                  <a:gd name="csY17" fmla="*/ 159791 h 159727"/>
                  <a:gd name="csX18" fmla="*/ 155882 w 155804"/>
                  <a:gd name="csY18" fmla="*/ 155329 h 159727"/>
                  <a:gd name="csX19" fmla="*/ 150658 w 155804"/>
                  <a:gd name="csY19" fmla="*/ 152875 h 159727"/>
                  <a:gd name="csX20" fmla="*/ 135895 w 155804"/>
                  <a:gd name="csY20" fmla="*/ 144844 h 159727"/>
                  <a:gd name="csX21" fmla="*/ 122041 w 155804"/>
                  <a:gd name="csY21" fmla="*/ 5417 h 159727"/>
                  <a:gd name="csX22" fmla="*/ 117725 w 155804"/>
                  <a:gd name="csY22" fmla="*/ 63 h 159727"/>
                  <a:gd name="csX23" fmla="*/ 111820 w 155804"/>
                  <a:gd name="csY23" fmla="*/ 3855 h 159727"/>
                  <a:gd name="csX24" fmla="*/ 32782 w 155804"/>
                  <a:gd name="csY24" fmla="*/ 134136 h 159727"/>
                  <a:gd name="csX25" fmla="*/ 60037 w 155804"/>
                  <a:gd name="csY25" fmla="*/ 101343 h 159727"/>
                  <a:gd name="csX26" fmla="*/ 104779 w 155804"/>
                  <a:gd name="csY26" fmla="*/ 27725 h 159727"/>
                  <a:gd name="csX27" fmla="*/ 112047 w 155804"/>
                  <a:gd name="csY27" fmla="*/ 101343 h 159727"/>
                  <a:gd name="csX28" fmla="*/ 60037 w 155804"/>
                  <a:gd name="csY28" fmla="*/ 101343 h 1597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55804" h="159727">
                    <a:moveTo>
                      <a:pt x="32782" y="134136"/>
                    </a:moveTo>
                    <a:cubicBezTo>
                      <a:pt x="23697" y="149083"/>
                      <a:pt x="14840" y="152206"/>
                      <a:pt x="4846" y="152875"/>
                    </a:cubicBezTo>
                    <a:cubicBezTo>
                      <a:pt x="2121" y="153098"/>
                      <a:pt x="77" y="153098"/>
                      <a:pt x="77" y="157337"/>
                    </a:cubicBezTo>
                    <a:cubicBezTo>
                      <a:pt x="77" y="158675"/>
                      <a:pt x="1212" y="159791"/>
                      <a:pt x="3029" y="159791"/>
                    </a:cubicBezTo>
                    <a:cubicBezTo>
                      <a:pt x="9162" y="159791"/>
                      <a:pt x="16202" y="159121"/>
                      <a:pt x="22562" y="159121"/>
                    </a:cubicBezTo>
                    <a:cubicBezTo>
                      <a:pt x="30057" y="159121"/>
                      <a:pt x="38006" y="159791"/>
                      <a:pt x="45274" y="159791"/>
                    </a:cubicBezTo>
                    <a:cubicBezTo>
                      <a:pt x="46636" y="159791"/>
                      <a:pt x="49589" y="159791"/>
                      <a:pt x="49589" y="155552"/>
                    </a:cubicBezTo>
                    <a:cubicBezTo>
                      <a:pt x="49589" y="153098"/>
                      <a:pt x="47545" y="152875"/>
                      <a:pt x="45955" y="152875"/>
                    </a:cubicBezTo>
                    <a:cubicBezTo>
                      <a:pt x="40731" y="152429"/>
                      <a:pt x="35280" y="150644"/>
                      <a:pt x="35280" y="145067"/>
                    </a:cubicBezTo>
                    <a:cubicBezTo>
                      <a:pt x="35280" y="142390"/>
                      <a:pt x="36643" y="139936"/>
                      <a:pt x="38460" y="136813"/>
                    </a:cubicBezTo>
                    <a:lnTo>
                      <a:pt x="55721" y="108258"/>
                    </a:lnTo>
                    <a:lnTo>
                      <a:pt x="112729" y="108258"/>
                    </a:lnTo>
                    <a:cubicBezTo>
                      <a:pt x="113183" y="112943"/>
                      <a:pt x="116362" y="143282"/>
                      <a:pt x="116362" y="145513"/>
                    </a:cubicBezTo>
                    <a:cubicBezTo>
                      <a:pt x="116362" y="152206"/>
                      <a:pt x="104552" y="152875"/>
                      <a:pt x="100010" y="152875"/>
                    </a:cubicBezTo>
                    <a:cubicBezTo>
                      <a:pt x="96830" y="152875"/>
                      <a:pt x="94559" y="152875"/>
                      <a:pt x="94559" y="157337"/>
                    </a:cubicBezTo>
                    <a:cubicBezTo>
                      <a:pt x="94559" y="159791"/>
                      <a:pt x="97284" y="159791"/>
                      <a:pt x="97739" y="159791"/>
                    </a:cubicBezTo>
                    <a:cubicBezTo>
                      <a:pt x="107051" y="159791"/>
                      <a:pt x="116817" y="159121"/>
                      <a:pt x="126129" y="159121"/>
                    </a:cubicBezTo>
                    <a:cubicBezTo>
                      <a:pt x="131807" y="159121"/>
                      <a:pt x="146115" y="159791"/>
                      <a:pt x="151793" y="159791"/>
                    </a:cubicBezTo>
                    <a:cubicBezTo>
                      <a:pt x="153156" y="159791"/>
                      <a:pt x="155882" y="159791"/>
                      <a:pt x="155882" y="155329"/>
                    </a:cubicBezTo>
                    <a:cubicBezTo>
                      <a:pt x="155882" y="152875"/>
                      <a:pt x="153610" y="152875"/>
                      <a:pt x="150658" y="152875"/>
                    </a:cubicBezTo>
                    <a:cubicBezTo>
                      <a:pt x="136576" y="152875"/>
                      <a:pt x="136576" y="151313"/>
                      <a:pt x="135895" y="144844"/>
                    </a:cubicBezTo>
                    <a:lnTo>
                      <a:pt x="122041" y="5417"/>
                    </a:lnTo>
                    <a:cubicBezTo>
                      <a:pt x="121586" y="955"/>
                      <a:pt x="121586" y="63"/>
                      <a:pt x="117725" y="63"/>
                    </a:cubicBezTo>
                    <a:cubicBezTo>
                      <a:pt x="114091" y="63"/>
                      <a:pt x="113183" y="1624"/>
                      <a:pt x="111820" y="3855"/>
                    </a:cubicBezTo>
                    <a:lnTo>
                      <a:pt x="32782" y="134136"/>
                    </a:lnTo>
                    <a:close/>
                    <a:moveTo>
                      <a:pt x="60037" y="101343"/>
                    </a:moveTo>
                    <a:lnTo>
                      <a:pt x="104779" y="27725"/>
                    </a:lnTo>
                    <a:lnTo>
                      <a:pt x="112047" y="101343"/>
                    </a:lnTo>
                    <a:lnTo>
                      <a:pt x="60037" y="101343"/>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4" name="Freeform: Shape 73">
                <a:extLst>
                  <a:ext uri="{FF2B5EF4-FFF2-40B4-BE49-F238E27FC236}">
                    <a16:creationId xmlns:a16="http://schemas.microsoft.com/office/drawing/2014/main" id="{EA878F07-234D-7A0B-D5BC-1DA34B4ECEB5}"/>
                  </a:ext>
                </a:extLst>
              </p:cNvPr>
              <p:cNvSpPr/>
              <p:nvPr>
                <p:custDataLst>
                  <p:tags r:id="rId31"/>
                </p:custDataLst>
              </p:nvPr>
            </p:nvSpPr>
            <p:spPr>
              <a:xfrm>
                <a:off x="9541896" y="6761100"/>
                <a:ext cx="99705" cy="101056"/>
              </a:xfrm>
              <a:custGeom>
                <a:avLst/>
                <a:gdLst>
                  <a:gd name="csX0" fmla="*/ 99790 w 99705"/>
                  <a:gd name="csY0" fmla="*/ 15679 h 101056"/>
                  <a:gd name="csX1" fmla="*/ 89797 w 99705"/>
                  <a:gd name="csY1" fmla="*/ 63 h 101056"/>
                  <a:gd name="csX2" fmla="*/ 78668 w 99705"/>
                  <a:gd name="csY2" fmla="*/ 10771 h 101056"/>
                  <a:gd name="csX3" fmla="*/ 82302 w 99705"/>
                  <a:gd name="csY3" fmla="*/ 17463 h 101056"/>
                  <a:gd name="csX4" fmla="*/ 90024 w 99705"/>
                  <a:gd name="csY4" fmla="*/ 35756 h 101056"/>
                  <a:gd name="csX5" fmla="*/ 49596 w 99705"/>
                  <a:gd name="csY5" fmla="*/ 96212 h 101056"/>
                  <a:gd name="csX6" fmla="*/ 32790 w 99705"/>
                  <a:gd name="csY6" fmla="*/ 76803 h 101056"/>
                  <a:gd name="csX7" fmla="*/ 45963 w 99705"/>
                  <a:gd name="csY7" fmla="*/ 29510 h 101056"/>
                  <a:gd name="csX8" fmla="*/ 48688 w 99705"/>
                  <a:gd name="csY8" fmla="*/ 18356 h 101056"/>
                  <a:gd name="csX9" fmla="*/ 30064 w 99705"/>
                  <a:gd name="csY9" fmla="*/ 63 h 101056"/>
                  <a:gd name="csX10" fmla="*/ 84 w 99705"/>
                  <a:gd name="csY10" fmla="*/ 34418 h 101056"/>
                  <a:gd name="csX11" fmla="*/ 2810 w 99705"/>
                  <a:gd name="csY11" fmla="*/ 36648 h 101056"/>
                  <a:gd name="csX12" fmla="*/ 6444 w 99705"/>
                  <a:gd name="csY12" fmla="*/ 32633 h 101056"/>
                  <a:gd name="csX13" fmla="*/ 29383 w 99705"/>
                  <a:gd name="csY13" fmla="*/ 4971 h 101056"/>
                  <a:gd name="csX14" fmla="*/ 35061 w 99705"/>
                  <a:gd name="csY14" fmla="*/ 12109 h 101056"/>
                  <a:gd name="csX15" fmla="*/ 31200 w 99705"/>
                  <a:gd name="csY15" fmla="*/ 27725 h 101056"/>
                  <a:gd name="csX16" fmla="*/ 18254 w 99705"/>
                  <a:gd name="csY16" fmla="*/ 73457 h 101056"/>
                  <a:gd name="csX17" fmla="*/ 48688 w 99705"/>
                  <a:gd name="csY17" fmla="*/ 101120 h 101056"/>
                  <a:gd name="csX18" fmla="*/ 99790 w 99705"/>
                  <a:gd name="csY18" fmla="*/ 15679 h 101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99705" h="101056">
                    <a:moveTo>
                      <a:pt x="99790" y="15679"/>
                    </a:moveTo>
                    <a:cubicBezTo>
                      <a:pt x="99790" y="3632"/>
                      <a:pt x="93885" y="63"/>
                      <a:pt x="89797" y="63"/>
                    </a:cubicBezTo>
                    <a:cubicBezTo>
                      <a:pt x="84119" y="63"/>
                      <a:pt x="78668" y="5863"/>
                      <a:pt x="78668" y="10771"/>
                    </a:cubicBezTo>
                    <a:cubicBezTo>
                      <a:pt x="78668" y="13671"/>
                      <a:pt x="79804" y="15009"/>
                      <a:pt x="82302" y="17463"/>
                    </a:cubicBezTo>
                    <a:cubicBezTo>
                      <a:pt x="87071" y="21925"/>
                      <a:pt x="90024" y="27725"/>
                      <a:pt x="90024" y="35756"/>
                    </a:cubicBezTo>
                    <a:cubicBezTo>
                      <a:pt x="90024" y="45126"/>
                      <a:pt x="76170" y="96212"/>
                      <a:pt x="49596" y="96212"/>
                    </a:cubicBezTo>
                    <a:cubicBezTo>
                      <a:pt x="38013" y="96212"/>
                      <a:pt x="32790" y="88404"/>
                      <a:pt x="32790" y="76803"/>
                    </a:cubicBezTo>
                    <a:cubicBezTo>
                      <a:pt x="32790" y="64311"/>
                      <a:pt x="38922" y="48026"/>
                      <a:pt x="45963" y="29510"/>
                    </a:cubicBezTo>
                    <a:cubicBezTo>
                      <a:pt x="47552" y="25717"/>
                      <a:pt x="48688" y="22594"/>
                      <a:pt x="48688" y="18356"/>
                    </a:cubicBezTo>
                    <a:cubicBezTo>
                      <a:pt x="48688" y="8317"/>
                      <a:pt x="41420" y="63"/>
                      <a:pt x="30064" y="63"/>
                    </a:cubicBezTo>
                    <a:cubicBezTo>
                      <a:pt x="8715" y="63"/>
                      <a:pt x="84" y="32410"/>
                      <a:pt x="84" y="34418"/>
                    </a:cubicBezTo>
                    <a:cubicBezTo>
                      <a:pt x="84" y="36648"/>
                      <a:pt x="2355" y="36648"/>
                      <a:pt x="2810" y="36648"/>
                    </a:cubicBezTo>
                    <a:cubicBezTo>
                      <a:pt x="5081" y="36648"/>
                      <a:pt x="5308" y="36202"/>
                      <a:pt x="6444" y="32633"/>
                    </a:cubicBezTo>
                    <a:cubicBezTo>
                      <a:pt x="13030" y="10102"/>
                      <a:pt x="22796" y="4971"/>
                      <a:pt x="29383" y="4971"/>
                    </a:cubicBezTo>
                    <a:cubicBezTo>
                      <a:pt x="31200" y="4971"/>
                      <a:pt x="35061" y="4971"/>
                      <a:pt x="35061" y="12109"/>
                    </a:cubicBezTo>
                    <a:cubicBezTo>
                      <a:pt x="35061" y="17686"/>
                      <a:pt x="32790" y="23710"/>
                      <a:pt x="31200" y="27725"/>
                    </a:cubicBezTo>
                    <a:cubicBezTo>
                      <a:pt x="21206" y="53603"/>
                      <a:pt x="18254" y="63865"/>
                      <a:pt x="18254" y="73457"/>
                    </a:cubicBezTo>
                    <a:cubicBezTo>
                      <a:pt x="18254" y="97550"/>
                      <a:pt x="38240" y="101120"/>
                      <a:pt x="48688" y="101120"/>
                    </a:cubicBezTo>
                    <a:cubicBezTo>
                      <a:pt x="86844" y="101120"/>
                      <a:pt x="99790" y="27279"/>
                      <a:pt x="99790" y="15679"/>
                    </a:cubicBez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5" name="Freeform: Shape 74">
                <a:extLst>
                  <a:ext uri="{FF2B5EF4-FFF2-40B4-BE49-F238E27FC236}">
                    <a16:creationId xmlns:a16="http://schemas.microsoft.com/office/drawing/2014/main" id="{DCAFC821-8EF7-E14B-9FE6-1F84DF24C588}"/>
                  </a:ext>
                </a:extLst>
              </p:cNvPr>
              <p:cNvSpPr/>
              <p:nvPr>
                <p:custDataLst>
                  <p:tags r:id="rId32"/>
                </p:custDataLst>
              </p:nvPr>
            </p:nvSpPr>
            <p:spPr>
              <a:xfrm>
                <a:off x="9656956" y="6761100"/>
                <a:ext cx="104248" cy="144334"/>
              </a:xfrm>
              <a:custGeom>
                <a:avLst/>
                <a:gdLst>
                  <a:gd name="csX0" fmla="*/ 103656 w 104248"/>
                  <a:gd name="csY0" fmla="*/ 14563 h 144334"/>
                  <a:gd name="csX1" fmla="*/ 104338 w 104248"/>
                  <a:gd name="csY1" fmla="*/ 10548 h 144334"/>
                  <a:gd name="csX2" fmla="*/ 97751 w 104248"/>
                  <a:gd name="csY2" fmla="*/ 4524 h 144334"/>
                  <a:gd name="csX3" fmla="*/ 88439 w 104248"/>
                  <a:gd name="csY3" fmla="*/ 14117 h 144334"/>
                  <a:gd name="csX4" fmla="*/ 67317 w 104248"/>
                  <a:gd name="csY4" fmla="*/ 63 h 144334"/>
                  <a:gd name="csX5" fmla="*/ 13262 w 104248"/>
                  <a:gd name="csY5" fmla="*/ 63418 h 144334"/>
                  <a:gd name="csX6" fmla="*/ 43469 w 104248"/>
                  <a:gd name="csY6" fmla="*/ 98666 h 144334"/>
                  <a:gd name="csX7" fmla="*/ 69815 w 104248"/>
                  <a:gd name="csY7" fmla="*/ 85727 h 144334"/>
                  <a:gd name="csX8" fmla="*/ 70043 w 104248"/>
                  <a:gd name="csY8" fmla="*/ 85950 h 144334"/>
                  <a:gd name="csX9" fmla="*/ 62548 w 104248"/>
                  <a:gd name="csY9" fmla="*/ 115397 h 144334"/>
                  <a:gd name="csX10" fmla="*/ 29842 w 104248"/>
                  <a:gd name="csY10" fmla="*/ 139490 h 144334"/>
                  <a:gd name="csX11" fmla="*/ 11673 w 104248"/>
                  <a:gd name="csY11" fmla="*/ 137259 h 144334"/>
                  <a:gd name="csX12" fmla="*/ 20984 w 104248"/>
                  <a:gd name="csY12" fmla="*/ 125659 h 144334"/>
                  <a:gd name="csX13" fmla="*/ 12354 w 104248"/>
                  <a:gd name="csY13" fmla="*/ 117851 h 144334"/>
                  <a:gd name="csX14" fmla="*/ 89 w 104248"/>
                  <a:gd name="csY14" fmla="*/ 130790 h 144334"/>
                  <a:gd name="csX15" fmla="*/ 30296 w 104248"/>
                  <a:gd name="csY15" fmla="*/ 144398 h 144334"/>
                  <a:gd name="csX16" fmla="*/ 78446 w 104248"/>
                  <a:gd name="csY16" fmla="*/ 113612 h 144334"/>
                  <a:gd name="csX17" fmla="*/ 103656 w 104248"/>
                  <a:gd name="csY17" fmla="*/ 14563 h 144334"/>
                  <a:gd name="csX18" fmla="*/ 74131 w 104248"/>
                  <a:gd name="csY18" fmla="*/ 70111 h 144334"/>
                  <a:gd name="csX19" fmla="*/ 62548 w 104248"/>
                  <a:gd name="csY19" fmla="*/ 85727 h 144334"/>
                  <a:gd name="csX20" fmla="*/ 44151 w 104248"/>
                  <a:gd name="csY20" fmla="*/ 93758 h 144334"/>
                  <a:gd name="csX21" fmla="*/ 29388 w 104248"/>
                  <a:gd name="csY21" fmla="*/ 73234 h 144334"/>
                  <a:gd name="csX22" fmla="*/ 42107 w 104248"/>
                  <a:gd name="csY22" fmla="*/ 24825 h 144334"/>
                  <a:gd name="csX23" fmla="*/ 67544 w 104248"/>
                  <a:gd name="csY23" fmla="*/ 4971 h 144334"/>
                  <a:gd name="csX24" fmla="*/ 85714 w 104248"/>
                  <a:gd name="csY24" fmla="*/ 24156 h 144334"/>
                  <a:gd name="csX25" fmla="*/ 85032 w 104248"/>
                  <a:gd name="csY25" fmla="*/ 27502 h 144334"/>
                  <a:gd name="csX26" fmla="*/ 74131 w 104248"/>
                  <a:gd name="csY26" fmla="*/ 70111 h 144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04248" h="144334">
                    <a:moveTo>
                      <a:pt x="103656" y="14563"/>
                    </a:moveTo>
                    <a:cubicBezTo>
                      <a:pt x="103883" y="13225"/>
                      <a:pt x="104338" y="12109"/>
                      <a:pt x="104338" y="10548"/>
                    </a:cubicBezTo>
                    <a:cubicBezTo>
                      <a:pt x="104338" y="6755"/>
                      <a:pt x="101612" y="4524"/>
                      <a:pt x="97751" y="4524"/>
                    </a:cubicBezTo>
                    <a:cubicBezTo>
                      <a:pt x="95480" y="4524"/>
                      <a:pt x="89348" y="6086"/>
                      <a:pt x="88439" y="14117"/>
                    </a:cubicBezTo>
                    <a:cubicBezTo>
                      <a:pt x="84351" y="5863"/>
                      <a:pt x="76402" y="63"/>
                      <a:pt x="67317" y="63"/>
                    </a:cubicBezTo>
                    <a:cubicBezTo>
                      <a:pt x="41425" y="63"/>
                      <a:pt x="13262" y="31294"/>
                      <a:pt x="13262" y="63418"/>
                    </a:cubicBezTo>
                    <a:cubicBezTo>
                      <a:pt x="13262" y="85504"/>
                      <a:pt x="27117" y="98666"/>
                      <a:pt x="43469" y="98666"/>
                    </a:cubicBezTo>
                    <a:cubicBezTo>
                      <a:pt x="56870" y="98666"/>
                      <a:pt x="67544" y="88181"/>
                      <a:pt x="69815" y="85727"/>
                    </a:cubicBezTo>
                    <a:lnTo>
                      <a:pt x="70043" y="85950"/>
                    </a:lnTo>
                    <a:cubicBezTo>
                      <a:pt x="65273" y="105804"/>
                      <a:pt x="62548" y="114951"/>
                      <a:pt x="62548" y="115397"/>
                    </a:cubicBezTo>
                    <a:cubicBezTo>
                      <a:pt x="61639" y="117405"/>
                      <a:pt x="53917" y="139490"/>
                      <a:pt x="29842" y="139490"/>
                    </a:cubicBezTo>
                    <a:cubicBezTo>
                      <a:pt x="25527" y="139490"/>
                      <a:pt x="18032" y="139267"/>
                      <a:pt x="11673" y="137259"/>
                    </a:cubicBezTo>
                    <a:cubicBezTo>
                      <a:pt x="18486" y="135251"/>
                      <a:pt x="20984" y="129451"/>
                      <a:pt x="20984" y="125659"/>
                    </a:cubicBezTo>
                    <a:cubicBezTo>
                      <a:pt x="20984" y="122089"/>
                      <a:pt x="18486" y="117851"/>
                      <a:pt x="12354" y="117851"/>
                    </a:cubicBezTo>
                    <a:cubicBezTo>
                      <a:pt x="7357" y="117851"/>
                      <a:pt x="89" y="121866"/>
                      <a:pt x="89" y="130790"/>
                    </a:cubicBezTo>
                    <a:cubicBezTo>
                      <a:pt x="89" y="139936"/>
                      <a:pt x="8493" y="144398"/>
                      <a:pt x="30296" y="144398"/>
                    </a:cubicBezTo>
                    <a:cubicBezTo>
                      <a:pt x="58686" y="144398"/>
                      <a:pt x="75039" y="126997"/>
                      <a:pt x="78446" y="113612"/>
                    </a:cubicBezTo>
                    <a:lnTo>
                      <a:pt x="103656" y="14563"/>
                    </a:lnTo>
                    <a:close/>
                    <a:moveTo>
                      <a:pt x="74131" y="70111"/>
                    </a:moveTo>
                    <a:cubicBezTo>
                      <a:pt x="72768" y="75911"/>
                      <a:pt x="67544" y="81488"/>
                      <a:pt x="62548" y="85727"/>
                    </a:cubicBezTo>
                    <a:cubicBezTo>
                      <a:pt x="57778" y="89742"/>
                      <a:pt x="50737" y="93758"/>
                      <a:pt x="44151" y="93758"/>
                    </a:cubicBezTo>
                    <a:cubicBezTo>
                      <a:pt x="32795" y="93758"/>
                      <a:pt x="29388" y="82157"/>
                      <a:pt x="29388" y="73234"/>
                    </a:cubicBezTo>
                    <a:cubicBezTo>
                      <a:pt x="29388" y="62526"/>
                      <a:pt x="35974" y="36202"/>
                      <a:pt x="42107" y="24825"/>
                    </a:cubicBezTo>
                    <a:cubicBezTo>
                      <a:pt x="48239" y="13894"/>
                      <a:pt x="58005" y="4971"/>
                      <a:pt x="67544" y="4971"/>
                    </a:cubicBezTo>
                    <a:cubicBezTo>
                      <a:pt x="82534" y="4971"/>
                      <a:pt x="85714" y="23040"/>
                      <a:pt x="85714" y="24156"/>
                    </a:cubicBezTo>
                    <a:cubicBezTo>
                      <a:pt x="85714" y="25271"/>
                      <a:pt x="85260" y="26610"/>
                      <a:pt x="85032" y="27502"/>
                    </a:cubicBezTo>
                    <a:lnTo>
                      <a:pt x="74131" y="70111"/>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6" name="Freeform: Shape 75">
                <a:extLst>
                  <a:ext uri="{FF2B5EF4-FFF2-40B4-BE49-F238E27FC236}">
                    <a16:creationId xmlns:a16="http://schemas.microsoft.com/office/drawing/2014/main" id="{ED3FA8DE-DC6F-2EC8-E063-8A63230538DE}"/>
                  </a:ext>
                </a:extLst>
              </p:cNvPr>
              <p:cNvSpPr/>
              <p:nvPr>
                <p:custDataLst>
                  <p:tags r:id="rId33"/>
                </p:custDataLst>
              </p:nvPr>
            </p:nvSpPr>
            <p:spPr>
              <a:xfrm>
                <a:off x="9796827" y="6692391"/>
                <a:ext cx="31115" cy="223083"/>
              </a:xfrm>
              <a:custGeom>
                <a:avLst/>
                <a:gdLst>
                  <a:gd name="csX0" fmla="*/ 31210 w 31115"/>
                  <a:gd name="csY0" fmla="*/ 223146 h 223083"/>
                  <a:gd name="csX1" fmla="*/ 31210 w 31115"/>
                  <a:gd name="csY1" fmla="*/ 214223 h 223083"/>
                  <a:gd name="csX2" fmla="*/ 9179 w 31115"/>
                  <a:gd name="csY2" fmla="*/ 214223 h 223083"/>
                  <a:gd name="csX3" fmla="*/ 9179 w 31115"/>
                  <a:gd name="csY3" fmla="*/ 8986 h 223083"/>
                  <a:gd name="csX4" fmla="*/ 31210 w 31115"/>
                  <a:gd name="csY4" fmla="*/ 8986 h 223083"/>
                  <a:gd name="csX5" fmla="*/ 31210 w 31115"/>
                  <a:gd name="csY5" fmla="*/ 63 h 223083"/>
                  <a:gd name="csX6" fmla="*/ 94 w 31115"/>
                  <a:gd name="csY6" fmla="*/ 63 h 223083"/>
                  <a:gd name="csX7" fmla="*/ 94 w 31115"/>
                  <a:gd name="csY7" fmla="*/ 223146 h 223083"/>
                  <a:gd name="csX8" fmla="*/ 31210 w 31115"/>
                  <a:gd name="csY8" fmla="*/ 223146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115" h="223083">
                    <a:moveTo>
                      <a:pt x="31210" y="223146"/>
                    </a:moveTo>
                    <a:lnTo>
                      <a:pt x="31210" y="214223"/>
                    </a:lnTo>
                    <a:lnTo>
                      <a:pt x="9179" y="214223"/>
                    </a:lnTo>
                    <a:lnTo>
                      <a:pt x="9179" y="8986"/>
                    </a:lnTo>
                    <a:lnTo>
                      <a:pt x="31210" y="8986"/>
                    </a:lnTo>
                    <a:lnTo>
                      <a:pt x="31210" y="63"/>
                    </a:lnTo>
                    <a:lnTo>
                      <a:pt x="94" y="63"/>
                    </a:lnTo>
                    <a:lnTo>
                      <a:pt x="94" y="223146"/>
                    </a:lnTo>
                    <a:lnTo>
                      <a:pt x="31210" y="223146"/>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7" name="Freeform: Shape 76">
                <a:extLst>
                  <a:ext uri="{FF2B5EF4-FFF2-40B4-BE49-F238E27FC236}">
                    <a16:creationId xmlns:a16="http://schemas.microsoft.com/office/drawing/2014/main" id="{0F6B675E-2A2C-CD46-98E5-C3FECF683A05}"/>
                  </a:ext>
                </a:extLst>
              </p:cNvPr>
              <p:cNvSpPr/>
              <p:nvPr>
                <p:custDataLst>
                  <p:tags r:id="rId34"/>
                </p:custDataLst>
              </p:nvPr>
            </p:nvSpPr>
            <p:spPr>
              <a:xfrm>
                <a:off x="9841065" y="6707337"/>
                <a:ext cx="165116" cy="152365"/>
              </a:xfrm>
              <a:custGeom>
                <a:avLst/>
                <a:gdLst>
                  <a:gd name="csX0" fmla="*/ 127739 w 165116"/>
                  <a:gd name="csY0" fmla="*/ 25494 h 152365"/>
                  <a:gd name="csX1" fmla="*/ 130919 w 165116"/>
                  <a:gd name="csY1" fmla="*/ 22371 h 152365"/>
                  <a:gd name="csX2" fmla="*/ 160672 w 165116"/>
                  <a:gd name="csY2" fmla="*/ 6978 h 152365"/>
                  <a:gd name="csX3" fmla="*/ 165214 w 165116"/>
                  <a:gd name="csY3" fmla="*/ 2740 h 152365"/>
                  <a:gd name="csX4" fmla="*/ 162261 w 165116"/>
                  <a:gd name="csY4" fmla="*/ 63 h 152365"/>
                  <a:gd name="csX5" fmla="*/ 143638 w 165116"/>
                  <a:gd name="csY5" fmla="*/ 732 h 152365"/>
                  <a:gd name="csX6" fmla="*/ 120925 w 165116"/>
                  <a:gd name="csY6" fmla="*/ 63 h 152365"/>
                  <a:gd name="csX7" fmla="*/ 116610 w 165116"/>
                  <a:gd name="csY7" fmla="*/ 4301 h 152365"/>
                  <a:gd name="csX8" fmla="*/ 120017 w 165116"/>
                  <a:gd name="csY8" fmla="*/ 6978 h 152365"/>
                  <a:gd name="csX9" fmla="*/ 128193 w 165116"/>
                  <a:gd name="csY9" fmla="*/ 12109 h 152365"/>
                  <a:gd name="csX10" fmla="*/ 122061 w 165116"/>
                  <a:gd name="csY10" fmla="*/ 22817 h 152365"/>
                  <a:gd name="csX11" fmla="*/ 69369 w 165116"/>
                  <a:gd name="csY11" fmla="*/ 82381 h 152365"/>
                  <a:gd name="csX12" fmla="*/ 44386 w 165116"/>
                  <a:gd name="csY12" fmla="*/ 16125 h 152365"/>
                  <a:gd name="csX13" fmla="*/ 43023 w 165116"/>
                  <a:gd name="csY13" fmla="*/ 12332 h 152365"/>
                  <a:gd name="csX14" fmla="*/ 56423 w 165116"/>
                  <a:gd name="csY14" fmla="*/ 6978 h 152365"/>
                  <a:gd name="csX15" fmla="*/ 61874 w 165116"/>
                  <a:gd name="csY15" fmla="*/ 2517 h 152365"/>
                  <a:gd name="csX16" fmla="*/ 58467 w 165116"/>
                  <a:gd name="csY16" fmla="*/ 63 h 152365"/>
                  <a:gd name="csX17" fmla="*/ 29850 w 165116"/>
                  <a:gd name="csY17" fmla="*/ 732 h 152365"/>
                  <a:gd name="csX18" fmla="*/ 4413 w 165116"/>
                  <a:gd name="csY18" fmla="*/ 63 h 152365"/>
                  <a:gd name="csX19" fmla="*/ 97 w 165116"/>
                  <a:gd name="csY19" fmla="*/ 4524 h 152365"/>
                  <a:gd name="csX20" fmla="*/ 5321 w 165116"/>
                  <a:gd name="csY20" fmla="*/ 6978 h 152365"/>
                  <a:gd name="csX21" fmla="*/ 21901 w 165116"/>
                  <a:gd name="csY21" fmla="*/ 14563 h 152365"/>
                  <a:gd name="csX22" fmla="*/ 49837 w 165116"/>
                  <a:gd name="csY22" fmla="*/ 87958 h 152365"/>
                  <a:gd name="csX23" fmla="*/ 50745 w 165116"/>
                  <a:gd name="csY23" fmla="*/ 91750 h 152365"/>
                  <a:gd name="csX24" fmla="*/ 40525 w 165116"/>
                  <a:gd name="csY24" fmla="*/ 132351 h 152365"/>
                  <a:gd name="csX25" fmla="*/ 19175 w 165116"/>
                  <a:gd name="csY25" fmla="*/ 145513 h 152365"/>
                  <a:gd name="csX26" fmla="*/ 13043 w 165116"/>
                  <a:gd name="csY26" fmla="*/ 149975 h 152365"/>
                  <a:gd name="csX27" fmla="*/ 16223 w 165116"/>
                  <a:gd name="csY27" fmla="*/ 152429 h 152365"/>
                  <a:gd name="csX28" fmla="*/ 44840 w 165116"/>
                  <a:gd name="csY28" fmla="*/ 151760 h 152365"/>
                  <a:gd name="csX29" fmla="*/ 73911 w 165116"/>
                  <a:gd name="csY29" fmla="*/ 152429 h 152365"/>
                  <a:gd name="csX30" fmla="*/ 78227 w 165116"/>
                  <a:gd name="csY30" fmla="*/ 147967 h 152365"/>
                  <a:gd name="csX31" fmla="*/ 71867 w 165116"/>
                  <a:gd name="csY31" fmla="*/ 145513 h 152365"/>
                  <a:gd name="csX32" fmla="*/ 63237 w 165116"/>
                  <a:gd name="csY32" fmla="*/ 145067 h 152365"/>
                  <a:gd name="csX33" fmla="*/ 57105 w 165116"/>
                  <a:gd name="csY33" fmla="*/ 141498 h 152365"/>
                  <a:gd name="csX34" fmla="*/ 60284 w 165116"/>
                  <a:gd name="csY34" fmla="*/ 127443 h 152365"/>
                  <a:gd name="csX35" fmla="*/ 68233 w 165116"/>
                  <a:gd name="csY35" fmla="*/ 95989 h 152365"/>
                  <a:gd name="csX36" fmla="*/ 71413 w 165116"/>
                  <a:gd name="csY36" fmla="*/ 89073 h 152365"/>
                  <a:gd name="csX37" fmla="*/ 127739 w 165116"/>
                  <a:gd name="csY37" fmla="*/ 25494 h 1523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65116" h="152365">
                    <a:moveTo>
                      <a:pt x="127739" y="25494"/>
                    </a:moveTo>
                    <a:lnTo>
                      <a:pt x="130919" y="22371"/>
                    </a:lnTo>
                    <a:cubicBezTo>
                      <a:pt x="137732" y="15679"/>
                      <a:pt x="145227" y="8094"/>
                      <a:pt x="160672" y="6978"/>
                    </a:cubicBezTo>
                    <a:cubicBezTo>
                      <a:pt x="163170" y="6755"/>
                      <a:pt x="165214" y="6755"/>
                      <a:pt x="165214" y="2740"/>
                    </a:cubicBezTo>
                    <a:cubicBezTo>
                      <a:pt x="165214" y="955"/>
                      <a:pt x="164078" y="63"/>
                      <a:pt x="162261" y="63"/>
                    </a:cubicBezTo>
                    <a:cubicBezTo>
                      <a:pt x="156356" y="63"/>
                      <a:pt x="149770" y="732"/>
                      <a:pt x="143638" y="732"/>
                    </a:cubicBezTo>
                    <a:cubicBezTo>
                      <a:pt x="136143" y="732"/>
                      <a:pt x="128193" y="63"/>
                      <a:pt x="120925" y="63"/>
                    </a:cubicBezTo>
                    <a:cubicBezTo>
                      <a:pt x="119563" y="63"/>
                      <a:pt x="116610" y="63"/>
                      <a:pt x="116610" y="4301"/>
                    </a:cubicBezTo>
                    <a:cubicBezTo>
                      <a:pt x="116610" y="6755"/>
                      <a:pt x="118881" y="6978"/>
                      <a:pt x="120017" y="6978"/>
                    </a:cubicBezTo>
                    <a:cubicBezTo>
                      <a:pt x="121607" y="6978"/>
                      <a:pt x="128193" y="7425"/>
                      <a:pt x="128193" y="12109"/>
                    </a:cubicBezTo>
                    <a:cubicBezTo>
                      <a:pt x="128193" y="15902"/>
                      <a:pt x="122970" y="21702"/>
                      <a:pt x="122061" y="22817"/>
                    </a:cubicBezTo>
                    <a:lnTo>
                      <a:pt x="69369" y="82381"/>
                    </a:lnTo>
                    <a:lnTo>
                      <a:pt x="44386" y="16125"/>
                    </a:lnTo>
                    <a:cubicBezTo>
                      <a:pt x="43023" y="13002"/>
                      <a:pt x="43023" y="12555"/>
                      <a:pt x="43023" y="12332"/>
                    </a:cubicBezTo>
                    <a:cubicBezTo>
                      <a:pt x="43023" y="6978"/>
                      <a:pt x="54152" y="6978"/>
                      <a:pt x="56423" y="6978"/>
                    </a:cubicBezTo>
                    <a:cubicBezTo>
                      <a:pt x="59603" y="6978"/>
                      <a:pt x="61874" y="6978"/>
                      <a:pt x="61874" y="2517"/>
                    </a:cubicBezTo>
                    <a:cubicBezTo>
                      <a:pt x="61874" y="63"/>
                      <a:pt x="59149" y="63"/>
                      <a:pt x="58467" y="63"/>
                    </a:cubicBezTo>
                    <a:cubicBezTo>
                      <a:pt x="52108" y="63"/>
                      <a:pt x="36209" y="732"/>
                      <a:pt x="29850" y="732"/>
                    </a:cubicBezTo>
                    <a:cubicBezTo>
                      <a:pt x="24172" y="732"/>
                      <a:pt x="10091" y="63"/>
                      <a:pt x="4413" y="63"/>
                    </a:cubicBezTo>
                    <a:cubicBezTo>
                      <a:pt x="3050" y="63"/>
                      <a:pt x="97" y="63"/>
                      <a:pt x="97" y="4524"/>
                    </a:cubicBezTo>
                    <a:cubicBezTo>
                      <a:pt x="97" y="6978"/>
                      <a:pt x="2368" y="6978"/>
                      <a:pt x="5321" y="6978"/>
                    </a:cubicBezTo>
                    <a:cubicBezTo>
                      <a:pt x="18948" y="6978"/>
                      <a:pt x="19857" y="8986"/>
                      <a:pt x="21901" y="14563"/>
                    </a:cubicBezTo>
                    <a:lnTo>
                      <a:pt x="49837" y="87958"/>
                    </a:lnTo>
                    <a:cubicBezTo>
                      <a:pt x="50064" y="88627"/>
                      <a:pt x="50745" y="91081"/>
                      <a:pt x="50745" y="91750"/>
                    </a:cubicBezTo>
                    <a:cubicBezTo>
                      <a:pt x="50745" y="92419"/>
                      <a:pt x="41660" y="128336"/>
                      <a:pt x="40525" y="132351"/>
                    </a:cubicBezTo>
                    <a:cubicBezTo>
                      <a:pt x="37572" y="144621"/>
                      <a:pt x="37345" y="145290"/>
                      <a:pt x="19175" y="145513"/>
                    </a:cubicBezTo>
                    <a:cubicBezTo>
                      <a:pt x="14860" y="145513"/>
                      <a:pt x="13043" y="145513"/>
                      <a:pt x="13043" y="149975"/>
                    </a:cubicBezTo>
                    <a:cubicBezTo>
                      <a:pt x="13043" y="152429"/>
                      <a:pt x="15769" y="152429"/>
                      <a:pt x="16223" y="152429"/>
                    </a:cubicBezTo>
                    <a:cubicBezTo>
                      <a:pt x="22582" y="152429"/>
                      <a:pt x="38481" y="151760"/>
                      <a:pt x="44840" y="151760"/>
                    </a:cubicBezTo>
                    <a:cubicBezTo>
                      <a:pt x="51199" y="151760"/>
                      <a:pt x="67552" y="152429"/>
                      <a:pt x="73911" y="152429"/>
                    </a:cubicBezTo>
                    <a:cubicBezTo>
                      <a:pt x="75501" y="152429"/>
                      <a:pt x="78227" y="152429"/>
                      <a:pt x="78227" y="147967"/>
                    </a:cubicBezTo>
                    <a:cubicBezTo>
                      <a:pt x="78227" y="145513"/>
                      <a:pt x="76183" y="145513"/>
                      <a:pt x="71867" y="145513"/>
                    </a:cubicBezTo>
                    <a:cubicBezTo>
                      <a:pt x="71413" y="145513"/>
                      <a:pt x="67098" y="145513"/>
                      <a:pt x="63237" y="145067"/>
                    </a:cubicBezTo>
                    <a:cubicBezTo>
                      <a:pt x="58467" y="144621"/>
                      <a:pt x="57105" y="144175"/>
                      <a:pt x="57105" y="141498"/>
                    </a:cubicBezTo>
                    <a:cubicBezTo>
                      <a:pt x="57105" y="139936"/>
                      <a:pt x="59149" y="132128"/>
                      <a:pt x="60284" y="127443"/>
                    </a:cubicBezTo>
                    <a:lnTo>
                      <a:pt x="68233" y="95989"/>
                    </a:lnTo>
                    <a:cubicBezTo>
                      <a:pt x="69369" y="91750"/>
                      <a:pt x="69596" y="91081"/>
                      <a:pt x="71413" y="89073"/>
                    </a:cubicBezTo>
                    <a:lnTo>
                      <a:pt x="127739" y="25494"/>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8" name="Freeform: Shape 77">
                <a:extLst>
                  <a:ext uri="{FF2B5EF4-FFF2-40B4-BE49-F238E27FC236}">
                    <a16:creationId xmlns:a16="http://schemas.microsoft.com/office/drawing/2014/main" id="{45B9D9D4-EA95-AEF1-FB75-C414A0B73359}"/>
                  </a:ext>
                </a:extLst>
              </p:cNvPr>
              <p:cNvSpPr/>
              <p:nvPr>
                <p:custDataLst>
                  <p:tags r:id="rId35"/>
                </p:custDataLst>
              </p:nvPr>
            </p:nvSpPr>
            <p:spPr>
              <a:xfrm>
                <a:off x="9971173" y="6787915"/>
                <a:ext cx="77902" cy="105250"/>
              </a:xfrm>
              <a:custGeom>
                <a:avLst/>
                <a:gdLst>
                  <a:gd name="csX0" fmla="*/ 78005 w 77902"/>
                  <a:gd name="csY0" fmla="*/ 79705 h 105250"/>
                  <a:gd name="csX1" fmla="*/ 78005 w 77902"/>
                  <a:gd name="csY1" fmla="*/ 74083 h 105250"/>
                  <a:gd name="csX2" fmla="*/ 60358 w 77902"/>
                  <a:gd name="csY2" fmla="*/ 74083 h 105250"/>
                  <a:gd name="csX3" fmla="*/ 60358 w 77902"/>
                  <a:gd name="csY3" fmla="*/ 4437 h 105250"/>
                  <a:gd name="csX4" fmla="*/ 56860 w 77902"/>
                  <a:gd name="csY4" fmla="*/ 64 h 105250"/>
                  <a:gd name="csX5" fmla="*/ 52727 w 77902"/>
                  <a:gd name="csY5" fmla="*/ 2250 h 105250"/>
                  <a:gd name="csX6" fmla="*/ 103 w 77902"/>
                  <a:gd name="csY6" fmla="*/ 74083 h 105250"/>
                  <a:gd name="csX7" fmla="*/ 103 w 77902"/>
                  <a:gd name="csY7" fmla="*/ 79705 h 105250"/>
                  <a:gd name="csX8" fmla="*/ 46844 w 77902"/>
                  <a:gd name="csY8" fmla="*/ 79705 h 105250"/>
                  <a:gd name="csX9" fmla="*/ 46844 w 77902"/>
                  <a:gd name="csY9" fmla="*/ 92510 h 105250"/>
                  <a:gd name="csX10" fmla="*/ 33967 w 77902"/>
                  <a:gd name="csY10" fmla="*/ 99693 h 105250"/>
                  <a:gd name="csX11" fmla="*/ 29674 w 77902"/>
                  <a:gd name="csY11" fmla="*/ 99693 h 105250"/>
                  <a:gd name="csX12" fmla="*/ 29674 w 77902"/>
                  <a:gd name="csY12" fmla="*/ 105315 h 105250"/>
                  <a:gd name="csX13" fmla="*/ 53522 w 77902"/>
                  <a:gd name="csY13" fmla="*/ 104690 h 105250"/>
                  <a:gd name="csX14" fmla="*/ 77528 w 77902"/>
                  <a:gd name="csY14" fmla="*/ 105315 h 105250"/>
                  <a:gd name="csX15" fmla="*/ 77528 w 77902"/>
                  <a:gd name="csY15" fmla="*/ 99693 h 105250"/>
                  <a:gd name="csX16" fmla="*/ 73236 w 77902"/>
                  <a:gd name="csY16" fmla="*/ 99693 h 105250"/>
                  <a:gd name="csX17" fmla="*/ 60358 w 77902"/>
                  <a:gd name="csY17" fmla="*/ 92510 h 105250"/>
                  <a:gd name="csX18" fmla="*/ 60358 w 77902"/>
                  <a:gd name="csY18" fmla="*/ 79705 h 105250"/>
                  <a:gd name="csX19" fmla="*/ 78005 w 77902"/>
                  <a:gd name="csY19" fmla="*/ 79705 h 105250"/>
                  <a:gd name="csX20" fmla="*/ 47957 w 77902"/>
                  <a:gd name="csY20" fmla="*/ 16929 h 105250"/>
                  <a:gd name="csX21" fmla="*/ 47957 w 77902"/>
                  <a:gd name="csY21" fmla="*/ 74083 h 105250"/>
                  <a:gd name="csX22" fmla="*/ 5985 w 77902"/>
                  <a:gd name="csY22" fmla="*/ 74083 h 105250"/>
                  <a:gd name="csX23" fmla="*/ 47957 w 77902"/>
                  <a:gd name="csY23" fmla="*/ 16929 h 10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77902" h="105250">
                    <a:moveTo>
                      <a:pt x="78005" y="79705"/>
                    </a:moveTo>
                    <a:lnTo>
                      <a:pt x="78005" y="74083"/>
                    </a:lnTo>
                    <a:lnTo>
                      <a:pt x="60358" y="74083"/>
                    </a:lnTo>
                    <a:lnTo>
                      <a:pt x="60358" y="4437"/>
                    </a:lnTo>
                    <a:cubicBezTo>
                      <a:pt x="60358" y="1157"/>
                      <a:pt x="60358" y="64"/>
                      <a:pt x="56860" y="64"/>
                    </a:cubicBezTo>
                    <a:cubicBezTo>
                      <a:pt x="54953" y="64"/>
                      <a:pt x="54317" y="64"/>
                      <a:pt x="52727" y="2250"/>
                    </a:cubicBezTo>
                    <a:lnTo>
                      <a:pt x="103" y="74083"/>
                    </a:lnTo>
                    <a:lnTo>
                      <a:pt x="103" y="79705"/>
                    </a:lnTo>
                    <a:lnTo>
                      <a:pt x="46844" y="79705"/>
                    </a:lnTo>
                    <a:lnTo>
                      <a:pt x="46844" y="92510"/>
                    </a:lnTo>
                    <a:cubicBezTo>
                      <a:pt x="46844" y="97819"/>
                      <a:pt x="46844" y="99693"/>
                      <a:pt x="33967" y="99693"/>
                    </a:cubicBezTo>
                    <a:lnTo>
                      <a:pt x="29674" y="99693"/>
                    </a:lnTo>
                    <a:lnTo>
                      <a:pt x="29674" y="105315"/>
                    </a:lnTo>
                    <a:cubicBezTo>
                      <a:pt x="37623" y="105003"/>
                      <a:pt x="47798" y="104690"/>
                      <a:pt x="53522" y="104690"/>
                    </a:cubicBezTo>
                    <a:cubicBezTo>
                      <a:pt x="59404" y="104690"/>
                      <a:pt x="69579" y="105003"/>
                      <a:pt x="77528" y="105315"/>
                    </a:cubicBezTo>
                    <a:lnTo>
                      <a:pt x="77528" y="99693"/>
                    </a:lnTo>
                    <a:lnTo>
                      <a:pt x="73236" y="99693"/>
                    </a:lnTo>
                    <a:cubicBezTo>
                      <a:pt x="60358" y="99693"/>
                      <a:pt x="60358" y="97819"/>
                      <a:pt x="60358" y="92510"/>
                    </a:cubicBezTo>
                    <a:lnTo>
                      <a:pt x="60358" y="79705"/>
                    </a:lnTo>
                    <a:lnTo>
                      <a:pt x="78005" y="79705"/>
                    </a:lnTo>
                    <a:close/>
                    <a:moveTo>
                      <a:pt x="47957" y="16929"/>
                    </a:moveTo>
                    <a:lnTo>
                      <a:pt x="47957" y="74083"/>
                    </a:lnTo>
                    <a:lnTo>
                      <a:pt x="5985" y="74083"/>
                    </a:lnTo>
                    <a:lnTo>
                      <a:pt x="47957" y="16929"/>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9" name="Freeform: Shape 78">
                <a:extLst>
                  <a:ext uri="{FF2B5EF4-FFF2-40B4-BE49-F238E27FC236}">
                    <a16:creationId xmlns:a16="http://schemas.microsoft.com/office/drawing/2014/main" id="{7904AAE4-A264-9EDA-A99B-790B17CCC33F}"/>
                  </a:ext>
                </a:extLst>
              </p:cNvPr>
              <p:cNvSpPr/>
              <p:nvPr>
                <p:custDataLst>
                  <p:tags r:id="rId36"/>
                </p:custDataLst>
              </p:nvPr>
            </p:nvSpPr>
            <p:spPr>
              <a:xfrm>
                <a:off x="10071859" y="6692391"/>
                <a:ext cx="31115" cy="223083"/>
              </a:xfrm>
              <a:custGeom>
                <a:avLst/>
                <a:gdLst>
                  <a:gd name="csX0" fmla="*/ 31223 w 31115"/>
                  <a:gd name="csY0" fmla="*/ 63 h 223083"/>
                  <a:gd name="csX1" fmla="*/ 108 w 31115"/>
                  <a:gd name="csY1" fmla="*/ 63 h 223083"/>
                  <a:gd name="csX2" fmla="*/ 108 w 31115"/>
                  <a:gd name="csY2" fmla="*/ 8986 h 223083"/>
                  <a:gd name="csX3" fmla="*/ 22138 w 31115"/>
                  <a:gd name="csY3" fmla="*/ 8986 h 223083"/>
                  <a:gd name="csX4" fmla="*/ 22138 w 31115"/>
                  <a:gd name="csY4" fmla="*/ 214223 h 223083"/>
                  <a:gd name="csX5" fmla="*/ 108 w 31115"/>
                  <a:gd name="csY5" fmla="*/ 214223 h 223083"/>
                  <a:gd name="csX6" fmla="*/ 108 w 31115"/>
                  <a:gd name="csY6" fmla="*/ 223146 h 223083"/>
                  <a:gd name="csX7" fmla="*/ 31223 w 31115"/>
                  <a:gd name="csY7" fmla="*/ 223146 h 223083"/>
                  <a:gd name="csX8" fmla="*/ 31223 w 31115"/>
                  <a:gd name="csY8" fmla="*/ 63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115" h="223083">
                    <a:moveTo>
                      <a:pt x="31223" y="63"/>
                    </a:moveTo>
                    <a:lnTo>
                      <a:pt x="108" y="63"/>
                    </a:lnTo>
                    <a:lnTo>
                      <a:pt x="108" y="8986"/>
                    </a:lnTo>
                    <a:lnTo>
                      <a:pt x="22138" y="8986"/>
                    </a:lnTo>
                    <a:lnTo>
                      <a:pt x="22138" y="214223"/>
                    </a:lnTo>
                    <a:lnTo>
                      <a:pt x="108" y="214223"/>
                    </a:lnTo>
                    <a:lnTo>
                      <a:pt x="108" y="223146"/>
                    </a:lnTo>
                    <a:lnTo>
                      <a:pt x="31223" y="223146"/>
                    </a:lnTo>
                    <a:lnTo>
                      <a:pt x="31223" y="63"/>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grpSp>
        <p:nvGrpSpPr>
          <p:cNvPr id="113" name="Group 112">
            <a:extLst>
              <a:ext uri="{FF2B5EF4-FFF2-40B4-BE49-F238E27FC236}">
                <a16:creationId xmlns:a16="http://schemas.microsoft.com/office/drawing/2014/main" id="{28D2D871-D314-062C-E4AE-057985B5B466}"/>
              </a:ext>
            </a:extLst>
          </p:cNvPr>
          <p:cNvGrpSpPr/>
          <p:nvPr/>
        </p:nvGrpSpPr>
        <p:grpSpPr>
          <a:xfrm>
            <a:off x="1144743" y="3827546"/>
            <a:ext cx="1889208" cy="1021404"/>
            <a:chOff x="5484288" y="3827546"/>
            <a:chExt cx="1889208" cy="1021404"/>
          </a:xfrm>
        </p:grpSpPr>
        <p:sp>
          <p:nvSpPr>
            <p:cNvPr id="37" name="Oval 36">
              <a:extLst>
                <a:ext uri="{FF2B5EF4-FFF2-40B4-BE49-F238E27FC236}">
                  <a16:creationId xmlns:a16="http://schemas.microsoft.com/office/drawing/2014/main" id="{0494A25D-3FDE-4570-CBF6-F9BD82774791}"/>
                </a:ext>
              </a:extLst>
            </p:cNvPr>
            <p:cNvSpPr/>
            <p:nvPr/>
          </p:nvSpPr>
          <p:spPr>
            <a:xfrm>
              <a:off x="5484288" y="3827546"/>
              <a:ext cx="1021404" cy="1021404"/>
            </a:xfrm>
            <a:prstGeom prst="ellipse">
              <a:avLst/>
            </a:prstGeom>
            <a:solidFill>
              <a:srgbClr val="D44842"/>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nvGrpSpPr>
            <p:cNvPr id="64" name="Group 63" descr="\documentclass{article}&#10;\usepackage{amsmath}&#10;\pagestyle{empty}&#10;\begin{document}&#10;&#10;$Avg[Y_3]$&#10;&#10;&#10;&#10;\end{document}" title="IguanaTex Shape Display">
              <a:extLst>
                <a:ext uri="{FF2B5EF4-FFF2-40B4-BE49-F238E27FC236}">
                  <a16:creationId xmlns:a16="http://schemas.microsoft.com/office/drawing/2014/main" id="{8CCA0275-8C08-5463-DE11-3683DB8A217E}"/>
                </a:ext>
              </a:extLst>
            </p:cNvPr>
            <p:cNvGrpSpPr>
              <a:grpSpLocks noChangeAspect="1"/>
            </p:cNvGrpSpPr>
            <p:nvPr>
              <p:custDataLst>
                <p:tags r:id="rId18"/>
              </p:custDataLst>
            </p:nvPr>
          </p:nvGrpSpPr>
          <p:grpSpPr>
            <a:xfrm>
              <a:off x="6643440" y="4246647"/>
              <a:ext cx="730056" cy="223083"/>
              <a:chOff x="8623889" y="5461261"/>
              <a:chExt cx="730056" cy="223083"/>
            </a:xfrm>
            <a:solidFill>
              <a:schemeClr val="bg1"/>
            </a:solidFill>
          </p:grpSpPr>
          <p:sp>
            <p:nvSpPr>
              <p:cNvPr id="65" name="Freeform: Shape 64">
                <a:extLst>
                  <a:ext uri="{FF2B5EF4-FFF2-40B4-BE49-F238E27FC236}">
                    <a16:creationId xmlns:a16="http://schemas.microsoft.com/office/drawing/2014/main" id="{9E546BA5-05DF-81F9-0F3C-FF6CC28B1474}"/>
                  </a:ext>
                </a:extLst>
              </p:cNvPr>
              <p:cNvSpPr/>
              <p:nvPr>
                <p:custDataLst>
                  <p:tags r:id="rId22"/>
                </p:custDataLst>
              </p:nvPr>
            </p:nvSpPr>
            <p:spPr>
              <a:xfrm>
                <a:off x="8623889" y="5468845"/>
                <a:ext cx="155804" cy="159727"/>
              </a:xfrm>
              <a:custGeom>
                <a:avLst/>
                <a:gdLst>
                  <a:gd name="csX0" fmla="*/ 32782 w 155804"/>
                  <a:gd name="csY0" fmla="*/ 134136 h 159727"/>
                  <a:gd name="csX1" fmla="*/ 4846 w 155804"/>
                  <a:gd name="csY1" fmla="*/ 152875 h 159727"/>
                  <a:gd name="csX2" fmla="*/ 77 w 155804"/>
                  <a:gd name="csY2" fmla="*/ 157337 h 159727"/>
                  <a:gd name="csX3" fmla="*/ 3029 w 155804"/>
                  <a:gd name="csY3" fmla="*/ 159791 h 159727"/>
                  <a:gd name="csX4" fmla="*/ 22562 w 155804"/>
                  <a:gd name="csY4" fmla="*/ 159121 h 159727"/>
                  <a:gd name="csX5" fmla="*/ 45274 w 155804"/>
                  <a:gd name="csY5" fmla="*/ 159791 h 159727"/>
                  <a:gd name="csX6" fmla="*/ 49589 w 155804"/>
                  <a:gd name="csY6" fmla="*/ 155552 h 159727"/>
                  <a:gd name="csX7" fmla="*/ 45955 w 155804"/>
                  <a:gd name="csY7" fmla="*/ 152875 h 159727"/>
                  <a:gd name="csX8" fmla="*/ 35280 w 155804"/>
                  <a:gd name="csY8" fmla="*/ 145067 h 159727"/>
                  <a:gd name="csX9" fmla="*/ 38460 w 155804"/>
                  <a:gd name="csY9" fmla="*/ 136813 h 159727"/>
                  <a:gd name="csX10" fmla="*/ 55721 w 155804"/>
                  <a:gd name="csY10" fmla="*/ 108258 h 159727"/>
                  <a:gd name="csX11" fmla="*/ 112729 w 155804"/>
                  <a:gd name="csY11" fmla="*/ 108258 h 159727"/>
                  <a:gd name="csX12" fmla="*/ 116362 w 155804"/>
                  <a:gd name="csY12" fmla="*/ 145513 h 159727"/>
                  <a:gd name="csX13" fmla="*/ 100010 w 155804"/>
                  <a:gd name="csY13" fmla="*/ 152875 h 159727"/>
                  <a:gd name="csX14" fmla="*/ 94559 w 155804"/>
                  <a:gd name="csY14" fmla="*/ 157337 h 159727"/>
                  <a:gd name="csX15" fmla="*/ 97739 w 155804"/>
                  <a:gd name="csY15" fmla="*/ 159791 h 159727"/>
                  <a:gd name="csX16" fmla="*/ 126129 w 155804"/>
                  <a:gd name="csY16" fmla="*/ 159121 h 159727"/>
                  <a:gd name="csX17" fmla="*/ 151793 w 155804"/>
                  <a:gd name="csY17" fmla="*/ 159791 h 159727"/>
                  <a:gd name="csX18" fmla="*/ 155882 w 155804"/>
                  <a:gd name="csY18" fmla="*/ 155329 h 159727"/>
                  <a:gd name="csX19" fmla="*/ 150658 w 155804"/>
                  <a:gd name="csY19" fmla="*/ 152875 h 159727"/>
                  <a:gd name="csX20" fmla="*/ 135895 w 155804"/>
                  <a:gd name="csY20" fmla="*/ 144844 h 159727"/>
                  <a:gd name="csX21" fmla="*/ 122041 w 155804"/>
                  <a:gd name="csY21" fmla="*/ 5417 h 159727"/>
                  <a:gd name="csX22" fmla="*/ 117725 w 155804"/>
                  <a:gd name="csY22" fmla="*/ 63 h 159727"/>
                  <a:gd name="csX23" fmla="*/ 111820 w 155804"/>
                  <a:gd name="csY23" fmla="*/ 3855 h 159727"/>
                  <a:gd name="csX24" fmla="*/ 32782 w 155804"/>
                  <a:gd name="csY24" fmla="*/ 134136 h 159727"/>
                  <a:gd name="csX25" fmla="*/ 60037 w 155804"/>
                  <a:gd name="csY25" fmla="*/ 101343 h 159727"/>
                  <a:gd name="csX26" fmla="*/ 104779 w 155804"/>
                  <a:gd name="csY26" fmla="*/ 27725 h 159727"/>
                  <a:gd name="csX27" fmla="*/ 112047 w 155804"/>
                  <a:gd name="csY27" fmla="*/ 101343 h 159727"/>
                  <a:gd name="csX28" fmla="*/ 60037 w 155804"/>
                  <a:gd name="csY28" fmla="*/ 101343 h 1597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55804" h="159727">
                    <a:moveTo>
                      <a:pt x="32782" y="134136"/>
                    </a:moveTo>
                    <a:cubicBezTo>
                      <a:pt x="23697" y="149083"/>
                      <a:pt x="14840" y="152206"/>
                      <a:pt x="4846" y="152875"/>
                    </a:cubicBezTo>
                    <a:cubicBezTo>
                      <a:pt x="2121" y="153098"/>
                      <a:pt x="77" y="153098"/>
                      <a:pt x="77" y="157337"/>
                    </a:cubicBezTo>
                    <a:cubicBezTo>
                      <a:pt x="77" y="158675"/>
                      <a:pt x="1212" y="159791"/>
                      <a:pt x="3029" y="159791"/>
                    </a:cubicBezTo>
                    <a:cubicBezTo>
                      <a:pt x="9162" y="159791"/>
                      <a:pt x="16202" y="159121"/>
                      <a:pt x="22562" y="159121"/>
                    </a:cubicBezTo>
                    <a:cubicBezTo>
                      <a:pt x="30057" y="159121"/>
                      <a:pt x="38006" y="159791"/>
                      <a:pt x="45274" y="159791"/>
                    </a:cubicBezTo>
                    <a:cubicBezTo>
                      <a:pt x="46636" y="159791"/>
                      <a:pt x="49589" y="159791"/>
                      <a:pt x="49589" y="155552"/>
                    </a:cubicBezTo>
                    <a:cubicBezTo>
                      <a:pt x="49589" y="153098"/>
                      <a:pt x="47545" y="152875"/>
                      <a:pt x="45955" y="152875"/>
                    </a:cubicBezTo>
                    <a:cubicBezTo>
                      <a:pt x="40731" y="152429"/>
                      <a:pt x="35280" y="150644"/>
                      <a:pt x="35280" y="145067"/>
                    </a:cubicBezTo>
                    <a:cubicBezTo>
                      <a:pt x="35280" y="142390"/>
                      <a:pt x="36643" y="139936"/>
                      <a:pt x="38460" y="136813"/>
                    </a:cubicBezTo>
                    <a:lnTo>
                      <a:pt x="55721" y="108258"/>
                    </a:lnTo>
                    <a:lnTo>
                      <a:pt x="112729" y="108258"/>
                    </a:lnTo>
                    <a:cubicBezTo>
                      <a:pt x="113183" y="112943"/>
                      <a:pt x="116362" y="143282"/>
                      <a:pt x="116362" y="145513"/>
                    </a:cubicBezTo>
                    <a:cubicBezTo>
                      <a:pt x="116362" y="152206"/>
                      <a:pt x="104552" y="152875"/>
                      <a:pt x="100010" y="152875"/>
                    </a:cubicBezTo>
                    <a:cubicBezTo>
                      <a:pt x="96830" y="152875"/>
                      <a:pt x="94559" y="152875"/>
                      <a:pt x="94559" y="157337"/>
                    </a:cubicBezTo>
                    <a:cubicBezTo>
                      <a:pt x="94559" y="159791"/>
                      <a:pt x="97284" y="159791"/>
                      <a:pt x="97739" y="159791"/>
                    </a:cubicBezTo>
                    <a:cubicBezTo>
                      <a:pt x="107051" y="159791"/>
                      <a:pt x="116817" y="159121"/>
                      <a:pt x="126129" y="159121"/>
                    </a:cubicBezTo>
                    <a:cubicBezTo>
                      <a:pt x="131807" y="159121"/>
                      <a:pt x="146115" y="159791"/>
                      <a:pt x="151793" y="159791"/>
                    </a:cubicBezTo>
                    <a:cubicBezTo>
                      <a:pt x="153156" y="159791"/>
                      <a:pt x="155882" y="159791"/>
                      <a:pt x="155882" y="155329"/>
                    </a:cubicBezTo>
                    <a:cubicBezTo>
                      <a:pt x="155882" y="152875"/>
                      <a:pt x="153610" y="152875"/>
                      <a:pt x="150658" y="152875"/>
                    </a:cubicBezTo>
                    <a:cubicBezTo>
                      <a:pt x="136576" y="152875"/>
                      <a:pt x="136576" y="151313"/>
                      <a:pt x="135895" y="144844"/>
                    </a:cubicBezTo>
                    <a:lnTo>
                      <a:pt x="122041" y="5417"/>
                    </a:lnTo>
                    <a:cubicBezTo>
                      <a:pt x="121586" y="955"/>
                      <a:pt x="121586" y="63"/>
                      <a:pt x="117725" y="63"/>
                    </a:cubicBezTo>
                    <a:cubicBezTo>
                      <a:pt x="114091" y="63"/>
                      <a:pt x="113183" y="1624"/>
                      <a:pt x="111820" y="3855"/>
                    </a:cubicBezTo>
                    <a:lnTo>
                      <a:pt x="32782" y="134136"/>
                    </a:lnTo>
                    <a:close/>
                    <a:moveTo>
                      <a:pt x="60037" y="101343"/>
                    </a:moveTo>
                    <a:lnTo>
                      <a:pt x="104779" y="27725"/>
                    </a:lnTo>
                    <a:lnTo>
                      <a:pt x="112047" y="101343"/>
                    </a:lnTo>
                    <a:lnTo>
                      <a:pt x="60037" y="101343"/>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 name="Freeform: Shape 65">
                <a:extLst>
                  <a:ext uri="{FF2B5EF4-FFF2-40B4-BE49-F238E27FC236}">
                    <a16:creationId xmlns:a16="http://schemas.microsoft.com/office/drawing/2014/main" id="{17565CC1-A79C-472A-AF7A-6D85231CDAC3}"/>
                  </a:ext>
                </a:extLst>
              </p:cNvPr>
              <p:cNvSpPr/>
              <p:nvPr>
                <p:custDataLst>
                  <p:tags r:id="rId23"/>
                </p:custDataLst>
              </p:nvPr>
            </p:nvSpPr>
            <p:spPr>
              <a:xfrm>
                <a:off x="8792867" y="5529970"/>
                <a:ext cx="99705" cy="101056"/>
              </a:xfrm>
              <a:custGeom>
                <a:avLst/>
                <a:gdLst>
                  <a:gd name="csX0" fmla="*/ 99790 w 99705"/>
                  <a:gd name="csY0" fmla="*/ 15679 h 101056"/>
                  <a:gd name="csX1" fmla="*/ 89797 w 99705"/>
                  <a:gd name="csY1" fmla="*/ 63 h 101056"/>
                  <a:gd name="csX2" fmla="*/ 78668 w 99705"/>
                  <a:gd name="csY2" fmla="*/ 10771 h 101056"/>
                  <a:gd name="csX3" fmla="*/ 82302 w 99705"/>
                  <a:gd name="csY3" fmla="*/ 17463 h 101056"/>
                  <a:gd name="csX4" fmla="*/ 90024 w 99705"/>
                  <a:gd name="csY4" fmla="*/ 35756 h 101056"/>
                  <a:gd name="csX5" fmla="*/ 49596 w 99705"/>
                  <a:gd name="csY5" fmla="*/ 96212 h 101056"/>
                  <a:gd name="csX6" fmla="*/ 32790 w 99705"/>
                  <a:gd name="csY6" fmla="*/ 76803 h 101056"/>
                  <a:gd name="csX7" fmla="*/ 45963 w 99705"/>
                  <a:gd name="csY7" fmla="*/ 29510 h 101056"/>
                  <a:gd name="csX8" fmla="*/ 48688 w 99705"/>
                  <a:gd name="csY8" fmla="*/ 18356 h 101056"/>
                  <a:gd name="csX9" fmla="*/ 30064 w 99705"/>
                  <a:gd name="csY9" fmla="*/ 63 h 101056"/>
                  <a:gd name="csX10" fmla="*/ 84 w 99705"/>
                  <a:gd name="csY10" fmla="*/ 34418 h 101056"/>
                  <a:gd name="csX11" fmla="*/ 2810 w 99705"/>
                  <a:gd name="csY11" fmla="*/ 36648 h 101056"/>
                  <a:gd name="csX12" fmla="*/ 6444 w 99705"/>
                  <a:gd name="csY12" fmla="*/ 32633 h 101056"/>
                  <a:gd name="csX13" fmla="*/ 29383 w 99705"/>
                  <a:gd name="csY13" fmla="*/ 4971 h 101056"/>
                  <a:gd name="csX14" fmla="*/ 35061 w 99705"/>
                  <a:gd name="csY14" fmla="*/ 12109 h 101056"/>
                  <a:gd name="csX15" fmla="*/ 31200 w 99705"/>
                  <a:gd name="csY15" fmla="*/ 27725 h 101056"/>
                  <a:gd name="csX16" fmla="*/ 18254 w 99705"/>
                  <a:gd name="csY16" fmla="*/ 73457 h 101056"/>
                  <a:gd name="csX17" fmla="*/ 48688 w 99705"/>
                  <a:gd name="csY17" fmla="*/ 101120 h 101056"/>
                  <a:gd name="csX18" fmla="*/ 99790 w 99705"/>
                  <a:gd name="csY18" fmla="*/ 15679 h 101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99705" h="101056">
                    <a:moveTo>
                      <a:pt x="99790" y="15679"/>
                    </a:moveTo>
                    <a:cubicBezTo>
                      <a:pt x="99790" y="3632"/>
                      <a:pt x="93885" y="63"/>
                      <a:pt x="89797" y="63"/>
                    </a:cubicBezTo>
                    <a:cubicBezTo>
                      <a:pt x="84119" y="63"/>
                      <a:pt x="78668" y="5863"/>
                      <a:pt x="78668" y="10771"/>
                    </a:cubicBezTo>
                    <a:cubicBezTo>
                      <a:pt x="78668" y="13671"/>
                      <a:pt x="79804" y="15009"/>
                      <a:pt x="82302" y="17463"/>
                    </a:cubicBezTo>
                    <a:cubicBezTo>
                      <a:pt x="87071" y="21925"/>
                      <a:pt x="90024" y="27725"/>
                      <a:pt x="90024" y="35756"/>
                    </a:cubicBezTo>
                    <a:cubicBezTo>
                      <a:pt x="90024" y="45126"/>
                      <a:pt x="76170" y="96212"/>
                      <a:pt x="49596" y="96212"/>
                    </a:cubicBezTo>
                    <a:cubicBezTo>
                      <a:pt x="38013" y="96212"/>
                      <a:pt x="32790" y="88404"/>
                      <a:pt x="32790" y="76803"/>
                    </a:cubicBezTo>
                    <a:cubicBezTo>
                      <a:pt x="32790" y="64311"/>
                      <a:pt x="38922" y="48026"/>
                      <a:pt x="45963" y="29510"/>
                    </a:cubicBezTo>
                    <a:cubicBezTo>
                      <a:pt x="47552" y="25717"/>
                      <a:pt x="48688" y="22594"/>
                      <a:pt x="48688" y="18356"/>
                    </a:cubicBezTo>
                    <a:cubicBezTo>
                      <a:pt x="48688" y="8317"/>
                      <a:pt x="41420" y="63"/>
                      <a:pt x="30064" y="63"/>
                    </a:cubicBezTo>
                    <a:cubicBezTo>
                      <a:pt x="8715" y="63"/>
                      <a:pt x="84" y="32410"/>
                      <a:pt x="84" y="34418"/>
                    </a:cubicBezTo>
                    <a:cubicBezTo>
                      <a:pt x="84" y="36648"/>
                      <a:pt x="2355" y="36648"/>
                      <a:pt x="2810" y="36648"/>
                    </a:cubicBezTo>
                    <a:cubicBezTo>
                      <a:pt x="5081" y="36648"/>
                      <a:pt x="5308" y="36202"/>
                      <a:pt x="6444" y="32633"/>
                    </a:cubicBezTo>
                    <a:cubicBezTo>
                      <a:pt x="13030" y="10102"/>
                      <a:pt x="22796" y="4971"/>
                      <a:pt x="29383" y="4971"/>
                    </a:cubicBezTo>
                    <a:cubicBezTo>
                      <a:pt x="31200" y="4971"/>
                      <a:pt x="35061" y="4971"/>
                      <a:pt x="35061" y="12109"/>
                    </a:cubicBezTo>
                    <a:cubicBezTo>
                      <a:pt x="35061" y="17686"/>
                      <a:pt x="32790" y="23710"/>
                      <a:pt x="31200" y="27725"/>
                    </a:cubicBezTo>
                    <a:cubicBezTo>
                      <a:pt x="21206" y="53603"/>
                      <a:pt x="18254" y="63865"/>
                      <a:pt x="18254" y="73457"/>
                    </a:cubicBezTo>
                    <a:cubicBezTo>
                      <a:pt x="18254" y="97550"/>
                      <a:pt x="38240" y="101120"/>
                      <a:pt x="48688" y="101120"/>
                    </a:cubicBezTo>
                    <a:cubicBezTo>
                      <a:pt x="86844" y="101120"/>
                      <a:pt x="99790" y="27279"/>
                      <a:pt x="99790" y="15679"/>
                    </a:cubicBez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7" name="Freeform: Shape 66">
                <a:extLst>
                  <a:ext uri="{FF2B5EF4-FFF2-40B4-BE49-F238E27FC236}">
                    <a16:creationId xmlns:a16="http://schemas.microsoft.com/office/drawing/2014/main" id="{870966B8-F090-5102-89EE-541BEB0B48FE}"/>
                  </a:ext>
                </a:extLst>
              </p:cNvPr>
              <p:cNvSpPr/>
              <p:nvPr>
                <p:custDataLst>
                  <p:tags r:id="rId24"/>
                </p:custDataLst>
              </p:nvPr>
            </p:nvSpPr>
            <p:spPr>
              <a:xfrm>
                <a:off x="8907927" y="5529970"/>
                <a:ext cx="104248" cy="144334"/>
              </a:xfrm>
              <a:custGeom>
                <a:avLst/>
                <a:gdLst>
                  <a:gd name="csX0" fmla="*/ 103656 w 104248"/>
                  <a:gd name="csY0" fmla="*/ 14563 h 144334"/>
                  <a:gd name="csX1" fmla="*/ 104338 w 104248"/>
                  <a:gd name="csY1" fmla="*/ 10548 h 144334"/>
                  <a:gd name="csX2" fmla="*/ 97751 w 104248"/>
                  <a:gd name="csY2" fmla="*/ 4524 h 144334"/>
                  <a:gd name="csX3" fmla="*/ 88439 w 104248"/>
                  <a:gd name="csY3" fmla="*/ 14117 h 144334"/>
                  <a:gd name="csX4" fmla="*/ 67317 w 104248"/>
                  <a:gd name="csY4" fmla="*/ 63 h 144334"/>
                  <a:gd name="csX5" fmla="*/ 13262 w 104248"/>
                  <a:gd name="csY5" fmla="*/ 63418 h 144334"/>
                  <a:gd name="csX6" fmla="*/ 43469 w 104248"/>
                  <a:gd name="csY6" fmla="*/ 98666 h 144334"/>
                  <a:gd name="csX7" fmla="*/ 69815 w 104248"/>
                  <a:gd name="csY7" fmla="*/ 85727 h 144334"/>
                  <a:gd name="csX8" fmla="*/ 70043 w 104248"/>
                  <a:gd name="csY8" fmla="*/ 85950 h 144334"/>
                  <a:gd name="csX9" fmla="*/ 62548 w 104248"/>
                  <a:gd name="csY9" fmla="*/ 115397 h 144334"/>
                  <a:gd name="csX10" fmla="*/ 29842 w 104248"/>
                  <a:gd name="csY10" fmla="*/ 139490 h 144334"/>
                  <a:gd name="csX11" fmla="*/ 11673 w 104248"/>
                  <a:gd name="csY11" fmla="*/ 137259 h 144334"/>
                  <a:gd name="csX12" fmla="*/ 20984 w 104248"/>
                  <a:gd name="csY12" fmla="*/ 125659 h 144334"/>
                  <a:gd name="csX13" fmla="*/ 12354 w 104248"/>
                  <a:gd name="csY13" fmla="*/ 117851 h 144334"/>
                  <a:gd name="csX14" fmla="*/ 89 w 104248"/>
                  <a:gd name="csY14" fmla="*/ 130790 h 144334"/>
                  <a:gd name="csX15" fmla="*/ 30296 w 104248"/>
                  <a:gd name="csY15" fmla="*/ 144398 h 144334"/>
                  <a:gd name="csX16" fmla="*/ 78446 w 104248"/>
                  <a:gd name="csY16" fmla="*/ 113612 h 144334"/>
                  <a:gd name="csX17" fmla="*/ 103656 w 104248"/>
                  <a:gd name="csY17" fmla="*/ 14563 h 144334"/>
                  <a:gd name="csX18" fmla="*/ 74131 w 104248"/>
                  <a:gd name="csY18" fmla="*/ 70111 h 144334"/>
                  <a:gd name="csX19" fmla="*/ 62548 w 104248"/>
                  <a:gd name="csY19" fmla="*/ 85727 h 144334"/>
                  <a:gd name="csX20" fmla="*/ 44151 w 104248"/>
                  <a:gd name="csY20" fmla="*/ 93758 h 144334"/>
                  <a:gd name="csX21" fmla="*/ 29388 w 104248"/>
                  <a:gd name="csY21" fmla="*/ 73234 h 144334"/>
                  <a:gd name="csX22" fmla="*/ 42107 w 104248"/>
                  <a:gd name="csY22" fmla="*/ 24825 h 144334"/>
                  <a:gd name="csX23" fmla="*/ 67544 w 104248"/>
                  <a:gd name="csY23" fmla="*/ 4971 h 144334"/>
                  <a:gd name="csX24" fmla="*/ 85714 w 104248"/>
                  <a:gd name="csY24" fmla="*/ 24156 h 144334"/>
                  <a:gd name="csX25" fmla="*/ 85032 w 104248"/>
                  <a:gd name="csY25" fmla="*/ 27502 h 144334"/>
                  <a:gd name="csX26" fmla="*/ 74131 w 104248"/>
                  <a:gd name="csY26" fmla="*/ 70111 h 144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04248" h="144334">
                    <a:moveTo>
                      <a:pt x="103656" y="14563"/>
                    </a:moveTo>
                    <a:cubicBezTo>
                      <a:pt x="103883" y="13225"/>
                      <a:pt x="104338" y="12109"/>
                      <a:pt x="104338" y="10548"/>
                    </a:cubicBezTo>
                    <a:cubicBezTo>
                      <a:pt x="104338" y="6755"/>
                      <a:pt x="101612" y="4524"/>
                      <a:pt x="97751" y="4524"/>
                    </a:cubicBezTo>
                    <a:cubicBezTo>
                      <a:pt x="95480" y="4524"/>
                      <a:pt x="89348" y="6086"/>
                      <a:pt x="88439" y="14117"/>
                    </a:cubicBezTo>
                    <a:cubicBezTo>
                      <a:pt x="84351" y="5863"/>
                      <a:pt x="76402" y="63"/>
                      <a:pt x="67317" y="63"/>
                    </a:cubicBezTo>
                    <a:cubicBezTo>
                      <a:pt x="41425" y="63"/>
                      <a:pt x="13262" y="31294"/>
                      <a:pt x="13262" y="63418"/>
                    </a:cubicBezTo>
                    <a:cubicBezTo>
                      <a:pt x="13262" y="85504"/>
                      <a:pt x="27117" y="98666"/>
                      <a:pt x="43469" y="98666"/>
                    </a:cubicBezTo>
                    <a:cubicBezTo>
                      <a:pt x="56870" y="98666"/>
                      <a:pt x="67544" y="88181"/>
                      <a:pt x="69815" y="85727"/>
                    </a:cubicBezTo>
                    <a:lnTo>
                      <a:pt x="70043" y="85950"/>
                    </a:lnTo>
                    <a:cubicBezTo>
                      <a:pt x="65273" y="105804"/>
                      <a:pt x="62548" y="114951"/>
                      <a:pt x="62548" y="115397"/>
                    </a:cubicBezTo>
                    <a:cubicBezTo>
                      <a:pt x="61639" y="117405"/>
                      <a:pt x="53917" y="139490"/>
                      <a:pt x="29842" y="139490"/>
                    </a:cubicBezTo>
                    <a:cubicBezTo>
                      <a:pt x="25527" y="139490"/>
                      <a:pt x="18032" y="139267"/>
                      <a:pt x="11673" y="137259"/>
                    </a:cubicBezTo>
                    <a:cubicBezTo>
                      <a:pt x="18486" y="135251"/>
                      <a:pt x="20984" y="129451"/>
                      <a:pt x="20984" y="125659"/>
                    </a:cubicBezTo>
                    <a:cubicBezTo>
                      <a:pt x="20984" y="122089"/>
                      <a:pt x="18486" y="117851"/>
                      <a:pt x="12354" y="117851"/>
                    </a:cubicBezTo>
                    <a:cubicBezTo>
                      <a:pt x="7357" y="117851"/>
                      <a:pt x="89" y="121866"/>
                      <a:pt x="89" y="130790"/>
                    </a:cubicBezTo>
                    <a:cubicBezTo>
                      <a:pt x="89" y="139936"/>
                      <a:pt x="8493" y="144398"/>
                      <a:pt x="30296" y="144398"/>
                    </a:cubicBezTo>
                    <a:cubicBezTo>
                      <a:pt x="58686" y="144398"/>
                      <a:pt x="75039" y="126997"/>
                      <a:pt x="78446" y="113612"/>
                    </a:cubicBezTo>
                    <a:lnTo>
                      <a:pt x="103656" y="14563"/>
                    </a:lnTo>
                    <a:close/>
                    <a:moveTo>
                      <a:pt x="74131" y="70111"/>
                    </a:moveTo>
                    <a:cubicBezTo>
                      <a:pt x="72768" y="75911"/>
                      <a:pt x="67544" y="81488"/>
                      <a:pt x="62548" y="85727"/>
                    </a:cubicBezTo>
                    <a:cubicBezTo>
                      <a:pt x="57778" y="89742"/>
                      <a:pt x="50737" y="93758"/>
                      <a:pt x="44151" y="93758"/>
                    </a:cubicBezTo>
                    <a:cubicBezTo>
                      <a:pt x="32795" y="93758"/>
                      <a:pt x="29388" y="82157"/>
                      <a:pt x="29388" y="73234"/>
                    </a:cubicBezTo>
                    <a:cubicBezTo>
                      <a:pt x="29388" y="62526"/>
                      <a:pt x="35974" y="36202"/>
                      <a:pt x="42107" y="24825"/>
                    </a:cubicBezTo>
                    <a:cubicBezTo>
                      <a:pt x="48239" y="13894"/>
                      <a:pt x="58005" y="4971"/>
                      <a:pt x="67544" y="4971"/>
                    </a:cubicBezTo>
                    <a:cubicBezTo>
                      <a:pt x="82534" y="4971"/>
                      <a:pt x="85714" y="23040"/>
                      <a:pt x="85714" y="24156"/>
                    </a:cubicBezTo>
                    <a:cubicBezTo>
                      <a:pt x="85714" y="25271"/>
                      <a:pt x="85260" y="26610"/>
                      <a:pt x="85032" y="27502"/>
                    </a:cubicBezTo>
                    <a:lnTo>
                      <a:pt x="74131" y="70111"/>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8" name="Freeform: Shape 67">
                <a:extLst>
                  <a:ext uri="{FF2B5EF4-FFF2-40B4-BE49-F238E27FC236}">
                    <a16:creationId xmlns:a16="http://schemas.microsoft.com/office/drawing/2014/main" id="{CABA0212-32D5-55DB-6B9B-08139A97B882}"/>
                  </a:ext>
                </a:extLst>
              </p:cNvPr>
              <p:cNvSpPr/>
              <p:nvPr>
                <p:custDataLst>
                  <p:tags r:id="rId25"/>
                </p:custDataLst>
              </p:nvPr>
            </p:nvSpPr>
            <p:spPr>
              <a:xfrm>
                <a:off x="9047798" y="5461261"/>
                <a:ext cx="31115" cy="223083"/>
              </a:xfrm>
              <a:custGeom>
                <a:avLst/>
                <a:gdLst>
                  <a:gd name="csX0" fmla="*/ 31210 w 31115"/>
                  <a:gd name="csY0" fmla="*/ 223146 h 223083"/>
                  <a:gd name="csX1" fmla="*/ 31210 w 31115"/>
                  <a:gd name="csY1" fmla="*/ 214223 h 223083"/>
                  <a:gd name="csX2" fmla="*/ 9179 w 31115"/>
                  <a:gd name="csY2" fmla="*/ 214223 h 223083"/>
                  <a:gd name="csX3" fmla="*/ 9179 w 31115"/>
                  <a:gd name="csY3" fmla="*/ 8986 h 223083"/>
                  <a:gd name="csX4" fmla="*/ 31210 w 31115"/>
                  <a:gd name="csY4" fmla="*/ 8986 h 223083"/>
                  <a:gd name="csX5" fmla="*/ 31210 w 31115"/>
                  <a:gd name="csY5" fmla="*/ 63 h 223083"/>
                  <a:gd name="csX6" fmla="*/ 94 w 31115"/>
                  <a:gd name="csY6" fmla="*/ 63 h 223083"/>
                  <a:gd name="csX7" fmla="*/ 94 w 31115"/>
                  <a:gd name="csY7" fmla="*/ 223146 h 223083"/>
                  <a:gd name="csX8" fmla="*/ 31210 w 31115"/>
                  <a:gd name="csY8" fmla="*/ 223146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115" h="223083">
                    <a:moveTo>
                      <a:pt x="31210" y="223146"/>
                    </a:moveTo>
                    <a:lnTo>
                      <a:pt x="31210" y="214223"/>
                    </a:lnTo>
                    <a:lnTo>
                      <a:pt x="9179" y="214223"/>
                    </a:lnTo>
                    <a:lnTo>
                      <a:pt x="9179" y="8986"/>
                    </a:lnTo>
                    <a:lnTo>
                      <a:pt x="31210" y="8986"/>
                    </a:lnTo>
                    <a:lnTo>
                      <a:pt x="31210" y="63"/>
                    </a:lnTo>
                    <a:lnTo>
                      <a:pt x="94" y="63"/>
                    </a:lnTo>
                    <a:lnTo>
                      <a:pt x="94" y="223146"/>
                    </a:lnTo>
                    <a:lnTo>
                      <a:pt x="31210" y="223146"/>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9" name="Freeform: Shape 68">
                <a:extLst>
                  <a:ext uri="{FF2B5EF4-FFF2-40B4-BE49-F238E27FC236}">
                    <a16:creationId xmlns:a16="http://schemas.microsoft.com/office/drawing/2014/main" id="{504F3C42-722C-0AA9-E845-6DF2244B313B}"/>
                  </a:ext>
                </a:extLst>
              </p:cNvPr>
              <p:cNvSpPr/>
              <p:nvPr>
                <p:custDataLst>
                  <p:tags r:id="rId26"/>
                </p:custDataLst>
              </p:nvPr>
            </p:nvSpPr>
            <p:spPr>
              <a:xfrm>
                <a:off x="9092036" y="5476207"/>
                <a:ext cx="165116" cy="152365"/>
              </a:xfrm>
              <a:custGeom>
                <a:avLst/>
                <a:gdLst>
                  <a:gd name="csX0" fmla="*/ 127739 w 165116"/>
                  <a:gd name="csY0" fmla="*/ 25494 h 152365"/>
                  <a:gd name="csX1" fmla="*/ 130919 w 165116"/>
                  <a:gd name="csY1" fmla="*/ 22371 h 152365"/>
                  <a:gd name="csX2" fmla="*/ 160672 w 165116"/>
                  <a:gd name="csY2" fmla="*/ 6978 h 152365"/>
                  <a:gd name="csX3" fmla="*/ 165214 w 165116"/>
                  <a:gd name="csY3" fmla="*/ 2740 h 152365"/>
                  <a:gd name="csX4" fmla="*/ 162261 w 165116"/>
                  <a:gd name="csY4" fmla="*/ 63 h 152365"/>
                  <a:gd name="csX5" fmla="*/ 143638 w 165116"/>
                  <a:gd name="csY5" fmla="*/ 732 h 152365"/>
                  <a:gd name="csX6" fmla="*/ 120925 w 165116"/>
                  <a:gd name="csY6" fmla="*/ 63 h 152365"/>
                  <a:gd name="csX7" fmla="*/ 116610 w 165116"/>
                  <a:gd name="csY7" fmla="*/ 4301 h 152365"/>
                  <a:gd name="csX8" fmla="*/ 120017 w 165116"/>
                  <a:gd name="csY8" fmla="*/ 6978 h 152365"/>
                  <a:gd name="csX9" fmla="*/ 128193 w 165116"/>
                  <a:gd name="csY9" fmla="*/ 12109 h 152365"/>
                  <a:gd name="csX10" fmla="*/ 122061 w 165116"/>
                  <a:gd name="csY10" fmla="*/ 22817 h 152365"/>
                  <a:gd name="csX11" fmla="*/ 69369 w 165116"/>
                  <a:gd name="csY11" fmla="*/ 82381 h 152365"/>
                  <a:gd name="csX12" fmla="*/ 44386 w 165116"/>
                  <a:gd name="csY12" fmla="*/ 16125 h 152365"/>
                  <a:gd name="csX13" fmla="*/ 43023 w 165116"/>
                  <a:gd name="csY13" fmla="*/ 12332 h 152365"/>
                  <a:gd name="csX14" fmla="*/ 56423 w 165116"/>
                  <a:gd name="csY14" fmla="*/ 6978 h 152365"/>
                  <a:gd name="csX15" fmla="*/ 61874 w 165116"/>
                  <a:gd name="csY15" fmla="*/ 2517 h 152365"/>
                  <a:gd name="csX16" fmla="*/ 58467 w 165116"/>
                  <a:gd name="csY16" fmla="*/ 63 h 152365"/>
                  <a:gd name="csX17" fmla="*/ 29850 w 165116"/>
                  <a:gd name="csY17" fmla="*/ 732 h 152365"/>
                  <a:gd name="csX18" fmla="*/ 4413 w 165116"/>
                  <a:gd name="csY18" fmla="*/ 63 h 152365"/>
                  <a:gd name="csX19" fmla="*/ 97 w 165116"/>
                  <a:gd name="csY19" fmla="*/ 4524 h 152365"/>
                  <a:gd name="csX20" fmla="*/ 5321 w 165116"/>
                  <a:gd name="csY20" fmla="*/ 6978 h 152365"/>
                  <a:gd name="csX21" fmla="*/ 21901 w 165116"/>
                  <a:gd name="csY21" fmla="*/ 14563 h 152365"/>
                  <a:gd name="csX22" fmla="*/ 49837 w 165116"/>
                  <a:gd name="csY22" fmla="*/ 87958 h 152365"/>
                  <a:gd name="csX23" fmla="*/ 50745 w 165116"/>
                  <a:gd name="csY23" fmla="*/ 91750 h 152365"/>
                  <a:gd name="csX24" fmla="*/ 40525 w 165116"/>
                  <a:gd name="csY24" fmla="*/ 132351 h 152365"/>
                  <a:gd name="csX25" fmla="*/ 19175 w 165116"/>
                  <a:gd name="csY25" fmla="*/ 145513 h 152365"/>
                  <a:gd name="csX26" fmla="*/ 13043 w 165116"/>
                  <a:gd name="csY26" fmla="*/ 149975 h 152365"/>
                  <a:gd name="csX27" fmla="*/ 16223 w 165116"/>
                  <a:gd name="csY27" fmla="*/ 152429 h 152365"/>
                  <a:gd name="csX28" fmla="*/ 44840 w 165116"/>
                  <a:gd name="csY28" fmla="*/ 151760 h 152365"/>
                  <a:gd name="csX29" fmla="*/ 73911 w 165116"/>
                  <a:gd name="csY29" fmla="*/ 152429 h 152365"/>
                  <a:gd name="csX30" fmla="*/ 78227 w 165116"/>
                  <a:gd name="csY30" fmla="*/ 147967 h 152365"/>
                  <a:gd name="csX31" fmla="*/ 71867 w 165116"/>
                  <a:gd name="csY31" fmla="*/ 145513 h 152365"/>
                  <a:gd name="csX32" fmla="*/ 63237 w 165116"/>
                  <a:gd name="csY32" fmla="*/ 145067 h 152365"/>
                  <a:gd name="csX33" fmla="*/ 57105 w 165116"/>
                  <a:gd name="csY33" fmla="*/ 141498 h 152365"/>
                  <a:gd name="csX34" fmla="*/ 60284 w 165116"/>
                  <a:gd name="csY34" fmla="*/ 127443 h 152365"/>
                  <a:gd name="csX35" fmla="*/ 68233 w 165116"/>
                  <a:gd name="csY35" fmla="*/ 95989 h 152365"/>
                  <a:gd name="csX36" fmla="*/ 71413 w 165116"/>
                  <a:gd name="csY36" fmla="*/ 89073 h 152365"/>
                  <a:gd name="csX37" fmla="*/ 127739 w 165116"/>
                  <a:gd name="csY37" fmla="*/ 25494 h 1523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65116" h="152365">
                    <a:moveTo>
                      <a:pt x="127739" y="25494"/>
                    </a:moveTo>
                    <a:lnTo>
                      <a:pt x="130919" y="22371"/>
                    </a:lnTo>
                    <a:cubicBezTo>
                      <a:pt x="137732" y="15679"/>
                      <a:pt x="145227" y="8094"/>
                      <a:pt x="160672" y="6978"/>
                    </a:cubicBezTo>
                    <a:cubicBezTo>
                      <a:pt x="163170" y="6755"/>
                      <a:pt x="165214" y="6755"/>
                      <a:pt x="165214" y="2740"/>
                    </a:cubicBezTo>
                    <a:cubicBezTo>
                      <a:pt x="165214" y="955"/>
                      <a:pt x="164078" y="63"/>
                      <a:pt x="162261" y="63"/>
                    </a:cubicBezTo>
                    <a:cubicBezTo>
                      <a:pt x="156356" y="63"/>
                      <a:pt x="149770" y="732"/>
                      <a:pt x="143638" y="732"/>
                    </a:cubicBezTo>
                    <a:cubicBezTo>
                      <a:pt x="136143" y="732"/>
                      <a:pt x="128193" y="63"/>
                      <a:pt x="120925" y="63"/>
                    </a:cubicBezTo>
                    <a:cubicBezTo>
                      <a:pt x="119563" y="63"/>
                      <a:pt x="116610" y="63"/>
                      <a:pt x="116610" y="4301"/>
                    </a:cubicBezTo>
                    <a:cubicBezTo>
                      <a:pt x="116610" y="6755"/>
                      <a:pt x="118881" y="6978"/>
                      <a:pt x="120017" y="6978"/>
                    </a:cubicBezTo>
                    <a:cubicBezTo>
                      <a:pt x="121607" y="6978"/>
                      <a:pt x="128193" y="7425"/>
                      <a:pt x="128193" y="12109"/>
                    </a:cubicBezTo>
                    <a:cubicBezTo>
                      <a:pt x="128193" y="15902"/>
                      <a:pt x="122970" y="21702"/>
                      <a:pt x="122061" y="22817"/>
                    </a:cubicBezTo>
                    <a:lnTo>
                      <a:pt x="69369" y="82381"/>
                    </a:lnTo>
                    <a:lnTo>
                      <a:pt x="44386" y="16125"/>
                    </a:lnTo>
                    <a:cubicBezTo>
                      <a:pt x="43023" y="13002"/>
                      <a:pt x="43023" y="12555"/>
                      <a:pt x="43023" y="12332"/>
                    </a:cubicBezTo>
                    <a:cubicBezTo>
                      <a:pt x="43023" y="6978"/>
                      <a:pt x="54152" y="6978"/>
                      <a:pt x="56423" y="6978"/>
                    </a:cubicBezTo>
                    <a:cubicBezTo>
                      <a:pt x="59603" y="6978"/>
                      <a:pt x="61874" y="6978"/>
                      <a:pt x="61874" y="2517"/>
                    </a:cubicBezTo>
                    <a:cubicBezTo>
                      <a:pt x="61874" y="63"/>
                      <a:pt x="59149" y="63"/>
                      <a:pt x="58467" y="63"/>
                    </a:cubicBezTo>
                    <a:cubicBezTo>
                      <a:pt x="52108" y="63"/>
                      <a:pt x="36209" y="732"/>
                      <a:pt x="29850" y="732"/>
                    </a:cubicBezTo>
                    <a:cubicBezTo>
                      <a:pt x="24172" y="732"/>
                      <a:pt x="10091" y="63"/>
                      <a:pt x="4413" y="63"/>
                    </a:cubicBezTo>
                    <a:cubicBezTo>
                      <a:pt x="3050" y="63"/>
                      <a:pt x="97" y="63"/>
                      <a:pt x="97" y="4524"/>
                    </a:cubicBezTo>
                    <a:cubicBezTo>
                      <a:pt x="97" y="6978"/>
                      <a:pt x="2368" y="6978"/>
                      <a:pt x="5321" y="6978"/>
                    </a:cubicBezTo>
                    <a:cubicBezTo>
                      <a:pt x="18948" y="6978"/>
                      <a:pt x="19857" y="8986"/>
                      <a:pt x="21901" y="14563"/>
                    </a:cubicBezTo>
                    <a:lnTo>
                      <a:pt x="49837" y="87958"/>
                    </a:lnTo>
                    <a:cubicBezTo>
                      <a:pt x="50064" y="88627"/>
                      <a:pt x="50745" y="91081"/>
                      <a:pt x="50745" y="91750"/>
                    </a:cubicBezTo>
                    <a:cubicBezTo>
                      <a:pt x="50745" y="92419"/>
                      <a:pt x="41660" y="128336"/>
                      <a:pt x="40525" y="132351"/>
                    </a:cubicBezTo>
                    <a:cubicBezTo>
                      <a:pt x="37572" y="144621"/>
                      <a:pt x="37345" y="145290"/>
                      <a:pt x="19175" y="145513"/>
                    </a:cubicBezTo>
                    <a:cubicBezTo>
                      <a:pt x="14860" y="145513"/>
                      <a:pt x="13043" y="145513"/>
                      <a:pt x="13043" y="149975"/>
                    </a:cubicBezTo>
                    <a:cubicBezTo>
                      <a:pt x="13043" y="152429"/>
                      <a:pt x="15769" y="152429"/>
                      <a:pt x="16223" y="152429"/>
                    </a:cubicBezTo>
                    <a:cubicBezTo>
                      <a:pt x="22582" y="152429"/>
                      <a:pt x="38481" y="151760"/>
                      <a:pt x="44840" y="151760"/>
                    </a:cubicBezTo>
                    <a:cubicBezTo>
                      <a:pt x="51199" y="151760"/>
                      <a:pt x="67552" y="152429"/>
                      <a:pt x="73911" y="152429"/>
                    </a:cubicBezTo>
                    <a:cubicBezTo>
                      <a:pt x="75501" y="152429"/>
                      <a:pt x="78227" y="152429"/>
                      <a:pt x="78227" y="147967"/>
                    </a:cubicBezTo>
                    <a:cubicBezTo>
                      <a:pt x="78227" y="145513"/>
                      <a:pt x="76183" y="145513"/>
                      <a:pt x="71867" y="145513"/>
                    </a:cubicBezTo>
                    <a:cubicBezTo>
                      <a:pt x="71413" y="145513"/>
                      <a:pt x="67098" y="145513"/>
                      <a:pt x="63237" y="145067"/>
                    </a:cubicBezTo>
                    <a:cubicBezTo>
                      <a:pt x="58467" y="144621"/>
                      <a:pt x="57105" y="144175"/>
                      <a:pt x="57105" y="141498"/>
                    </a:cubicBezTo>
                    <a:cubicBezTo>
                      <a:pt x="57105" y="139936"/>
                      <a:pt x="59149" y="132128"/>
                      <a:pt x="60284" y="127443"/>
                    </a:cubicBezTo>
                    <a:lnTo>
                      <a:pt x="68233" y="95989"/>
                    </a:lnTo>
                    <a:cubicBezTo>
                      <a:pt x="69369" y="91750"/>
                      <a:pt x="69596" y="91081"/>
                      <a:pt x="71413" y="89073"/>
                    </a:cubicBezTo>
                    <a:lnTo>
                      <a:pt x="127739" y="25494"/>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0" name="Freeform: Shape 69">
                <a:extLst>
                  <a:ext uri="{FF2B5EF4-FFF2-40B4-BE49-F238E27FC236}">
                    <a16:creationId xmlns:a16="http://schemas.microsoft.com/office/drawing/2014/main" id="{E88009FC-F906-E17C-0174-2E34757EDB13}"/>
                  </a:ext>
                </a:extLst>
              </p:cNvPr>
              <p:cNvSpPr/>
              <p:nvPr>
                <p:custDataLst>
                  <p:tags r:id="rId27"/>
                </p:custDataLst>
              </p:nvPr>
            </p:nvSpPr>
            <p:spPr>
              <a:xfrm>
                <a:off x="9224529" y="5558346"/>
                <a:ext cx="73132" cy="106812"/>
              </a:xfrm>
              <a:custGeom>
                <a:avLst/>
                <a:gdLst>
                  <a:gd name="csX0" fmla="*/ 34921 w 73132"/>
                  <a:gd name="csY0" fmla="*/ 51597 h 106812"/>
                  <a:gd name="csX1" fmla="*/ 56225 w 73132"/>
                  <a:gd name="csY1" fmla="*/ 76738 h 106812"/>
                  <a:gd name="csX2" fmla="*/ 35557 w 73132"/>
                  <a:gd name="csY2" fmla="*/ 101880 h 106812"/>
                  <a:gd name="csX3" fmla="*/ 8529 w 73132"/>
                  <a:gd name="csY3" fmla="*/ 90948 h 106812"/>
                  <a:gd name="csX4" fmla="*/ 17750 w 73132"/>
                  <a:gd name="csY4" fmla="*/ 82204 h 106812"/>
                  <a:gd name="csX5" fmla="*/ 9006 w 73132"/>
                  <a:gd name="csY5" fmla="*/ 73615 h 106812"/>
                  <a:gd name="csX6" fmla="*/ 103 w 73132"/>
                  <a:gd name="csY6" fmla="*/ 82672 h 106812"/>
                  <a:gd name="csX7" fmla="*/ 35875 w 73132"/>
                  <a:gd name="csY7" fmla="*/ 106877 h 106812"/>
                  <a:gd name="csX8" fmla="*/ 73236 w 73132"/>
                  <a:gd name="csY8" fmla="*/ 76738 h 106812"/>
                  <a:gd name="csX9" fmla="*/ 45573 w 73132"/>
                  <a:gd name="csY9" fmla="*/ 48786 h 106812"/>
                  <a:gd name="csX10" fmla="*/ 68307 w 73132"/>
                  <a:gd name="csY10" fmla="*/ 21614 h 106812"/>
                  <a:gd name="csX11" fmla="*/ 36192 w 73132"/>
                  <a:gd name="csY11" fmla="*/ 64 h 106812"/>
                  <a:gd name="csX12" fmla="*/ 5032 w 73132"/>
                  <a:gd name="csY12" fmla="*/ 20989 h 106812"/>
                  <a:gd name="csX13" fmla="*/ 13299 w 73132"/>
                  <a:gd name="csY13" fmla="*/ 29266 h 106812"/>
                  <a:gd name="csX14" fmla="*/ 21407 w 73132"/>
                  <a:gd name="csY14" fmla="*/ 21302 h 106812"/>
                  <a:gd name="csX15" fmla="*/ 13299 w 73132"/>
                  <a:gd name="csY15" fmla="*/ 13182 h 106812"/>
                  <a:gd name="csX16" fmla="*/ 35716 w 73132"/>
                  <a:gd name="csY16" fmla="*/ 4593 h 106812"/>
                  <a:gd name="csX17" fmla="*/ 52886 w 73132"/>
                  <a:gd name="csY17" fmla="*/ 21614 h 106812"/>
                  <a:gd name="csX18" fmla="*/ 46526 w 73132"/>
                  <a:gd name="csY18" fmla="*/ 40197 h 106812"/>
                  <a:gd name="csX19" fmla="*/ 28879 w 73132"/>
                  <a:gd name="csY19" fmla="*/ 46912 h 106812"/>
                  <a:gd name="csX20" fmla="*/ 23792 w 73132"/>
                  <a:gd name="csY20" fmla="*/ 47380 h 106812"/>
                  <a:gd name="csX21" fmla="*/ 22202 w 73132"/>
                  <a:gd name="csY21" fmla="*/ 49410 h 106812"/>
                  <a:gd name="csX22" fmla="*/ 26335 w 73132"/>
                  <a:gd name="csY22" fmla="*/ 51597 h 106812"/>
                  <a:gd name="csX23" fmla="*/ 34921 w 73132"/>
                  <a:gd name="csY23" fmla="*/ 51597 h 1068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73132" h="106812">
                    <a:moveTo>
                      <a:pt x="34921" y="51597"/>
                    </a:moveTo>
                    <a:cubicBezTo>
                      <a:pt x="47321" y="51597"/>
                      <a:pt x="56225" y="60029"/>
                      <a:pt x="56225" y="76738"/>
                    </a:cubicBezTo>
                    <a:cubicBezTo>
                      <a:pt x="56225" y="96102"/>
                      <a:pt x="44778" y="101880"/>
                      <a:pt x="35557" y="101880"/>
                    </a:cubicBezTo>
                    <a:cubicBezTo>
                      <a:pt x="29197" y="101880"/>
                      <a:pt x="15207" y="100162"/>
                      <a:pt x="8529" y="90948"/>
                    </a:cubicBezTo>
                    <a:cubicBezTo>
                      <a:pt x="16001" y="90636"/>
                      <a:pt x="17750" y="85483"/>
                      <a:pt x="17750" y="82204"/>
                    </a:cubicBezTo>
                    <a:cubicBezTo>
                      <a:pt x="17750" y="77207"/>
                      <a:pt x="13935" y="73615"/>
                      <a:pt x="9006" y="73615"/>
                    </a:cubicBezTo>
                    <a:cubicBezTo>
                      <a:pt x="4555" y="73615"/>
                      <a:pt x="103" y="76270"/>
                      <a:pt x="103" y="82672"/>
                    </a:cubicBezTo>
                    <a:cubicBezTo>
                      <a:pt x="103" y="97351"/>
                      <a:pt x="16637" y="106877"/>
                      <a:pt x="35875" y="106877"/>
                    </a:cubicBezTo>
                    <a:cubicBezTo>
                      <a:pt x="57973" y="106877"/>
                      <a:pt x="73236" y="92354"/>
                      <a:pt x="73236" y="76738"/>
                    </a:cubicBezTo>
                    <a:cubicBezTo>
                      <a:pt x="73236" y="64558"/>
                      <a:pt x="63061" y="52377"/>
                      <a:pt x="45573" y="48786"/>
                    </a:cubicBezTo>
                    <a:cubicBezTo>
                      <a:pt x="62266" y="42852"/>
                      <a:pt x="68307" y="31140"/>
                      <a:pt x="68307" y="21614"/>
                    </a:cubicBezTo>
                    <a:cubicBezTo>
                      <a:pt x="68307" y="9278"/>
                      <a:pt x="53840" y="64"/>
                      <a:pt x="36192" y="64"/>
                    </a:cubicBezTo>
                    <a:cubicBezTo>
                      <a:pt x="18545" y="64"/>
                      <a:pt x="5032" y="8497"/>
                      <a:pt x="5032" y="20989"/>
                    </a:cubicBezTo>
                    <a:cubicBezTo>
                      <a:pt x="5032" y="26299"/>
                      <a:pt x="8529" y="29266"/>
                      <a:pt x="13299" y="29266"/>
                    </a:cubicBezTo>
                    <a:cubicBezTo>
                      <a:pt x="18227" y="29266"/>
                      <a:pt x="21407" y="25674"/>
                      <a:pt x="21407" y="21302"/>
                    </a:cubicBezTo>
                    <a:cubicBezTo>
                      <a:pt x="21407" y="16773"/>
                      <a:pt x="18227" y="13494"/>
                      <a:pt x="13299" y="13182"/>
                    </a:cubicBezTo>
                    <a:cubicBezTo>
                      <a:pt x="18863" y="6311"/>
                      <a:pt x="29833" y="4593"/>
                      <a:pt x="35716" y="4593"/>
                    </a:cubicBezTo>
                    <a:cubicBezTo>
                      <a:pt x="42870" y="4593"/>
                      <a:pt x="52886" y="8028"/>
                      <a:pt x="52886" y="21614"/>
                    </a:cubicBezTo>
                    <a:cubicBezTo>
                      <a:pt x="52886" y="28173"/>
                      <a:pt x="50660" y="35356"/>
                      <a:pt x="46526" y="40197"/>
                    </a:cubicBezTo>
                    <a:cubicBezTo>
                      <a:pt x="41280" y="46131"/>
                      <a:pt x="36828" y="46443"/>
                      <a:pt x="28879" y="46912"/>
                    </a:cubicBezTo>
                    <a:cubicBezTo>
                      <a:pt x="24905" y="47224"/>
                      <a:pt x="24587" y="47224"/>
                      <a:pt x="23792" y="47380"/>
                    </a:cubicBezTo>
                    <a:cubicBezTo>
                      <a:pt x="23474" y="47380"/>
                      <a:pt x="22202" y="47693"/>
                      <a:pt x="22202" y="49410"/>
                    </a:cubicBezTo>
                    <a:cubicBezTo>
                      <a:pt x="22202" y="51597"/>
                      <a:pt x="23633" y="51597"/>
                      <a:pt x="26335" y="51597"/>
                    </a:cubicBezTo>
                    <a:lnTo>
                      <a:pt x="34921" y="51597"/>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1" name="Freeform: Shape 70">
                <a:extLst>
                  <a:ext uri="{FF2B5EF4-FFF2-40B4-BE49-F238E27FC236}">
                    <a16:creationId xmlns:a16="http://schemas.microsoft.com/office/drawing/2014/main" id="{358D3FD3-404E-CB9F-90D2-2FFBB73C3453}"/>
                  </a:ext>
                </a:extLst>
              </p:cNvPr>
              <p:cNvSpPr/>
              <p:nvPr>
                <p:custDataLst>
                  <p:tags r:id="rId28"/>
                </p:custDataLst>
              </p:nvPr>
            </p:nvSpPr>
            <p:spPr>
              <a:xfrm>
                <a:off x="9322830" y="5461261"/>
                <a:ext cx="31115" cy="223083"/>
              </a:xfrm>
              <a:custGeom>
                <a:avLst/>
                <a:gdLst>
                  <a:gd name="csX0" fmla="*/ 31223 w 31115"/>
                  <a:gd name="csY0" fmla="*/ 63 h 223083"/>
                  <a:gd name="csX1" fmla="*/ 108 w 31115"/>
                  <a:gd name="csY1" fmla="*/ 63 h 223083"/>
                  <a:gd name="csX2" fmla="*/ 108 w 31115"/>
                  <a:gd name="csY2" fmla="*/ 8986 h 223083"/>
                  <a:gd name="csX3" fmla="*/ 22138 w 31115"/>
                  <a:gd name="csY3" fmla="*/ 8986 h 223083"/>
                  <a:gd name="csX4" fmla="*/ 22138 w 31115"/>
                  <a:gd name="csY4" fmla="*/ 214223 h 223083"/>
                  <a:gd name="csX5" fmla="*/ 108 w 31115"/>
                  <a:gd name="csY5" fmla="*/ 214223 h 223083"/>
                  <a:gd name="csX6" fmla="*/ 108 w 31115"/>
                  <a:gd name="csY6" fmla="*/ 223146 h 223083"/>
                  <a:gd name="csX7" fmla="*/ 31223 w 31115"/>
                  <a:gd name="csY7" fmla="*/ 223146 h 223083"/>
                  <a:gd name="csX8" fmla="*/ 31223 w 31115"/>
                  <a:gd name="csY8" fmla="*/ 63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115" h="223083">
                    <a:moveTo>
                      <a:pt x="31223" y="63"/>
                    </a:moveTo>
                    <a:lnTo>
                      <a:pt x="108" y="63"/>
                    </a:lnTo>
                    <a:lnTo>
                      <a:pt x="108" y="8986"/>
                    </a:lnTo>
                    <a:lnTo>
                      <a:pt x="22138" y="8986"/>
                    </a:lnTo>
                    <a:lnTo>
                      <a:pt x="22138" y="214223"/>
                    </a:lnTo>
                    <a:lnTo>
                      <a:pt x="108" y="214223"/>
                    </a:lnTo>
                    <a:lnTo>
                      <a:pt x="108" y="223146"/>
                    </a:lnTo>
                    <a:lnTo>
                      <a:pt x="31223" y="223146"/>
                    </a:lnTo>
                    <a:lnTo>
                      <a:pt x="31223" y="63"/>
                    </a:lnTo>
                    <a:close/>
                  </a:path>
                </a:pathLst>
              </a:custGeom>
              <a:grpFill/>
              <a:ln w="226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07" name="Group 106" descr="\documentclass{article}&#10;\usepackage{amsmath}&#10;\pagestyle{empty}&#10;\begin{document}&#10;&#10;$Y_3$&#10;&#10;&#10;&#10;\end{document}" title="IguanaTex Shape Display">
              <a:extLst>
                <a:ext uri="{FF2B5EF4-FFF2-40B4-BE49-F238E27FC236}">
                  <a16:creationId xmlns:a16="http://schemas.microsoft.com/office/drawing/2014/main" id="{34C28275-114A-6B5A-61B0-80C166AEE509}"/>
                </a:ext>
              </a:extLst>
            </p:cNvPr>
            <p:cNvGrpSpPr>
              <a:grpSpLocks noChangeAspect="1"/>
            </p:cNvGrpSpPr>
            <p:nvPr>
              <p:custDataLst>
                <p:tags r:id="rId19"/>
              </p:custDataLst>
            </p:nvPr>
          </p:nvGrpSpPr>
          <p:grpSpPr>
            <a:xfrm>
              <a:off x="5918200" y="4267200"/>
              <a:ext cx="201969" cy="199852"/>
              <a:chOff x="7643742" y="5592553"/>
              <a:chExt cx="201969" cy="199852"/>
            </a:xfrm>
          </p:grpSpPr>
          <p:sp>
            <p:nvSpPr>
              <p:cNvPr id="105" name="Freeform: Shape 104">
                <a:extLst>
                  <a:ext uri="{FF2B5EF4-FFF2-40B4-BE49-F238E27FC236}">
                    <a16:creationId xmlns:a16="http://schemas.microsoft.com/office/drawing/2014/main" id="{516C323A-433F-D892-3170-F3B4E9263B17}"/>
                  </a:ext>
                </a:extLst>
              </p:cNvPr>
              <p:cNvSpPr/>
              <p:nvPr>
                <p:custDataLst>
                  <p:tags r:id="rId20"/>
                </p:custDataLst>
              </p:nvPr>
            </p:nvSpPr>
            <p:spPr>
              <a:xfrm>
                <a:off x="7643742" y="5592553"/>
                <a:ext cx="162180" cy="161156"/>
              </a:xfrm>
              <a:custGeom>
                <a:avLst/>
                <a:gdLst>
                  <a:gd name="csX0" fmla="*/ 125449 w 162180"/>
                  <a:gd name="csY0" fmla="*/ 26962 h 161156"/>
                  <a:gd name="csX1" fmla="*/ 128572 w 162180"/>
                  <a:gd name="csY1" fmla="*/ 23658 h 161156"/>
                  <a:gd name="csX2" fmla="*/ 157796 w 162180"/>
                  <a:gd name="csY2" fmla="*/ 7377 h 161156"/>
                  <a:gd name="csX3" fmla="*/ 162258 w 162180"/>
                  <a:gd name="csY3" fmla="*/ 2894 h 161156"/>
                  <a:gd name="csX4" fmla="*/ 159358 w 162180"/>
                  <a:gd name="csY4" fmla="*/ 63 h 161156"/>
                  <a:gd name="csX5" fmla="*/ 141065 w 162180"/>
                  <a:gd name="csY5" fmla="*/ 771 h 161156"/>
                  <a:gd name="csX6" fmla="*/ 118757 w 162180"/>
                  <a:gd name="csY6" fmla="*/ 63 h 161156"/>
                  <a:gd name="csX7" fmla="*/ 114518 w 162180"/>
                  <a:gd name="csY7" fmla="*/ 4546 h 161156"/>
                  <a:gd name="csX8" fmla="*/ 117864 w 162180"/>
                  <a:gd name="csY8" fmla="*/ 7377 h 161156"/>
                  <a:gd name="csX9" fmla="*/ 125895 w 162180"/>
                  <a:gd name="csY9" fmla="*/ 12804 h 161156"/>
                  <a:gd name="csX10" fmla="*/ 119872 w 162180"/>
                  <a:gd name="csY10" fmla="*/ 24130 h 161156"/>
                  <a:gd name="csX11" fmla="*/ 68117 w 162180"/>
                  <a:gd name="csY11" fmla="*/ 87130 h 161156"/>
                  <a:gd name="csX12" fmla="*/ 43578 w 162180"/>
                  <a:gd name="csY12" fmla="*/ 17051 h 161156"/>
                  <a:gd name="csX13" fmla="*/ 42239 w 162180"/>
                  <a:gd name="csY13" fmla="*/ 13040 h 161156"/>
                  <a:gd name="csX14" fmla="*/ 55401 w 162180"/>
                  <a:gd name="csY14" fmla="*/ 7377 h 161156"/>
                  <a:gd name="csX15" fmla="*/ 60755 w 162180"/>
                  <a:gd name="csY15" fmla="*/ 2658 h 161156"/>
                  <a:gd name="csX16" fmla="*/ 57409 w 162180"/>
                  <a:gd name="csY16" fmla="*/ 63 h 161156"/>
                  <a:gd name="csX17" fmla="*/ 29301 w 162180"/>
                  <a:gd name="csY17" fmla="*/ 771 h 161156"/>
                  <a:gd name="csX18" fmla="*/ 4315 w 162180"/>
                  <a:gd name="csY18" fmla="*/ 63 h 161156"/>
                  <a:gd name="csX19" fmla="*/ 77 w 162180"/>
                  <a:gd name="csY19" fmla="*/ 4782 h 161156"/>
                  <a:gd name="csX20" fmla="*/ 5208 w 162180"/>
                  <a:gd name="csY20" fmla="*/ 7377 h 161156"/>
                  <a:gd name="csX21" fmla="*/ 21493 w 162180"/>
                  <a:gd name="csY21" fmla="*/ 15400 h 161156"/>
                  <a:gd name="csX22" fmla="*/ 48932 w 162180"/>
                  <a:gd name="csY22" fmla="*/ 93029 h 161156"/>
                  <a:gd name="csX23" fmla="*/ 49824 w 162180"/>
                  <a:gd name="csY23" fmla="*/ 97040 h 161156"/>
                  <a:gd name="csX24" fmla="*/ 39785 w 162180"/>
                  <a:gd name="csY24" fmla="*/ 139983 h 161156"/>
                  <a:gd name="csX25" fmla="*/ 18816 w 162180"/>
                  <a:gd name="csY25" fmla="*/ 153905 h 161156"/>
                  <a:gd name="csX26" fmla="*/ 12792 w 162180"/>
                  <a:gd name="csY26" fmla="*/ 158624 h 161156"/>
                  <a:gd name="csX27" fmla="*/ 15916 w 162180"/>
                  <a:gd name="csY27" fmla="*/ 161219 h 161156"/>
                  <a:gd name="csX28" fmla="*/ 44024 w 162180"/>
                  <a:gd name="csY28" fmla="*/ 160511 h 161156"/>
                  <a:gd name="csX29" fmla="*/ 72579 w 162180"/>
                  <a:gd name="csY29" fmla="*/ 161219 h 161156"/>
                  <a:gd name="csX30" fmla="*/ 76817 w 162180"/>
                  <a:gd name="csY30" fmla="*/ 156500 h 161156"/>
                  <a:gd name="csX31" fmla="*/ 70571 w 162180"/>
                  <a:gd name="csY31" fmla="*/ 153905 h 161156"/>
                  <a:gd name="csX32" fmla="*/ 62094 w 162180"/>
                  <a:gd name="csY32" fmla="*/ 153433 h 161156"/>
                  <a:gd name="csX33" fmla="*/ 56070 w 162180"/>
                  <a:gd name="csY33" fmla="*/ 149658 h 161156"/>
                  <a:gd name="csX34" fmla="*/ 59194 w 162180"/>
                  <a:gd name="csY34" fmla="*/ 134792 h 161156"/>
                  <a:gd name="csX35" fmla="*/ 67001 w 162180"/>
                  <a:gd name="csY35" fmla="*/ 101523 h 161156"/>
                  <a:gd name="csX36" fmla="*/ 70125 w 162180"/>
                  <a:gd name="csY36" fmla="*/ 94208 h 161156"/>
                  <a:gd name="csX37" fmla="*/ 125449 w 162180"/>
                  <a:gd name="csY37" fmla="*/ 26962 h 1611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62180" h="161156">
                    <a:moveTo>
                      <a:pt x="125449" y="26962"/>
                    </a:moveTo>
                    <a:lnTo>
                      <a:pt x="128572" y="23658"/>
                    </a:lnTo>
                    <a:cubicBezTo>
                      <a:pt x="135265" y="16580"/>
                      <a:pt x="142626" y="8557"/>
                      <a:pt x="157796" y="7377"/>
                    </a:cubicBezTo>
                    <a:cubicBezTo>
                      <a:pt x="160250" y="7141"/>
                      <a:pt x="162258" y="7141"/>
                      <a:pt x="162258" y="2894"/>
                    </a:cubicBezTo>
                    <a:cubicBezTo>
                      <a:pt x="162258" y="1007"/>
                      <a:pt x="161142" y="63"/>
                      <a:pt x="159358" y="63"/>
                    </a:cubicBezTo>
                    <a:cubicBezTo>
                      <a:pt x="153557" y="63"/>
                      <a:pt x="147088" y="771"/>
                      <a:pt x="141065" y="771"/>
                    </a:cubicBezTo>
                    <a:cubicBezTo>
                      <a:pt x="133703" y="771"/>
                      <a:pt x="125895" y="63"/>
                      <a:pt x="118757" y="63"/>
                    </a:cubicBezTo>
                    <a:cubicBezTo>
                      <a:pt x="117418" y="63"/>
                      <a:pt x="114518" y="63"/>
                      <a:pt x="114518" y="4546"/>
                    </a:cubicBezTo>
                    <a:cubicBezTo>
                      <a:pt x="114518" y="7141"/>
                      <a:pt x="116749" y="7377"/>
                      <a:pt x="117864" y="7377"/>
                    </a:cubicBezTo>
                    <a:cubicBezTo>
                      <a:pt x="119426" y="7377"/>
                      <a:pt x="125895" y="7849"/>
                      <a:pt x="125895" y="12804"/>
                    </a:cubicBezTo>
                    <a:cubicBezTo>
                      <a:pt x="125895" y="16815"/>
                      <a:pt x="120764" y="22950"/>
                      <a:pt x="119872" y="24130"/>
                    </a:cubicBezTo>
                    <a:lnTo>
                      <a:pt x="68117" y="87130"/>
                    </a:lnTo>
                    <a:lnTo>
                      <a:pt x="43578" y="17051"/>
                    </a:lnTo>
                    <a:cubicBezTo>
                      <a:pt x="42239" y="13748"/>
                      <a:pt x="42239" y="13276"/>
                      <a:pt x="42239" y="13040"/>
                    </a:cubicBezTo>
                    <a:cubicBezTo>
                      <a:pt x="42239" y="7377"/>
                      <a:pt x="53170" y="7377"/>
                      <a:pt x="55401" y="7377"/>
                    </a:cubicBezTo>
                    <a:cubicBezTo>
                      <a:pt x="58524" y="7377"/>
                      <a:pt x="60755" y="7377"/>
                      <a:pt x="60755" y="2658"/>
                    </a:cubicBezTo>
                    <a:cubicBezTo>
                      <a:pt x="60755" y="63"/>
                      <a:pt x="58078" y="63"/>
                      <a:pt x="57409" y="63"/>
                    </a:cubicBezTo>
                    <a:cubicBezTo>
                      <a:pt x="51163" y="63"/>
                      <a:pt x="35547" y="771"/>
                      <a:pt x="29301" y="771"/>
                    </a:cubicBezTo>
                    <a:cubicBezTo>
                      <a:pt x="23723" y="771"/>
                      <a:pt x="9892" y="63"/>
                      <a:pt x="4315" y="63"/>
                    </a:cubicBezTo>
                    <a:cubicBezTo>
                      <a:pt x="2977" y="63"/>
                      <a:pt x="77" y="63"/>
                      <a:pt x="77" y="4782"/>
                    </a:cubicBezTo>
                    <a:cubicBezTo>
                      <a:pt x="77" y="7377"/>
                      <a:pt x="2308" y="7377"/>
                      <a:pt x="5208" y="7377"/>
                    </a:cubicBezTo>
                    <a:cubicBezTo>
                      <a:pt x="18593" y="7377"/>
                      <a:pt x="19485" y="9501"/>
                      <a:pt x="21493" y="15400"/>
                    </a:cubicBezTo>
                    <a:lnTo>
                      <a:pt x="48932" y="93029"/>
                    </a:lnTo>
                    <a:cubicBezTo>
                      <a:pt x="49155" y="93736"/>
                      <a:pt x="49824" y="96332"/>
                      <a:pt x="49824" y="97040"/>
                    </a:cubicBezTo>
                    <a:cubicBezTo>
                      <a:pt x="49824" y="97748"/>
                      <a:pt x="40901" y="135736"/>
                      <a:pt x="39785" y="139983"/>
                    </a:cubicBezTo>
                    <a:cubicBezTo>
                      <a:pt x="36885" y="152961"/>
                      <a:pt x="36662" y="153669"/>
                      <a:pt x="18816" y="153905"/>
                    </a:cubicBezTo>
                    <a:cubicBezTo>
                      <a:pt x="14577" y="153905"/>
                      <a:pt x="12792" y="153905"/>
                      <a:pt x="12792" y="158624"/>
                    </a:cubicBezTo>
                    <a:cubicBezTo>
                      <a:pt x="12792" y="161219"/>
                      <a:pt x="15469" y="161219"/>
                      <a:pt x="15916" y="161219"/>
                    </a:cubicBezTo>
                    <a:cubicBezTo>
                      <a:pt x="22162" y="161219"/>
                      <a:pt x="37778" y="160511"/>
                      <a:pt x="44024" y="160511"/>
                    </a:cubicBezTo>
                    <a:cubicBezTo>
                      <a:pt x="50270" y="160511"/>
                      <a:pt x="66332" y="161219"/>
                      <a:pt x="72579" y="161219"/>
                    </a:cubicBezTo>
                    <a:cubicBezTo>
                      <a:pt x="74140" y="161219"/>
                      <a:pt x="76817" y="161219"/>
                      <a:pt x="76817" y="156500"/>
                    </a:cubicBezTo>
                    <a:cubicBezTo>
                      <a:pt x="76817" y="153905"/>
                      <a:pt x="74809" y="153905"/>
                      <a:pt x="70571" y="153905"/>
                    </a:cubicBezTo>
                    <a:cubicBezTo>
                      <a:pt x="70125" y="153905"/>
                      <a:pt x="65886" y="153905"/>
                      <a:pt x="62094" y="153433"/>
                    </a:cubicBezTo>
                    <a:cubicBezTo>
                      <a:pt x="57409" y="152961"/>
                      <a:pt x="56070" y="152489"/>
                      <a:pt x="56070" y="149658"/>
                    </a:cubicBezTo>
                    <a:cubicBezTo>
                      <a:pt x="56070" y="148006"/>
                      <a:pt x="58078" y="139747"/>
                      <a:pt x="59194" y="134792"/>
                    </a:cubicBezTo>
                    <a:lnTo>
                      <a:pt x="67001" y="101523"/>
                    </a:lnTo>
                    <a:cubicBezTo>
                      <a:pt x="68117" y="97040"/>
                      <a:pt x="68340" y="96332"/>
                      <a:pt x="70125" y="94208"/>
                    </a:cubicBezTo>
                    <a:lnTo>
                      <a:pt x="125449" y="26962"/>
                    </a:lnTo>
                    <a:close/>
                  </a:path>
                </a:pathLst>
              </a:custGeom>
              <a:solidFill>
                <a:schemeClr val="bg1"/>
              </a:solidFill>
              <a:ln w="2190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6" name="Freeform: Shape 105">
                <a:extLst>
                  <a:ext uri="{FF2B5EF4-FFF2-40B4-BE49-F238E27FC236}">
                    <a16:creationId xmlns:a16="http://schemas.microsoft.com/office/drawing/2014/main" id="{656EEA9C-D945-B9A6-22A8-6699AF2C069D}"/>
                  </a:ext>
                </a:extLst>
              </p:cNvPr>
              <p:cNvSpPr/>
              <p:nvPr>
                <p:custDataLst>
                  <p:tags r:id="rId21"/>
                </p:custDataLst>
              </p:nvPr>
            </p:nvSpPr>
            <p:spPr>
              <a:xfrm>
                <a:off x="7773879" y="5679431"/>
                <a:ext cx="71832" cy="112974"/>
              </a:xfrm>
              <a:custGeom>
                <a:avLst/>
                <a:gdLst>
                  <a:gd name="csX0" fmla="*/ 34281 w 71832"/>
                  <a:gd name="csY0" fmla="*/ 54570 h 112974"/>
                  <a:gd name="csX1" fmla="*/ 55206 w 71832"/>
                  <a:gd name="csY1" fmla="*/ 81162 h 112974"/>
                  <a:gd name="csX2" fmla="*/ 34906 w 71832"/>
                  <a:gd name="csY2" fmla="*/ 107754 h 112974"/>
                  <a:gd name="csX3" fmla="*/ 8359 w 71832"/>
                  <a:gd name="csY3" fmla="*/ 96192 h 112974"/>
                  <a:gd name="csX4" fmla="*/ 17416 w 71832"/>
                  <a:gd name="csY4" fmla="*/ 86942 h 112974"/>
                  <a:gd name="csX5" fmla="*/ 8827 w 71832"/>
                  <a:gd name="csY5" fmla="*/ 77858 h 112974"/>
                  <a:gd name="csX6" fmla="*/ 82 w 71832"/>
                  <a:gd name="csY6" fmla="*/ 87438 h 112974"/>
                  <a:gd name="csX7" fmla="*/ 35218 w 71832"/>
                  <a:gd name="csY7" fmla="*/ 113039 h 112974"/>
                  <a:gd name="csX8" fmla="*/ 71915 w 71832"/>
                  <a:gd name="csY8" fmla="*/ 81162 h 112974"/>
                  <a:gd name="csX9" fmla="*/ 44744 w 71832"/>
                  <a:gd name="csY9" fmla="*/ 51597 h 112974"/>
                  <a:gd name="csX10" fmla="*/ 67074 w 71832"/>
                  <a:gd name="csY10" fmla="*/ 22857 h 112974"/>
                  <a:gd name="csX11" fmla="*/ 35530 w 71832"/>
                  <a:gd name="csY11" fmla="*/ 64 h 112974"/>
                  <a:gd name="csX12" fmla="*/ 4923 w 71832"/>
                  <a:gd name="csY12" fmla="*/ 22197 h 112974"/>
                  <a:gd name="csX13" fmla="*/ 13044 w 71832"/>
                  <a:gd name="csY13" fmla="*/ 30951 h 112974"/>
                  <a:gd name="csX14" fmla="*/ 21008 w 71832"/>
                  <a:gd name="csY14" fmla="*/ 22527 h 112974"/>
                  <a:gd name="csX15" fmla="*/ 13044 w 71832"/>
                  <a:gd name="csY15" fmla="*/ 13938 h 112974"/>
                  <a:gd name="csX16" fmla="*/ 35062 w 71832"/>
                  <a:gd name="csY16" fmla="*/ 4854 h 112974"/>
                  <a:gd name="csX17" fmla="*/ 51927 w 71832"/>
                  <a:gd name="csY17" fmla="*/ 22857 h 112974"/>
                  <a:gd name="csX18" fmla="*/ 45681 w 71832"/>
                  <a:gd name="csY18" fmla="*/ 42512 h 112974"/>
                  <a:gd name="csX19" fmla="*/ 28347 w 71832"/>
                  <a:gd name="csY19" fmla="*/ 49615 h 112974"/>
                  <a:gd name="csX20" fmla="*/ 23350 w 71832"/>
                  <a:gd name="csY20" fmla="*/ 50110 h 112974"/>
                  <a:gd name="csX21" fmla="*/ 21788 w 71832"/>
                  <a:gd name="csY21" fmla="*/ 52257 h 112974"/>
                  <a:gd name="csX22" fmla="*/ 25849 w 71832"/>
                  <a:gd name="csY22" fmla="*/ 54570 h 112974"/>
                  <a:gd name="csX23" fmla="*/ 34281 w 71832"/>
                  <a:gd name="csY23" fmla="*/ 54570 h 112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71832" h="112974">
                    <a:moveTo>
                      <a:pt x="34281" y="54570"/>
                    </a:moveTo>
                    <a:cubicBezTo>
                      <a:pt x="46461" y="54570"/>
                      <a:pt x="55206" y="63489"/>
                      <a:pt x="55206" y="81162"/>
                    </a:cubicBezTo>
                    <a:cubicBezTo>
                      <a:pt x="55206" y="101642"/>
                      <a:pt x="43963" y="107754"/>
                      <a:pt x="34906" y="107754"/>
                    </a:cubicBezTo>
                    <a:cubicBezTo>
                      <a:pt x="28659" y="107754"/>
                      <a:pt x="14917" y="105937"/>
                      <a:pt x="8359" y="96192"/>
                    </a:cubicBezTo>
                    <a:cubicBezTo>
                      <a:pt x="15698" y="95862"/>
                      <a:pt x="17416" y="90411"/>
                      <a:pt x="17416" y="86942"/>
                    </a:cubicBezTo>
                    <a:cubicBezTo>
                      <a:pt x="17416" y="81657"/>
                      <a:pt x="13668" y="77858"/>
                      <a:pt x="8827" y="77858"/>
                    </a:cubicBezTo>
                    <a:cubicBezTo>
                      <a:pt x="4455" y="77858"/>
                      <a:pt x="82" y="80666"/>
                      <a:pt x="82" y="87438"/>
                    </a:cubicBezTo>
                    <a:cubicBezTo>
                      <a:pt x="82" y="102964"/>
                      <a:pt x="16323" y="113039"/>
                      <a:pt x="35218" y="113039"/>
                    </a:cubicBezTo>
                    <a:cubicBezTo>
                      <a:pt x="56924" y="113039"/>
                      <a:pt x="71915" y="97678"/>
                      <a:pt x="71915" y="81162"/>
                    </a:cubicBezTo>
                    <a:cubicBezTo>
                      <a:pt x="71915" y="68279"/>
                      <a:pt x="61921" y="55395"/>
                      <a:pt x="44744" y="51597"/>
                    </a:cubicBezTo>
                    <a:cubicBezTo>
                      <a:pt x="61140" y="45320"/>
                      <a:pt x="67074" y="32933"/>
                      <a:pt x="67074" y="22857"/>
                    </a:cubicBezTo>
                    <a:cubicBezTo>
                      <a:pt x="67074" y="9809"/>
                      <a:pt x="52864" y="64"/>
                      <a:pt x="35530" y="64"/>
                    </a:cubicBezTo>
                    <a:cubicBezTo>
                      <a:pt x="18197" y="64"/>
                      <a:pt x="4923" y="8983"/>
                      <a:pt x="4923" y="22197"/>
                    </a:cubicBezTo>
                    <a:cubicBezTo>
                      <a:pt x="4923" y="27812"/>
                      <a:pt x="8359" y="30951"/>
                      <a:pt x="13044" y="30951"/>
                    </a:cubicBezTo>
                    <a:cubicBezTo>
                      <a:pt x="17884" y="30951"/>
                      <a:pt x="21008" y="27152"/>
                      <a:pt x="21008" y="22527"/>
                    </a:cubicBezTo>
                    <a:cubicBezTo>
                      <a:pt x="21008" y="17737"/>
                      <a:pt x="17884" y="14269"/>
                      <a:pt x="13044" y="13938"/>
                    </a:cubicBezTo>
                    <a:cubicBezTo>
                      <a:pt x="18509" y="6671"/>
                      <a:pt x="29284" y="4854"/>
                      <a:pt x="35062" y="4854"/>
                    </a:cubicBezTo>
                    <a:cubicBezTo>
                      <a:pt x="42089" y="4854"/>
                      <a:pt x="51927" y="8488"/>
                      <a:pt x="51927" y="22857"/>
                    </a:cubicBezTo>
                    <a:cubicBezTo>
                      <a:pt x="51927" y="29794"/>
                      <a:pt x="49741" y="37392"/>
                      <a:pt x="45681" y="42512"/>
                    </a:cubicBezTo>
                    <a:cubicBezTo>
                      <a:pt x="40527" y="48789"/>
                      <a:pt x="36155" y="49119"/>
                      <a:pt x="28347" y="49615"/>
                    </a:cubicBezTo>
                    <a:cubicBezTo>
                      <a:pt x="24443" y="49945"/>
                      <a:pt x="24131" y="49945"/>
                      <a:pt x="23350" y="50110"/>
                    </a:cubicBezTo>
                    <a:cubicBezTo>
                      <a:pt x="23038" y="50110"/>
                      <a:pt x="21788" y="50440"/>
                      <a:pt x="21788" y="52257"/>
                    </a:cubicBezTo>
                    <a:cubicBezTo>
                      <a:pt x="21788" y="54570"/>
                      <a:pt x="23194" y="54570"/>
                      <a:pt x="25849" y="54570"/>
                    </a:cubicBezTo>
                    <a:lnTo>
                      <a:pt x="34281" y="54570"/>
                    </a:lnTo>
                    <a:close/>
                  </a:path>
                </a:pathLst>
              </a:custGeom>
              <a:solidFill>
                <a:schemeClr val="bg1"/>
              </a:solidFill>
              <a:ln w="2190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sp>
        <p:nvSpPr>
          <p:cNvPr id="3" name="TextBox 2">
            <a:extLst>
              <a:ext uri="{FF2B5EF4-FFF2-40B4-BE49-F238E27FC236}">
                <a16:creationId xmlns:a16="http://schemas.microsoft.com/office/drawing/2014/main" id="{00033CA3-4F2B-B13D-F196-7E7F8152EEEC}"/>
              </a:ext>
            </a:extLst>
          </p:cNvPr>
          <p:cNvSpPr txBox="1"/>
          <p:nvPr/>
        </p:nvSpPr>
        <p:spPr>
          <a:xfrm>
            <a:off x="3941402" y="2326693"/>
            <a:ext cx="6565715" cy="584775"/>
          </a:xfrm>
          <a:prstGeom prst="rect">
            <a:avLst/>
          </a:prstGeom>
          <a:noFill/>
        </p:spPr>
        <p:txBody>
          <a:bodyPr wrap="square">
            <a:spAutoFit/>
          </a:bodyPr>
          <a:lstStyle/>
          <a:p>
            <a:r>
              <a:rPr lang="en-GB" sz="1600" b="1" noProof="0">
                <a:solidFill>
                  <a:schemeClr val="bg1"/>
                </a:solidFill>
                <a:highlight>
                  <a:srgbClr val="000000"/>
                </a:highlight>
              </a:rPr>
              <a:t>The law of large numbers</a:t>
            </a:r>
            <a:r>
              <a:rPr lang="en-GB" sz="1600" noProof="0">
                <a:solidFill>
                  <a:srgbClr val="FFFF00"/>
                </a:solidFill>
              </a:rPr>
              <a:t> </a:t>
            </a:r>
            <a:r>
              <a:rPr lang="en-GB" sz="1600" noProof="0">
                <a:solidFill>
                  <a:schemeClr val="bg1"/>
                </a:solidFill>
              </a:rPr>
              <a:t>tells us that, for large samples, the sample mean is very likely to be very similar to the population mean.</a:t>
            </a:r>
          </a:p>
        </p:txBody>
      </p:sp>
      <p:sp>
        <p:nvSpPr>
          <p:cNvPr id="4" name="TextBox 3">
            <a:extLst>
              <a:ext uri="{FF2B5EF4-FFF2-40B4-BE49-F238E27FC236}">
                <a16:creationId xmlns:a16="http://schemas.microsoft.com/office/drawing/2014/main" id="{72E226E0-4B91-D5BB-7D37-F7E42EEE3E1C}"/>
              </a:ext>
            </a:extLst>
          </p:cNvPr>
          <p:cNvSpPr txBox="1"/>
          <p:nvPr/>
        </p:nvSpPr>
        <p:spPr>
          <a:xfrm>
            <a:off x="3941402" y="3047509"/>
            <a:ext cx="6897761" cy="830997"/>
          </a:xfrm>
          <a:prstGeom prst="rect">
            <a:avLst/>
          </a:prstGeom>
          <a:noFill/>
        </p:spPr>
        <p:txBody>
          <a:bodyPr wrap="square">
            <a:spAutoFit/>
          </a:bodyPr>
          <a:lstStyle>
            <a:defPPr>
              <a:defRPr lang="en-US"/>
            </a:defPPr>
            <a:lvl1pPr>
              <a:defRPr b="1">
                <a:solidFill>
                  <a:schemeClr val="accent2"/>
                </a:solidFill>
              </a:defRPr>
            </a:lvl1pPr>
          </a:lstStyle>
          <a:p>
            <a:r>
              <a:rPr lang="en-GB" sz="1600" b="0" noProof="0">
                <a:solidFill>
                  <a:schemeClr val="bg1"/>
                </a:solidFill>
              </a:rPr>
              <a:t>In other words, </a:t>
            </a:r>
            <a:r>
              <a:rPr lang="en-GB" sz="1600" noProof="0">
                <a:solidFill>
                  <a:schemeClr val="bg1"/>
                </a:solidFill>
                <a:highlight>
                  <a:srgbClr val="000000"/>
                </a:highlight>
              </a:rPr>
              <a:t>if we were to draw infinitely many random samples </a:t>
            </a:r>
            <a:r>
              <a:rPr lang="en-GB" sz="1600" b="0" noProof="0">
                <a:solidFill>
                  <a:schemeClr val="bg1"/>
                </a:solidFill>
              </a:rPr>
              <a:t>and compute the sample mean </a:t>
            </a:r>
            <a:r>
              <a:rPr lang="en-GB" sz="1600" b="0" noProof="0" err="1">
                <a:solidFill>
                  <a:schemeClr val="bg1"/>
                </a:solidFill>
              </a:rPr>
              <a:t>Avg</a:t>
            </a:r>
            <a:r>
              <a:rPr lang="en-GB" sz="1600" b="0" noProof="0">
                <a:solidFill>
                  <a:schemeClr val="bg1"/>
                </a:solidFill>
              </a:rPr>
              <a:t>[Y] for each of them, </a:t>
            </a:r>
            <a:r>
              <a:rPr lang="en-GB" sz="1600" noProof="0">
                <a:solidFill>
                  <a:schemeClr val="bg1"/>
                </a:solidFill>
                <a:highlight>
                  <a:srgbClr val="000000"/>
                </a:highlight>
              </a:rPr>
              <a:t>the average of all these sample means would converge to the true population mean</a:t>
            </a:r>
            <a:r>
              <a:rPr lang="en-GB" sz="1600" b="0" noProof="0">
                <a:solidFill>
                  <a:schemeClr val="bg1"/>
                </a:solidFill>
              </a:rPr>
              <a:t>, E[Y].</a:t>
            </a:r>
          </a:p>
        </p:txBody>
      </p:sp>
      <p:grpSp>
        <p:nvGrpSpPr>
          <p:cNvPr id="31" name="Group 30" descr="\documentclass{article}&#10;\usepackage{amsmath}&#10;\pagestyle{empty}&#10;\begin{document}&#10;&#10;$E[Y_i] = E[Avg[Y_i]]$&#10;&#10;&#10;&#10;\end{document}" title="IguanaTex Shape Display">
            <a:extLst>
              <a:ext uri="{FF2B5EF4-FFF2-40B4-BE49-F238E27FC236}">
                <a16:creationId xmlns:a16="http://schemas.microsoft.com/office/drawing/2014/main" id="{21E64410-F0BF-9EB6-12AB-73B6CF9D87FF}"/>
              </a:ext>
            </a:extLst>
          </p:cNvPr>
          <p:cNvGrpSpPr>
            <a:grpSpLocks noChangeAspect="1"/>
          </p:cNvGrpSpPr>
          <p:nvPr>
            <p:custDataLst>
              <p:tags r:id="rId1"/>
            </p:custDataLst>
          </p:nvPr>
        </p:nvGrpSpPr>
        <p:grpSpPr>
          <a:xfrm>
            <a:off x="6315684" y="4029018"/>
            <a:ext cx="1835176" cy="223083"/>
            <a:chOff x="8040618" y="5934333"/>
            <a:chExt cx="1835176" cy="223083"/>
          </a:xfrm>
          <a:solidFill>
            <a:schemeClr val="bg1"/>
          </a:solidFill>
        </p:grpSpPr>
        <p:sp>
          <p:nvSpPr>
            <p:cNvPr id="12" name="Freeform: Shape 11">
              <a:extLst>
                <a:ext uri="{FF2B5EF4-FFF2-40B4-BE49-F238E27FC236}">
                  <a16:creationId xmlns:a16="http://schemas.microsoft.com/office/drawing/2014/main" id="{526E0A81-8F9F-E477-7215-F690B9EB2E9B}"/>
                </a:ext>
              </a:extLst>
            </p:cNvPr>
            <p:cNvSpPr/>
            <p:nvPr>
              <p:custDataLst>
                <p:tags r:id="rId2"/>
              </p:custDataLst>
            </p:nvPr>
          </p:nvSpPr>
          <p:spPr>
            <a:xfrm>
              <a:off x="8040618" y="5949948"/>
              <a:ext cx="165553" cy="151696"/>
            </a:xfrm>
            <a:custGeom>
              <a:avLst/>
              <a:gdLst>
                <a:gd name="csX0" fmla="*/ 152907 w 165553"/>
                <a:gd name="csY0" fmla="*/ 99781 h 151696"/>
                <a:gd name="csX1" fmla="*/ 154048 w 165553"/>
                <a:gd name="csY1" fmla="*/ 96658 h 151696"/>
                <a:gd name="csX2" fmla="*/ 151311 w 165553"/>
                <a:gd name="csY2" fmla="*/ 94204 h 151696"/>
                <a:gd name="csX3" fmla="*/ 148345 w 165553"/>
                <a:gd name="csY3" fmla="*/ 96881 h 151696"/>
                <a:gd name="csX4" fmla="*/ 86072 w 165553"/>
                <a:gd name="csY4" fmla="*/ 144844 h 151696"/>
                <a:gd name="csX5" fmla="*/ 52769 w 165553"/>
                <a:gd name="csY5" fmla="*/ 144844 h 151696"/>
                <a:gd name="csX6" fmla="*/ 47751 w 165553"/>
                <a:gd name="csY6" fmla="*/ 144621 h 151696"/>
                <a:gd name="csX7" fmla="*/ 44785 w 165553"/>
                <a:gd name="csY7" fmla="*/ 142390 h 151696"/>
                <a:gd name="csX8" fmla="*/ 45926 w 165553"/>
                <a:gd name="csY8" fmla="*/ 137259 h 151696"/>
                <a:gd name="csX9" fmla="*/ 61437 w 165553"/>
                <a:gd name="csY9" fmla="*/ 76357 h 151696"/>
                <a:gd name="csX10" fmla="*/ 84020 w 165553"/>
                <a:gd name="csY10" fmla="*/ 76357 h 151696"/>
                <a:gd name="csX11" fmla="*/ 103408 w 165553"/>
                <a:gd name="csY11" fmla="*/ 86619 h 151696"/>
                <a:gd name="csX12" fmla="*/ 101812 w 165553"/>
                <a:gd name="csY12" fmla="*/ 97550 h 151696"/>
                <a:gd name="csX13" fmla="*/ 101127 w 165553"/>
                <a:gd name="csY13" fmla="*/ 100004 h 151696"/>
                <a:gd name="csX14" fmla="*/ 104093 w 165553"/>
                <a:gd name="csY14" fmla="*/ 102458 h 151696"/>
                <a:gd name="csX15" fmla="*/ 107514 w 165553"/>
                <a:gd name="csY15" fmla="*/ 97996 h 151696"/>
                <a:gd name="csX16" fmla="*/ 120516 w 165553"/>
                <a:gd name="csY16" fmla="*/ 45795 h 151696"/>
                <a:gd name="csX17" fmla="*/ 117779 w 165553"/>
                <a:gd name="csY17" fmla="*/ 43341 h 151696"/>
                <a:gd name="csX18" fmla="*/ 114586 w 165553"/>
                <a:gd name="csY18" fmla="*/ 47356 h 151696"/>
                <a:gd name="csX19" fmla="*/ 84704 w 165553"/>
                <a:gd name="csY19" fmla="*/ 69442 h 151696"/>
                <a:gd name="csX20" fmla="*/ 63262 w 165553"/>
                <a:gd name="csY20" fmla="*/ 69442 h 151696"/>
                <a:gd name="csX21" fmla="*/ 76948 w 165553"/>
                <a:gd name="csY21" fmla="*/ 15679 h 151696"/>
                <a:gd name="csX22" fmla="*/ 89266 w 165553"/>
                <a:gd name="csY22" fmla="*/ 6978 h 151696"/>
                <a:gd name="csX23" fmla="*/ 121429 w 165553"/>
                <a:gd name="csY23" fmla="*/ 6978 h 151696"/>
                <a:gd name="csX24" fmla="*/ 156101 w 165553"/>
                <a:gd name="csY24" fmla="*/ 31741 h 151696"/>
                <a:gd name="csX25" fmla="*/ 155188 w 165553"/>
                <a:gd name="csY25" fmla="*/ 43564 h 151696"/>
                <a:gd name="csX26" fmla="*/ 154960 w 165553"/>
                <a:gd name="csY26" fmla="*/ 47580 h 151696"/>
                <a:gd name="csX27" fmla="*/ 157698 w 165553"/>
                <a:gd name="csY27" fmla="*/ 50257 h 151696"/>
                <a:gd name="csX28" fmla="*/ 160891 w 165553"/>
                <a:gd name="csY28" fmla="*/ 44679 h 151696"/>
                <a:gd name="csX29" fmla="*/ 165453 w 165553"/>
                <a:gd name="csY29" fmla="*/ 6086 h 151696"/>
                <a:gd name="csX30" fmla="*/ 159294 w 165553"/>
                <a:gd name="csY30" fmla="*/ 63 h 151696"/>
                <a:gd name="csX31" fmla="*/ 44101 w 165553"/>
                <a:gd name="csY31" fmla="*/ 63 h 151696"/>
                <a:gd name="csX32" fmla="*/ 37258 w 165553"/>
                <a:gd name="csY32" fmla="*/ 4524 h 151696"/>
                <a:gd name="csX33" fmla="*/ 43645 w 165553"/>
                <a:gd name="csY33" fmla="*/ 6978 h 151696"/>
                <a:gd name="csX34" fmla="*/ 58472 w 165553"/>
                <a:gd name="csY34" fmla="*/ 10994 h 151696"/>
                <a:gd name="csX35" fmla="*/ 57331 w 165553"/>
                <a:gd name="csY35" fmla="*/ 16348 h 151696"/>
                <a:gd name="csX36" fmla="*/ 27221 w 165553"/>
                <a:gd name="csY36" fmla="*/ 134359 h 151696"/>
                <a:gd name="csX37" fmla="*/ 6464 w 165553"/>
                <a:gd name="csY37" fmla="*/ 144844 h 151696"/>
                <a:gd name="csX38" fmla="*/ 77 w 165553"/>
                <a:gd name="csY38" fmla="*/ 149082 h 151696"/>
                <a:gd name="csX39" fmla="*/ 6464 w 165553"/>
                <a:gd name="csY39" fmla="*/ 151759 h 151696"/>
                <a:gd name="csX40" fmla="*/ 124850 w 165553"/>
                <a:gd name="csY40" fmla="*/ 151759 h 151696"/>
                <a:gd name="csX41" fmla="*/ 131922 w 165553"/>
                <a:gd name="csY41" fmla="*/ 147967 h 151696"/>
                <a:gd name="csX42" fmla="*/ 152907 w 165553"/>
                <a:gd name="csY42" fmla="*/ 99781 h 1516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165553" h="151696">
                  <a:moveTo>
                    <a:pt x="152907" y="99781"/>
                  </a:moveTo>
                  <a:cubicBezTo>
                    <a:pt x="153364" y="98666"/>
                    <a:pt x="154048" y="97104"/>
                    <a:pt x="154048" y="96658"/>
                  </a:cubicBezTo>
                  <a:cubicBezTo>
                    <a:pt x="154048" y="96435"/>
                    <a:pt x="154048" y="94204"/>
                    <a:pt x="151311" y="94204"/>
                  </a:cubicBezTo>
                  <a:cubicBezTo>
                    <a:pt x="149258" y="94204"/>
                    <a:pt x="148801" y="95542"/>
                    <a:pt x="148345" y="96881"/>
                  </a:cubicBezTo>
                  <a:cubicBezTo>
                    <a:pt x="133518" y="129897"/>
                    <a:pt x="125079" y="144844"/>
                    <a:pt x="86072" y="144844"/>
                  </a:cubicBezTo>
                  <a:lnTo>
                    <a:pt x="52769" y="144844"/>
                  </a:lnTo>
                  <a:cubicBezTo>
                    <a:pt x="49576" y="144844"/>
                    <a:pt x="49119" y="144844"/>
                    <a:pt x="47751" y="144621"/>
                  </a:cubicBezTo>
                  <a:cubicBezTo>
                    <a:pt x="45470" y="144398"/>
                    <a:pt x="44785" y="144175"/>
                    <a:pt x="44785" y="142390"/>
                  </a:cubicBezTo>
                  <a:cubicBezTo>
                    <a:pt x="44785" y="141721"/>
                    <a:pt x="44785" y="141275"/>
                    <a:pt x="45926" y="137259"/>
                  </a:cubicBezTo>
                  <a:lnTo>
                    <a:pt x="61437" y="76357"/>
                  </a:lnTo>
                  <a:lnTo>
                    <a:pt x="84020" y="76357"/>
                  </a:lnTo>
                  <a:cubicBezTo>
                    <a:pt x="103408" y="76357"/>
                    <a:pt x="103408" y="81042"/>
                    <a:pt x="103408" y="86619"/>
                  </a:cubicBezTo>
                  <a:cubicBezTo>
                    <a:pt x="103408" y="88181"/>
                    <a:pt x="103408" y="90858"/>
                    <a:pt x="101812" y="97550"/>
                  </a:cubicBezTo>
                  <a:cubicBezTo>
                    <a:pt x="101356" y="98666"/>
                    <a:pt x="101127" y="99335"/>
                    <a:pt x="101127" y="100004"/>
                  </a:cubicBezTo>
                  <a:cubicBezTo>
                    <a:pt x="101127" y="101120"/>
                    <a:pt x="102040" y="102458"/>
                    <a:pt x="104093" y="102458"/>
                  </a:cubicBezTo>
                  <a:cubicBezTo>
                    <a:pt x="105918" y="102458"/>
                    <a:pt x="106602" y="101343"/>
                    <a:pt x="107514" y="97996"/>
                  </a:cubicBezTo>
                  <a:lnTo>
                    <a:pt x="120516" y="45795"/>
                  </a:lnTo>
                  <a:cubicBezTo>
                    <a:pt x="120516" y="44456"/>
                    <a:pt x="119376" y="43341"/>
                    <a:pt x="117779" y="43341"/>
                  </a:cubicBezTo>
                  <a:cubicBezTo>
                    <a:pt x="115726" y="43341"/>
                    <a:pt x="115270" y="44679"/>
                    <a:pt x="114586" y="47356"/>
                  </a:cubicBezTo>
                  <a:cubicBezTo>
                    <a:pt x="109795" y="64311"/>
                    <a:pt x="105690" y="69442"/>
                    <a:pt x="84704" y="69442"/>
                  </a:cubicBezTo>
                  <a:lnTo>
                    <a:pt x="63262" y="69442"/>
                  </a:lnTo>
                  <a:lnTo>
                    <a:pt x="76948" y="15679"/>
                  </a:lnTo>
                  <a:cubicBezTo>
                    <a:pt x="79001" y="7871"/>
                    <a:pt x="79229" y="6978"/>
                    <a:pt x="89266" y="6978"/>
                  </a:cubicBezTo>
                  <a:lnTo>
                    <a:pt x="121429" y="6978"/>
                  </a:lnTo>
                  <a:cubicBezTo>
                    <a:pt x="149258" y="6978"/>
                    <a:pt x="156101" y="13448"/>
                    <a:pt x="156101" y="31741"/>
                  </a:cubicBezTo>
                  <a:cubicBezTo>
                    <a:pt x="156101" y="37095"/>
                    <a:pt x="156101" y="37541"/>
                    <a:pt x="155188" y="43564"/>
                  </a:cubicBezTo>
                  <a:cubicBezTo>
                    <a:pt x="155188" y="44903"/>
                    <a:pt x="154960" y="46464"/>
                    <a:pt x="154960" y="47580"/>
                  </a:cubicBezTo>
                  <a:cubicBezTo>
                    <a:pt x="154960" y="48695"/>
                    <a:pt x="155645" y="50257"/>
                    <a:pt x="157698" y="50257"/>
                  </a:cubicBezTo>
                  <a:cubicBezTo>
                    <a:pt x="160207" y="50257"/>
                    <a:pt x="160435" y="48918"/>
                    <a:pt x="160891" y="44679"/>
                  </a:cubicBezTo>
                  <a:lnTo>
                    <a:pt x="165453" y="6086"/>
                  </a:lnTo>
                  <a:cubicBezTo>
                    <a:pt x="166137" y="63"/>
                    <a:pt x="164997" y="63"/>
                    <a:pt x="159294" y="63"/>
                  </a:cubicBezTo>
                  <a:lnTo>
                    <a:pt x="44101" y="63"/>
                  </a:lnTo>
                  <a:cubicBezTo>
                    <a:pt x="39539" y="63"/>
                    <a:pt x="37258" y="63"/>
                    <a:pt x="37258" y="4524"/>
                  </a:cubicBezTo>
                  <a:cubicBezTo>
                    <a:pt x="37258" y="6978"/>
                    <a:pt x="39311" y="6978"/>
                    <a:pt x="43645" y="6978"/>
                  </a:cubicBezTo>
                  <a:cubicBezTo>
                    <a:pt x="52085" y="6978"/>
                    <a:pt x="58472" y="6978"/>
                    <a:pt x="58472" y="10994"/>
                  </a:cubicBezTo>
                  <a:cubicBezTo>
                    <a:pt x="58472" y="11886"/>
                    <a:pt x="58472" y="12332"/>
                    <a:pt x="57331" y="16348"/>
                  </a:cubicBezTo>
                  <a:lnTo>
                    <a:pt x="27221" y="134359"/>
                  </a:lnTo>
                  <a:cubicBezTo>
                    <a:pt x="24940" y="143059"/>
                    <a:pt x="24484" y="144844"/>
                    <a:pt x="6464" y="144844"/>
                  </a:cubicBezTo>
                  <a:cubicBezTo>
                    <a:pt x="2586" y="144844"/>
                    <a:pt x="77" y="144844"/>
                    <a:pt x="77" y="149082"/>
                  </a:cubicBezTo>
                  <a:cubicBezTo>
                    <a:pt x="77" y="151759"/>
                    <a:pt x="2130" y="151759"/>
                    <a:pt x="6464" y="151759"/>
                  </a:cubicBezTo>
                  <a:lnTo>
                    <a:pt x="124850" y="151759"/>
                  </a:lnTo>
                  <a:cubicBezTo>
                    <a:pt x="130097" y="151759"/>
                    <a:pt x="130325" y="151536"/>
                    <a:pt x="131922" y="147967"/>
                  </a:cubicBezTo>
                  <a:lnTo>
                    <a:pt x="152907" y="99781"/>
                  </a:lnTo>
                  <a:close/>
                </a:path>
              </a:pathLst>
            </a:custGeom>
            <a:grpFill/>
            <a:ln w="22883" cap="flat">
              <a:noFill/>
              <a:prstDash val="solid"/>
              <a:miter/>
            </a:ln>
          </p:spPr>
          <p:txBody>
            <a:bodyPr/>
            <a:lstStyle/>
            <a:p>
              <a:endParaRPr lang="en-GB" noProof="0"/>
            </a:p>
          </p:txBody>
        </p:sp>
        <p:sp>
          <p:nvSpPr>
            <p:cNvPr id="13" name="Freeform: Shape 12">
              <a:extLst>
                <a:ext uri="{FF2B5EF4-FFF2-40B4-BE49-F238E27FC236}">
                  <a16:creationId xmlns:a16="http://schemas.microsoft.com/office/drawing/2014/main" id="{D9FAD7FE-0426-4376-AD0D-13F0E2E51F10}"/>
                </a:ext>
              </a:extLst>
            </p:cNvPr>
            <p:cNvSpPr/>
            <p:nvPr>
              <p:custDataLst>
                <p:tags r:id="rId3"/>
              </p:custDataLst>
            </p:nvPr>
          </p:nvSpPr>
          <p:spPr>
            <a:xfrm>
              <a:off x="8240400" y="5934333"/>
              <a:ext cx="31250" cy="223083"/>
            </a:xfrm>
            <a:custGeom>
              <a:avLst/>
              <a:gdLst>
                <a:gd name="csX0" fmla="*/ 31335 w 31250"/>
                <a:gd name="csY0" fmla="*/ 223146 h 223083"/>
                <a:gd name="csX1" fmla="*/ 31335 w 31250"/>
                <a:gd name="csY1" fmla="*/ 214223 h 223083"/>
                <a:gd name="csX2" fmla="*/ 9209 w 31250"/>
                <a:gd name="csY2" fmla="*/ 214223 h 223083"/>
                <a:gd name="csX3" fmla="*/ 9209 w 31250"/>
                <a:gd name="csY3" fmla="*/ 8986 h 223083"/>
                <a:gd name="csX4" fmla="*/ 31335 w 31250"/>
                <a:gd name="csY4" fmla="*/ 8986 h 223083"/>
                <a:gd name="csX5" fmla="*/ 31335 w 31250"/>
                <a:gd name="csY5" fmla="*/ 63 h 223083"/>
                <a:gd name="csX6" fmla="*/ 85 w 31250"/>
                <a:gd name="csY6" fmla="*/ 63 h 223083"/>
                <a:gd name="csX7" fmla="*/ 85 w 31250"/>
                <a:gd name="csY7" fmla="*/ 223146 h 223083"/>
                <a:gd name="csX8" fmla="*/ 31335 w 31250"/>
                <a:gd name="csY8" fmla="*/ 223146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250" h="223083">
                  <a:moveTo>
                    <a:pt x="31335" y="223146"/>
                  </a:moveTo>
                  <a:lnTo>
                    <a:pt x="31335" y="214223"/>
                  </a:lnTo>
                  <a:lnTo>
                    <a:pt x="9209" y="214223"/>
                  </a:lnTo>
                  <a:lnTo>
                    <a:pt x="9209" y="8986"/>
                  </a:lnTo>
                  <a:lnTo>
                    <a:pt x="31335" y="8986"/>
                  </a:lnTo>
                  <a:lnTo>
                    <a:pt x="31335" y="63"/>
                  </a:lnTo>
                  <a:lnTo>
                    <a:pt x="85" y="63"/>
                  </a:lnTo>
                  <a:lnTo>
                    <a:pt x="85" y="223146"/>
                  </a:lnTo>
                  <a:lnTo>
                    <a:pt x="31335" y="223146"/>
                  </a:lnTo>
                  <a:close/>
                </a:path>
              </a:pathLst>
            </a:custGeom>
            <a:grpFill/>
            <a:ln w="22883" cap="flat">
              <a:noFill/>
              <a:prstDash val="solid"/>
              <a:miter/>
            </a:ln>
          </p:spPr>
          <p:txBody>
            <a:bodyPr/>
            <a:lstStyle/>
            <a:p>
              <a:endParaRPr lang="en-GB" noProof="0"/>
            </a:p>
          </p:txBody>
        </p:sp>
        <p:sp>
          <p:nvSpPr>
            <p:cNvPr id="14" name="Freeform: Shape 13">
              <a:extLst>
                <a:ext uri="{FF2B5EF4-FFF2-40B4-BE49-F238E27FC236}">
                  <a16:creationId xmlns:a16="http://schemas.microsoft.com/office/drawing/2014/main" id="{C437C624-8C53-3789-B9E8-1DD286545BA8}"/>
                </a:ext>
              </a:extLst>
            </p:cNvPr>
            <p:cNvSpPr/>
            <p:nvPr>
              <p:custDataLst>
                <p:tags r:id="rId4"/>
              </p:custDataLst>
            </p:nvPr>
          </p:nvSpPr>
          <p:spPr>
            <a:xfrm>
              <a:off x="8284830" y="5949279"/>
              <a:ext cx="165832" cy="152365"/>
            </a:xfrm>
            <a:custGeom>
              <a:avLst/>
              <a:gdLst>
                <a:gd name="csX0" fmla="*/ 128283 w 165832"/>
                <a:gd name="csY0" fmla="*/ 25494 h 152365"/>
                <a:gd name="csX1" fmla="*/ 131476 w 165832"/>
                <a:gd name="csY1" fmla="*/ 22371 h 152365"/>
                <a:gd name="csX2" fmla="*/ 161358 w 165832"/>
                <a:gd name="csY2" fmla="*/ 6978 h 152365"/>
                <a:gd name="csX3" fmla="*/ 165920 w 165832"/>
                <a:gd name="csY3" fmla="*/ 2740 h 152365"/>
                <a:gd name="csX4" fmla="*/ 162955 w 165832"/>
                <a:gd name="csY4" fmla="*/ 63 h 152365"/>
                <a:gd name="csX5" fmla="*/ 144250 w 165832"/>
                <a:gd name="csY5" fmla="*/ 732 h 152365"/>
                <a:gd name="csX6" fmla="*/ 121440 w 165832"/>
                <a:gd name="csY6" fmla="*/ 63 h 152365"/>
                <a:gd name="csX7" fmla="*/ 117106 w 165832"/>
                <a:gd name="csY7" fmla="*/ 4301 h 152365"/>
                <a:gd name="csX8" fmla="*/ 120527 w 165832"/>
                <a:gd name="csY8" fmla="*/ 6978 h 152365"/>
                <a:gd name="csX9" fmla="*/ 128739 w 165832"/>
                <a:gd name="csY9" fmla="*/ 12109 h 152365"/>
                <a:gd name="csX10" fmla="*/ 122580 w 165832"/>
                <a:gd name="csY10" fmla="*/ 22817 h 152365"/>
                <a:gd name="csX11" fmla="*/ 69660 w 165832"/>
                <a:gd name="csY11" fmla="*/ 82381 h 152365"/>
                <a:gd name="csX12" fmla="*/ 44568 w 165832"/>
                <a:gd name="csY12" fmla="*/ 16125 h 152365"/>
                <a:gd name="csX13" fmla="*/ 43199 w 165832"/>
                <a:gd name="csY13" fmla="*/ 12332 h 152365"/>
                <a:gd name="csX14" fmla="*/ 56658 w 165832"/>
                <a:gd name="csY14" fmla="*/ 6978 h 152365"/>
                <a:gd name="csX15" fmla="*/ 62132 w 165832"/>
                <a:gd name="csY15" fmla="*/ 2517 h 152365"/>
                <a:gd name="csX16" fmla="*/ 58711 w 165832"/>
                <a:gd name="csY16" fmla="*/ 63 h 152365"/>
                <a:gd name="csX17" fmla="*/ 29969 w 165832"/>
                <a:gd name="csY17" fmla="*/ 732 h 152365"/>
                <a:gd name="csX18" fmla="*/ 4421 w 165832"/>
                <a:gd name="csY18" fmla="*/ 63 h 152365"/>
                <a:gd name="csX19" fmla="*/ 87 w 165832"/>
                <a:gd name="csY19" fmla="*/ 4524 h 152365"/>
                <a:gd name="csX20" fmla="*/ 5334 w 165832"/>
                <a:gd name="csY20" fmla="*/ 6978 h 152365"/>
                <a:gd name="csX21" fmla="*/ 21986 w 165832"/>
                <a:gd name="csY21" fmla="*/ 14563 h 152365"/>
                <a:gd name="csX22" fmla="*/ 50043 w 165832"/>
                <a:gd name="csY22" fmla="*/ 87958 h 152365"/>
                <a:gd name="csX23" fmla="*/ 50955 w 165832"/>
                <a:gd name="csY23" fmla="*/ 91750 h 152365"/>
                <a:gd name="csX24" fmla="*/ 40690 w 165832"/>
                <a:gd name="csY24" fmla="*/ 132351 h 152365"/>
                <a:gd name="csX25" fmla="*/ 19248 w 165832"/>
                <a:gd name="csY25" fmla="*/ 145513 h 152365"/>
                <a:gd name="csX26" fmla="*/ 13089 w 165832"/>
                <a:gd name="csY26" fmla="*/ 149975 h 152365"/>
                <a:gd name="csX27" fmla="*/ 16283 w 165832"/>
                <a:gd name="csY27" fmla="*/ 152429 h 152365"/>
                <a:gd name="csX28" fmla="*/ 45024 w 165832"/>
                <a:gd name="csY28" fmla="*/ 151760 h 152365"/>
                <a:gd name="csX29" fmla="*/ 74222 w 165832"/>
                <a:gd name="csY29" fmla="*/ 152429 h 152365"/>
                <a:gd name="csX30" fmla="*/ 78556 w 165832"/>
                <a:gd name="csY30" fmla="*/ 147967 h 152365"/>
                <a:gd name="csX31" fmla="*/ 72169 w 165832"/>
                <a:gd name="csY31" fmla="*/ 145513 h 152365"/>
                <a:gd name="csX32" fmla="*/ 63501 w 165832"/>
                <a:gd name="csY32" fmla="*/ 145067 h 152365"/>
                <a:gd name="csX33" fmla="*/ 57342 w 165832"/>
                <a:gd name="csY33" fmla="*/ 141498 h 152365"/>
                <a:gd name="csX34" fmla="*/ 60535 w 165832"/>
                <a:gd name="csY34" fmla="*/ 127443 h 152365"/>
                <a:gd name="csX35" fmla="*/ 68519 w 165832"/>
                <a:gd name="csY35" fmla="*/ 95989 h 152365"/>
                <a:gd name="csX36" fmla="*/ 71713 w 165832"/>
                <a:gd name="csY36" fmla="*/ 89073 h 152365"/>
                <a:gd name="csX37" fmla="*/ 128283 w 165832"/>
                <a:gd name="csY37" fmla="*/ 25494 h 1523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65832" h="152365">
                  <a:moveTo>
                    <a:pt x="128283" y="25494"/>
                  </a:moveTo>
                  <a:lnTo>
                    <a:pt x="131476" y="22371"/>
                  </a:lnTo>
                  <a:cubicBezTo>
                    <a:pt x="138319" y="15679"/>
                    <a:pt x="145847" y="8094"/>
                    <a:pt x="161358" y="6978"/>
                  </a:cubicBezTo>
                  <a:cubicBezTo>
                    <a:pt x="163867" y="6755"/>
                    <a:pt x="165920" y="6755"/>
                    <a:pt x="165920" y="2740"/>
                  </a:cubicBezTo>
                  <a:cubicBezTo>
                    <a:pt x="165920" y="955"/>
                    <a:pt x="164780" y="63"/>
                    <a:pt x="162955" y="63"/>
                  </a:cubicBezTo>
                  <a:cubicBezTo>
                    <a:pt x="157024" y="63"/>
                    <a:pt x="150409" y="732"/>
                    <a:pt x="144250" y="732"/>
                  </a:cubicBezTo>
                  <a:cubicBezTo>
                    <a:pt x="136723" y="732"/>
                    <a:pt x="128739" y="63"/>
                    <a:pt x="121440" y="63"/>
                  </a:cubicBezTo>
                  <a:cubicBezTo>
                    <a:pt x="120071" y="63"/>
                    <a:pt x="117106" y="63"/>
                    <a:pt x="117106" y="4301"/>
                  </a:cubicBezTo>
                  <a:cubicBezTo>
                    <a:pt x="117106" y="6755"/>
                    <a:pt x="119387" y="6978"/>
                    <a:pt x="120527" y="6978"/>
                  </a:cubicBezTo>
                  <a:cubicBezTo>
                    <a:pt x="122124" y="6978"/>
                    <a:pt x="128739" y="7425"/>
                    <a:pt x="128739" y="12109"/>
                  </a:cubicBezTo>
                  <a:cubicBezTo>
                    <a:pt x="128739" y="15902"/>
                    <a:pt x="123492" y="21702"/>
                    <a:pt x="122580" y="22817"/>
                  </a:cubicBezTo>
                  <a:lnTo>
                    <a:pt x="69660" y="82381"/>
                  </a:lnTo>
                  <a:lnTo>
                    <a:pt x="44568" y="16125"/>
                  </a:lnTo>
                  <a:cubicBezTo>
                    <a:pt x="43199" y="13002"/>
                    <a:pt x="43199" y="12555"/>
                    <a:pt x="43199" y="12332"/>
                  </a:cubicBezTo>
                  <a:cubicBezTo>
                    <a:pt x="43199" y="6978"/>
                    <a:pt x="54377" y="6978"/>
                    <a:pt x="56658" y="6978"/>
                  </a:cubicBezTo>
                  <a:cubicBezTo>
                    <a:pt x="59851" y="6978"/>
                    <a:pt x="62132" y="6978"/>
                    <a:pt x="62132" y="2517"/>
                  </a:cubicBezTo>
                  <a:cubicBezTo>
                    <a:pt x="62132" y="63"/>
                    <a:pt x="59395" y="63"/>
                    <a:pt x="58711" y="63"/>
                  </a:cubicBezTo>
                  <a:cubicBezTo>
                    <a:pt x="52324" y="63"/>
                    <a:pt x="36356" y="732"/>
                    <a:pt x="29969" y="732"/>
                  </a:cubicBezTo>
                  <a:cubicBezTo>
                    <a:pt x="24267" y="732"/>
                    <a:pt x="10124" y="63"/>
                    <a:pt x="4421" y="63"/>
                  </a:cubicBezTo>
                  <a:cubicBezTo>
                    <a:pt x="3053" y="63"/>
                    <a:pt x="87" y="63"/>
                    <a:pt x="87" y="4524"/>
                  </a:cubicBezTo>
                  <a:cubicBezTo>
                    <a:pt x="87" y="6978"/>
                    <a:pt x="2368" y="6978"/>
                    <a:pt x="5334" y="6978"/>
                  </a:cubicBezTo>
                  <a:cubicBezTo>
                    <a:pt x="19020" y="6978"/>
                    <a:pt x="19933" y="8986"/>
                    <a:pt x="21986" y="14563"/>
                  </a:cubicBezTo>
                  <a:lnTo>
                    <a:pt x="50043" y="87958"/>
                  </a:lnTo>
                  <a:cubicBezTo>
                    <a:pt x="50271" y="88627"/>
                    <a:pt x="50955" y="91081"/>
                    <a:pt x="50955" y="91750"/>
                  </a:cubicBezTo>
                  <a:cubicBezTo>
                    <a:pt x="50955" y="92419"/>
                    <a:pt x="41831" y="128336"/>
                    <a:pt x="40690" y="132351"/>
                  </a:cubicBezTo>
                  <a:cubicBezTo>
                    <a:pt x="37725" y="144621"/>
                    <a:pt x="37497" y="145290"/>
                    <a:pt x="19248" y="145513"/>
                  </a:cubicBezTo>
                  <a:cubicBezTo>
                    <a:pt x="14914" y="145513"/>
                    <a:pt x="13089" y="145513"/>
                    <a:pt x="13089" y="149975"/>
                  </a:cubicBezTo>
                  <a:cubicBezTo>
                    <a:pt x="13089" y="152429"/>
                    <a:pt x="15827" y="152429"/>
                    <a:pt x="16283" y="152429"/>
                  </a:cubicBezTo>
                  <a:cubicBezTo>
                    <a:pt x="22670" y="152429"/>
                    <a:pt x="38637" y="151760"/>
                    <a:pt x="45024" y="151760"/>
                  </a:cubicBezTo>
                  <a:cubicBezTo>
                    <a:pt x="51411" y="151760"/>
                    <a:pt x="67835" y="152429"/>
                    <a:pt x="74222" y="152429"/>
                  </a:cubicBezTo>
                  <a:cubicBezTo>
                    <a:pt x="75818" y="152429"/>
                    <a:pt x="78556" y="152429"/>
                    <a:pt x="78556" y="147967"/>
                  </a:cubicBezTo>
                  <a:cubicBezTo>
                    <a:pt x="78556" y="145513"/>
                    <a:pt x="76503" y="145513"/>
                    <a:pt x="72169" y="145513"/>
                  </a:cubicBezTo>
                  <a:cubicBezTo>
                    <a:pt x="71713" y="145513"/>
                    <a:pt x="67379" y="145513"/>
                    <a:pt x="63501" y="145067"/>
                  </a:cubicBezTo>
                  <a:cubicBezTo>
                    <a:pt x="58711" y="144621"/>
                    <a:pt x="57342" y="144175"/>
                    <a:pt x="57342" y="141498"/>
                  </a:cubicBezTo>
                  <a:cubicBezTo>
                    <a:pt x="57342" y="139936"/>
                    <a:pt x="59395" y="132128"/>
                    <a:pt x="60535" y="127443"/>
                  </a:cubicBezTo>
                  <a:lnTo>
                    <a:pt x="68519" y="95989"/>
                  </a:lnTo>
                  <a:cubicBezTo>
                    <a:pt x="69660" y="91750"/>
                    <a:pt x="69888" y="91081"/>
                    <a:pt x="71713" y="89073"/>
                  </a:cubicBezTo>
                  <a:lnTo>
                    <a:pt x="128283" y="25494"/>
                  </a:lnTo>
                  <a:close/>
                </a:path>
              </a:pathLst>
            </a:custGeom>
            <a:grpFill/>
            <a:ln w="22883" cap="flat">
              <a:noFill/>
              <a:prstDash val="solid"/>
              <a:miter/>
            </a:ln>
          </p:spPr>
          <p:txBody>
            <a:bodyPr/>
            <a:lstStyle/>
            <a:p>
              <a:endParaRPr lang="en-GB" noProof="0"/>
            </a:p>
          </p:txBody>
        </p:sp>
        <p:sp>
          <p:nvSpPr>
            <p:cNvPr id="15" name="Freeform: Shape 14">
              <a:extLst>
                <a:ext uri="{FF2B5EF4-FFF2-40B4-BE49-F238E27FC236}">
                  <a16:creationId xmlns:a16="http://schemas.microsoft.com/office/drawing/2014/main" id="{781B60D2-5A3D-942B-32F2-7563DE5F406E}"/>
                </a:ext>
              </a:extLst>
            </p:cNvPr>
            <p:cNvSpPr/>
            <p:nvPr>
              <p:custDataLst>
                <p:tags r:id="rId5"/>
              </p:custDataLst>
            </p:nvPr>
          </p:nvSpPr>
          <p:spPr>
            <a:xfrm>
              <a:off x="8416779" y="6031574"/>
              <a:ext cx="48381" cy="105094"/>
            </a:xfrm>
            <a:custGeom>
              <a:avLst/>
              <a:gdLst>
                <a:gd name="csX0" fmla="*/ 44323 w 48381"/>
                <a:gd name="csY0" fmla="*/ 5998 h 105094"/>
                <a:gd name="csX1" fmla="*/ 37936 w 48381"/>
                <a:gd name="csY1" fmla="*/ 64 h 105094"/>
                <a:gd name="csX2" fmla="*/ 28994 w 48381"/>
                <a:gd name="csY2" fmla="*/ 8653 h 105094"/>
                <a:gd name="csX3" fmla="*/ 35381 w 48381"/>
                <a:gd name="csY3" fmla="*/ 14587 h 105094"/>
                <a:gd name="csX4" fmla="*/ 44323 w 48381"/>
                <a:gd name="csY4" fmla="*/ 5998 h 105094"/>
                <a:gd name="csX5" fmla="*/ 11749 w 48381"/>
                <a:gd name="csY5" fmla="*/ 85327 h 105094"/>
                <a:gd name="csX6" fmla="*/ 10312 w 48381"/>
                <a:gd name="csY6" fmla="*/ 91885 h 105094"/>
                <a:gd name="csX7" fmla="*/ 25481 w 48381"/>
                <a:gd name="csY7" fmla="*/ 105159 h 105094"/>
                <a:gd name="csX8" fmla="*/ 48474 w 48381"/>
                <a:gd name="csY8" fmla="*/ 81267 h 105094"/>
                <a:gd name="csX9" fmla="*/ 45920 w 48381"/>
                <a:gd name="csY9" fmla="*/ 79237 h 105094"/>
                <a:gd name="csX10" fmla="*/ 42886 w 48381"/>
                <a:gd name="csY10" fmla="*/ 81891 h 105094"/>
                <a:gd name="csX11" fmla="*/ 25960 w 48381"/>
                <a:gd name="csY11" fmla="*/ 100786 h 105094"/>
                <a:gd name="csX12" fmla="*/ 21969 w 48381"/>
                <a:gd name="csY12" fmla="*/ 95321 h 105094"/>
                <a:gd name="csX13" fmla="*/ 24523 w 48381"/>
                <a:gd name="csY13" fmla="*/ 85327 h 105094"/>
                <a:gd name="csX14" fmla="*/ 29633 w 48381"/>
                <a:gd name="csY14" fmla="*/ 72834 h 105094"/>
                <a:gd name="csX15" fmla="*/ 37457 w 48381"/>
                <a:gd name="csY15" fmla="*/ 53002 h 105094"/>
                <a:gd name="csX16" fmla="*/ 38415 w 48381"/>
                <a:gd name="csY16" fmla="*/ 48005 h 105094"/>
                <a:gd name="csX17" fmla="*/ 23246 w 48381"/>
                <a:gd name="csY17" fmla="*/ 34731 h 105094"/>
                <a:gd name="csX18" fmla="*/ 93 w 48381"/>
                <a:gd name="csY18" fmla="*/ 58624 h 105094"/>
                <a:gd name="csX19" fmla="*/ 2808 w 48381"/>
                <a:gd name="csY19" fmla="*/ 60654 h 105094"/>
                <a:gd name="csX20" fmla="*/ 5682 w 48381"/>
                <a:gd name="csY20" fmla="*/ 58155 h 105094"/>
                <a:gd name="csX21" fmla="*/ 22767 w 48381"/>
                <a:gd name="csY21" fmla="*/ 39104 h 105094"/>
                <a:gd name="csX22" fmla="*/ 26759 w 48381"/>
                <a:gd name="csY22" fmla="*/ 44569 h 105094"/>
                <a:gd name="csX23" fmla="*/ 21809 w 48381"/>
                <a:gd name="csY23" fmla="*/ 60185 h 105094"/>
                <a:gd name="csX24" fmla="*/ 11749 w 48381"/>
                <a:gd name="csY24" fmla="*/ 85327 h 105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48381" h="105094">
                  <a:moveTo>
                    <a:pt x="44323" y="5998"/>
                  </a:moveTo>
                  <a:cubicBezTo>
                    <a:pt x="44323" y="3500"/>
                    <a:pt x="42407" y="64"/>
                    <a:pt x="37936" y="64"/>
                  </a:cubicBezTo>
                  <a:cubicBezTo>
                    <a:pt x="33625" y="64"/>
                    <a:pt x="28994" y="4124"/>
                    <a:pt x="28994" y="8653"/>
                  </a:cubicBezTo>
                  <a:cubicBezTo>
                    <a:pt x="28994" y="11308"/>
                    <a:pt x="31070" y="14587"/>
                    <a:pt x="35381" y="14587"/>
                  </a:cubicBezTo>
                  <a:cubicBezTo>
                    <a:pt x="40012" y="14587"/>
                    <a:pt x="44323" y="10215"/>
                    <a:pt x="44323" y="5998"/>
                  </a:cubicBezTo>
                  <a:close/>
                  <a:moveTo>
                    <a:pt x="11749" y="85327"/>
                  </a:moveTo>
                  <a:cubicBezTo>
                    <a:pt x="11111" y="87357"/>
                    <a:pt x="10312" y="89231"/>
                    <a:pt x="10312" y="91885"/>
                  </a:cubicBezTo>
                  <a:cubicBezTo>
                    <a:pt x="10312" y="99225"/>
                    <a:pt x="16699" y="105159"/>
                    <a:pt x="25481" y="105159"/>
                  </a:cubicBezTo>
                  <a:cubicBezTo>
                    <a:pt x="41449" y="105159"/>
                    <a:pt x="48474" y="83609"/>
                    <a:pt x="48474" y="81267"/>
                  </a:cubicBezTo>
                  <a:cubicBezTo>
                    <a:pt x="48474" y="79237"/>
                    <a:pt x="46399" y="79237"/>
                    <a:pt x="45920" y="79237"/>
                  </a:cubicBezTo>
                  <a:cubicBezTo>
                    <a:pt x="43684" y="79237"/>
                    <a:pt x="43524" y="80174"/>
                    <a:pt x="42886" y="81891"/>
                  </a:cubicBezTo>
                  <a:cubicBezTo>
                    <a:pt x="39213" y="94384"/>
                    <a:pt x="32188" y="100786"/>
                    <a:pt x="25960" y="100786"/>
                  </a:cubicBezTo>
                  <a:cubicBezTo>
                    <a:pt x="22767" y="100786"/>
                    <a:pt x="21969" y="98756"/>
                    <a:pt x="21969" y="95321"/>
                  </a:cubicBezTo>
                  <a:cubicBezTo>
                    <a:pt x="21969" y="91729"/>
                    <a:pt x="23086" y="88762"/>
                    <a:pt x="24523" y="85327"/>
                  </a:cubicBezTo>
                  <a:cubicBezTo>
                    <a:pt x="26120" y="81110"/>
                    <a:pt x="27876" y="76894"/>
                    <a:pt x="29633" y="72834"/>
                  </a:cubicBezTo>
                  <a:cubicBezTo>
                    <a:pt x="31070" y="69086"/>
                    <a:pt x="36818" y="54876"/>
                    <a:pt x="37457" y="53002"/>
                  </a:cubicBezTo>
                  <a:cubicBezTo>
                    <a:pt x="37936" y="51440"/>
                    <a:pt x="38415" y="49566"/>
                    <a:pt x="38415" y="48005"/>
                  </a:cubicBezTo>
                  <a:cubicBezTo>
                    <a:pt x="38415" y="40665"/>
                    <a:pt x="32028" y="34731"/>
                    <a:pt x="23246" y="34731"/>
                  </a:cubicBezTo>
                  <a:cubicBezTo>
                    <a:pt x="7438" y="34731"/>
                    <a:pt x="93" y="55969"/>
                    <a:pt x="93" y="58624"/>
                  </a:cubicBezTo>
                  <a:cubicBezTo>
                    <a:pt x="93" y="60654"/>
                    <a:pt x="2329" y="60654"/>
                    <a:pt x="2808" y="60654"/>
                  </a:cubicBezTo>
                  <a:cubicBezTo>
                    <a:pt x="5043" y="60654"/>
                    <a:pt x="5203" y="59873"/>
                    <a:pt x="5682" y="58155"/>
                  </a:cubicBezTo>
                  <a:cubicBezTo>
                    <a:pt x="9833" y="44726"/>
                    <a:pt x="16859" y="39104"/>
                    <a:pt x="22767" y="39104"/>
                  </a:cubicBezTo>
                  <a:cubicBezTo>
                    <a:pt x="25322" y="39104"/>
                    <a:pt x="26759" y="40353"/>
                    <a:pt x="26759" y="44569"/>
                  </a:cubicBezTo>
                  <a:cubicBezTo>
                    <a:pt x="26759" y="48161"/>
                    <a:pt x="25801" y="50503"/>
                    <a:pt x="21809" y="60185"/>
                  </a:cubicBezTo>
                  <a:lnTo>
                    <a:pt x="11749" y="85327"/>
                  </a:lnTo>
                  <a:close/>
                </a:path>
              </a:pathLst>
            </a:custGeom>
            <a:grpFill/>
            <a:ln w="22883" cap="flat">
              <a:noFill/>
              <a:prstDash val="solid"/>
              <a:miter/>
            </a:ln>
          </p:spPr>
          <p:txBody>
            <a:bodyPr/>
            <a:lstStyle/>
            <a:p>
              <a:endParaRPr lang="en-GB" noProof="0"/>
            </a:p>
          </p:txBody>
        </p:sp>
        <p:sp>
          <p:nvSpPr>
            <p:cNvPr id="16" name="Freeform: Shape 15">
              <a:extLst>
                <a:ext uri="{FF2B5EF4-FFF2-40B4-BE49-F238E27FC236}">
                  <a16:creationId xmlns:a16="http://schemas.microsoft.com/office/drawing/2014/main" id="{0000A977-4968-5E4F-9159-E3C874BE8E38}"/>
                </a:ext>
              </a:extLst>
            </p:cNvPr>
            <p:cNvSpPr/>
            <p:nvPr>
              <p:custDataLst>
                <p:tags r:id="rId6"/>
              </p:custDataLst>
            </p:nvPr>
          </p:nvSpPr>
          <p:spPr>
            <a:xfrm>
              <a:off x="8490235" y="5934333"/>
              <a:ext cx="31250" cy="223083"/>
            </a:xfrm>
            <a:custGeom>
              <a:avLst/>
              <a:gdLst>
                <a:gd name="csX0" fmla="*/ 31347 w 31250"/>
                <a:gd name="csY0" fmla="*/ 63 h 223083"/>
                <a:gd name="csX1" fmla="*/ 97 w 31250"/>
                <a:gd name="csY1" fmla="*/ 63 h 223083"/>
                <a:gd name="csX2" fmla="*/ 97 w 31250"/>
                <a:gd name="csY2" fmla="*/ 8986 h 223083"/>
                <a:gd name="csX3" fmla="*/ 22223 w 31250"/>
                <a:gd name="csY3" fmla="*/ 8986 h 223083"/>
                <a:gd name="csX4" fmla="*/ 22223 w 31250"/>
                <a:gd name="csY4" fmla="*/ 214223 h 223083"/>
                <a:gd name="csX5" fmla="*/ 97 w 31250"/>
                <a:gd name="csY5" fmla="*/ 214223 h 223083"/>
                <a:gd name="csX6" fmla="*/ 97 w 31250"/>
                <a:gd name="csY6" fmla="*/ 223146 h 223083"/>
                <a:gd name="csX7" fmla="*/ 31347 w 31250"/>
                <a:gd name="csY7" fmla="*/ 223146 h 223083"/>
                <a:gd name="csX8" fmla="*/ 31347 w 31250"/>
                <a:gd name="csY8" fmla="*/ 63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250" h="223083">
                  <a:moveTo>
                    <a:pt x="31347" y="63"/>
                  </a:moveTo>
                  <a:lnTo>
                    <a:pt x="97" y="63"/>
                  </a:lnTo>
                  <a:lnTo>
                    <a:pt x="97" y="8986"/>
                  </a:lnTo>
                  <a:lnTo>
                    <a:pt x="22223" y="8986"/>
                  </a:lnTo>
                  <a:lnTo>
                    <a:pt x="22223" y="214223"/>
                  </a:lnTo>
                  <a:lnTo>
                    <a:pt x="97" y="214223"/>
                  </a:lnTo>
                  <a:lnTo>
                    <a:pt x="97" y="223146"/>
                  </a:lnTo>
                  <a:lnTo>
                    <a:pt x="31347" y="223146"/>
                  </a:lnTo>
                  <a:lnTo>
                    <a:pt x="31347" y="63"/>
                  </a:lnTo>
                  <a:close/>
                </a:path>
              </a:pathLst>
            </a:custGeom>
            <a:grpFill/>
            <a:ln w="22883" cap="flat">
              <a:noFill/>
              <a:prstDash val="solid"/>
              <a:miter/>
            </a:ln>
          </p:spPr>
          <p:txBody>
            <a:bodyPr/>
            <a:lstStyle/>
            <a:p>
              <a:endParaRPr lang="en-GB" noProof="0"/>
            </a:p>
          </p:txBody>
        </p:sp>
        <p:sp>
          <p:nvSpPr>
            <p:cNvPr id="18" name="Freeform: Shape 17">
              <a:extLst>
                <a:ext uri="{FF2B5EF4-FFF2-40B4-BE49-F238E27FC236}">
                  <a16:creationId xmlns:a16="http://schemas.microsoft.com/office/drawing/2014/main" id="{535A17BC-E820-86D9-AE9E-D520227B0ABE}"/>
                </a:ext>
              </a:extLst>
            </p:cNvPr>
            <p:cNvSpPr/>
            <p:nvPr>
              <p:custDataLst>
                <p:tags r:id="rId7"/>
              </p:custDataLst>
            </p:nvPr>
          </p:nvSpPr>
          <p:spPr>
            <a:xfrm>
              <a:off x="8624715" y="6019774"/>
              <a:ext cx="151690" cy="52201"/>
            </a:xfrm>
            <a:custGeom>
              <a:avLst/>
              <a:gdLst>
                <a:gd name="csX0" fmla="*/ 144037 w 151690"/>
                <a:gd name="csY0" fmla="*/ 8986 h 52201"/>
                <a:gd name="csX1" fmla="*/ 151792 w 151690"/>
                <a:gd name="csY1" fmla="*/ 4524 h 52201"/>
                <a:gd name="csX2" fmla="*/ 144265 w 151690"/>
                <a:gd name="csY2" fmla="*/ 63 h 52201"/>
                <a:gd name="csX3" fmla="*/ 7630 w 151690"/>
                <a:gd name="csY3" fmla="*/ 63 h 52201"/>
                <a:gd name="csX4" fmla="*/ 102 w 151690"/>
                <a:gd name="csY4" fmla="*/ 4524 h 52201"/>
                <a:gd name="csX5" fmla="*/ 7858 w 151690"/>
                <a:gd name="csY5" fmla="*/ 8986 h 52201"/>
                <a:gd name="csX6" fmla="*/ 144037 w 151690"/>
                <a:gd name="csY6" fmla="*/ 8986 h 52201"/>
                <a:gd name="csX7" fmla="*/ 144265 w 151690"/>
                <a:gd name="csY7" fmla="*/ 52264 h 52201"/>
                <a:gd name="csX8" fmla="*/ 151792 w 151690"/>
                <a:gd name="csY8" fmla="*/ 47803 h 52201"/>
                <a:gd name="csX9" fmla="*/ 144037 w 151690"/>
                <a:gd name="csY9" fmla="*/ 43341 h 52201"/>
                <a:gd name="csX10" fmla="*/ 7858 w 151690"/>
                <a:gd name="csY10" fmla="*/ 43341 h 52201"/>
                <a:gd name="csX11" fmla="*/ 102 w 151690"/>
                <a:gd name="csY11" fmla="*/ 47803 h 52201"/>
                <a:gd name="csX12" fmla="*/ 7630 w 151690"/>
                <a:gd name="csY12" fmla="*/ 52264 h 52201"/>
                <a:gd name="csX13" fmla="*/ 144265 w 151690"/>
                <a:gd name="csY13" fmla="*/ 52264 h 522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51690" h="52201">
                  <a:moveTo>
                    <a:pt x="144037" y="8986"/>
                  </a:moveTo>
                  <a:cubicBezTo>
                    <a:pt x="147458" y="8986"/>
                    <a:pt x="151792" y="8986"/>
                    <a:pt x="151792" y="4524"/>
                  </a:cubicBezTo>
                  <a:cubicBezTo>
                    <a:pt x="151792" y="63"/>
                    <a:pt x="147458" y="63"/>
                    <a:pt x="144265" y="63"/>
                  </a:cubicBezTo>
                  <a:lnTo>
                    <a:pt x="7630" y="63"/>
                  </a:lnTo>
                  <a:cubicBezTo>
                    <a:pt x="4436" y="63"/>
                    <a:pt x="102" y="63"/>
                    <a:pt x="102" y="4524"/>
                  </a:cubicBezTo>
                  <a:cubicBezTo>
                    <a:pt x="102" y="8986"/>
                    <a:pt x="4436" y="8986"/>
                    <a:pt x="7858" y="8986"/>
                  </a:cubicBezTo>
                  <a:lnTo>
                    <a:pt x="144037" y="8986"/>
                  </a:lnTo>
                  <a:close/>
                  <a:moveTo>
                    <a:pt x="144265" y="52264"/>
                  </a:moveTo>
                  <a:cubicBezTo>
                    <a:pt x="147458" y="52264"/>
                    <a:pt x="151792" y="52264"/>
                    <a:pt x="151792" y="47803"/>
                  </a:cubicBezTo>
                  <a:cubicBezTo>
                    <a:pt x="151792" y="43341"/>
                    <a:pt x="147458" y="43341"/>
                    <a:pt x="144037" y="43341"/>
                  </a:cubicBezTo>
                  <a:lnTo>
                    <a:pt x="7858" y="43341"/>
                  </a:lnTo>
                  <a:cubicBezTo>
                    <a:pt x="4436" y="43341"/>
                    <a:pt x="102" y="43341"/>
                    <a:pt x="102" y="47803"/>
                  </a:cubicBezTo>
                  <a:cubicBezTo>
                    <a:pt x="102" y="52264"/>
                    <a:pt x="4436" y="52264"/>
                    <a:pt x="7630" y="52264"/>
                  </a:cubicBezTo>
                  <a:lnTo>
                    <a:pt x="144265" y="52264"/>
                  </a:lnTo>
                  <a:close/>
                </a:path>
              </a:pathLst>
            </a:custGeom>
            <a:grpFill/>
            <a:ln w="22883" cap="flat">
              <a:noFill/>
              <a:prstDash val="solid"/>
              <a:miter/>
            </a:ln>
          </p:spPr>
          <p:txBody>
            <a:bodyPr/>
            <a:lstStyle/>
            <a:p>
              <a:endParaRPr lang="en-GB" noProof="0"/>
            </a:p>
          </p:txBody>
        </p:sp>
        <p:sp>
          <p:nvSpPr>
            <p:cNvPr id="19" name="Freeform: Shape 18">
              <a:extLst>
                <a:ext uri="{FF2B5EF4-FFF2-40B4-BE49-F238E27FC236}">
                  <a16:creationId xmlns:a16="http://schemas.microsoft.com/office/drawing/2014/main" id="{D267BB09-69C3-B204-FE74-6A16F9C39D4B}"/>
                </a:ext>
              </a:extLst>
            </p:cNvPr>
            <p:cNvSpPr/>
            <p:nvPr>
              <p:custDataLst>
                <p:tags r:id="rId8"/>
              </p:custDataLst>
            </p:nvPr>
          </p:nvSpPr>
          <p:spPr>
            <a:xfrm>
              <a:off x="8861386" y="5949948"/>
              <a:ext cx="165553" cy="151696"/>
            </a:xfrm>
            <a:custGeom>
              <a:avLst/>
              <a:gdLst>
                <a:gd name="csX0" fmla="*/ 152943 w 165553"/>
                <a:gd name="csY0" fmla="*/ 99781 h 151696"/>
                <a:gd name="csX1" fmla="*/ 154084 w 165553"/>
                <a:gd name="csY1" fmla="*/ 96658 h 151696"/>
                <a:gd name="csX2" fmla="*/ 151346 w 165553"/>
                <a:gd name="csY2" fmla="*/ 94204 h 151696"/>
                <a:gd name="csX3" fmla="*/ 148381 w 165553"/>
                <a:gd name="csY3" fmla="*/ 96881 h 151696"/>
                <a:gd name="csX4" fmla="*/ 86108 w 165553"/>
                <a:gd name="csY4" fmla="*/ 144844 h 151696"/>
                <a:gd name="csX5" fmla="*/ 52805 w 165553"/>
                <a:gd name="csY5" fmla="*/ 144844 h 151696"/>
                <a:gd name="csX6" fmla="*/ 47787 w 165553"/>
                <a:gd name="csY6" fmla="*/ 144621 h 151696"/>
                <a:gd name="csX7" fmla="*/ 44821 w 165553"/>
                <a:gd name="csY7" fmla="*/ 142390 h 151696"/>
                <a:gd name="csX8" fmla="*/ 45962 w 165553"/>
                <a:gd name="csY8" fmla="*/ 137259 h 151696"/>
                <a:gd name="csX9" fmla="*/ 61473 w 165553"/>
                <a:gd name="csY9" fmla="*/ 76357 h 151696"/>
                <a:gd name="csX10" fmla="*/ 84055 w 165553"/>
                <a:gd name="csY10" fmla="*/ 76357 h 151696"/>
                <a:gd name="csX11" fmla="*/ 103444 w 165553"/>
                <a:gd name="csY11" fmla="*/ 86619 h 151696"/>
                <a:gd name="csX12" fmla="*/ 101848 w 165553"/>
                <a:gd name="csY12" fmla="*/ 97550 h 151696"/>
                <a:gd name="csX13" fmla="*/ 101163 w 165553"/>
                <a:gd name="csY13" fmla="*/ 100004 h 151696"/>
                <a:gd name="csX14" fmla="*/ 104129 w 165553"/>
                <a:gd name="csY14" fmla="*/ 102458 h 151696"/>
                <a:gd name="csX15" fmla="*/ 107550 w 165553"/>
                <a:gd name="csY15" fmla="*/ 97996 h 151696"/>
                <a:gd name="csX16" fmla="*/ 120552 w 165553"/>
                <a:gd name="csY16" fmla="*/ 45795 h 151696"/>
                <a:gd name="csX17" fmla="*/ 117815 w 165553"/>
                <a:gd name="csY17" fmla="*/ 43341 h 151696"/>
                <a:gd name="csX18" fmla="*/ 114622 w 165553"/>
                <a:gd name="csY18" fmla="*/ 47356 h 151696"/>
                <a:gd name="csX19" fmla="*/ 84740 w 165553"/>
                <a:gd name="csY19" fmla="*/ 69442 h 151696"/>
                <a:gd name="csX20" fmla="*/ 63298 w 165553"/>
                <a:gd name="csY20" fmla="*/ 69442 h 151696"/>
                <a:gd name="csX21" fmla="*/ 76984 w 165553"/>
                <a:gd name="csY21" fmla="*/ 15679 h 151696"/>
                <a:gd name="csX22" fmla="*/ 89302 w 165553"/>
                <a:gd name="csY22" fmla="*/ 6978 h 151696"/>
                <a:gd name="csX23" fmla="*/ 121465 w 165553"/>
                <a:gd name="csY23" fmla="*/ 6978 h 151696"/>
                <a:gd name="csX24" fmla="*/ 156137 w 165553"/>
                <a:gd name="csY24" fmla="*/ 31741 h 151696"/>
                <a:gd name="csX25" fmla="*/ 155224 w 165553"/>
                <a:gd name="csY25" fmla="*/ 43564 h 151696"/>
                <a:gd name="csX26" fmla="*/ 154996 w 165553"/>
                <a:gd name="csY26" fmla="*/ 47580 h 151696"/>
                <a:gd name="csX27" fmla="*/ 157733 w 165553"/>
                <a:gd name="csY27" fmla="*/ 50257 h 151696"/>
                <a:gd name="csX28" fmla="*/ 160927 w 165553"/>
                <a:gd name="csY28" fmla="*/ 44679 h 151696"/>
                <a:gd name="csX29" fmla="*/ 165489 w 165553"/>
                <a:gd name="csY29" fmla="*/ 6086 h 151696"/>
                <a:gd name="csX30" fmla="*/ 159330 w 165553"/>
                <a:gd name="csY30" fmla="*/ 63 h 151696"/>
                <a:gd name="csX31" fmla="*/ 44137 w 165553"/>
                <a:gd name="csY31" fmla="*/ 63 h 151696"/>
                <a:gd name="csX32" fmla="*/ 37294 w 165553"/>
                <a:gd name="csY32" fmla="*/ 4524 h 151696"/>
                <a:gd name="csX33" fmla="*/ 43681 w 165553"/>
                <a:gd name="csY33" fmla="*/ 6978 h 151696"/>
                <a:gd name="csX34" fmla="*/ 58508 w 165553"/>
                <a:gd name="csY34" fmla="*/ 10994 h 151696"/>
                <a:gd name="csX35" fmla="*/ 57367 w 165553"/>
                <a:gd name="csY35" fmla="*/ 16348 h 151696"/>
                <a:gd name="csX36" fmla="*/ 27257 w 165553"/>
                <a:gd name="csY36" fmla="*/ 134359 h 151696"/>
                <a:gd name="csX37" fmla="*/ 6500 w 165553"/>
                <a:gd name="csY37" fmla="*/ 144844 h 151696"/>
                <a:gd name="csX38" fmla="*/ 113 w 165553"/>
                <a:gd name="csY38" fmla="*/ 149082 h 151696"/>
                <a:gd name="csX39" fmla="*/ 6500 w 165553"/>
                <a:gd name="csY39" fmla="*/ 151759 h 151696"/>
                <a:gd name="csX40" fmla="*/ 124886 w 165553"/>
                <a:gd name="csY40" fmla="*/ 151759 h 151696"/>
                <a:gd name="csX41" fmla="*/ 131958 w 165553"/>
                <a:gd name="csY41" fmla="*/ 147967 h 151696"/>
                <a:gd name="csX42" fmla="*/ 152943 w 165553"/>
                <a:gd name="csY42" fmla="*/ 99781 h 1516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165553" h="151696">
                  <a:moveTo>
                    <a:pt x="152943" y="99781"/>
                  </a:moveTo>
                  <a:cubicBezTo>
                    <a:pt x="153399" y="98666"/>
                    <a:pt x="154084" y="97104"/>
                    <a:pt x="154084" y="96658"/>
                  </a:cubicBezTo>
                  <a:cubicBezTo>
                    <a:pt x="154084" y="96435"/>
                    <a:pt x="154084" y="94204"/>
                    <a:pt x="151346" y="94204"/>
                  </a:cubicBezTo>
                  <a:cubicBezTo>
                    <a:pt x="149294" y="94204"/>
                    <a:pt x="148837" y="95542"/>
                    <a:pt x="148381" y="96881"/>
                  </a:cubicBezTo>
                  <a:cubicBezTo>
                    <a:pt x="133554" y="129897"/>
                    <a:pt x="125114" y="144844"/>
                    <a:pt x="86108" y="144844"/>
                  </a:cubicBezTo>
                  <a:lnTo>
                    <a:pt x="52805" y="144844"/>
                  </a:lnTo>
                  <a:cubicBezTo>
                    <a:pt x="49611" y="144844"/>
                    <a:pt x="49155" y="144844"/>
                    <a:pt x="47787" y="144621"/>
                  </a:cubicBezTo>
                  <a:cubicBezTo>
                    <a:pt x="45506" y="144398"/>
                    <a:pt x="44821" y="144175"/>
                    <a:pt x="44821" y="142390"/>
                  </a:cubicBezTo>
                  <a:cubicBezTo>
                    <a:pt x="44821" y="141721"/>
                    <a:pt x="44821" y="141275"/>
                    <a:pt x="45962" y="137259"/>
                  </a:cubicBezTo>
                  <a:lnTo>
                    <a:pt x="61473" y="76357"/>
                  </a:lnTo>
                  <a:lnTo>
                    <a:pt x="84055" y="76357"/>
                  </a:lnTo>
                  <a:cubicBezTo>
                    <a:pt x="103444" y="76357"/>
                    <a:pt x="103444" y="81042"/>
                    <a:pt x="103444" y="86619"/>
                  </a:cubicBezTo>
                  <a:cubicBezTo>
                    <a:pt x="103444" y="88181"/>
                    <a:pt x="103444" y="90858"/>
                    <a:pt x="101848" y="97550"/>
                  </a:cubicBezTo>
                  <a:cubicBezTo>
                    <a:pt x="101391" y="98666"/>
                    <a:pt x="101163" y="99335"/>
                    <a:pt x="101163" y="100004"/>
                  </a:cubicBezTo>
                  <a:cubicBezTo>
                    <a:pt x="101163" y="101120"/>
                    <a:pt x="102076" y="102458"/>
                    <a:pt x="104129" y="102458"/>
                  </a:cubicBezTo>
                  <a:cubicBezTo>
                    <a:pt x="105953" y="102458"/>
                    <a:pt x="106638" y="101343"/>
                    <a:pt x="107550" y="97996"/>
                  </a:cubicBezTo>
                  <a:lnTo>
                    <a:pt x="120552" y="45795"/>
                  </a:lnTo>
                  <a:cubicBezTo>
                    <a:pt x="120552" y="44456"/>
                    <a:pt x="119412" y="43341"/>
                    <a:pt x="117815" y="43341"/>
                  </a:cubicBezTo>
                  <a:cubicBezTo>
                    <a:pt x="115762" y="43341"/>
                    <a:pt x="115306" y="44679"/>
                    <a:pt x="114622" y="47356"/>
                  </a:cubicBezTo>
                  <a:cubicBezTo>
                    <a:pt x="109831" y="64311"/>
                    <a:pt x="105725" y="69442"/>
                    <a:pt x="84740" y="69442"/>
                  </a:cubicBezTo>
                  <a:lnTo>
                    <a:pt x="63298" y="69442"/>
                  </a:lnTo>
                  <a:lnTo>
                    <a:pt x="76984" y="15679"/>
                  </a:lnTo>
                  <a:cubicBezTo>
                    <a:pt x="79037" y="7871"/>
                    <a:pt x="79265" y="6978"/>
                    <a:pt x="89302" y="6978"/>
                  </a:cubicBezTo>
                  <a:lnTo>
                    <a:pt x="121465" y="6978"/>
                  </a:lnTo>
                  <a:cubicBezTo>
                    <a:pt x="149294" y="6978"/>
                    <a:pt x="156137" y="13448"/>
                    <a:pt x="156137" y="31741"/>
                  </a:cubicBezTo>
                  <a:cubicBezTo>
                    <a:pt x="156137" y="37095"/>
                    <a:pt x="156137" y="37541"/>
                    <a:pt x="155224" y="43564"/>
                  </a:cubicBezTo>
                  <a:cubicBezTo>
                    <a:pt x="155224" y="44903"/>
                    <a:pt x="154996" y="46464"/>
                    <a:pt x="154996" y="47580"/>
                  </a:cubicBezTo>
                  <a:cubicBezTo>
                    <a:pt x="154996" y="48695"/>
                    <a:pt x="155680" y="50257"/>
                    <a:pt x="157733" y="50257"/>
                  </a:cubicBezTo>
                  <a:cubicBezTo>
                    <a:pt x="160243" y="50257"/>
                    <a:pt x="160471" y="48918"/>
                    <a:pt x="160927" y="44679"/>
                  </a:cubicBezTo>
                  <a:lnTo>
                    <a:pt x="165489" y="6086"/>
                  </a:lnTo>
                  <a:cubicBezTo>
                    <a:pt x="166173" y="63"/>
                    <a:pt x="165033" y="63"/>
                    <a:pt x="159330" y="63"/>
                  </a:cubicBezTo>
                  <a:lnTo>
                    <a:pt x="44137" y="63"/>
                  </a:lnTo>
                  <a:cubicBezTo>
                    <a:pt x="39575" y="63"/>
                    <a:pt x="37294" y="63"/>
                    <a:pt x="37294" y="4524"/>
                  </a:cubicBezTo>
                  <a:cubicBezTo>
                    <a:pt x="37294" y="6978"/>
                    <a:pt x="39347" y="6978"/>
                    <a:pt x="43681" y="6978"/>
                  </a:cubicBezTo>
                  <a:cubicBezTo>
                    <a:pt x="52121" y="6978"/>
                    <a:pt x="58508" y="6978"/>
                    <a:pt x="58508" y="10994"/>
                  </a:cubicBezTo>
                  <a:cubicBezTo>
                    <a:pt x="58508" y="11886"/>
                    <a:pt x="58508" y="12332"/>
                    <a:pt x="57367" y="16348"/>
                  </a:cubicBezTo>
                  <a:lnTo>
                    <a:pt x="27257" y="134359"/>
                  </a:lnTo>
                  <a:cubicBezTo>
                    <a:pt x="24976" y="143059"/>
                    <a:pt x="24520" y="144844"/>
                    <a:pt x="6500" y="144844"/>
                  </a:cubicBezTo>
                  <a:cubicBezTo>
                    <a:pt x="2622" y="144844"/>
                    <a:pt x="113" y="144844"/>
                    <a:pt x="113" y="149082"/>
                  </a:cubicBezTo>
                  <a:cubicBezTo>
                    <a:pt x="113" y="151759"/>
                    <a:pt x="2166" y="151759"/>
                    <a:pt x="6500" y="151759"/>
                  </a:cubicBezTo>
                  <a:lnTo>
                    <a:pt x="124886" y="151759"/>
                  </a:lnTo>
                  <a:cubicBezTo>
                    <a:pt x="130133" y="151759"/>
                    <a:pt x="130361" y="151536"/>
                    <a:pt x="131958" y="147967"/>
                  </a:cubicBezTo>
                  <a:lnTo>
                    <a:pt x="152943" y="99781"/>
                  </a:lnTo>
                  <a:close/>
                </a:path>
              </a:pathLst>
            </a:custGeom>
            <a:grpFill/>
            <a:ln w="22883" cap="flat">
              <a:noFill/>
              <a:prstDash val="solid"/>
              <a:miter/>
            </a:ln>
          </p:spPr>
          <p:txBody>
            <a:bodyPr/>
            <a:lstStyle/>
            <a:p>
              <a:endParaRPr lang="en-GB" noProof="0"/>
            </a:p>
          </p:txBody>
        </p:sp>
        <p:sp>
          <p:nvSpPr>
            <p:cNvPr id="20" name="Freeform: Shape 19">
              <a:extLst>
                <a:ext uri="{FF2B5EF4-FFF2-40B4-BE49-F238E27FC236}">
                  <a16:creationId xmlns:a16="http://schemas.microsoft.com/office/drawing/2014/main" id="{9D4CD9A6-FDFA-C113-3B1C-6D64D35B1946}"/>
                </a:ext>
              </a:extLst>
            </p:cNvPr>
            <p:cNvSpPr/>
            <p:nvPr>
              <p:custDataLst>
                <p:tags r:id="rId9"/>
              </p:custDataLst>
            </p:nvPr>
          </p:nvSpPr>
          <p:spPr>
            <a:xfrm>
              <a:off x="9061168" y="5934333"/>
              <a:ext cx="31250" cy="223083"/>
            </a:xfrm>
            <a:custGeom>
              <a:avLst/>
              <a:gdLst>
                <a:gd name="csX0" fmla="*/ 31371 w 31250"/>
                <a:gd name="csY0" fmla="*/ 223146 h 223083"/>
                <a:gd name="csX1" fmla="*/ 31371 w 31250"/>
                <a:gd name="csY1" fmla="*/ 214223 h 223083"/>
                <a:gd name="csX2" fmla="*/ 9245 w 31250"/>
                <a:gd name="csY2" fmla="*/ 214223 h 223083"/>
                <a:gd name="csX3" fmla="*/ 9245 w 31250"/>
                <a:gd name="csY3" fmla="*/ 8986 h 223083"/>
                <a:gd name="csX4" fmla="*/ 31371 w 31250"/>
                <a:gd name="csY4" fmla="*/ 8986 h 223083"/>
                <a:gd name="csX5" fmla="*/ 31371 w 31250"/>
                <a:gd name="csY5" fmla="*/ 63 h 223083"/>
                <a:gd name="csX6" fmla="*/ 120 w 31250"/>
                <a:gd name="csY6" fmla="*/ 63 h 223083"/>
                <a:gd name="csX7" fmla="*/ 120 w 31250"/>
                <a:gd name="csY7" fmla="*/ 223146 h 223083"/>
                <a:gd name="csX8" fmla="*/ 31371 w 31250"/>
                <a:gd name="csY8" fmla="*/ 223146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250" h="223083">
                  <a:moveTo>
                    <a:pt x="31371" y="223146"/>
                  </a:moveTo>
                  <a:lnTo>
                    <a:pt x="31371" y="214223"/>
                  </a:lnTo>
                  <a:lnTo>
                    <a:pt x="9245" y="214223"/>
                  </a:lnTo>
                  <a:lnTo>
                    <a:pt x="9245" y="8986"/>
                  </a:lnTo>
                  <a:lnTo>
                    <a:pt x="31371" y="8986"/>
                  </a:lnTo>
                  <a:lnTo>
                    <a:pt x="31371" y="63"/>
                  </a:lnTo>
                  <a:lnTo>
                    <a:pt x="120" y="63"/>
                  </a:lnTo>
                  <a:lnTo>
                    <a:pt x="120" y="223146"/>
                  </a:lnTo>
                  <a:lnTo>
                    <a:pt x="31371" y="223146"/>
                  </a:lnTo>
                  <a:close/>
                </a:path>
              </a:pathLst>
            </a:custGeom>
            <a:grpFill/>
            <a:ln w="22883" cap="flat">
              <a:noFill/>
              <a:prstDash val="solid"/>
              <a:miter/>
            </a:ln>
          </p:spPr>
          <p:txBody>
            <a:bodyPr/>
            <a:lstStyle/>
            <a:p>
              <a:endParaRPr lang="en-GB" noProof="0"/>
            </a:p>
          </p:txBody>
        </p:sp>
        <p:sp>
          <p:nvSpPr>
            <p:cNvPr id="22" name="Freeform: Shape 21">
              <a:extLst>
                <a:ext uri="{FF2B5EF4-FFF2-40B4-BE49-F238E27FC236}">
                  <a16:creationId xmlns:a16="http://schemas.microsoft.com/office/drawing/2014/main" id="{B8730982-668C-9958-8B67-1BCE8FD85A5E}"/>
                </a:ext>
              </a:extLst>
            </p:cNvPr>
            <p:cNvSpPr/>
            <p:nvPr>
              <p:custDataLst>
                <p:tags r:id="rId10"/>
              </p:custDataLst>
            </p:nvPr>
          </p:nvSpPr>
          <p:spPr>
            <a:xfrm>
              <a:off x="9105598" y="5941917"/>
              <a:ext cx="156480" cy="159727"/>
            </a:xfrm>
            <a:custGeom>
              <a:avLst/>
              <a:gdLst>
                <a:gd name="csX0" fmla="*/ 32970 w 156480"/>
                <a:gd name="csY0" fmla="*/ 134136 h 159727"/>
                <a:gd name="csX1" fmla="*/ 4913 w 156480"/>
                <a:gd name="csY1" fmla="*/ 152875 h 159727"/>
                <a:gd name="csX2" fmla="*/ 123 w 156480"/>
                <a:gd name="csY2" fmla="*/ 157337 h 159727"/>
                <a:gd name="csX3" fmla="*/ 3089 w 156480"/>
                <a:gd name="csY3" fmla="*/ 159791 h 159727"/>
                <a:gd name="csX4" fmla="*/ 22706 w 156480"/>
                <a:gd name="csY4" fmla="*/ 159121 h 159727"/>
                <a:gd name="csX5" fmla="*/ 45516 w 156480"/>
                <a:gd name="csY5" fmla="*/ 159791 h 159727"/>
                <a:gd name="csX6" fmla="*/ 49850 w 156480"/>
                <a:gd name="csY6" fmla="*/ 155552 h 159727"/>
                <a:gd name="csX7" fmla="*/ 46201 w 156480"/>
                <a:gd name="csY7" fmla="*/ 152875 h 159727"/>
                <a:gd name="csX8" fmla="*/ 35480 w 156480"/>
                <a:gd name="csY8" fmla="*/ 145067 h 159727"/>
                <a:gd name="csX9" fmla="*/ 38673 w 156480"/>
                <a:gd name="csY9" fmla="*/ 136813 h 159727"/>
                <a:gd name="csX10" fmla="*/ 56009 w 156480"/>
                <a:gd name="csY10" fmla="*/ 108258 h 159727"/>
                <a:gd name="csX11" fmla="*/ 113264 w 156480"/>
                <a:gd name="csY11" fmla="*/ 108258 h 159727"/>
                <a:gd name="csX12" fmla="*/ 116913 w 156480"/>
                <a:gd name="csY12" fmla="*/ 145513 h 159727"/>
                <a:gd name="csX13" fmla="*/ 100490 w 156480"/>
                <a:gd name="csY13" fmla="*/ 152875 h 159727"/>
                <a:gd name="csX14" fmla="*/ 95015 w 156480"/>
                <a:gd name="csY14" fmla="*/ 157337 h 159727"/>
                <a:gd name="csX15" fmla="*/ 98209 w 156480"/>
                <a:gd name="csY15" fmla="*/ 159791 h 159727"/>
                <a:gd name="csX16" fmla="*/ 126722 w 156480"/>
                <a:gd name="csY16" fmla="*/ 159121 h 159727"/>
                <a:gd name="csX17" fmla="*/ 152498 w 156480"/>
                <a:gd name="csY17" fmla="*/ 159791 h 159727"/>
                <a:gd name="csX18" fmla="*/ 156604 w 156480"/>
                <a:gd name="csY18" fmla="*/ 155329 h 159727"/>
                <a:gd name="csX19" fmla="*/ 151357 w 156480"/>
                <a:gd name="csY19" fmla="*/ 152875 h 159727"/>
                <a:gd name="csX20" fmla="*/ 136530 w 156480"/>
                <a:gd name="csY20" fmla="*/ 144844 h 159727"/>
                <a:gd name="csX21" fmla="*/ 122616 w 156480"/>
                <a:gd name="csY21" fmla="*/ 5417 h 159727"/>
                <a:gd name="csX22" fmla="*/ 118282 w 156480"/>
                <a:gd name="csY22" fmla="*/ 63 h 159727"/>
                <a:gd name="csX23" fmla="*/ 112351 w 156480"/>
                <a:gd name="csY23" fmla="*/ 3855 h 159727"/>
                <a:gd name="csX24" fmla="*/ 32970 w 156480"/>
                <a:gd name="csY24" fmla="*/ 134136 h 159727"/>
                <a:gd name="csX25" fmla="*/ 60343 w 156480"/>
                <a:gd name="csY25" fmla="*/ 101343 h 159727"/>
                <a:gd name="csX26" fmla="*/ 105280 w 156480"/>
                <a:gd name="csY26" fmla="*/ 27725 h 159727"/>
                <a:gd name="csX27" fmla="*/ 112579 w 156480"/>
                <a:gd name="csY27" fmla="*/ 101343 h 159727"/>
                <a:gd name="csX28" fmla="*/ 60343 w 156480"/>
                <a:gd name="csY28" fmla="*/ 101343 h 1597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56480" h="159727">
                  <a:moveTo>
                    <a:pt x="32970" y="134136"/>
                  </a:moveTo>
                  <a:cubicBezTo>
                    <a:pt x="23846" y="149083"/>
                    <a:pt x="14950" y="152206"/>
                    <a:pt x="4913" y="152875"/>
                  </a:cubicBezTo>
                  <a:cubicBezTo>
                    <a:pt x="2176" y="153098"/>
                    <a:pt x="123" y="153098"/>
                    <a:pt x="123" y="157337"/>
                  </a:cubicBezTo>
                  <a:cubicBezTo>
                    <a:pt x="123" y="158675"/>
                    <a:pt x="1264" y="159791"/>
                    <a:pt x="3089" y="159791"/>
                  </a:cubicBezTo>
                  <a:cubicBezTo>
                    <a:pt x="9247" y="159791"/>
                    <a:pt x="16319" y="159121"/>
                    <a:pt x="22706" y="159121"/>
                  </a:cubicBezTo>
                  <a:cubicBezTo>
                    <a:pt x="30233" y="159121"/>
                    <a:pt x="38217" y="159791"/>
                    <a:pt x="45516" y="159791"/>
                  </a:cubicBezTo>
                  <a:cubicBezTo>
                    <a:pt x="46885" y="159791"/>
                    <a:pt x="49850" y="159791"/>
                    <a:pt x="49850" y="155552"/>
                  </a:cubicBezTo>
                  <a:cubicBezTo>
                    <a:pt x="49850" y="153098"/>
                    <a:pt x="47797" y="152875"/>
                    <a:pt x="46201" y="152875"/>
                  </a:cubicBezTo>
                  <a:cubicBezTo>
                    <a:pt x="40954" y="152429"/>
                    <a:pt x="35480" y="150644"/>
                    <a:pt x="35480" y="145067"/>
                  </a:cubicBezTo>
                  <a:cubicBezTo>
                    <a:pt x="35480" y="142390"/>
                    <a:pt x="36848" y="139936"/>
                    <a:pt x="38673" y="136813"/>
                  </a:cubicBezTo>
                  <a:lnTo>
                    <a:pt x="56009" y="108258"/>
                  </a:lnTo>
                  <a:lnTo>
                    <a:pt x="113264" y="108258"/>
                  </a:lnTo>
                  <a:cubicBezTo>
                    <a:pt x="113720" y="112943"/>
                    <a:pt x="116913" y="143282"/>
                    <a:pt x="116913" y="145513"/>
                  </a:cubicBezTo>
                  <a:cubicBezTo>
                    <a:pt x="116913" y="152206"/>
                    <a:pt x="105052" y="152875"/>
                    <a:pt x="100490" y="152875"/>
                  </a:cubicBezTo>
                  <a:cubicBezTo>
                    <a:pt x="97296" y="152875"/>
                    <a:pt x="95015" y="152875"/>
                    <a:pt x="95015" y="157337"/>
                  </a:cubicBezTo>
                  <a:cubicBezTo>
                    <a:pt x="95015" y="159791"/>
                    <a:pt x="97752" y="159791"/>
                    <a:pt x="98209" y="159791"/>
                  </a:cubicBezTo>
                  <a:cubicBezTo>
                    <a:pt x="107561" y="159791"/>
                    <a:pt x="117369" y="159121"/>
                    <a:pt x="126722" y="159121"/>
                  </a:cubicBezTo>
                  <a:cubicBezTo>
                    <a:pt x="132424" y="159121"/>
                    <a:pt x="146795" y="159791"/>
                    <a:pt x="152498" y="159791"/>
                  </a:cubicBezTo>
                  <a:cubicBezTo>
                    <a:pt x="153866" y="159791"/>
                    <a:pt x="156604" y="159791"/>
                    <a:pt x="156604" y="155329"/>
                  </a:cubicBezTo>
                  <a:cubicBezTo>
                    <a:pt x="156604" y="152875"/>
                    <a:pt x="154323" y="152875"/>
                    <a:pt x="151357" y="152875"/>
                  </a:cubicBezTo>
                  <a:cubicBezTo>
                    <a:pt x="137215" y="152875"/>
                    <a:pt x="137215" y="151313"/>
                    <a:pt x="136530" y="144844"/>
                  </a:cubicBezTo>
                  <a:lnTo>
                    <a:pt x="122616" y="5417"/>
                  </a:lnTo>
                  <a:cubicBezTo>
                    <a:pt x="122160" y="955"/>
                    <a:pt x="122160" y="63"/>
                    <a:pt x="118282" y="63"/>
                  </a:cubicBezTo>
                  <a:cubicBezTo>
                    <a:pt x="114632" y="63"/>
                    <a:pt x="113720" y="1624"/>
                    <a:pt x="112351" y="3855"/>
                  </a:cubicBezTo>
                  <a:lnTo>
                    <a:pt x="32970" y="134136"/>
                  </a:lnTo>
                  <a:close/>
                  <a:moveTo>
                    <a:pt x="60343" y="101343"/>
                  </a:moveTo>
                  <a:lnTo>
                    <a:pt x="105280" y="27725"/>
                  </a:lnTo>
                  <a:lnTo>
                    <a:pt x="112579" y="101343"/>
                  </a:lnTo>
                  <a:lnTo>
                    <a:pt x="60343" y="101343"/>
                  </a:lnTo>
                  <a:close/>
                </a:path>
              </a:pathLst>
            </a:custGeom>
            <a:grpFill/>
            <a:ln w="22883" cap="flat">
              <a:noFill/>
              <a:prstDash val="solid"/>
              <a:miter/>
            </a:ln>
          </p:spPr>
          <p:txBody>
            <a:bodyPr/>
            <a:lstStyle/>
            <a:p>
              <a:endParaRPr lang="en-GB" noProof="0"/>
            </a:p>
          </p:txBody>
        </p:sp>
        <p:sp>
          <p:nvSpPr>
            <p:cNvPr id="24" name="Freeform: Shape 23">
              <a:extLst>
                <a:ext uri="{FF2B5EF4-FFF2-40B4-BE49-F238E27FC236}">
                  <a16:creationId xmlns:a16="http://schemas.microsoft.com/office/drawing/2014/main" id="{940887DD-BBA6-7790-8758-919A9652EFAC}"/>
                </a:ext>
              </a:extLst>
            </p:cNvPr>
            <p:cNvSpPr/>
            <p:nvPr>
              <p:custDataLst>
                <p:tags r:id="rId11"/>
              </p:custDataLst>
            </p:nvPr>
          </p:nvSpPr>
          <p:spPr>
            <a:xfrm>
              <a:off x="9275309" y="6003042"/>
              <a:ext cx="100138" cy="101056"/>
            </a:xfrm>
            <a:custGeom>
              <a:avLst/>
              <a:gdLst>
                <a:gd name="csX0" fmla="*/ 100269 w 100138"/>
                <a:gd name="csY0" fmla="*/ 15679 h 101056"/>
                <a:gd name="csX1" fmla="*/ 90232 w 100138"/>
                <a:gd name="csY1" fmla="*/ 63 h 101056"/>
                <a:gd name="csX2" fmla="*/ 79055 w 100138"/>
                <a:gd name="csY2" fmla="*/ 10771 h 101056"/>
                <a:gd name="csX3" fmla="*/ 82705 w 100138"/>
                <a:gd name="csY3" fmla="*/ 17463 h 101056"/>
                <a:gd name="csX4" fmla="*/ 90460 w 100138"/>
                <a:gd name="csY4" fmla="*/ 35756 h 101056"/>
                <a:gd name="csX5" fmla="*/ 49858 w 100138"/>
                <a:gd name="csY5" fmla="*/ 96212 h 101056"/>
                <a:gd name="csX6" fmla="*/ 32978 w 100138"/>
                <a:gd name="csY6" fmla="*/ 76803 h 101056"/>
                <a:gd name="csX7" fmla="*/ 46208 w 100138"/>
                <a:gd name="csY7" fmla="*/ 29510 h 101056"/>
                <a:gd name="csX8" fmla="*/ 48945 w 100138"/>
                <a:gd name="csY8" fmla="*/ 18356 h 101056"/>
                <a:gd name="csX9" fmla="*/ 30241 w 100138"/>
                <a:gd name="csY9" fmla="*/ 63 h 101056"/>
                <a:gd name="csX10" fmla="*/ 131 w 100138"/>
                <a:gd name="csY10" fmla="*/ 34418 h 101056"/>
                <a:gd name="csX11" fmla="*/ 2868 w 100138"/>
                <a:gd name="csY11" fmla="*/ 36648 h 101056"/>
                <a:gd name="csX12" fmla="*/ 6518 w 100138"/>
                <a:gd name="csY12" fmla="*/ 32633 h 101056"/>
                <a:gd name="csX13" fmla="*/ 29556 w 100138"/>
                <a:gd name="csY13" fmla="*/ 4971 h 101056"/>
                <a:gd name="csX14" fmla="*/ 35259 w 100138"/>
                <a:gd name="csY14" fmla="*/ 12109 h 101056"/>
                <a:gd name="csX15" fmla="*/ 31381 w 100138"/>
                <a:gd name="csY15" fmla="*/ 27725 h 101056"/>
                <a:gd name="csX16" fmla="*/ 18379 w 100138"/>
                <a:gd name="csY16" fmla="*/ 73457 h 101056"/>
                <a:gd name="csX17" fmla="*/ 48945 w 100138"/>
                <a:gd name="csY17" fmla="*/ 101120 h 101056"/>
                <a:gd name="csX18" fmla="*/ 100269 w 100138"/>
                <a:gd name="csY18" fmla="*/ 15679 h 101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0138" h="101056">
                  <a:moveTo>
                    <a:pt x="100269" y="15679"/>
                  </a:moveTo>
                  <a:cubicBezTo>
                    <a:pt x="100269" y="3632"/>
                    <a:pt x="94338" y="63"/>
                    <a:pt x="90232" y="63"/>
                  </a:cubicBezTo>
                  <a:cubicBezTo>
                    <a:pt x="84530" y="63"/>
                    <a:pt x="79055" y="5863"/>
                    <a:pt x="79055" y="10771"/>
                  </a:cubicBezTo>
                  <a:cubicBezTo>
                    <a:pt x="79055" y="13671"/>
                    <a:pt x="80196" y="15009"/>
                    <a:pt x="82705" y="17463"/>
                  </a:cubicBezTo>
                  <a:cubicBezTo>
                    <a:pt x="87495" y="21925"/>
                    <a:pt x="90460" y="27725"/>
                    <a:pt x="90460" y="35756"/>
                  </a:cubicBezTo>
                  <a:cubicBezTo>
                    <a:pt x="90460" y="45126"/>
                    <a:pt x="76546" y="96212"/>
                    <a:pt x="49858" y="96212"/>
                  </a:cubicBezTo>
                  <a:cubicBezTo>
                    <a:pt x="38224" y="96212"/>
                    <a:pt x="32978" y="88404"/>
                    <a:pt x="32978" y="76803"/>
                  </a:cubicBezTo>
                  <a:cubicBezTo>
                    <a:pt x="32978" y="64311"/>
                    <a:pt x="39137" y="48026"/>
                    <a:pt x="46208" y="29510"/>
                  </a:cubicBezTo>
                  <a:cubicBezTo>
                    <a:pt x="47805" y="25717"/>
                    <a:pt x="48945" y="22594"/>
                    <a:pt x="48945" y="18356"/>
                  </a:cubicBezTo>
                  <a:cubicBezTo>
                    <a:pt x="48945" y="8317"/>
                    <a:pt x="41646" y="63"/>
                    <a:pt x="30241" y="63"/>
                  </a:cubicBezTo>
                  <a:cubicBezTo>
                    <a:pt x="8799" y="63"/>
                    <a:pt x="131" y="32410"/>
                    <a:pt x="131" y="34418"/>
                  </a:cubicBezTo>
                  <a:cubicBezTo>
                    <a:pt x="131" y="36648"/>
                    <a:pt x="2412" y="36648"/>
                    <a:pt x="2868" y="36648"/>
                  </a:cubicBezTo>
                  <a:cubicBezTo>
                    <a:pt x="5149" y="36648"/>
                    <a:pt x="5377" y="36202"/>
                    <a:pt x="6518" y="32633"/>
                  </a:cubicBezTo>
                  <a:cubicBezTo>
                    <a:pt x="13133" y="10102"/>
                    <a:pt x="22941" y="4971"/>
                    <a:pt x="29556" y="4971"/>
                  </a:cubicBezTo>
                  <a:cubicBezTo>
                    <a:pt x="31381" y="4971"/>
                    <a:pt x="35259" y="4971"/>
                    <a:pt x="35259" y="12109"/>
                  </a:cubicBezTo>
                  <a:cubicBezTo>
                    <a:pt x="35259" y="17686"/>
                    <a:pt x="32978" y="23710"/>
                    <a:pt x="31381" y="27725"/>
                  </a:cubicBezTo>
                  <a:cubicBezTo>
                    <a:pt x="21345" y="53603"/>
                    <a:pt x="18379" y="63865"/>
                    <a:pt x="18379" y="73457"/>
                  </a:cubicBezTo>
                  <a:cubicBezTo>
                    <a:pt x="18379" y="97550"/>
                    <a:pt x="38452" y="101120"/>
                    <a:pt x="48945" y="101120"/>
                  </a:cubicBezTo>
                  <a:cubicBezTo>
                    <a:pt x="87267" y="101120"/>
                    <a:pt x="100269" y="27279"/>
                    <a:pt x="100269" y="15679"/>
                  </a:cubicBezTo>
                  <a:close/>
                </a:path>
              </a:pathLst>
            </a:custGeom>
            <a:grpFill/>
            <a:ln w="22883" cap="flat">
              <a:noFill/>
              <a:prstDash val="solid"/>
              <a:miter/>
            </a:ln>
          </p:spPr>
          <p:txBody>
            <a:bodyPr/>
            <a:lstStyle/>
            <a:p>
              <a:endParaRPr lang="en-GB" noProof="0"/>
            </a:p>
          </p:txBody>
        </p:sp>
        <p:sp>
          <p:nvSpPr>
            <p:cNvPr id="25" name="Freeform: Shape 24">
              <a:extLst>
                <a:ext uri="{FF2B5EF4-FFF2-40B4-BE49-F238E27FC236}">
                  <a16:creationId xmlns:a16="http://schemas.microsoft.com/office/drawing/2014/main" id="{12327100-ED3D-E444-0678-3862003EF6B2}"/>
                </a:ext>
              </a:extLst>
            </p:cNvPr>
            <p:cNvSpPr/>
            <p:nvPr>
              <p:custDataLst>
                <p:tags r:id="rId12"/>
              </p:custDataLst>
            </p:nvPr>
          </p:nvSpPr>
          <p:spPr>
            <a:xfrm>
              <a:off x="9390868" y="6003042"/>
              <a:ext cx="104700" cy="144334"/>
            </a:xfrm>
            <a:custGeom>
              <a:avLst/>
              <a:gdLst>
                <a:gd name="csX0" fmla="*/ 104152 w 104700"/>
                <a:gd name="csY0" fmla="*/ 14563 h 144334"/>
                <a:gd name="csX1" fmla="*/ 104836 w 104700"/>
                <a:gd name="csY1" fmla="*/ 10548 h 144334"/>
                <a:gd name="csX2" fmla="*/ 98221 w 104700"/>
                <a:gd name="csY2" fmla="*/ 4524 h 144334"/>
                <a:gd name="csX3" fmla="*/ 88869 w 104700"/>
                <a:gd name="csY3" fmla="*/ 14117 h 144334"/>
                <a:gd name="csX4" fmla="*/ 67655 w 104700"/>
                <a:gd name="csY4" fmla="*/ 63 h 144334"/>
                <a:gd name="csX5" fmla="*/ 13366 w 104700"/>
                <a:gd name="csY5" fmla="*/ 63418 h 144334"/>
                <a:gd name="csX6" fmla="*/ 43704 w 104700"/>
                <a:gd name="csY6" fmla="*/ 98666 h 144334"/>
                <a:gd name="csX7" fmla="*/ 70164 w 104700"/>
                <a:gd name="csY7" fmla="*/ 85727 h 144334"/>
                <a:gd name="csX8" fmla="*/ 70392 w 104700"/>
                <a:gd name="csY8" fmla="*/ 85950 h 144334"/>
                <a:gd name="csX9" fmla="*/ 62865 w 104700"/>
                <a:gd name="csY9" fmla="*/ 115397 h 144334"/>
                <a:gd name="csX10" fmla="*/ 30018 w 104700"/>
                <a:gd name="csY10" fmla="*/ 139490 h 144334"/>
                <a:gd name="csX11" fmla="*/ 11769 w 104700"/>
                <a:gd name="csY11" fmla="*/ 137259 h 144334"/>
                <a:gd name="csX12" fmla="*/ 21122 w 104700"/>
                <a:gd name="csY12" fmla="*/ 125659 h 144334"/>
                <a:gd name="csX13" fmla="*/ 12454 w 104700"/>
                <a:gd name="csY13" fmla="*/ 117851 h 144334"/>
                <a:gd name="csX14" fmla="*/ 136 w 104700"/>
                <a:gd name="csY14" fmla="*/ 130790 h 144334"/>
                <a:gd name="csX15" fmla="*/ 30474 w 104700"/>
                <a:gd name="csY15" fmla="*/ 144398 h 144334"/>
                <a:gd name="csX16" fmla="*/ 78832 w 104700"/>
                <a:gd name="csY16" fmla="*/ 113612 h 144334"/>
                <a:gd name="csX17" fmla="*/ 104152 w 104700"/>
                <a:gd name="csY17" fmla="*/ 14563 h 144334"/>
                <a:gd name="csX18" fmla="*/ 74498 w 104700"/>
                <a:gd name="csY18" fmla="*/ 70111 h 144334"/>
                <a:gd name="csX19" fmla="*/ 62865 w 104700"/>
                <a:gd name="csY19" fmla="*/ 85727 h 144334"/>
                <a:gd name="csX20" fmla="*/ 44388 w 104700"/>
                <a:gd name="csY20" fmla="*/ 93758 h 144334"/>
                <a:gd name="csX21" fmla="*/ 29562 w 104700"/>
                <a:gd name="csY21" fmla="*/ 73234 h 144334"/>
                <a:gd name="csX22" fmla="*/ 42335 w 104700"/>
                <a:gd name="csY22" fmla="*/ 24825 h 144334"/>
                <a:gd name="csX23" fmla="*/ 67883 w 104700"/>
                <a:gd name="csY23" fmla="*/ 4971 h 144334"/>
                <a:gd name="csX24" fmla="*/ 86132 w 104700"/>
                <a:gd name="csY24" fmla="*/ 24156 h 144334"/>
                <a:gd name="csX25" fmla="*/ 85447 w 104700"/>
                <a:gd name="csY25" fmla="*/ 27502 h 144334"/>
                <a:gd name="csX26" fmla="*/ 74498 w 104700"/>
                <a:gd name="csY26" fmla="*/ 70111 h 144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04700" h="144334">
                  <a:moveTo>
                    <a:pt x="104152" y="14563"/>
                  </a:moveTo>
                  <a:cubicBezTo>
                    <a:pt x="104380" y="13225"/>
                    <a:pt x="104836" y="12109"/>
                    <a:pt x="104836" y="10548"/>
                  </a:cubicBezTo>
                  <a:cubicBezTo>
                    <a:pt x="104836" y="6755"/>
                    <a:pt x="102099" y="4524"/>
                    <a:pt x="98221" y="4524"/>
                  </a:cubicBezTo>
                  <a:cubicBezTo>
                    <a:pt x="95940" y="4524"/>
                    <a:pt x="89781" y="6086"/>
                    <a:pt x="88869" y="14117"/>
                  </a:cubicBezTo>
                  <a:cubicBezTo>
                    <a:pt x="84763" y="5863"/>
                    <a:pt x="76779" y="63"/>
                    <a:pt x="67655" y="63"/>
                  </a:cubicBezTo>
                  <a:cubicBezTo>
                    <a:pt x="41651" y="63"/>
                    <a:pt x="13366" y="31294"/>
                    <a:pt x="13366" y="63418"/>
                  </a:cubicBezTo>
                  <a:cubicBezTo>
                    <a:pt x="13366" y="85504"/>
                    <a:pt x="27280" y="98666"/>
                    <a:pt x="43704" y="98666"/>
                  </a:cubicBezTo>
                  <a:cubicBezTo>
                    <a:pt x="57162" y="98666"/>
                    <a:pt x="67883" y="88181"/>
                    <a:pt x="70164" y="85727"/>
                  </a:cubicBezTo>
                  <a:lnTo>
                    <a:pt x="70392" y="85950"/>
                  </a:lnTo>
                  <a:cubicBezTo>
                    <a:pt x="65602" y="105804"/>
                    <a:pt x="62865" y="114951"/>
                    <a:pt x="62865" y="115397"/>
                  </a:cubicBezTo>
                  <a:cubicBezTo>
                    <a:pt x="61952" y="117405"/>
                    <a:pt x="54197" y="139490"/>
                    <a:pt x="30018" y="139490"/>
                  </a:cubicBezTo>
                  <a:cubicBezTo>
                    <a:pt x="25684" y="139490"/>
                    <a:pt x="18156" y="139267"/>
                    <a:pt x="11769" y="137259"/>
                  </a:cubicBezTo>
                  <a:cubicBezTo>
                    <a:pt x="18612" y="135251"/>
                    <a:pt x="21122" y="129451"/>
                    <a:pt x="21122" y="125659"/>
                  </a:cubicBezTo>
                  <a:cubicBezTo>
                    <a:pt x="21122" y="122089"/>
                    <a:pt x="18612" y="117851"/>
                    <a:pt x="12454" y="117851"/>
                  </a:cubicBezTo>
                  <a:cubicBezTo>
                    <a:pt x="7435" y="117851"/>
                    <a:pt x="136" y="121866"/>
                    <a:pt x="136" y="130790"/>
                  </a:cubicBezTo>
                  <a:cubicBezTo>
                    <a:pt x="136" y="139936"/>
                    <a:pt x="8576" y="144398"/>
                    <a:pt x="30474" y="144398"/>
                  </a:cubicBezTo>
                  <a:cubicBezTo>
                    <a:pt x="58987" y="144398"/>
                    <a:pt x="75411" y="126997"/>
                    <a:pt x="78832" y="113612"/>
                  </a:cubicBezTo>
                  <a:lnTo>
                    <a:pt x="104152" y="14563"/>
                  </a:lnTo>
                  <a:close/>
                  <a:moveTo>
                    <a:pt x="74498" y="70111"/>
                  </a:moveTo>
                  <a:cubicBezTo>
                    <a:pt x="73130" y="75911"/>
                    <a:pt x="67883" y="81488"/>
                    <a:pt x="62865" y="85727"/>
                  </a:cubicBezTo>
                  <a:cubicBezTo>
                    <a:pt x="58075" y="89742"/>
                    <a:pt x="51003" y="93758"/>
                    <a:pt x="44388" y="93758"/>
                  </a:cubicBezTo>
                  <a:cubicBezTo>
                    <a:pt x="32983" y="93758"/>
                    <a:pt x="29562" y="82157"/>
                    <a:pt x="29562" y="73234"/>
                  </a:cubicBezTo>
                  <a:cubicBezTo>
                    <a:pt x="29562" y="62526"/>
                    <a:pt x="36177" y="36202"/>
                    <a:pt x="42335" y="24825"/>
                  </a:cubicBezTo>
                  <a:cubicBezTo>
                    <a:pt x="48494" y="13894"/>
                    <a:pt x="58303" y="4971"/>
                    <a:pt x="67883" y="4971"/>
                  </a:cubicBezTo>
                  <a:cubicBezTo>
                    <a:pt x="82938" y="4971"/>
                    <a:pt x="86132" y="23040"/>
                    <a:pt x="86132" y="24156"/>
                  </a:cubicBezTo>
                  <a:cubicBezTo>
                    <a:pt x="86132" y="25271"/>
                    <a:pt x="85675" y="26610"/>
                    <a:pt x="85447" y="27502"/>
                  </a:cubicBezTo>
                  <a:lnTo>
                    <a:pt x="74498" y="70111"/>
                  </a:lnTo>
                  <a:close/>
                </a:path>
              </a:pathLst>
            </a:custGeom>
            <a:grpFill/>
            <a:ln w="22883" cap="flat">
              <a:noFill/>
              <a:prstDash val="solid"/>
              <a:miter/>
            </a:ln>
          </p:spPr>
          <p:txBody>
            <a:bodyPr/>
            <a:lstStyle/>
            <a:p>
              <a:endParaRPr lang="en-GB" noProof="0"/>
            </a:p>
          </p:txBody>
        </p:sp>
        <p:sp>
          <p:nvSpPr>
            <p:cNvPr id="26" name="Freeform: Shape 25">
              <a:extLst>
                <a:ext uri="{FF2B5EF4-FFF2-40B4-BE49-F238E27FC236}">
                  <a16:creationId xmlns:a16="http://schemas.microsoft.com/office/drawing/2014/main" id="{DC4BB14F-1E70-7357-2DC7-2F3361410376}"/>
                </a:ext>
              </a:extLst>
            </p:cNvPr>
            <p:cNvSpPr/>
            <p:nvPr>
              <p:custDataLst>
                <p:tags r:id="rId13"/>
              </p:custDataLst>
            </p:nvPr>
          </p:nvSpPr>
          <p:spPr>
            <a:xfrm>
              <a:off x="9531346" y="5934333"/>
              <a:ext cx="31250" cy="223083"/>
            </a:xfrm>
            <a:custGeom>
              <a:avLst/>
              <a:gdLst>
                <a:gd name="csX0" fmla="*/ 31391 w 31250"/>
                <a:gd name="csY0" fmla="*/ 223146 h 223083"/>
                <a:gd name="csX1" fmla="*/ 31391 w 31250"/>
                <a:gd name="csY1" fmla="*/ 214223 h 223083"/>
                <a:gd name="csX2" fmla="*/ 9265 w 31250"/>
                <a:gd name="csY2" fmla="*/ 214223 h 223083"/>
                <a:gd name="csX3" fmla="*/ 9265 w 31250"/>
                <a:gd name="csY3" fmla="*/ 8986 h 223083"/>
                <a:gd name="csX4" fmla="*/ 31391 w 31250"/>
                <a:gd name="csY4" fmla="*/ 8986 h 223083"/>
                <a:gd name="csX5" fmla="*/ 31391 w 31250"/>
                <a:gd name="csY5" fmla="*/ 63 h 223083"/>
                <a:gd name="csX6" fmla="*/ 141 w 31250"/>
                <a:gd name="csY6" fmla="*/ 63 h 223083"/>
                <a:gd name="csX7" fmla="*/ 141 w 31250"/>
                <a:gd name="csY7" fmla="*/ 223146 h 223083"/>
                <a:gd name="csX8" fmla="*/ 31391 w 31250"/>
                <a:gd name="csY8" fmla="*/ 223146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250" h="223083">
                  <a:moveTo>
                    <a:pt x="31391" y="223146"/>
                  </a:moveTo>
                  <a:lnTo>
                    <a:pt x="31391" y="214223"/>
                  </a:lnTo>
                  <a:lnTo>
                    <a:pt x="9265" y="214223"/>
                  </a:lnTo>
                  <a:lnTo>
                    <a:pt x="9265" y="8986"/>
                  </a:lnTo>
                  <a:lnTo>
                    <a:pt x="31391" y="8986"/>
                  </a:lnTo>
                  <a:lnTo>
                    <a:pt x="31391" y="63"/>
                  </a:lnTo>
                  <a:lnTo>
                    <a:pt x="141" y="63"/>
                  </a:lnTo>
                  <a:lnTo>
                    <a:pt x="141" y="223146"/>
                  </a:lnTo>
                  <a:lnTo>
                    <a:pt x="31391" y="223146"/>
                  </a:lnTo>
                  <a:close/>
                </a:path>
              </a:pathLst>
            </a:custGeom>
            <a:grpFill/>
            <a:ln w="22883" cap="flat">
              <a:noFill/>
              <a:prstDash val="solid"/>
              <a:miter/>
            </a:ln>
          </p:spPr>
          <p:txBody>
            <a:bodyPr/>
            <a:lstStyle/>
            <a:p>
              <a:endParaRPr lang="en-GB" noProof="0"/>
            </a:p>
          </p:txBody>
        </p:sp>
        <p:sp>
          <p:nvSpPr>
            <p:cNvPr id="27" name="Freeform: Shape 26">
              <a:extLst>
                <a:ext uri="{FF2B5EF4-FFF2-40B4-BE49-F238E27FC236}">
                  <a16:creationId xmlns:a16="http://schemas.microsoft.com/office/drawing/2014/main" id="{6E06417A-B0BD-3361-D78A-D82C2538B5BC}"/>
                </a:ext>
              </a:extLst>
            </p:cNvPr>
            <p:cNvSpPr/>
            <p:nvPr>
              <p:custDataLst>
                <p:tags r:id="rId14"/>
              </p:custDataLst>
            </p:nvPr>
          </p:nvSpPr>
          <p:spPr>
            <a:xfrm>
              <a:off x="9575776" y="5949279"/>
              <a:ext cx="165832" cy="152365"/>
            </a:xfrm>
            <a:custGeom>
              <a:avLst/>
              <a:gdLst>
                <a:gd name="csX0" fmla="*/ 128339 w 165832"/>
                <a:gd name="csY0" fmla="*/ 25494 h 152365"/>
                <a:gd name="csX1" fmla="*/ 131533 w 165832"/>
                <a:gd name="csY1" fmla="*/ 22371 h 152365"/>
                <a:gd name="csX2" fmla="*/ 161414 w 165832"/>
                <a:gd name="csY2" fmla="*/ 6978 h 152365"/>
                <a:gd name="csX3" fmla="*/ 165976 w 165832"/>
                <a:gd name="csY3" fmla="*/ 2740 h 152365"/>
                <a:gd name="csX4" fmla="*/ 163011 w 165832"/>
                <a:gd name="csY4" fmla="*/ 63 h 152365"/>
                <a:gd name="csX5" fmla="*/ 144306 w 165832"/>
                <a:gd name="csY5" fmla="*/ 732 h 152365"/>
                <a:gd name="csX6" fmla="*/ 121496 w 165832"/>
                <a:gd name="csY6" fmla="*/ 63 h 152365"/>
                <a:gd name="csX7" fmla="*/ 117162 w 165832"/>
                <a:gd name="csY7" fmla="*/ 4301 h 152365"/>
                <a:gd name="csX8" fmla="*/ 120583 w 165832"/>
                <a:gd name="csY8" fmla="*/ 6978 h 152365"/>
                <a:gd name="csX9" fmla="*/ 128795 w 165832"/>
                <a:gd name="csY9" fmla="*/ 12109 h 152365"/>
                <a:gd name="csX10" fmla="*/ 122636 w 165832"/>
                <a:gd name="csY10" fmla="*/ 22817 h 152365"/>
                <a:gd name="csX11" fmla="*/ 69716 w 165832"/>
                <a:gd name="csY11" fmla="*/ 82381 h 152365"/>
                <a:gd name="csX12" fmla="*/ 44624 w 165832"/>
                <a:gd name="csY12" fmla="*/ 16125 h 152365"/>
                <a:gd name="csX13" fmla="*/ 43256 w 165832"/>
                <a:gd name="csY13" fmla="*/ 12332 h 152365"/>
                <a:gd name="csX14" fmla="*/ 56714 w 165832"/>
                <a:gd name="csY14" fmla="*/ 6978 h 152365"/>
                <a:gd name="csX15" fmla="*/ 62188 w 165832"/>
                <a:gd name="csY15" fmla="*/ 2517 h 152365"/>
                <a:gd name="csX16" fmla="*/ 58767 w 165832"/>
                <a:gd name="csY16" fmla="*/ 63 h 152365"/>
                <a:gd name="csX17" fmla="*/ 30026 w 165832"/>
                <a:gd name="csY17" fmla="*/ 732 h 152365"/>
                <a:gd name="csX18" fmla="*/ 4478 w 165832"/>
                <a:gd name="csY18" fmla="*/ 63 h 152365"/>
                <a:gd name="csX19" fmla="*/ 144 w 165832"/>
                <a:gd name="csY19" fmla="*/ 4524 h 152365"/>
                <a:gd name="csX20" fmla="*/ 5390 w 165832"/>
                <a:gd name="csY20" fmla="*/ 6978 h 152365"/>
                <a:gd name="csX21" fmla="*/ 22042 w 165832"/>
                <a:gd name="csY21" fmla="*/ 14563 h 152365"/>
                <a:gd name="csX22" fmla="*/ 50099 w 165832"/>
                <a:gd name="csY22" fmla="*/ 87958 h 152365"/>
                <a:gd name="csX23" fmla="*/ 51011 w 165832"/>
                <a:gd name="csY23" fmla="*/ 91750 h 152365"/>
                <a:gd name="csX24" fmla="*/ 40747 w 165832"/>
                <a:gd name="csY24" fmla="*/ 132351 h 152365"/>
                <a:gd name="csX25" fmla="*/ 19305 w 165832"/>
                <a:gd name="csY25" fmla="*/ 145513 h 152365"/>
                <a:gd name="csX26" fmla="*/ 13146 w 165832"/>
                <a:gd name="csY26" fmla="*/ 149975 h 152365"/>
                <a:gd name="csX27" fmla="*/ 16339 w 165832"/>
                <a:gd name="csY27" fmla="*/ 152429 h 152365"/>
                <a:gd name="csX28" fmla="*/ 45081 w 165832"/>
                <a:gd name="csY28" fmla="*/ 151760 h 152365"/>
                <a:gd name="csX29" fmla="*/ 74278 w 165832"/>
                <a:gd name="csY29" fmla="*/ 152429 h 152365"/>
                <a:gd name="csX30" fmla="*/ 78612 w 165832"/>
                <a:gd name="csY30" fmla="*/ 147967 h 152365"/>
                <a:gd name="csX31" fmla="*/ 72225 w 165832"/>
                <a:gd name="csY31" fmla="*/ 145513 h 152365"/>
                <a:gd name="csX32" fmla="*/ 63557 w 165832"/>
                <a:gd name="csY32" fmla="*/ 145067 h 152365"/>
                <a:gd name="csX33" fmla="*/ 57398 w 165832"/>
                <a:gd name="csY33" fmla="*/ 141498 h 152365"/>
                <a:gd name="csX34" fmla="*/ 60592 w 165832"/>
                <a:gd name="csY34" fmla="*/ 127443 h 152365"/>
                <a:gd name="csX35" fmla="*/ 68575 w 165832"/>
                <a:gd name="csY35" fmla="*/ 95989 h 152365"/>
                <a:gd name="csX36" fmla="*/ 71769 w 165832"/>
                <a:gd name="csY36" fmla="*/ 89073 h 152365"/>
                <a:gd name="csX37" fmla="*/ 128339 w 165832"/>
                <a:gd name="csY37" fmla="*/ 25494 h 1523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65832" h="152365">
                  <a:moveTo>
                    <a:pt x="128339" y="25494"/>
                  </a:moveTo>
                  <a:lnTo>
                    <a:pt x="131533" y="22371"/>
                  </a:lnTo>
                  <a:cubicBezTo>
                    <a:pt x="138376" y="15679"/>
                    <a:pt x="145903" y="8094"/>
                    <a:pt x="161414" y="6978"/>
                  </a:cubicBezTo>
                  <a:cubicBezTo>
                    <a:pt x="163924" y="6755"/>
                    <a:pt x="165976" y="6755"/>
                    <a:pt x="165976" y="2740"/>
                  </a:cubicBezTo>
                  <a:cubicBezTo>
                    <a:pt x="165976" y="955"/>
                    <a:pt x="164836" y="63"/>
                    <a:pt x="163011" y="63"/>
                  </a:cubicBezTo>
                  <a:cubicBezTo>
                    <a:pt x="157080" y="63"/>
                    <a:pt x="150465" y="732"/>
                    <a:pt x="144306" y="732"/>
                  </a:cubicBezTo>
                  <a:cubicBezTo>
                    <a:pt x="136779" y="732"/>
                    <a:pt x="128795" y="63"/>
                    <a:pt x="121496" y="63"/>
                  </a:cubicBezTo>
                  <a:cubicBezTo>
                    <a:pt x="120127" y="63"/>
                    <a:pt x="117162" y="63"/>
                    <a:pt x="117162" y="4301"/>
                  </a:cubicBezTo>
                  <a:cubicBezTo>
                    <a:pt x="117162" y="6755"/>
                    <a:pt x="119443" y="6978"/>
                    <a:pt x="120583" y="6978"/>
                  </a:cubicBezTo>
                  <a:cubicBezTo>
                    <a:pt x="122180" y="6978"/>
                    <a:pt x="128795" y="7425"/>
                    <a:pt x="128795" y="12109"/>
                  </a:cubicBezTo>
                  <a:cubicBezTo>
                    <a:pt x="128795" y="15902"/>
                    <a:pt x="123549" y="21702"/>
                    <a:pt x="122636" y="22817"/>
                  </a:cubicBezTo>
                  <a:lnTo>
                    <a:pt x="69716" y="82381"/>
                  </a:lnTo>
                  <a:lnTo>
                    <a:pt x="44624" y="16125"/>
                  </a:lnTo>
                  <a:cubicBezTo>
                    <a:pt x="43256" y="13002"/>
                    <a:pt x="43256" y="12555"/>
                    <a:pt x="43256" y="12332"/>
                  </a:cubicBezTo>
                  <a:cubicBezTo>
                    <a:pt x="43256" y="6978"/>
                    <a:pt x="54433" y="6978"/>
                    <a:pt x="56714" y="6978"/>
                  </a:cubicBezTo>
                  <a:cubicBezTo>
                    <a:pt x="59907" y="6978"/>
                    <a:pt x="62188" y="6978"/>
                    <a:pt x="62188" y="2517"/>
                  </a:cubicBezTo>
                  <a:cubicBezTo>
                    <a:pt x="62188" y="63"/>
                    <a:pt x="59451" y="63"/>
                    <a:pt x="58767" y="63"/>
                  </a:cubicBezTo>
                  <a:cubicBezTo>
                    <a:pt x="52380" y="63"/>
                    <a:pt x="36413" y="732"/>
                    <a:pt x="30026" y="732"/>
                  </a:cubicBezTo>
                  <a:cubicBezTo>
                    <a:pt x="24323" y="732"/>
                    <a:pt x="10180" y="63"/>
                    <a:pt x="4478" y="63"/>
                  </a:cubicBezTo>
                  <a:cubicBezTo>
                    <a:pt x="3109" y="63"/>
                    <a:pt x="144" y="63"/>
                    <a:pt x="144" y="4524"/>
                  </a:cubicBezTo>
                  <a:cubicBezTo>
                    <a:pt x="144" y="6978"/>
                    <a:pt x="2425" y="6978"/>
                    <a:pt x="5390" y="6978"/>
                  </a:cubicBezTo>
                  <a:cubicBezTo>
                    <a:pt x="19077" y="6978"/>
                    <a:pt x="19989" y="8986"/>
                    <a:pt x="22042" y="14563"/>
                  </a:cubicBezTo>
                  <a:lnTo>
                    <a:pt x="50099" y="87958"/>
                  </a:lnTo>
                  <a:cubicBezTo>
                    <a:pt x="50327" y="88627"/>
                    <a:pt x="51011" y="91081"/>
                    <a:pt x="51011" y="91750"/>
                  </a:cubicBezTo>
                  <a:cubicBezTo>
                    <a:pt x="51011" y="92419"/>
                    <a:pt x="41887" y="128336"/>
                    <a:pt x="40747" y="132351"/>
                  </a:cubicBezTo>
                  <a:cubicBezTo>
                    <a:pt x="37781" y="144621"/>
                    <a:pt x="37553" y="145290"/>
                    <a:pt x="19305" y="145513"/>
                  </a:cubicBezTo>
                  <a:cubicBezTo>
                    <a:pt x="14971" y="145513"/>
                    <a:pt x="13146" y="145513"/>
                    <a:pt x="13146" y="149975"/>
                  </a:cubicBezTo>
                  <a:cubicBezTo>
                    <a:pt x="13146" y="152429"/>
                    <a:pt x="15883" y="152429"/>
                    <a:pt x="16339" y="152429"/>
                  </a:cubicBezTo>
                  <a:cubicBezTo>
                    <a:pt x="22726" y="152429"/>
                    <a:pt x="38694" y="151760"/>
                    <a:pt x="45081" y="151760"/>
                  </a:cubicBezTo>
                  <a:cubicBezTo>
                    <a:pt x="51468" y="151760"/>
                    <a:pt x="67891" y="152429"/>
                    <a:pt x="74278" y="152429"/>
                  </a:cubicBezTo>
                  <a:cubicBezTo>
                    <a:pt x="75875" y="152429"/>
                    <a:pt x="78612" y="152429"/>
                    <a:pt x="78612" y="147967"/>
                  </a:cubicBezTo>
                  <a:cubicBezTo>
                    <a:pt x="78612" y="145513"/>
                    <a:pt x="76559" y="145513"/>
                    <a:pt x="72225" y="145513"/>
                  </a:cubicBezTo>
                  <a:cubicBezTo>
                    <a:pt x="71769" y="145513"/>
                    <a:pt x="67435" y="145513"/>
                    <a:pt x="63557" y="145067"/>
                  </a:cubicBezTo>
                  <a:cubicBezTo>
                    <a:pt x="58767" y="144621"/>
                    <a:pt x="57398" y="144175"/>
                    <a:pt x="57398" y="141498"/>
                  </a:cubicBezTo>
                  <a:cubicBezTo>
                    <a:pt x="57398" y="139936"/>
                    <a:pt x="59451" y="132128"/>
                    <a:pt x="60592" y="127443"/>
                  </a:cubicBezTo>
                  <a:lnTo>
                    <a:pt x="68575" y="95989"/>
                  </a:lnTo>
                  <a:cubicBezTo>
                    <a:pt x="69716" y="91750"/>
                    <a:pt x="69944" y="91081"/>
                    <a:pt x="71769" y="89073"/>
                  </a:cubicBezTo>
                  <a:lnTo>
                    <a:pt x="128339" y="25494"/>
                  </a:lnTo>
                  <a:close/>
                </a:path>
              </a:pathLst>
            </a:custGeom>
            <a:grpFill/>
            <a:ln w="22883" cap="flat">
              <a:noFill/>
              <a:prstDash val="solid"/>
              <a:miter/>
            </a:ln>
          </p:spPr>
          <p:txBody>
            <a:bodyPr/>
            <a:lstStyle/>
            <a:p>
              <a:endParaRPr lang="en-GB" noProof="0"/>
            </a:p>
          </p:txBody>
        </p:sp>
        <p:sp>
          <p:nvSpPr>
            <p:cNvPr id="28" name="Freeform: Shape 27">
              <a:extLst>
                <a:ext uri="{FF2B5EF4-FFF2-40B4-BE49-F238E27FC236}">
                  <a16:creationId xmlns:a16="http://schemas.microsoft.com/office/drawing/2014/main" id="{DBF00E58-3145-C0E1-42DF-E1441DFEDA8E}"/>
                </a:ext>
              </a:extLst>
            </p:cNvPr>
            <p:cNvSpPr/>
            <p:nvPr>
              <p:custDataLst>
                <p:tags r:id="rId15"/>
              </p:custDataLst>
            </p:nvPr>
          </p:nvSpPr>
          <p:spPr>
            <a:xfrm>
              <a:off x="9707725" y="6031574"/>
              <a:ext cx="48381" cy="105094"/>
            </a:xfrm>
            <a:custGeom>
              <a:avLst/>
              <a:gdLst>
                <a:gd name="csX0" fmla="*/ 44379 w 48381"/>
                <a:gd name="csY0" fmla="*/ 5998 h 105094"/>
                <a:gd name="csX1" fmla="*/ 37992 w 48381"/>
                <a:gd name="csY1" fmla="*/ 64 h 105094"/>
                <a:gd name="csX2" fmla="*/ 29051 w 48381"/>
                <a:gd name="csY2" fmla="*/ 8653 h 105094"/>
                <a:gd name="csX3" fmla="*/ 35437 w 48381"/>
                <a:gd name="csY3" fmla="*/ 14587 h 105094"/>
                <a:gd name="csX4" fmla="*/ 44379 w 48381"/>
                <a:gd name="csY4" fmla="*/ 5998 h 105094"/>
                <a:gd name="csX5" fmla="*/ 11806 w 48381"/>
                <a:gd name="csY5" fmla="*/ 85327 h 105094"/>
                <a:gd name="csX6" fmla="*/ 10369 w 48381"/>
                <a:gd name="csY6" fmla="*/ 91885 h 105094"/>
                <a:gd name="csX7" fmla="*/ 25538 w 48381"/>
                <a:gd name="csY7" fmla="*/ 105159 h 105094"/>
                <a:gd name="csX8" fmla="*/ 48531 w 48381"/>
                <a:gd name="csY8" fmla="*/ 81267 h 105094"/>
                <a:gd name="csX9" fmla="*/ 45976 w 48381"/>
                <a:gd name="csY9" fmla="*/ 79237 h 105094"/>
                <a:gd name="csX10" fmla="*/ 42942 w 48381"/>
                <a:gd name="csY10" fmla="*/ 81891 h 105094"/>
                <a:gd name="csX11" fmla="*/ 26017 w 48381"/>
                <a:gd name="csY11" fmla="*/ 100786 h 105094"/>
                <a:gd name="csX12" fmla="*/ 22025 w 48381"/>
                <a:gd name="csY12" fmla="*/ 95321 h 105094"/>
                <a:gd name="csX13" fmla="*/ 24580 w 48381"/>
                <a:gd name="csY13" fmla="*/ 85327 h 105094"/>
                <a:gd name="csX14" fmla="*/ 29689 w 48381"/>
                <a:gd name="csY14" fmla="*/ 72834 h 105094"/>
                <a:gd name="csX15" fmla="*/ 37513 w 48381"/>
                <a:gd name="csY15" fmla="*/ 53002 h 105094"/>
                <a:gd name="csX16" fmla="*/ 38471 w 48381"/>
                <a:gd name="csY16" fmla="*/ 48005 h 105094"/>
                <a:gd name="csX17" fmla="*/ 23302 w 48381"/>
                <a:gd name="csY17" fmla="*/ 34731 h 105094"/>
                <a:gd name="csX18" fmla="*/ 150 w 48381"/>
                <a:gd name="csY18" fmla="*/ 58624 h 105094"/>
                <a:gd name="csX19" fmla="*/ 2864 w 48381"/>
                <a:gd name="csY19" fmla="*/ 60654 h 105094"/>
                <a:gd name="csX20" fmla="*/ 5738 w 48381"/>
                <a:gd name="csY20" fmla="*/ 58155 h 105094"/>
                <a:gd name="csX21" fmla="*/ 22823 w 48381"/>
                <a:gd name="csY21" fmla="*/ 39104 h 105094"/>
                <a:gd name="csX22" fmla="*/ 26815 w 48381"/>
                <a:gd name="csY22" fmla="*/ 44569 h 105094"/>
                <a:gd name="csX23" fmla="*/ 21865 w 48381"/>
                <a:gd name="csY23" fmla="*/ 60185 h 105094"/>
                <a:gd name="csX24" fmla="*/ 11806 w 48381"/>
                <a:gd name="csY24" fmla="*/ 85327 h 105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48381" h="105094">
                  <a:moveTo>
                    <a:pt x="44379" y="5998"/>
                  </a:moveTo>
                  <a:cubicBezTo>
                    <a:pt x="44379" y="3500"/>
                    <a:pt x="42463" y="64"/>
                    <a:pt x="37992" y="64"/>
                  </a:cubicBezTo>
                  <a:cubicBezTo>
                    <a:pt x="33681" y="64"/>
                    <a:pt x="29051" y="4124"/>
                    <a:pt x="29051" y="8653"/>
                  </a:cubicBezTo>
                  <a:cubicBezTo>
                    <a:pt x="29051" y="11308"/>
                    <a:pt x="31126" y="14587"/>
                    <a:pt x="35437" y="14587"/>
                  </a:cubicBezTo>
                  <a:cubicBezTo>
                    <a:pt x="40068" y="14587"/>
                    <a:pt x="44379" y="10215"/>
                    <a:pt x="44379" y="5998"/>
                  </a:cubicBezTo>
                  <a:close/>
                  <a:moveTo>
                    <a:pt x="11806" y="85327"/>
                  </a:moveTo>
                  <a:cubicBezTo>
                    <a:pt x="11167" y="87357"/>
                    <a:pt x="10369" y="89231"/>
                    <a:pt x="10369" y="91885"/>
                  </a:cubicBezTo>
                  <a:cubicBezTo>
                    <a:pt x="10369" y="99225"/>
                    <a:pt x="16756" y="105159"/>
                    <a:pt x="25538" y="105159"/>
                  </a:cubicBezTo>
                  <a:cubicBezTo>
                    <a:pt x="41505" y="105159"/>
                    <a:pt x="48531" y="83609"/>
                    <a:pt x="48531" y="81267"/>
                  </a:cubicBezTo>
                  <a:cubicBezTo>
                    <a:pt x="48531" y="79237"/>
                    <a:pt x="46455" y="79237"/>
                    <a:pt x="45976" y="79237"/>
                  </a:cubicBezTo>
                  <a:cubicBezTo>
                    <a:pt x="43741" y="79237"/>
                    <a:pt x="43581" y="80174"/>
                    <a:pt x="42942" y="81891"/>
                  </a:cubicBezTo>
                  <a:cubicBezTo>
                    <a:pt x="39270" y="94384"/>
                    <a:pt x="32244" y="100786"/>
                    <a:pt x="26017" y="100786"/>
                  </a:cubicBezTo>
                  <a:cubicBezTo>
                    <a:pt x="22823" y="100786"/>
                    <a:pt x="22025" y="98756"/>
                    <a:pt x="22025" y="95321"/>
                  </a:cubicBezTo>
                  <a:cubicBezTo>
                    <a:pt x="22025" y="91729"/>
                    <a:pt x="23143" y="88762"/>
                    <a:pt x="24580" y="85327"/>
                  </a:cubicBezTo>
                  <a:cubicBezTo>
                    <a:pt x="26176" y="81110"/>
                    <a:pt x="27933" y="76894"/>
                    <a:pt x="29689" y="72834"/>
                  </a:cubicBezTo>
                  <a:cubicBezTo>
                    <a:pt x="31126" y="69086"/>
                    <a:pt x="36875" y="54876"/>
                    <a:pt x="37513" y="53002"/>
                  </a:cubicBezTo>
                  <a:cubicBezTo>
                    <a:pt x="37992" y="51440"/>
                    <a:pt x="38471" y="49566"/>
                    <a:pt x="38471" y="48005"/>
                  </a:cubicBezTo>
                  <a:cubicBezTo>
                    <a:pt x="38471" y="40665"/>
                    <a:pt x="32084" y="34731"/>
                    <a:pt x="23302" y="34731"/>
                  </a:cubicBezTo>
                  <a:cubicBezTo>
                    <a:pt x="7495" y="34731"/>
                    <a:pt x="150" y="55969"/>
                    <a:pt x="150" y="58624"/>
                  </a:cubicBezTo>
                  <a:cubicBezTo>
                    <a:pt x="150" y="60654"/>
                    <a:pt x="2385" y="60654"/>
                    <a:pt x="2864" y="60654"/>
                  </a:cubicBezTo>
                  <a:cubicBezTo>
                    <a:pt x="5099" y="60654"/>
                    <a:pt x="5259" y="59873"/>
                    <a:pt x="5738" y="58155"/>
                  </a:cubicBezTo>
                  <a:cubicBezTo>
                    <a:pt x="9890" y="44726"/>
                    <a:pt x="16915" y="39104"/>
                    <a:pt x="22823" y="39104"/>
                  </a:cubicBezTo>
                  <a:cubicBezTo>
                    <a:pt x="25378" y="39104"/>
                    <a:pt x="26815" y="40353"/>
                    <a:pt x="26815" y="44569"/>
                  </a:cubicBezTo>
                  <a:cubicBezTo>
                    <a:pt x="26815" y="48161"/>
                    <a:pt x="25857" y="50503"/>
                    <a:pt x="21865" y="60185"/>
                  </a:cubicBezTo>
                  <a:lnTo>
                    <a:pt x="11806" y="85327"/>
                  </a:lnTo>
                  <a:close/>
                </a:path>
              </a:pathLst>
            </a:custGeom>
            <a:grpFill/>
            <a:ln w="22883" cap="flat">
              <a:noFill/>
              <a:prstDash val="solid"/>
              <a:miter/>
            </a:ln>
          </p:spPr>
          <p:txBody>
            <a:bodyPr/>
            <a:lstStyle/>
            <a:p>
              <a:endParaRPr lang="en-GB" noProof="0"/>
            </a:p>
          </p:txBody>
        </p:sp>
        <p:sp>
          <p:nvSpPr>
            <p:cNvPr id="29" name="Freeform: Shape 28">
              <a:extLst>
                <a:ext uri="{FF2B5EF4-FFF2-40B4-BE49-F238E27FC236}">
                  <a16:creationId xmlns:a16="http://schemas.microsoft.com/office/drawing/2014/main" id="{30DDDE2C-5AD2-6DF3-4E8A-50C002A27B72}"/>
                </a:ext>
              </a:extLst>
            </p:cNvPr>
            <p:cNvSpPr/>
            <p:nvPr>
              <p:custDataLst>
                <p:tags r:id="rId16"/>
              </p:custDataLst>
            </p:nvPr>
          </p:nvSpPr>
          <p:spPr>
            <a:xfrm>
              <a:off x="9781182" y="5934333"/>
              <a:ext cx="31250" cy="223083"/>
            </a:xfrm>
            <a:custGeom>
              <a:avLst/>
              <a:gdLst>
                <a:gd name="csX0" fmla="*/ 31403 w 31250"/>
                <a:gd name="csY0" fmla="*/ 63 h 223083"/>
                <a:gd name="csX1" fmla="*/ 153 w 31250"/>
                <a:gd name="csY1" fmla="*/ 63 h 223083"/>
                <a:gd name="csX2" fmla="*/ 153 w 31250"/>
                <a:gd name="csY2" fmla="*/ 8986 h 223083"/>
                <a:gd name="csX3" fmla="*/ 22279 w 31250"/>
                <a:gd name="csY3" fmla="*/ 8986 h 223083"/>
                <a:gd name="csX4" fmla="*/ 22279 w 31250"/>
                <a:gd name="csY4" fmla="*/ 214223 h 223083"/>
                <a:gd name="csX5" fmla="*/ 153 w 31250"/>
                <a:gd name="csY5" fmla="*/ 214223 h 223083"/>
                <a:gd name="csX6" fmla="*/ 153 w 31250"/>
                <a:gd name="csY6" fmla="*/ 223146 h 223083"/>
                <a:gd name="csX7" fmla="*/ 31403 w 31250"/>
                <a:gd name="csY7" fmla="*/ 223146 h 223083"/>
                <a:gd name="csX8" fmla="*/ 31403 w 31250"/>
                <a:gd name="csY8" fmla="*/ 63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250" h="223083">
                  <a:moveTo>
                    <a:pt x="31403" y="63"/>
                  </a:moveTo>
                  <a:lnTo>
                    <a:pt x="153" y="63"/>
                  </a:lnTo>
                  <a:lnTo>
                    <a:pt x="153" y="8986"/>
                  </a:lnTo>
                  <a:lnTo>
                    <a:pt x="22279" y="8986"/>
                  </a:lnTo>
                  <a:lnTo>
                    <a:pt x="22279" y="214223"/>
                  </a:lnTo>
                  <a:lnTo>
                    <a:pt x="153" y="214223"/>
                  </a:lnTo>
                  <a:lnTo>
                    <a:pt x="153" y="223146"/>
                  </a:lnTo>
                  <a:lnTo>
                    <a:pt x="31403" y="223146"/>
                  </a:lnTo>
                  <a:lnTo>
                    <a:pt x="31403" y="63"/>
                  </a:lnTo>
                  <a:close/>
                </a:path>
              </a:pathLst>
            </a:custGeom>
            <a:grpFill/>
            <a:ln w="22883" cap="flat">
              <a:noFill/>
              <a:prstDash val="solid"/>
              <a:miter/>
            </a:ln>
          </p:spPr>
          <p:txBody>
            <a:bodyPr/>
            <a:lstStyle/>
            <a:p>
              <a:endParaRPr lang="en-GB" noProof="0"/>
            </a:p>
          </p:txBody>
        </p:sp>
        <p:sp>
          <p:nvSpPr>
            <p:cNvPr id="30" name="Freeform: Shape 29">
              <a:extLst>
                <a:ext uri="{FF2B5EF4-FFF2-40B4-BE49-F238E27FC236}">
                  <a16:creationId xmlns:a16="http://schemas.microsoft.com/office/drawing/2014/main" id="{424B532F-5B53-6CFF-B59D-32122F81B837}"/>
                </a:ext>
              </a:extLst>
            </p:cNvPr>
            <p:cNvSpPr/>
            <p:nvPr>
              <p:custDataLst>
                <p:tags r:id="rId17"/>
              </p:custDataLst>
            </p:nvPr>
          </p:nvSpPr>
          <p:spPr>
            <a:xfrm>
              <a:off x="9844544" y="5934333"/>
              <a:ext cx="31250" cy="223083"/>
            </a:xfrm>
            <a:custGeom>
              <a:avLst/>
              <a:gdLst>
                <a:gd name="csX0" fmla="*/ 31406 w 31250"/>
                <a:gd name="csY0" fmla="*/ 63 h 223083"/>
                <a:gd name="csX1" fmla="*/ 156 w 31250"/>
                <a:gd name="csY1" fmla="*/ 63 h 223083"/>
                <a:gd name="csX2" fmla="*/ 156 w 31250"/>
                <a:gd name="csY2" fmla="*/ 8986 h 223083"/>
                <a:gd name="csX3" fmla="*/ 22282 w 31250"/>
                <a:gd name="csY3" fmla="*/ 8986 h 223083"/>
                <a:gd name="csX4" fmla="*/ 22282 w 31250"/>
                <a:gd name="csY4" fmla="*/ 214223 h 223083"/>
                <a:gd name="csX5" fmla="*/ 156 w 31250"/>
                <a:gd name="csY5" fmla="*/ 214223 h 223083"/>
                <a:gd name="csX6" fmla="*/ 156 w 31250"/>
                <a:gd name="csY6" fmla="*/ 223146 h 223083"/>
                <a:gd name="csX7" fmla="*/ 31406 w 31250"/>
                <a:gd name="csY7" fmla="*/ 223146 h 223083"/>
                <a:gd name="csX8" fmla="*/ 31406 w 31250"/>
                <a:gd name="csY8" fmla="*/ 63 h 22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250" h="223083">
                  <a:moveTo>
                    <a:pt x="31406" y="63"/>
                  </a:moveTo>
                  <a:lnTo>
                    <a:pt x="156" y="63"/>
                  </a:lnTo>
                  <a:lnTo>
                    <a:pt x="156" y="8986"/>
                  </a:lnTo>
                  <a:lnTo>
                    <a:pt x="22282" y="8986"/>
                  </a:lnTo>
                  <a:lnTo>
                    <a:pt x="22282" y="214223"/>
                  </a:lnTo>
                  <a:lnTo>
                    <a:pt x="156" y="214223"/>
                  </a:lnTo>
                  <a:lnTo>
                    <a:pt x="156" y="223146"/>
                  </a:lnTo>
                  <a:lnTo>
                    <a:pt x="31406" y="223146"/>
                  </a:lnTo>
                  <a:lnTo>
                    <a:pt x="31406" y="63"/>
                  </a:lnTo>
                  <a:close/>
                </a:path>
              </a:pathLst>
            </a:custGeom>
            <a:grpFill/>
            <a:ln w="22883" cap="flat">
              <a:noFill/>
              <a:prstDash val="solid"/>
              <a:miter/>
            </a:ln>
          </p:spPr>
          <p:txBody>
            <a:bodyPr/>
            <a:lstStyle/>
            <a:p>
              <a:endParaRPr lang="en-GB" noProof="0"/>
            </a:p>
          </p:txBody>
        </p:sp>
      </p:grpSp>
      <p:sp>
        <p:nvSpPr>
          <p:cNvPr id="6" name="TextBox 5">
            <a:extLst>
              <a:ext uri="{FF2B5EF4-FFF2-40B4-BE49-F238E27FC236}">
                <a16:creationId xmlns:a16="http://schemas.microsoft.com/office/drawing/2014/main" id="{7B9D6995-9E54-BD95-E9D3-CFC7625A83F2}"/>
              </a:ext>
            </a:extLst>
          </p:cNvPr>
          <p:cNvSpPr txBox="1"/>
          <p:nvPr/>
        </p:nvSpPr>
        <p:spPr>
          <a:xfrm>
            <a:off x="3936370" y="4421886"/>
            <a:ext cx="6565715" cy="584775"/>
          </a:xfrm>
          <a:prstGeom prst="rect">
            <a:avLst/>
          </a:prstGeom>
          <a:noFill/>
        </p:spPr>
        <p:txBody>
          <a:bodyPr wrap="square">
            <a:spAutoFit/>
          </a:bodyPr>
          <a:lstStyle>
            <a:defPPr>
              <a:defRPr lang="en-US"/>
            </a:defPPr>
            <a:lvl1pPr>
              <a:defRPr b="1">
                <a:solidFill>
                  <a:schemeClr val="accent2"/>
                </a:solidFill>
              </a:defRPr>
            </a:lvl1pPr>
          </a:lstStyle>
          <a:p>
            <a:r>
              <a:rPr lang="en-GB" sz="1600" b="0" noProof="0">
                <a:solidFill>
                  <a:schemeClr val="bg1"/>
                </a:solidFill>
              </a:rPr>
              <a:t>A related property states that the expected value of the sample mean, </a:t>
            </a:r>
            <a:r>
              <a:rPr lang="en-GB" sz="1600" b="0" noProof="0" err="1">
                <a:solidFill>
                  <a:schemeClr val="bg1"/>
                </a:solidFill>
              </a:rPr>
              <a:t>Avg</a:t>
            </a:r>
            <a:r>
              <a:rPr lang="en-GB" sz="1600" b="0" noProof="0">
                <a:solidFill>
                  <a:schemeClr val="bg1"/>
                </a:solidFill>
              </a:rPr>
              <a:t>[Y], is equal to the population expected value, E[Y].</a:t>
            </a:r>
          </a:p>
        </p:txBody>
      </p:sp>
    </p:spTree>
    <p:extLst>
      <p:ext uri="{BB962C8B-B14F-4D97-AF65-F5344CB8AC3E}">
        <p14:creationId xmlns:p14="http://schemas.microsoft.com/office/powerpoint/2010/main" val="9579218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C32EE-C1BD-9904-F8FA-B426EA75C332}"/>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677B7F54-1421-6E73-410A-99B867CE9622}"/>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noProof="0">
                <a:solidFill>
                  <a:srgbClr val="FF0000"/>
                </a:solidFill>
                <a:latin typeface="Aptos SemiBold" panose="020F0502020204030204" pitchFamily="34" charset="0"/>
              </a:rPr>
              <a:t>Quantitative designs</a:t>
            </a:r>
          </a:p>
        </p:txBody>
      </p:sp>
      <p:sp>
        <p:nvSpPr>
          <p:cNvPr id="12" name="TextBox 11">
            <a:extLst>
              <a:ext uri="{FF2B5EF4-FFF2-40B4-BE49-F238E27FC236}">
                <a16:creationId xmlns:a16="http://schemas.microsoft.com/office/drawing/2014/main" id="{AEDCBD79-0042-A704-B719-F1E1E91C0BD6}"/>
              </a:ext>
            </a:extLst>
          </p:cNvPr>
          <p:cNvSpPr txBox="1"/>
          <p:nvPr/>
        </p:nvSpPr>
        <p:spPr>
          <a:xfrm>
            <a:off x="891590" y="1931064"/>
            <a:ext cx="509963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GB" sz="1200" b="1" i="0" u="none" strike="noStrike" kern="1200" cap="none" spc="0" normalizeH="0" baseline="0" noProof="0">
                <a:ln>
                  <a:noFill/>
                </a:ln>
                <a:effectLst/>
                <a:highlight>
                  <a:srgbClr val="FFC000"/>
                </a:highlight>
                <a:uLnTx/>
                <a:uFillTx/>
                <a:latin typeface="Aptos" panose="020B0004020202020204"/>
                <a:ea typeface="+mn-ea"/>
                <a:cs typeface="+mn-cs"/>
              </a:rPr>
              <a:t>What statistical tests should be used?</a:t>
            </a:r>
          </a:p>
        </p:txBody>
      </p:sp>
      <p:sp>
        <p:nvSpPr>
          <p:cNvPr id="23" name="TextBox 22">
            <a:extLst>
              <a:ext uri="{FF2B5EF4-FFF2-40B4-BE49-F238E27FC236}">
                <a16:creationId xmlns:a16="http://schemas.microsoft.com/office/drawing/2014/main" id="{1BB05F7C-28E7-E7AF-08E2-8354952F066B}"/>
              </a:ext>
            </a:extLst>
          </p:cNvPr>
          <p:cNvSpPr txBox="1"/>
          <p:nvPr/>
        </p:nvSpPr>
        <p:spPr>
          <a:xfrm>
            <a:off x="1181378" y="2236522"/>
            <a:ext cx="4322919" cy="938719"/>
          </a:xfrm>
          <a:prstGeom prst="rect">
            <a:avLst/>
          </a:prstGeom>
          <a:noFill/>
        </p:spPr>
        <p:txBody>
          <a:bodyPr wrap="square">
            <a:spAutoFit/>
          </a:bodyPr>
          <a:lstStyle/>
          <a:p>
            <a:pPr lvl="0">
              <a:defRPr/>
            </a:pPr>
            <a:r>
              <a:rPr lang="en-GB" sz="1100" noProof="0">
                <a:solidFill>
                  <a:prstClr val="black"/>
                </a:solidFill>
              </a:rPr>
              <a:t>A statistical test is a rule defined a priori (i.e., before accessing the data) that specifies </a:t>
            </a:r>
            <a:r>
              <a:rPr lang="en-GB" sz="1100" b="1" noProof="0">
                <a:solidFill>
                  <a:prstClr val="black"/>
                </a:solidFill>
              </a:rPr>
              <a:t>what must be observed in the data to justify rejecting the null hypothesis (H₀)</a:t>
            </a:r>
            <a:r>
              <a:rPr lang="en-GB" sz="1100" noProof="0">
                <a:solidFill>
                  <a:prstClr val="black"/>
                </a:solidFill>
              </a:rPr>
              <a:t>.</a:t>
            </a:r>
          </a:p>
          <a:p>
            <a:pPr lvl="0">
              <a:defRPr/>
            </a:pPr>
            <a:endParaRPr lang="en-GB" sz="1100" noProof="0">
              <a:solidFill>
                <a:prstClr val="black"/>
              </a:solidFill>
            </a:endParaRPr>
          </a:p>
          <a:p>
            <a:pPr lvl="0">
              <a:defRPr/>
            </a:pPr>
            <a:r>
              <a:rPr lang="en-GB" sz="1100" noProof="0">
                <a:solidFill>
                  <a:prstClr val="black"/>
                </a:solidFill>
              </a:rPr>
              <a:t>A result meeting this criterion is labelled “statistically significant.”</a:t>
            </a: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 name="Graphic 34">
            <a:extLst>
              <a:ext uri="{FF2B5EF4-FFF2-40B4-BE49-F238E27FC236}">
                <a16:creationId xmlns:a16="http://schemas.microsoft.com/office/drawing/2014/main" id="{9802A1D9-81DD-3CDB-13B1-32D1E2CC393F}"/>
              </a:ext>
            </a:extLst>
          </p:cNvPr>
          <p:cNvSpPr>
            <a:spLocks noChangeAspect="1"/>
          </p:cNvSpPr>
          <p:nvPr>
            <p:custDataLst>
              <p:tags r:id="rId1"/>
            </p:custDataLst>
          </p:nvPr>
        </p:nvSpPr>
        <p:spPr>
          <a:xfrm>
            <a:off x="1031284" y="3868819"/>
            <a:ext cx="143736" cy="116065"/>
          </a:xfrm>
          <a:custGeom>
            <a:avLst/>
            <a:gdLst>
              <a:gd name="connsiteX0" fmla="*/ 111786 w 143736"/>
              <a:gd name="connsiteY0" fmla="*/ 52843 h 116065"/>
              <a:gd name="connsiteX1" fmla="*/ 68998 w 143736"/>
              <a:gd name="connsiteY1" fmla="*/ 63 h 116065"/>
              <a:gd name="connsiteX2" fmla="*/ 77 w 143736"/>
              <a:gd name="connsiteY2" fmla="*/ 72828 h 116065"/>
              <a:gd name="connsiteX3" fmla="*/ 41583 w 143736"/>
              <a:gd name="connsiteY3" fmla="*/ 116128 h 116065"/>
              <a:gd name="connsiteX4" fmla="*/ 95645 w 143736"/>
              <a:gd name="connsiteY4" fmla="*/ 94606 h 116065"/>
              <a:gd name="connsiteX5" fmla="*/ 118960 w 143736"/>
              <a:gd name="connsiteY5" fmla="*/ 116128 h 116065"/>
              <a:gd name="connsiteX6" fmla="*/ 140482 w 143736"/>
              <a:gd name="connsiteY6" fmla="*/ 97937 h 116065"/>
              <a:gd name="connsiteX7" fmla="*/ 137408 w 143736"/>
              <a:gd name="connsiteY7" fmla="*/ 95374 h 116065"/>
              <a:gd name="connsiteX8" fmla="*/ 134077 w 143736"/>
              <a:gd name="connsiteY8" fmla="*/ 97937 h 116065"/>
              <a:gd name="connsiteX9" fmla="*/ 119729 w 143736"/>
              <a:gd name="connsiteY9" fmla="*/ 110491 h 116065"/>
              <a:gd name="connsiteX10" fmla="*/ 111786 w 143736"/>
              <a:gd name="connsiteY10" fmla="*/ 84357 h 116065"/>
              <a:gd name="connsiteX11" fmla="*/ 114348 w 143736"/>
              <a:gd name="connsiteY11" fmla="*/ 75390 h 116065"/>
              <a:gd name="connsiteX12" fmla="*/ 143813 w 143736"/>
              <a:gd name="connsiteY12" fmla="*/ 15179 h 116065"/>
              <a:gd name="connsiteX13" fmla="*/ 140738 w 143736"/>
              <a:gd name="connsiteY13" fmla="*/ 12617 h 116065"/>
              <a:gd name="connsiteX14" fmla="*/ 136895 w 143736"/>
              <a:gd name="connsiteY14" fmla="*/ 17998 h 116065"/>
              <a:gd name="connsiteX15" fmla="*/ 111786 w 143736"/>
              <a:gd name="connsiteY15" fmla="*/ 68728 h 116065"/>
              <a:gd name="connsiteX16" fmla="*/ 111786 w 143736"/>
              <a:gd name="connsiteY16" fmla="*/ 52843 h 116065"/>
              <a:gd name="connsiteX17" fmla="*/ 94620 w 143736"/>
              <a:gd name="connsiteY17" fmla="*/ 87944 h 116065"/>
              <a:gd name="connsiteX18" fmla="*/ 42096 w 143736"/>
              <a:gd name="connsiteY18" fmla="*/ 110491 h 116065"/>
              <a:gd name="connsiteX19" fmla="*/ 19037 w 143736"/>
              <a:gd name="connsiteY19" fmla="*/ 82564 h 116065"/>
              <a:gd name="connsiteX20" fmla="*/ 33897 w 143736"/>
              <a:gd name="connsiteY20" fmla="*/ 29271 h 116065"/>
              <a:gd name="connsiteX21" fmla="*/ 68742 w 143736"/>
              <a:gd name="connsiteY21" fmla="*/ 5699 h 116065"/>
              <a:gd name="connsiteX22" fmla="*/ 94107 w 143736"/>
              <a:gd name="connsiteY22" fmla="*/ 59248 h 116065"/>
              <a:gd name="connsiteX23" fmla="*/ 94620 w 143736"/>
              <a:gd name="connsiteY23" fmla="*/ 87944 h 11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3736" h="116065">
                <a:moveTo>
                  <a:pt x="111786" y="52843"/>
                </a:moveTo>
                <a:cubicBezTo>
                  <a:pt x="111786" y="12617"/>
                  <a:pt x="87958" y="63"/>
                  <a:pt x="68998" y="63"/>
                </a:cubicBezTo>
                <a:cubicBezTo>
                  <a:pt x="33897" y="63"/>
                  <a:pt x="77" y="36701"/>
                  <a:pt x="77" y="72828"/>
                </a:cubicBezTo>
                <a:cubicBezTo>
                  <a:pt x="77" y="96656"/>
                  <a:pt x="15450" y="116128"/>
                  <a:pt x="41583" y="116128"/>
                </a:cubicBezTo>
                <a:cubicBezTo>
                  <a:pt x="57725" y="116128"/>
                  <a:pt x="76172" y="110235"/>
                  <a:pt x="95645" y="94606"/>
                </a:cubicBezTo>
                <a:cubicBezTo>
                  <a:pt x="98975" y="108185"/>
                  <a:pt x="107430" y="116128"/>
                  <a:pt x="118960" y="116128"/>
                </a:cubicBezTo>
                <a:cubicBezTo>
                  <a:pt x="132539" y="116128"/>
                  <a:pt x="140482" y="102036"/>
                  <a:pt x="140482" y="97937"/>
                </a:cubicBezTo>
                <a:cubicBezTo>
                  <a:pt x="140482" y="96143"/>
                  <a:pt x="138945" y="95374"/>
                  <a:pt x="137408" y="95374"/>
                </a:cubicBezTo>
                <a:cubicBezTo>
                  <a:pt x="135614" y="95374"/>
                  <a:pt x="134845" y="96143"/>
                  <a:pt x="134077" y="97937"/>
                </a:cubicBezTo>
                <a:cubicBezTo>
                  <a:pt x="129465" y="110491"/>
                  <a:pt x="120241" y="110491"/>
                  <a:pt x="119729" y="110491"/>
                </a:cubicBezTo>
                <a:cubicBezTo>
                  <a:pt x="111786" y="110491"/>
                  <a:pt x="111786" y="90506"/>
                  <a:pt x="111786" y="84357"/>
                </a:cubicBezTo>
                <a:cubicBezTo>
                  <a:pt x="111786" y="78977"/>
                  <a:pt x="111786" y="78464"/>
                  <a:pt x="114348" y="75390"/>
                </a:cubicBezTo>
                <a:cubicBezTo>
                  <a:pt x="138432" y="45156"/>
                  <a:pt x="143813" y="15436"/>
                  <a:pt x="143813" y="15179"/>
                </a:cubicBezTo>
                <a:cubicBezTo>
                  <a:pt x="143813" y="14667"/>
                  <a:pt x="143557" y="12617"/>
                  <a:pt x="140738" y="12617"/>
                </a:cubicBezTo>
                <a:cubicBezTo>
                  <a:pt x="138176" y="12617"/>
                  <a:pt x="138176" y="13386"/>
                  <a:pt x="136895" y="17998"/>
                </a:cubicBezTo>
                <a:cubicBezTo>
                  <a:pt x="132283" y="34139"/>
                  <a:pt x="123828" y="53612"/>
                  <a:pt x="111786" y="68728"/>
                </a:cubicBezTo>
                <a:lnTo>
                  <a:pt x="111786" y="52843"/>
                </a:lnTo>
                <a:close/>
                <a:moveTo>
                  <a:pt x="94620" y="87944"/>
                </a:moveTo>
                <a:cubicBezTo>
                  <a:pt x="72073" y="107673"/>
                  <a:pt x="52344" y="110491"/>
                  <a:pt x="42096" y="110491"/>
                </a:cubicBezTo>
                <a:cubicBezTo>
                  <a:pt x="26723" y="110491"/>
                  <a:pt x="19037" y="98961"/>
                  <a:pt x="19037" y="82564"/>
                </a:cubicBezTo>
                <a:cubicBezTo>
                  <a:pt x="19037" y="70009"/>
                  <a:pt x="25698" y="42338"/>
                  <a:pt x="33897" y="29271"/>
                </a:cubicBezTo>
                <a:cubicBezTo>
                  <a:pt x="45939" y="10568"/>
                  <a:pt x="59775" y="5699"/>
                  <a:pt x="68742" y="5699"/>
                </a:cubicBezTo>
                <a:cubicBezTo>
                  <a:pt x="94107" y="5699"/>
                  <a:pt x="94107" y="39264"/>
                  <a:pt x="94107" y="59248"/>
                </a:cubicBezTo>
                <a:cubicBezTo>
                  <a:pt x="94107" y="68728"/>
                  <a:pt x="94107" y="83589"/>
                  <a:pt x="94620" y="87944"/>
                </a:cubicBezTo>
                <a:close/>
              </a:path>
            </a:pathLst>
          </a:custGeom>
          <a:solidFill>
            <a:srgbClr val="FF0000"/>
          </a:solidFill>
          <a:ln w="25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 name="TextBox 7">
            <a:extLst>
              <a:ext uri="{FF2B5EF4-FFF2-40B4-BE49-F238E27FC236}">
                <a16:creationId xmlns:a16="http://schemas.microsoft.com/office/drawing/2014/main" id="{896D9FC9-9DF8-510B-42A1-37A59EBAEA17}"/>
              </a:ext>
            </a:extLst>
          </p:cNvPr>
          <p:cNvSpPr txBox="1"/>
          <p:nvPr/>
        </p:nvSpPr>
        <p:spPr>
          <a:xfrm>
            <a:off x="891591" y="3281294"/>
            <a:ext cx="5037157"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GB" sz="1200" b="1" i="0" u="none" strike="noStrike" kern="1200" cap="none" spc="0" normalizeH="0" baseline="0" noProof="0">
                <a:ln>
                  <a:noFill/>
                </a:ln>
                <a:effectLst/>
                <a:highlight>
                  <a:srgbClr val="FFC000"/>
                </a:highlight>
                <a:uLnTx/>
                <a:uFillTx/>
                <a:latin typeface="Aptos" panose="020B0004020202020204"/>
                <a:ea typeface="+mn-ea"/>
                <a:cs typeface="+mn-cs"/>
              </a:rPr>
              <a:t>What is required for a statistical test?</a:t>
            </a:r>
          </a:p>
        </p:txBody>
      </p:sp>
      <p:grpSp>
        <p:nvGrpSpPr>
          <p:cNvPr id="11" name="Group 10">
            <a:extLst>
              <a:ext uri="{FF2B5EF4-FFF2-40B4-BE49-F238E27FC236}">
                <a16:creationId xmlns:a16="http://schemas.microsoft.com/office/drawing/2014/main" id="{D4F808C3-E1A5-8A1B-C740-4D7550EAC775}"/>
              </a:ext>
            </a:extLst>
          </p:cNvPr>
          <p:cNvGrpSpPr/>
          <p:nvPr/>
        </p:nvGrpSpPr>
        <p:grpSpPr>
          <a:xfrm>
            <a:off x="1024926" y="3611767"/>
            <a:ext cx="4486715" cy="1785104"/>
            <a:chOff x="6663071" y="4746141"/>
            <a:chExt cx="4486715" cy="1785104"/>
          </a:xfrm>
        </p:grpSpPr>
        <p:sp>
          <p:nvSpPr>
            <p:cNvPr id="15" name="TextBox 14">
              <a:extLst>
                <a:ext uri="{FF2B5EF4-FFF2-40B4-BE49-F238E27FC236}">
                  <a16:creationId xmlns:a16="http://schemas.microsoft.com/office/drawing/2014/main" id="{7C9C55DC-3808-6A69-8AC1-6464F1663DD1}"/>
                </a:ext>
              </a:extLst>
            </p:cNvPr>
            <p:cNvSpPr txBox="1"/>
            <p:nvPr/>
          </p:nvSpPr>
          <p:spPr>
            <a:xfrm>
              <a:off x="6819523" y="4746141"/>
              <a:ext cx="4330263" cy="1785104"/>
            </a:xfrm>
            <a:prstGeom prst="rect">
              <a:avLst/>
            </a:prstGeom>
            <a:noFill/>
          </p:spPr>
          <p:txBody>
            <a:bodyPr wrap="square">
              <a:spAutoFit/>
            </a:bodyPr>
            <a:lstStyle>
              <a:defPPr>
                <a:defRPr lang="en-US"/>
              </a:defPPr>
              <a:lvl1pPr lvl="0">
                <a:defRPr sz="1100"/>
              </a:lvl1pPr>
            </a:lstStyle>
            <a:p>
              <a:r>
                <a:rPr lang="en-GB" b="1" noProof="0">
                  <a:solidFill>
                    <a:prstClr val="black"/>
                  </a:solidFill>
                </a:rPr>
                <a:t>A pre‑specified significance level </a:t>
              </a:r>
              <a:r>
                <a:rPr lang="en-GB" noProof="0">
                  <a:solidFill>
                    <a:prstClr val="black"/>
                  </a:solidFill>
                </a:rPr>
                <a:t>establishes a “reasonable level of doubt.” </a:t>
              </a:r>
              <a:r>
                <a:rPr lang="en-GB" b="1" noProof="0">
                  <a:highlight>
                    <a:srgbClr val="FFC000"/>
                  </a:highlight>
                </a:rPr>
                <a:t>Alpha</a:t>
              </a:r>
              <a:r>
                <a:rPr lang="en-GB" noProof="0"/>
                <a:t> is the upper bound on the probability of rejecting H₀ when H₀ is true (Type I error). </a:t>
              </a:r>
            </a:p>
            <a:p>
              <a:endParaRPr lang="en-GB" noProof="0"/>
            </a:p>
            <a:p>
              <a:pPr marL="171450" indent="-171450">
                <a:buFont typeface="Arial" panose="020B0604020202020204" pitchFamily="34" charset="0"/>
                <a:buChar char="•"/>
              </a:pPr>
              <a:r>
                <a:rPr lang="en-GB" b="1" noProof="0">
                  <a:highlight>
                    <a:srgbClr val="FFC000"/>
                  </a:highlight>
                </a:rPr>
                <a:t>For a one‑sided test (e.g., H₀: A ≥ B), </a:t>
              </a:r>
              <a:r>
                <a:rPr lang="en-GB" noProof="0"/>
                <a:t>it is the maximum probability of rejecting H₀ in any situation where A ≤ B.</a:t>
              </a:r>
            </a:p>
            <a:p>
              <a:pPr marL="171450" indent="-171450">
                <a:buFont typeface="Arial" panose="020B0604020202020204" pitchFamily="34" charset="0"/>
                <a:buChar char="•"/>
              </a:pPr>
              <a:endParaRPr lang="en-GB" b="1" noProof="0">
                <a:highlight>
                  <a:srgbClr val="FFC000"/>
                </a:highlight>
              </a:endParaRPr>
            </a:p>
            <a:p>
              <a:pPr marL="171450" indent="-171450">
                <a:buFont typeface="Arial" panose="020B0604020202020204" pitchFamily="34" charset="0"/>
                <a:buChar char="•"/>
              </a:pPr>
              <a:r>
                <a:rPr lang="en-GB" b="1" noProof="0">
                  <a:highlight>
                    <a:srgbClr val="FFC000"/>
                  </a:highlight>
                </a:rPr>
                <a:t>For a two‑sided test (H₀: A = B), </a:t>
              </a:r>
              <a:r>
                <a:rPr lang="en-GB" noProof="0"/>
                <a:t>it is the probability of rejecting H₀ when A = B.</a:t>
              </a:r>
            </a:p>
            <a:p>
              <a:endParaRPr lang="en-GB" noProof="0"/>
            </a:p>
          </p:txBody>
        </p:sp>
        <p:sp>
          <p:nvSpPr>
            <p:cNvPr id="16" name="Freeform: Shape 15">
              <a:extLst>
                <a:ext uri="{FF2B5EF4-FFF2-40B4-BE49-F238E27FC236}">
                  <a16:creationId xmlns:a16="http://schemas.microsoft.com/office/drawing/2014/main" id="{BDE24624-B082-222B-2D2D-B58711C620B8}"/>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cxnSp>
        <p:nvCxnSpPr>
          <p:cNvPr id="18" name="Straight Connector 17">
            <a:extLst>
              <a:ext uri="{FF2B5EF4-FFF2-40B4-BE49-F238E27FC236}">
                <a16:creationId xmlns:a16="http://schemas.microsoft.com/office/drawing/2014/main" id="{24C5863F-B723-A51E-EBE7-5240C8839EF4}"/>
              </a:ext>
            </a:extLst>
          </p:cNvPr>
          <p:cNvCxnSpPr>
            <a:cxnSpLocks/>
          </p:cNvCxnSpPr>
          <p:nvPr/>
        </p:nvCxnSpPr>
        <p:spPr>
          <a:xfrm>
            <a:off x="5991225" y="1931064"/>
            <a:ext cx="0" cy="3311496"/>
          </a:xfrm>
          <a:prstGeom prst="line">
            <a:avLst/>
          </a:prstGeom>
          <a:ln>
            <a:solidFill>
              <a:schemeClr val="bg1">
                <a:lumMod val="95000"/>
              </a:schemeClr>
            </a:solidFill>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8A5966DA-8719-35CC-8484-37E22A4E20E4}"/>
              </a:ext>
            </a:extLst>
          </p:cNvPr>
          <p:cNvSpPr txBox="1"/>
          <p:nvPr/>
        </p:nvSpPr>
        <p:spPr>
          <a:xfrm>
            <a:off x="6300560" y="2705881"/>
            <a:ext cx="3872138"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0000"/>
                </a:solidFill>
                <a:effectLst/>
                <a:uLnTx/>
                <a:uFillTx/>
                <a:latin typeface="Aptos" panose="020B0004020202020204"/>
                <a:ea typeface="+mn-ea"/>
                <a:cs typeface="+mn-cs"/>
              </a:rPr>
              <a:t>Technically, </a:t>
            </a:r>
            <a:r>
              <a:rPr kumimoji="0" lang="en-GB" sz="1400" b="1" i="0" u="none" strike="noStrike" kern="1200" cap="none" spc="0" normalizeH="0" baseline="0" noProof="0">
                <a:ln>
                  <a:noFill/>
                </a:ln>
                <a:solidFill>
                  <a:schemeClr val="bg1"/>
                </a:solidFill>
                <a:effectLst/>
                <a:highlight>
                  <a:srgbClr val="000000"/>
                </a:highlight>
                <a:uLnTx/>
                <a:uFillTx/>
                <a:latin typeface="Aptos" panose="020B0004020202020204"/>
                <a:ea typeface="+mn-ea"/>
                <a:cs typeface="+mn-cs"/>
              </a:rPr>
              <a:t>the significance level may be set at any value</a:t>
            </a:r>
            <a:r>
              <a:rPr kumimoji="0" lang="en-GB" sz="1400" b="1" i="0" u="none" strike="noStrike" kern="1200" cap="none" spc="0" normalizeH="0" baseline="0" noProof="0">
                <a:ln>
                  <a:noFill/>
                </a:ln>
                <a:solidFill>
                  <a:srgbClr val="FF0000"/>
                </a:solidFill>
                <a:effectLst/>
                <a:uLnTx/>
                <a:uFillTx/>
                <a:latin typeface="Aptos" panose="020B0004020202020204"/>
                <a:ea typeface="+mn-ea"/>
                <a:cs typeface="+mn-cs"/>
              </a:rPr>
              <a:t>, provided it is chosen before examining the data.</a:t>
            </a:r>
          </a:p>
        </p:txBody>
      </p:sp>
      <p:sp>
        <p:nvSpPr>
          <p:cNvPr id="25" name="TextBox 24">
            <a:extLst>
              <a:ext uri="{FF2B5EF4-FFF2-40B4-BE49-F238E27FC236}">
                <a16:creationId xmlns:a16="http://schemas.microsoft.com/office/drawing/2014/main" id="{0CF139FD-B170-0B5E-DAEA-5E07B842D00A}"/>
              </a:ext>
            </a:extLst>
          </p:cNvPr>
          <p:cNvSpPr txBox="1"/>
          <p:nvPr/>
        </p:nvSpPr>
        <p:spPr>
          <a:xfrm>
            <a:off x="6300560" y="3496379"/>
            <a:ext cx="4322919" cy="430887"/>
          </a:xfrm>
          <a:prstGeom prst="rect">
            <a:avLst/>
          </a:prstGeom>
          <a:noFill/>
        </p:spPr>
        <p:txBody>
          <a:bodyPr wrap="square">
            <a:spAutoFit/>
          </a:bodyPr>
          <a:lstStyle/>
          <a:p>
            <a:pPr lvl="0">
              <a:defRPr/>
            </a:pPr>
            <a:r>
              <a:rPr lang="en-GB" sz="1100" noProof="0">
                <a:solidFill>
                  <a:prstClr val="black"/>
                </a:solidFill>
              </a:rPr>
              <a:t>It is not acceptable to set α = 5% a priori and then, after seeing the results, change it to 7% post hoc just to reach significance.</a:t>
            </a:r>
          </a:p>
        </p:txBody>
      </p:sp>
      <p:sp>
        <p:nvSpPr>
          <p:cNvPr id="26" name="Freeform: Shape 25">
            <a:extLst>
              <a:ext uri="{FF2B5EF4-FFF2-40B4-BE49-F238E27FC236}">
                <a16:creationId xmlns:a16="http://schemas.microsoft.com/office/drawing/2014/main" id="{F88AF930-C0E4-D556-10AA-9EF93210AF27}"/>
              </a:ext>
            </a:extLst>
          </p:cNvPr>
          <p:cNvSpPr/>
          <p:nvPr/>
        </p:nvSpPr>
        <p:spPr>
          <a:xfrm>
            <a:off x="6421484" y="4037463"/>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27" name="TextBox 26">
            <a:extLst>
              <a:ext uri="{FF2B5EF4-FFF2-40B4-BE49-F238E27FC236}">
                <a16:creationId xmlns:a16="http://schemas.microsoft.com/office/drawing/2014/main" id="{1028B8FF-A7BF-EA62-1351-84C764DA18FE}"/>
              </a:ext>
            </a:extLst>
          </p:cNvPr>
          <p:cNvSpPr txBox="1"/>
          <p:nvPr/>
        </p:nvSpPr>
        <p:spPr>
          <a:xfrm>
            <a:off x="6577938" y="3984884"/>
            <a:ext cx="3799591" cy="430887"/>
          </a:xfrm>
          <a:prstGeom prst="rect">
            <a:avLst/>
          </a:prstGeom>
          <a:noFill/>
        </p:spPr>
        <p:txBody>
          <a:bodyPr wrap="square">
            <a:spAutoFit/>
          </a:bodyPr>
          <a:lstStyle>
            <a:defPPr>
              <a:defRPr lang="en-US"/>
            </a:defPPr>
            <a:lvl1pPr lvl="0">
              <a:defRPr sz="1100"/>
            </a:lvl1pPr>
          </a:lstStyle>
          <a:p>
            <a:r>
              <a:rPr lang="en-GB" noProof="0">
                <a:solidFill>
                  <a:prstClr val="black"/>
                </a:solidFill>
              </a:rPr>
              <a:t>❗You cannot change the rules of the game once you have seen the outcome.</a:t>
            </a:r>
            <a:endParaRPr lang="en-GB" noProof="0"/>
          </a:p>
        </p:txBody>
      </p:sp>
      <p:sp>
        <p:nvSpPr>
          <p:cNvPr id="28" name="TextBox 27">
            <a:extLst>
              <a:ext uri="{FF2B5EF4-FFF2-40B4-BE49-F238E27FC236}">
                <a16:creationId xmlns:a16="http://schemas.microsoft.com/office/drawing/2014/main" id="{692D3B33-3DFC-2612-741A-1B4279B9BA5C}"/>
              </a:ext>
            </a:extLst>
          </p:cNvPr>
          <p:cNvSpPr txBox="1"/>
          <p:nvPr/>
        </p:nvSpPr>
        <p:spPr>
          <a:xfrm>
            <a:off x="908091" y="1115736"/>
            <a:ext cx="3275622" cy="537776"/>
          </a:xfrm>
          <a:prstGeom prst="rect">
            <a:avLst/>
          </a:prstGeom>
          <a:noFill/>
        </p:spPr>
        <p:txBody>
          <a:bodyPr wrap="square">
            <a:spAutoFit/>
          </a:bodyPr>
          <a:lstStyle>
            <a:defPPr>
              <a:defRPr lang="en-US"/>
            </a:defPPr>
            <a:lvl1pPr>
              <a:defRPr/>
            </a:lvl1pPr>
          </a:lstStyle>
          <a:p>
            <a:pPr>
              <a:lnSpc>
                <a:spcPts val="1700"/>
              </a:lnSpc>
            </a:pPr>
            <a:r>
              <a:rPr lang="en-GB" sz="1400" noProof="0">
                <a:latin typeface="Aptos Black" panose="020B0004020202020204" pitchFamily="34" charset="0"/>
              </a:rPr>
              <a:t>Uncertainty Generated by Random Sampling</a:t>
            </a:r>
          </a:p>
        </p:txBody>
      </p:sp>
      <p:sp>
        <p:nvSpPr>
          <p:cNvPr id="30" name="Slide Number Placeholder 5">
            <a:extLst>
              <a:ext uri="{FF2B5EF4-FFF2-40B4-BE49-F238E27FC236}">
                <a16:creationId xmlns:a16="http://schemas.microsoft.com/office/drawing/2014/main" id="{532F1F61-D1C6-CFC5-A782-9763C0E516C4}"/>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19</a:t>
            </a:fld>
            <a:endParaRPr lang="en-GB" noProof="0"/>
          </a:p>
        </p:txBody>
      </p:sp>
      <p:sp>
        <p:nvSpPr>
          <p:cNvPr id="33" name="Date Placeholder 3">
            <a:extLst>
              <a:ext uri="{FF2B5EF4-FFF2-40B4-BE49-F238E27FC236}">
                <a16:creationId xmlns:a16="http://schemas.microsoft.com/office/drawing/2014/main" id="{25FDF0D6-0660-BFC8-A547-A84D115CBF54}"/>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Tree>
    <p:extLst>
      <p:ext uri="{BB962C8B-B14F-4D97-AF65-F5344CB8AC3E}">
        <p14:creationId xmlns:p14="http://schemas.microsoft.com/office/powerpoint/2010/main" val="18821395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500"/>
                                        <p:tgtEl>
                                          <p:spTgt spid="3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500"/>
                                        <p:tgtEl>
                                          <p:spTgt spid="2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7" grpId="0" animBg="1"/>
      <p:bldP spid="25" grpId="0"/>
      <p:bldP spid="26" grpId="0" animBg="1"/>
      <p:bldP spid="27" grpId="0"/>
      <p:bldP spid="28"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FEAB04B1-4405-7F19-F609-5D9FFEE313E3}"/>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E9E718FD-0C00-3613-642D-63CABC3D582B}"/>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Quantitative designs</a:t>
            </a:r>
          </a:p>
        </p:txBody>
      </p:sp>
      <p:sp>
        <p:nvSpPr>
          <p:cNvPr id="17" name="Rectangle: Rounded Corners 16">
            <a:extLst>
              <a:ext uri="{FF2B5EF4-FFF2-40B4-BE49-F238E27FC236}">
                <a16:creationId xmlns:a16="http://schemas.microsoft.com/office/drawing/2014/main" id="{73514867-2492-6FD8-F788-368240C89610}"/>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 name="Slide Number Placeholder 5">
            <a:extLst>
              <a:ext uri="{FF2B5EF4-FFF2-40B4-BE49-F238E27FC236}">
                <a16:creationId xmlns:a16="http://schemas.microsoft.com/office/drawing/2014/main" id="{C6D690EA-1397-EA27-855B-F7E474DD3E87}"/>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8BC467BF-81E5-A82F-9071-E37D0CAE5A76}"/>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graphicFrame>
        <p:nvGraphicFramePr>
          <p:cNvPr id="5" name="Table 4">
            <a:extLst>
              <a:ext uri="{FF2B5EF4-FFF2-40B4-BE49-F238E27FC236}">
                <a16:creationId xmlns:a16="http://schemas.microsoft.com/office/drawing/2014/main" id="{3F0EE8DE-68A2-E3A6-D94B-4CB52607E8B7}"/>
              </a:ext>
            </a:extLst>
          </p:cNvPr>
          <p:cNvGraphicFramePr>
            <a:graphicFrameLocks noGrp="1"/>
          </p:cNvGraphicFramePr>
          <p:nvPr>
            <p:extLst>
              <p:ext uri="{D42A27DB-BD31-4B8C-83A1-F6EECF244321}">
                <p14:modId xmlns:p14="http://schemas.microsoft.com/office/powerpoint/2010/main" val="4082585980"/>
              </p:ext>
            </p:extLst>
          </p:nvPr>
        </p:nvGraphicFramePr>
        <p:xfrm>
          <a:off x="3426120" y="2554157"/>
          <a:ext cx="5976429" cy="1112520"/>
        </p:xfrm>
        <a:graphic>
          <a:graphicData uri="http://schemas.openxmlformats.org/drawingml/2006/table">
            <a:tbl>
              <a:tblPr firstRow="1" bandRow="1">
                <a:tableStyleId>{5C22544A-7EE6-4342-B048-85BDC9FD1C3A}</a:tableStyleId>
              </a:tblPr>
              <a:tblGrid>
                <a:gridCol w="1790699">
                  <a:extLst>
                    <a:ext uri="{9D8B030D-6E8A-4147-A177-3AD203B41FA5}">
                      <a16:colId xmlns:a16="http://schemas.microsoft.com/office/drawing/2014/main" val="1685018756"/>
                    </a:ext>
                  </a:extLst>
                </a:gridCol>
                <a:gridCol w="2209800">
                  <a:extLst>
                    <a:ext uri="{9D8B030D-6E8A-4147-A177-3AD203B41FA5}">
                      <a16:colId xmlns:a16="http://schemas.microsoft.com/office/drawing/2014/main" val="1925196892"/>
                    </a:ext>
                  </a:extLst>
                </a:gridCol>
                <a:gridCol w="1975930">
                  <a:extLst>
                    <a:ext uri="{9D8B030D-6E8A-4147-A177-3AD203B41FA5}">
                      <a16:colId xmlns:a16="http://schemas.microsoft.com/office/drawing/2014/main" val="494749208"/>
                    </a:ext>
                  </a:extLst>
                </a:gridCol>
              </a:tblGrid>
              <a:tr h="370840">
                <a:tc>
                  <a:txBody>
                    <a:bodyPr/>
                    <a:lstStyle/>
                    <a:p>
                      <a:endParaRPr lang="en-GB" sz="1200" noProof="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noProof="0"/>
                        <a:t>H0 </a:t>
                      </a:r>
                      <a:r>
                        <a:rPr lang="en-GB" sz="1200" b="0" noProof="0"/>
                        <a:t>True</a:t>
                      </a:r>
                      <a:endParaRPr lang="en-GB" sz="1200" noProof="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noProof="0"/>
                        <a:t>H0 </a:t>
                      </a:r>
                      <a:r>
                        <a:rPr lang="en-GB" sz="1200" b="0" noProof="0"/>
                        <a:t>False</a:t>
                      </a:r>
                      <a:endParaRPr lang="en-GB" sz="1200" noProof="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971739"/>
                  </a:ext>
                </a:extLst>
              </a:tr>
              <a:tr h="370840">
                <a:tc>
                  <a:txBody>
                    <a:bodyPr/>
                    <a:lstStyle/>
                    <a:p>
                      <a:r>
                        <a:rPr lang="en-GB" sz="1200" noProof="0">
                          <a:solidFill>
                            <a:schemeClr val="bg1"/>
                          </a:solidFill>
                        </a:rPr>
                        <a:t>Reject </a:t>
                      </a:r>
                      <a:r>
                        <a:rPr lang="en-GB" sz="1200" b="1" noProof="0">
                          <a:solidFill>
                            <a:schemeClr val="bg1"/>
                          </a:solidFill>
                        </a:rPr>
                        <a:t>H0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b="1" noProof="0">
                          <a:solidFill>
                            <a:srgbClr val="FFFF00"/>
                          </a:solidFill>
                        </a:rPr>
                        <a:t>Type I error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noProof="0">
                          <a:solidFill>
                            <a:schemeClr val="bg1"/>
                          </a:solidFill>
                        </a:rPr>
                        <a:t>Correct decision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8255810"/>
                  </a:ext>
                </a:extLst>
              </a:tr>
              <a:tr h="370840">
                <a:tc>
                  <a:txBody>
                    <a:bodyPr/>
                    <a:lstStyle/>
                    <a:p>
                      <a:r>
                        <a:rPr lang="en-GB" sz="1200" noProof="0">
                          <a:solidFill>
                            <a:schemeClr val="bg1"/>
                          </a:solidFill>
                        </a:rPr>
                        <a:t>Do not reject </a:t>
                      </a:r>
                      <a:r>
                        <a:rPr lang="en-GB" sz="1200" b="1" noProof="0">
                          <a:solidFill>
                            <a:schemeClr val="bg1"/>
                          </a:solidFill>
                        </a:rPr>
                        <a:t>H0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noProof="0">
                          <a:solidFill>
                            <a:schemeClr val="bg1"/>
                          </a:solidFill>
                        </a:rPr>
                        <a:t>Correct decision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b="1" noProof="0">
                          <a:solidFill>
                            <a:srgbClr val="FFFF00"/>
                          </a:solidFill>
                        </a:rPr>
                        <a:t>Type II error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8707350"/>
                  </a:ext>
                </a:extLst>
              </a:tr>
            </a:tbl>
          </a:graphicData>
        </a:graphic>
      </p:graphicFrame>
      <p:sp>
        <p:nvSpPr>
          <p:cNvPr id="8" name="TextBox 7">
            <a:extLst>
              <a:ext uri="{FF2B5EF4-FFF2-40B4-BE49-F238E27FC236}">
                <a16:creationId xmlns:a16="http://schemas.microsoft.com/office/drawing/2014/main" id="{00865B63-CFB8-34EF-F73F-61684A5AC07D}"/>
              </a:ext>
            </a:extLst>
          </p:cNvPr>
          <p:cNvSpPr txBox="1"/>
          <p:nvPr/>
        </p:nvSpPr>
        <p:spPr>
          <a:xfrm>
            <a:off x="1106414" y="3978728"/>
            <a:ext cx="4538736" cy="646331"/>
          </a:xfrm>
          <a:prstGeom prst="rect">
            <a:avLst/>
          </a:prstGeom>
          <a:noFill/>
        </p:spPr>
        <p:txBody>
          <a:bodyPr wrap="square" lIns="91440" tIns="45720" rIns="91440" bIns="45720" anchor="t">
            <a:spAutoFit/>
          </a:bodyPr>
          <a:lstStyle/>
          <a:p>
            <a:pPr lvl="0">
              <a:defRPr/>
            </a:pPr>
            <a:r>
              <a:rPr lang="en-GB" sz="1200" noProof="0">
                <a:solidFill>
                  <a:prstClr val="white"/>
                </a:solidFill>
              </a:rPr>
              <a:t>The general procedure for hypothesis testing consists of setting the significance level </a:t>
            </a:r>
            <a:r>
              <a:rPr lang="en-GB" sz="1200" b="1" noProof="0">
                <a:solidFill>
                  <a:srgbClr val="FFFF00"/>
                </a:solidFill>
              </a:rPr>
              <a:t>α at a small value </a:t>
            </a:r>
            <a:r>
              <a:rPr lang="en-GB" sz="1200" noProof="0">
                <a:solidFill>
                  <a:prstClr val="white"/>
                </a:solidFill>
              </a:rPr>
              <a:t>(often 0.05) so that the probability of committing a </a:t>
            </a:r>
            <a:r>
              <a:rPr lang="en-GB" sz="1200" b="1" noProof="0">
                <a:solidFill>
                  <a:srgbClr val="FFFF00"/>
                </a:solidFill>
              </a:rPr>
              <a:t>Type I error is limited</a:t>
            </a:r>
            <a:r>
              <a:rPr lang="en-GB" sz="1200" noProof="0">
                <a:solidFill>
                  <a:prstClr val="white"/>
                </a:solidFill>
              </a:rPr>
              <a:t>.</a:t>
            </a:r>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 name="TextBox 8">
            <a:extLst>
              <a:ext uri="{FF2B5EF4-FFF2-40B4-BE49-F238E27FC236}">
                <a16:creationId xmlns:a16="http://schemas.microsoft.com/office/drawing/2014/main" id="{D1A9893F-5349-C4BF-C3FB-9A6D623003BA}"/>
              </a:ext>
            </a:extLst>
          </p:cNvPr>
          <p:cNvSpPr txBox="1"/>
          <p:nvPr/>
        </p:nvSpPr>
        <p:spPr>
          <a:xfrm>
            <a:off x="6760772" y="3978332"/>
            <a:ext cx="4477830" cy="1384995"/>
          </a:xfrm>
          <a:prstGeom prst="rect">
            <a:avLst/>
          </a:prstGeom>
          <a:noFill/>
        </p:spPr>
        <p:txBody>
          <a:bodyPr wrap="square" lIns="91440" tIns="45720" rIns="91440" bIns="45720" anchor="t">
            <a:spAutoFit/>
          </a:bodyPr>
          <a:lstStyle>
            <a:defPPr>
              <a:defRPr lang="en-US"/>
            </a:defPPr>
            <a:lvl1pPr lvl="0">
              <a:defRPr sz="1200">
                <a:solidFill>
                  <a:prstClr val="white"/>
                </a:solidFill>
              </a:defRPr>
            </a:lvl1pPr>
          </a:lstStyle>
          <a:p>
            <a:r>
              <a:rPr lang="en-GB" noProof="0"/>
              <a:t>Given a fixed value of α, we select a statistical test, defined by its rejection region, that makes β (the probability of a Type II error) as small as possible.</a:t>
            </a:r>
          </a:p>
          <a:p>
            <a:endParaRPr lang="en-GB" noProof="0"/>
          </a:p>
          <a:p>
            <a:r>
              <a:rPr lang="en-GB" b="1" noProof="0">
                <a:highlight>
                  <a:srgbClr val="000000"/>
                </a:highlight>
              </a:rPr>
              <a:t>In other words, we aim to find the most powerful test for the specified significance level. </a:t>
            </a:r>
          </a:p>
          <a:p>
            <a:endParaRPr lang="en-GB" noProof="0"/>
          </a:p>
        </p:txBody>
      </p:sp>
      <p:sp>
        <p:nvSpPr>
          <p:cNvPr id="10" name="TextBox 9">
            <a:extLst>
              <a:ext uri="{FF2B5EF4-FFF2-40B4-BE49-F238E27FC236}">
                <a16:creationId xmlns:a16="http://schemas.microsoft.com/office/drawing/2014/main" id="{3CFF4BFC-C34F-851D-9206-C83C9320C4BD}"/>
              </a:ext>
            </a:extLst>
          </p:cNvPr>
          <p:cNvSpPr txBox="1"/>
          <p:nvPr/>
        </p:nvSpPr>
        <p:spPr>
          <a:xfrm>
            <a:off x="5868235" y="4224949"/>
            <a:ext cx="5461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srgbClr val="FFFF00"/>
                </a:solidFill>
                <a:effectLst/>
                <a:uLnTx/>
                <a:uFillTx/>
                <a:latin typeface="Aptos" panose="020B0004020202020204"/>
                <a:ea typeface="+mn-ea"/>
                <a:cs typeface="+mn-cs"/>
              </a:rPr>
              <a:t>🧪 </a:t>
            </a:r>
            <a:endParaRPr kumimoji="0" lang="en-GB" sz="2400" b="0" i="0" u="none" strike="noStrike" kern="1200" cap="none" spc="0" normalizeH="0" baseline="0" noProof="0">
              <a:ln>
                <a:noFill/>
              </a:ln>
              <a:solidFill>
                <a:srgbClr val="FFFF00"/>
              </a:solidFill>
              <a:effectLst/>
              <a:uLnTx/>
              <a:uFillTx/>
              <a:latin typeface="Aptos" panose="020B0004020202020204"/>
              <a:ea typeface="+mn-ea"/>
              <a:cs typeface="+mn-cs"/>
            </a:endParaRPr>
          </a:p>
        </p:txBody>
      </p:sp>
      <p:sp>
        <p:nvSpPr>
          <p:cNvPr id="11" name="TextBox 10">
            <a:extLst>
              <a:ext uri="{FF2B5EF4-FFF2-40B4-BE49-F238E27FC236}">
                <a16:creationId xmlns:a16="http://schemas.microsoft.com/office/drawing/2014/main" id="{1EC570DC-E23B-2693-A1F7-093E164D40E9}"/>
              </a:ext>
            </a:extLst>
          </p:cNvPr>
          <p:cNvSpPr txBox="1"/>
          <p:nvPr/>
        </p:nvSpPr>
        <p:spPr>
          <a:xfrm>
            <a:off x="1106414" y="4664960"/>
            <a:ext cx="4538736" cy="461665"/>
          </a:xfrm>
          <a:prstGeom prst="rect">
            <a:avLst/>
          </a:prstGeom>
          <a:noFill/>
        </p:spPr>
        <p:txBody>
          <a:bodyPr wrap="square" lIns="91440" tIns="45720" rIns="91440" bIns="45720" anchor="t">
            <a:spAutoFit/>
          </a:bodyPr>
          <a:lstStyle/>
          <a:p>
            <a:pPr lvl="0">
              <a:defRPr/>
            </a:pPr>
            <a:r>
              <a:rPr lang="en-GB" sz="1200" noProof="0">
                <a:solidFill>
                  <a:prstClr val="white"/>
                </a:solidFill>
              </a:rPr>
              <a:t>By doing so, we prioritise H₀ over H₁, acknowledging that a Type I error is typically considered more serious than a Type II error. </a:t>
            </a:r>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nvGrpSpPr>
          <p:cNvPr id="42" name="Group 41">
            <a:extLst>
              <a:ext uri="{FF2B5EF4-FFF2-40B4-BE49-F238E27FC236}">
                <a16:creationId xmlns:a16="http://schemas.microsoft.com/office/drawing/2014/main" id="{C0A798CA-3CD5-495B-3950-6CF8D126E1A9}"/>
              </a:ext>
            </a:extLst>
          </p:cNvPr>
          <p:cNvGrpSpPr/>
          <p:nvPr/>
        </p:nvGrpSpPr>
        <p:grpSpPr>
          <a:xfrm>
            <a:off x="5559425" y="3400425"/>
            <a:ext cx="171450" cy="171450"/>
            <a:chOff x="819150" y="1895475"/>
            <a:chExt cx="247650" cy="247650"/>
          </a:xfrm>
        </p:grpSpPr>
        <p:sp>
          <p:nvSpPr>
            <p:cNvPr id="41" name="Oval 40">
              <a:extLst>
                <a:ext uri="{FF2B5EF4-FFF2-40B4-BE49-F238E27FC236}">
                  <a16:creationId xmlns:a16="http://schemas.microsoft.com/office/drawing/2014/main" id="{BAE5D3C1-1053-78BD-9F9B-308315231F6D}"/>
                </a:ext>
              </a:extLst>
            </p:cNvPr>
            <p:cNvSpPr/>
            <p:nvPr/>
          </p:nvSpPr>
          <p:spPr>
            <a:xfrm>
              <a:off x="819150" y="1895475"/>
              <a:ext cx="247650" cy="247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2" name="Freeform: Shape 31">
              <a:extLst>
                <a:ext uri="{FF2B5EF4-FFF2-40B4-BE49-F238E27FC236}">
                  <a16:creationId xmlns:a16="http://schemas.microsoft.com/office/drawing/2014/main" id="{E410C0EC-B18B-D784-C4AE-5EFC860D8755}"/>
                </a:ext>
              </a:extLst>
            </p:cNvPr>
            <p:cNvSpPr/>
            <p:nvPr/>
          </p:nvSpPr>
          <p:spPr>
            <a:xfrm>
              <a:off x="833989" y="1906875"/>
              <a:ext cx="224849" cy="224849"/>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noProof="0"/>
            </a:p>
          </p:txBody>
        </p:sp>
      </p:grpSp>
      <p:grpSp>
        <p:nvGrpSpPr>
          <p:cNvPr id="81" name="Group 80">
            <a:extLst>
              <a:ext uri="{FF2B5EF4-FFF2-40B4-BE49-F238E27FC236}">
                <a16:creationId xmlns:a16="http://schemas.microsoft.com/office/drawing/2014/main" id="{949098AE-A66B-F607-E5AE-6848FE9ED7AB}"/>
              </a:ext>
            </a:extLst>
          </p:cNvPr>
          <p:cNvGrpSpPr/>
          <p:nvPr/>
        </p:nvGrpSpPr>
        <p:grpSpPr>
          <a:xfrm>
            <a:off x="7675563" y="3024692"/>
            <a:ext cx="171450" cy="171450"/>
            <a:chOff x="819150" y="1895475"/>
            <a:chExt cx="247650" cy="247650"/>
          </a:xfrm>
        </p:grpSpPr>
        <p:sp>
          <p:nvSpPr>
            <p:cNvPr id="82" name="Oval 81">
              <a:extLst>
                <a:ext uri="{FF2B5EF4-FFF2-40B4-BE49-F238E27FC236}">
                  <a16:creationId xmlns:a16="http://schemas.microsoft.com/office/drawing/2014/main" id="{FF7A9F98-22FA-2EEF-75F6-6E3781EBBDD7}"/>
                </a:ext>
              </a:extLst>
            </p:cNvPr>
            <p:cNvSpPr/>
            <p:nvPr/>
          </p:nvSpPr>
          <p:spPr>
            <a:xfrm>
              <a:off x="819150" y="1895475"/>
              <a:ext cx="247650" cy="247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Freeform: Shape 82">
              <a:extLst>
                <a:ext uri="{FF2B5EF4-FFF2-40B4-BE49-F238E27FC236}">
                  <a16:creationId xmlns:a16="http://schemas.microsoft.com/office/drawing/2014/main" id="{1EC831BA-D5C1-D06F-1AA3-301A8D127800}"/>
                </a:ext>
              </a:extLst>
            </p:cNvPr>
            <p:cNvSpPr/>
            <p:nvPr/>
          </p:nvSpPr>
          <p:spPr>
            <a:xfrm>
              <a:off x="830551" y="1906875"/>
              <a:ext cx="224849" cy="224849"/>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noProof="0"/>
            </a:p>
          </p:txBody>
        </p:sp>
      </p:grpSp>
      <p:grpSp>
        <p:nvGrpSpPr>
          <p:cNvPr id="91" name="Group 90">
            <a:extLst>
              <a:ext uri="{FF2B5EF4-FFF2-40B4-BE49-F238E27FC236}">
                <a16:creationId xmlns:a16="http://schemas.microsoft.com/office/drawing/2014/main" id="{F1B7F9CD-DDE4-86E3-B7ED-AAC6F980F06E}"/>
              </a:ext>
            </a:extLst>
          </p:cNvPr>
          <p:cNvGrpSpPr/>
          <p:nvPr/>
        </p:nvGrpSpPr>
        <p:grpSpPr>
          <a:xfrm>
            <a:off x="5553913" y="3032584"/>
            <a:ext cx="171450" cy="171450"/>
            <a:chOff x="5947592" y="3893002"/>
            <a:chExt cx="171450" cy="171450"/>
          </a:xfrm>
        </p:grpSpPr>
        <p:sp>
          <p:nvSpPr>
            <p:cNvPr id="86" name="Oval 85">
              <a:extLst>
                <a:ext uri="{FF2B5EF4-FFF2-40B4-BE49-F238E27FC236}">
                  <a16:creationId xmlns:a16="http://schemas.microsoft.com/office/drawing/2014/main" id="{A60A2FED-FCF1-3855-294B-B3AFBC1F8D37}"/>
                </a:ext>
              </a:extLst>
            </p:cNvPr>
            <p:cNvSpPr/>
            <p:nvPr/>
          </p:nvSpPr>
          <p:spPr>
            <a:xfrm>
              <a:off x="5947592" y="3893002"/>
              <a:ext cx="171450" cy="1714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Freeform: Shape 87">
              <a:extLst>
                <a:ext uri="{FF2B5EF4-FFF2-40B4-BE49-F238E27FC236}">
                  <a16:creationId xmlns:a16="http://schemas.microsoft.com/office/drawing/2014/main" id="{35FA0009-4160-7558-B3A8-842236B0C0F1}"/>
                </a:ext>
              </a:extLst>
            </p:cNvPr>
            <p:cNvSpPr/>
            <p:nvPr/>
          </p:nvSpPr>
          <p:spPr>
            <a:xfrm>
              <a:off x="5955090" y="3900105"/>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EA202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grpSp>
      <p:grpSp>
        <p:nvGrpSpPr>
          <p:cNvPr id="93" name="Group 92">
            <a:extLst>
              <a:ext uri="{FF2B5EF4-FFF2-40B4-BE49-F238E27FC236}">
                <a16:creationId xmlns:a16="http://schemas.microsoft.com/office/drawing/2014/main" id="{3102B60E-04F0-8D57-FFA4-67896E56DC29}"/>
              </a:ext>
            </a:extLst>
          </p:cNvPr>
          <p:cNvGrpSpPr/>
          <p:nvPr/>
        </p:nvGrpSpPr>
        <p:grpSpPr>
          <a:xfrm>
            <a:off x="7675563" y="3400424"/>
            <a:ext cx="171450" cy="171450"/>
            <a:chOff x="5947592" y="3893002"/>
            <a:chExt cx="171450" cy="171450"/>
          </a:xfrm>
        </p:grpSpPr>
        <p:sp>
          <p:nvSpPr>
            <p:cNvPr id="94" name="Oval 93">
              <a:extLst>
                <a:ext uri="{FF2B5EF4-FFF2-40B4-BE49-F238E27FC236}">
                  <a16:creationId xmlns:a16="http://schemas.microsoft.com/office/drawing/2014/main" id="{3ABF0D74-6BA4-67D1-15CE-8B25E8B7D817}"/>
                </a:ext>
              </a:extLst>
            </p:cNvPr>
            <p:cNvSpPr/>
            <p:nvPr/>
          </p:nvSpPr>
          <p:spPr>
            <a:xfrm>
              <a:off x="5947592" y="3893002"/>
              <a:ext cx="171450" cy="1714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5" name="Freeform: Shape 94">
              <a:extLst>
                <a:ext uri="{FF2B5EF4-FFF2-40B4-BE49-F238E27FC236}">
                  <a16:creationId xmlns:a16="http://schemas.microsoft.com/office/drawing/2014/main" id="{44884073-3076-CDF1-D7BE-B81206F4C3B5}"/>
                </a:ext>
              </a:extLst>
            </p:cNvPr>
            <p:cNvSpPr/>
            <p:nvPr/>
          </p:nvSpPr>
          <p:spPr>
            <a:xfrm>
              <a:off x="5955090" y="3900105"/>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EA202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grpSp>
    </p:spTree>
    <p:extLst>
      <p:ext uri="{BB962C8B-B14F-4D97-AF65-F5344CB8AC3E}">
        <p14:creationId xmlns:p14="http://schemas.microsoft.com/office/powerpoint/2010/main" val="13077526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A987B3CC-A47A-08E3-47F6-8DF8B550722F}"/>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F31BB828-15D5-D0C1-1610-939D71D57EB1}"/>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Quantitative designs</a:t>
            </a:r>
          </a:p>
        </p:txBody>
      </p:sp>
      <p:sp>
        <p:nvSpPr>
          <p:cNvPr id="17" name="Rectangle: Rounded Corners 16">
            <a:extLst>
              <a:ext uri="{FF2B5EF4-FFF2-40B4-BE49-F238E27FC236}">
                <a16:creationId xmlns:a16="http://schemas.microsoft.com/office/drawing/2014/main" id="{0B08DC67-24FF-D79C-EC2F-6AFAC430AE96}"/>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 name="Slide Number Placeholder 5">
            <a:extLst>
              <a:ext uri="{FF2B5EF4-FFF2-40B4-BE49-F238E27FC236}">
                <a16:creationId xmlns:a16="http://schemas.microsoft.com/office/drawing/2014/main" id="{24745928-2907-D731-7BA6-D456572F243D}"/>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A7B69274-3061-3FFC-C4CB-EF793F5B899D}"/>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 name="Freeform: Shape 1">
            <a:extLst>
              <a:ext uri="{FF2B5EF4-FFF2-40B4-BE49-F238E27FC236}">
                <a16:creationId xmlns:a16="http://schemas.microsoft.com/office/drawing/2014/main" id="{BDCBD449-E34B-3A30-E085-401B62478F04}"/>
              </a:ext>
            </a:extLst>
          </p:cNvPr>
          <p:cNvSpPr/>
          <p:nvPr/>
        </p:nvSpPr>
        <p:spPr>
          <a:xfrm>
            <a:off x="4151822" y="3317220"/>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 name="Freeform: Shape 2">
            <a:extLst>
              <a:ext uri="{FF2B5EF4-FFF2-40B4-BE49-F238E27FC236}">
                <a16:creationId xmlns:a16="http://schemas.microsoft.com/office/drawing/2014/main" id="{388681E9-7BD5-3945-CF7F-0EC3FFA66A51}"/>
              </a:ext>
            </a:extLst>
          </p:cNvPr>
          <p:cNvSpPr/>
          <p:nvPr/>
        </p:nvSpPr>
        <p:spPr>
          <a:xfrm>
            <a:off x="4188206" y="3233502"/>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 name="Freeform: Shape 3">
            <a:extLst>
              <a:ext uri="{FF2B5EF4-FFF2-40B4-BE49-F238E27FC236}">
                <a16:creationId xmlns:a16="http://schemas.microsoft.com/office/drawing/2014/main" id="{5AF5D610-45DB-DF3D-127A-AF67A485927E}"/>
              </a:ext>
            </a:extLst>
          </p:cNvPr>
          <p:cNvSpPr/>
          <p:nvPr/>
        </p:nvSpPr>
        <p:spPr>
          <a:xfrm>
            <a:off x="3985240" y="3317211"/>
            <a:ext cx="147278" cy="148817"/>
          </a:xfrm>
          <a:custGeom>
            <a:avLst/>
            <a:gdLst>
              <a:gd name="connsiteX0" fmla="*/ 225880 w 252470"/>
              <a:gd name="connsiteY0" fmla="*/ 48614 h 255109"/>
              <a:gd name="connsiteX1" fmla="*/ 212869 w 252470"/>
              <a:gd name="connsiteY1" fmla="*/ 28556 h 255109"/>
              <a:gd name="connsiteX2" fmla="*/ 165977 w 252470"/>
              <a:gd name="connsiteY2" fmla="*/ 5644 h 255109"/>
              <a:gd name="connsiteX3" fmla="*/ 126212 w 252470"/>
              <a:gd name="connsiteY3" fmla="*/ 0 h 255109"/>
              <a:gd name="connsiteX4" fmla="*/ 86590 w 252470"/>
              <a:gd name="connsiteY4" fmla="*/ 5612 h 255109"/>
              <a:gd name="connsiteX5" fmla="*/ 39555 w 252470"/>
              <a:gd name="connsiteY5" fmla="*/ 28556 h 255109"/>
              <a:gd name="connsiteX6" fmla="*/ 26544 w 252470"/>
              <a:gd name="connsiteY6" fmla="*/ 48614 h 255109"/>
              <a:gd name="connsiteX7" fmla="*/ 26225 w 252470"/>
              <a:gd name="connsiteY7" fmla="*/ 50209 h 255109"/>
              <a:gd name="connsiteX8" fmla="*/ 156 w 252470"/>
              <a:gd name="connsiteY8" fmla="*/ 236949 h 255109"/>
              <a:gd name="connsiteX9" fmla="*/ 13725 w 252470"/>
              <a:gd name="connsiteY9" fmla="*/ 254950 h 255109"/>
              <a:gd name="connsiteX10" fmla="*/ 15957 w 252470"/>
              <a:gd name="connsiteY10" fmla="*/ 255109 h 255109"/>
              <a:gd name="connsiteX11" fmla="*/ 31726 w 252470"/>
              <a:gd name="connsiteY11" fmla="*/ 241381 h 255109"/>
              <a:gd name="connsiteX12" fmla="*/ 57667 w 252470"/>
              <a:gd name="connsiteY12" fmla="*/ 55709 h 255109"/>
              <a:gd name="connsiteX13" fmla="*/ 58688 w 252470"/>
              <a:gd name="connsiteY13" fmla="*/ 54115 h 255109"/>
              <a:gd name="connsiteX14" fmla="*/ 94897 w 252470"/>
              <a:gd name="connsiteY14" fmla="*/ 36449 h 255109"/>
              <a:gd name="connsiteX15" fmla="*/ 126212 w 252470"/>
              <a:gd name="connsiteY15" fmla="*/ 31889 h 255109"/>
              <a:gd name="connsiteX16" fmla="*/ 157606 w 252470"/>
              <a:gd name="connsiteY16" fmla="*/ 36433 h 255109"/>
              <a:gd name="connsiteX17" fmla="*/ 193736 w 252470"/>
              <a:gd name="connsiteY17" fmla="*/ 54067 h 255109"/>
              <a:gd name="connsiteX18" fmla="*/ 194757 w 252470"/>
              <a:gd name="connsiteY18" fmla="*/ 55662 h 255109"/>
              <a:gd name="connsiteX19" fmla="*/ 220730 w 252470"/>
              <a:gd name="connsiteY19" fmla="*/ 241333 h 255109"/>
              <a:gd name="connsiteX20" fmla="*/ 236499 w 252470"/>
              <a:gd name="connsiteY20" fmla="*/ 255061 h 255109"/>
              <a:gd name="connsiteX21" fmla="*/ 238731 w 252470"/>
              <a:gd name="connsiteY21" fmla="*/ 254902 h 255109"/>
              <a:gd name="connsiteX22" fmla="*/ 252316 w 252470"/>
              <a:gd name="connsiteY22" fmla="*/ 236906 h 255109"/>
              <a:gd name="connsiteX23" fmla="*/ 252316 w 252470"/>
              <a:gd name="connsiteY23" fmla="*/ 236901 h 255109"/>
              <a:gd name="connsiteX24" fmla="*/ 226199 w 252470"/>
              <a:gd name="connsiteY24" fmla="*/ 50257 h 255109"/>
              <a:gd name="connsiteX25" fmla="*/ 225880 w 252470"/>
              <a:gd name="connsiteY25" fmla="*/ 48614 h 25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2470" h="255109">
                <a:moveTo>
                  <a:pt x="225880" y="48614"/>
                </a:moveTo>
                <a:cubicBezTo>
                  <a:pt x="224035" y="40607"/>
                  <a:pt x="219429" y="33505"/>
                  <a:pt x="212869" y="28556"/>
                </a:cubicBezTo>
                <a:cubicBezTo>
                  <a:pt x="198835" y="18011"/>
                  <a:pt x="182921" y="10235"/>
                  <a:pt x="165977" y="5644"/>
                </a:cubicBezTo>
                <a:cubicBezTo>
                  <a:pt x="153032" y="2003"/>
                  <a:pt x="139659" y="105"/>
                  <a:pt x="126212" y="0"/>
                </a:cubicBezTo>
                <a:cubicBezTo>
                  <a:pt x="112814" y="110"/>
                  <a:pt x="99491" y="1998"/>
                  <a:pt x="86590" y="5612"/>
                </a:cubicBezTo>
                <a:cubicBezTo>
                  <a:pt x="69598" y="10208"/>
                  <a:pt x="53635" y="17993"/>
                  <a:pt x="39555" y="28556"/>
                </a:cubicBezTo>
                <a:cubicBezTo>
                  <a:pt x="32995" y="33505"/>
                  <a:pt x="28388" y="40607"/>
                  <a:pt x="26544" y="48614"/>
                </a:cubicBezTo>
                <a:cubicBezTo>
                  <a:pt x="26417" y="49156"/>
                  <a:pt x="26305" y="49714"/>
                  <a:pt x="26225" y="50209"/>
                </a:cubicBezTo>
                <a:lnTo>
                  <a:pt x="156" y="236949"/>
                </a:lnTo>
                <a:cubicBezTo>
                  <a:pt x="-1065" y="245665"/>
                  <a:pt x="5009" y="253724"/>
                  <a:pt x="13725" y="254950"/>
                </a:cubicBezTo>
                <a:cubicBezTo>
                  <a:pt x="14464" y="255057"/>
                  <a:pt x="15210" y="255111"/>
                  <a:pt x="15957" y="255109"/>
                </a:cubicBezTo>
                <a:cubicBezTo>
                  <a:pt x="23899" y="255100"/>
                  <a:pt x="30622" y="249246"/>
                  <a:pt x="31726" y="241381"/>
                </a:cubicBezTo>
                <a:lnTo>
                  <a:pt x="57667" y="55709"/>
                </a:lnTo>
                <a:cubicBezTo>
                  <a:pt x="57808" y="55073"/>
                  <a:pt x="58169" y="54509"/>
                  <a:pt x="58688" y="54115"/>
                </a:cubicBezTo>
                <a:cubicBezTo>
                  <a:pt x="69528" y="45983"/>
                  <a:pt x="81816" y="39987"/>
                  <a:pt x="94897" y="36449"/>
                </a:cubicBezTo>
                <a:cubicBezTo>
                  <a:pt x="105087" y="33550"/>
                  <a:pt x="115619" y="32016"/>
                  <a:pt x="126212" y="31889"/>
                </a:cubicBezTo>
                <a:cubicBezTo>
                  <a:pt x="136833" y="32000"/>
                  <a:pt x="147391" y="33528"/>
                  <a:pt x="157606" y="36433"/>
                </a:cubicBezTo>
                <a:cubicBezTo>
                  <a:pt x="170660" y="39963"/>
                  <a:pt x="182923" y="45947"/>
                  <a:pt x="193736" y="54067"/>
                </a:cubicBezTo>
                <a:cubicBezTo>
                  <a:pt x="194254" y="54461"/>
                  <a:pt x="194616" y="55025"/>
                  <a:pt x="194757" y="55662"/>
                </a:cubicBezTo>
                <a:lnTo>
                  <a:pt x="220730" y="241333"/>
                </a:lnTo>
                <a:cubicBezTo>
                  <a:pt x="221833" y="249199"/>
                  <a:pt x="228557" y="255052"/>
                  <a:pt x="236499" y="255061"/>
                </a:cubicBezTo>
                <a:cubicBezTo>
                  <a:pt x="237247" y="255063"/>
                  <a:pt x="237991" y="255010"/>
                  <a:pt x="238731" y="254902"/>
                </a:cubicBezTo>
                <a:cubicBezTo>
                  <a:pt x="247453" y="253684"/>
                  <a:pt x="253534" y="245625"/>
                  <a:pt x="252316" y="236906"/>
                </a:cubicBezTo>
                <a:cubicBezTo>
                  <a:pt x="252316" y="236904"/>
                  <a:pt x="252316" y="236902"/>
                  <a:pt x="252316" y="236901"/>
                </a:cubicBezTo>
                <a:lnTo>
                  <a:pt x="226199" y="50257"/>
                </a:lnTo>
                <a:cubicBezTo>
                  <a:pt x="226124" y="49703"/>
                  <a:pt x="226017" y="49155"/>
                  <a:pt x="225880" y="48614"/>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 name="Freeform: Shape 5">
            <a:extLst>
              <a:ext uri="{FF2B5EF4-FFF2-40B4-BE49-F238E27FC236}">
                <a16:creationId xmlns:a16="http://schemas.microsoft.com/office/drawing/2014/main" id="{2B69AB72-A60A-8634-5DC2-DCD8C40B5380}"/>
              </a:ext>
            </a:extLst>
          </p:cNvPr>
          <p:cNvSpPr/>
          <p:nvPr/>
        </p:nvSpPr>
        <p:spPr>
          <a:xfrm>
            <a:off x="4021605" y="3233502"/>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4" y="0"/>
                  <a:pt x="0" y="28555"/>
                  <a:pt x="0" y="63777"/>
                </a:cubicBezTo>
                <a:cubicBezTo>
                  <a:pt x="0" y="99000"/>
                  <a:pt x="28554"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 name="Freeform: Shape 11">
            <a:extLst>
              <a:ext uri="{FF2B5EF4-FFF2-40B4-BE49-F238E27FC236}">
                <a16:creationId xmlns:a16="http://schemas.microsoft.com/office/drawing/2014/main" id="{EB5184D4-6018-C01E-D6E1-8436B0E75ABE}"/>
              </a:ext>
            </a:extLst>
          </p:cNvPr>
          <p:cNvSpPr/>
          <p:nvPr/>
        </p:nvSpPr>
        <p:spPr>
          <a:xfrm>
            <a:off x="4197507" y="3363716"/>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 name="Freeform: Shape 12">
            <a:extLst>
              <a:ext uri="{FF2B5EF4-FFF2-40B4-BE49-F238E27FC236}">
                <a16:creationId xmlns:a16="http://schemas.microsoft.com/office/drawing/2014/main" id="{411A6F39-CCE4-8B9F-C87B-4035B3A1A0AE}"/>
              </a:ext>
            </a:extLst>
          </p:cNvPr>
          <p:cNvSpPr/>
          <p:nvPr/>
        </p:nvSpPr>
        <p:spPr>
          <a:xfrm>
            <a:off x="3994362" y="3363716"/>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4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4"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 name="Freeform: Shape 13">
            <a:extLst>
              <a:ext uri="{FF2B5EF4-FFF2-40B4-BE49-F238E27FC236}">
                <a16:creationId xmlns:a16="http://schemas.microsoft.com/office/drawing/2014/main" id="{6E45576C-B5D8-6370-E91F-B1CFF75E6512}"/>
              </a:ext>
            </a:extLst>
          </p:cNvPr>
          <p:cNvSpPr/>
          <p:nvPr/>
        </p:nvSpPr>
        <p:spPr>
          <a:xfrm>
            <a:off x="4486660" y="3317220"/>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 name="Freeform: Shape 14">
            <a:extLst>
              <a:ext uri="{FF2B5EF4-FFF2-40B4-BE49-F238E27FC236}">
                <a16:creationId xmlns:a16="http://schemas.microsoft.com/office/drawing/2014/main" id="{D7D6D1C3-4389-104D-1E8E-102FA0838530}"/>
              </a:ext>
            </a:extLst>
          </p:cNvPr>
          <p:cNvSpPr/>
          <p:nvPr/>
        </p:nvSpPr>
        <p:spPr>
          <a:xfrm>
            <a:off x="4523044" y="3233502"/>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 name="Freeform: Shape 15">
            <a:extLst>
              <a:ext uri="{FF2B5EF4-FFF2-40B4-BE49-F238E27FC236}">
                <a16:creationId xmlns:a16="http://schemas.microsoft.com/office/drawing/2014/main" id="{A0FE8EA3-8092-13DC-336F-3C9529EAF1B8}"/>
              </a:ext>
            </a:extLst>
          </p:cNvPr>
          <p:cNvSpPr/>
          <p:nvPr/>
        </p:nvSpPr>
        <p:spPr>
          <a:xfrm>
            <a:off x="4320079" y="3317220"/>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 name="Freeform: Shape 17">
            <a:extLst>
              <a:ext uri="{FF2B5EF4-FFF2-40B4-BE49-F238E27FC236}">
                <a16:creationId xmlns:a16="http://schemas.microsoft.com/office/drawing/2014/main" id="{0DB4855C-0406-CA4C-791C-4DCD033EE265}"/>
              </a:ext>
            </a:extLst>
          </p:cNvPr>
          <p:cNvSpPr/>
          <p:nvPr/>
        </p:nvSpPr>
        <p:spPr>
          <a:xfrm>
            <a:off x="4356444" y="3233502"/>
            <a:ext cx="74408" cy="74408"/>
          </a:xfrm>
          <a:custGeom>
            <a:avLst/>
            <a:gdLst>
              <a:gd name="connsiteX0" fmla="*/ 63777 w 127554"/>
              <a:gd name="connsiteY0" fmla="*/ 0 h 127554"/>
              <a:gd name="connsiteX1" fmla="*/ 0 w 127554"/>
              <a:gd name="connsiteY1" fmla="*/ 63777 h 127554"/>
              <a:gd name="connsiteX2" fmla="*/ 63777 w 127554"/>
              <a:gd name="connsiteY2" fmla="*/ 127555 h 127554"/>
              <a:gd name="connsiteX3" fmla="*/ 127555 w 127554"/>
              <a:gd name="connsiteY3" fmla="*/ 63777 h 127554"/>
              <a:gd name="connsiteX4" fmla="*/ 63777 w 127554"/>
              <a:gd name="connsiteY4" fmla="*/ 0 h 127554"/>
              <a:gd name="connsiteX5" fmla="*/ 63777 w 127554"/>
              <a:gd name="connsiteY5" fmla="*/ 95666 h 127554"/>
              <a:gd name="connsiteX6" fmla="*/ 31889 w 127554"/>
              <a:gd name="connsiteY6" fmla="*/ 63777 h 127554"/>
              <a:gd name="connsiteX7" fmla="*/ 63777 w 127554"/>
              <a:gd name="connsiteY7" fmla="*/ 31889 h 127554"/>
              <a:gd name="connsiteX8" fmla="*/ 95666 w 127554"/>
              <a:gd name="connsiteY8" fmla="*/ 63777 h 127554"/>
              <a:gd name="connsiteX9" fmla="*/ 63777 w 127554"/>
              <a:gd name="connsiteY9" fmla="*/ 95666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0"/>
                </a:moveTo>
                <a:cubicBezTo>
                  <a:pt x="28555" y="0"/>
                  <a:pt x="0" y="28555"/>
                  <a:pt x="0" y="63777"/>
                </a:cubicBezTo>
                <a:cubicBezTo>
                  <a:pt x="0" y="99000"/>
                  <a:pt x="28555" y="127555"/>
                  <a:pt x="63777" y="127555"/>
                </a:cubicBezTo>
                <a:cubicBezTo>
                  <a:pt x="99000" y="127555"/>
                  <a:pt x="127555" y="99000"/>
                  <a:pt x="127555" y="63777"/>
                </a:cubicBezTo>
                <a:cubicBezTo>
                  <a:pt x="127555" y="28555"/>
                  <a:pt x="99000" y="0"/>
                  <a:pt x="63777" y="0"/>
                </a:cubicBezTo>
                <a:close/>
                <a:moveTo>
                  <a:pt x="63777" y="95666"/>
                </a:moveTo>
                <a:cubicBezTo>
                  <a:pt x="46165" y="95666"/>
                  <a:pt x="31889" y="81389"/>
                  <a:pt x="31889" y="63777"/>
                </a:cubicBezTo>
                <a:cubicBezTo>
                  <a:pt x="31889" y="46165"/>
                  <a:pt x="46165" y="31889"/>
                  <a:pt x="63777" y="31889"/>
                </a:cubicBezTo>
                <a:cubicBezTo>
                  <a:pt x="81389" y="31889"/>
                  <a:pt x="95666" y="46165"/>
                  <a:pt x="95666" y="63777"/>
                </a:cubicBezTo>
                <a:cubicBezTo>
                  <a:pt x="95666" y="81389"/>
                  <a:pt x="81389" y="95666"/>
                  <a:pt x="63777" y="95666"/>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 name="Freeform: Shape 18">
            <a:extLst>
              <a:ext uri="{FF2B5EF4-FFF2-40B4-BE49-F238E27FC236}">
                <a16:creationId xmlns:a16="http://schemas.microsoft.com/office/drawing/2014/main" id="{3B825635-AFB4-2583-9CAD-338A0D868EA4}"/>
              </a:ext>
            </a:extLst>
          </p:cNvPr>
          <p:cNvSpPr/>
          <p:nvPr/>
        </p:nvSpPr>
        <p:spPr>
          <a:xfrm>
            <a:off x="4532346" y="3363716"/>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 name="Freeform: Shape 19">
            <a:extLst>
              <a:ext uri="{FF2B5EF4-FFF2-40B4-BE49-F238E27FC236}">
                <a16:creationId xmlns:a16="http://schemas.microsoft.com/office/drawing/2014/main" id="{5C21AD4C-0AF2-1206-3A19-D643C4DDABE0}"/>
              </a:ext>
            </a:extLst>
          </p:cNvPr>
          <p:cNvSpPr/>
          <p:nvPr/>
        </p:nvSpPr>
        <p:spPr>
          <a:xfrm>
            <a:off x="4329201" y="3363716"/>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 name="Freeform: Shape 20">
            <a:extLst>
              <a:ext uri="{FF2B5EF4-FFF2-40B4-BE49-F238E27FC236}">
                <a16:creationId xmlns:a16="http://schemas.microsoft.com/office/drawing/2014/main" id="{C918620D-9A07-139F-0AE8-87AE5447D9EC}"/>
              </a:ext>
            </a:extLst>
          </p:cNvPr>
          <p:cNvSpPr/>
          <p:nvPr/>
        </p:nvSpPr>
        <p:spPr>
          <a:xfrm>
            <a:off x="4151822" y="2907973"/>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 name="Freeform: Shape 21">
            <a:extLst>
              <a:ext uri="{FF2B5EF4-FFF2-40B4-BE49-F238E27FC236}">
                <a16:creationId xmlns:a16="http://schemas.microsoft.com/office/drawing/2014/main" id="{6517CBBA-11EF-6DA8-810F-B09D4D0931FD}"/>
              </a:ext>
            </a:extLst>
          </p:cNvPr>
          <p:cNvSpPr/>
          <p:nvPr/>
        </p:nvSpPr>
        <p:spPr>
          <a:xfrm>
            <a:off x="4188206" y="282425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 name="Freeform: Shape 22">
            <a:extLst>
              <a:ext uri="{FF2B5EF4-FFF2-40B4-BE49-F238E27FC236}">
                <a16:creationId xmlns:a16="http://schemas.microsoft.com/office/drawing/2014/main" id="{67F5C443-0287-A446-3A3A-CE292A2FD68D}"/>
              </a:ext>
            </a:extLst>
          </p:cNvPr>
          <p:cNvSpPr/>
          <p:nvPr/>
        </p:nvSpPr>
        <p:spPr>
          <a:xfrm>
            <a:off x="4197507" y="2954469"/>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24" name="Group 23">
            <a:extLst>
              <a:ext uri="{FF2B5EF4-FFF2-40B4-BE49-F238E27FC236}">
                <a16:creationId xmlns:a16="http://schemas.microsoft.com/office/drawing/2014/main" id="{0F35A251-4626-7179-FD75-11D3D24234AD}"/>
              </a:ext>
            </a:extLst>
          </p:cNvPr>
          <p:cNvGrpSpPr/>
          <p:nvPr/>
        </p:nvGrpSpPr>
        <p:grpSpPr>
          <a:xfrm>
            <a:off x="4320079" y="2824254"/>
            <a:ext cx="313859" cy="372043"/>
            <a:chOff x="2674357" y="3091848"/>
            <a:chExt cx="313859" cy="372043"/>
          </a:xfrm>
        </p:grpSpPr>
        <p:sp>
          <p:nvSpPr>
            <p:cNvPr id="25" name="Freeform: Shape 24">
              <a:extLst>
                <a:ext uri="{FF2B5EF4-FFF2-40B4-BE49-F238E27FC236}">
                  <a16:creationId xmlns:a16="http://schemas.microsoft.com/office/drawing/2014/main" id="{47DC8F41-1120-BF1D-B1BD-644B6CC5DBA2}"/>
                </a:ext>
              </a:extLst>
            </p:cNvPr>
            <p:cNvSpPr/>
            <p:nvPr/>
          </p:nvSpPr>
          <p:spPr>
            <a:xfrm>
              <a:off x="2840938" y="3175567"/>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6" name="Freeform: Shape 25">
              <a:extLst>
                <a:ext uri="{FF2B5EF4-FFF2-40B4-BE49-F238E27FC236}">
                  <a16:creationId xmlns:a16="http://schemas.microsoft.com/office/drawing/2014/main" id="{215A2759-F4E6-8456-FEB0-9487E60D2E1D}"/>
                </a:ext>
              </a:extLst>
            </p:cNvPr>
            <p:cNvSpPr/>
            <p:nvPr/>
          </p:nvSpPr>
          <p:spPr>
            <a:xfrm>
              <a:off x="2877322" y="309184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 name="Freeform: Shape 26">
              <a:extLst>
                <a:ext uri="{FF2B5EF4-FFF2-40B4-BE49-F238E27FC236}">
                  <a16:creationId xmlns:a16="http://schemas.microsoft.com/office/drawing/2014/main" id="{57ACB5F1-CE70-6655-A17F-9BA1A47D760E}"/>
                </a:ext>
              </a:extLst>
            </p:cNvPr>
            <p:cNvSpPr/>
            <p:nvPr/>
          </p:nvSpPr>
          <p:spPr>
            <a:xfrm>
              <a:off x="2674357" y="3175567"/>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 name="Freeform: Shape 27">
              <a:extLst>
                <a:ext uri="{FF2B5EF4-FFF2-40B4-BE49-F238E27FC236}">
                  <a16:creationId xmlns:a16="http://schemas.microsoft.com/office/drawing/2014/main" id="{7F109207-E2F1-3560-7955-69C070AEFE1D}"/>
                </a:ext>
              </a:extLst>
            </p:cNvPr>
            <p:cNvSpPr/>
            <p:nvPr/>
          </p:nvSpPr>
          <p:spPr>
            <a:xfrm>
              <a:off x="2710722" y="309184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 name="Freeform: Shape 28">
              <a:extLst>
                <a:ext uri="{FF2B5EF4-FFF2-40B4-BE49-F238E27FC236}">
                  <a16:creationId xmlns:a16="http://schemas.microsoft.com/office/drawing/2014/main" id="{7803B34A-E7E2-4A3C-091B-48E529165043}"/>
                </a:ext>
              </a:extLst>
            </p:cNvPr>
            <p:cNvSpPr/>
            <p:nvPr/>
          </p:nvSpPr>
          <p:spPr>
            <a:xfrm>
              <a:off x="2886624" y="3222063"/>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 name="Freeform: Shape 29">
              <a:extLst>
                <a:ext uri="{FF2B5EF4-FFF2-40B4-BE49-F238E27FC236}">
                  <a16:creationId xmlns:a16="http://schemas.microsoft.com/office/drawing/2014/main" id="{9DF1FA27-8D81-5524-F14A-EB21C3386772}"/>
                </a:ext>
              </a:extLst>
            </p:cNvPr>
            <p:cNvSpPr/>
            <p:nvPr/>
          </p:nvSpPr>
          <p:spPr>
            <a:xfrm>
              <a:off x="2683479" y="3222063"/>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31" name="Freeform: Shape 30">
            <a:extLst>
              <a:ext uri="{FF2B5EF4-FFF2-40B4-BE49-F238E27FC236}">
                <a16:creationId xmlns:a16="http://schemas.microsoft.com/office/drawing/2014/main" id="{CA206A23-0CF8-3A00-761E-463E24827F46}"/>
              </a:ext>
            </a:extLst>
          </p:cNvPr>
          <p:cNvSpPr/>
          <p:nvPr/>
        </p:nvSpPr>
        <p:spPr>
          <a:xfrm>
            <a:off x="4654917" y="3317220"/>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 name="Freeform: Shape 32">
            <a:extLst>
              <a:ext uri="{FF2B5EF4-FFF2-40B4-BE49-F238E27FC236}">
                <a16:creationId xmlns:a16="http://schemas.microsoft.com/office/drawing/2014/main" id="{2A6B063F-2F73-BEEF-6C3F-A30A0418992F}"/>
              </a:ext>
            </a:extLst>
          </p:cNvPr>
          <p:cNvSpPr/>
          <p:nvPr/>
        </p:nvSpPr>
        <p:spPr>
          <a:xfrm>
            <a:off x="4691282" y="3233502"/>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 name="Freeform: Shape 33">
            <a:extLst>
              <a:ext uri="{FF2B5EF4-FFF2-40B4-BE49-F238E27FC236}">
                <a16:creationId xmlns:a16="http://schemas.microsoft.com/office/drawing/2014/main" id="{B631E51F-6E37-D2DB-DD67-DBEDF1D6552B}"/>
              </a:ext>
            </a:extLst>
          </p:cNvPr>
          <p:cNvSpPr/>
          <p:nvPr/>
        </p:nvSpPr>
        <p:spPr>
          <a:xfrm>
            <a:off x="4664039" y="3363716"/>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 name="Oval 34">
            <a:extLst>
              <a:ext uri="{FF2B5EF4-FFF2-40B4-BE49-F238E27FC236}">
                <a16:creationId xmlns:a16="http://schemas.microsoft.com/office/drawing/2014/main" id="{76640F16-B208-7D35-54B2-74462CFF14EB}"/>
              </a:ext>
            </a:extLst>
          </p:cNvPr>
          <p:cNvSpPr/>
          <p:nvPr/>
        </p:nvSpPr>
        <p:spPr>
          <a:xfrm>
            <a:off x="3326871" y="1906210"/>
            <a:ext cx="3376351" cy="3376351"/>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Freeform: Shape 35">
            <a:extLst>
              <a:ext uri="{FF2B5EF4-FFF2-40B4-BE49-F238E27FC236}">
                <a16:creationId xmlns:a16="http://schemas.microsoft.com/office/drawing/2014/main" id="{FFD690C8-34D6-F068-E61A-61E64CD58771}"/>
              </a:ext>
            </a:extLst>
          </p:cNvPr>
          <p:cNvSpPr/>
          <p:nvPr/>
        </p:nvSpPr>
        <p:spPr>
          <a:xfrm>
            <a:off x="4174932" y="4289535"/>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 name="Freeform: Shape 36">
            <a:extLst>
              <a:ext uri="{FF2B5EF4-FFF2-40B4-BE49-F238E27FC236}">
                <a16:creationId xmlns:a16="http://schemas.microsoft.com/office/drawing/2014/main" id="{38018B3B-9C36-D16D-A942-7671FC5F30D4}"/>
              </a:ext>
            </a:extLst>
          </p:cNvPr>
          <p:cNvSpPr/>
          <p:nvPr/>
        </p:nvSpPr>
        <p:spPr>
          <a:xfrm>
            <a:off x="4211316" y="4205817"/>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8" name="Freeform: Shape 37">
            <a:extLst>
              <a:ext uri="{FF2B5EF4-FFF2-40B4-BE49-F238E27FC236}">
                <a16:creationId xmlns:a16="http://schemas.microsoft.com/office/drawing/2014/main" id="{448E11C3-581F-086D-31C9-DF4FC390134D}"/>
              </a:ext>
            </a:extLst>
          </p:cNvPr>
          <p:cNvSpPr/>
          <p:nvPr/>
        </p:nvSpPr>
        <p:spPr>
          <a:xfrm>
            <a:off x="4008350" y="4289526"/>
            <a:ext cx="147278" cy="148817"/>
          </a:xfrm>
          <a:custGeom>
            <a:avLst/>
            <a:gdLst>
              <a:gd name="connsiteX0" fmla="*/ 225880 w 252470"/>
              <a:gd name="connsiteY0" fmla="*/ 48614 h 255109"/>
              <a:gd name="connsiteX1" fmla="*/ 212869 w 252470"/>
              <a:gd name="connsiteY1" fmla="*/ 28556 h 255109"/>
              <a:gd name="connsiteX2" fmla="*/ 165977 w 252470"/>
              <a:gd name="connsiteY2" fmla="*/ 5644 h 255109"/>
              <a:gd name="connsiteX3" fmla="*/ 126212 w 252470"/>
              <a:gd name="connsiteY3" fmla="*/ 0 h 255109"/>
              <a:gd name="connsiteX4" fmla="*/ 86590 w 252470"/>
              <a:gd name="connsiteY4" fmla="*/ 5612 h 255109"/>
              <a:gd name="connsiteX5" fmla="*/ 39555 w 252470"/>
              <a:gd name="connsiteY5" fmla="*/ 28556 h 255109"/>
              <a:gd name="connsiteX6" fmla="*/ 26544 w 252470"/>
              <a:gd name="connsiteY6" fmla="*/ 48614 h 255109"/>
              <a:gd name="connsiteX7" fmla="*/ 26225 w 252470"/>
              <a:gd name="connsiteY7" fmla="*/ 50209 h 255109"/>
              <a:gd name="connsiteX8" fmla="*/ 156 w 252470"/>
              <a:gd name="connsiteY8" fmla="*/ 236949 h 255109"/>
              <a:gd name="connsiteX9" fmla="*/ 13725 w 252470"/>
              <a:gd name="connsiteY9" fmla="*/ 254950 h 255109"/>
              <a:gd name="connsiteX10" fmla="*/ 15957 w 252470"/>
              <a:gd name="connsiteY10" fmla="*/ 255109 h 255109"/>
              <a:gd name="connsiteX11" fmla="*/ 31726 w 252470"/>
              <a:gd name="connsiteY11" fmla="*/ 241381 h 255109"/>
              <a:gd name="connsiteX12" fmla="*/ 57667 w 252470"/>
              <a:gd name="connsiteY12" fmla="*/ 55709 h 255109"/>
              <a:gd name="connsiteX13" fmla="*/ 58688 w 252470"/>
              <a:gd name="connsiteY13" fmla="*/ 54115 h 255109"/>
              <a:gd name="connsiteX14" fmla="*/ 94897 w 252470"/>
              <a:gd name="connsiteY14" fmla="*/ 36449 h 255109"/>
              <a:gd name="connsiteX15" fmla="*/ 126212 w 252470"/>
              <a:gd name="connsiteY15" fmla="*/ 31889 h 255109"/>
              <a:gd name="connsiteX16" fmla="*/ 157606 w 252470"/>
              <a:gd name="connsiteY16" fmla="*/ 36433 h 255109"/>
              <a:gd name="connsiteX17" fmla="*/ 193736 w 252470"/>
              <a:gd name="connsiteY17" fmla="*/ 54067 h 255109"/>
              <a:gd name="connsiteX18" fmla="*/ 194757 w 252470"/>
              <a:gd name="connsiteY18" fmla="*/ 55662 h 255109"/>
              <a:gd name="connsiteX19" fmla="*/ 220730 w 252470"/>
              <a:gd name="connsiteY19" fmla="*/ 241333 h 255109"/>
              <a:gd name="connsiteX20" fmla="*/ 236499 w 252470"/>
              <a:gd name="connsiteY20" fmla="*/ 255061 h 255109"/>
              <a:gd name="connsiteX21" fmla="*/ 238731 w 252470"/>
              <a:gd name="connsiteY21" fmla="*/ 254902 h 255109"/>
              <a:gd name="connsiteX22" fmla="*/ 252316 w 252470"/>
              <a:gd name="connsiteY22" fmla="*/ 236906 h 255109"/>
              <a:gd name="connsiteX23" fmla="*/ 252316 w 252470"/>
              <a:gd name="connsiteY23" fmla="*/ 236901 h 255109"/>
              <a:gd name="connsiteX24" fmla="*/ 226199 w 252470"/>
              <a:gd name="connsiteY24" fmla="*/ 50257 h 255109"/>
              <a:gd name="connsiteX25" fmla="*/ 225880 w 252470"/>
              <a:gd name="connsiteY25" fmla="*/ 48614 h 25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2470" h="255109">
                <a:moveTo>
                  <a:pt x="225880" y="48614"/>
                </a:moveTo>
                <a:cubicBezTo>
                  <a:pt x="224035" y="40607"/>
                  <a:pt x="219429" y="33505"/>
                  <a:pt x="212869" y="28556"/>
                </a:cubicBezTo>
                <a:cubicBezTo>
                  <a:pt x="198835" y="18011"/>
                  <a:pt x="182921" y="10235"/>
                  <a:pt x="165977" y="5644"/>
                </a:cubicBezTo>
                <a:cubicBezTo>
                  <a:pt x="153032" y="2003"/>
                  <a:pt x="139659" y="105"/>
                  <a:pt x="126212" y="0"/>
                </a:cubicBezTo>
                <a:cubicBezTo>
                  <a:pt x="112814" y="110"/>
                  <a:pt x="99491" y="1998"/>
                  <a:pt x="86590" y="5612"/>
                </a:cubicBezTo>
                <a:cubicBezTo>
                  <a:pt x="69598" y="10208"/>
                  <a:pt x="53635" y="17993"/>
                  <a:pt x="39555" y="28556"/>
                </a:cubicBezTo>
                <a:cubicBezTo>
                  <a:pt x="32995" y="33505"/>
                  <a:pt x="28388" y="40607"/>
                  <a:pt x="26544" y="48614"/>
                </a:cubicBezTo>
                <a:cubicBezTo>
                  <a:pt x="26417" y="49156"/>
                  <a:pt x="26305" y="49714"/>
                  <a:pt x="26225" y="50209"/>
                </a:cubicBezTo>
                <a:lnTo>
                  <a:pt x="156" y="236949"/>
                </a:lnTo>
                <a:cubicBezTo>
                  <a:pt x="-1065" y="245665"/>
                  <a:pt x="5009" y="253724"/>
                  <a:pt x="13725" y="254950"/>
                </a:cubicBezTo>
                <a:cubicBezTo>
                  <a:pt x="14464" y="255057"/>
                  <a:pt x="15210" y="255111"/>
                  <a:pt x="15957" y="255109"/>
                </a:cubicBezTo>
                <a:cubicBezTo>
                  <a:pt x="23899" y="255100"/>
                  <a:pt x="30622" y="249246"/>
                  <a:pt x="31726" y="241381"/>
                </a:cubicBezTo>
                <a:lnTo>
                  <a:pt x="57667" y="55709"/>
                </a:lnTo>
                <a:cubicBezTo>
                  <a:pt x="57808" y="55073"/>
                  <a:pt x="58169" y="54509"/>
                  <a:pt x="58688" y="54115"/>
                </a:cubicBezTo>
                <a:cubicBezTo>
                  <a:pt x="69528" y="45983"/>
                  <a:pt x="81816" y="39987"/>
                  <a:pt x="94897" y="36449"/>
                </a:cubicBezTo>
                <a:cubicBezTo>
                  <a:pt x="105087" y="33550"/>
                  <a:pt x="115619" y="32016"/>
                  <a:pt x="126212" y="31889"/>
                </a:cubicBezTo>
                <a:cubicBezTo>
                  <a:pt x="136833" y="32000"/>
                  <a:pt x="147391" y="33528"/>
                  <a:pt x="157606" y="36433"/>
                </a:cubicBezTo>
                <a:cubicBezTo>
                  <a:pt x="170660" y="39963"/>
                  <a:pt x="182923" y="45947"/>
                  <a:pt x="193736" y="54067"/>
                </a:cubicBezTo>
                <a:cubicBezTo>
                  <a:pt x="194254" y="54461"/>
                  <a:pt x="194616" y="55025"/>
                  <a:pt x="194757" y="55662"/>
                </a:cubicBezTo>
                <a:lnTo>
                  <a:pt x="220730" y="241333"/>
                </a:lnTo>
                <a:cubicBezTo>
                  <a:pt x="221833" y="249199"/>
                  <a:pt x="228557" y="255052"/>
                  <a:pt x="236499" y="255061"/>
                </a:cubicBezTo>
                <a:cubicBezTo>
                  <a:pt x="237247" y="255063"/>
                  <a:pt x="237991" y="255010"/>
                  <a:pt x="238731" y="254902"/>
                </a:cubicBezTo>
                <a:cubicBezTo>
                  <a:pt x="247453" y="253684"/>
                  <a:pt x="253534" y="245625"/>
                  <a:pt x="252316" y="236906"/>
                </a:cubicBezTo>
                <a:cubicBezTo>
                  <a:pt x="252316" y="236904"/>
                  <a:pt x="252316" y="236902"/>
                  <a:pt x="252316" y="236901"/>
                </a:cubicBezTo>
                <a:lnTo>
                  <a:pt x="226199" y="50257"/>
                </a:lnTo>
                <a:cubicBezTo>
                  <a:pt x="226124" y="49703"/>
                  <a:pt x="226017" y="49155"/>
                  <a:pt x="225880" y="48614"/>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9" name="Freeform: Shape 38">
            <a:extLst>
              <a:ext uri="{FF2B5EF4-FFF2-40B4-BE49-F238E27FC236}">
                <a16:creationId xmlns:a16="http://schemas.microsoft.com/office/drawing/2014/main" id="{73169366-4287-B1E7-ACA3-37D3F9EB9600}"/>
              </a:ext>
            </a:extLst>
          </p:cNvPr>
          <p:cNvSpPr/>
          <p:nvPr/>
        </p:nvSpPr>
        <p:spPr>
          <a:xfrm>
            <a:off x="4044715" y="4205817"/>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4" y="0"/>
                  <a:pt x="0" y="28555"/>
                  <a:pt x="0" y="63777"/>
                </a:cubicBezTo>
                <a:cubicBezTo>
                  <a:pt x="0" y="99000"/>
                  <a:pt x="28554"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0" name="Freeform: Shape 39">
            <a:extLst>
              <a:ext uri="{FF2B5EF4-FFF2-40B4-BE49-F238E27FC236}">
                <a16:creationId xmlns:a16="http://schemas.microsoft.com/office/drawing/2014/main" id="{A63955C2-6D92-DB46-43AF-ECA18E1B14A0}"/>
              </a:ext>
            </a:extLst>
          </p:cNvPr>
          <p:cNvSpPr/>
          <p:nvPr/>
        </p:nvSpPr>
        <p:spPr>
          <a:xfrm>
            <a:off x="4220617" y="4336031"/>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5" name="Freeform: Shape 44">
            <a:extLst>
              <a:ext uri="{FF2B5EF4-FFF2-40B4-BE49-F238E27FC236}">
                <a16:creationId xmlns:a16="http://schemas.microsoft.com/office/drawing/2014/main" id="{3433778E-A087-88F3-6C0F-26B15F02CF47}"/>
              </a:ext>
            </a:extLst>
          </p:cNvPr>
          <p:cNvSpPr/>
          <p:nvPr/>
        </p:nvSpPr>
        <p:spPr>
          <a:xfrm>
            <a:off x="4017472" y="4336031"/>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4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4"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6" name="Freeform: Shape 45">
            <a:extLst>
              <a:ext uri="{FF2B5EF4-FFF2-40B4-BE49-F238E27FC236}">
                <a16:creationId xmlns:a16="http://schemas.microsoft.com/office/drawing/2014/main" id="{BF643699-FFD3-6C05-5D61-4B9DF1972C74}"/>
              </a:ext>
            </a:extLst>
          </p:cNvPr>
          <p:cNvSpPr/>
          <p:nvPr/>
        </p:nvSpPr>
        <p:spPr>
          <a:xfrm>
            <a:off x="4343189" y="4289535"/>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7" name="Freeform: Shape 46">
            <a:extLst>
              <a:ext uri="{FF2B5EF4-FFF2-40B4-BE49-F238E27FC236}">
                <a16:creationId xmlns:a16="http://schemas.microsoft.com/office/drawing/2014/main" id="{6E640C9C-CDE1-BAB8-5063-E157E119DE39}"/>
              </a:ext>
            </a:extLst>
          </p:cNvPr>
          <p:cNvSpPr/>
          <p:nvPr/>
        </p:nvSpPr>
        <p:spPr>
          <a:xfrm>
            <a:off x="4379554" y="4205817"/>
            <a:ext cx="74408" cy="74408"/>
          </a:xfrm>
          <a:custGeom>
            <a:avLst/>
            <a:gdLst>
              <a:gd name="connsiteX0" fmla="*/ 63777 w 127554"/>
              <a:gd name="connsiteY0" fmla="*/ 0 h 127554"/>
              <a:gd name="connsiteX1" fmla="*/ 0 w 127554"/>
              <a:gd name="connsiteY1" fmla="*/ 63777 h 127554"/>
              <a:gd name="connsiteX2" fmla="*/ 63777 w 127554"/>
              <a:gd name="connsiteY2" fmla="*/ 127555 h 127554"/>
              <a:gd name="connsiteX3" fmla="*/ 127555 w 127554"/>
              <a:gd name="connsiteY3" fmla="*/ 63777 h 127554"/>
              <a:gd name="connsiteX4" fmla="*/ 63777 w 127554"/>
              <a:gd name="connsiteY4" fmla="*/ 0 h 127554"/>
              <a:gd name="connsiteX5" fmla="*/ 63777 w 127554"/>
              <a:gd name="connsiteY5" fmla="*/ 95666 h 127554"/>
              <a:gd name="connsiteX6" fmla="*/ 31889 w 127554"/>
              <a:gd name="connsiteY6" fmla="*/ 63777 h 127554"/>
              <a:gd name="connsiteX7" fmla="*/ 63777 w 127554"/>
              <a:gd name="connsiteY7" fmla="*/ 31889 h 127554"/>
              <a:gd name="connsiteX8" fmla="*/ 95666 w 127554"/>
              <a:gd name="connsiteY8" fmla="*/ 63777 h 127554"/>
              <a:gd name="connsiteX9" fmla="*/ 63777 w 127554"/>
              <a:gd name="connsiteY9" fmla="*/ 95666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0"/>
                </a:moveTo>
                <a:cubicBezTo>
                  <a:pt x="28555" y="0"/>
                  <a:pt x="0" y="28555"/>
                  <a:pt x="0" y="63777"/>
                </a:cubicBezTo>
                <a:cubicBezTo>
                  <a:pt x="0" y="99000"/>
                  <a:pt x="28555" y="127555"/>
                  <a:pt x="63777" y="127555"/>
                </a:cubicBezTo>
                <a:cubicBezTo>
                  <a:pt x="99000" y="127555"/>
                  <a:pt x="127555" y="99000"/>
                  <a:pt x="127555" y="63777"/>
                </a:cubicBezTo>
                <a:cubicBezTo>
                  <a:pt x="127555" y="28555"/>
                  <a:pt x="99000" y="0"/>
                  <a:pt x="63777" y="0"/>
                </a:cubicBezTo>
                <a:close/>
                <a:moveTo>
                  <a:pt x="63777" y="95666"/>
                </a:moveTo>
                <a:cubicBezTo>
                  <a:pt x="46165" y="95666"/>
                  <a:pt x="31889" y="81389"/>
                  <a:pt x="31889" y="63777"/>
                </a:cubicBezTo>
                <a:cubicBezTo>
                  <a:pt x="31889" y="46165"/>
                  <a:pt x="46165" y="31889"/>
                  <a:pt x="63777" y="31889"/>
                </a:cubicBezTo>
                <a:cubicBezTo>
                  <a:pt x="81389" y="31889"/>
                  <a:pt x="95666" y="46165"/>
                  <a:pt x="95666" y="63777"/>
                </a:cubicBezTo>
                <a:cubicBezTo>
                  <a:pt x="95666" y="81389"/>
                  <a:pt x="81389" y="95666"/>
                  <a:pt x="63777" y="95666"/>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8" name="Freeform: Shape 47">
            <a:extLst>
              <a:ext uri="{FF2B5EF4-FFF2-40B4-BE49-F238E27FC236}">
                <a16:creationId xmlns:a16="http://schemas.microsoft.com/office/drawing/2014/main" id="{CF9415E9-C396-099E-7D50-B9C12BEEEAB2}"/>
              </a:ext>
            </a:extLst>
          </p:cNvPr>
          <p:cNvSpPr/>
          <p:nvPr/>
        </p:nvSpPr>
        <p:spPr>
          <a:xfrm>
            <a:off x="4352311" y="4336031"/>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 name="Freeform: Shape 48">
            <a:extLst>
              <a:ext uri="{FF2B5EF4-FFF2-40B4-BE49-F238E27FC236}">
                <a16:creationId xmlns:a16="http://schemas.microsoft.com/office/drawing/2014/main" id="{10E6C55C-70B7-AD0B-FFC9-3AE35C3ACDA6}"/>
              </a:ext>
            </a:extLst>
          </p:cNvPr>
          <p:cNvSpPr/>
          <p:nvPr/>
        </p:nvSpPr>
        <p:spPr>
          <a:xfrm>
            <a:off x="4174932" y="3880288"/>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 name="Freeform: Shape 49">
            <a:extLst>
              <a:ext uri="{FF2B5EF4-FFF2-40B4-BE49-F238E27FC236}">
                <a16:creationId xmlns:a16="http://schemas.microsoft.com/office/drawing/2014/main" id="{0B064E4A-34F5-17A2-B731-7C7DECA1B239}"/>
              </a:ext>
            </a:extLst>
          </p:cNvPr>
          <p:cNvSpPr/>
          <p:nvPr/>
        </p:nvSpPr>
        <p:spPr>
          <a:xfrm>
            <a:off x="4211316" y="37965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 name="Freeform: Shape 50">
            <a:extLst>
              <a:ext uri="{FF2B5EF4-FFF2-40B4-BE49-F238E27FC236}">
                <a16:creationId xmlns:a16="http://schemas.microsoft.com/office/drawing/2014/main" id="{253F59DB-939C-40DB-69C9-AE40EC8FB09F}"/>
              </a:ext>
            </a:extLst>
          </p:cNvPr>
          <p:cNvSpPr/>
          <p:nvPr/>
        </p:nvSpPr>
        <p:spPr>
          <a:xfrm>
            <a:off x="4220617" y="3926784"/>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 name="Freeform: Shape 51">
            <a:extLst>
              <a:ext uri="{FF2B5EF4-FFF2-40B4-BE49-F238E27FC236}">
                <a16:creationId xmlns:a16="http://schemas.microsoft.com/office/drawing/2014/main" id="{2DF82E7D-1AD4-702D-B35D-283EFE82057D}"/>
              </a:ext>
            </a:extLst>
          </p:cNvPr>
          <p:cNvSpPr/>
          <p:nvPr/>
        </p:nvSpPr>
        <p:spPr>
          <a:xfrm>
            <a:off x="4509770" y="3880288"/>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 name="Freeform: Shape 52">
            <a:extLst>
              <a:ext uri="{FF2B5EF4-FFF2-40B4-BE49-F238E27FC236}">
                <a16:creationId xmlns:a16="http://schemas.microsoft.com/office/drawing/2014/main" id="{ED88452D-9024-56B1-4B67-6110D097C586}"/>
              </a:ext>
            </a:extLst>
          </p:cNvPr>
          <p:cNvSpPr/>
          <p:nvPr/>
        </p:nvSpPr>
        <p:spPr>
          <a:xfrm>
            <a:off x="4546154" y="37965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 name="Freeform: Shape 53">
            <a:extLst>
              <a:ext uri="{FF2B5EF4-FFF2-40B4-BE49-F238E27FC236}">
                <a16:creationId xmlns:a16="http://schemas.microsoft.com/office/drawing/2014/main" id="{D44E0535-3B2B-1F70-A26B-0C42A00712FE}"/>
              </a:ext>
            </a:extLst>
          </p:cNvPr>
          <p:cNvSpPr/>
          <p:nvPr/>
        </p:nvSpPr>
        <p:spPr>
          <a:xfrm>
            <a:off x="4343189" y="3880288"/>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 name="Freeform: Shape 54">
            <a:extLst>
              <a:ext uri="{FF2B5EF4-FFF2-40B4-BE49-F238E27FC236}">
                <a16:creationId xmlns:a16="http://schemas.microsoft.com/office/drawing/2014/main" id="{68E23938-F360-60ED-C0D7-EDB36330E66B}"/>
              </a:ext>
            </a:extLst>
          </p:cNvPr>
          <p:cNvSpPr/>
          <p:nvPr/>
        </p:nvSpPr>
        <p:spPr>
          <a:xfrm>
            <a:off x="4379554" y="37965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 name="Freeform: Shape 55">
            <a:extLst>
              <a:ext uri="{FF2B5EF4-FFF2-40B4-BE49-F238E27FC236}">
                <a16:creationId xmlns:a16="http://schemas.microsoft.com/office/drawing/2014/main" id="{2B4FF74A-CEFC-36D6-5F87-56C72821E5B1}"/>
              </a:ext>
            </a:extLst>
          </p:cNvPr>
          <p:cNvSpPr/>
          <p:nvPr/>
        </p:nvSpPr>
        <p:spPr>
          <a:xfrm>
            <a:off x="4555456" y="3926784"/>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 name="Freeform: Shape 56">
            <a:extLst>
              <a:ext uri="{FF2B5EF4-FFF2-40B4-BE49-F238E27FC236}">
                <a16:creationId xmlns:a16="http://schemas.microsoft.com/office/drawing/2014/main" id="{666EFF6D-BEDA-AD9B-0314-AACECCE22E37}"/>
              </a:ext>
            </a:extLst>
          </p:cNvPr>
          <p:cNvSpPr/>
          <p:nvPr/>
        </p:nvSpPr>
        <p:spPr>
          <a:xfrm>
            <a:off x="4352311" y="3926784"/>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58" name="Group 57">
            <a:extLst>
              <a:ext uri="{FF2B5EF4-FFF2-40B4-BE49-F238E27FC236}">
                <a16:creationId xmlns:a16="http://schemas.microsoft.com/office/drawing/2014/main" id="{82DF617C-2623-8AB4-7239-7BDE70529D80}"/>
              </a:ext>
            </a:extLst>
          </p:cNvPr>
          <p:cNvGrpSpPr/>
          <p:nvPr/>
        </p:nvGrpSpPr>
        <p:grpSpPr>
          <a:xfrm>
            <a:off x="4509770" y="4205817"/>
            <a:ext cx="315553" cy="372042"/>
            <a:chOff x="2864048" y="4473411"/>
            <a:chExt cx="315553" cy="372042"/>
          </a:xfrm>
        </p:grpSpPr>
        <p:sp>
          <p:nvSpPr>
            <p:cNvPr id="59" name="Freeform: Shape 58">
              <a:extLst>
                <a:ext uri="{FF2B5EF4-FFF2-40B4-BE49-F238E27FC236}">
                  <a16:creationId xmlns:a16="http://schemas.microsoft.com/office/drawing/2014/main" id="{FF2407F2-CEE4-DAAA-F645-8BF0AA86F1DA}"/>
                </a:ext>
              </a:extLst>
            </p:cNvPr>
            <p:cNvSpPr/>
            <p:nvPr/>
          </p:nvSpPr>
          <p:spPr>
            <a:xfrm>
              <a:off x="2864048" y="4557129"/>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 name="Freeform: Shape 59">
              <a:extLst>
                <a:ext uri="{FF2B5EF4-FFF2-40B4-BE49-F238E27FC236}">
                  <a16:creationId xmlns:a16="http://schemas.microsoft.com/office/drawing/2014/main" id="{08C37012-8E42-6336-3A71-150CC2FC08E8}"/>
                </a:ext>
              </a:extLst>
            </p:cNvPr>
            <p:cNvSpPr/>
            <p:nvPr/>
          </p:nvSpPr>
          <p:spPr>
            <a:xfrm>
              <a:off x="2900432" y="447341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 name="Freeform: Shape 60">
              <a:extLst>
                <a:ext uri="{FF2B5EF4-FFF2-40B4-BE49-F238E27FC236}">
                  <a16:creationId xmlns:a16="http://schemas.microsoft.com/office/drawing/2014/main" id="{2578B276-BD6D-F115-222E-89F66366ED68}"/>
                </a:ext>
              </a:extLst>
            </p:cNvPr>
            <p:cNvSpPr/>
            <p:nvPr/>
          </p:nvSpPr>
          <p:spPr>
            <a:xfrm>
              <a:off x="2909734" y="4603625"/>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 name="Freeform: Shape 61">
              <a:extLst>
                <a:ext uri="{FF2B5EF4-FFF2-40B4-BE49-F238E27FC236}">
                  <a16:creationId xmlns:a16="http://schemas.microsoft.com/office/drawing/2014/main" id="{62B172BF-BC51-20AA-B17D-214EE2BB63D0}"/>
                </a:ext>
              </a:extLst>
            </p:cNvPr>
            <p:cNvSpPr/>
            <p:nvPr/>
          </p:nvSpPr>
          <p:spPr>
            <a:xfrm>
              <a:off x="3032305" y="4557129"/>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 name="Freeform: Shape 62">
              <a:extLst>
                <a:ext uri="{FF2B5EF4-FFF2-40B4-BE49-F238E27FC236}">
                  <a16:creationId xmlns:a16="http://schemas.microsoft.com/office/drawing/2014/main" id="{0AFFE5FE-2268-794A-FEE9-93A111B26216}"/>
                </a:ext>
              </a:extLst>
            </p:cNvPr>
            <p:cNvSpPr/>
            <p:nvPr/>
          </p:nvSpPr>
          <p:spPr>
            <a:xfrm>
              <a:off x="3068670" y="447341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 name="Freeform: Shape 63">
              <a:extLst>
                <a:ext uri="{FF2B5EF4-FFF2-40B4-BE49-F238E27FC236}">
                  <a16:creationId xmlns:a16="http://schemas.microsoft.com/office/drawing/2014/main" id="{119AFF7D-9D29-029D-E257-A97EB19D21CD}"/>
                </a:ext>
              </a:extLst>
            </p:cNvPr>
            <p:cNvSpPr/>
            <p:nvPr/>
          </p:nvSpPr>
          <p:spPr>
            <a:xfrm>
              <a:off x="3041427" y="4603625"/>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75" name="Group 74">
            <a:extLst>
              <a:ext uri="{FF2B5EF4-FFF2-40B4-BE49-F238E27FC236}">
                <a16:creationId xmlns:a16="http://schemas.microsoft.com/office/drawing/2014/main" id="{79FB05A6-CCB1-3F99-1497-1182048E86BB}"/>
              </a:ext>
            </a:extLst>
          </p:cNvPr>
          <p:cNvGrpSpPr/>
          <p:nvPr/>
        </p:nvGrpSpPr>
        <p:grpSpPr>
          <a:xfrm>
            <a:off x="4448527" y="2328084"/>
            <a:ext cx="147278" cy="371643"/>
            <a:chOff x="2802805" y="2595678"/>
            <a:chExt cx="147278" cy="371643"/>
          </a:xfrm>
        </p:grpSpPr>
        <p:sp>
          <p:nvSpPr>
            <p:cNvPr id="76" name="Freeform: Shape 75">
              <a:extLst>
                <a:ext uri="{FF2B5EF4-FFF2-40B4-BE49-F238E27FC236}">
                  <a16:creationId xmlns:a16="http://schemas.microsoft.com/office/drawing/2014/main" id="{67C7D7D4-DA75-61AC-9BE2-00DB0071361E}"/>
                </a:ext>
              </a:extLst>
            </p:cNvPr>
            <p:cNvSpPr/>
            <p:nvPr/>
          </p:nvSpPr>
          <p:spPr>
            <a:xfrm>
              <a:off x="2802805" y="2679397"/>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7" name="Freeform: Shape 76">
              <a:extLst>
                <a:ext uri="{FF2B5EF4-FFF2-40B4-BE49-F238E27FC236}">
                  <a16:creationId xmlns:a16="http://schemas.microsoft.com/office/drawing/2014/main" id="{2C5E1440-5E83-215A-B73E-4EDA07A98280}"/>
                </a:ext>
              </a:extLst>
            </p:cNvPr>
            <p:cNvSpPr/>
            <p:nvPr/>
          </p:nvSpPr>
          <p:spPr>
            <a:xfrm>
              <a:off x="2839189" y="259567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8" name="Freeform: Shape 77">
              <a:extLst>
                <a:ext uri="{FF2B5EF4-FFF2-40B4-BE49-F238E27FC236}">
                  <a16:creationId xmlns:a16="http://schemas.microsoft.com/office/drawing/2014/main" id="{D4E5AB9A-BD69-4E27-B35A-FC7D60E66384}"/>
                </a:ext>
              </a:extLst>
            </p:cNvPr>
            <p:cNvSpPr/>
            <p:nvPr/>
          </p:nvSpPr>
          <p:spPr>
            <a:xfrm>
              <a:off x="2848491" y="2725893"/>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79" name="Group 78">
            <a:extLst>
              <a:ext uri="{FF2B5EF4-FFF2-40B4-BE49-F238E27FC236}">
                <a16:creationId xmlns:a16="http://schemas.microsoft.com/office/drawing/2014/main" id="{10C32690-7628-2C08-649F-8F699208CCFD}"/>
              </a:ext>
            </a:extLst>
          </p:cNvPr>
          <p:cNvGrpSpPr/>
          <p:nvPr/>
        </p:nvGrpSpPr>
        <p:grpSpPr>
          <a:xfrm>
            <a:off x="4113689" y="2328084"/>
            <a:ext cx="315554" cy="372043"/>
            <a:chOff x="2467967" y="2595678"/>
            <a:chExt cx="315554" cy="372043"/>
          </a:xfrm>
        </p:grpSpPr>
        <p:sp>
          <p:nvSpPr>
            <p:cNvPr id="80" name="Freeform: Shape 79">
              <a:extLst>
                <a:ext uri="{FF2B5EF4-FFF2-40B4-BE49-F238E27FC236}">
                  <a16:creationId xmlns:a16="http://schemas.microsoft.com/office/drawing/2014/main" id="{9CD6FF5C-FACD-D2DD-6CC3-F9ABDBCB5561}"/>
                </a:ext>
              </a:extLst>
            </p:cNvPr>
            <p:cNvSpPr/>
            <p:nvPr/>
          </p:nvSpPr>
          <p:spPr>
            <a:xfrm>
              <a:off x="2467967" y="2679397"/>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4" name="Freeform: Shape 83">
              <a:extLst>
                <a:ext uri="{FF2B5EF4-FFF2-40B4-BE49-F238E27FC236}">
                  <a16:creationId xmlns:a16="http://schemas.microsoft.com/office/drawing/2014/main" id="{F2FD6584-2CB1-DA1D-5805-78024E7F3EDD}"/>
                </a:ext>
              </a:extLst>
            </p:cNvPr>
            <p:cNvSpPr/>
            <p:nvPr/>
          </p:nvSpPr>
          <p:spPr>
            <a:xfrm>
              <a:off x="2504351" y="259567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5" name="Freeform: Shape 84">
              <a:extLst>
                <a:ext uri="{FF2B5EF4-FFF2-40B4-BE49-F238E27FC236}">
                  <a16:creationId xmlns:a16="http://schemas.microsoft.com/office/drawing/2014/main" id="{A614860F-ABB4-4241-20A4-9880C67B10A7}"/>
                </a:ext>
              </a:extLst>
            </p:cNvPr>
            <p:cNvSpPr/>
            <p:nvPr/>
          </p:nvSpPr>
          <p:spPr>
            <a:xfrm>
              <a:off x="2513652" y="2725893"/>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7" name="Freeform: Shape 86">
              <a:extLst>
                <a:ext uri="{FF2B5EF4-FFF2-40B4-BE49-F238E27FC236}">
                  <a16:creationId xmlns:a16="http://schemas.microsoft.com/office/drawing/2014/main" id="{4EF19B36-DB2A-8CA8-7EA1-AB0175082008}"/>
                </a:ext>
              </a:extLst>
            </p:cNvPr>
            <p:cNvSpPr/>
            <p:nvPr/>
          </p:nvSpPr>
          <p:spPr>
            <a:xfrm>
              <a:off x="2636224" y="2679397"/>
              <a:ext cx="147297"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9" name="Freeform: Shape 88">
              <a:extLst>
                <a:ext uri="{FF2B5EF4-FFF2-40B4-BE49-F238E27FC236}">
                  <a16:creationId xmlns:a16="http://schemas.microsoft.com/office/drawing/2014/main" id="{4E7680C4-7FE9-4FF6-AF41-CEBDB0544BB6}"/>
                </a:ext>
              </a:extLst>
            </p:cNvPr>
            <p:cNvSpPr/>
            <p:nvPr/>
          </p:nvSpPr>
          <p:spPr>
            <a:xfrm>
              <a:off x="2672589" y="259567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0" name="Freeform: Shape 89">
              <a:extLst>
                <a:ext uri="{FF2B5EF4-FFF2-40B4-BE49-F238E27FC236}">
                  <a16:creationId xmlns:a16="http://schemas.microsoft.com/office/drawing/2014/main" id="{CAC374F5-0715-AAED-EEB9-AC5D55AD4751}"/>
                </a:ext>
              </a:extLst>
            </p:cNvPr>
            <p:cNvSpPr/>
            <p:nvPr/>
          </p:nvSpPr>
          <p:spPr>
            <a:xfrm>
              <a:off x="2645346" y="2725893"/>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92" name="TextBox 91">
            <a:extLst>
              <a:ext uri="{FF2B5EF4-FFF2-40B4-BE49-F238E27FC236}">
                <a16:creationId xmlns:a16="http://schemas.microsoft.com/office/drawing/2014/main" id="{2968FE4B-1C27-73F1-57E5-94F23753A6DB}"/>
              </a:ext>
            </a:extLst>
          </p:cNvPr>
          <p:cNvSpPr txBox="1"/>
          <p:nvPr/>
        </p:nvSpPr>
        <p:spPr>
          <a:xfrm>
            <a:off x="1897608" y="1906210"/>
            <a:ext cx="1494364" cy="57708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FFFF00"/>
                </a:solidFill>
                <a:effectLst/>
                <a:uLnTx/>
                <a:uFillTx/>
                <a:latin typeface="Aptos" panose="020B0004020202020204"/>
                <a:ea typeface="+mn-ea"/>
                <a:cs typeface="+mn-cs"/>
              </a:rPr>
              <a:t>Population under H0</a:t>
            </a:r>
            <a:br>
              <a:rPr kumimoji="0" lang="en-GB" sz="1050" b="1" i="0" u="none" strike="noStrike" kern="1200" cap="none" spc="0" normalizeH="0" baseline="0" noProof="0">
                <a:ln>
                  <a:noFill/>
                </a:ln>
                <a:solidFill>
                  <a:srgbClr val="FFFF00"/>
                </a:solidFill>
                <a:effectLst/>
                <a:uLnTx/>
                <a:uFillTx/>
                <a:latin typeface="Aptos" panose="020B0004020202020204"/>
                <a:ea typeface="+mn-ea"/>
                <a:cs typeface="+mn-cs"/>
              </a:rPr>
            </a:br>
            <a:r>
              <a:rPr kumimoji="0" lang="en-GB" sz="1050" b="0" i="0" u="none" strike="noStrike" kern="1200" cap="none" spc="0" normalizeH="0" baseline="0" noProof="0">
                <a:ln>
                  <a:noFill/>
                </a:ln>
                <a:solidFill>
                  <a:srgbClr val="FFFF00"/>
                </a:solidFill>
                <a:effectLst/>
                <a:uLnTx/>
                <a:uFillTx/>
                <a:latin typeface="Aptos" panose="020B0004020202020204"/>
                <a:ea typeface="+mn-ea"/>
                <a:cs typeface="+mn-cs"/>
              </a:rPr>
              <a:t>(we care about the parameters)</a:t>
            </a:r>
          </a:p>
        </p:txBody>
      </p:sp>
      <p:sp>
        <p:nvSpPr>
          <p:cNvPr id="96" name="Freeform: Shape 95">
            <a:extLst>
              <a:ext uri="{FF2B5EF4-FFF2-40B4-BE49-F238E27FC236}">
                <a16:creationId xmlns:a16="http://schemas.microsoft.com/office/drawing/2014/main" id="{27C4E09D-092F-A7C9-A1EF-526E86FCDAC2}"/>
              </a:ext>
            </a:extLst>
          </p:cNvPr>
          <p:cNvSpPr/>
          <p:nvPr/>
        </p:nvSpPr>
        <p:spPr>
          <a:xfrm>
            <a:off x="5384676" y="3337341"/>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7" name="Freeform: Shape 96">
            <a:extLst>
              <a:ext uri="{FF2B5EF4-FFF2-40B4-BE49-F238E27FC236}">
                <a16:creationId xmlns:a16="http://schemas.microsoft.com/office/drawing/2014/main" id="{573FCDDA-E6AC-E3FE-0F55-A4DA17217445}"/>
              </a:ext>
            </a:extLst>
          </p:cNvPr>
          <p:cNvSpPr/>
          <p:nvPr/>
        </p:nvSpPr>
        <p:spPr>
          <a:xfrm>
            <a:off x="5421060" y="3253623"/>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8" name="Freeform: Shape 97">
            <a:extLst>
              <a:ext uri="{FF2B5EF4-FFF2-40B4-BE49-F238E27FC236}">
                <a16:creationId xmlns:a16="http://schemas.microsoft.com/office/drawing/2014/main" id="{2CE6BFE7-C2AD-6965-CD89-AE4498587512}"/>
              </a:ext>
            </a:extLst>
          </p:cNvPr>
          <p:cNvSpPr/>
          <p:nvPr/>
        </p:nvSpPr>
        <p:spPr>
          <a:xfrm>
            <a:off x="5218094" y="3337332"/>
            <a:ext cx="147278" cy="148817"/>
          </a:xfrm>
          <a:custGeom>
            <a:avLst/>
            <a:gdLst>
              <a:gd name="connsiteX0" fmla="*/ 225880 w 252470"/>
              <a:gd name="connsiteY0" fmla="*/ 48614 h 255109"/>
              <a:gd name="connsiteX1" fmla="*/ 212869 w 252470"/>
              <a:gd name="connsiteY1" fmla="*/ 28556 h 255109"/>
              <a:gd name="connsiteX2" fmla="*/ 165977 w 252470"/>
              <a:gd name="connsiteY2" fmla="*/ 5644 h 255109"/>
              <a:gd name="connsiteX3" fmla="*/ 126212 w 252470"/>
              <a:gd name="connsiteY3" fmla="*/ 0 h 255109"/>
              <a:gd name="connsiteX4" fmla="*/ 86590 w 252470"/>
              <a:gd name="connsiteY4" fmla="*/ 5612 h 255109"/>
              <a:gd name="connsiteX5" fmla="*/ 39555 w 252470"/>
              <a:gd name="connsiteY5" fmla="*/ 28556 h 255109"/>
              <a:gd name="connsiteX6" fmla="*/ 26544 w 252470"/>
              <a:gd name="connsiteY6" fmla="*/ 48614 h 255109"/>
              <a:gd name="connsiteX7" fmla="*/ 26225 w 252470"/>
              <a:gd name="connsiteY7" fmla="*/ 50209 h 255109"/>
              <a:gd name="connsiteX8" fmla="*/ 156 w 252470"/>
              <a:gd name="connsiteY8" fmla="*/ 236949 h 255109"/>
              <a:gd name="connsiteX9" fmla="*/ 13725 w 252470"/>
              <a:gd name="connsiteY9" fmla="*/ 254950 h 255109"/>
              <a:gd name="connsiteX10" fmla="*/ 15957 w 252470"/>
              <a:gd name="connsiteY10" fmla="*/ 255109 h 255109"/>
              <a:gd name="connsiteX11" fmla="*/ 31726 w 252470"/>
              <a:gd name="connsiteY11" fmla="*/ 241381 h 255109"/>
              <a:gd name="connsiteX12" fmla="*/ 57667 w 252470"/>
              <a:gd name="connsiteY12" fmla="*/ 55709 h 255109"/>
              <a:gd name="connsiteX13" fmla="*/ 58688 w 252470"/>
              <a:gd name="connsiteY13" fmla="*/ 54115 h 255109"/>
              <a:gd name="connsiteX14" fmla="*/ 94897 w 252470"/>
              <a:gd name="connsiteY14" fmla="*/ 36449 h 255109"/>
              <a:gd name="connsiteX15" fmla="*/ 126212 w 252470"/>
              <a:gd name="connsiteY15" fmla="*/ 31889 h 255109"/>
              <a:gd name="connsiteX16" fmla="*/ 157606 w 252470"/>
              <a:gd name="connsiteY16" fmla="*/ 36433 h 255109"/>
              <a:gd name="connsiteX17" fmla="*/ 193736 w 252470"/>
              <a:gd name="connsiteY17" fmla="*/ 54067 h 255109"/>
              <a:gd name="connsiteX18" fmla="*/ 194757 w 252470"/>
              <a:gd name="connsiteY18" fmla="*/ 55662 h 255109"/>
              <a:gd name="connsiteX19" fmla="*/ 220730 w 252470"/>
              <a:gd name="connsiteY19" fmla="*/ 241333 h 255109"/>
              <a:gd name="connsiteX20" fmla="*/ 236499 w 252470"/>
              <a:gd name="connsiteY20" fmla="*/ 255061 h 255109"/>
              <a:gd name="connsiteX21" fmla="*/ 238731 w 252470"/>
              <a:gd name="connsiteY21" fmla="*/ 254902 h 255109"/>
              <a:gd name="connsiteX22" fmla="*/ 252316 w 252470"/>
              <a:gd name="connsiteY22" fmla="*/ 236906 h 255109"/>
              <a:gd name="connsiteX23" fmla="*/ 252316 w 252470"/>
              <a:gd name="connsiteY23" fmla="*/ 236901 h 255109"/>
              <a:gd name="connsiteX24" fmla="*/ 226199 w 252470"/>
              <a:gd name="connsiteY24" fmla="*/ 50257 h 255109"/>
              <a:gd name="connsiteX25" fmla="*/ 225880 w 252470"/>
              <a:gd name="connsiteY25" fmla="*/ 48614 h 25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2470" h="255109">
                <a:moveTo>
                  <a:pt x="225880" y="48614"/>
                </a:moveTo>
                <a:cubicBezTo>
                  <a:pt x="224035" y="40607"/>
                  <a:pt x="219429" y="33505"/>
                  <a:pt x="212869" y="28556"/>
                </a:cubicBezTo>
                <a:cubicBezTo>
                  <a:pt x="198835" y="18011"/>
                  <a:pt x="182921" y="10235"/>
                  <a:pt x="165977" y="5644"/>
                </a:cubicBezTo>
                <a:cubicBezTo>
                  <a:pt x="153032" y="2003"/>
                  <a:pt x="139659" y="105"/>
                  <a:pt x="126212" y="0"/>
                </a:cubicBezTo>
                <a:cubicBezTo>
                  <a:pt x="112814" y="110"/>
                  <a:pt x="99491" y="1998"/>
                  <a:pt x="86590" y="5612"/>
                </a:cubicBezTo>
                <a:cubicBezTo>
                  <a:pt x="69598" y="10208"/>
                  <a:pt x="53635" y="17993"/>
                  <a:pt x="39555" y="28556"/>
                </a:cubicBezTo>
                <a:cubicBezTo>
                  <a:pt x="32995" y="33505"/>
                  <a:pt x="28388" y="40607"/>
                  <a:pt x="26544" y="48614"/>
                </a:cubicBezTo>
                <a:cubicBezTo>
                  <a:pt x="26417" y="49156"/>
                  <a:pt x="26305" y="49714"/>
                  <a:pt x="26225" y="50209"/>
                </a:cubicBezTo>
                <a:lnTo>
                  <a:pt x="156" y="236949"/>
                </a:lnTo>
                <a:cubicBezTo>
                  <a:pt x="-1065" y="245665"/>
                  <a:pt x="5009" y="253724"/>
                  <a:pt x="13725" y="254950"/>
                </a:cubicBezTo>
                <a:cubicBezTo>
                  <a:pt x="14464" y="255057"/>
                  <a:pt x="15210" y="255111"/>
                  <a:pt x="15957" y="255109"/>
                </a:cubicBezTo>
                <a:cubicBezTo>
                  <a:pt x="23899" y="255100"/>
                  <a:pt x="30622" y="249246"/>
                  <a:pt x="31726" y="241381"/>
                </a:cubicBezTo>
                <a:lnTo>
                  <a:pt x="57667" y="55709"/>
                </a:lnTo>
                <a:cubicBezTo>
                  <a:pt x="57808" y="55073"/>
                  <a:pt x="58169" y="54509"/>
                  <a:pt x="58688" y="54115"/>
                </a:cubicBezTo>
                <a:cubicBezTo>
                  <a:pt x="69528" y="45983"/>
                  <a:pt x="81816" y="39987"/>
                  <a:pt x="94897" y="36449"/>
                </a:cubicBezTo>
                <a:cubicBezTo>
                  <a:pt x="105087" y="33550"/>
                  <a:pt x="115619" y="32016"/>
                  <a:pt x="126212" y="31889"/>
                </a:cubicBezTo>
                <a:cubicBezTo>
                  <a:pt x="136833" y="32000"/>
                  <a:pt x="147391" y="33528"/>
                  <a:pt x="157606" y="36433"/>
                </a:cubicBezTo>
                <a:cubicBezTo>
                  <a:pt x="170660" y="39963"/>
                  <a:pt x="182923" y="45947"/>
                  <a:pt x="193736" y="54067"/>
                </a:cubicBezTo>
                <a:cubicBezTo>
                  <a:pt x="194254" y="54461"/>
                  <a:pt x="194616" y="55025"/>
                  <a:pt x="194757" y="55662"/>
                </a:cubicBezTo>
                <a:lnTo>
                  <a:pt x="220730" y="241333"/>
                </a:lnTo>
                <a:cubicBezTo>
                  <a:pt x="221833" y="249199"/>
                  <a:pt x="228557" y="255052"/>
                  <a:pt x="236499" y="255061"/>
                </a:cubicBezTo>
                <a:cubicBezTo>
                  <a:pt x="237247" y="255063"/>
                  <a:pt x="237991" y="255010"/>
                  <a:pt x="238731" y="254902"/>
                </a:cubicBezTo>
                <a:cubicBezTo>
                  <a:pt x="247453" y="253684"/>
                  <a:pt x="253534" y="245625"/>
                  <a:pt x="252316" y="236906"/>
                </a:cubicBezTo>
                <a:cubicBezTo>
                  <a:pt x="252316" y="236904"/>
                  <a:pt x="252316" y="236902"/>
                  <a:pt x="252316" y="236901"/>
                </a:cubicBezTo>
                <a:lnTo>
                  <a:pt x="226199" y="50257"/>
                </a:lnTo>
                <a:cubicBezTo>
                  <a:pt x="226124" y="49703"/>
                  <a:pt x="226017" y="49155"/>
                  <a:pt x="225880" y="48614"/>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9" name="Freeform: Shape 98">
            <a:extLst>
              <a:ext uri="{FF2B5EF4-FFF2-40B4-BE49-F238E27FC236}">
                <a16:creationId xmlns:a16="http://schemas.microsoft.com/office/drawing/2014/main" id="{2DB56C97-D3A6-7096-C476-7C9E1EC23113}"/>
              </a:ext>
            </a:extLst>
          </p:cNvPr>
          <p:cNvSpPr/>
          <p:nvPr/>
        </p:nvSpPr>
        <p:spPr>
          <a:xfrm>
            <a:off x="5254459" y="3253623"/>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4" y="0"/>
                  <a:pt x="0" y="28555"/>
                  <a:pt x="0" y="63777"/>
                </a:cubicBezTo>
                <a:cubicBezTo>
                  <a:pt x="0" y="99000"/>
                  <a:pt x="28554"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0" name="Freeform: Shape 99">
            <a:extLst>
              <a:ext uri="{FF2B5EF4-FFF2-40B4-BE49-F238E27FC236}">
                <a16:creationId xmlns:a16="http://schemas.microsoft.com/office/drawing/2014/main" id="{65384207-FEA6-8A8A-B218-0F38D64E6691}"/>
              </a:ext>
            </a:extLst>
          </p:cNvPr>
          <p:cNvSpPr/>
          <p:nvPr/>
        </p:nvSpPr>
        <p:spPr>
          <a:xfrm>
            <a:off x="5430361" y="3383837"/>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1" name="Freeform: Shape 100">
            <a:extLst>
              <a:ext uri="{FF2B5EF4-FFF2-40B4-BE49-F238E27FC236}">
                <a16:creationId xmlns:a16="http://schemas.microsoft.com/office/drawing/2014/main" id="{A15A7E3A-5FEA-9895-34EF-E0AC1B3237BA}"/>
              </a:ext>
            </a:extLst>
          </p:cNvPr>
          <p:cNvSpPr/>
          <p:nvPr/>
        </p:nvSpPr>
        <p:spPr>
          <a:xfrm>
            <a:off x="5227216" y="3383837"/>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4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4"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2" name="Freeform: Shape 101">
            <a:extLst>
              <a:ext uri="{FF2B5EF4-FFF2-40B4-BE49-F238E27FC236}">
                <a16:creationId xmlns:a16="http://schemas.microsoft.com/office/drawing/2014/main" id="{6F613F54-57ED-2D8F-EA99-112A98957125}"/>
              </a:ext>
            </a:extLst>
          </p:cNvPr>
          <p:cNvSpPr/>
          <p:nvPr/>
        </p:nvSpPr>
        <p:spPr>
          <a:xfrm>
            <a:off x="5719514" y="3337341"/>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3" name="Freeform: Shape 102">
            <a:extLst>
              <a:ext uri="{FF2B5EF4-FFF2-40B4-BE49-F238E27FC236}">
                <a16:creationId xmlns:a16="http://schemas.microsoft.com/office/drawing/2014/main" id="{8CDFD744-F95D-3813-DD54-92684142726D}"/>
              </a:ext>
            </a:extLst>
          </p:cNvPr>
          <p:cNvSpPr/>
          <p:nvPr/>
        </p:nvSpPr>
        <p:spPr>
          <a:xfrm>
            <a:off x="5755898" y="3253623"/>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4" name="Freeform: Shape 103">
            <a:extLst>
              <a:ext uri="{FF2B5EF4-FFF2-40B4-BE49-F238E27FC236}">
                <a16:creationId xmlns:a16="http://schemas.microsoft.com/office/drawing/2014/main" id="{0CB57B08-5E02-8AF1-AA27-D7AF7F28ADF6}"/>
              </a:ext>
            </a:extLst>
          </p:cNvPr>
          <p:cNvSpPr/>
          <p:nvPr/>
        </p:nvSpPr>
        <p:spPr>
          <a:xfrm>
            <a:off x="5552933" y="3337341"/>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5" name="Freeform: Shape 104">
            <a:extLst>
              <a:ext uri="{FF2B5EF4-FFF2-40B4-BE49-F238E27FC236}">
                <a16:creationId xmlns:a16="http://schemas.microsoft.com/office/drawing/2014/main" id="{A7E524C8-DA24-CA6F-162A-6E890944DD03}"/>
              </a:ext>
            </a:extLst>
          </p:cNvPr>
          <p:cNvSpPr/>
          <p:nvPr/>
        </p:nvSpPr>
        <p:spPr>
          <a:xfrm>
            <a:off x="5589298" y="3253623"/>
            <a:ext cx="74408" cy="74408"/>
          </a:xfrm>
          <a:custGeom>
            <a:avLst/>
            <a:gdLst>
              <a:gd name="connsiteX0" fmla="*/ 63777 w 127554"/>
              <a:gd name="connsiteY0" fmla="*/ 0 h 127554"/>
              <a:gd name="connsiteX1" fmla="*/ 0 w 127554"/>
              <a:gd name="connsiteY1" fmla="*/ 63777 h 127554"/>
              <a:gd name="connsiteX2" fmla="*/ 63777 w 127554"/>
              <a:gd name="connsiteY2" fmla="*/ 127555 h 127554"/>
              <a:gd name="connsiteX3" fmla="*/ 127555 w 127554"/>
              <a:gd name="connsiteY3" fmla="*/ 63777 h 127554"/>
              <a:gd name="connsiteX4" fmla="*/ 63777 w 127554"/>
              <a:gd name="connsiteY4" fmla="*/ 0 h 127554"/>
              <a:gd name="connsiteX5" fmla="*/ 63777 w 127554"/>
              <a:gd name="connsiteY5" fmla="*/ 95666 h 127554"/>
              <a:gd name="connsiteX6" fmla="*/ 31889 w 127554"/>
              <a:gd name="connsiteY6" fmla="*/ 63777 h 127554"/>
              <a:gd name="connsiteX7" fmla="*/ 63777 w 127554"/>
              <a:gd name="connsiteY7" fmla="*/ 31889 h 127554"/>
              <a:gd name="connsiteX8" fmla="*/ 95666 w 127554"/>
              <a:gd name="connsiteY8" fmla="*/ 63777 h 127554"/>
              <a:gd name="connsiteX9" fmla="*/ 63777 w 127554"/>
              <a:gd name="connsiteY9" fmla="*/ 95666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0"/>
                </a:moveTo>
                <a:cubicBezTo>
                  <a:pt x="28555" y="0"/>
                  <a:pt x="0" y="28555"/>
                  <a:pt x="0" y="63777"/>
                </a:cubicBezTo>
                <a:cubicBezTo>
                  <a:pt x="0" y="99000"/>
                  <a:pt x="28555" y="127555"/>
                  <a:pt x="63777" y="127555"/>
                </a:cubicBezTo>
                <a:cubicBezTo>
                  <a:pt x="99000" y="127555"/>
                  <a:pt x="127555" y="99000"/>
                  <a:pt x="127555" y="63777"/>
                </a:cubicBezTo>
                <a:cubicBezTo>
                  <a:pt x="127555" y="28555"/>
                  <a:pt x="99000" y="0"/>
                  <a:pt x="63777" y="0"/>
                </a:cubicBezTo>
                <a:close/>
                <a:moveTo>
                  <a:pt x="63777" y="95666"/>
                </a:moveTo>
                <a:cubicBezTo>
                  <a:pt x="46165" y="95666"/>
                  <a:pt x="31889" y="81389"/>
                  <a:pt x="31889" y="63777"/>
                </a:cubicBezTo>
                <a:cubicBezTo>
                  <a:pt x="31889" y="46165"/>
                  <a:pt x="46165" y="31889"/>
                  <a:pt x="63777" y="31889"/>
                </a:cubicBezTo>
                <a:cubicBezTo>
                  <a:pt x="81389" y="31889"/>
                  <a:pt x="95666" y="46165"/>
                  <a:pt x="95666" y="63777"/>
                </a:cubicBezTo>
                <a:cubicBezTo>
                  <a:pt x="95666" y="81389"/>
                  <a:pt x="81389" y="95666"/>
                  <a:pt x="63777" y="95666"/>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6" name="Freeform: Shape 105">
            <a:extLst>
              <a:ext uri="{FF2B5EF4-FFF2-40B4-BE49-F238E27FC236}">
                <a16:creationId xmlns:a16="http://schemas.microsoft.com/office/drawing/2014/main" id="{6A886E95-2B87-9354-43A0-323524DC0933}"/>
              </a:ext>
            </a:extLst>
          </p:cNvPr>
          <p:cNvSpPr/>
          <p:nvPr/>
        </p:nvSpPr>
        <p:spPr>
          <a:xfrm>
            <a:off x="5765200" y="3383837"/>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7" name="Freeform: Shape 106">
            <a:extLst>
              <a:ext uri="{FF2B5EF4-FFF2-40B4-BE49-F238E27FC236}">
                <a16:creationId xmlns:a16="http://schemas.microsoft.com/office/drawing/2014/main" id="{C2E98B3B-CB5B-7BD8-DC0E-301F53D8137B}"/>
              </a:ext>
            </a:extLst>
          </p:cNvPr>
          <p:cNvSpPr/>
          <p:nvPr/>
        </p:nvSpPr>
        <p:spPr>
          <a:xfrm>
            <a:off x="5562055" y="3383837"/>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8" name="Freeform: Shape 107">
            <a:extLst>
              <a:ext uri="{FF2B5EF4-FFF2-40B4-BE49-F238E27FC236}">
                <a16:creationId xmlns:a16="http://schemas.microsoft.com/office/drawing/2014/main" id="{87B6D9DB-7E6B-A1D2-5B94-BFA298EEFD76}"/>
              </a:ext>
            </a:extLst>
          </p:cNvPr>
          <p:cNvSpPr/>
          <p:nvPr/>
        </p:nvSpPr>
        <p:spPr>
          <a:xfrm>
            <a:off x="5384676" y="2928094"/>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9" name="Freeform: Shape 108">
            <a:extLst>
              <a:ext uri="{FF2B5EF4-FFF2-40B4-BE49-F238E27FC236}">
                <a16:creationId xmlns:a16="http://schemas.microsoft.com/office/drawing/2014/main" id="{747D40FB-F232-79AE-2A27-00821FD71474}"/>
              </a:ext>
            </a:extLst>
          </p:cNvPr>
          <p:cNvSpPr/>
          <p:nvPr/>
        </p:nvSpPr>
        <p:spPr>
          <a:xfrm>
            <a:off x="5421060" y="2844375"/>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0" name="Freeform: Shape 109">
            <a:extLst>
              <a:ext uri="{FF2B5EF4-FFF2-40B4-BE49-F238E27FC236}">
                <a16:creationId xmlns:a16="http://schemas.microsoft.com/office/drawing/2014/main" id="{34054FC1-BD90-596B-E6B7-D008E5457EE1}"/>
              </a:ext>
            </a:extLst>
          </p:cNvPr>
          <p:cNvSpPr/>
          <p:nvPr/>
        </p:nvSpPr>
        <p:spPr>
          <a:xfrm>
            <a:off x="5430361" y="2974590"/>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111" name="Group 110">
            <a:extLst>
              <a:ext uri="{FF2B5EF4-FFF2-40B4-BE49-F238E27FC236}">
                <a16:creationId xmlns:a16="http://schemas.microsoft.com/office/drawing/2014/main" id="{892117C4-538B-3661-D9CC-2B9F5BEE4C11}"/>
              </a:ext>
            </a:extLst>
          </p:cNvPr>
          <p:cNvGrpSpPr/>
          <p:nvPr/>
        </p:nvGrpSpPr>
        <p:grpSpPr>
          <a:xfrm>
            <a:off x="5552933" y="2844375"/>
            <a:ext cx="313859" cy="372043"/>
            <a:chOff x="3907211" y="3111969"/>
            <a:chExt cx="313859" cy="372043"/>
          </a:xfrm>
        </p:grpSpPr>
        <p:sp>
          <p:nvSpPr>
            <p:cNvPr id="112" name="Freeform: Shape 111">
              <a:extLst>
                <a:ext uri="{FF2B5EF4-FFF2-40B4-BE49-F238E27FC236}">
                  <a16:creationId xmlns:a16="http://schemas.microsoft.com/office/drawing/2014/main" id="{A87DF2AD-8141-C849-DE67-79271FE2EEDF}"/>
                </a:ext>
              </a:extLst>
            </p:cNvPr>
            <p:cNvSpPr/>
            <p:nvPr/>
          </p:nvSpPr>
          <p:spPr>
            <a:xfrm>
              <a:off x="4073792" y="3195688"/>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3" name="Freeform: Shape 112">
              <a:extLst>
                <a:ext uri="{FF2B5EF4-FFF2-40B4-BE49-F238E27FC236}">
                  <a16:creationId xmlns:a16="http://schemas.microsoft.com/office/drawing/2014/main" id="{6BF9F258-F97A-9C5A-BACC-00CD64146535}"/>
                </a:ext>
              </a:extLst>
            </p:cNvPr>
            <p:cNvSpPr/>
            <p:nvPr/>
          </p:nvSpPr>
          <p:spPr>
            <a:xfrm>
              <a:off x="4110176" y="31119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4" name="Freeform: Shape 113">
              <a:extLst>
                <a:ext uri="{FF2B5EF4-FFF2-40B4-BE49-F238E27FC236}">
                  <a16:creationId xmlns:a16="http://schemas.microsoft.com/office/drawing/2014/main" id="{F69CC35A-4C73-37C3-5139-292367DCCEA4}"/>
                </a:ext>
              </a:extLst>
            </p:cNvPr>
            <p:cNvSpPr/>
            <p:nvPr/>
          </p:nvSpPr>
          <p:spPr>
            <a:xfrm>
              <a:off x="3907211" y="3195688"/>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5" name="Freeform: Shape 114">
              <a:extLst>
                <a:ext uri="{FF2B5EF4-FFF2-40B4-BE49-F238E27FC236}">
                  <a16:creationId xmlns:a16="http://schemas.microsoft.com/office/drawing/2014/main" id="{6E3FF4C3-FA76-209E-4824-022E1CF4392B}"/>
                </a:ext>
              </a:extLst>
            </p:cNvPr>
            <p:cNvSpPr/>
            <p:nvPr/>
          </p:nvSpPr>
          <p:spPr>
            <a:xfrm>
              <a:off x="3943576" y="31119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6" name="Freeform: Shape 115">
              <a:extLst>
                <a:ext uri="{FF2B5EF4-FFF2-40B4-BE49-F238E27FC236}">
                  <a16:creationId xmlns:a16="http://schemas.microsoft.com/office/drawing/2014/main" id="{B903E40F-D936-584D-5ACF-FC7957D909BB}"/>
                </a:ext>
              </a:extLst>
            </p:cNvPr>
            <p:cNvSpPr/>
            <p:nvPr/>
          </p:nvSpPr>
          <p:spPr>
            <a:xfrm>
              <a:off x="4119478" y="3242184"/>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7" name="Freeform: Shape 116">
              <a:extLst>
                <a:ext uri="{FF2B5EF4-FFF2-40B4-BE49-F238E27FC236}">
                  <a16:creationId xmlns:a16="http://schemas.microsoft.com/office/drawing/2014/main" id="{3B3E424A-7878-3A9A-D959-A7C613B10E6E}"/>
                </a:ext>
              </a:extLst>
            </p:cNvPr>
            <p:cNvSpPr/>
            <p:nvPr/>
          </p:nvSpPr>
          <p:spPr>
            <a:xfrm>
              <a:off x="3916333" y="3242184"/>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118" name="Freeform: Shape 117">
            <a:extLst>
              <a:ext uri="{FF2B5EF4-FFF2-40B4-BE49-F238E27FC236}">
                <a16:creationId xmlns:a16="http://schemas.microsoft.com/office/drawing/2014/main" id="{345B787E-5748-44B2-A4A2-28C0D3BA6084}"/>
              </a:ext>
            </a:extLst>
          </p:cNvPr>
          <p:cNvSpPr/>
          <p:nvPr/>
        </p:nvSpPr>
        <p:spPr>
          <a:xfrm>
            <a:off x="5887771" y="3337341"/>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9" name="Freeform: Shape 118">
            <a:extLst>
              <a:ext uri="{FF2B5EF4-FFF2-40B4-BE49-F238E27FC236}">
                <a16:creationId xmlns:a16="http://schemas.microsoft.com/office/drawing/2014/main" id="{E9AAEBA1-9274-D2D7-8E70-2955584E19C1}"/>
              </a:ext>
            </a:extLst>
          </p:cNvPr>
          <p:cNvSpPr/>
          <p:nvPr/>
        </p:nvSpPr>
        <p:spPr>
          <a:xfrm>
            <a:off x="5924136" y="3253623"/>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0" name="Freeform: Shape 119">
            <a:extLst>
              <a:ext uri="{FF2B5EF4-FFF2-40B4-BE49-F238E27FC236}">
                <a16:creationId xmlns:a16="http://schemas.microsoft.com/office/drawing/2014/main" id="{8C8803D5-F332-A01A-B114-004C10B6315C}"/>
              </a:ext>
            </a:extLst>
          </p:cNvPr>
          <p:cNvSpPr/>
          <p:nvPr/>
        </p:nvSpPr>
        <p:spPr>
          <a:xfrm>
            <a:off x="5896893" y="3383837"/>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1" name="Freeform: Shape 120">
            <a:extLst>
              <a:ext uri="{FF2B5EF4-FFF2-40B4-BE49-F238E27FC236}">
                <a16:creationId xmlns:a16="http://schemas.microsoft.com/office/drawing/2014/main" id="{58495DDA-8A93-EC60-BB24-479CEF7A2D4C}"/>
              </a:ext>
            </a:extLst>
          </p:cNvPr>
          <p:cNvSpPr/>
          <p:nvPr/>
        </p:nvSpPr>
        <p:spPr>
          <a:xfrm>
            <a:off x="5407786" y="4309656"/>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2" name="Freeform: Shape 121">
            <a:extLst>
              <a:ext uri="{FF2B5EF4-FFF2-40B4-BE49-F238E27FC236}">
                <a16:creationId xmlns:a16="http://schemas.microsoft.com/office/drawing/2014/main" id="{30CF4786-B364-9C68-B1B9-575BECB1DD0B}"/>
              </a:ext>
            </a:extLst>
          </p:cNvPr>
          <p:cNvSpPr/>
          <p:nvPr/>
        </p:nvSpPr>
        <p:spPr>
          <a:xfrm>
            <a:off x="5444170" y="422593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3" name="Freeform: Shape 122">
            <a:extLst>
              <a:ext uri="{FF2B5EF4-FFF2-40B4-BE49-F238E27FC236}">
                <a16:creationId xmlns:a16="http://schemas.microsoft.com/office/drawing/2014/main" id="{67F5B2BA-92F6-50BE-4A31-2319FFE14079}"/>
              </a:ext>
            </a:extLst>
          </p:cNvPr>
          <p:cNvSpPr/>
          <p:nvPr/>
        </p:nvSpPr>
        <p:spPr>
          <a:xfrm>
            <a:off x="5241204" y="4309647"/>
            <a:ext cx="147278" cy="148817"/>
          </a:xfrm>
          <a:custGeom>
            <a:avLst/>
            <a:gdLst>
              <a:gd name="connsiteX0" fmla="*/ 225880 w 252470"/>
              <a:gd name="connsiteY0" fmla="*/ 48614 h 255109"/>
              <a:gd name="connsiteX1" fmla="*/ 212869 w 252470"/>
              <a:gd name="connsiteY1" fmla="*/ 28556 h 255109"/>
              <a:gd name="connsiteX2" fmla="*/ 165977 w 252470"/>
              <a:gd name="connsiteY2" fmla="*/ 5644 h 255109"/>
              <a:gd name="connsiteX3" fmla="*/ 126212 w 252470"/>
              <a:gd name="connsiteY3" fmla="*/ 0 h 255109"/>
              <a:gd name="connsiteX4" fmla="*/ 86590 w 252470"/>
              <a:gd name="connsiteY4" fmla="*/ 5612 h 255109"/>
              <a:gd name="connsiteX5" fmla="*/ 39555 w 252470"/>
              <a:gd name="connsiteY5" fmla="*/ 28556 h 255109"/>
              <a:gd name="connsiteX6" fmla="*/ 26544 w 252470"/>
              <a:gd name="connsiteY6" fmla="*/ 48614 h 255109"/>
              <a:gd name="connsiteX7" fmla="*/ 26225 w 252470"/>
              <a:gd name="connsiteY7" fmla="*/ 50209 h 255109"/>
              <a:gd name="connsiteX8" fmla="*/ 156 w 252470"/>
              <a:gd name="connsiteY8" fmla="*/ 236949 h 255109"/>
              <a:gd name="connsiteX9" fmla="*/ 13725 w 252470"/>
              <a:gd name="connsiteY9" fmla="*/ 254950 h 255109"/>
              <a:gd name="connsiteX10" fmla="*/ 15957 w 252470"/>
              <a:gd name="connsiteY10" fmla="*/ 255109 h 255109"/>
              <a:gd name="connsiteX11" fmla="*/ 31726 w 252470"/>
              <a:gd name="connsiteY11" fmla="*/ 241381 h 255109"/>
              <a:gd name="connsiteX12" fmla="*/ 57667 w 252470"/>
              <a:gd name="connsiteY12" fmla="*/ 55709 h 255109"/>
              <a:gd name="connsiteX13" fmla="*/ 58688 w 252470"/>
              <a:gd name="connsiteY13" fmla="*/ 54115 h 255109"/>
              <a:gd name="connsiteX14" fmla="*/ 94897 w 252470"/>
              <a:gd name="connsiteY14" fmla="*/ 36449 h 255109"/>
              <a:gd name="connsiteX15" fmla="*/ 126212 w 252470"/>
              <a:gd name="connsiteY15" fmla="*/ 31889 h 255109"/>
              <a:gd name="connsiteX16" fmla="*/ 157606 w 252470"/>
              <a:gd name="connsiteY16" fmla="*/ 36433 h 255109"/>
              <a:gd name="connsiteX17" fmla="*/ 193736 w 252470"/>
              <a:gd name="connsiteY17" fmla="*/ 54067 h 255109"/>
              <a:gd name="connsiteX18" fmla="*/ 194757 w 252470"/>
              <a:gd name="connsiteY18" fmla="*/ 55662 h 255109"/>
              <a:gd name="connsiteX19" fmla="*/ 220730 w 252470"/>
              <a:gd name="connsiteY19" fmla="*/ 241333 h 255109"/>
              <a:gd name="connsiteX20" fmla="*/ 236499 w 252470"/>
              <a:gd name="connsiteY20" fmla="*/ 255061 h 255109"/>
              <a:gd name="connsiteX21" fmla="*/ 238731 w 252470"/>
              <a:gd name="connsiteY21" fmla="*/ 254902 h 255109"/>
              <a:gd name="connsiteX22" fmla="*/ 252316 w 252470"/>
              <a:gd name="connsiteY22" fmla="*/ 236906 h 255109"/>
              <a:gd name="connsiteX23" fmla="*/ 252316 w 252470"/>
              <a:gd name="connsiteY23" fmla="*/ 236901 h 255109"/>
              <a:gd name="connsiteX24" fmla="*/ 226199 w 252470"/>
              <a:gd name="connsiteY24" fmla="*/ 50257 h 255109"/>
              <a:gd name="connsiteX25" fmla="*/ 225880 w 252470"/>
              <a:gd name="connsiteY25" fmla="*/ 48614 h 25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2470" h="255109">
                <a:moveTo>
                  <a:pt x="225880" y="48614"/>
                </a:moveTo>
                <a:cubicBezTo>
                  <a:pt x="224035" y="40607"/>
                  <a:pt x="219429" y="33505"/>
                  <a:pt x="212869" y="28556"/>
                </a:cubicBezTo>
                <a:cubicBezTo>
                  <a:pt x="198835" y="18011"/>
                  <a:pt x="182921" y="10235"/>
                  <a:pt x="165977" y="5644"/>
                </a:cubicBezTo>
                <a:cubicBezTo>
                  <a:pt x="153032" y="2003"/>
                  <a:pt x="139659" y="105"/>
                  <a:pt x="126212" y="0"/>
                </a:cubicBezTo>
                <a:cubicBezTo>
                  <a:pt x="112814" y="110"/>
                  <a:pt x="99491" y="1998"/>
                  <a:pt x="86590" y="5612"/>
                </a:cubicBezTo>
                <a:cubicBezTo>
                  <a:pt x="69598" y="10208"/>
                  <a:pt x="53635" y="17993"/>
                  <a:pt x="39555" y="28556"/>
                </a:cubicBezTo>
                <a:cubicBezTo>
                  <a:pt x="32995" y="33505"/>
                  <a:pt x="28388" y="40607"/>
                  <a:pt x="26544" y="48614"/>
                </a:cubicBezTo>
                <a:cubicBezTo>
                  <a:pt x="26417" y="49156"/>
                  <a:pt x="26305" y="49714"/>
                  <a:pt x="26225" y="50209"/>
                </a:cubicBezTo>
                <a:lnTo>
                  <a:pt x="156" y="236949"/>
                </a:lnTo>
                <a:cubicBezTo>
                  <a:pt x="-1065" y="245665"/>
                  <a:pt x="5009" y="253724"/>
                  <a:pt x="13725" y="254950"/>
                </a:cubicBezTo>
                <a:cubicBezTo>
                  <a:pt x="14464" y="255057"/>
                  <a:pt x="15210" y="255111"/>
                  <a:pt x="15957" y="255109"/>
                </a:cubicBezTo>
                <a:cubicBezTo>
                  <a:pt x="23899" y="255100"/>
                  <a:pt x="30622" y="249246"/>
                  <a:pt x="31726" y="241381"/>
                </a:cubicBezTo>
                <a:lnTo>
                  <a:pt x="57667" y="55709"/>
                </a:lnTo>
                <a:cubicBezTo>
                  <a:pt x="57808" y="55073"/>
                  <a:pt x="58169" y="54509"/>
                  <a:pt x="58688" y="54115"/>
                </a:cubicBezTo>
                <a:cubicBezTo>
                  <a:pt x="69528" y="45983"/>
                  <a:pt x="81816" y="39987"/>
                  <a:pt x="94897" y="36449"/>
                </a:cubicBezTo>
                <a:cubicBezTo>
                  <a:pt x="105087" y="33550"/>
                  <a:pt x="115619" y="32016"/>
                  <a:pt x="126212" y="31889"/>
                </a:cubicBezTo>
                <a:cubicBezTo>
                  <a:pt x="136833" y="32000"/>
                  <a:pt x="147391" y="33528"/>
                  <a:pt x="157606" y="36433"/>
                </a:cubicBezTo>
                <a:cubicBezTo>
                  <a:pt x="170660" y="39963"/>
                  <a:pt x="182923" y="45947"/>
                  <a:pt x="193736" y="54067"/>
                </a:cubicBezTo>
                <a:cubicBezTo>
                  <a:pt x="194254" y="54461"/>
                  <a:pt x="194616" y="55025"/>
                  <a:pt x="194757" y="55662"/>
                </a:cubicBezTo>
                <a:lnTo>
                  <a:pt x="220730" y="241333"/>
                </a:lnTo>
                <a:cubicBezTo>
                  <a:pt x="221833" y="249199"/>
                  <a:pt x="228557" y="255052"/>
                  <a:pt x="236499" y="255061"/>
                </a:cubicBezTo>
                <a:cubicBezTo>
                  <a:pt x="237247" y="255063"/>
                  <a:pt x="237991" y="255010"/>
                  <a:pt x="238731" y="254902"/>
                </a:cubicBezTo>
                <a:cubicBezTo>
                  <a:pt x="247453" y="253684"/>
                  <a:pt x="253534" y="245625"/>
                  <a:pt x="252316" y="236906"/>
                </a:cubicBezTo>
                <a:cubicBezTo>
                  <a:pt x="252316" y="236904"/>
                  <a:pt x="252316" y="236902"/>
                  <a:pt x="252316" y="236901"/>
                </a:cubicBezTo>
                <a:lnTo>
                  <a:pt x="226199" y="50257"/>
                </a:lnTo>
                <a:cubicBezTo>
                  <a:pt x="226124" y="49703"/>
                  <a:pt x="226017" y="49155"/>
                  <a:pt x="225880" y="48614"/>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4" name="Freeform: Shape 123">
            <a:extLst>
              <a:ext uri="{FF2B5EF4-FFF2-40B4-BE49-F238E27FC236}">
                <a16:creationId xmlns:a16="http://schemas.microsoft.com/office/drawing/2014/main" id="{3EC4274E-CE32-06D3-F854-FEED4F522C5E}"/>
              </a:ext>
            </a:extLst>
          </p:cNvPr>
          <p:cNvSpPr/>
          <p:nvPr/>
        </p:nvSpPr>
        <p:spPr>
          <a:xfrm>
            <a:off x="5277569" y="422593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4" y="0"/>
                  <a:pt x="0" y="28555"/>
                  <a:pt x="0" y="63777"/>
                </a:cubicBezTo>
                <a:cubicBezTo>
                  <a:pt x="0" y="99000"/>
                  <a:pt x="28554"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5" name="Freeform: Shape 124">
            <a:extLst>
              <a:ext uri="{FF2B5EF4-FFF2-40B4-BE49-F238E27FC236}">
                <a16:creationId xmlns:a16="http://schemas.microsoft.com/office/drawing/2014/main" id="{D59DB142-C881-26DF-753F-433700960A61}"/>
              </a:ext>
            </a:extLst>
          </p:cNvPr>
          <p:cNvSpPr/>
          <p:nvPr/>
        </p:nvSpPr>
        <p:spPr>
          <a:xfrm>
            <a:off x="5453471" y="4356152"/>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6" name="Freeform: Shape 125">
            <a:extLst>
              <a:ext uri="{FF2B5EF4-FFF2-40B4-BE49-F238E27FC236}">
                <a16:creationId xmlns:a16="http://schemas.microsoft.com/office/drawing/2014/main" id="{ED522F33-C902-6681-3ECC-FC1F9CEABBD3}"/>
              </a:ext>
            </a:extLst>
          </p:cNvPr>
          <p:cNvSpPr/>
          <p:nvPr/>
        </p:nvSpPr>
        <p:spPr>
          <a:xfrm>
            <a:off x="5250326" y="4356152"/>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4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4"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7" name="Freeform: Shape 126">
            <a:extLst>
              <a:ext uri="{FF2B5EF4-FFF2-40B4-BE49-F238E27FC236}">
                <a16:creationId xmlns:a16="http://schemas.microsoft.com/office/drawing/2014/main" id="{D3B5532D-E14E-2626-E203-28421250FFA4}"/>
              </a:ext>
            </a:extLst>
          </p:cNvPr>
          <p:cNvSpPr/>
          <p:nvPr/>
        </p:nvSpPr>
        <p:spPr>
          <a:xfrm>
            <a:off x="5742624" y="4309656"/>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8" name="Freeform: Shape 127">
            <a:extLst>
              <a:ext uri="{FF2B5EF4-FFF2-40B4-BE49-F238E27FC236}">
                <a16:creationId xmlns:a16="http://schemas.microsoft.com/office/drawing/2014/main" id="{32F76E89-D854-8B4C-D2D5-1D8EDF313811}"/>
              </a:ext>
            </a:extLst>
          </p:cNvPr>
          <p:cNvSpPr/>
          <p:nvPr/>
        </p:nvSpPr>
        <p:spPr>
          <a:xfrm>
            <a:off x="5779008" y="422593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9" name="Freeform: Shape 128">
            <a:extLst>
              <a:ext uri="{FF2B5EF4-FFF2-40B4-BE49-F238E27FC236}">
                <a16:creationId xmlns:a16="http://schemas.microsoft.com/office/drawing/2014/main" id="{87698B1A-5DD8-6AB1-B35C-793C50BA700E}"/>
              </a:ext>
            </a:extLst>
          </p:cNvPr>
          <p:cNvSpPr/>
          <p:nvPr/>
        </p:nvSpPr>
        <p:spPr>
          <a:xfrm>
            <a:off x="5576043" y="4309656"/>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0" name="Freeform: Shape 129">
            <a:extLst>
              <a:ext uri="{FF2B5EF4-FFF2-40B4-BE49-F238E27FC236}">
                <a16:creationId xmlns:a16="http://schemas.microsoft.com/office/drawing/2014/main" id="{76B4DCF8-D079-BD64-3D18-41374FE4F8D0}"/>
              </a:ext>
            </a:extLst>
          </p:cNvPr>
          <p:cNvSpPr/>
          <p:nvPr/>
        </p:nvSpPr>
        <p:spPr>
          <a:xfrm>
            <a:off x="5612408" y="4225938"/>
            <a:ext cx="74408" cy="74408"/>
          </a:xfrm>
          <a:custGeom>
            <a:avLst/>
            <a:gdLst>
              <a:gd name="connsiteX0" fmla="*/ 63777 w 127554"/>
              <a:gd name="connsiteY0" fmla="*/ 0 h 127554"/>
              <a:gd name="connsiteX1" fmla="*/ 0 w 127554"/>
              <a:gd name="connsiteY1" fmla="*/ 63777 h 127554"/>
              <a:gd name="connsiteX2" fmla="*/ 63777 w 127554"/>
              <a:gd name="connsiteY2" fmla="*/ 127555 h 127554"/>
              <a:gd name="connsiteX3" fmla="*/ 127555 w 127554"/>
              <a:gd name="connsiteY3" fmla="*/ 63777 h 127554"/>
              <a:gd name="connsiteX4" fmla="*/ 63777 w 127554"/>
              <a:gd name="connsiteY4" fmla="*/ 0 h 127554"/>
              <a:gd name="connsiteX5" fmla="*/ 63777 w 127554"/>
              <a:gd name="connsiteY5" fmla="*/ 95666 h 127554"/>
              <a:gd name="connsiteX6" fmla="*/ 31889 w 127554"/>
              <a:gd name="connsiteY6" fmla="*/ 63777 h 127554"/>
              <a:gd name="connsiteX7" fmla="*/ 63777 w 127554"/>
              <a:gd name="connsiteY7" fmla="*/ 31889 h 127554"/>
              <a:gd name="connsiteX8" fmla="*/ 95666 w 127554"/>
              <a:gd name="connsiteY8" fmla="*/ 63777 h 127554"/>
              <a:gd name="connsiteX9" fmla="*/ 63777 w 127554"/>
              <a:gd name="connsiteY9" fmla="*/ 95666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0"/>
                </a:moveTo>
                <a:cubicBezTo>
                  <a:pt x="28555" y="0"/>
                  <a:pt x="0" y="28555"/>
                  <a:pt x="0" y="63777"/>
                </a:cubicBezTo>
                <a:cubicBezTo>
                  <a:pt x="0" y="99000"/>
                  <a:pt x="28555" y="127555"/>
                  <a:pt x="63777" y="127555"/>
                </a:cubicBezTo>
                <a:cubicBezTo>
                  <a:pt x="99000" y="127555"/>
                  <a:pt x="127555" y="99000"/>
                  <a:pt x="127555" y="63777"/>
                </a:cubicBezTo>
                <a:cubicBezTo>
                  <a:pt x="127555" y="28555"/>
                  <a:pt x="99000" y="0"/>
                  <a:pt x="63777" y="0"/>
                </a:cubicBezTo>
                <a:close/>
                <a:moveTo>
                  <a:pt x="63777" y="95666"/>
                </a:moveTo>
                <a:cubicBezTo>
                  <a:pt x="46165" y="95666"/>
                  <a:pt x="31889" y="81389"/>
                  <a:pt x="31889" y="63777"/>
                </a:cubicBezTo>
                <a:cubicBezTo>
                  <a:pt x="31889" y="46165"/>
                  <a:pt x="46165" y="31889"/>
                  <a:pt x="63777" y="31889"/>
                </a:cubicBezTo>
                <a:cubicBezTo>
                  <a:pt x="81389" y="31889"/>
                  <a:pt x="95666" y="46165"/>
                  <a:pt x="95666" y="63777"/>
                </a:cubicBezTo>
                <a:cubicBezTo>
                  <a:pt x="95666" y="81389"/>
                  <a:pt x="81389" y="95666"/>
                  <a:pt x="63777" y="95666"/>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1" name="Freeform: Shape 130">
            <a:extLst>
              <a:ext uri="{FF2B5EF4-FFF2-40B4-BE49-F238E27FC236}">
                <a16:creationId xmlns:a16="http://schemas.microsoft.com/office/drawing/2014/main" id="{165D3D06-8ECD-DE3D-EBB1-602902733A98}"/>
              </a:ext>
            </a:extLst>
          </p:cNvPr>
          <p:cNvSpPr/>
          <p:nvPr/>
        </p:nvSpPr>
        <p:spPr>
          <a:xfrm>
            <a:off x="5788310" y="4356152"/>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2" name="Freeform: Shape 131">
            <a:extLst>
              <a:ext uri="{FF2B5EF4-FFF2-40B4-BE49-F238E27FC236}">
                <a16:creationId xmlns:a16="http://schemas.microsoft.com/office/drawing/2014/main" id="{BCD921A2-3F90-40B8-E181-2F1DCAE56532}"/>
              </a:ext>
            </a:extLst>
          </p:cNvPr>
          <p:cNvSpPr/>
          <p:nvPr/>
        </p:nvSpPr>
        <p:spPr>
          <a:xfrm>
            <a:off x="5585165" y="4356152"/>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3" name="Freeform: Shape 132">
            <a:extLst>
              <a:ext uri="{FF2B5EF4-FFF2-40B4-BE49-F238E27FC236}">
                <a16:creationId xmlns:a16="http://schemas.microsoft.com/office/drawing/2014/main" id="{95370733-9712-2303-5624-9F35A18A1234}"/>
              </a:ext>
            </a:extLst>
          </p:cNvPr>
          <p:cNvSpPr/>
          <p:nvPr/>
        </p:nvSpPr>
        <p:spPr>
          <a:xfrm>
            <a:off x="5742624" y="3900409"/>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4" name="Freeform: Shape 133">
            <a:extLst>
              <a:ext uri="{FF2B5EF4-FFF2-40B4-BE49-F238E27FC236}">
                <a16:creationId xmlns:a16="http://schemas.microsoft.com/office/drawing/2014/main" id="{D2F524E1-F38E-8CDE-7F0D-30C364523B26}"/>
              </a:ext>
            </a:extLst>
          </p:cNvPr>
          <p:cNvSpPr/>
          <p:nvPr/>
        </p:nvSpPr>
        <p:spPr>
          <a:xfrm>
            <a:off x="5779008" y="3816690"/>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5" name="Freeform: Shape 134">
            <a:extLst>
              <a:ext uri="{FF2B5EF4-FFF2-40B4-BE49-F238E27FC236}">
                <a16:creationId xmlns:a16="http://schemas.microsoft.com/office/drawing/2014/main" id="{8BFBC5D5-B9EC-7D26-F747-6F5A09274227}"/>
              </a:ext>
            </a:extLst>
          </p:cNvPr>
          <p:cNvSpPr/>
          <p:nvPr/>
        </p:nvSpPr>
        <p:spPr>
          <a:xfrm>
            <a:off x="5788310" y="3946905"/>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136" name="Group 135">
            <a:extLst>
              <a:ext uri="{FF2B5EF4-FFF2-40B4-BE49-F238E27FC236}">
                <a16:creationId xmlns:a16="http://schemas.microsoft.com/office/drawing/2014/main" id="{B41D5876-171A-6DD2-5418-AE67961FC60E}"/>
              </a:ext>
            </a:extLst>
          </p:cNvPr>
          <p:cNvGrpSpPr/>
          <p:nvPr/>
        </p:nvGrpSpPr>
        <p:grpSpPr>
          <a:xfrm>
            <a:off x="5407786" y="3816690"/>
            <a:ext cx="315553" cy="372043"/>
            <a:chOff x="3762064" y="4084284"/>
            <a:chExt cx="315553" cy="372043"/>
          </a:xfrm>
        </p:grpSpPr>
        <p:sp>
          <p:nvSpPr>
            <p:cNvPr id="137" name="Freeform: Shape 136">
              <a:extLst>
                <a:ext uri="{FF2B5EF4-FFF2-40B4-BE49-F238E27FC236}">
                  <a16:creationId xmlns:a16="http://schemas.microsoft.com/office/drawing/2014/main" id="{C72107CC-838E-21A5-A12D-195B341718A6}"/>
                </a:ext>
              </a:extLst>
            </p:cNvPr>
            <p:cNvSpPr/>
            <p:nvPr/>
          </p:nvSpPr>
          <p:spPr>
            <a:xfrm>
              <a:off x="3762064" y="4168003"/>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8" name="Freeform: Shape 137">
              <a:extLst>
                <a:ext uri="{FF2B5EF4-FFF2-40B4-BE49-F238E27FC236}">
                  <a16:creationId xmlns:a16="http://schemas.microsoft.com/office/drawing/2014/main" id="{931E0AC6-9F2E-3630-4EDE-F3619E045007}"/>
                </a:ext>
              </a:extLst>
            </p:cNvPr>
            <p:cNvSpPr/>
            <p:nvPr/>
          </p:nvSpPr>
          <p:spPr>
            <a:xfrm>
              <a:off x="3798448" y="408428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9" name="Freeform: Shape 138">
              <a:extLst>
                <a:ext uri="{FF2B5EF4-FFF2-40B4-BE49-F238E27FC236}">
                  <a16:creationId xmlns:a16="http://schemas.microsoft.com/office/drawing/2014/main" id="{78BEE82C-AFFB-94F4-9BBE-9272E8AE502D}"/>
                </a:ext>
              </a:extLst>
            </p:cNvPr>
            <p:cNvSpPr/>
            <p:nvPr/>
          </p:nvSpPr>
          <p:spPr>
            <a:xfrm>
              <a:off x="3807749" y="4214499"/>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0" name="Freeform: Shape 139">
              <a:extLst>
                <a:ext uri="{FF2B5EF4-FFF2-40B4-BE49-F238E27FC236}">
                  <a16:creationId xmlns:a16="http://schemas.microsoft.com/office/drawing/2014/main" id="{1C5AB0E6-BDB9-6DEE-689F-65B303B38BCA}"/>
                </a:ext>
              </a:extLst>
            </p:cNvPr>
            <p:cNvSpPr/>
            <p:nvPr/>
          </p:nvSpPr>
          <p:spPr>
            <a:xfrm>
              <a:off x="3930321" y="4168003"/>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1" name="Freeform: Shape 140">
              <a:extLst>
                <a:ext uri="{FF2B5EF4-FFF2-40B4-BE49-F238E27FC236}">
                  <a16:creationId xmlns:a16="http://schemas.microsoft.com/office/drawing/2014/main" id="{B001C718-84FA-95FA-C908-9D644DDFE0B6}"/>
                </a:ext>
              </a:extLst>
            </p:cNvPr>
            <p:cNvSpPr/>
            <p:nvPr/>
          </p:nvSpPr>
          <p:spPr>
            <a:xfrm>
              <a:off x="3966686" y="408428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2" name="Freeform: Shape 141">
              <a:extLst>
                <a:ext uri="{FF2B5EF4-FFF2-40B4-BE49-F238E27FC236}">
                  <a16:creationId xmlns:a16="http://schemas.microsoft.com/office/drawing/2014/main" id="{33793ECB-9103-2CA6-7A4B-4FB7B2342C47}"/>
                </a:ext>
              </a:extLst>
            </p:cNvPr>
            <p:cNvSpPr/>
            <p:nvPr/>
          </p:nvSpPr>
          <p:spPr>
            <a:xfrm>
              <a:off x="3939443" y="4214499"/>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143" name="Freeform: Shape 142">
            <a:extLst>
              <a:ext uri="{FF2B5EF4-FFF2-40B4-BE49-F238E27FC236}">
                <a16:creationId xmlns:a16="http://schemas.microsoft.com/office/drawing/2014/main" id="{6FAAD80F-EF81-8828-5D67-9BDD923A1078}"/>
              </a:ext>
            </a:extLst>
          </p:cNvPr>
          <p:cNvSpPr/>
          <p:nvPr/>
        </p:nvSpPr>
        <p:spPr>
          <a:xfrm>
            <a:off x="5910881" y="4309656"/>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4" name="Freeform: Shape 143">
            <a:extLst>
              <a:ext uri="{FF2B5EF4-FFF2-40B4-BE49-F238E27FC236}">
                <a16:creationId xmlns:a16="http://schemas.microsoft.com/office/drawing/2014/main" id="{8317EBF7-A5F8-12FA-E472-9187D840AF65}"/>
              </a:ext>
            </a:extLst>
          </p:cNvPr>
          <p:cNvSpPr/>
          <p:nvPr/>
        </p:nvSpPr>
        <p:spPr>
          <a:xfrm>
            <a:off x="5947246" y="422593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5" name="Freeform: Shape 144">
            <a:extLst>
              <a:ext uri="{FF2B5EF4-FFF2-40B4-BE49-F238E27FC236}">
                <a16:creationId xmlns:a16="http://schemas.microsoft.com/office/drawing/2014/main" id="{CA0D372A-A389-56B0-3187-5843EB5494E0}"/>
              </a:ext>
            </a:extLst>
          </p:cNvPr>
          <p:cNvSpPr/>
          <p:nvPr/>
        </p:nvSpPr>
        <p:spPr>
          <a:xfrm>
            <a:off x="5920003" y="4356152"/>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155" name="Group 154">
            <a:extLst>
              <a:ext uri="{FF2B5EF4-FFF2-40B4-BE49-F238E27FC236}">
                <a16:creationId xmlns:a16="http://schemas.microsoft.com/office/drawing/2014/main" id="{BA43E13F-311E-78F5-4370-9A1423A95FB4}"/>
              </a:ext>
            </a:extLst>
          </p:cNvPr>
          <p:cNvGrpSpPr/>
          <p:nvPr/>
        </p:nvGrpSpPr>
        <p:grpSpPr>
          <a:xfrm>
            <a:off x="5346543" y="2348205"/>
            <a:ext cx="147278" cy="371643"/>
            <a:chOff x="3700821" y="2615799"/>
            <a:chExt cx="147278" cy="371643"/>
          </a:xfrm>
        </p:grpSpPr>
        <p:sp>
          <p:nvSpPr>
            <p:cNvPr id="156" name="Freeform: Shape 155">
              <a:extLst>
                <a:ext uri="{FF2B5EF4-FFF2-40B4-BE49-F238E27FC236}">
                  <a16:creationId xmlns:a16="http://schemas.microsoft.com/office/drawing/2014/main" id="{4A96C6E6-2CD4-D19A-A2A1-5D12DCDEBE00}"/>
                </a:ext>
              </a:extLst>
            </p:cNvPr>
            <p:cNvSpPr/>
            <p:nvPr/>
          </p:nvSpPr>
          <p:spPr>
            <a:xfrm>
              <a:off x="3700821" y="2699518"/>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7" name="Freeform: Shape 156">
              <a:extLst>
                <a:ext uri="{FF2B5EF4-FFF2-40B4-BE49-F238E27FC236}">
                  <a16:creationId xmlns:a16="http://schemas.microsoft.com/office/drawing/2014/main" id="{7459721E-006E-21A4-6914-421A87C12C20}"/>
                </a:ext>
              </a:extLst>
            </p:cNvPr>
            <p:cNvSpPr/>
            <p:nvPr/>
          </p:nvSpPr>
          <p:spPr>
            <a:xfrm>
              <a:off x="3737205" y="261579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8" name="Freeform: Shape 157">
              <a:extLst>
                <a:ext uri="{FF2B5EF4-FFF2-40B4-BE49-F238E27FC236}">
                  <a16:creationId xmlns:a16="http://schemas.microsoft.com/office/drawing/2014/main" id="{4EA5CFD5-C91E-BE3D-6D55-1277A469705E}"/>
                </a:ext>
              </a:extLst>
            </p:cNvPr>
            <p:cNvSpPr/>
            <p:nvPr/>
          </p:nvSpPr>
          <p:spPr>
            <a:xfrm>
              <a:off x="3746506" y="2746014"/>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159" name="Freeform: Shape 158">
            <a:extLst>
              <a:ext uri="{FF2B5EF4-FFF2-40B4-BE49-F238E27FC236}">
                <a16:creationId xmlns:a16="http://schemas.microsoft.com/office/drawing/2014/main" id="{651636E3-4FA6-26F6-B228-86CBF92A256A}"/>
              </a:ext>
            </a:extLst>
          </p:cNvPr>
          <p:cNvSpPr/>
          <p:nvPr/>
        </p:nvSpPr>
        <p:spPr>
          <a:xfrm>
            <a:off x="5681381" y="2431924"/>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0" name="Freeform: Shape 159">
            <a:extLst>
              <a:ext uri="{FF2B5EF4-FFF2-40B4-BE49-F238E27FC236}">
                <a16:creationId xmlns:a16="http://schemas.microsoft.com/office/drawing/2014/main" id="{AD0A23AB-8BAB-FC34-69C4-B8239CDC5C0F}"/>
              </a:ext>
            </a:extLst>
          </p:cNvPr>
          <p:cNvSpPr/>
          <p:nvPr/>
        </p:nvSpPr>
        <p:spPr>
          <a:xfrm>
            <a:off x="5717765" y="2348205"/>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1" name="Freeform: Shape 160">
            <a:extLst>
              <a:ext uri="{FF2B5EF4-FFF2-40B4-BE49-F238E27FC236}">
                <a16:creationId xmlns:a16="http://schemas.microsoft.com/office/drawing/2014/main" id="{752157EE-2491-3FF8-C5F7-4DA3C74C6C55}"/>
              </a:ext>
            </a:extLst>
          </p:cNvPr>
          <p:cNvSpPr/>
          <p:nvPr/>
        </p:nvSpPr>
        <p:spPr>
          <a:xfrm>
            <a:off x="5514800" y="2431924"/>
            <a:ext cx="147297"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2" name="Freeform: Shape 161">
            <a:extLst>
              <a:ext uri="{FF2B5EF4-FFF2-40B4-BE49-F238E27FC236}">
                <a16:creationId xmlns:a16="http://schemas.microsoft.com/office/drawing/2014/main" id="{F347B8FE-0DD0-90E7-0982-4D8319F94AC4}"/>
              </a:ext>
            </a:extLst>
          </p:cNvPr>
          <p:cNvSpPr/>
          <p:nvPr/>
        </p:nvSpPr>
        <p:spPr>
          <a:xfrm>
            <a:off x="5551165" y="2348205"/>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3" name="Freeform: Shape 162">
            <a:extLst>
              <a:ext uri="{FF2B5EF4-FFF2-40B4-BE49-F238E27FC236}">
                <a16:creationId xmlns:a16="http://schemas.microsoft.com/office/drawing/2014/main" id="{FC7DB2CB-C897-EB2E-67BE-342104687126}"/>
              </a:ext>
            </a:extLst>
          </p:cNvPr>
          <p:cNvSpPr/>
          <p:nvPr/>
        </p:nvSpPr>
        <p:spPr>
          <a:xfrm>
            <a:off x="5727067" y="2478420"/>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4" name="Freeform: Shape 163">
            <a:extLst>
              <a:ext uri="{FF2B5EF4-FFF2-40B4-BE49-F238E27FC236}">
                <a16:creationId xmlns:a16="http://schemas.microsoft.com/office/drawing/2014/main" id="{812FC628-90ED-F898-09BF-F248F880CBD5}"/>
              </a:ext>
            </a:extLst>
          </p:cNvPr>
          <p:cNvSpPr/>
          <p:nvPr/>
        </p:nvSpPr>
        <p:spPr>
          <a:xfrm>
            <a:off x="5523922" y="2478420"/>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5" name="TextBox 164">
            <a:extLst>
              <a:ext uri="{FF2B5EF4-FFF2-40B4-BE49-F238E27FC236}">
                <a16:creationId xmlns:a16="http://schemas.microsoft.com/office/drawing/2014/main" id="{5340B625-CD6F-1169-63D7-07F2B1A32D9A}"/>
              </a:ext>
            </a:extLst>
          </p:cNvPr>
          <p:cNvSpPr txBox="1"/>
          <p:nvPr/>
        </p:nvSpPr>
        <p:spPr>
          <a:xfrm>
            <a:off x="6924162" y="3253116"/>
            <a:ext cx="3646210" cy="1277273"/>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solidFill>
                <a:effectLst/>
                <a:uLnTx/>
                <a:uFillTx/>
                <a:latin typeface="Aptos" panose="020B0004020202020204"/>
                <a:ea typeface="+mn-ea"/>
                <a:cs typeface="+mn-cs"/>
              </a:rPr>
              <a:t>H0: (Y | </a:t>
            </a:r>
            <a:r>
              <a:rPr kumimoji="0" lang="en-GB" sz="1100" b="0" i="0" u="none" strike="noStrike" kern="1200" cap="none" spc="0" normalizeH="0" baseline="0" noProof="0">
                <a:ln>
                  <a:noFill/>
                </a:ln>
                <a:solidFill>
                  <a:prstClr val="white"/>
                </a:solidFill>
                <a:effectLst/>
                <a:highlight>
                  <a:srgbClr val="FFFFFF"/>
                </a:highlight>
                <a:uLnTx/>
                <a:uFillTx/>
                <a:latin typeface="Aptos" panose="020B0004020202020204"/>
                <a:ea typeface="+mn-ea"/>
                <a:cs typeface="+mn-cs"/>
              </a:rPr>
              <a:t>💊</a:t>
            </a:r>
            <a:r>
              <a:rPr kumimoji="0" lang="en-GB" sz="1100" b="0" i="0" u="none" strike="noStrike" kern="1200" cap="none" spc="0" normalizeH="0" baseline="0" noProof="0">
                <a:ln>
                  <a:noFill/>
                </a:ln>
                <a:solidFill>
                  <a:prstClr val="white"/>
                </a:solidFill>
                <a:effectLst/>
                <a:uLnTx/>
                <a:uFillTx/>
                <a:latin typeface="Aptos" panose="020B0004020202020204"/>
                <a:ea typeface="+mn-ea"/>
                <a:cs typeface="+mn-cs"/>
              </a:rPr>
              <a:t> ) = (Y | </a:t>
            </a:r>
            <a:r>
              <a:rPr kumimoji="0" lang="en-GB" sz="1100" b="0" i="0" u="none" strike="noStrike" kern="1200" cap="none" spc="0" normalizeH="0" baseline="0" noProof="0">
                <a:ln>
                  <a:noFill/>
                </a:ln>
                <a:solidFill>
                  <a:prstClr val="white"/>
                </a:solidFill>
                <a:effectLst/>
                <a:highlight>
                  <a:srgbClr val="FFFFFF"/>
                </a:highlight>
                <a:uLnTx/>
                <a:uFillTx/>
                <a:latin typeface="Aptos" panose="020B0004020202020204"/>
                <a:ea typeface="+mn-ea"/>
                <a:cs typeface="+mn-cs"/>
              </a:rPr>
              <a:t>🚫💊</a:t>
            </a:r>
            <a:r>
              <a:rPr kumimoji="0" lang="en-GB" sz="1100" b="0" i="0" u="none" strike="noStrike" kern="1200" cap="none" spc="0" normalizeH="0" baseline="0" noProof="0">
                <a:ln>
                  <a:noFill/>
                </a:ln>
                <a:solidFill>
                  <a:prstClr val="white"/>
                </a:solidFill>
                <a:effectLst/>
                <a:uLnTx/>
                <a:uFillTx/>
                <a:latin typeface="Aptos" panose="020B0004020202020204"/>
                <a:ea typeface="+mn-ea"/>
                <a:cs typeface="+mn-cs"/>
              </a:rPr>
              <a:t>)</a:t>
            </a:r>
            <a:br>
              <a:rPr kumimoji="0" lang="en-GB" sz="1100" b="0" i="0" u="none" strike="noStrike" kern="1200" cap="none" spc="0" normalizeH="0" baseline="0" noProof="0">
                <a:ln>
                  <a:noFill/>
                </a:ln>
                <a:solidFill>
                  <a:prstClr val="white"/>
                </a:solidFill>
                <a:effectLst/>
                <a:uLnTx/>
                <a:uFillTx/>
                <a:latin typeface="Aptos" panose="020B0004020202020204"/>
                <a:ea typeface="+mn-ea"/>
                <a:cs typeface="+mn-cs"/>
              </a:rPr>
            </a:br>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solidFill>
                <a:effectLst/>
                <a:uLnTx/>
                <a:uFillTx/>
                <a:latin typeface="Aptos" panose="020B0004020202020204"/>
                <a:ea typeface="+mn-ea"/>
                <a:cs typeface="+mn-cs"/>
              </a:rPr>
              <a:t>Under the null hypothesis, the average blood pressure level of individuals who took the medication (</a:t>
            </a:r>
            <a:r>
              <a:rPr kumimoji="0" lang="en-GB" sz="1100" b="0" i="0" u="none" strike="noStrike" kern="1200" cap="none" spc="0" normalizeH="0" baseline="0" noProof="0">
                <a:ln>
                  <a:noFill/>
                </a:ln>
                <a:solidFill>
                  <a:prstClr val="white"/>
                </a:solidFill>
                <a:effectLst/>
                <a:highlight>
                  <a:srgbClr val="FFFFFF"/>
                </a:highlight>
                <a:uLnTx/>
                <a:uFillTx/>
                <a:latin typeface="Aptos" panose="020B0004020202020204"/>
                <a:ea typeface="+mn-ea"/>
                <a:cs typeface="+mn-cs"/>
              </a:rPr>
              <a:t>💊</a:t>
            </a:r>
            <a:r>
              <a:rPr kumimoji="0" lang="en-GB" sz="1100" b="0" i="0" u="none" strike="noStrike" kern="1200" cap="none" spc="0" normalizeH="0" baseline="0" noProof="0">
                <a:ln>
                  <a:noFill/>
                </a:ln>
                <a:solidFill>
                  <a:prstClr val="white"/>
                </a:solidFill>
                <a:effectLst/>
                <a:uLnTx/>
                <a:uFillTx/>
                <a:latin typeface="Aptos" panose="020B0004020202020204"/>
                <a:ea typeface="+mn-ea"/>
                <a:cs typeface="+mn-cs"/>
              </a:rPr>
              <a:t>) and those who did not take the medication (</a:t>
            </a:r>
            <a:r>
              <a:rPr kumimoji="0" lang="en-GB" sz="1100" b="0" i="0" u="none" strike="noStrike" kern="1200" cap="none" spc="0" normalizeH="0" baseline="0" noProof="0">
                <a:ln>
                  <a:noFill/>
                </a:ln>
                <a:solidFill>
                  <a:prstClr val="white"/>
                </a:solidFill>
                <a:effectLst/>
                <a:highlight>
                  <a:srgbClr val="FFFFFF"/>
                </a:highlight>
                <a:uLnTx/>
                <a:uFillTx/>
                <a:latin typeface="Aptos" panose="020B0004020202020204"/>
                <a:ea typeface="+mn-ea"/>
                <a:cs typeface="+mn-cs"/>
              </a:rPr>
              <a:t>🚫💊</a:t>
            </a:r>
            <a:r>
              <a:rPr kumimoji="0" lang="en-GB" sz="1100" b="0" i="0" u="none" strike="noStrike" kern="1200" cap="none" spc="0" normalizeH="0" baseline="0" noProof="0">
                <a:ln>
                  <a:noFill/>
                </a:ln>
                <a:solidFill>
                  <a:prstClr val="white"/>
                </a:solidFill>
                <a:effectLst/>
                <a:uLnTx/>
                <a:uFillTx/>
                <a:latin typeface="Aptos" panose="020B0004020202020204"/>
                <a:ea typeface="+mn-ea"/>
                <a:cs typeface="+mn-cs"/>
              </a:rPr>
              <a:t>) </a:t>
            </a:r>
            <a:r>
              <a:rPr kumimoji="0" lang="en-GB" sz="1100" b="1" i="0" u="none" strike="noStrike" kern="1200" cap="none" spc="0" normalizeH="0" baseline="0" noProof="0">
                <a:ln>
                  <a:noFill/>
                </a:ln>
                <a:solidFill>
                  <a:prstClr val="white"/>
                </a:solidFill>
                <a:effectLst/>
                <a:highlight>
                  <a:srgbClr val="000000"/>
                </a:highlight>
                <a:uLnTx/>
                <a:uFillTx/>
                <a:latin typeface="Aptos" panose="020B0004020202020204"/>
                <a:ea typeface="+mn-ea"/>
                <a:cs typeface="+mn-cs"/>
              </a:rPr>
              <a:t>is the same</a:t>
            </a:r>
            <a:r>
              <a:rPr kumimoji="0" lang="en-GB" sz="1100" b="0" i="0" u="none" strike="noStrike" kern="1200" cap="none" spc="0" normalizeH="0" baseline="0" noProof="0">
                <a:ln>
                  <a:noFill/>
                </a:ln>
                <a:solidFill>
                  <a:prstClr val="white"/>
                </a:solidFill>
                <a:effectLst/>
                <a:uLnTx/>
                <a:uFillTx/>
                <a:latin typeface="Aptos" panose="020B0004020202020204"/>
                <a:ea typeface="+mn-ea"/>
                <a:cs typeface="+mn-cs"/>
              </a:rPr>
              <a:t>.</a:t>
            </a:r>
          </a:p>
        </p:txBody>
      </p:sp>
      <p:cxnSp>
        <p:nvCxnSpPr>
          <p:cNvPr id="166" name="Straight Connector 165">
            <a:extLst>
              <a:ext uri="{FF2B5EF4-FFF2-40B4-BE49-F238E27FC236}">
                <a16:creationId xmlns:a16="http://schemas.microsoft.com/office/drawing/2014/main" id="{3B2CB083-1ADB-E101-7B8E-6A9CEAC4E0A4}"/>
              </a:ext>
            </a:extLst>
          </p:cNvPr>
          <p:cNvCxnSpPr>
            <a:cxnSpLocks/>
          </p:cNvCxnSpPr>
          <p:nvPr/>
        </p:nvCxnSpPr>
        <p:spPr>
          <a:xfrm>
            <a:off x="3763795" y="3690974"/>
            <a:ext cx="1070610" cy="0"/>
          </a:xfrm>
          <a:prstGeom prst="line">
            <a:avLst/>
          </a:prstGeom>
          <a:ln>
            <a:solidFill>
              <a:srgbClr val="FFFF00"/>
            </a:solidFill>
            <a:prstDash val="lgDash"/>
          </a:ln>
        </p:spPr>
        <p:style>
          <a:lnRef idx="2">
            <a:schemeClr val="accent1"/>
          </a:lnRef>
          <a:fillRef idx="0">
            <a:schemeClr val="accent1"/>
          </a:fillRef>
          <a:effectRef idx="1">
            <a:schemeClr val="accent1"/>
          </a:effectRef>
          <a:fontRef idx="minor">
            <a:schemeClr val="tx1"/>
          </a:fontRef>
        </p:style>
      </p:cxnSp>
      <p:cxnSp>
        <p:nvCxnSpPr>
          <p:cNvPr id="167" name="Straight Connector 166">
            <a:extLst>
              <a:ext uri="{FF2B5EF4-FFF2-40B4-BE49-F238E27FC236}">
                <a16:creationId xmlns:a16="http://schemas.microsoft.com/office/drawing/2014/main" id="{D6811983-58AB-11CE-55A5-DC6A4D4174FC}"/>
              </a:ext>
            </a:extLst>
          </p:cNvPr>
          <p:cNvCxnSpPr>
            <a:cxnSpLocks/>
          </p:cNvCxnSpPr>
          <p:nvPr/>
        </p:nvCxnSpPr>
        <p:spPr>
          <a:xfrm>
            <a:off x="5224941" y="3710438"/>
            <a:ext cx="1070610" cy="0"/>
          </a:xfrm>
          <a:prstGeom prst="line">
            <a:avLst/>
          </a:prstGeom>
          <a:ln>
            <a:solidFill>
              <a:srgbClr val="FFFF00"/>
            </a:solidFill>
            <a:prstDash val="lgDash"/>
          </a:ln>
        </p:spPr>
        <p:style>
          <a:lnRef idx="2">
            <a:schemeClr val="accent1"/>
          </a:lnRef>
          <a:fillRef idx="0">
            <a:schemeClr val="accent1"/>
          </a:fillRef>
          <a:effectRef idx="1">
            <a:schemeClr val="accent1"/>
          </a:effectRef>
          <a:fontRef idx="minor">
            <a:schemeClr val="tx1"/>
          </a:fontRef>
        </p:style>
      </p:cxnSp>
      <p:sp>
        <p:nvSpPr>
          <p:cNvPr id="170" name="TextBox 169">
            <a:extLst>
              <a:ext uri="{FF2B5EF4-FFF2-40B4-BE49-F238E27FC236}">
                <a16:creationId xmlns:a16="http://schemas.microsoft.com/office/drawing/2014/main" id="{315FCF50-1E84-63FA-A64A-ABB4B4726F51}"/>
              </a:ext>
            </a:extLst>
          </p:cNvPr>
          <p:cNvSpPr txBox="1"/>
          <p:nvPr/>
        </p:nvSpPr>
        <p:spPr>
          <a:xfrm>
            <a:off x="6929733" y="2724238"/>
            <a:ext cx="3376351" cy="600164"/>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00"/>
                </a:solidFill>
                <a:effectLst/>
                <a:highlight>
                  <a:srgbClr val="FFFFFF"/>
                </a:highlight>
                <a:uLnTx/>
                <a:uFillTx/>
                <a:latin typeface="Aptos" panose="020B0004020202020204"/>
                <a:ea typeface="+mn-ea"/>
                <a:cs typeface="+mn-cs"/>
              </a:rPr>
              <a:t>🧪  </a:t>
            </a:r>
            <a:r>
              <a:rPr kumimoji="0" lang="en-GB" sz="1100" b="1" i="0" u="none" strike="noStrike" kern="1200" cap="none" spc="0" normalizeH="0" baseline="0" noProof="0">
                <a:ln>
                  <a:noFill/>
                </a:ln>
                <a:solidFill>
                  <a:srgbClr val="FFFF00"/>
                </a:solidFill>
                <a:effectLst/>
                <a:uLnTx/>
                <a:uFillTx/>
                <a:latin typeface="Aptos" panose="020B0004020202020204"/>
                <a:ea typeface="+mn-ea"/>
                <a:cs typeface="+mn-cs"/>
              </a:rPr>
              <a:t>Null hypothesis (H0)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solidFill>
                <a:effectLst/>
                <a:uLnTx/>
                <a:uFillTx/>
                <a:latin typeface="Aptos" panose="020B0004020202020204"/>
                <a:ea typeface="+mn-ea"/>
                <a:cs typeface="+mn-cs"/>
              </a:rPr>
              <a:t>Within the population, a medication administered to reduce blood pressure </a:t>
            </a:r>
            <a:r>
              <a:rPr kumimoji="0" lang="en-GB" sz="1100" b="1" i="0" u="none" strike="noStrike" kern="1200" cap="none" spc="0" normalizeH="0" baseline="0" noProof="0">
                <a:ln>
                  <a:noFill/>
                </a:ln>
                <a:solidFill>
                  <a:prstClr val="white"/>
                </a:solidFill>
                <a:effectLst/>
                <a:highlight>
                  <a:srgbClr val="000000"/>
                </a:highlight>
                <a:uLnTx/>
                <a:uFillTx/>
                <a:latin typeface="Aptos" panose="020B0004020202020204"/>
                <a:ea typeface="+mn-ea"/>
                <a:cs typeface="+mn-cs"/>
              </a:rPr>
              <a:t>has no effect</a:t>
            </a:r>
            <a:r>
              <a:rPr kumimoji="0" lang="en-GB" sz="1100" b="0" i="0" u="none" strike="noStrike" kern="1200" cap="none" spc="0" normalizeH="0" baseline="0" noProof="0">
                <a:ln>
                  <a:noFill/>
                </a:ln>
                <a:solidFill>
                  <a:prstClr val="white"/>
                </a:solidFill>
                <a:effectLst/>
                <a:uLnTx/>
                <a:uFillTx/>
                <a:latin typeface="Aptos" panose="020B0004020202020204"/>
                <a:ea typeface="+mn-ea"/>
                <a:cs typeface="+mn-cs"/>
              </a:rPr>
              <a:t>.</a:t>
            </a:r>
          </a:p>
        </p:txBody>
      </p:sp>
      <p:sp>
        <p:nvSpPr>
          <p:cNvPr id="173" name="Oval 172">
            <a:extLst>
              <a:ext uri="{FF2B5EF4-FFF2-40B4-BE49-F238E27FC236}">
                <a16:creationId xmlns:a16="http://schemas.microsoft.com/office/drawing/2014/main" id="{6A85B487-97C1-2FFC-CED4-6E1295714977}"/>
              </a:ext>
            </a:extLst>
          </p:cNvPr>
          <p:cNvSpPr/>
          <p:nvPr/>
        </p:nvSpPr>
        <p:spPr>
          <a:xfrm>
            <a:off x="4157162" y="4946757"/>
            <a:ext cx="489849" cy="47535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noProof="0">
                <a:solidFill>
                  <a:prstClr val="white"/>
                </a:solidFill>
              </a:rPr>
              <a:t>🚫💊</a:t>
            </a:r>
            <a:endParaRPr lang="en-GB" sz="1400" noProof="0"/>
          </a:p>
        </p:txBody>
      </p:sp>
      <p:sp>
        <p:nvSpPr>
          <p:cNvPr id="174" name="Oval 173">
            <a:extLst>
              <a:ext uri="{FF2B5EF4-FFF2-40B4-BE49-F238E27FC236}">
                <a16:creationId xmlns:a16="http://schemas.microsoft.com/office/drawing/2014/main" id="{503312E3-0F3D-790C-F4B2-68C101FEAB78}"/>
              </a:ext>
            </a:extLst>
          </p:cNvPr>
          <p:cNvSpPr/>
          <p:nvPr/>
        </p:nvSpPr>
        <p:spPr>
          <a:xfrm>
            <a:off x="5407786" y="4939126"/>
            <a:ext cx="489849" cy="47535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noProof="0">
                <a:solidFill>
                  <a:prstClr val="white"/>
                </a:solidFill>
              </a:rPr>
              <a:t>💊</a:t>
            </a:r>
            <a:endParaRPr lang="en-GB" sz="1400" noProof="0"/>
          </a:p>
        </p:txBody>
      </p:sp>
      <p:sp>
        <p:nvSpPr>
          <p:cNvPr id="175" name="TextBox 174">
            <a:extLst>
              <a:ext uri="{FF2B5EF4-FFF2-40B4-BE49-F238E27FC236}">
                <a16:creationId xmlns:a16="http://schemas.microsoft.com/office/drawing/2014/main" id="{627118F5-5739-DB74-C329-A77A45F8D467}"/>
              </a:ext>
            </a:extLst>
          </p:cNvPr>
          <p:cNvSpPr txBox="1"/>
          <p:nvPr/>
        </p:nvSpPr>
        <p:spPr>
          <a:xfrm>
            <a:off x="1239167" y="4384055"/>
            <a:ext cx="1946611" cy="646331"/>
          </a:xfrm>
          <a:prstGeom prst="rect">
            <a:avLst/>
          </a:prstGeom>
          <a:noFill/>
        </p:spPr>
        <p:txBody>
          <a:bodyPr wrap="square">
            <a:spAutoFit/>
          </a:bodyPr>
          <a:lstStyle>
            <a:defPPr>
              <a:defRPr lang="en-US"/>
            </a:defPPr>
            <a:lvl1pPr>
              <a:defRPr sz="1600"/>
            </a:lvl1pPr>
          </a:lstStyle>
          <a:p>
            <a:pPr lvl="0">
              <a:defRPr/>
            </a:pPr>
            <a:r>
              <a:rPr lang="en-GB" sz="900" noProof="0">
                <a:solidFill>
                  <a:prstClr val="white"/>
                </a:solidFill>
                <a:highlight>
                  <a:srgbClr val="FFFFFF"/>
                </a:highlight>
              </a:rPr>
              <a:t>🚫💊 </a:t>
            </a:r>
            <a:r>
              <a:rPr kumimoji="0" lang="en-GB" sz="900" b="1" i="0" u="none" strike="noStrike" kern="1200" cap="none" spc="0" normalizeH="0" baseline="0" noProof="0">
                <a:ln>
                  <a:noFill/>
                </a:ln>
                <a:solidFill>
                  <a:schemeClr val="bg1"/>
                </a:solidFill>
                <a:effectLst/>
                <a:highlight>
                  <a:srgbClr val="000000"/>
                </a:highlight>
                <a:uLnTx/>
                <a:uFillTx/>
                <a:latin typeface="Aptos" panose="020B0004020202020204"/>
                <a:ea typeface="+mn-ea"/>
                <a:cs typeface="+mn-cs"/>
              </a:rPr>
              <a:t>Mean value of the blood pressure </a:t>
            </a:r>
            <a:r>
              <a:rPr kumimoji="0" lang="en-GB" sz="900" i="0" u="none" strike="noStrike" kern="1200" cap="none" spc="0" normalizeH="0" baseline="0" noProof="0">
                <a:ln>
                  <a:noFill/>
                </a:ln>
                <a:solidFill>
                  <a:schemeClr val="bg1"/>
                </a:solidFill>
                <a:effectLst/>
                <a:uLnTx/>
                <a:uFillTx/>
                <a:latin typeface="Aptos" panose="020B0004020202020204"/>
                <a:ea typeface="+mn-ea"/>
                <a:cs typeface="+mn-cs"/>
              </a:rPr>
              <a:t>in those who were not exposed to de medication  in the population </a:t>
            </a:r>
            <a:r>
              <a:rPr kumimoji="0" lang="en-GB" sz="900" b="1" i="0" u="none" strike="noStrike" kern="1200" cap="none" spc="0" normalizeH="0" baseline="0" noProof="0">
                <a:ln>
                  <a:noFill/>
                </a:ln>
                <a:solidFill>
                  <a:schemeClr val="bg1"/>
                </a:solidFill>
                <a:effectLst/>
                <a:highlight>
                  <a:srgbClr val="000000"/>
                </a:highlight>
                <a:uLnTx/>
                <a:uFillTx/>
                <a:latin typeface="Aptos" panose="020B0004020202020204"/>
                <a:ea typeface="+mn-ea"/>
                <a:cs typeface="+mn-cs"/>
              </a:rPr>
              <a:t>under H0</a:t>
            </a:r>
          </a:p>
        </p:txBody>
      </p:sp>
      <p:cxnSp>
        <p:nvCxnSpPr>
          <p:cNvPr id="177" name="Connector: Curved 176">
            <a:extLst>
              <a:ext uri="{FF2B5EF4-FFF2-40B4-BE49-F238E27FC236}">
                <a16:creationId xmlns:a16="http://schemas.microsoft.com/office/drawing/2014/main" id="{0E31ACB3-8108-2ADC-92CA-863DE1AF6968}"/>
              </a:ext>
            </a:extLst>
          </p:cNvPr>
          <p:cNvCxnSpPr>
            <a:cxnSpLocks/>
          </p:cNvCxnSpPr>
          <p:nvPr/>
        </p:nvCxnSpPr>
        <p:spPr>
          <a:xfrm rot="10800000" flipV="1">
            <a:off x="2542792" y="3724385"/>
            <a:ext cx="1115203" cy="661753"/>
          </a:xfrm>
          <a:prstGeom prst="curvedConnector2">
            <a:avLst/>
          </a:prstGeom>
          <a:ln w="9525">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78" name="TextBox 177">
            <a:extLst>
              <a:ext uri="{FF2B5EF4-FFF2-40B4-BE49-F238E27FC236}">
                <a16:creationId xmlns:a16="http://schemas.microsoft.com/office/drawing/2014/main" id="{6CACB342-0842-2082-BC81-AB634E0A7A00}"/>
              </a:ext>
            </a:extLst>
          </p:cNvPr>
          <p:cNvSpPr txBox="1"/>
          <p:nvPr/>
        </p:nvSpPr>
        <p:spPr>
          <a:xfrm>
            <a:off x="1938204" y="5049727"/>
            <a:ext cx="1978169" cy="646331"/>
          </a:xfrm>
          <a:prstGeom prst="rect">
            <a:avLst/>
          </a:prstGeom>
          <a:noFill/>
        </p:spPr>
        <p:txBody>
          <a:bodyPr wrap="square">
            <a:spAutoFit/>
          </a:bodyPr>
          <a:lstStyle>
            <a:defPPr>
              <a:defRPr lang="en-US"/>
            </a:defPPr>
            <a:lvl1pPr>
              <a:defRPr sz="1600"/>
            </a:lvl1pPr>
          </a:lstStyle>
          <a:p>
            <a:pPr lvl="0">
              <a:defRPr/>
            </a:pPr>
            <a:r>
              <a:rPr lang="en-GB" sz="900" noProof="0">
                <a:solidFill>
                  <a:prstClr val="white"/>
                </a:solidFill>
                <a:highlight>
                  <a:srgbClr val="FFFFFF"/>
                </a:highlight>
              </a:rPr>
              <a:t>💊 </a:t>
            </a:r>
            <a:r>
              <a:rPr lang="en-GB" sz="900" b="1" noProof="0">
                <a:solidFill>
                  <a:schemeClr val="bg1"/>
                </a:solidFill>
                <a:highlight>
                  <a:srgbClr val="000000"/>
                </a:highlight>
              </a:rPr>
              <a:t>Mean value of </a:t>
            </a:r>
            <a:r>
              <a:rPr kumimoji="0" lang="en-GB" sz="900" b="1" i="0" u="none" strike="noStrike" kern="1200" cap="none" spc="0" normalizeH="0" baseline="0" noProof="0">
                <a:ln>
                  <a:noFill/>
                </a:ln>
                <a:solidFill>
                  <a:schemeClr val="bg1"/>
                </a:solidFill>
                <a:effectLst/>
                <a:highlight>
                  <a:srgbClr val="000000"/>
                </a:highlight>
                <a:uLnTx/>
                <a:uFillTx/>
                <a:latin typeface="Aptos" panose="020B0004020202020204"/>
                <a:ea typeface="+mn-ea"/>
                <a:cs typeface="+mn-cs"/>
              </a:rPr>
              <a:t>blood pressure </a:t>
            </a:r>
            <a:r>
              <a:rPr kumimoji="0" lang="en-GB" sz="900" i="0" u="none" strike="noStrike" kern="1200" cap="none" spc="0" normalizeH="0" baseline="0" noProof="0">
                <a:ln>
                  <a:noFill/>
                </a:ln>
                <a:solidFill>
                  <a:schemeClr val="bg1"/>
                </a:solidFill>
                <a:effectLst/>
                <a:uLnTx/>
                <a:uFillTx/>
                <a:latin typeface="Aptos" panose="020B0004020202020204"/>
                <a:ea typeface="+mn-ea"/>
                <a:cs typeface="+mn-cs"/>
              </a:rPr>
              <a:t>in those who were not exposed to de medication in the population </a:t>
            </a:r>
            <a:r>
              <a:rPr lang="en-GB" sz="900" b="1" noProof="0">
                <a:solidFill>
                  <a:schemeClr val="bg1"/>
                </a:solidFill>
                <a:highlight>
                  <a:srgbClr val="000000"/>
                </a:highlight>
              </a:rPr>
              <a:t>under H0</a:t>
            </a:r>
            <a:endParaRPr kumimoji="0" lang="en-GB" sz="900" i="0" u="none" strike="noStrike" kern="1200" cap="none" spc="0" normalizeH="0" baseline="0" noProof="0">
              <a:ln>
                <a:noFill/>
              </a:ln>
              <a:solidFill>
                <a:schemeClr val="bg1"/>
              </a:solidFill>
              <a:effectLst/>
              <a:uLnTx/>
              <a:uFillTx/>
              <a:latin typeface="Aptos" panose="020B0004020202020204"/>
              <a:ea typeface="+mn-ea"/>
              <a:cs typeface="+mn-cs"/>
            </a:endParaRPr>
          </a:p>
        </p:txBody>
      </p:sp>
      <p:cxnSp>
        <p:nvCxnSpPr>
          <p:cNvPr id="179" name="Connector: Curved 178">
            <a:extLst>
              <a:ext uri="{FF2B5EF4-FFF2-40B4-BE49-F238E27FC236}">
                <a16:creationId xmlns:a16="http://schemas.microsoft.com/office/drawing/2014/main" id="{41B9DC54-C4B4-7201-2FF4-BD8000480A90}"/>
              </a:ext>
            </a:extLst>
          </p:cNvPr>
          <p:cNvCxnSpPr>
            <a:cxnSpLocks/>
            <a:endCxn id="178" idx="2"/>
          </p:cNvCxnSpPr>
          <p:nvPr/>
        </p:nvCxnSpPr>
        <p:spPr>
          <a:xfrm rot="10800000" flipV="1">
            <a:off x="2927290" y="3722418"/>
            <a:ext cx="2320247" cy="1973640"/>
          </a:xfrm>
          <a:prstGeom prst="curvedConnector4">
            <a:avLst>
              <a:gd name="adj1" fmla="val 16063"/>
              <a:gd name="adj2" fmla="val 124614"/>
            </a:avLst>
          </a:prstGeom>
          <a:ln w="9525">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42999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E2D42788-FAA9-F962-3CA5-D8586941AEBC}"/>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349BC594-1E5B-835B-352B-29E68AF49826}"/>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Quantitative designs</a:t>
            </a:r>
          </a:p>
        </p:txBody>
      </p:sp>
      <p:sp>
        <p:nvSpPr>
          <p:cNvPr id="17" name="Rectangle: Rounded Corners 16">
            <a:extLst>
              <a:ext uri="{FF2B5EF4-FFF2-40B4-BE49-F238E27FC236}">
                <a16:creationId xmlns:a16="http://schemas.microsoft.com/office/drawing/2014/main" id="{1AE9145E-1372-5BB6-8E46-0C34DEA3D2A7}"/>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 name="Slide Number Placeholder 5">
            <a:extLst>
              <a:ext uri="{FF2B5EF4-FFF2-40B4-BE49-F238E27FC236}">
                <a16:creationId xmlns:a16="http://schemas.microsoft.com/office/drawing/2014/main" id="{F482865F-EEFD-2686-780F-30A6E510B8CD}"/>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9DA13DDA-EF97-F29E-9D08-59513541CDA9}"/>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cxnSp>
        <p:nvCxnSpPr>
          <p:cNvPr id="9" name="Straight Connector 8">
            <a:extLst>
              <a:ext uri="{FF2B5EF4-FFF2-40B4-BE49-F238E27FC236}">
                <a16:creationId xmlns:a16="http://schemas.microsoft.com/office/drawing/2014/main" id="{46802029-4F9C-68E0-26CC-E3036E30B12B}"/>
              </a:ext>
            </a:extLst>
          </p:cNvPr>
          <p:cNvCxnSpPr>
            <a:cxnSpLocks/>
          </p:cNvCxnSpPr>
          <p:nvPr/>
        </p:nvCxnSpPr>
        <p:spPr>
          <a:xfrm>
            <a:off x="6846630" y="4013627"/>
            <a:ext cx="1070610" cy="0"/>
          </a:xfrm>
          <a:prstGeom prst="line">
            <a:avLst/>
          </a:prstGeom>
          <a:ln>
            <a:solidFill>
              <a:schemeClr val="bg1"/>
            </a:solidFill>
            <a:prstDash val="lgDash"/>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1F19F4B8-598E-7314-EBF2-6003AE8CC558}"/>
              </a:ext>
            </a:extLst>
          </p:cNvPr>
          <p:cNvCxnSpPr>
            <a:cxnSpLocks/>
          </p:cNvCxnSpPr>
          <p:nvPr/>
        </p:nvCxnSpPr>
        <p:spPr>
          <a:xfrm>
            <a:off x="7934381" y="3568743"/>
            <a:ext cx="1070610" cy="0"/>
          </a:xfrm>
          <a:prstGeom prst="line">
            <a:avLst/>
          </a:prstGeom>
          <a:ln>
            <a:solidFill>
              <a:schemeClr val="bg1"/>
            </a:solidFill>
            <a:prstDash val="lgDash"/>
          </a:ln>
        </p:spPr>
        <p:style>
          <a:lnRef idx="2">
            <a:schemeClr val="accent1"/>
          </a:lnRef>
          <a:fillRef idx="0">
            <a:schemeClr val="accent1"/>
          </a:fillRef>
          <a:effectRef idx="1">
            <a:schemeClr val="accent1"/>
          </a:effectRef>
          <a:fontRef idx="minor">
            <a:schemeClr val="tx1"/>
          </a:fontRef>
        </p:style>
      </p:cxnSp>
      <p:grpSp>
        <p:nvGrpSpPr>
          <p:cNvPr id="32" name="Group 31">
            <a:extLst>
              <a:ext uri="{FF2B5EF4-FFF2-40B4-BE49-F238E27FC236}">
                <a16:creationId xmlns:a16="http://schemas.microsoft.com/office/drawing/2014/main" id="{241A0BFB-6A9B-A79C-A156-D1A3EF651D37}"/>
              </a:ext>
            </a:extLst>
          </p:cNvPr>
          <p:cNvGrpSpPr/>
          <p:nvPr/>
        </p:nvGrpSpPr>
        <p:grpSpPr>
          <a:xfrm>
            <a:off x="7044590" y="3570614"/>
            <a:ext cx="147278" cy="371643"/>
            <a:chOff x="2802805" y="2595678"/>
            <a:chExt cx="147278" cy="371643"/>
          </a:xfrm>
        </p:grpSpPr>
        <p:sp>
          <p:nvSpPr>
            <p:cNvPr id="41" name="Freeform: Shape 40">
              <a:extLst>
                <a:ext uri="{FF2B5EF4-FFF2-40B4-BE49-F238E27FC236}">
                  <a16:creationId xmlns:a16="http://schemas.microsoft.com/office/drawing/2014/main" id="{82CF7A1C-9963-27D0-C61F-F50831FD3EF8}"/>
                </a:ext>
              </a:extLst>
            </p:cNvPr>
            <p:cNvSpPr/>
            <p:nvPr/>
          </p:nvSpPr>
          <p:spPr>
            <a:xfrm>
              <a:off x="2802805" y="2679397"/>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2" name="Freeform: Shape 41">
              <a:extLst>
                <a:ext uri="{FF2B5EF4-FFF2-40B4-BE49-F238E27FC236}">
                  <a16:creationId xmlns:a16="http://schemas.microsoft.com/office/drawing/2014/main" id="{631039DA-E2C8-2E86-92DA-63A8836BAFC0}"/>
                </a:ext>
              </a:extLst>
            </p:cNvPr>
            <p:cNvSpPr/>
            <p:nvPr/>
          </p:nvSpPr>
          <p:spPr>
            <a:xfrm>
              <a:off x="2839189" y="259567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1" name="Freeform: Shape 80">
              <a:extLst>
                <a:ext uri="{FF2B5EF4-FFF2-40B4-BE49-F238E27FC236}">
                  <a16:creationId xmlns:a16="http://schemas.microsoft.com/office/drawing/2014/main" id="{EEEBBF07-FAD0-6BF4-9B23-DEF2123F1FFB}"/>
                </a:ext>
              </a:extLst>
            </p:cNvPr>
            <p:cNvSpPr/>
            <p:nvPr/>
          </p:nvSpPr>
          <p:spPr>
            <a:xfrm>
              <a:off x="2848491" y="2725893"/>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82" name="Group 81">
            <a:extLst>
              <a:ext uri="{FF2B5EF4-FFF2-40B4-BE49-F238E27FC236}">
                <a16:creationId xmlns:a16="http://schemas.microsoft.com/office/drawing/2014/main" id="{833E017D-6F83-ECCC-B5FC-6D06A176AA00}"/>
              </a:ext>
            </a:extLst>
          </p:cNvPr>
          <p:cNvGrpSpPr/>
          <p:nvPr/>
        </p:nvGrpSpPr>
        <p:grpSpPr>
          <a:xfrm>
            <a:off x="7303225" y="3582400"/>
            <a:ext cx="315553" cy="372042"/>
            <a:chOff x="2864048" y="4473411"/>
            <a:chExt cx="315553" cy="372042"/>
          </a:xfrm>
        </p:grpSpPr>
        <p:sp>
          <p:nvSpPr>
            <p:cNvPr id="83" name="Freeform: Shape 82">
              <a:extLst>
                <a:ext uri="{FF2B5EF4-FFF2-40B4-BE49-F238E27FC236}">
                  <a16:creationId xmlns:a16="http://schemas.microsoft.com/office/drawing/2014/main" id="{87F96BFD-C239-9A34-A57C-DC823BC76855}"/>
                </a:ext>
              </a:extLst>
            </p:cNvPr>
            <p:cNvSpPr/>
            <p:nvPr/>
          </p:nvSpPr>
          <p:spPr>
            <a:xfrm>
              <a:off x="2864048" y="4557129"/>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6" name="Freeform: Shape 85">
              <a:extLst>
                <a:ext uri="{FF2B5EF4-FFF2-40B4-BE49-F238E27FC236}">
                  <a16:creationId xmlns:a16="http://schemas.microsoft.com/office/drawing/2014/main" id="{D9F8BF61-769B-E59C-A286-612E43B4BF20}"/>
                </a:ext>
              </a:extLst>
            </p:cNvPr>
            <p:cNvSpPr/>
            <p:nvPr/>
          </p:nvSpPr>
          <p:spPr>
            <a:xfrm>
              <a:off x="2900432" y="447341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8" name="Freeform: Shape 87">
              <a:extLst>
                <a:ext uri="{FF2B5EF4-FFF2-40B4-BE49-F238E27FC236}">
                  <a16:creationId xmlns:a16="http://schemas.microsoft.com/office/drawing/2014/main" id="{8E77BAF7-CE71-1E4F-D3AF-02B29021DC8B}"/>
                </a:ext>
              </a:extLst>
            </p:cNvPr>
            <p:cNvSpPr/>
            <p:nvPr/>
          </p:nvSpPr>
          <p:spPr>
            <a:xfrm>
              <a:off x="2909734" y="4603625"/>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1" name="Freeform: Shape 90">
              <a:extLst>
                <a:ext uri="{FF2B5EF4-FFF2-40B4-BE49-F238E27FC236}">
                  <a16:creationId xmlns:a16="http://schemas.microsoft.com/office/drawing/2014/main" id="{15884B72-15BD-1BDA-A2F6-13E86FC8B5C3}"/>
                </a:ext>
              </a:extLst>
            </p:cNvPr>
            <p:cNvSpPr/>
            <p:nvPr/>
          </p:nvSpPr>
          <p:spPr>
            <a:xfrm>
              <a:off x="3032305" y="4557129"/>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3" name="Freeform: Shape 92">
              <a:extLst>
                <a:ext uri="{FF2B5EF4-FFF2-40B4-BE49-F238E27FC236}">
                  <a16:creationId xmlns:a16="http://schemas.microsoft.com/office/drawing/2014/main" id="{31B4C03E-416D-B53E-1464-1619D90DC166}"/>
                </a:ext>
              </a:extLst>
            </p:cNvPr>
            <p:cNvSpPr/>
            <p:nvPr/>
          </p:nvSpPr>
          <p:spPr>
            <a:xfrm>
              <a:off x="3068670" y="447341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4" name="Freeform: Shape 93">
              <a:extLst>
                <a:ext uri="{FF2B5EF4-FFF2-40B4-BE49-F238E27FC236}">
                  <a16:creationId xmlns:a16="http://schemas.microsoft.com/office/drawing/2014/main" id="{42B8B0EF-C025-3D3F-BA1D-E54418B14098}"/>
                </a:ext>
              </a:extLst>
            </p:cNvPr>
            <p:cNvSpPr/>
            <p:nvPr/>
          </p:nvSpPr>
          <p:spPr>
            <a:xfrm>
              <a:off x="3041427" y="4603625"/>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95" name="Group 94">
            <a:extLst>
              <a:ext uri="{FF2B5EF4-FFF2-40B4-BE49-F238E27FC236}">
                <a16:creationId xmlns:a16="http://schemas.microsoft.com/office/drawing/2014/main" id="{88FE2FC9-D2CF-DB4E-C216-38DB5B023519}"/>
              </a:ext>
            </a:extLst>
          </p:cNvPr>
          <p:cNvGrpSpPr/>
          <p:nvPr/>
        </p:nvGrpSpPr>
        <p:grpSpPr>
          <a:xfrm>
            <a:off x="7146295" y="4061643"/>
            <a:ext cx="313859" cy="372043"/>
            <a:chOff x="2684562" y="4964971"/>
            <a:chExt cx="313859" cy="372043"/>
          </a:xfrm>
        </p:grpSpPr>
        <p:sp>
          <p:nvSpPr>
            <p:cNvPr id="168" name="Freeform: Shape 167">
              <a:extLst>
                <a:ext uri="{FF2B5EF4-FFF2-40B4-BE49-F238E27FC236}">
                  <a16:creationId xmlns:a16="http://schemas.microsoft.com/office/drawing/2014/main" id="{6E667FF0-85D9-D45F-64DC-96025794440A}"/>
                </a:ext>
              </a:extLst>
            </p:cNvPr>
            <p:cNvSpPr/>
            <p:nvPr/>
          </p:nvSpPr>
          <p:spPr>
            <a:xfrm>
              <a:off x="2851143" y="5048690"/>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9" name="Freeform: Shape 168">
              <a:extLst>
                <a:ext uri="{FF2B5EF4-FFF2-40B4-BE49-F238E27FC236}">
                  <a16:creationId xmlns:a16="http://schemas.microsoft.com/office/drawing/2014/main" id="{B9DBAE53-01B7-E332-6F76-0B4519B0977D}"/>
                </a:ext>
              </a:extLst>
            </p:cNvPr>
            <p:cNvSpPr/>
            <p:nvPr/>
          </p:nvSpPr>
          <p:spPr>
            <a:xfrm>
              <a:off x="2887527" y="496497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1" name="Freeform: Shape 170">
              <a:extLst>
                <a:ext uri="{FF2B5EF4-FFF2-40B4-BE49-F238E27FC236}">
                  <a16:creationId xmlns:a16="http://schemas.microsoft.com/office/drawing/2014/main" id="{4DD27B7C-C8CA-4406-EF26-17755C8FF583}"/>
                </a:ext>
              </a:extLst>
            </p:cNvPr>
            <p:cNvSpPr/>
            <p:nvPr/>
          </p:nvSpPr>
          <p:spPr>
            <a:xfrm>
              <a:off x="2684562" y="5048690"/>
              <a:ext cx="147297"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2" name="Freeform: Shape 171">
              <a:extLst>
                <a:ext uri="{FF2B5EF4-FFF2-40B4-BE49-F238E27FC236}">
                  <a16:creationId xmlns:a16="http://schemas.microsoft.com/office/drawing/2014/main" id="{5AEA2F74-0C4E-FE72-04FE-2A4F3997EC98}"/>
                </a:ext>
              </a:extLst>
            </p:cNvPr>
            <p:cNvSpPr/>
            <p:nvPr/>
          </p:nvSpPr>
          <p:spPr>
            <a:xfrm>
              <a:off x="2720927" y="496497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5" name="Freeform: Shape 174">
              <a:extLst>
                <a:ext uri="{FF2B5EF4-FFF2-40B4-BE49-F238E27FC236}">
                  <a16:creationId xmlns:a16="http://schemas.microsoft.com/office/drawing/2014/main" id="{39B05015-E10E-6B03-A0D3-8069002D4116}"/>
                </a:ext>
              </a:extLst>
            </p:cNvPr>
            <p:cNvSpPr/>
            <p:nvPr/>
          </p:nvSpPr>
          <p:spPr>
            <a:xfrm>
              <a:off x="2896829" y="5095186"/>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6" name="Freeform: Shape 175">
              <a:extLst>
                <a:ext uri="{FF2B5EF4-FFF2-40B4-BE49-F238E27FC236}">
                  <a16:creationId xmlns:a16="http://schemas.microsoft.com/office/drawing/2014/main" id="{2C20E765-3B8C-68A3-C5A6-E19A62CB38AF}"/>
                </a:ext>
              </a:extLst>
            </p:cNvPr>
            <p:cNvSpPr/>
            <p:nvPr/>
          </p:nvSpPr>
          <p:spPr>
            <a:xfrm>
              <a:off x="2693684" y="5095186"/>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77" name="Group 176">
            <a:extLst>
              <a:ext uri="{FF2B5EF4-FFF2-40B4-BE49-F238E27FC236}">
                <a16:creationId xmlns:a16="http://schemas.microsoft.com/office/drawing/2014/main" id="{7D17AAC3-114F-A9F8-B72D-8172DDA1B1B4}"/>
              </a:ext>
            </a:extLst>
          </p:cNvPr>
          <p:cNvGrpSpPr/>
          <p:nvPr/>
        </p:nvGrpSpPr>
        <p:grpSpPr>
          <a:xfrm>
            <a:off x="8078702" y="3098997"/>
            <a:ext cx="313859" cy="372043"/>
            <a:chOff x="3907211" y="3111969"/>
            <a:chExt cx="313859" cy="372043"/>
          </a:xfrm>
        </p:grpSpPr>
        <p:sp>
          <p:nvSpPr>
            <p:cNvPr id="178" name="Freeform: Shape 177">
              <a:extLst>
                <a:ext uri="{FF2B5EF4-FFF2-40B4-BE49-F238E27FC236}">
                  <a16:creationId xmlns:a16="http://schemas.microsoft.com/office/drawing/2014/main" id="{4DB8E6AB-5E03-456B-2D5B-DC08C40FD48B}"/>
                </a:ext>
              </a:extLst>
            </p:cNvPr>
            <p:cNvSpPr/>
            <p:nvPr/>
          </p:nvSpPr>
          <p:spPr>
            <a:xfrm>
              <a:off x="4073792" y="3195688"/>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9" name="Freeform: Shape 178">
              <a:extLst>
                <a:ext uri="{FF2B5EF4-FFF2-40B4-BE49-F238E27FC236}">
                  <a16:creationId xmlns:a16="http://schemas.microsoft.com/office/drawing/2014/main" id="{72561548-6E71-8B83-2DBD-8908D1FEA64D}"/>
                </a:ext>
              </a:extLst>
            </p:cNvPr>
            <p:cNvSpPr/>
            <p:nvPr/>
          </p:nvSpPr>
          <p:spPr>
            <a:xfrm>
              <a:off x="4110176" y="31119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0" name="Freeform: Shape 179">
              <a:extLst>
                <a:ext uri="{FF2B5EF4-FFF2-40B4-BE49-F238E27FC236}">
                  <a16:creationId xmlns:a16="http://schemas.microsoft.com/office/drawing/2014/main" id="{2E6A7251-A569-1FAA-5694-182DF8806517}"/>
                </a:ext>
              </a:extLst>
            </p:cNvPr>
            <p:cNvSpPr/>
            <p:nvPr/>
          </p:nvSpPr>
          <p:spPr>
            <a:xfrm>
              <a:off x="3907211" y="3195688"/>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1" name="Freeform: Shape 180">
              <a:extLst>
                <a:ext uri="{FF2B5EF4-FFF2-40B4-BE49-F238E27FC236}">
                  <a16:creationId xmlns:a16="http://schemas.microsoft.com/office/drawing/2014/main" id="{D791E129-C396-6EEF-ECF8-60326D44581B}"/>
                </a:ext>
              </a:extLst>
            </p:cNvPr>
            <p:cNvSpPr/>
            <p:nvPr/>
          </p:nvSpPr>
          <p:spPr>
            <a:xfrm>
              <a:off x="3943576" y="31119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2" name="Freeform: Shape 181">
              <a:extLst>
                <a:ext uri="{FF2B5EF4-FFF2-40B4-BE49-F238E27FC236}">
                  <a16:creationId xmlns:a16="http://schemas.microsoft.com/office/drawing/2014/main" id="{BE1D972F-8C50-F6A5-6A6F-572FEB9DF507}"/>
                </a:ext>
              </a:extLst>
            </p:cNvPr>
            <p:cNvSpPr/>
            <p:nvPr/>
          </p:nvSpPr>
          <p:spPr>
            <a:xfrm>
              <a:off x="4119478" y="3242184"/>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3" name="Freeform: Shape 182">
              <a:extLst>
                <a:ext uri="{FF2B5EF4-FFF2-40B4-BE49-F238E27FC236}">
                  <a16:creationId xmlns:a16="http://schemas.microsoft.com/office/drawing/2014/main" id="{DF45D9CC-AE7E-C0EF-09DC-5B601B330992}"/>
                </a:ext>
              </a:extLst>
            </p:cNvPr>
            <p:cNvSpPr/>
            <p:nvPr/>
          </p:nvSpPr>
          <p:spPr>
            <a:xfrm>
              <a:off x="3916333" y="3242184"/>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84" name="Group 183">
            <a:extLst>
              <a:ext uri="{FF2B5EF4-FFF2-40B4-BE49-F238E27FC236}">
                <a16:creationId xmlns:a16="http://schemas.microsoft.com/office/drawing/2014/main" id="{0976C85C-881C-3F4E-A1FB-C704864CE0DC}"/>
              </a:ext>
            </a:extLst>
          </p:cNvPr>
          <p:cNvGrpSpPr/>
          <p:nvPr/>
        </p:nvGrpSpPr>
        <p:grpSpPr>
          <a:xfrm>
            <a:off x="8484753" y="3098997"/>
            <a:ext cx="315553" cy="372043"/>
            <a:chOff x="3762064" y="4084284"/>
            <a:chExt cx="315553" cy="372043"/>
          </a:xfrm>
        </p:grpSpPr>
        <p:sp>
          <p:nvSpPr>
            <p:cNvPr id="185" name="Freeform: Shape 184">
              <a:extLst>
                <a:ext uri="{FF2B5EF4-FFF2-40B4-BE49-F238E27FC236}">
                  <a16:creationId xmlns:a16="http://schemas.microsoft.com/office/drawing/2014/main" id="{97E5D04D-4109-2823-B735-139F87687B7E}"/>
                </a:ext>
              </a:extLst>
            </p:cNvPr>
            <p:cNvSpPr/>
            <p:nvPr/>
          </p:nvSpPr>
          <p:spPr>
            <a:xfrm>
              <a:off x="3762064" y="4168003"/>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6" name="Freeform: Shape 185">
              <a:extLst>
                <a:ext uri="{FF2B5EF4-FFF2-40B4-BE49-F238E27FC236}">
                  <a16:creationId xmlns:a16="http://schemas.microsoft.com/office/drawing/2014/main" id="{15795BA6-BA3A-6063-951D-47CCC9183F34}"/>
                </a:ext>
              </a:extLst>
            </p:cNvPr>
            <p:cNvSpPr/>
            <p:nvPr/>
          </p:nvSpPr>
          <p:spPr>
            <a:xfrm>
              <a:off x="3798448" y="408428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7" name="Freeform: Shape 186">
              <a:extLst>
                <a:ext uri="{FF2B5EF4-FFF2-40B4-BE49-F238E27FC236}">
                  <a16:creationId xmlns:a16="http://schemas.microsoft.com/office/drawing/2014/main" id="{03B822DA-8C7E-B782-672E-EE3AB4E13E28}"/>
                </a:ext>
              </a:extLst>
            </p:cNvPr>
            <p:cNvSpPr/>
            <p:nvPr/>
          </p:nvSpPr>
          <p:spPr>
            <a:xfrm>
              <a:off x="3807749" y="4214499"/>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8" name="Freeform: Shape 187">
              <a:extLst>
                <a:ext uri="{FF2B5EF4-FFF2-40B4-BE49-F238E27FC236}">
                  <a16:creationId xmlns:a16="http://schemas.microsoft.com/office/drawing/2014/main" id="{126F1FA8-27AF-583E-D68B-519CA244C011}"/>
                </a:ext>
              </a:extLst>
            </p:cNvPr>
            <p:cNvSpPr/>
            <p:nvPr/>
          </p:nvSpPr>
          <p:spPr>
            <a:xfrm>
              <a:off x="3930321" y="4168003"/>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9" name="Freeform: Shape 188">
              <a:extLst>
                <a:ext uri="{FF2B5EF4-FFF2-40B4-BE49-F238E27FC236}">
                  <a16:creationId xmlns:a16="http://schemas.microsoft.com/office/drawing/2014/main" id="{0A551026-3A42-34BF-727E-C319CB31BD0F}"/>
                </a:ext>
              </a:extLst>
            </p:cNvPr>
            <p:cNvSpPr/>
            <p:nvPr/>
          </p:nvSpPr>
          <p:spPr>
            <a:xfrm>
              <a:off x="3966686" y="408428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0" name="Freeform: Shape 189">
              <a:extLst>
                <a:ext uri="{FF2B5EF4-FFF2-40B4-BE49-F238E27FC236}">
                  <a16:creationId xmlns:a16="http://schemas.microsoft.com/office/drawing/2014/main" id="{1470D21C-802D-0345-74E8-3CACC2A51AB3}"/>
                </a:ext>
              </a:extLst>
            </p:cNvPr>
            <p:cNvSpPr/>
            <p:nvPr/>
          </p:nvSpPr>
          <p:spPr>
            <a:xfrm>
              <a:off x="3939443" y="4214499"/>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91" name="Group 190">
            <a:extLst>
              <a:ext uri="{FF2B5EF4-FFF2-40B4-BE49-F238E27FC236}">
                <a16:creationId xmlns:a16="http://schemas.microsoft.com/office/drawing/2014/main" id="{CA391E32-6430-DB4E-37F7-1D9C05825B84}"/>
              </a:ext>
            </a:extLst>
          </p:cNvPr>
          <p:cNvGrpSpPr/>
          <p:nvPr/>
        </p:nvGrpSpPr>
        <p:grpSpPr>
          <a:xfrm>
            <a:off x="8579301" y="3673348"/>
            <a:ext cx="147278" cy="371643"/>
            <a:chOff x="3700821" y="2615799"/>
            <a:chExt cx="147278" cy="371643"/>
          </a:xfrm>
        </p:grpSpPr>
        <p:sp>
          <p:nvSpPr>
            <p:cNvPr id="192" name="Freeform: Shape 191">
              <a:extLst>
                <a:ext uri="{FF2B5EF4-FFF2-40B4-BE49-F238E27FC236}">
                  <a16:creationId xmlns:a16="http://schemas.microsoft.com/office/drawing/2014/main" id="{FE740DCF-B48D-704C-F38B-545CC995B2AC}"/>
                </a:ext>
              </a:extLst>
            </p:cNvPr>
            <p:cNvSpPr/>
            <p:nvPr/>
          </p:nvSpPr>
          <p:spPr>
            <a:xfrm>
              <a:off x="3700821" y="2699518"/>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3" name="Freeform: Shape 192">
              <a:extLst>
                <a:ext uri="{FF2B5EF4-FFF2-40B4-BE49-F238E27FC236}">
                  <a16:creationId xmlns:a16="http://schemas.microsoft.com/office/drawing/2014/main" id="{8C2A0D33-1096-B6FE-9C0F-BF4E82DA06EA}"/>
                </a:ext>
              </a:extLst>
            </p:cNvPr>
            <p:cNvSpPr/>
            <p:nvPr/>
          </p:nvSpPr>
          <p:spPr>
            <a:xfrm>
              <a:off x="3737205" y="261579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4" name="Freeform: Shape 193">
              <a:extLst>
                <a:ext uri="{FF2B5EF4-FFF2-40B4-BE49-F238E27FC236}">
                  <a16:creationId xmlns:a16="http://schemas.microsoft.com/office/drawing/2014/main" id="{D52BA48C-7002-057B-5063-B687E95F233D}"/>
                </a:ext>
              </a:extLst>
            </p:cNvPr>
            <p:cNvSpPr/>
            <p:nvPr/>
          </p:nvSpPr>
          <p:spPr>
            <a:xfrm>
              <a:off x="3746506" y="2746014"/>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195" name="Oval 194">
            <a:extLst>
              <a:ext uri="{FF2B5EF4-FFF2-40B4-BE49-F238E27FC236}">
                <a16:creationId xmlns:a16="http://schemas.microsoft.com/office/drawing/2014/main" id="{D10780BD-730A-0EB7-9FF7-5FC9F826708C}"/>
              </a:ext>
            </a:extLst>
          </p:cNvPr>
          <p:cNvSpPr/>
          <p:nvPr/>
        </p:nvSpPr>
        <p:spPr>
          <a:xfrm>
            <a:off x="6668536" y="2523970"/>
            <a:ext cx="2502620" cy="250262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96" name="Oval 195">
            <a:extLst>
              <a:ext uri="{FF2B5EF4-FFF2-40B4-BE49-F238E27FC236}">
                <a16:creationId xmlns:a16="http://schemas.microsoft.com/office/drawing/2014/main" id="{7A65FEEB-8685-5C30-F392-1C61DFB6F843}"/>
              </a:ext>
            </a:extLst>
          </p:cNvPr>
          <p:cNvSpPr/>
          <p:nvPr/>
        </p:nvSpPr>
        <p:spPr>
          <a:xfrm>
            <a:off x="7078401" y="4615228"/>
            <a:ext cx="489849" cy="47535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Aptos" panose="020B0004020202020204"/>
                <a:ea typeface="+mn-ea"/>
                <a:cs typeface="+mn-cs"/>
              </a:rPr>
              <a:t>🚫💊</a:t>
            </a:r>
          </a:p>
        </p:txBody>
      </p:sp>
      <p:sp>
        <p:nvSpPr>
          <p:cNvPr id="197" name="Oval 196">
            <a:extLst>
              <a:ext uri="{FF2B5EF4-FFF2-40B4-BE49-F238E27FC236}">
                <a16:creationId xmlns:a16="http://schemas.microsoft.com/office/drawing/2014/main" id="{53495CCA-1BC6-3C37-A4D8-84B28A6529D8}"/>
              </a:ext>
            </a:extLst>
          </p:cNvPr>
          <p:cNvSpPr/>
          <p:nvPr/>
        </p:nvSpPr>
        <p:spPr>
          <a:xfrm>
            <a:off x="8329025" y="4607597"/>
            <a:ext cx="489849" cy="47535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Aptos" panose="020B0004020202020204"/>
                <a:ea typeface="+mn-ea"/>
                <a:cs typeface="+mn-cs"/>
              </a:rPr>
              <a:t>💊</a:t>
            </a:r>
          </a:p>
        </p:txBody>
      </p:sp>
      <p:sp>
        <p:nvSpPr>
          <p:cNvPr id="198" name="Freeform: Shape 197">
            <a:extLst>
              <a:ext uri="{FF2B5EF4-FFF2-40B4-BE49-F238E27FC236}">
                <a16:creationId xmlns:a16="http://schemas.microsoft.com/office/drawing/2014/main" id="{B4A4D4A6-261B-FE50-10EE-E84BD18E462C}"/>
              </a:ext>
            </a:extLst>
          </p:cNvPr>
          <p:cNvSpPr/>
          <p:nvPr/>
        </p:nvSpPr>
        <p:spPr>
          <a:xfrm>
            <a:off x="2833400" y="3567251"/>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9" name="Freeform: Shape 198">
            <a:extLst>
              <a:ext uri="{FF2B5EF4-FFF2-40B4-BE49-F238E27FC236}">
                <a16:creationId xmlns:a16="http://schemas.microsoft.com/office/drawing/2014/main" id="{77F1493F-F711-5410-4B21-8D2387938B0D}"/>
              </a:ext>
            </a:extLst>
          </p:cNvPr>
          <p:cNvSpPr/>
          <p:nvPr/>
        </p:nvSpPr>
        <p:spPr>
          <a:xfrm>
            <a:off x="2869784" y="3483533"/>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0" name="Freeform: Shape 199">
            <a:extLst>
              <a:ext uri="{FF2B5EF4-FFF2-40B4-BE49-F238E27FC236}">
                <a16:creationId xmlns:a16="http://schemas.microsoft.com/office/drawing/2014/main" id="{B7CC6321-9916-513A-FA33-D7C1D2535F83}"/>
              </a:ext>
            </a:extLst>
          </p:cNvPr>
          <p:cNvSpPr/>
          <p:nvPr/>
        </p:nvSpPr>
        <p:spPr>
          <a:xfrm>
            <a:off x="2666818" y="3567242"/>
            <a:ext cx="147278" cy="148817"/>
          </a:xfrm>
          <a:custGeom>
            <a:avLst/>
            <a:gdLst>
              <a:gd name="connsiteX0" fmla="*/ 225880 w 252470"/>
              <a:gd name="connsiteY0" fmla="*/ 48614 h 255109"/>
              <a:gd name="connsiteX1" fmla="*/ 212869 w 252470"/>
              <a:gd name="connsiteY1" fmla="*/ 28556 h 255109"/>
              <a:gd name="connsiteX2" fmla="*/ 165977 w 252470"/>
              <a:gd name="connsiteY2" fmla="*/ 5644 h 255109"/>
              <a:gd name="connsiteX3" fmla="*/ 126212 w 252470"/>
              <a:gd name="connsiteY3" fmla="*/ 0 h 255109"/>
              <a:gd name="connsiteX4" fmla="*/ 86590 w 252470"/>
              <a:gd name="connsiteY4" fmla="*/ 5612 h 255109"/>
              <a:gd name="connsiteX5" fmla="*/ 39555 w 252470"/>
              <a:gd name="connsiteY5" fmla="*/ 28556 h 255109"/>
              <a:gd name="connsiteX6" fmla="*/ 26544 w 252470"/>
              <a:gd name="connsiteY6" fmla="*/ 48614 h 255109"/>
              <a:gd name="connsiteX7" fmla="*/ 26225 w 252470"/>
              <a:gd name="connsiteY7" fmla="*/ 50209 h 255109"/>
              <a:gd name="connsiteX8" fmla="*/ 156 w 252470"/>
              <a:gd name="connsiteY8" fmla="*/ 236949 h 255109"/>
              <a:gd name="connsiteX9" fmla="*/ 13725 w 252470"/>
              <a:gd name="connsiteY9" fmla="*/ 254950 h 255109"/>
              <a:gd name="connsiteX10" fmla="*/ 15957 w 252470"/>
              <a:gd name="connsiteY10" fmla="*/ 255109 h 255109"/>
              <a:gd name="connsiteX11" fmla="*/ 31726 w 252470"/>
              <a:gd name="connsiteY11" fmla="*/ 241381 h 255109"/>
              <a:gd name="connsiteX12" fmla="*/ 57667 w 252470"/>
              <a:gd name="connsiteY12" fmla="*/ 55709 h 255109"/>
              <a:gd name="connsiteX13" fmla="*/ 58688 w 252470"/>
              <a:gd name="connsiteY13" fmla="*/ 54115 h 255109"/>
              <a:gd name="connsiteX14" fmla="*/ 94897 w 252470"/>
              <a:gd name="connsiteY14" fmla="*/ 36449 h 255109"/>
              <a:gd name="connsiteX15" fmla="*/ 126212 w 252470"/>
              <a:gd name="connsiteY15" fmla="*/ 31889 h 255109"/>
              <a:gd name="connsiteX16" fmla="*/ 157606 w 252470"/>
              <a:gd name="connsiteY16" fmla="*/ 36433 h 255109"/>
              <a:gd name="connsiteX17" fmla="*/ 193736 w 252470"/>
              <a:gd name="connsiteY17" fmla="*/ 54067 h 255109"/>
              <a:gd name="connsiteX18" fmla="*/ 194757 w 252470"/>
              <a:gd name="connsiteY18" fmla="*/ 55662 h 255109"/>
              <a:gd name="connsiteX19" fmla="*/ 220730 w 252470"/>
              <a:gd name="connsiteY19" fmla="*/ 241333 h 255109"/>
              <a:gd name="connsiteX20" fmla="*/ 236499 w 252470"/>
              <a:gd name="connsiteY20" fmla="*/ 255061 h 255109"/>
              <a:gd name="connsiteX21" fmla="*/ 238731 w 252470"/>
              <a:gd name="connsiteY21" fmla="*/ 254902 h 255109"/>
              <a:gd name="connsiteX22" fmla="*/ 252316 w 252470"/>
              <a:gd name="connsiteY22" fmla="*/ 236906 h 255109"/>
              <a:gd name="connsiteX23" fmla="*/ 252316 w 252470"/>
              <a:gd name="connsiteY23" fmla="*/ 236901 h 255109"/>
              <a:gd name="connsiteX24" fmla="*/ 226199 w 252470"/>
              <a:gd name="connsiteY24" fmla="*/ 50257 h 255109"/>
              <a:gd name="connsiteX25" fmla="*/ 225880 w 252470"/>
              <a:gd name="connsiteY25" fmla="*/ 48614 h 25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2470" h="255109">
                <a:moveTo>
                  <a:pt x="225880" y="48614"/>
                </a:moveTo>
                <a:cubicBezTo>
                  <a:pt x="224035" y="40607"/>
                  <a:pt x="219429" y="33505"/>
                  <a:pt x="212869" y="28556"/>
                </a:cubicBezTo>
                <a:cubicBezTo>
                  <a:pt x="198835" y="18011"/>
                  <a:pt x="182921" y="10235"/>
                  <a:pt x="165977" y="5644"/>
                </a:cubicBezTo>
                <a:cubicBezTo>
                  <a:pt x="153032" y="2003"/>
                  <a:pt x="139659" y="105"/>
                  <a:pt x="126212" y="0"/>
                </a:cubicBezTo>
                <a:cubicBezTo>
                  <a:pt x="112814" y="110"/>
                  <a:pt x="99491" y="1998"/>
                  <a:pt x="86590" y="5612"/>
                </a:cubicBezTo>
                <a:cubicBezTo>
                  <a:pt x="69598" y="10208"/>
                  <a:pt x="53635" y="17993"/>
                  <a:pt x="39555" y="28556"/>
                </a:cubicBezTo>
                <a:cubicBezTo>
                  <a:pt x="32995" y="33505"/>
                  <a:pt x="28388" y="40607"/>
                  <a:pt x="26544" y="48614"/>
                </a:cubicBezTo>
                <a:cubicBezTo>
                  <a:pt x="26417" y="49156"/>
                  <a:pt x="26305" y="49714"/>
                  <a:pt x="26225" y="50209"/>
                </a:cubicBezTo>
                <a:lnTo>
                  <a:pt x="156" y="236949"/>
                </a:lnTo>
                <a:cubicBezTo>
                  <a:pt x="-1065" y="245665"/>
                  <a:pt x="5009" y="253724"/>
                  <a:pt x="13725" y="254950"/>
                </a:cubicBezTo>
                <a:cubicBezTo>
                  <a:pt x="14464" y="255057"/>
                  <a:pt x="15210" y="255111"/>
                  <a:pt x="15957" y="255109"/>
                </a:cubicBezTo>
                <a:cubicBezTo>
                  <a:pt x="23899" y="255100"/>
                  <a:pt x="30622" y="249246"/>
                  <a:pt x="31726" y="241381"/>
                </a:cubicBezTo>
                <a:lnTo>
                  <a:pt x="57667" y="55709"/>
                </a:lnTo>
                <a:cubicBezTo>
                  <a:pt x="57808" y="55073"/>
                  <a:pt x="58169" y="54509"/>
                  <a:pt x="58688" y="54115"/>
                </a:cubicBezTo>
                <a:cubicBezTo>
                  <a:pt x="69528" y="45983"/>
                  <a:pt x="81816" y="39987"/>
                  <a:pt x="94897" y="36449"/>
                </a:cubicBezTo>
                <a:cubicBezTo>
                  <a:pt x="105087" y="33550"/>
                  <a:pt x="115619" y="32016"/>
                  <a:pt x="126212" y="31889"/>
                </a:cubicBezTo>
                <a:cubicBezTo>
                  <a:pt x="136833" y="32000"/>
                  <a:pt x="147391" y="33528"/>
                  <a:pt x="157606" y="36433"/>
                </a:cubicBezTo>
                <a:cubicBezTo>
                  <a:pt x="170660" y="39963"/>
                  <a:pt x="182923" y="45947"/>
                  <a:pt x="193736" y="54067"/>
                </a:cubicBezTo>
                <a:cubicBezTo>
                  <a:pt x="194254" y="54461"/>
                  <a:pt x="194616" y="55025"/>
                  <a:pt x="194757" y="55662"/>
                </a:cubicBezTo>
                <a:lnTo>
                  <a:pt x="220730" y="241333"/>
                </a:lnTo>
                <a:cubicBezTo>
                  <a:pt x="221833" y="249199"/>
                  <a:pt x="228557" y="255052"/>
                  <a:pt x="236499" y="255061"/>
                </a:cubicBezTo>
                <a:cubicBezTo>
                  <a:pt x="237247" y="255063"/>
                  <a:pt x="237991" y="255010"/>
                  <a:pt x="238731" y="254902"/>
                </a:cubicBezTo>
                <a:cubicBezTo>
                  <a:pt x="247453" y="253684"/>
                  <a:pt x="253534" y="245625"/>
                  <a:pt x="252316" y="236906"/>
                </a:cubicBezTo>
                <a:cubicBezTo>
                  <a:pt x="252316" y="236904"/>
                  <a:pt x="252316" y="236902"/>
                  <a:pt x="252316" y="236901"/>
                </a:cubicBezTo>
                <a:lnTo>
                  <a:pt x="226199" y="50257"/>
                </a:lnTo>
                <a:cubicBezTo>
                  <a:pt x="226124" y="49703"/>
                  <a:pt x="226017" y="49155"/>
                  <a:pt x="225880" y="48614"/>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1" name="Freeform: Shape 200">
            <a:extLst>
              <a:ext uri="{FF2B5EF4-FFF2-40B4-BE49-F238E27FC236}">
                <a16:creationId xmlns:a16="http://schemas.microsoft.com/office/drawing/2014/main" id="{81D47E64-7E55-0C22-934F-412ECF75920B}"/>
              </a:ext>
            </a:extLst>
          </p:cNvPr>
          <p:cNvSpPr/>
          <p:nvPr/>
        </p:nvSpPr>
        <p:spPr>
          <a:xfrm>
            <a:off x="2703183" y="3483533"/>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4" y="0"/>
                  <a:pt x="0" y="28555"/>
                  <a:pt x="0" y="63777"/>
                </a:cubicBezTo>
                <a:cubicBezTo>
                  <a:pt x="0" y="99000"/>
                  <a:pt x="28554"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2" name="Freeform: Shape 201">
            <a:extLst>
              <a:ext uri="{FF2B5EF4-FFF2-40B4-BE49-F238E27FC236}">
                <a16:creationId xmlns:a16="http://schemas.microsoft.com/office/drawing/2014/main" id="{5EBA2596-75B9-E20E-7C63-36AA91B4AFE6}"/>
              </a:ext>
            </a:extLst>
          </p:cNvPr>
          <p:cNvSpPr/>
          <p:nvPr/>
        </p:nvSpPr>
        <p:spPr>
          <a:xfrm>
            <a:off x="2879085" y="3613747"/>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3" name="Freeform: Shape 202">
            <a:extLst>
              <a:ext uri="{FF2B5EF4-FFF2-40B4-BE49-F238E27FC236}">
                <a16:creationId xmlns:a16="http://schemas.microsoft.com/office/drawing/2014/main" id="{3951BCAF-517D-0B37-46AA-A7D09D1276AA}"/>
              </a:ext>
            </a:extLst>
          </p:cNvPr>
          <p:cNvSpPr/>
          <p:nvPr/>
        </p:nvSpPr>
        <p:spPr>
          <a:xfrm>
            <a:off x="2675940" y="3613747"/>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4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4"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4" name="Freeform: Shape 203">
            <a:extLst>
              <a:ext uri="{FF2B5EF4-FFF2-40B4-BE49-F238E27FC236}">
                <a16:creationId xmlns:a16="http://schemas.microsoft.com/office/drawing/2014/main" id="{633F01A7-D226-F17F-E3CD-9D46AC6E3045}"/>
              </a:ext>
            </a:extLst>
          </p:cNvPr>
          <p:cNvSpPr/>
          <p:nvPr/>
        </p:nvSpPr>
        <p:spPr>
          <a:xfrm>
            <a:off x="3168238" y="3567251"/>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5" name="Freeform: Shape 204">
            <a:extLst>
              <a:ext uri="{FF2B5EF4-FFF2-40B4-BE49-F238E27FC236}">
                <a16:creationId xmlns:a16="http://schemas.microsoft.com/office/drawing/2014/main" id="{CFE02833-5470-D712-74E6-2ED4C7E50EA8}"/>
              </a:ext>
            </a:extLst>
          </p:cNvPr>
          <p:cNvSpPr/>
          <p:nvPr/>
        </p:nvSpPr>
        <p:spPr>
          <a:xfrm>
            <a:off x="3204622" y="3483533"/>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6" name="Freeform: Shape 205">
            <a:extLst>
              <a:ext uri="{FF2B5EF4-FFF2-40B4-BE49-F238E27FC236}">
                <a16:creationId xmlns:a16="http://schemas.microsoft.com/office/drawing/2014/main" id="{217FA38F-6312-3A2E-A486-093A0F98385D}"/>
              </a:ext>
            </a:extLst>
          </p:cNvPr>
          <p:cNvSpPr/>
          <p:nvPr/>
        </p:nvSpPr>
        <p:spPr>
          <a:xfrm>
            <a:off x="3001657" y="3567251"/>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7" name="Freeform: Shape 206">
            <a:extLst>
              <a:ext uri="{FF2B5EF4-FFF2-40B4-BE49-F238E27FC236}">
                <a16:creationId xmlns:a16="http://schemas.microsoft.com/office/drawing/2014/main" id="{92169906-7C30-1C1D-1F74-48DC5E4F1FB0}"/>
              </a:ext>
            </a:extLst>
          </p:cNvPr>
          <p:cNvSpPr/>
          <p:nvPr/>
        </p:nvSpPr>
        <p:spPr>
          <a:xfrm>
            <a:off x="3038022" y="3483533"/>
            <a:ext cx="74408" cy="74408"/>
          </a:xfrm>
          <a:custGeom>
            <a:avLst/>
            <a:gdLst>
              <a:gd name="connsiteX0" fmla="*/ 63777 w 127554"/>
              <a:gd name="connsiteY0" fmla="*/ 0 h 127554"/>
              <a:gd name="connsiteX1" fmla="*/ 0 w 127554"/>
              <a:gd name="connsiteY1" fmla="*/ 63777 h 127554"/>
              <a:gd name="connsiteX2" fmla="*/ 63777 w 127554"/>
              <a:gd name="connsiteY2" fmla="*/ 127555 h 127554"/>
              <a:gd name="connsiteX3" fmla="*/ 127555 w 127554"/>
              <a:gd name="connsiteY3" fmla="*/ 63777 h 127554"/>
              <a:gd name="connsiteX4" fmla="*/ 63777 w 127554"/>
              <a:gd name="connsiteY4" fmla="*/ 0 h 127554"/>
              <a:gd name="connsiteX5" fmla="*/ 63777 w 127554"/>
              <a:gd name="connsiteY5" fmla="*/ 95666 h 127554"/>
              <a:gd name="connsiteX6" fmla="*/ 31889 w 127554"/>
              <a:gd name="connsiteY6" fmla="*/ 63777 h 127554"/>
              <a:gd name="connsiteX7" fmla="*/ 63777 w 127554"/>
              <a:gd name="connsiteY7" fmla="*/ 31889 h 127554"/>
              <a:gd name="connsiteX8" fmla="*/ 95666 w 127554"/>
              <a:gd name="connsiteY8" fmla="*/ 63777 h 127554"/>
              <a:gd name="connsiteX9" fmla="*/ 63777 w 127554"/>
              <a:gd name="connsiteY9" fmla="*/ 95666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0"/>
                </a:moveTo>
                <a:cubicBezTo>
                  <a:pt x="28555" y="0"/>
                  <a:pt x="0" y="28555"/>
                  <a:pt x="0" y="63777"/>
                </a:cubicBezTo>
                <a:cubicBezTo>
                  <a:pt x="0" y="99000"/>
                  <a:pt x="28555" y="127555"/>
                  <a:pt x="63777" y="127555"/>
                </a:cubicBezTo>
                <a:cubicBezTo>
                  <a:pt x="99000" y="127555"/>
                  <a:pt x="127555" y="99000"/>
                  <a:pt x="127555" y="63777"/>
                </a:cubicBezTo>
                <a:cubicBezTo>
                  <a:pt x="127555" y="28555"/>
                  <a:pt x="99000" y="0"/>
                  <a:pt x="63777" y="0"/>
                </a:cubicBezTo>
                <a:close/>
                <a:moveTo>
                  <a:pt x="63777" y="95666"/>
                </a:moveTo>
                <a:cubicBezTo>
                  <a:pt x="46165" y="95666"/>
                  <a:pt x="31889" y="81389"/>
                  <a:pt x="31889" y="63777"/>
                </a:cubicBezTo>
                <a:cubicBezTo>
                  <a:pt x="31889" y="46165"/>
                  <a:pt x="46165" y="31889"/>
                  <a:pt x="63777" y="31889"/>
                </a:cubicBezTo>
                <a:cubicBezTo>
                  <a:pt x="81389" y="31889"/>
                  <a:pt x="95666" y="46165"/>
                  <a:pt x="95666" y="63777"/>
                </a:cubicBezTo>
                <a:cubicBezTo>
                  <a:pt x="95666" y="81389"/>
                  <a:pt x="81389" y="95666"/>
                  <a:pt x="63777" y="95666"/>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8" name="Freeform: Shape 207">
            <a:extLst>
              <a:ext uri="{FF2B5EF4-FFF2-40B4-BE49-F238E27FC236}">
                <a16:creationId xmlns:a16="http://schemas.microsoft.com/office/drawing/2014/main" id="{E0EB958C-4834-BCCE-7569-0200925E00E8}"/>
              </a:ext>
            </a:extLst>
          </p:cNvPr>
          <p:cNvSpPr/>
          <p:nvPr/>
        </p:nvSpPr>
        <p:spPr>
          <a:xfrm>
            <a:off x="3213924" y="3613747"/>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9" name="Freeform: Shape 208">
            <a:extLst>
              <a:ext uri="{FF2B5EF4-FFF2-40B4-BE49-F238E27FC236}">
                <a16:creationId xmlns:a16="http://schemas.microsoft.com/office/drawing/2014/main" id="{05FDE0A1-8269-1673-3A70-886444180C14}"/>
              </a:ext>
            </a:extLst>
          </p:cNvPr>
          <p:cNvSpPr/>
          <p:nvPr/>
        </p:nvSpPr>
        <p:spPr>
          <a:xfrm>
            <a:off x="3010779" y="3613747"/>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0" name="Freeform: Shape 209">
            <a:extLst>
              <a:ext uri="{FF2B5EF4-FFF2-40B4-BE49-F238E27FC236}">
                <a16:creationId xmlns:a16="http://schemas.microsoft.com/office/drawing/2014/main" id="{ADF21A3B-7E70-9545-B04F-73D619C1A564}"/>
              </a:ext>
            </a:extLst>
          </p:cNvPr>
          <p:cNvSpPr/>
          <p:nvPr/>
        </p:nvSpPr>
        <p:spPr>
          <a:xfrm>
            <a:off x="2833400" y="3158004"/>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1" name="Freeform: Shape 210">
            <a:extLst>
              <a:ext uri="{FF2B5EF4-FFF2-40B4-BE49-F238E27FC236}">
                <a16:creationId xmlns:a16="http://schemas.microsoft.com/office/drawing/2014/main" id="{EDC1D825-506B-0BD0-B3E9-703A71D30568}"/>
              </a:ext>
            </a:extLst>
          </p:cNvPr>
          <p:cNvSpPr/>
          <p:nvPr/>
        </p:nvSpPr>
        <p:spPr>
          <a:xfrm>
            <a:off x="2869784" y="3074285"/>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2" name="Freeform: Shape 211">
            <a:extLst>
              <a:ext uri="{FF2B5EF4-FFF2-40B4-BE49-F238E27FC236}">
                <a16:creationId xmlns:a16="http://schemas.microsoft.com/office/drawing/2014/main" id="{E57A3BC8-7522-5F44-206E-8FB4E81F8549}"/>
              </a:ext>
            </a:extLst>
          </p:cNvPr>
          <p:cNvSpPr/>
          <p:nvPr/>
        </p:nvSpPr>
        <p:spPr>
          <a:xfrm>
            <a:off x="2879085" y="3204500"/>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213" name="Group 212">
            <a:extLst>
              <a:ext uri="{FF2B5EF4-FFF2-40B4-BE49-F238E27FC236}">
                <a16:creationId xmlns:a16="http://schemas.microsoft.com/office/drawing/2014/main" id="{9EC61D3B-86C8-FAED-A581-6F522E87C8C2}"/>
              </a:ext>
            </a:extLst>
          </p:cNvPr>
          <p:cNvGrpSpPr/>
          <p:nvPr/>
        </p:nvGrpSpPr>
        <p:grpSpPr>
          <a:xfrm>
            <a:off x="3001657" y="3074285"/>
            <a:ext cx="313859" cy="372043"/>
            <a:chOff x="2674357" y="3091848"/>
            <a:chExt cx="313859" cy="372043"/>
          </a:xfrm>
        </p:grpSpPr>
        <p:sp>
          <p:nvSpPr>
            <p:cNvPr id="214" name="Freeform: Shape 213">
              <a:extLst>
                <a:ext uri="{FF2B5EF4-FFF2-40B4-BE49-F238E27FC236}">
                  <a16:creationId xmlns:a16="http://schemas.microsoft.com/office/drawing/2014/main" id="{C80347B2-E715-F1A7-1CD5-94D013CC0C33}"/>
                </a:ext>
              </a:extLst>
            </p:cNvPr>
            <p:cNvSpPr/>
            <p:nvPr/>
          </p:nvSpPr>
          <p:spPr>
            <a:xfrm>
              <a:off x="2840938" y="3175567"/>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5" name="Freeform: Shape 214">
              <a:extLst>
                <a:ext uri="{FF2B5EF4-FFF2-40B4-BE49-F238E27FC236}">
                  <a16:creationId xmlns:a16="http://schemas.microsoft.com/office/drawing/2014/main" id="{FAE4B672-D5AF-01A1-4F27-B41443DE6188}"/>
                </a:ext>
              </a:extLst>
            </p:cNvPr>
            <p:cNvSpPr/>
            <p:nvPr/>
          </p:nvSpPr>
          <p:spPr>
            <a:xfrm>
              <a:off x="2877322" y="309184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6" name="Freeform: Shape 215">
              <a:extLst>
                <a:ext uri="{FF2B5EF4-FFF2-40B4-BE49-F238E27FC236}">
                  <a16:creationId xmlns:a16="http://schemas.microsoft.com/office/drawing/2014/main" id="{4ECDB0CC-F2CE-A013-2E58-2963778CCE1A}"/>
                </a:ext>
              </a:extLst>
            </p:cNvPr>
            <p:cNvSpPr/>
            <p:nvPr/>
          </p:nvSpPr>
          <p:spPr>
            <a:xfrm>
              <a:off x="2674357" y="3175567"/>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7" name="Freeform: Shape 216">
              <a:extLst>
                <a:ext uri="{FF2B5EF4-FFF2-40B4-BE49-F238E27FC236}">
                  <a16:creationId xmlns:a16="http://schemas.microsoft.com/office/drawing/2014/main" id="{929F5CEE-9CEE-33E1-5101-E329C16AC7EF}"/>
                </a:ext>
              </a:extLst>
            </p:cNvPr>
            <p:cNvSpPr/>
            <p:nvPr/>
          </p:nvSpPr>
          <p:spPr>
            <a:xfrm>
              <a:off x="2710722" y="309184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8" name="Freeform: Shape 217">
              <a:extLst>
                <a:ext uri="{FF2B5EF4-FFF2-40B4-BE49-F238E27FC236}">
                  <a16:creationId xmlns:a16="http://schemas.microsoft.com/office/drawing/2014/main" id="{391DE1AF-F3F0-D200-23D9-8A534EFD45C0}"/>
                </a:ext>
              </a:extLst>
            </p:cNvPr>
            <p:cNvSpPr/>
            <p:nvPr/>
          </p:nvSpPr>
          <p:spPr>
            <a:xfrm>
              <a:off x="2886624" y="3222063"/>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9" name="Freeform: Shape 218">
              <a:extLst>
                <a:ext uri="{FF2B5EF4-FFF2-40B4-BE49-F238E27FC236}">
                  <a16:creationId xmlns:a16="http://schemas.microsoft.com/office/drawing/2014/main" id="{C329CBFA-887B-E92D-9624-8DFFC2D540EB}"/>
                </a:ext>
              </a:extLst>
            </p:cNvPr>
            <p:cNvSpPr/>
            <p:nvPr/>
          </p:nvSpPr>
          <p:spPr>
            <a:xfrm>
              <a:off x="2683479" y="3222063"/>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220" name="Freeform: Shape 219">
            <a:extLst>
              <a:ext uri="{FF2B5EF4-FFF2-40B4-BE49-F238E27FC236}">
                <a16:creationId xmlns:a16="http://schemas.microsoft.com/office/drawing/2014/main" id="{985D6F39-0934-D5F1-0AA0-7AE149D80750}"/>
              </a:ext>
            </a:extLst>
          </p:cNvPr>
          <p:cNvSpPr/>
          <p:nvPr/>
        </p:nvSpPr>
        <p:spPr>
          <a:xfrm>
            <a:off x="3336495" y="3567251"/>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1" name="Freeform: Shape 220">
            <a:extLst>
              <a:ext uri="{FF2B5EF4-FFF2-40B4-BE49-F238E27FC236}">
                <a16:creationId xmlns:a16="http://schemas.microsoft.com/office/drawing/2014/main" id="{3776011C-D662-031F-F766-D4668AF3D86B}"/>
              </a:ext>
            </a:extLst>
          </p:cNvPr>
          <p:cNvSpPr/>
          <p:nvPr/>
        </p:nvSpPr>
        <p:spPr>
          <a:xfrm>
            <a:off x="3372860" y="3483533"/>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2" name="Freeform: Shape 221">
            <a:extLst>
              <a:ext uri="{FF2B5EF4-FFF2-40B4-BE49-F238E27FC236}">
                <a16:creationId xmlns:a16="http://schemas.microsoft.com/office/drawing/2014/main" id="{854AA2E6-4211-6A9F-5062-F2E26E7988D5}"/>
              </a:ext>
            </a:extLst>
          </p:cNvPr>
          <p:cNvSpPr/>
          <p:nvPr/>
        </p:nvSpPr>
        <p:spPr>
          <a:xfrm>
            <a:off x="3345617" y="3613747"/>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3" name="Oval 222">
            <a:extLst>
              <a:ext uri="{FF2B5EF4-FFF2-40B4-BE49-F238E27FC236}">
                <a16:creationId xmlns:a16="http://schemas.microsoft.com/office/drawing/2014/main" id="{178C11BC-DFED-4DE1-5C20-E01E030FF823}"/>
              </a:ext>
            </a:extLst>
          </p:cNvPr>
          <p:cNvSpPr/>
          <p:nvPr/>
        </p:nvSpPr>
        <p:spPr>
          <a:xfrm>
            <a:off x="2008449" y="2156242"/>
            <a:ext cx="3376351" cy="3376351"/>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24" name="Freeform: Shape 223">
            <a:extLst>
              <a:ext uri="{FF2B5EF4-FFF2-40B4-BE49-F238E27FC236}">
                <a16:creationId xmlns:a16="http://schemas.microsoft.com/office/drawing/2014/main" id="{C138B562-75D6-3AE5-CD50-6F915446F9F8}"/>
              </a:ext>
            </a:extLst>
          </p:cNvPr>
          <p:cNvSpPr/>
          <p:nvPr/>
        </p:nvSpPr>
        <p:spPr>
          <a:xfrm>
            <a:off x="2856510" y="4539566"/>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5" name="Freeform: Shape 224">
            <a:extLst>
              <a:ext uri="{FF2B5EF4-FFF2-40B4-BE49-F238E27FC236}">
                <a16:creationId xmlns:a16="http://schemas.microsoft.com/office/drawing/2014/main" id="{30060A2A-89A3-C763-6D28-E00ECC2DB221}"/>
              </a:ext>
            </a:extLst>
          </p:cNvPr>
          <p:cNvSpPr/>
          <p:nvPr/>
        </p:nvSpPr>
        <p:spPr>
          <a:xfrm>
            <a:off x="2892894" y="445584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6" name="Freeform: Shape 225">
            <a:extLst>
              <a:ext uri="{FF2B5EF4-FFF2-40B4-BE49-F238E27FC236}">
                <a16:creationId xmlns:a16="http://schemas.microsoft.com/office/drawing/2014/main" id="{07127BF7-6FAD-6580-4FED-0690A9F7A4FC}"/>
              </a:ext>
            </a:extLst>
          </p:cNvPr>
          <p:cNvSpPr/>
          <p:nvPr/>
        </p:nvSpPr>
        <p:spPr>
          <a:xfrm>
            <a:off x="2689928" y="4539557"/>
            <a:ext cx="147278" cy="148817"/>
          </a:xfrm>
          <a:custGeom>
            <a:avLst/>
            <a:gdLst>
              <a:gd name="connsiteX0" fmla="*/ 225880 w 252470"/>
              <a:gd name="connsiteY0" fmla="*/ 48614 h 255109"/>
              <a:gd name="connsiteX1" fmla="*/ 212869 w 252470"/>
              <a:gd name="connsiteY1" fmla="*/ 28556 h 255109"/>
              <a:gd name="connsiteX2" fmla="*/ 165977 w 252470"/>
              <a:gd name="connsiteY2" fmla="*/ 5644 h 255109"/>
              <a:gd name="connsiteX3" fmla="*/ 126212 w 252470"/>
              <a:gd name="connsiteY3" fmla="*/ 0 h 255109"/>
              <a:gd name="connsiteX4" fmla="*/ 86590 w 252470"/>
              <a:gd name="connsiteY4" fmla="*/ 5612 h 255109"/>
              <a:gd name="connsiteX5" fmla="*/ 39555 w 252470"/>
              <a:gd name="connsiteY5" fmla="*/ 28556 h 255109"/>
              <a:gd name="connsiteX6" fmla="*/ 26544 w 252470"/>
              <a:gd name="connsiteY6" fmla="*/ 48614 h 255109"/>
              <a:gd name="connsiteX7" fmla="*/ 26225 w 252470"/>
              <a:gd name="connsiteY7" fmla="*/ 50209 h 255109"/>
              <a:gd name="connsiteX8" fmla="*/ 156 w 252470"/>
              <a:gd name="connsiteY8" fmla="*/ 236949 h 255109"/>
              <a:gd name="connsiteX9" fmla="*/ 13725 w 252470"/>
              <a:gd name="connsiteY9" fmla="*/ 254950 h 255109"/>
              <a:gd name="connsiteX10" fmla="*/ 15957 w 252470"/>
              <a:gd name="connsiteY10" fmla="*/ 255109 h 255109"/>
              <a:gd name="connsiteX11" fmla="*/ 31726 w 252470"/>
              <a:gd name="connsiteY11" fmla="*/ 241381 h 255109"/>
              <a:gd name="connsiteX12" fmla="*/ 57667 w 252470"/>
              <a:gd name="connsiteY12" fmla="*/ 55709 h 255109"/>
              <a:gd name="connsiteX13" fmla="*/ 58688 w 252470"/>
              <a:gd name="connsiteY13" fmla="*/ 54115 h 255109"/>
              <a:gd name="connsiteX14" fmla="*/ 94897 w 252470"/>
              <a:gd name="connsiteY14" fmla="*/ 36449 h 255109"/>
              <a:gd name="connsiteX15" fmla="*/ 126212 w 252470"/>
              <a:gd name="connsiteY15" fmla="*/ 31889 h 255109"/>
              <a:gd name="connsiteX16" fmla="*/ 157606 w 252470"/>
              <a:gd name="connsiteY16" fmla="*/ 36433 h 255109"/>
              <a:gd name="connsiteX17" fmla="*/ 193736 w 252470"/>
              <a:gd name="connsiteY17" fmla="*/ 54067 h 255109"/>
              <a:gd name="connsiteX18" fmla="*/ 194757 w 252470"/>
              <a:gd name="connsiteY18" fmla="*/ 55662 h 255109"/>
              <a:gd name="connsiteX19" fmla="*/ 220730 w 252470"/>
              <a:gd name="connsiteY19" fmla="*/ 241333 h 255109"/>
              <a:gd name="connsiteX20" fmla="*/ 236499 w 252470"/>
              <a:gd name="connsiteY20" fmla="*/ 255061 h 255109"/>
              <a:gd name="connsiteX21" fmla="*/ 238731 w 252470"/>
              <a:gd name="connsiteY21" fmla="*/ 254902 h 255109"/>
              <a:gd name="connsiteX22" fmla="*/ 252316 w 252470"/>
              <a:gd name="connsiteY22" fmla="*/ 236906 h 255109"/>
              <a:gd name="connsiteX23" fmla="*/ 252316 w 252470"/>
              <a:gd name="connsiteY23" fmla="*/ 236901 h 255109"/>
              <a:gd name="connsiteX24" fmla="*/ 226199 w 252470"/>
              <a:gd name="connsiteY24" fmla="*/ 50257 h 255109"/>
              <a:gd name="connsiteX25" fmla="*/ 225880 w 252470"/>
              <a:gd name="connsiteY25" fmla="*/ 48614 h 25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2470" h="255109">
                <a:moveTo>
                  <a:pt x="225880" y="48614"/>
                </a:moveTo>
                <a:cubicBezTo>
                  <a:pt x="224035" y="40607"/>
                  <a:pt x="219429" y="33505"/>
                  <a:pt x="212869" y="28556"/>
                </a:cubicBezTo>
                <a:cubicBezTo>
                  <a:pt x="198835" y="18011"/>
                  <a:pt x="182921" y="10235"/>
                  <a:pt x="165977" y="5644"/>
                </a:cubicBezTo>
                <a:cubicBezTo>
                  <a:pt x="153032" y="2003"/>
                  <a:pt x="139659" y="105"/>
                  <a:pt x="126212" y="0"/>
                </a:cubicBezTo>
                <a:cubicBezTo>
                  <a:pt x="112814" y="110"/>
                  <a:pt x="99491" y="1998"/>
                  <a:pt x="86590" y="5612"/>
                </a:cubicBezTo>
                <a:cubicBezTo>
                  <a:pt x="69598" y="10208"/>
                  <a:pt x="53635" y="17993"/>
                  <a:pt x="39555" y="28556"/>
                </a:cubicBezTo>
                <a:cubicBezTo>
                  <a:pt x="32995" y="33505"/>
                  <a:pt x="28388" y="40607"/>
                  <a:pt x="26544" y="48614"/>
                </a:cubicBezTo>
                <a:cubicBezTo>
                  <a:pt x="26417" y="49156"/>
                  <a:pt x="26305" y="49714"/>
                  <a:pt x="26225" y="50209"/>
                </a:cubicBezTo>
                <a:lnTo>
                  <a:pt x="156" y="236949"/>
                </a:lnTo>
                <a:cubicBezTo>
                  <a:pt x="-1065" y="245665"/>
                  <a:pt x="5009" y="253724"/>
                  <a:pt x="13725" y="254950"/>
                </a:cubicBezTo>
                <a:cubicBezTo>
                  <a:pt x="14464" y="255057"/>
                  <a:pt x="15210" y="255111"/>
                  <a:pt x="15957" y="255109"/>
                </a:cubicBezTo>
                <a:cubicBezTo>
                  <a:pt x="23899" y="255100"/>
                  <a:pt x="30622" y="249246"/>
                  <a:pt x="31726" y="241381"/>
                </a:cubicBezTo>
                <a:lnTo>
                  <a:pt x="57667" y="55709"/>
                </a:lnTo>
                <a:cubicBezTo>
                  <a:pt x="57808" y="55073"/>
                  <a:pt x="58169" y="54509"/>
                  <a:pt x="58688" y="54115"/>
                </a:cubicBezTo>
                <a:cubicBezTo>
                  <a:pt x="69528" y="45983"/>
                  <a:pt x="81816" y="39987"/>
                  <a:pt x="94897" y="36449"/>
                </a:cubicBezTo>
                <a:cubicBezTo>
                  <a:pt x="105087" y="33550"/>
                  <a:pt x="115619" y="32016"/>
                  <a:pt x="126212" y="31889"/>
                </a:cubicBezTo>
                <a:cubicBezTo>
                  <a:pt x="136833" y="32000"/>
                  <a:pt x="147391" y="33528"/>
                  <a:pt x="157606" y="36433"/>
                </a:cubicBezTo>
                <a:cubicBezTo>
                  <a:pt x="170660" y="39963"/>
                  <a:pt x="182923" y="45947"/>
                  <a:pt x="193736" y="54067"/>
                </a:cubicBezTo>
                <a:cubicBezTo>
                  <a:pt x="194254" y="54461"/>
                  <a:pt x="194616" y="55025"/>
                  <a:pt x="194757" y="55662"/>
                </a:cubicBezTo>
                <a:lnTo>
                  <a:pt x="220730" y="241333"/>
                </a:lnTo>
                <a:cubicBezTo>
                  <a:pt x="221833" y="249199"/>
                  <a:pt x="228557" y="255052"/>
                  <a:pt x="236499" y="255061"/>
                </a:cubicBezTo>
                <a:cubicBezTo>
                  <a:pt x="237247" y="255063"/>
                  <a:pt x="237991" y="255010"/>
                  <a:pt x="238731" y="254902"/>
                </a:cubicBezTo>
                <a:cubicBezTo>
                  <a:pt x="247453" y="253684"/>
                  <a:pt x="253534" y="245625"/>
                  <a:pt x="252316" y="236906"/>
                </a:cubicBezTo>
                <a:cubicBezTo>
                  <a:pt x="252316" y="236904"/>
                  <a:pt x="252316" y="236902"/>
                  <a:pt x="252316" y="236901"/>
                </a:cubicBezTo>
                <a:lnTo>
                  <a:pt x="226199" y="50257"/>
                </a:lnTo>
                <a:cubicBezTo>
                  <a:pt x="226124" y="49703"/>
                  <a:pt x="226017" y="49155"/>
                  <a:pt x="225880" y="48614"/>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7" name="Freeform: Shape 226">
            <a:extLst>
              <a:ext uri="{FF2B5EF4-FFF2-40B4-BE49-F238E27FC236}">
                <a16:creationId xmlns:a16="http://schemas.microsoft.com/office/drawing/2014/main" id="{5BD942B2-40A4-4979-3DA9-4F0523CC9F3D}"/>
              </a:ext>
            </a:extLst>
          </p:cNvPr>
          <p:cNvSpPr/>
          <p:nvPr/>
        </p:nvSpPr>
        <p:spPr>
          <a:xfrm>
            <a:off x="2726293" y="445584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4" y="0"/>
                  <a:pt x="0" y="28555"/>
                  <a:pt x="0" y="63777"/>
                </a:cubicBezTo>
                <a:cubicBezTo>
                  <a:pt x="0" y="99000"/>
                  <a:pt x="28554"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8" name="Freeform: Shape 227">
            <a:extLst>
              <a:ext uri="{FF2B5EF4-FFF2-40B4-BE49-F238E27FC236}">
                <a16:creationId xmlns:a16="http://schemas.microsoft.com/office/drawing/2014/main" id="{D2FB531B-6D61-E081-DE16-B10C2321EB3D}"/>
              </a:ext>
            </a:extLst>
          </p:cNvPr>
          <p:cNvSpPr/>
          <p:nvPr/>
        </p:nvSpPr>
        <p:spPr>
          <a:xfrm>
            <a:off x="2902195" y="4586062"/>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9" name="Freeform: Shape 228">
            <a:extLst>
              <a:ext uri="{FF2B5EF4-FFF2-40B4-BE49-F238E27FC236}">
                <a16:creationId xmlns:a16="http://schemas.microsoft.com/office/drawing/2014/main" id="{9717CA9B-8CC7-C7D5-7DDB-D3DCCA9E4FB7}"/>
              </a:ext>
            </a:extLst>
          </p:cNvPr>
          <p:cNvSpPr/>
          <p:nvPr/>
        </p:nvSpPr>
        <p:spPr>
          <a:xfrm>
            <a:off x="2699050" y="4586062"/>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4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4"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0" name="Freeform: Shape 229">
            <a:extLst>
              <a:ext uri="{FF2B5EF4-FFF2-40B4-BE49-F238E27FC236}">
                <a16:creationId xmlns:a16="http://schemas.microsoft.com/office/drawing/2014/main" id="{36FC4C02-1ECC-167C-8966-1A74C8695889}"/>
              </a:ext>
            </a:extLst>
          </p:cNvPr>
          <p:cNvSpPr/>
          <p:nvPr/>
        </p:nvSpPr>
        <p:spPr>
          <a:xfrm>
            <a:off x="3024767" y="4539566"/>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1" name="Freeform: Shape 230">
            <a:extLst>
              <a:ext uri="{FF2B5EF4-FFF2-40B4-BE49-F238E27FC236}">
                <a16:creationId xmlns:a16="http://schemas.microsoft.com/office/drawing/2014/main" id="{FA6EB6A0-C435-4307-4A8B-1FD6118C4450}"/>
              </a:ext>
            </a:extLst>
          </p:cNvPr>
          <p:cNvSpPr/>
          <p:nvPr/>
        </p:nvSpPr>
        <p:spPr>
          <a:xfrm>
            <a:off x="3061132" y="4455848"/>
            <a:ext cx="74408" cy="74408"/>
          </a:xfrm>
          <a:custGeom>
            <a:avLst/>
            <a:gdLst>
              <a:gd name="connsiteX0" fmla="*/ 63777 w 127554"/>
              <a:gd name="connsiteY0" fmla="*/ 0 h 127554"/>
              <a:gd name="connsiteX1" fmla="*/ 0 w 127554"/>
              <a:gd name="connsiteY1" fmla="*/ 63777 h 127554"/>
              <a:gd name="connsiteX2" fmla="*/ 63777 w 127554"/>
              <a:gd name="connsiteY2" fmla="*/ 127555 h 127554"/>
              <a:gd name="connsiteX3" fmla="*/ 127555 w 127554"/>
              <a:gd name="connsiteY3" fmla="*/ 63777 h 127554"/>
              <a:gd name="connsiteX4" fmla="*/ 63777 w 127554"/>
              <a:gd name="connsiteY4" fmla="*/ 0 h 127554"/>
              <a:gd name="connsiteX5" fmla="*/ 63777 w 127554"/>
              <a:gd name="connsiteY5" fmla="*/ 95666 h 127554"/>
              <a:gd name="connsiteX6" fmla="*/ 31889 w 127554"/>
              <a:gd name="connsiteY6" fmla="*/ 63777 h 127554"/>
              <a:gd name="connsiteX7" fmla="*/ 63777 w 127554"/>
              <a:gd name="connsiteY7" fmla="*/ 31889 h 127554"/>
              <a:gd name="connsiteX8" fmla="*/ 95666 w 127554"/>
              <a:gd name="connsiteY8" fmla="*/ 63777 h 127554"/>
              <a:gd name="connsiteX9" fmla="*/ 63777 w 127554"/>
              <a:gd name="connsiteY9" fmla="*/ 95666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0"/>
                </a:moveTo>
                <a:cubicBezTo>
                  <a:pt x="28555" y="0"/>
                  <a:pt x="0" y="28555"/>
                  <a:pt x="0" y="63777"/>
                </a:cubicBezTo>
                <a:cubicBezTo>
                  <a:pt x="0" y="99000"/>
                  <a:pt x="28555" y="127555"/>
                  <a:pt x="63777" y="127555"/>
                </a:cubicBezTo>
                <a:cubicBezTo>
                  <a:pt x="99000" y="127555"/>
                  <a:pt x="127555" y="99000"/>
                  <a:pt x="127555" y="63777"/>
                </a:cubicBezTo>
                <a:cubicBezTo>
                  <a:pt x="127555" y="28555"/>
                  <a:pt x="99000" y="0"/>
                  <a:pt x="63777" y="0"/>
                </a:cubicBezTo>
                <a:close/>
                <a:moveTo>
                  <a:pt x="63777" y="95666"/>
                </a:moveTo>
                <a:cubicBezTo>
                  <a:pt x="46165" y="95666"/>
                  <a:pt x="31889" y="81389"/>
                  <a:pt x="31889" y="63777"/>
                </a:cubicBezTo>
                <a:cubicBezTo>
                  <a:pt x="31889" y="46165"/>
                  <a:pt x="46165" y="31889"/>
                  <a:pt x="63777" y="31889"/>
                </a:cubicBezTo>
                <a:cubicBezTo>
                  <a:pt x="81389" y="31889"/>
                  <a:pt x="95666" y="46165"/>
                  <a:pt x="95666" y="63777"/>
                </a:cubicBezTo>
                <a:cubicBezTo>
                  <a:pt x="95666" y="81389"/>
                  <a:pt x="81389" y="95666"/>
                  <a:pt x="63777" y="95666"/>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2" name="Freeform: Shape 231">
            <a:extLst>
              <a:ext uri="{FF2B5EF4-FFF2-40B4-BE49-F238E27FC236}">
                <a16:creationId xmlns:a16="http://schemas.microsoft.com/office/drawing/2014/main" id="{E83DBA88-0755-7AC1-4802-6B64973459A5}"/>
              </a:ext>
            </a:extLst>
          </p:cNvPr>
          <p:cNvSpPr/>
          <p:nvPr/>
        </p:nvSpPr>
        <p:spPr>
          <a:xfrm>
            <a:off x="3033889" y="4586062"/>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3" name="Freeform: Shape 232">
            <a:extLst>
              <a:ext uri="{FF2B5EF4-FFF2-40B4-BE49-F238E27FC236}">
                <a16:creationId xmlns:a16="http://schemas.microsoft.com/office/drawing/2014/main" id="{A6CF3936-2095-2223-10B9-6AC45F7ADE59}"/>
              </a:ext>
            </a:extLst>
          </p:cNvPr>
          <p:cNvSpPr/>
          <p:nvPr/>
        </p:nvSpPr>
        <p:spPr>
          <a:xfrm>
            <a:off x="2856510" y="4130319"/>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4" name="Freeform: Shape 233">
            <a:extLst>
              <a:ext uri="{FF2B5EF4-FFF2-40B4-BE49-F238E27FC236}">
                <a16:creationId xmlns:a16="http://schemas.microsoft.com/office/drawing/2014/main" id="{0BAA9706-3EBA-4F2C-6A56-12A11FB14AC2}"/>
              </a:ext>
            </a:extLst>
          </p:cNvPr>
          <p:cNvSpPr/>
          <p:nvPr/>
        </p:nvSpPr>
        <p:spPr>
          <a:xfrm>
            <a:off x="2892894" y="4046600"/>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5" name="Freeform: Shape 234">
            <a:extLst>
              <a:ext uri="{FF2B5EF4-FFF2-40B4-BE49-F238E27FC236}">
                <a16:creationId xmlns:a16="http://schemas.microsoft.com/office/drawing/2014/main" id="{12474D94-0788-C211-78F5-7EF8368E7B31}"/>
              </a:ext>
            </a:extLst>
          </p:cNvPr>
          <p:cNvSpPr/>
          <p:nvPr/>
        </p:nvSpPr>
        <p:spPr>
          <a:xfrm>
            <a:off x="2902195" y="4176815"/>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6" name="Freeform: Shape 235">
            <a:extLst>
              <a:ext uri="{FF2B5EF4-FFF2-40B4-BE49-F238E27FC236}">
                <a16:creationId xmlns:a16="http://schemas.microsoft.com/office/drawing/2014/main" id="{7B96BDA5-BFB7-9B71-3CF2-F3669AC13AC6}"/>
              </a:ext>
            </a:extLst>
          </p:cNvPr>
          <p:cNvSpPr/>
          <p:nvPr/>
        </p:nvSpPr>
        <p:spPr>
          <a:xfrm>
            <a:off x="3191348" y="4130319"/>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7" name="Freeform: Shape 236">
            <a:extLst>
              <a:ext uri="{FF2B5EF4-FFF2-40B4-BE49-F238E27FC236}">
                <a16:creationId xmlns:a16="http://schemas.microsoft.com/office/drawing/2014/main" id="{AE991DD7-A837-F026-CA3D-6364A2D543BB}"/>
              </a:ext>
            </a:extLst>
          </p:cNvPr>
          <p:cNvSpPr/>
          <p:nvPr/>
        </p:nvSpPr>
        <p:spPr>
          <a:xfrm>
            <a:off x="3227732" y="4046600"/>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8" name="Freeform: Shape 237">
            <a:extLst>
              <a:ext uri="{FF2B5EF4-FFF2-40B4-BE49-F238E27FC236}">
                <a16:creationId xmlns:a16="http://schemas.microsoft.com/office/drawing/2014/main" id="{19AF85A5-9B48-6C7B-01EE-7D2CF3777C90}"/>
              </a:ext>
            </a:extLst>
          </p:cNvPr>
          <p:cNvSpPr/>
          <p:nvPr/>
        </p:nvSpPr>
        <p:spPr>
          <a:xfrm>
            <a:off x="3024767" y="4130319"/>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9" name="Freeform: Shape 238">
            <a:extLst>
              <a:ext uri="{FF2B5EF4-FFF2-40B4-BE49-F238E27FC236}">
                <a16:creationId xmlns:a16="http://schemas.microsoft.com/office/drawing/2014/main" id="{3186C21C-FF9E-6F67-6552-465E863174FF}"/>
              </a:ext>
            </a:extLst>
          </p:cNvPr>
          <p:cNvSpPr/>
          <p:nvPr/>
        </p:nvSpPr>
        <p:spPr>
          <a:xfrm>
            <a:off x="3061132" y="4046600"/>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0" name="Freeform: Shape 239">
            <a:extLst>
              <a:ext uri="{FF2B5EF4-FFF2-40B4-BE49-F238E27FC236}">
                <a16:creationId xmlns:a16="http://schemas.microsoft.com/office/drawing/2014/main" id="{E182F517-45A9-8BE1-509F-73FC25D1004B}"/>
              </a:ext>
            </a:extLst>
          </p:cNvPr>
          <p:cNvSpPr/>
          <p:nvPr/>
        </p:nvSpPr>
        <p:spPr>
          <a:xfrm>
            <a:off x="3237034" y="4176815"/>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1" name="Freeform: Shape 240">
            <a:extLst>
              <a:ext uri="{FF2B5EF4-FFF2-40B4-BE49-F238E27FC236}">
                <a16:creationId xmlns:a16="http://schemas.microsoft.com/office/drawing/2014/main" id="{868A98BF-7E95-10FE-3A51-2621911C3C97}"/>
              </a:ext>
            </a:extLst>
          </p:cNvPr>
          <p:cNvSpPr/>
          <p:nvPr/>
        </p:nvSpPr>
        <p:spPr>
          <a:xfrm>
            <a:off x="3033889" y="4176815"/>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242" name="Group 241">
            <a:extLst>
              <a:ext uri="{FF2B5EF4-FFF2-40B4-BE49-F238E27FC236}">
                <a16:creationId xmlns:a16="http://schemas.microsoft.com/office/drawing/2014/main" id="{F5068F61-C4B1-8F03-18AC-7D126BB618C7}"/>
              </a:ext>
            </a:extLst>
          </p:cNvPr>
          <p:cNvGrpSpPr/>
          <p:nvPr/>
        </p:nvGrpSpPr>
        <p:grpSpPr>
          <a:xfrm>
            <a:off x="3191348" y="4455848"/>
            <a:ext cx="315553" cy="372042"/>
            <a:chOff x="2864048" y="4473411"/>
            <a:chExt cx="315553" cy="372042"/>
          </a:xfrm>
        </p:grpSpPr>
        <p:sp>
          <p:nvSpPr>
            <p:cNvPr id="243" name="Freeform: Shape 242">
              <a:extLst>
                <a:ext uri="{FF2B5EF4-FFF2-40B4-BE49-F238E27FC236}">
                  <a16:creationId xmlns:a16="http://schemas.microsoft.com/office/drawing/2014/main" id="{9A316927-2D93-C054-A258-E7E79AA3B2E7}"/>
                </a:ext>
              </a:extLst>
            </p:cNvPr>
            <p:cNvSpPr/>
            <p:nvPr/>
          </p:nvSpPr>
          <p:spPr>
            <a:xfrm>
              <a:off x="2864048" y="4557129"/>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4" name="Freeform: Shape 243">
              <a:extLst>
                <a:ext uri="{FF2B5EF4-FFF2-40B4-BE49-F238E27FC236}">
                  <a16:creationId xmlns:a16="http://schemas.microsoft.com/office/drawing/2014/main" id="{857020E8-22EF-6770-DB7A-CFE8D85C47C9}"/>
                </a:ext>
              </a:extLst>
            </p:cNvPr>
            <p:cNvSpPr/>
            <p:nvPr/>
          </p:nvSpPr>
          <p:spPr>
            <a:xfrm>
              <a:off x="2900432" y="447341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5" name="Freeform: Shape 244">
              <a:extLst>
                <a:ext uri="{FF2B5EF4-FFF2-40B4-BE49-F238E27FC236}">
                  <a16:creationId xmlns:a16="http://schemas.microsoft.com/office/drawing/2014/main" id="{2B400C3B-4658-A994-35BE-7683F3B9F4CB}"/>
                </a:ext>
              </a:extLst>
            </p:cNvPr>
            <p:cNvSpPr/>
            <p:nvPr/>
          </p:nvSpPr>
          <p:spPr>
            <a:xfrm>
              <a:off x="2909734" y="4603625"/>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6" name="Freeform: Shape 245">
              <a:extLst>
                <a:ext uri="{FF2B5EF4-FFF2-40B4-BE49-F238E27FC236}">
                  <a16:creationId xmlns:a16="http://schemas.microsoft.com/office/drawing/2014/main" id="{DC83ECA2-78B3-2696-91E5-BA92266C71F4}"/>
                </a:ext>
              </a:extLst>
            </p:cNvPr>
            <p:cNvSpPr/>
            <p:nvPr/>
          </p:nvSpPr>
          <p:spPr>
            <a:xfrm>
              <a:off x="3032305" y="4557129"/>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7" name="Freeform: Shape 246">
              <a:extLst>
                <a:ext uri="{FF2B5EF4-FFF2-40B4-BE49-F238E27FC236}">
                  <a16:creationId xmlns:a16="http://schemas.microsoft.com/office/drawing/2014/main" id="{9E240BA2-AF05-4086-DA2A-CEA758A19E39}"/>
                </a:ext>
              </a:extLst>
            </p:cNvPr>
            <p:cNvSpPr/>
            <p:nvPr/>
          </p:nvSpPr>
          <p:spPr>
            <a:xfrm>
              <a:off x="3068670" y="447341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8" name="Freeform: Shape 247">
              <a:extLst>
                <a:ext uri="{FF2B5EF4-FFF2-40B4-BE49-F238E27FC236}">
                  <a16:creationId xmlns:a16="http://schemas.microsoft.com/office/drawing/2014/main" id="{B5A29F10-7734-F6F7-A531-5ACC47D1B001}"/>
                </a:ext>
              </a:extLst>
            </p:cNvPr>
            <p:cNvSpPr/>
            <p:nvPr/>
          </p:nvSpPr>
          <p:spPr>
            <a:xfrm>
              <a:off x="3041427" y="4603625"/>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249" name="Group 248">
            <a:extLst>
              <a:ext uri="{FF2B5EF4-FFF2-40B4-BE49-F238E27FC236}">
                <a16:creationId xmlns:a16="http://schemas.microsoft.com/office/drawing/2014/main" id="{CA90E33B-DD9F-9B22-F4A2-9746898ECD83}"/>
              </a:ext>
            </a:extLst>
          </p:cNvPr>
          <p:cNvGrpSpPr/>
          <p:nvPr/>
        </p:nvGrpSpPr>
        <p:grpSpPr>
          <a:xfrm>
            <a:off x="3130105" y="2578115"/>
            <a:ext cx="147278" cy="371643"/>
            <a:chOff x="2802805" y="2595678"/>
            <a:chExt cx="147278" cy="371643"/>
          </a:xfrm>
        </p:grpSpPr>
        <p:sp>
          <p:nvSpPr>
            <p:cNvPr id="250" name="Freeform: Shape 249">
              <a:extLst>
                <a:ext uri="{FF2B5EF4-FFF2-40B4-BE49-F238E27FC236}">
                  <a16:creationId xmlns:a16="http://schemas.microsoft.com/office/drawing/2014/main" id="{28BADF6D-92C6-9B40-BD1C-92923D3F4722}"/>
                </a:ext>
              </a:extLst>
            </p:cNvPr>
            <p:cNvSpPr/>
            <p:nvPr/>
          </p:nvSpPr>
          <p:spPr>
            <a:xfrm>
              <a:off x="2802805" y="2679397"/>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1" name="Freeform: Shape 250">
              <a:extLst>
                <a:ext uri="{FF2B5EF4-FFF2-40B4-BE49-F238E27FC236}">
                  <a16:creationId xmlns:a16="http://schemas.microsoft.com/office/drawing/2014/main" id="{986A93B7-2BDE-92AE-C1DB-1A2A65CF4852}"/>
                </a:ext>
              </a:extLst>
            </p:cNvPr>
            <p:cNvSpPr/>
            <p:nvPr/>
          </p:nvSpPr>
          <p:spPr>
            <a:xfrm>
              <a:off x="2839189" y="259567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2" name="Freeform: Shape 251">
              <a:extLst>
                <a:ext uri="{FF2B5EF4-FFF2-40B4-BE49-F238E27FC236}">
                  <a16:creationId xmlns:a16="http://schemas.microsoft.com/office/drawing/2014/main" id="{F718E8C2-7B81-8F4B-4157-C62486BAAE93}"/>
                </a:ext>
              </a:extLst>
            </p:cNvPr>
            <p:cNvSpPr/>
            <p:nvPr/>
          </p:nvSpPr>
          <p:spPr>
            <a:xfrm>
              <a:off x="2848491" y="2725893"/>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253" name="Group 252">
            <a:extLst>
              <a:ext uri="{FF2B5EF4-FFF2-40B4-BE49-F238E27FC236}">
                <a16:creationId xmlns:a16="http://schemas.microsoft.com/office/drawing/2014/main" id="{F90B36DD-84A5-E066-A78C-936BF78BC48C}"/>
              </a:ext>
            </a:extLst>
          </p:cNvPr>
          <p:cNvGrpSpPr/>
          <p:nvPr/>
        </p:nvGrpSpPr>
        <p:grpSpPr>
          <a:xfrm>
            <a:off x="2795267" y="2578115"/>
            <a:ext cx="315554" cy="372043"/>
            <a:chOff x="2467967" y="2595678"/>
            <a:chExt cx="315554" cy="372043"/>
          </a:xfrm>
        </p:grpSpPr>
        <p:sp>
          <p:nvSpPr>
            <p:cNvPr id="254" name="Freeform: Shape 253">
              <a:extLst>
                <a:ext uri="{FF2B5EF4-FFF2-40B4-BE49-F238E27FC236}">
                  <a16:creationId xmlns:a16="http://schemas.microsoft.com/office/drawing/2014/main" id="{8D6FC9EA-EE84-76AB-F9AB-2B3D108167AC}"/>
                </a:ext>
              </a:extLst>
            </p:cNvPr>
            <p:cNvSpPr/>
            <p:nvPr/>
          </p:nvSpPr>
          <p:spPr>
            <a:xfrm>
              <a:off x="2467967" y="2679397"/>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5" name="Freeform: Shape 254">
              <a:extLst>
                <a:ext uri="{FF2B5EF4-FFF2-40B4-BE49-F238E27FC236}">
                  <a16:creationId xmlns:a16="http://schemas.microsoft.com/office/drawing/2014/main" id="{11532F9C-6006-45A0-EEEE-935176FF26E5}"/>
                </a:ext>
              </a:extLst>
            </p:cNvPr>
            <p:cNvSpPr/>
            <p:nvPr/>
          </p:nvSpPr>
          <p:spPr>
            <a:xfrm>
              <a:off x="2504351" y="259567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6" name="Freeform: Shape 255">
              <a:extLst>
                <a:ext uri="{FF2B5EF4-FFF2-40B4-BE49-F238E27FC236}">
                  <a16:creationId xmlns:a16="http://schemas.microsoft.com/office/drawing/2014/main" id="{7FF84DC1-03E3-F243-CA13-89B4FECEB93F}"/>
                </a:ext>
              </a:extLst>
            </p:cNvPr>
            <p:cNvSpPr/>
            <p:nvPr/>
          </p:nvSpPr>
          <p:spPr>
            <a:xfrm>
              <a:off x="2513652" y="2725893"/>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7" name="Freeform: Shape 256">
              <a:extLst>
                <a:ext uri="{FF2B5EF4-FFF2-40B4-BE49-F238E27FC236}">
                  <a16:creationId xmlns:a16="http://schemas.microsoft.com/office/drawing/2014/main" id="{011B2B20-8ECE-5049-9004-5394C0BD490B}"/>
                </a:ext>
              </a:extLst>
            </p:cNvPr>
            <p:cNvSpPr/>
            <p:nvPr/>
          </p:nvSpPr>
          <p:spPr>
            <a:xfrm>
              <a:off x="2636224" y="2679397"/>
              <a:ext cx="147297"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8" name="Freeform: Shape 257">
              <a:extLst>
                <a:ext uri="{FF2B5EF4-FFF2-40B4-BE49-F238E27FC236}">
                  <a16:creationId xmlns:a16="http://schemas.microsoft.com/office/drawing/2014/main" id="{0C70FE46-8B09-076F-B7FA-E7469B0B6B61}"/>
                </a:ext>
              </a:extLst>
            </p:cNvPr>
            <p:cNvSpPr/>
            <p:nvPr/>
          </p:nvSpPr>
          <p:spPr>
            <a:xfrm>
              <a:off x="2672589" y="259567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9" name="Freeform: Shape 258">
              <a:extLst>
                <a:ext uri="{FF2B5EF4-FFF2-40B4-BE49-F238E27FC236}">
                  <a16:creationId xmlns:a16="http://schemas.microsoft.com/office/drawing/2014/main" id="{9F063672-794C-EADF-A7B6-5F866C04442E}"/>
                </a:ext>
              </a:extLst>
            </p:cNvPr>
            <p:cNvSpPr/>
            <p:nvPr/>
          </p:nvSpPr>
          <p:spPr>
            <a:xfrm>
              <a:off x="2645346" y="2725893"/>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260" name="TextBox 259">
            <a:extLst>
              <a:ext uri="{FF2B5EF4-FFF2-40B4-BE49-F238E27FC236}">
                <a16:creationId xmlns:a16="http://schemas.microsoft.com/office/drawing/2014/main" id="{CFB38282-DFA7-9282-980F-7A1847218BE5}"/>
              </a:ext>
            </a:extLst>
          </p:cNvPr>
          <p:cNvSpPr txBox="1"/>
          <p:nvPr/>
        </p:nvSpPr>
        <p:spPr>
          <a:xfrm>
            <a:off x="579186" y="2156242"/>
            <a:ext cx="1494364" cy="57708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FFFF00"/>
                </a:solidFill>
                <a:effectLst/>
                <a:uLnTx/>
                <a:uFillTx/>
                <a:latin typeface="Aptos" panose="020B0004020202020204"/>
                <a:ea typeface="+mn-ea"/>
                <a:cs typeface="+mn-cs"/>
              </a:rPr>
              <a:t>Population under H0</a:t>
            </a:r>
            <a:br>
              <a:rPr kumimoji="0" lang="en-GB" sz="1050" b="1" i="0" u="none" strike="noStrike" kern="1200" cap="none" spc="0" normalizeH="0" baseline="0" noProof="0">
                <a:ln>
                  <a:noFill/>
                </a:ln>
                <a:solidFill>
                  <a:srgbClr val="FFFF00"/>
                </a:solidFill>
                <a:effectLst/>
                <a:uLnTx/>
                <a:uFillTx/>
                <a:latin typeface="Aptos" panose="020B0004020202020204"/>
                <a:ea typeface="+mn-ea"/>
                <a:cs typeface="+mn-cs"/>
              </a:rPr>
            </a:br>
            <a:r>
              <a:rPr kumimoji="0" lang="en-GB" sz="1050" b="0" i="0" u="none" strike="noStrike" kern="1200" cap="none" spc="0" normalizeH="0" baseline="0" noProof="0">
                <a:ln>
                  <a:noFill/>
                </a:ln>
                <a:solidFill>
                  <a:srgbClr val="FFFF00"/>
                </a:solidFill>
                <a:effectLst/>
                <a:uLnTx/>
                <a:uFillTx/>
                <a:latin typeface="Aptos" panose="020B0004020202020204"/>
                <a:ea typeface="+mn-ea"/>
                <a:cs typeface="+mn-cs"/>
              </a:rPr>
              <a:t>(we care about the parameters)</a:t>
            </a:r>
          </a:p>
        </p:txBody>
      </p:sp>
      <p:sp>
        <p:nvSpPr>
          <p:cNvPr id="261" name="Freeform: Shape 260">
            <a:extLst>
              <a:ext uri="{FF2B5EF4-FFF2-40B4-BE49-F238E27FC236}">
                <a16:creationId xmlns:a16="http://schemas.microsoft.com/office/drawing/2014/main" id="{6F1BDD3C-560D-302C-D606-243FA8982483}"/>
              </a:ext>
            </a:extLst>
          </p:cNvPr>
          <p:cNvSpPr/>
          <p:nvPr/>
        </p:nvSpPr>
        <p:spPr>
          <a:xfrm>
            <a:off x="4066254" y="3587372"/>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62" name="Freeform: Shape 261">
            <a:extLst>
              <a:ext uri="{FF2B5EF4-FFF2-40B4-BE49-F238E27FC236}">
                <a16:creationId xmlns:a16="http://schemas.microsoft.com/office/drawing/2014/main" id="{C0D1F776-9B32-F96A-8FF6-63B3882634A4}"/>
              </a:ext>
            </a:extLst>
          </p:cNvPr>
          <p:cNvSpPr/>
          <p:nvPr/>
        </p:nvSpPr>
        <p:spPr>
          <a:xfrm>
            <a:off x="4102638" y="350365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63" name="Freeform: Shape 262">
            <a:extLst>
              <a:ext uri="{FF2B5EF4-FFF2-40B4-BE49-F238E27FC236}">
                <a16:creationId xmlns:a16="http://schemas.microsoft.com/office/drawing/2014/main" id="{7C006612-CDB8-F554-0928-9BEB947EAD56}"/>
              </a:ext>
            </a:extLst>
          </p:cNvPr>
          <p:cNvSpPr/>
          <p:nvPr/>
        </p:nvSpPr>
        <p:spPr>
          <a:xfrm>
            <a:off x="3899672" y="3587363"/>
            <a:ext cx="147278" cy="148817"/>
          </a:xfrm>
          <a:custGeom>
            <a:avLst/>
            <a:gdLst>
              <a:gd name="connsiteX0" fmla="*/ 225880 w 252470"/>
              <a:gd name="connsiteY0" fmla="*/ 48614 h 255109"/>
              <a:gd name="connsiteX1" fmla="*/ 212869 w 252470"/>
              <a:gd name="connsiteY1" fmla="*/ 28556 h 255109"/>
              <a:gd name="connsiteX2" fmla="*/ 165977 w 252470"/>
              <a:gd name="connsiteY2" fmla="*/ 5644 h 255109"/>
              <a:gd name="connsiteX3" fmla="*/ 126212 w 252470"/>
              <a:gd name="connsiteY3" fmla="*/ 0 h 255109"/>
              <a:gd name="connsiteX4" fmla="*/ 86590 w 252470"/>
              <a:gd name="connsiteY4" fmla="*/ 5612 h 255109"/>
              <a:gd name="connsiteX5" fmla="*/ 39555 w 252470"/>
              <a:gd name="connsiteY5" fmla="*/ 28556 h 255109"/>
              <a:gd name="connsiteX6" fmla="*/ 26544 w 252470"/>
              <a:gd name="connsiteY6" fmla="*/ 48614 h 255109"/>
              <a:gd name="connsiteX7" fmla="*/ 26225 w 252470"/>
              <a:gd name="connsiteY7" fmla="*/ 50209 h 255109"/>
              <a:gd name="connsiteX8" fmla="*/ 156 w 252470"/>
              <a:gd name="connsiteY8" fmla="*/ 236949 h 255109"/>
              <a:gd name="connsiteX9" fmla="*/ 13725 w 252470"/>
              <a:gd name="connsiteY9" fmla="*/ 254950 h 255109"/>
              <a:gd name="connsiteX10" fmla="*/ 15957 w 252470"/>
              <a:gd name="connsiteY10" fmla="*/ 255109 h 255109"/>
              <a:gd name="connsiteX11" fmla="*/ 31726 w 252470"/>
              <a:gd name="connsiteY11" fmla="*/ 241381 h 255109"/>
              <a:gd name="connsiteX12" fmla="*/ 57667 w 252470"/>
              <a:gd name="connsiteY12" fmla="*/ 55709 h 255109"/>
              <a:gd name="connsiteX13" fmla="*/ 58688 w 252470"/>
              <a:gd name="connsiteY13" fmla="*/ 54115 h 255109"/>
              <a:gd name="connsiteX14" fmla="*/ 94897 w 252470"/>
              <a:gd name="connsiteY14" fmla="*/ 36449 h 255109"/>
              <a:gd name="connsiteX15" fmla="*/ 126212 w 252470"/>
              <a:gd name="connsiteY15" fmla="*/ 31889 h 255109"/>
              <a:gd name="connsiteX16" fmla="*/ 157606 w 252470"/>
              <a:gd name="connsiteY16" fmla="*/ 36433 h 255109"/>
              <a:gd name="connsiteX17" fmla="*/ 193736 w 252470"/>
              <a:gd name="connsiteY17" fmla="*/ 54067 h 255109"/>
              <a:gd name="connsiteX18" fmla="*/ 194757 w 252470"/>
              <a:gd name="connsiteY18" fmla="*/ 55662 h 255109"/>
              <a:gd name="connsiteX19" fmla="*/ 220730 w 252470"/>
              <a:gd name="connsiteY19" fmla="*/ 241333 h 255109"/>
              <a:gd name="connsiteX20" fmla="*/ 236499 w 252470"/>
              <a:gd name="connsiteY20" fmla="*/ 255061 h 255109"/>
              <a:gd name="connsiteX21" fmla="*/ 238731 w 252470"/>
              <a:gd name="connsiteY21" fmla="*/ 254902 h 255109"/>
              <a:gd name="connsiteX22" fmla="*/ 252316 w 252470"/>
              <a:gd name="connsiteY22" fmla="*/ 236906 h 255109"/>
              <a:gd name="connsiteX23" fmla="*/ 252316 w 252470"/>
              <a:gd name="connsiteY23" fmla="*/ 236901 h 255109"/>
              <a:gd name="connsiteX24" fmla="*/ 226199 w 252470"/>
              <a:gd name="connsiteY24" fmla="*/ 50257 h 255109"/>
              <a:gd name="connsiteX25" fmla="*/ 225880 w 252470"/>
              <a:gd name="connsiteY25" fmla="*/ 48614 h 25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2470" h="255109">
                <a:moveTo>
                  <a:pt x="225880" y="48614"/>
                </a:moveTo>
                <a:cubicBezTo>
                  <a:pt x="224035" y="40607"/>
                  <a:pt x="219429" y="33505"/>
                  <a:pt x="212869" y="28556"/>
                </a:cubicBezTo>
                <a:cubicBezTo>
                  <a:pt x="198835" y="18011"/>
                  <a:pt x="182921" y="10235"/>
                  <a:pt x="165977" y="5644"/>
                </a:cubicBezTo>
                <a:cubicBezTo>
                  <a:pt x="153032" y="2003"/>
                  <a:pt x="139659" y="105"/>
                  <a:pt x="126212" y="0"/>
                </a:cubicBezTo>
                <a:cubicBezTo>
                  <a:pt x="112814" y="110"/>
                  <a:pt x="99491" y="1998"/>
                  <a:pt x="86590" y="5612"/>
                </a:cubicBezTo>
                <a:cubicBezTo>
                  <a:pt x="69598" y="10208"/>
                  <a:pt x="53635" y="17993"/>
                  <a:pt x="39555" y="28556"/>
                </a:cubicBezTo>
                <a:cubicBezTo>
                  <a:pt x="32995" y="33505"/>
                  <a:pt x="28388" y="40607"/>
                  <a:pt x="26544" y="48614"/>
                </a:cubicBezTo>
                <a:cubicBezTo>
                  <a:pt x="26417" y="49156"/>
                  <a:pt x="26305" y="49714"/>
                  <a:pt x="26225" y="50209"/>
                </a:cubicBezTo>
                <a:lnTo>
                  <a:pt x="156" y="236949"/>
                </a:lnTo>
                <a:cubicBezTo>
                  <a:pt x="-1065" y="245665"/>
                  <a:pt x="5009" y="253724"/>
                  <a:pt x="13725" y="254950"/>
                </a:cubicBezTo>
                <a:cubicBezTo>
                  <a:pt x="14464" y="255057"/>
                  <a:pt x="15210" y="255111"/>
                  <a:pt x="15957" y="255109"/>
                </a:cubicBezTo>
                <a:cubicBezTo>
                  <a:pt x="23899" y="255100"/>
                  <a:pt x="30622" y="249246"/>
                  <a:pt x="31726" y="241381"/>
                </a:cubicBezTo>
                <a:lnTo>
                  <a:pt x="57667" y="55709"/>
                </a:lnTo>
                <a:cubicBezTo>
                  <a:pt x="57808" y="55073"/>
                  <a:pt x="58169" y="54509"/>
                  <a:pt x="58688" y="54115"/>
                </a:cubicBezTo>
                <a:cubicBezTo>
                  <a:pt x="69528" y="45983"/>
                  <a:pt x="81816" y="39987"/>
                  <a:pt x="94897" y="36449"/>
                </a:cubicBezTo>
                <a:cubicBezTo>
                  <a:pt x="105087" y="33550"/>
                  <a:pt x="115619" y="32016"/>
                  <a:pt x="126212" y="31889"/>
                </a:cubicBezTo>
                <a:cubicBezTo>
                  <a:pt x="136833" y="32000"/>
                  <a:pt x="147391" y="33528"/>
                  <a:pt x="157606" y="36433"/>
                </a:cubicBezTo>
                <a:cubicBezTo>
                  <a:pt x="170660" y="39963"/>
                  <a:pt x="182923" y="45947"/>
                  <a:pt x="193736" y="54067"/>
                </a:cubicBezTo>
                <a:cubicBezTo>
                  <a:pt x="194254" y="54461"/>
                  <a:pt x="194616" y="55025"/>
                  <a:pt x="194757" y="55662"/>
                </a:cubicBezTo>
                <a:lnTo>
                  <a:pt x="220730" y="241333"/>
                </a:lnTo>
                <a:cubicBezTo>
                  <a:pt x="221833" y="249199"/>
                  <a:pt x="228557" y="255052"/>
                  <a:pt x="236499" y="255061"/>
                </a:cubicBezTo>
                <a:cubicBezTo>
                  <a:pt x="237247" y="255063"/>
                  <a:pt x="237991" y="255010"/>
                  <a:pt x="238731" y="254902"/>
                </a:cubicBezTo>
                <a:cubicBezTo>
                  <a:pt x="247453" y="253684"/>
                  <a:pt x="253534" y="245625"/>
                  <a:pt x="252316" y="236906"/>
                </a:cubicBezTo>
                <a:cubicBezTo>
                  <a:pt x="252316" y="236904"/>
                  <a:pt x="252316" y="236902"/>
                  <a:pt x="252316" y="236901"/>
                </a:cubicBezTo>
                <a:lnTo>
                  <a:pt x="226199" y="50257"/>
                </a:lnTo>
                <a:cubicBezTo>
                  <a:pt x="226124" y="49703"/>
                  <a:pt x="226017" y="49155"/>
                  <a:pt x="225880" y="48614"/>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64" name="Freeform: Shape 263">
            <a:extLst>
              <a:ext uri="{FF2B5EF4-FFF2-40B4-BE49-F238E27FC236}">
                <a16:creationId xmlns:a16="http://schemas.microsoft.com/office/drawing/2014/main" id="{49363C6D-D100-EB55-1198-D6D8AA40059F}"/>
              </a:ext>
            </a:extLst>
          </p:cNvPr>
          <p:cNvSpPr/>
          <p:nvPr/>
        </p:nvSpPr>
        <p:spPr>
          <a:xfrm>
            <a:off x="3936037" y="350365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4" y="0"/>
                  <a:pt x="0" y="28555"/>
                  <a:pt x="0" y="63777"/>
                </a:cubicBezTo>
                <a:cubicBezTo>
                  <a:pt x="0" y="99000"/>
                  <a:pt x="28554"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65" name="Freeform: Shape 264">
            <a:extLst>
              <a:ext uri="{FF2B5EF4-FFF2-40B4-BE49-F238E27FC236}">
                <a16:creationId xmlns:a16="http://schemas.microsoft.com/office/drawing/2014/main" id="{2DA61A4C-4420-96F4-D0EA-02F4C3EA51C6}"/>
              </a:ext>
            </a:extLst>
          </p:cNvPr>
          <p:cNvSpPr/>
          <p:nvPr/>
        </p:nvSpPr>
        <p:spPr>
          <a:xfrm>
            <a:off x="4111939" y="3633868"/>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66" name="Freeform: Shape 265">
            <a:extLst>
              <a:ext uri="{FF2B5EF4-FFF2-40B4-BE49-F238E27FC236}">
                <a16:creationId xmlns:a16="http://schemas.microsoft.com/office/drawing/2014/main" id="{48C0C3B1-089C-BE37-53CD-737DDDBC2AB4}"/>
              </a:ext>
            </a:extLst>
          </p:cNvPr>
          <p:cNvSpPr/>
          <p:nvPr/>
        </p:nvSpPr>
        <p:spPr>
          <a:xfrm>
            <a:off x="3908794" y="3633868"/>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4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4"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67" name="Freeform: Shape 266">
            <a:extLst>
              <a:ext uri="{FF2B5EF4-FFF2-40B4-BE49-F238E27FC236}">
                <a16:creationId xmlns:a16="http://schemas.microsoft.com/office/drawing/2014/main" id="{C12EF015-61DB-6E1C-5B64-E9632FB86FFC}"/>
              </a:ext>
            </a:extLst>
          </p:cNvPr>
          <p:cNvSpPr/>
          <p:nvPr/>
        </p:nvSpPr>
        <p:spPr>
          <a:xfrm>
            <a:off x="4401092" y="3587372"/>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68" name="Freeform: Shape 267">
            <a:extLst>
              <a:ext uri="{FF2B5EF4-FFF2-40B4-BE49-F238E27FC236}">
                <a16:creationId xmlns:a16="http://schemas.microsoft.com/office/drawing/2014/main" id="{21191C53-98DE-1468-DF8C-FC8B8E6B39F3}"/>
              </a:ext>
            </a:extLst>
          </p:cNvPr>
          <p:cNvSpPr/>
          <p:nvPr/>
        </p:nvSpPr>
        <p:spPr>
          <a:xfrm>
            <a:off x="4437476" y="350365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69" name="Freeform: Shape 268">
            <a:extLst>
              <a:ext uri="{FF2B5EF4-FFF2-40B4-BE49-F238E27FC236}">
                <a16:creationId xmlns:a16="http://schemas.microsoft.com/office/drawing/2014/main" id="{6123EC91-F1FD-0E7C-A332-7943141CC953}"/>
              </a:ext>
            </a:extLst>
          </p:cNvPr>
          <p:cNvSpPr/>
          <p:nvPr/>
        </p:nvSpPr>
        <p:spPr>
          <a:xfrm>
            <a:off x="4234511" y="3587372"/>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0" name="Freeform: Shape 269">
            <a:extLst>
              <a:ext uri="{FF2B5EF4-FFF2-40B4-BE49-F238E27FC236}">
                <a16:creationId xmlns:a16="http://schemas.microsoft.com/office/drawing/2014/main" id="{E090BD95-B134-B706-A281-8CC3659A141D}"/>
              </a:ext>
            </a:extLst>
          </p:cNvPr>
          <p:cNvSpPr/>
          <p:nvPr/>
        </p:nvSpPr>
        <p:spPr>
          <a:xfrm>
            <a:off x="4270876" y="3503654"/>
            <a:ext cx="74408" cy="74408"/>
          </a:xfrm>
          <a:custGeom>
            <a:avLst/>
            <a:gdLst>
              <a:gd name="connsiteX0" fmla="*/ 63777 w 127554"/>
              <a:gd name="connsiteY0" fmla="*/ 0 h 127554"/>
              <a:gd name="connsiteX1" fmla="*/ 0 w 127554"/>
              <a:gd name="connsiteY1" fmla="*/ 63777 h 127554"/>
              <a:gd name="connsiteX2" fmla="*/ 63777 w 127554"/>
              <a:gd name="connsiteY2" fmla="*/ 127555 h 127554"/>
              <a:gd name="connsiteX3" fmla="*/ 127555 w 127554"/>
              <a:gd name="connsiteY3" fmla="*/ 63777 h 127554"/>
              <a:gd name="connsiteX4" fmla="*/ 63777 w 127554"/>
              <a:gd name="connsiteY4" fmla="*/ 0 h 127554"/>
              <a:gd name="connsiteX5" fmla="*/ 63777 w 127554"/>
              <a:gd name="connsiteY5" fmla="*/ 95666 h 127554"/>
              <a:gd name="connsiteX6" fmla="*/ 31889 w 127554"/>
              <a:gd name="connsiteY6" fmla="*/ 63777 h 127554"/>
              <a:gd name="connsiteX7" fmla="*/ 63777 w 127554"/>
              <a:gd name="connsiteY7" fmla="*/ 31889 h 127554"/>
              <a:gd name="connsiteX8" fmla="*/ 95666 w 127554"/>
              <a:gd name="connsiteY8" fmla="*/ 63777 h 127554"/>
              <a:gd name="connsiteX9" fmla="*/ 63777 w 127554"/>
              <a:gd name="connsiteY9" fmla="*/ 95666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0"/>
                </a:moveTo>
                <a:cubicBezTo>
                  <a:pt x="28555" y="0"/>
                  <a:pt x="0" y="28555"/>
                  <a:pt x="0" y="63777"/>
                </a:cubicBezTo>
                <a:cubicBezTo>
                  <a:pt x="0" y="99000"/>
                  <a:pt x="28555" y="127555"/>
                  <a:pt x="63777" y="127555"/>
                </a:cubicBezTo>
                <a:cubicBezTo>
                  <a:pt x="99000" y="127555"/>
                  <a:pt x="127555" y="99000"/>
                  <a:pt x="127555" y="63777"/>
                </a:cubicBezTo>
                <a:cubicBezTo>
                  <a:pt x="127555" y="28555"/>
                  <a:pt x="99000" y="0"/>
                  <a:pt x="63777" y="0"/>
                </a:cubicBezTo>
                <a:close/>
                <a:moveTo>
                  <a:pt x="63777" y="95666"/>
                </a:moveTo>
                <a:cubicBezTo>
                  <a:pt x="46165" y="95666"/>
                  <a:pt x="31889" y="81389"/>
                  <a:pt x="31889" y="63777"/>
                </a:cubicBezTo>
                <a:cubicBezTo>
                  <a:pt x="31889" y="46165"/>
                  <a:pt x="46165" y="31889"/>
                  <a:pt x="63777" y="31889"/>
                </a:cubicBezTo>
                <a:cubicBezTo>
                  <a:pt x="81389" y="31889"/>
                  <a:pt x="95666" y="46165"/>
                  <a:pt x="95666" y="63777"/>
                </a:cubicBezTo>
                <a:cubicBezTo>
                  <a:pt x="95666" y="81389"/>
                  <a:pt x="81389" y="95666"/>
                  <a:pt x="63777" y="95666"/>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1" name="Freeform: Shape 270">
            <a:extLst>
              <a:ext uri="{FF2B5EF4-FFF2-40B4-BE49-F238E27FC236}">
                <a16:creationId xmlns:a16="http://schemas.microsoft.com/office/drawing/2014/main" id="{B99BD7FA-9AD5-31AB-05B2-EC0EECD056E4}"/>
              </a:ext>
            </a:extLst>
          </p:cNvPr>
          <p:cNvSpPr/>
          <p:nvPr/>
        </p:nvSpPr>
        <p:spPr>
          <a:xfrm>
            <a:off x="4446778" y="3633868"/>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2" name="Freeform: Shape 271">
            <a:extLst>
              <a:ext uri="{FF2B5EF4-FFF2-40B4-BE49-F238E27FC236}">
                <a16:creationId xmlns:a16="http://schemas.microsoft.com/office/drawing/2014/main" id="{F29923B1-8F06-3F76-8B7F-E9B110978E0A}"/>
              </a:ext>
            </a:extLst>
          </p:cNvPr>
          <p:cNvSpPr/>
          <p:nvPr/>
        </p:nvSpPr>
        <p:spPr>
          <a:xfrm>
            <a:off x="4243633" y="3633868"/>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3" name="Freeform: Shape 272">
            <a:extLst>
              <a:ext uri="{FF2B5EF4-FFF2-40B4-BE49-F238E27FC236}">
                <a16:creationId xmlns:a16="http://schemas.microsoft.com/office/drawing/2014/main" id="{4D88A527-3A2C-1A21-60ED-E2666F882F63}"/>
              </a:ext>
            </a:extLst>
          </p:cNvPr>
          <p:cNvSpPr/>
          <p:nvPr/>
        </p:nvSpPr>
        <p:spPr>
          <a:xfrm>
            <a:off x="4066254" y="3178125"/>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4" name="Freeform: Shape 273">
            <a:extLst>
              <a:ext uri="{FF2B5EF4-FFF2-40B4-BE49-F238E27FC236}">
                <a16:creationId xmlns:a16="http://schemas.microsoft.com/office/drawing/2014/main" id="{E43563BA-24F5-DC40-06DD-9E6605A6DBB4}"/>
              </a:ext>
            </a:extLst>
          </p:cNvPr>
          <p:cNvSpPr/>
          <p:nvPr/>
        </p:nvSpPr>
        <p:spPr>
          <a:xfrm>
            <a:off x="4102638" y="3094406"/>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5" name="Freeform: Shape 274">
            <a:extLst>
              <a:ext uri="{FF2B5EF4-FFF2-40B4-BE49-F238E27FC236}">
                <a16:creationId xmlns:a16="http://schemas.microsoft.com/office/drawing/2014/main" id="{842368A4-111E-822D-87F3-958A8BBFDCA5}"/>
              </a:ext>
            </a:extLst>
          </p:cNvPr>
          <p:cNvSpPr/>
          <p:nvPr/>
        </p:nvSpPr>
        <p:spPr>
          <a:xfrm>
            <a:off x="4111939" y="3224621"/>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276" name="Group 275">
            <a:extLst>
              <a:ext uri="{FF2B5EF4-FFF2-40B4-BE49-F238E27FC236}">
                <a16:creationId xmlns:a16="http://schemas.microsoft.com/office/drawing/2014/main" id="{2E59C2A4-509D-52B5-8F27-95B1A525C75B}"/>
              </a:ext>
            </a:extLst>
          </p:cNvPr>
          <p:cNvGrpSpPr/>
          <p:nvPr/>
        </p:nvGrpSpPr>
        <p:grpSpPr>
          <a:xfrm>
            <a:off x="4234511" y="3094406"/>
            <a:ext cx="313859" cy="372043"/>
            <a:chOff x="3907211" y="3111969"/>
            <a:chExt cx="313859" cy="372043"/>
          </a:xfrm>
        </p:grpSpPr>
        <p:sp>
          <p:nvSpPr>
            <p:cNvPr id="277" name="Freeform: Shape 276">
              <a:extLst>
                <a:ext uri="{FF2B5EF4-FFF2-40B4-BE49-F238E27FC236}">
                  <a16:creationId xmlns:a16="http://schemas.microsoft.com/office/drawing/2014/main" id="{FED42DE9-4238-B7D2-C779-AB87072003E5}"/>
                </a:ext>
              </a:extLst>
            </p:cNvPr>
            <p:cNvSpPr/>
            <p:nvPr/>
          </p:nvSpPr>
          <p:spPr>
            <a:xfrm>
              <a:off x="4073792" y="3195688"/>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8" name="Freeform: Shape 277">
              <a:extLst>
                <a:ext uri="{FF2B5EF4-FFF2-40B4-BE49-F238E27FC236}">
                  <a16:creationId xmlns:a16="http://schemas.microsoft.com/office/drawing/2014/main" id="{17C56405-2431-A046-455A-CCFFB25CAEB0}"/>
                </a:ext>
              </a:extLst>
            </p:cNvPr>
            <p:cNvSpPr/>
            <p:nvPr/>
          </p:nvSpPr>
          <p:spPr>
            <a:xfrm>
              <a:off x="4110176" y="31119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9" name="Freeform: Shape 278">
              <a:extLst>
                <a:ext uri="{FF2B5EF4-FFF2-40B4-BE49-F238E27FC236}">
                  <a16:creationId xmlns:a16="http://schemas.microsoft.com/office/drawing/2014/main" id="{E7CCE84A-CCAD-1D08-45E8-BD5CB7E60BB6}"/>
                </a:ext>
              </a:extLst>
            </p:cNvPr>
            <p:cNvSpPr/>
            <p:nvPr/>
          </p:nvSpPr>
          <p:spPr>
            <a:xfrm>
              <a:off x="3907211" y="3195688"/>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0" name="Freeform: Shape 279">
              <a:extLst>
                <a:ext uri="{FF2B5EF4-FFF2-40B4-BE49-F238E27FC236}">
                  <a16:creationId xmlns:a16="http://schemas.microsoft.com/office/drawing/2014/main" id="{FA1E5409-AA71-94B7-B4C0-BC21D390D18E}"/>
                </a:ext>
              </a:extLst>
            </p:cNvPr>
            <p:cNvSpPr/>
            <p:nvPr/>
          </p:nvSpPr>
          <p:spPr>
            <a:xfrm>
              <a:off x="3943576" y="31119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1" name="Freeform: Shape 280">
              <a:extLst>
                <a:ext uri="{FF2B5EF4-FFF2-40B4-BE49-F238E27FC236}">
                  <a16:creationId xmlns:a16="http://schemas.microsoft.com/office/drawing/2014/main" id="{F4ED355C-7DDB-7852-7E24-CDB45265123E}"/>
                </a:ext>
              </a:extLst>
            </p:cNvPr>
            <p:cNvSpPr/>
            <p:nvPr/>
          </p:nvSpPr>
          <p:spPr>
            <a:xfrm>
              <a:off x="4119478" y="3242184"/>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2" name="Freeform: Shape 281">
              <a:extLst>
                <a:ext uri="{FF2B5EF4-FFF2-40B4-BE49-F238E27FC236}">
                  <a16:creationId xmlns:a16="http://schemas.microsoft.com/office/drawing/2014/main" id="{E6430815-B6B4-45D2-E3F4-76AE0EC6AA24}"/>
                </a:ext>
              </a:extLst>
            </p:cNvPr>
            <p:cNvSpPr/>
            <p:nvPr/>
          </p:nvSpPr>
          <p:spPr>
            <a:xfrm>
              <a:off x="3916333" y="3242184"/>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283" name="Freeform: Shape 282">
            <a:extLst>
              <a:ext uri="{FF2B5EF4-FFF2-40B4-BE49-F238E27FC236}">
                <a16:creationId xmlns:a16="http://schemas.microsoft.com/office/drawing/2014/main" id="{619EDBA0-9B65-BCE5-7B3A-EB612819074F}"/>
              </a:ext>
            </a:extLst>
          </p:cNvPr>
          <p:cNvSpPr/>
          <p:nvPr/>
        </p:nvSpPr>
        <p:spPr>
          <a:xfrm>
            <a:off x="4569349" y="3587372"/>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4" name="Freeform: Shape 283">
            <a:extLst>
              <a:ext uri="{FF2B5EF4-FFF2-40B4-BE49-F238E27FC236}">
                <a16:creationId xmlns:a16="http://schemas.microsoft.com/office/drawing/2014/main" id="{236EEAAE-CDBC-1886-AACC-FADD104D2ED6}"/>
              </a:ext>
            </a:extLst>
          </p:cNvPr>
          <p:cNvSpPr/>
          <p:nvPr/>
        </p:nvSpPr>
        <p:spPr>
          <a:xfrm>
            <a:off x="4605714" y="350365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5" name="Freeform: Shape 284">
            <a:extLst>
              <a:ext uri="{FF2B5EF4-FFF2-40B4-BE49-F238E27FC236}">
                <a16:creationId xmlns:a16="http://schemas.microsoft.com/office/drawing/2014/main" id="{87839B66-E5FC-3F61-DF7F-B981DA14A4BF}"/>
              </a:ext>
            </a:extLst>
          </p:cNvPr>
          <p:cNvSpPr/>
          <p:nvPr/>
        </p:nvSpPr>
        <p:spPr>
          <a:xfrm>
            <a:off x="4578471" y="3633868"/>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6" name="Freeform: Shape 285">
            <a:extLst>
              <a:ext uri="{FF2B5EF4-FFF2-40B4-BE49-F238E27FC236}">
                <a16:creationId xmlns:a16="http://schemas.microsoft.com/office/drawing/2014/main" id="{F200BC16-1D05-9753-BB45-76B104452880}"/>
              </a:ext>
            </a:extLst>
          </p:cNvPr>
          <p:cNvSpPr/>
          <p:nvPr/>
        </p:nvSpPr>
        <p:spPr>
          <a:xfrm>
            <a:off x="4089364" y="4559687"/>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7" name="Freeform: Shape 286">
            <a:extLst>
              <a:ext uri="{FF2B5EF4-FFF2-40B4-BE49-F238E27FC236}">
                <a16:creationId xmlns:a16="http://schemas.microsoft.com/office/drawing/2014/main" id="{441AFD84-B1EE-5F99-F7FB-F305F296DADB}"/>
              </a:ext>
            </a:extLst>
          </p:cNvPr>
          <p:cNvSpPr/>
          <p:nvPr/>
        </p:nvSpPr>
        <p:spPr>
          <a:xfrm>
            <a:off x="4125748" y="44759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8" name="Freeform: Shape 287">
            <a:extLst>
              <a:ext uri="{FF2B5EF4-FFF2-40B4-BE49-F238E27FC236}">
                <a16:creationId xmlns:a16="http://schemas.microsoft.com/office/drawing/2014/main" id="{32D3B326-1AE1-DD0D-204F-36D36ECCB40B}"/>
              </a:ext>
            </a:extLst>
          </p:cNvPr>
          <p:cNvSpPr/>
          <p:nvPr/>
        </p:nvSpPr>
        <p:spPr>
          <a:xfrm>
            <a:off x="3922782" y="4559678"/>
            <a:ext cx="147278" cy="148817"/>
          </a:xfrm>
          <a:custGeom>
            <a:avLst/>
            <a:gdLst>
              <a:gd name="connsiteX0" fmla="*/ 225880 w 252470"/>
              <a:gd name="connsiteY0" fmla="*/ 48614 h 255109"/>
              <a:gd name="connsiteX1" fmla="*/ 212869 w 252470"/>
              <a:gd name="connsiteY1" fmla="*/ 28556 h 255109"/>
              <a:gd name="connsiteX2" fmla="*/ 165977 w 252470"/>
              <a:gd name="connsiteY2" fmla="*/ 5644 h 255109"/>
              <a:gd name="connsiteX3" fmla="*/ 126212 w 252470"/>
              <a:gd name="connsiteY3" fmla="*/ 0 h 255109"/>
              <a:gd name="connsiteX4" fmla="*/ 86590 w 252470"/>
              <a:gd name="connsiteY4" fmla="*/ 5612 h 255109"/>
              <a:gd name="connsiteX5" fmla="*/ 39555 w 252470"/>
              <a:gd name="connsiteY5" fmla="*/ 28556 h 255109"/>
              <a:gd name="connsiteX6" fmla="*/ 26544 w 252470"/>
              <a:gd name="connsiteY6" fmla="*/ 48614 h 255109"/>
              <a:gd name="connsiteX7" fmla="*/ 26225 w 252470"/>
              <a:gd name="connsiteY7" fmla="*/ 50209 h 255109"/>
              <a:gd name="connsiteX8" fmla="*/ 156 w 252470"/>
              <a:gd name="connsiteY8" fmla="*/ 236949 h 255109"/>
              <a:gd name="connsiteX9" fmla="*/ 13725 w 252470"/>
              <a:gd name="connsiteY9" fmla="*/ 254950 h 255109"/>
              <a:gd name="connsiteX10" fmla="*/ 15957 w 252470"/>
              <a:gd name="connsiteY10" fmla="*/ 255109 h 255109"/>
              <a:gd name="connsiteX11" fmla="*/ 31726 w 252470"/>
              <a:gd name="connsiteY11" fmla="*/ 241381 h 255109"/>
              <a:gd name="connsiteX12" fmla="*/ 57667 w 252470"/>
              <a:gd name="connsiteY12" fmla="*/ 55709 h 255109"/>
              <a:gd name="connsiteX13" fmla="*/ 58688 w 252470"/>
              <a:gd name="connsiteY13" fmla="*/ 54115 h 255109"/>
              <a:gd name="connsiteX14" fmla="*/ 94897 w 252470"/>
              <a:gd name="connsiteY14" fmla="*/ 36449 h 255109"/>
              <a:gd name="connsiteX15" fmla="*/ 126212 w 252470"/>
              <a:gd name="connsiteY15" fmla="*/ 31889 h 255109"/>
              <a:gd name="connsiteX16" fmla="*/ 157606 w 252470"/>
              <a:gd name="connsiteY16" fmla="*/ 36433 h 255109"/>
              <a:gd name="connsiteX17" fmla="*/ 193736 w 252470"/>
              <a:gd name="connsiteY17" fmla="*/ 54067 h 255109"/>
              <a:gd name="connsiteX18" fmla="*/ 194757 w 252470"/>
              <a:gd name="connsiteY18" fmla="*/ 55662 h 255109"/>
              <a:gd name="connsiteX19" fmla="*/ 220730 w 252470"/>
              <a:gd name="connsiteY19" fmla="*/ 241333 h 255109"/>
              <a:gd name="connsiteX20" fmla="*/ 236499 w 252470"/>
              <a:gd name="connsiteY20" fmla="*/ 255061 h 255109"/>
              <a:gd name="connsiteX21" fmla="*/ 238731 w 252470"/>
              <a:gd name="connsiteY21" fmla="*/ 254902 h 255109"/>
              <a:gd name="connsiteX22" fmla="*/ 252316 w 252470"/>
              <a:gd name="connsiteY22" fmla="*/ 236906 h 255109"/>
              <a:gd name="connsiteX23" fmla="*/ 252316 w 252470"/>
              <a:gd name="connsiteY23" fmla="*/ 236901 h 255109"/>
              <a:gd name="connsiteX24" fmla="*/ 226199 w 252470"/>
              <a:gd name="connsiteY24" fmla="*/ 50257 h 255109"/>
              <a:gd name="connsiteX25" fmla="*/ 225880 w 252470"/>
              <a:gd name="connsiteY25" fmla="*/ 48614 h 25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2470" h="255109">
                <a:moveTo>
                  <a:pt x="225880" y="48614"/>
                </a:moveTo>
                <a:cubicBezTo>
                  <a:pt x="224035" y="40607"/>
                  <a:pt x="219429" y="33505"/>
                  <a:pt x="212869" y="28556"/>
                </a:cubicBezTo>
                <a:cubicBezTo>
                  <a:pt x="198835" y="18011"/>
                  <a:pt x="182921" y="10235"/>
                  <a:pt x="165977" y="5644"/>
                </a:cubicBezTo>
                <a:cubicBezTo>
                  <a:pt x="153032" y="2003"/>
                  <a:pt x="139659" y="105"/>
                  <a:pt x="126212" y="0"/>
                </a:cubicBezTo>
                <a:cubicBezTo>
                  <a:pt x="112814" y="110"/>
                  <a:pt x="99491" y="1998"/>
                  <a:pt x="86590" y="5612"/>
                </a:cubicBezTo>
                <a:cubicBezTo>
                  <a:pt x="69598" y="10208"/>
                  <a:pt x="53635" y="17993"/>
                  <a:pt x="39555" y="28556"/>
                </a:cubicBezTo>
                <a:cubicBezTo>
                  <a:pt x="32995" y="33505"/>
                  <a:pt x="28388" y="40607"/>
                  <a:pt x="26544" y="48614"/>
                </a:cubicBezTo>
                <a:cubicBezTo>
                  <a:pt x="26417" y="49156"/>
                  <a:pt x="26305" y="49714"/>
                  <a:pt x="26225" y="50209"/>
                </a:cubicBezTo>
                <a:lnTo>
                  <a:pt x="156" y="236949"/>
                </a:lnTo>
                <a:cubicBezTo>
                  <a:pt x="-1065" y="245665"/>
                  <a:pt x="5009" y="253724"/>
                  <a:pt x="13725" y="254950"/>
                </a:cubicBezTo>
                <a:cubicBezTo>
                  <a:pt x="14464" y="255057"/>
                  <a:pt x="15210" y="255111"/>
                  <a:pt x="15957" y="255109"/>
                </a:cubicBezTo>
                <a:cubicBezTo>
                  <a:pt x="23899" y="255100"/>
                  <a:pt x="30622" y="249246"/>
                  <a:pt x="31726" y="241381"/>
                </a:cubicBezTo>
                <a:lnTo>
                  <a:pt x="57667" y="55709"/>
                </a:lnTo>
                <a:cubicBezTo>
                  <a:pt x="57808" y="55073"/>
                  <a:pt x="58169" y="54509"/>
                  <a:pt x="58688" y="54115"/>
                </a:cubicBezTo>
                <a:cubicBezTo>
                  <a:pt x="69528" y="45983"/>
                  <a:pt x="81816" y="39987"/>
                  <a:pt x="94897" y="36449"/>
                </a:cubicBezTo>
                <a:cubicBezTo>
                  <a:pt x="105087" y="33550"/>
                  <a:pt x="115619" y="32016"/>
                  <a:pt x="126212" y="31889"/>
                </a:cubicBezTo>
                <a:cubicBezTo>
                  <a:pt x="136833" y="32000"/>
                  <a:pt x="147391" y="33528"/>
                  <a:pt x="157606" y="36433"/>
                </a:cubicBezTo>
                <a:cubicBezTo>
                  <a:pt x="170660" y="39963"/>
                  <a:pt x="182923" y="45947"/>
                  <a:pt x="193736" y="54067"/>
                </a:cubicBezTo>
                <a:cubicBezTo>
                  <a:pt x="194254" y="54461"/>
                  <a:pt x="194616" y="55025"/>
                  <a:pt x="194757" y="55662"/>
                </a:cubicBezTo>
                <a:lnTo>
                  <a:pt x="220730" y="241333"/>
                </a:lnTo>
                <a:cubicBezTo>
                  <a:pt x="221833" y="249199"/>
                  <a:pt x="228557" y="255052"/>
                  <a:pt x="236499" y="255061"/>
                </a:cubicBezTo>
                <a:cubicBezTo>
                  <a:pt x="237247" y="255063"/>
                  <a:pt x="237991" y="255010"/>
                  <a:pt x="238731" y="254902"/>
                </a:cubicBezTo>
                <a:cubicBezTo>
                  <a:pt x="247453" y="253684"/>
                  <a:pt x="253534" y="245625"/>
                  <a:pt x="252316" y="236906"/>
                </a:cubicBezTo>
                <a:cubicBezTo>
                  <a:pt x="252316" y="236904"/>
                  <a:pt x="252316" y="236902"/>
                  <a:pt x="252316" y="236901"/>
                </a:cubicBezTo>
                <a:lnTo>
                  <a:pt x="226199" y="50257"/>
                </a:lnTo>
                <a:cubicBezTo>
                  <a:pt x="226124" y="49703"/>
                  <a:pt x="226017" y="49155"/>
                  <a:pt x="225880" y="48614"/>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9" name="Freeform: Shape 288">
            <a:extLst>
              <a:ext uri="{FF2B5EF4-FFF2-40B4-BE49-F238E27FC236}">
                <a16:creationId xmlns:a16="http://schemas.microsoft.com/office/drawing/2014/main" id="{F7F28CDB-67D5-8CCB-67EB-860890E49244}"/>
              </a:ext>
            </a:extLst>
          </p:cNvPr>
          <p:cNvSpPr/>
          <p:nvPr/>
        </p:nvSpPr>
        <p:spPr>
          <a:xfrm>
            <a:off x="3959147" y="44759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4" y="0"/>
                  <a:pt x="0" y="28555"/>
                  <a:pt x="0" y="63777"/>
                </a:cubicBezTo>
                <a:cubicBezTo>
                  <a:pt x="0" y="99000"/>
                  <a:pt x="28554"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0" name="Freeform: Shape 289">
            <a:extLst>
              <a:ext uri="{FF2B5EF4-FFF2-40B4-BE49-F238E27FC236}">
                <a16:creationId xmlns:a16="http://schemas.microsoft.com/office/drawing/2014/main" id="{75649AC0-A2D1-1952-7DE1-BC60DF6F3271}"/>
              </a:ext>
            </a:extLst>
          </p:cNvPr>
          <p:cNvSpPr/>
          <p:nvPr/>
        </p:nvSpPr>
        <p:spPr>
          <a:xfrm>
            <a:off x="4135049" y="4606183"/>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1" name="Freeform: Shape 290">
            <a:extLst>
              <a:ext uri="{FF2B5EF4-FFF2-40B4-BE49-F238E27FC236}">
                <a16:creationId xmlns:a16="http://schemas.microsoft.com/office/drawing/2014/main" id="{71A0127E-E687-2EB2-6E7E-861E32E39FC8}"/>
              </a:ext>
            </a:extLst>
          </p:cNvPr>
          <p:cNvSpPr/>
          <p:nvPr/>
        </p:nvSpPr>
        <p:spPr>
          <a:xfrm>
            <a:off x="3931904" y="4606183"/>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4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4"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2" name="Freeform: Shape 291">
            <a:extLst>
              <a:ext uri="{FF2B5EF4-FFF2-40B4-BE49-F238E27FC236}">
                <a16:creationId xmlns:a16="http://schemas.microsoft.com/office/drawing/2014/main" id="{F7D36EE5-4D60-D54B-E2B7-A31C58EDFBC5}"/>
              </a:ext>
            </a:extLst>
          </p:cNvPr>
          <p:cNvSpPr/>
          <p:nvPr/>
        </p:nvSpPr>
        <p:spPr>
          <a:xfrm>
            <a:off x="4424202" y="4559687"/>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3" name="Freeform: Shape 292">
            <a:extLst>
              <a:ext uri="{FF2B5EF4-FFF2-40B4-BE49-F238E27FC236}">
                <a16:creationId xmlns:a16="http://schemas.microsoft.com/office/drawing/2014/main" id="{240D71EC-D5BC-5FD1-CCE0-CD3F33195776}"/>
              </a:ext>
            </a:extLst>
          </p:cNvPr>
          <p:cNvSpPr/>
          <p:nvPr/>
        </p:nvSpPr>
        <p:spPr>
          <a:xfrm>
            <a:off x="4460586" y="44759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4" name="Freeform: Shape 293">
            <a:extLst>
              <a:ext uri="{FF2B5EF4-FFF2-40B4-BE49-F238E27FC236}">
                <a16:creationId xmlns:a16="http://schemas.microsoft.com/office/drawing/2014/main" id="{84EC413C-167A-204D-84FE-15BFE3165E6B}"/>
              </a:ext>
            </a:extLst>
          </p:cNvPr>
          <p:cNvSpPr/>
          <p:nvPr/>
        </p:nvSpPr>
        <p:spPr>
          <a:xfrm>
            <a:off x="4257621" y="4559687"/>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5" name="Freeform: Shape 294">
            <a:extLst>
              <a:ext uri="{FF2B5EF4-FFF2-40B4-BE49-F238E27FC236}">
                <a16:creationId xmlns:a16="http://schemas.microsoft.com/office/drawing/2014/main" id="{C010BFE0-D4BA-1E82-0385-1059400DCD58}"/>
              </a:ext>
            </a:extLst>
          </p:cNvPr>
          <p:cNvSpPr/>
          <p:nvPr/>
        </p:nvSpPr>
        <p:spPr>
          <a:xfrm>
            <a:off x="4293986" y="4475969"/>
            <a:ext cx="74408" cy="74408"/>
          </a:xfrm>
          <a:custGeom>
            <a:avLst/>
            <a:gdLst>
              <a:gd name="connsiteX0" fmla="*/ 63777 w 127554"/>
              <a:gd name="connsiteY0" fmla="*/ 0 h 127554"/>
              <a:gd name="connsiteX1" fmla="*/ 0 w 127554"/>
              <a:gd name="connsiteY1" fmla="*/ 63777 h 127554"/>
              <a:gd name="connsiteX2" fmla="*/ 63777 w 127554"/>
              <a:gd name="connsiteY2" fmla="*/ 127555 h 127554"/>
              <a:gd name="connsiteX3" fmla="*/ 127555 w 127554"/>
              <a:gd name="connsiteY3" fmla="*/ 63777 h 127554"/>
              <a:gd name="connsiteX4" fmla="*/ 63777 w 127554"/>
              <a:gd name="connsiteY4" fmla="*/ 0 h 127554"/>
              <a:gd name="connsiteX5" fmla="*/ 63777 w 127554"/>
              <a:gd name="connsiteY5" fmla="*/ 95666 h 127554"/>
              <a:gd name="connsiteX6" fmla="*/ 31889 w 127554"/>
              <a:gd name="connsiteY6" fmla="*/ 63777 h 127554"/>
              <a:gd name="connsiteX7" fmla="*/ 63777 w 127554"/>
              <a:gd name="connsiteY7" fmla="*/ 31889 h 127554"/>
              <a:gd name="connsiteX8" fmla="*/ 95666 w 127554"/>
              <a:gd name="connsiteY8" fmla="*/ 63777 h 127554"/>
              <a:gd name="connsiteX9" fmla="*/ 63777 w 127554"/>
              <a:gd name="connsiteY9" fmla="*/ 95666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0"/>
                </a:moveTo>
                <a:cubicBezTo>
                  <a:pt x="28555" y="0"/>
                  <a:pt x="0" y="28555"/>
                  <a:pt x="0" y="63777"/>
                </a:cubicBezTo>
                <a:cubicBezTo>
                  <a:pt x="0" y="99000"/>
                  <a:pt x="28555" y="127555"/>
                  <a:pt x="63777" y="127555"/>
                </a:cubicBezTo>
                <a:cubicBezTo>
                  <a:pt x="99000" y="127555"/>
                  <a:pt x="127555" y="99000"/>
                  <a:pt x="127555" y="63777"/>
                </a:cubicBezTo>
                <a:cubicBezTo>
                  <a:pt x="127555" y="28555"/>
                  <a:pt x="99000" y="0"/>
                  <a:pt x="63777" y="0"/>
                </a:cubicBezTo>
                <a:close/>
                <a:moveTo>
                  <a:pt x="63777" y="95666"/>
                </a:moveTo>
                <a:cubicBezTo>
                  <a:pt x="46165" y="95666"/>
                  <a:pt x="31889" y="81389"/>
                  <a:pt x="31889" y="63777"/>
                </a:cubicBezTo>
                <a:cubicBezTo>
                  <a:pt x="31889" y="46165"/>
                  <a:pt x="46165" y="31889"/>
                  <a:pt x="63777" y="31889"/>
                </a:cubicBezTo>
                <a:cubicBezTo>
                  <a:pt x="81389" y="31889"/>
                  <a:pt x="95666" y="46165"/>
                  <a:pt x="95666" y="63777"/>
                </a:cubicBezTo>
                <a:cubicBezTo>
                  <a:pt x="95666" y="81389"/>
                  <a:pt x="81389" y="95666"/>
                  <a:pt x="63777" y="95666"/>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6" name="Freeform: Shape 295">
            <a:extLst>
              <a:ext uri="{FF2B5EF4-FFF2-40B4-BE49-F238E27FC236}">
                <a16:creationId xmlns:a16="http://schemas.microsoft.com/office/drawing/2014/main" id="{235B2242-0E82-4FEE-A5F3-0BE972727B91}"/>
              </a:ext>
            </a:extLst>
          </p:cNvPr>
          <p:cNvSpPr/>
          <p:nvPr/>
        </p:nvSpPr>
        <p:spPr>
          <a:xfrm>
            <a:off x="4469888" y="4606183"/>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7" name="Freeform: Shape 296">
            <a:extLst>
              <a:ext uri="{FF2B5EF4-FFF2-40B4-BE49-F238E27FC236}">
                <a16:creationId xmlns:a16="http://schemas.microsoft.com/office/drawing/2014/main" id="{952174F6-D42B-0A99-459E-509E699CDAB8}"/>
              </a:ext>
            </a:extLst>
          </p:cNvPr>
          <p:cNvSpPr/>
          <p:nvPr/>
        </p:nvSpPr>
        <p:spPr>
          <a:xfrm>
            <a:off x="4266743" y="4606183"/>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8" name="Freeform: Shape 297">
            <a:extLst>
              <a:ext uri="{FF2B5EF4-FFF2-40B4-BE49-F238E27FC236}">
                <a16:creationId xmlns:a16="http://schemas.microsoft.com/office/drawing/2014/main" id="{6EDD0148-5D35-676D-99D1-2F0DC2CFF627}"/>
              </a:ext>
            </a:extLst>
          </p:cNvPr>
          <p:cNvSpPr/>
          <p:nvPr/>
        </p:nvSpPr>
        <p:spPr>
          <a:xfrm>
            <a:off x="4424202" y="4150440"/>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9" name="Freeform: Shape 298">
            <a:extLst>
              <a:ext uri="{FF2B5EF4-FFF2-40B4-BE49-F238E27FC236}">
                <a16:creationId xmlns:a16="http://schemas.microsoft.com/office/drawing/2014/main" id="{7B349FE2-55D1-BCBC-9F39-952232C72208}"/>
              </a:ext>
            </a:extLst>
          </p:cNvPr>
          <p:cNvSpPr/>
          <p:nvPr/>
        </p:nvSpPr>
        <p:spPr>
          <a:xfrm>
            <a:off x="4460586" y="406672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0" name="Freeform: Shape 299">
            <a:extLst>
              <a:ext uri="{FF2B5EF4-FFF2-40B4-BE49-F238E27FC236}">
                <a16:creationId xmlns:a16="http://schemas.microsoft.com/office/drawing/2014/main" id="{CBCB310E-1D6D-B18A-9A48-626D1DE8542E}"/>
              </a:ext>
            </a:extLst>
          </p:cNvPr>
          <p:cNvSpPr/>
          <p:nvPr/>
        </p:nvSpPr>
        <p:spPr>
          <a:xfrm>
            <a:off x="4469888" y="4196936"/>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301" name="Group 300">
            <a:extLst>
              <a:ext uri="{FF2B5EF4-FFF2-40B4-BE49-F238E27FC236}">
                <a16:creationId xmlns:a16="http://schemas.microsoft.com/office/drawing/2014/main" id="{AB42AF3B-E64C-A63D-903D-8E2173473F28}"/>
              </a:ext>
            </a:extLst>
          </p:cNvPr>
          <p:cNvGrpSpPr/>
          <p:nvPr/>
        </p:nvGrpSpPr>
        <p:grpSpPr>
          <a:xfrm>
            <a:off x="4089364" y="4066721"/>
            <a:ext cx="315553" cy="372043"/>
            <a:chOff x="3762064" y="4084284"/>
            <a:chExt cx="315553" cy="372043"/>
          </a:xfrm>
        </p:grpSpPr>
        <p:sp>
          <p:nvSpPr>
            <p:cNvPr id="302" name="Freeform: Shape 301">
              <a:extLst>
                <a:ext uri="{FF2B5EF4-FFF2-40B4-BE49-F238E27FC236}">
                  <a16:creationId xmlns:a16="http://schemas.microsoft.com/office/drawing/2014/main" id="{CD675C76-828A-96EF-D448-19AB6ED74915}"/>
                </a:ext>
              </a:extLst>
            </p:cNvPr>
            <p:cNvSpPr/>
            <p:nvPr/>
          </p:nvSpPr>
          <p:spPr>
            <a:xfrm>
              <a:off x="3762064" y="4168003"/>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3" name="Freeform: Shape 302">
              <a:extLst>
                <a:ext uri="{FF2B5EF4-FFF2-40B4-BE49-F238E27FC236}">
                  <a16:creationId xmlns:a16="http://schemas.microsoft.com/office/drawing/2014/main" id="{DE75EF79-5ADF-4AD9-C24E-70E70A3420E6}"/>
                </a:ext>
              </a:extLst>
            </p:cNvPr>
            <p:cNvSpPr/>
            <p:nvPr/>
          </p:nvSpPr>
          <p:spPr>
            <a:xfrm>
              <a:off x="3798448" y="408428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4" name="Freeform: Shape 303">
              <a:extLst>
                <a:ext uri="{FF2B5EF4-FFF2-40B4-BE49-F238E27FC236}">
                  <a16:creationId xmlns:a16="http://schemas.microsoft.com/office/drawing/2014/main" id="{16748926-893A-67C2-9DB2-B396294D500B}"/>
                </a:ext>
              </a:extLst>
            </p:cNvPr>
            <p:cNvSpPr/>
            <p:nvPr/>
          </p:nvSpPr>
          <p:spPr>
            <a:xfrm>
              <a:off x="3807749" y="4214499"/>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5" name="Freeform: Shape 304">
              <a:extLst>
                <a:ext uri="{FF2B5EF4-FFF2-40B4-BE49-F238E27FC236}">
                  <a16:creationId xmlns:a16="http://schemas.microsoft.com/office/drawing/2014/main" id="{E0A5B1C4-2956-B769-6C1D-42C39CE72AC6}"/>
                </a:ext>
              </a:extLst>
            </p:cNvPr>
            <p:cNvSpPr/>
            <p:nvPr/>
          </p:nvSpPr>
          <p:spPr>
            <a:xfrm>
              <a:off x="3930321" y="4168003"/>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6" name="Freeform: Shape 305">
              <a:extLst>
                <a:ext uri="{FF2B5EF4-FFF2-40B4-BE49-F238E27FC236}">
                  <a16:creationId xmlns:a16="http://schemas.microsoft.com/office/drawing/2014/main" id="{CB0490C4-B026-7CE3-B8AF-FE1E845AEADB}"/>
                </a:ext>
              </a:extLst>
            </p:cNvPr>
            <p:cNvSpPr/>
            <p:nvPr/>
          </p:nvSpPr>
          <p:spPr>
            <a:xfrm>
              <a:off x="3966686" y="408428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7" name="Freeform: Shape 306">
              <a:extLst>
                <a:ext uri="{FF2B5EF4-FFF2-40B4-BE49-F238E27FC236}">
                  <a16:creationId xmlns:a16="http://schemas.microsoft.com/office/drawing/2014/main" id="{39A0D8A1-138C-01B3-25B6-5AA64E662777}"/>
                </a:ext>
              </a:extLst>
            </p:cNvPr>
            <p:cNvSpPr/>
            <p:nvPr/>
          </p:nvSpPr>
          <p:spPr>
            <a:xfrm>
              <a:off x="3939443" y="4214499"/>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308" name="Freeform: Shape 307">
            <a:extLst>
              <a:ext uri="{FF2B5EF4-FFF2-40B4-BE49-F238E27FC236}">
                <a16:creationId xmlns:a16="http://schemas.microsoft.com/office/drawing/2014/main" id="{66EF3773-2251-EB45-C703-D6ED4EE87690}"/>
              </a:ext>
            </a:extLst>
          </p:cNvPr>
          <p:cNvSpPr/>
          <p:nvPr/>
        </p:nvSpPr>
        <p:spPr>
          <a:xfrm>
            <a:off x="4592459" y="4559687"/>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9" name="Freeform: Shape 308">
            <a:extLst>
              <a:ext uri="{FF2B5EF4-FFF2-40B4-BE49-F238E27FC236}">
                <a16:creationId xmlns:a16="http://schemas.microsoft.com/office/drawing/2014/main" id="{91B1F4E4-FCBE-E02F-2706-2AA60A7A8F75}"/>
              </a:ext>
            </a:extLst>
          </p:cNvPr>
          <p:cNvSpPr/>
          <p:nvPr/>
        </p:nvSpPr>
        <p:spPr>
          <a:xfrm>
            <a:off x="4628824" y="44759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0" name="Freeform: Shape 309">
            <a:extLst>
              <a:ext uri="{FF2B5EF4-FFF2-40B4-BE49-F238E27FC236}">
                <a16:creationId xmlns:a16="http://schemas.microsoft.com/office/drawing/2014/main" id="{60AD9724-E46E-E670-13CB-F49231C86743}"/>
              </a:ext>
            </a:extLst>
          </p:cNvPr>
          <p:cNvSpPr/>
          <p:nvPr/>
        </p:nvSpPr>
        <p:spPr>
          <a:xfrm>
            <a:off x="4601581" y="4606183"/>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311" name="Group 310">
            <a:extLst>
              <a:ext uri="{FF2B5EF4-FFF2-40B4-BE49-F238E27FC236}">
                <a16:creationId xmlns:a16="http://schemas.microsoft.com/office/drawing/2014/main" id="{529F2726-7217-667A-188D-3D5BD98559BB}"/>
              </a:ext>
            </a:extLst>
          </p:cNvPr>
          <p:cNvGrpSpPr/>
          <p:nvPr/>
        </p:nvGrpSpPr>
        <p:grpSpPr>
          <a:xfrm>
            <a:off x="4028121" y="2598236"/>
            <a:ext cx="147278" cy="371643"/>
            <a:chOff x="3700821" y="2615799"/>
            <a:chExt cx="147278" cy="371643"/>
          </a:xfrm>
        </p:grpSpPr>
        <p:sp>
          <p:nvSpPr>
            <p:cNvPr id="312" name="Freeform: Shape 311">
              <a:extLst>
                <a:ext uri="{FF2B5EF4-FFF2-40B4-BE49-F238E27FC236}">
                  <a16:creationId xmlns:a16="http://schemas.microsoft.com/office/drawing/2014/main" id="{DA6FAA9C-7C36-EE45-1210-DB4635A81417}"/>
                </a:ext>
              </a:extLst>
            </p:cNvPr>
            <p:cNvSpPr/>
            <p:nvPr/>
          </p:nvSpPr>
          <p:spPr>
            <a:xfrm>
              <a:off x="3700821" y="2699518"/>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3" name="Freeform: Shape 312">
              <a:extLst>
                <a:ext uri="{FF2B5EF4-FFF2-40B4-BE49-F238E27FC236}">
                  <a16:creationId xmlns:a16="http://schemas.microsoft.com/office/drawing/2014/main" id="{98AC663F-6322-CBC1-7B31-C20C4FE03C7B}"/>
                </a:ext>
              </a:extLst>
            </p:cNvPr>
            <p:cNvSpPr/>
            <p:nvPr/>
          </p:nvSpPr>
          <p:spPr>
            <a:xfrm>
              <a:off x="3737205" y="261579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4" name="Freeform: Shape 313">
              <a:extLst>
                <a:ext uri="{FF2B5EF4-FFF2-40B4-BE49-F238E27FC236}">
                  <a16:creationId xmlns:a16="http://schemas.microsoft.com/office/drawing/2014/main" id="{7E1580BF-4FC1-761C-2F0D-E94C4A58DB4E}"/>
                </a:ext>
              </a:extLst>
            </p:cNvPr>
            <p:cNvSpPr/>
            <p:nvPr/>
          </p:nvSpPr>
          <p:spPr>
            <a:xfrm>
              <a:off x="3746506" y="2746014"/>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315" name="Freeform: Shape 314">
            <a:extLst>
              <a:ext uri="{FF2B5EF4-FFF2-40B4-BE49-F238E27FC236}">
                <a16:creationId xmlns:a16="http://schemas.microsoft.com/office/drawing/2014/main" id="{FFBAB892-063A-55BE-E3BB-64881D45128C}"/>
              </a:ext>
            </a:extLst>
          </p:cNvPr>
          <p:cNvSpPr/>
          <p:nvPr/>
        </p:nvSpPr>
        <p:spPr>
          <a:xfrm>
            <a:off x="4362959" y="2681955"/>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6" name="Freeform: Shape 315">
            <a:extLst>
              <a:ext uri="{FF2B5EF4-FFF2-40B4-BE49-F238E27FC236}">
                <a16:creationId xmlns:a16="http://schemas.microsoft.com/office/drawing/2014/main" id="{C11CE632-FEC2-B2EA-BCD2-0337E7496A22}"/>
              </a:ext>
            </a:extLst>
          </p:cNvPr>
          <p:cNvSpPr/>
          <p:nvPr/>
        </p:nvSpPr>
        <p:spPr>
          <a:xfrm>
            <a:off x="4399343" y="2598236"/>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7" name="Freeform: Shape 316">
            <a:extLst>
              <a:ext uri="{FF2B5EF4-FFF2-40B4-BE49-F238E27FC236}">
                <a16:creationId xmlns:a16="http://schemas.microsoft.com/office/drawing/2014/main" id="{9F0B4BDC-6838-F17E-F123-C9E758EECBAC}"/>
              </a:ext>
            </a:extLst>
          </p:cNvPr>
          <p:cNvSpPr/>
          <p:nvPr/>
        </p:nvSpPr>
        <p:spPr>
          <a:xfrm>
            <a:off x="4196378" y="2681955"/>
            <a:ext cx="147297"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8" name="Freeform: Shape 317">
            <a:extLst>
              <a:ext uri="{FF2B5EF4-FFF2-40B4-BE49-F238E27FC236}">
                <a16:creationId xmlns:a16="http://schemas.microsoft.com/office/drawing/2014/main" id="{3E50C3CD-C543-F9FE-5D30-8CBA8C049525}"/>
              </a:ext>
            </a:extLst>
          </p:cNvPr>
          <p:cNvSpPr/>
          <p:nvPr/>
        </p:nvSpPr>
        <p:spPr>
          <a:xfrm>
            <a:off x="4232743" y="2598236"/>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9" name="Freeform: Shape 318">
            <a:extLst>
              <a:ext uri="{FF2B5EF4-FFF2-40B4-BE49-F238E27FC236}">
                <a16:creationId xmlns:a16="http://schemas.microsoft.com/office/drawing/2014/main" id="{ED605534-DD85-E6BC-6D70-D5C3B8ACE05E}"/>
              </a:ext>
            </a:extLst>
          </p:cNvPr>
          <p:cNvSpPr/>
          <p:nvPr/>
        </p:nvSpPr>
        <p:spPr>
          <a:xfrm>
            <a:off x="4408645" y="2728451"/>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0" name="Freeform: Shape 319">
            <a:extLst>
              <a:ext uri="{FF2B5EF4-FFF2-40B4-BE49-F238E27FC236}">
                <a16:creationId xmlns:a16="http://schemas.microsoft.com/office/drawing/2014/main" id="{9D2CCF50-0A5F-5E47-1B29-9ED8703D5ABE}"/>
              </a:ext>
            </a:extLst>
          </p:cNvPr>
          <p:cNvSpPr/>
          <p:nvPr/>
        </p:nvSpPr>
        <p:spPr>
          <a:xfrm>
            <a:off x="4205500" y="2728451"/>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cxnSp>
        <p:nvCxnSpPr>
          <p:cNvPr id="321" name="Straight Connector 320">
            <a:extLst>
              <a:ext uri="{FF2B5EF4-FFF2-40B4-BE49-F238E27FC236}">
                <a16:creationId xmlns:a16="http://schemas.microsoft.com/office/drawing/2014/main" id="{39C5A29D-5DBF-830E-A5EA-E82FC1A90220}"/>
              </a:ext>
            </a:extLst>
          </p:cNvPr>
          <p:cNvCxnSpPr>
            <a:cxnSpLocks/>
          </p:cNvCxnSpPr>
          <p:nvPr/>
        </p:nvCxnSpPr>
        <p:spPr>
          <a:xfrm>
            <a:off x="2399768" y="3962436"/>
            <a:ext cx="1070610" cy="0"/>
          </a:xfrm>
          <a:prstGeom prst="line">
            <a:avLst/>
          </a:prstGeom>
          <a:ln>
            <a:solidFill>
              <a:srgbClr val="FFFF00"/>
            </a:solidFill>
            <a:prstDash val="lgDash"/>
          </a:ln>
        </p:spPr>
        <p:style>
          <a:lnRef idx="2">
            <a:schemeClr val="accent1"/>
          </a:lnRef>
          <a:fillRef idx="0">
            <a:schemeClr val="accent1"/>
          </a:fillRef>
          <a:effectRef idx="1">
            <a:schemeClr val="accent1"/>
          </a:effectRef>
          <a:fontRef idx="minor">
            <a:schemeClr val="tx1"/>
          </a:fontRef>
        </p:style>
      </p:cxnSp>
      <p:cxnSp>
        <p:nvCxnSpPr>
          <p:cNvPr id="322" name="Straight Connector 321">
            <a:extLst>
              <a:ext uri="{FF2B5EF4-FFF2-40B4-BE49-F238E27FC236}">
                <a16:creationId xmlns:a16="http://schemas.microsoft.com/office/drawing/2014/main" id="{D1C6F436-431C-863C-AF6C-DCE3E6911930}"/>
              </a:ext>
            </a:extLst>
          </p:cNvPr>
          <p:cNvCxnSpPr>
            <a:cxnSpLocks/>
          </p:cNvCxnSpPr>
          <p:nvPr/>
        </p:nvCxnSpPr>
        <p:spPr>
          <a:xfrm>
            <a:off x="3922782" y="3967612"/>
            <a:ext cx="1070610" cy="0"/>
          </a:xfrm>
          <a:prstGeom prst="line">
            <a:avLst/>
          </a:prstGeom>
          <a:ln>
            <a:solidFill>
              <a:srgbClr val="FFFF00"/>
            </a:solidFill>
            <a:prstDash val="lgDash"/>
          </a:ln>
        </p:spPr>
        <p:style>
          <a:lnRef idx="2">
            <a:schemeClr val="accent1"/>
          </a:lnRef>
          <a:fillRef idx="0">
            <a:schemeClr val="accent1"/>
          </a:fillRef>
          <a:effectRef idx="1">
            <a:schemeClr val="accent1"/>
          </a:effectRef>
          <a:fontRef idx="minor">
            <a:schemeClr val="tx1"/>
          </a:fontRef>
        </p:style>
      </p:cxnSp>
      <p:sp>
        <p:nvSpPr>
          <p:cNvPr id="323" name="Oval 322">
            <a:extLst>
              <a:ext uri="{FF2B5EF4-FFF2-40B4-BE49-F238E27FC236}">
                <a16:creationId xmlns:a16="http://schemas.microsoft.com/office/drawing/2014/main" id="{A0686123-4739-65AE-F290-C8C066ED77E9}"/>
              </a:ext>
            </a:extLst>
          </p:cNvPr>
          <p:cNvSpPr/>
          <p:nvPr/>
        </p:nvSpPr>
        <p:spPr>
          <a:xfrm>
            <a:off x="2838740" y="5189644"/>
            <a:ext cx="489849" cy="47535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noProof="0">
                <a:solidFill>
                  <a:prstClr val="white"/>
                </a:solidFill>
              </a:rPr>
              <a:t>🚫💊</a:t>
            </a:r>
            <a:endParaRPr lang="en-GB" sz="1400" noProof="0"/>
          </a:p>
        </p:txBody>
      </p:sp>
      <p:sp>
        <p:nvSpPr>
          <p:cNvPr id="324" name="Oval 323">
            <a:extLst>
              <a:ext uri="{FF2B5EF4-FFF2-40B4-BE49-F238E27FC236}">
                <a16:creationId xmlns:a16="http://schemas.microsoft.com/office/drawing/2014/main" id="{83AD1CC1-7681-9165-2D46-CE8C2BAC94EB}"/>
              </a:ext>
            </a:extLst>
          </p:cNvPr>
          <p:cNvSpPr/>
          <p:nvPr/>
        </p:nvSpPr>
        <p:spPr>
          <a:xfrm>
            <a:off x="4089364" y="5182013"/>
            <a:ext cx="489849" cy="47535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noProof="0">
                <a:solidFill>
                  <a:prstClr val="white"/>
                </a:solidFill>
              </a:rPr>
              <a:t>💊</a:t>
            </a:r>
            <a:endParaRPr lang="en-GB" sz="1400" noProof="0"/>
          </a:p>
        </p:txBody>
      </p:sp>
      <p:sp>
        <p:nvSpPr>
          <p:cNvPr id="325" name="TextBox 324">
            <a:extLst>
              <a:ext uri="{FF2B5EF4-FFF2-40B4-BE49-F238E27FC236}">
                <a16:creationId xmlns:a16="http://schemas.microsoft.com/office/drawing/2014/main" id="{4233D8B2-4AD2-2D13-D71F-7CC848A86C79}"/>
              </a:ext>
            </a:extLst>
          </p:cNvPr>
          <p:cNvSpPr txBox="1"/>
          <p:nvPr/>
        </p:nvSpPr>
        <p:spPr>
          <a:xfrm>
            <a:off x="8689187" y="2154122"/>
            <a:ext cx="1494364" cy="57708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FFFF00"/>
                </a:solidFill>
                <a:effectLst/>
                <a:uLnTx/>
                <a:uFillTx/>
                <a:latin typeface="Aptos" panose="020B0004020202020204"/>
                <a:ea typeface="+mn-ea"/>
                <a:cs typeface="+mn-cs"/>
              </a:rPr>
              <a:t>Observed sample</a:t>
            </a:r>
            <a:br>
              <a:rPr kumimoji="0" lang="en-GB" sz="1050" b="1" i="0" u="none" strike="noStrike" kern="1200" cap="none" spc="0" normalizeH="0" baseline="0" noProof="0">
                <a:ln>
                  <a:noFill/>
                </a:ln>
                <a:solidFill>
                  <a:srgbClr val="FFFF00"/>
                </a:solidFill>
                <a:effectLst/>
                <a:uLnTx/>
                <a:uFillTx/>
                <a:latin typeface="Aptos" panose="020B0004020202020204"/>
                <a:ea typeface="+mn-ea"/>
                <a:cs typeface="+mn-cs"/>
              </a:rPr>
            </a:br>
            <a:r>
              <a:rPr kumimoji="0" lang="en-GB" sz="1050" b="0" i="0" u="none" strike="noStrike" kern="1200" cap="none" spc="0" normalizeH="0" baseline="0" noProof="0">
                <a:ln>
                  <a:noFill/>
                </a:ln>
                <a:solidFill>
                  <a:srgbClr val="FFFF00"/>
                </a:solidFill>
                <a:effectLst/>
                <a:uLnTx/>
                <a:uFillTx/>
                <a:latin typeface="Aptos" panose="020B0004020202020204"/>
                <a:ea typeface="+mn-ea"/>
                <a:cs typeface="+mn-cs"/>
              </a:rPr>
              <a:t>(we care about the indicators)</a:t>
            </a:r>
          </a:p>
        </p:txBody>
      </p:sp>
      <p:sp>
        <p:nvSpPr>
          <p:cNvPr id="326" name="TextBox 325">
            <a:extLst>
              <a:ext uri="{FF2B5EF4-FFF2-40B4-BE49-F238E27FC236}">
                <a16:creationId xmlns:a16="http://schemas.microsoft.com/office/drawing/2014/main" id="{B969F822-4FC1-7838-CD88-3F101BA0C0BA}"/>
              </a:ext>
            </a:extLst>
          </p:cNvPr>
          <p:cNvSpPr txBox="1"/>
          <p:nvPr/>
        </p:nvSpPr>
        <p:spPr>
          <a:xfrm>
            <a:off x="9497316" y="5433775"/>
            <a:ext cx="2289593" cy="507831"/>
          </a:xfrm>
          <a:prstGeom prst="rect">
            <a:avLst/>
          </a:prstGeom>
          <a:noFill/>
        </p:spPr>
        <p:txBody>
          <a:bodyPr wrap="square">
            <a:spAutoFit/>
          </a:bodyPr>
          <a:lstStyle>
            <a:defPPr>
              <a:defRPr lang="en-US"/>
            </a:defPPr>
            <a:lvl1pPr>
              <a:defRPr sz="1600"/>
            </a:lvl1pPr>
          </a:lstStyle>
          <a:p>
            <a:pPr lvl="0">
              <a:defRPr/>
            </a:pPr>
            <a:r>
              <a:rPr lang="en-GB" sz="900" noProof="0">
                <a:solidFill>
                  <a:prstClr val="white"/>
                </a:solidFill>
                <a:highlight>
                  <a:srgbClr val="FFFFFF"/>
                </a:highlight>
              </a:rPr>
              <a:t>🚫💊</a:t>
            </a:r>
            <a:r>
              <a:rPr kumimoji="0" lang="en-GB" sz="900" b="1" i="0" u="none" strike="noStrike" kern="1200" cap="none" spc="0" normalizeH="0" baseline="0" noProof="0">
                <a:ln>
                  <a:noFill/>
                </a:ln>
                <a:solidFill>
                  <a:schemeClr val="bg1"/>
                </a:solidFill>
                <a:effectLst/>
                <a:highlight>
                  <a:srgbClr val="000000"/>
                </a:highlight>
                <a:uLnTx/>
                <a:uFillTx/>
                <a:latin typeface="Aptos" panose="020B0004020202020204"/>
                <a:ea typeface="+mn-ea"/>
                <a:cs typeface="+mn-cs"/>
              </a:rPr>
              <a:t>Observed average blood pressure </a:t>
            </a:r>
            <a:r>
              <a:rPr kumimoji="0" lang="en-GB" sz="900" i="0" u="none" strike="noStrike" kern="1200" cap="none" spc="0" normalizeH="0" baseline="0" noProof="0">
                <a:ln>
                  <a:noFill/>
                </a:ln>
                <a:solidFill>
                  <a:schemeClr val="bg1"/>
                </a:solidFill>
                <a:effectLst/>
                <a:uLnTx/>
                <a:uFillTx/>
                <a:latin typeface="Aptos" panose="020B0004020202020204"/>
                <a:ea typeface="+mn-ea"/>
                <a:cs typeface="+mn-cs"/>
              </a:rPr>
              <a:t>in those who were not exposed to de medication </a:t>
            </a:r>
            <a:r>
              <a:rPr lang="en-GB" sz="900" b="1" noProof="0">
                <a:solidFill>
                  <a:schemeClr val="bg1"/>
                </a:solidFill>
                <a:highlight>
                  <a:srgbClr val="000000"/>
                </a:highlight>
                <a:latin typeface="Aptos" panose="020B0004020202020204"/>
              </a:rPr>
              <a:t>in the sample</a:t>
            </a:r>
            <a:endParaRPr kumimoji="0" lang="en-GB" sz="900" b="1" i="0" u="none" strike="noStrike" kern="1200" cap="none" spc="0" normalizeH="0" baseline="0" noProof="0">
              <a:ln>
                <a:noFill/>
              </a:ln>
              <a:solidFill>
                <a:schemeClr val="bg1"/>
              </a:solidFill>
              <a:effectLst/>
              <a:highlight>
                <a:srgbClr val="000000"/>
              </a:highlight>
              <a:uLnTx/>
              <a:uFillTx/>
              <a:latin typeface="Aptos" panose="020B0004020202020204"/>
              <a:ea typeface="+mn-ea"/>
              <a:cs typeface="+mn-cs"/>
            </a:endParaRPr>
          </a:p>
        </p:txBody>
      </p:sp>
      <p:sp>
        <p:nvSpPr>
          <p:cNvPr id="336" name="TextBox 335">
            <a:extLst>
              <a:ext uri="{FF2B5EF4-FFF2-40B4-BE49-F238E27FC236}">
                <a16:creationId xmlns:a16="http://schemas.microsoft.com/office/drawing/2014/main" id="{A3E33EAA-A17C-ABF3-EE48-A19B6749DA28}"/>
              </a:ext>
            </a:extLst>
          </p:cNvPr>
          <p:cNvSpPr txBox="1"/>
          <p:nvPr/>
        </p:nvSpPr>
        <p:spPr>
          <a:xfrm>
            <a:off x="9526072" y="4251471"/>
            <a:ext cx="1749573" cy="646331"/>
          </a:xfrm>
          <a:prstGeom prst="rect">
            <a:avLst/>
          </a:prstGeom>
          <a:noFill/>
        </p:spPr>
        <p:txBody>
          <a:bodyPr wrap="square">
            <a:spAutoFit/>
          </a:bodyPr>
          <a:lstStyle>
            <a:defPPr>
              <a:defRPr lang="en-US"/>
            </a:defPPr>
            <a:lvl1pPr>
              <a:defRPr sz="1600"/>
            </a:lvl1pPr>
          </a:lstStyle>
          <a:p>
            <a:pPr lvl="0">
              <a:defRPr/>
            </a:pPr>
            <a:r>
              <a:rPr lang="en-GB" sz="900" noProof="0">
                <a:solidFill>
                  <a:prstClr val="white"/>
                </a:solidFill>
                <a:highlight>
                  <a:srgbClr val="FFFFFF"/>
                </a:highlight>
              </a:rPr>
              <a:t>💊</a:t>
            </a:r>
            <a:r>
              <a:rPr kumimoji="0" lang="en-GB" sz="900" b="1" i="0" u="none" strike="noStrike" kern="1200" cap="none" spc="0" normalizeH="0" baseline="0" noProof="0">
                <a:ln>
                  <a:noFill/>
                </a:ln>
                <a:solidFill>
                  <a:schemeClr val="bg1"/>
                </a:solidFill>
                <a:effectLst/>
                <a:highlight>
                  <a:srgbClr val="000000"/>
                </a:highlight>
                <a:uLnTx/>
                <a:uFillTx/>
                <a:latin typeface="Aptos" panose="020B0004020202020204"/>
                <a:ea typeface="+mn-ea"/>
                <a:cs typeface="+mn-cs"/>
              </a:rPr>
              <a:t>Observed average blood pressure </a:t>
            </a:r>
            <a:r>
              <a:rPr kumimoji="0" lang="en-GB" sz="900" i="0" u="none" strike="noStrike" kern="1200" cap="none" spc="0" normalizeH="0" baseline="0" noProof="0">
                <a:ln>
                  <a:noFill/>
                </a:ln>
                <a:solidFill>
                  <a:schemeClr val="bg1"/>
                </a:solidFill>
                <a:effectLst/>
                <a:uLnTx/>
                <a:uFillTx/>
                <a:latin typeface="Aptos" panose="020B0004020202020204"/>
                <a:ea typeface="+mn-ea"/>
                <a:cs typeface="+mn-cs"/>
              </a:rPr>
              <a:t>in those who were exposed to de medication </a:t>
            </a:r>
            <a:r>
              <a:rPr lang="en-GB" sz="900" b="1" noProof="0">
                <a:solidFill>
                  <a:schemeClr val="bg1"/>
                </a:solidFill>
                <a:highlight>
                  <a:srgbClr val="000000"/>
                </a:highlight>
                <a:latin typeface="Aptos" panose="020B0004020202020204"/>
              </a:rPr>
              <a:t>in the sample</a:t>
            </a:r>
            <a:endParaRPr kumimoji="0" lang="en-GB" sz="900" b="1" i="0" u="none" strike="noStrike" kern="1200" cap="none" spc="0" normalizeH="0" baseline="0" noProof="0">
              <a:ln>
                <a:noFill/>
              </a:ln>
              <a:solidFill>
                <a:schemeClr val="bg1"/>
              </a:solidFill>
              <a:effectLst/>
              <a:highlight>
                <a:srgbClr val="000000"/>
              </a:highlight>
              <a:uLnTx/>
              <a:uFillTx/>
              <a:latin typeface="Aptos" panose="020B0004020202020204"/>
              <a:ea typeface="+mn-ea"/>
              <a:cs typeface="+mn-cs"/>
            </a:endParaRPr>
          </a:p>
        </p:txBody>
      </p:sp>
      <p:cxnSp>
        <p:nvCxnSpPr>
          <p:cNvPr id="349" name="Connector: Curved 348">
            <a:extLst>
              <a:ext uri="{FF2B5EF4-FFF2-40B4-BE49-F238E27FC236}">
                <a16:creationId xmlns:a16="http://schemas.microsoft.com/office/drawing/2014/main" id="{281A6D07-6D60-4761-AB30-55C35B4E90E7}"/>
              </a:ext>
            </a:extLst>
          </p:cNvPr>
          <p:cNvCxnSpPr>
            <a:cxnSpLocks/>
          </p:cNvCxnSpPr>
          <p:nvPr/>
        </p:nvCxnSpPr>
        <p:spPr>
          <a:xfrm rot="10800000" flipH="1" flipV="1">
            <a:off x="9065728" y="3561756"/>
            <a:ext cx="1115203" cy="661753"/>
          </a:xfrm>
          <a:prstGeom prst="curvedConnector2">
            <a:avLst/>
          </a:prstGeom>
          <a:ln w="9525">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350" name="Connector: Curved 349">
            <a:extLst>
              <a:ext uri="{FF2B5EF4-FFF2-40B4-BE49-F238E27FC236}">
                <a16:creationId xmlns:a16="http://schemas.microsoft.com/office/drawing/2014/main" id="{217D06DA-DB69-F75D-2B1E-33669574B4AE}"/>
              </a:ext>
            </a:extLst>
          </p:cNvPr>
          <p:cNvCxnSpPr>
            <a:cxnSpLocks/>
          </p:cNvCxnSpPr>
          <p:nvPr/>
        </p:nvCxnSpPr>
        <p:spPr>
          <a:xfrm rot="16200000" flipH="1">
            <a:off x="7917963" y="4050897"/>
            <a:ext cx="1621591" cy="1588754"/>
          </a:xfrm>
          <a:prstGeom prst="curvedConnector2">
            <a:avLst/>
          </a:prstGeom>
          <a:ln w="9525">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60128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par>
                                <p:cTn id="14" presetID="10" presetClass="entr" presetSubtype="0" fill="hold" nodeType="withEffect">
                                  <p:stCondLst>
                                    <p:cond delay="0"/>
                                  </p:stCondLst>
                                  <p:childTnLst>
                                    <p:set>
                                      <p:cBhvr>
                                        <p:cTn id="15" dur="1" fill="hold">
                                          <p:stCondLst>
                                            <p:cond delay="0"/>
                                          </p:stCondLst>
                                        </p:cTn>
                                        <p:tgtEl>
                                          <p:spTgt spid="82"/>
                                        </p:tgtEl>
                                        <p:attrNameLst>
                                          <p:attrName>style.visibility</p:attrName>
                                        </p:attrNameLst>
                                      </p:cBhvr>
                                      <p:to>
                                        <p:strVal val="visible"/>
                                      </p:to>
                                    </p:set>
                                    <p:animEffect transition="in" filter="fade">
                                      <p:cBhvr>
                                        <p:cTn id="16" dur="500"/>
                                        <p:tgtEl>
                                          <p:spTgt spid="82"/>
                                        </p:tgtEl>
                                      </p:cBhvr>
                                    </p:animEffect>
                                  </p:childTnLst>
                                </p:cTn>
                              </p:par>
                              <p:par>
                                <p:cTn id="17" presetID="10" presetClass="entr" presetSubtype="0" fill="hold" nodeType="withEffect">
                                  <p:stCondLst>
                                    <p:cond delay="0"/>
                                  </p:stCondLst>
                                  <p:childTnLst>
                                    <p:set>
                                      <p:cBhvr>
                                        <p:cTn id="18" dur="1" fill="hold">
                                          <p:stCondLst>
                                            <p:cond delay="0"/>
                                          </p:stCondLst>
                                        </p:cTn>
                                        <p:tgtEl>
                                          <p:spTgt spid="95"/>
                                        </p:tgtEl>
                                        <p:attrNameLst>
                                          <p:attrName>style.visibility</p:attrName>
                                        </p:attrNameLst>
                                      </p:cBhvr>
                                      <p:to>
                                        <p:strVal val="visible"/>
                                      </p:to>
                                    </p:set>
                                    <p:animEffect transition="in" filter="fade">
                                      <p:cBhvr>
                                        <p:cTn id="19" dur="500"/>
                                        <p:tgtEl>
                                          <p:spTgt spid="95"/>
                                        </p:tgtEl>
                                      </p:cBhvr>
                                    </p:animEffect>
                                  </p:childTnLst>
                                </p:cTn>
                              </p:par>
                              <p:par>
                                <p:cTn id="20" presetID="10" presetClass="entr" presetSubtype="0" fill="hold" nodeType="withEffect">
                                  <p:stCondLst>
                                    <p:cond delay="0"/>
                                  </p:stCondLst>
                                  <p:childTnLst>
                                    <p:set>
                                      <p:cBhvr>
                                        <p:cTn id="21" dur="1" fill="hold">
                                          <p:stCondLst>
                                            <p:cond delay="0"/>
                                          </p:stCondLst>
                                        </p:cTn>
                                        <p:tgtEl>
                                          <p:spTgt spid="177"/>
                                        </p:tgtEl>
                                        <p:attrNameLst>
                                          <p:attrName>style.visibility</p:attrName>
                                        </p:attrNameLst>
                                      </p:cBhvr>
                                      <p:to>
                                        <p:strVal val="visible"/>
                                      </p:to>
                                    </p:set>
                                    <p:animEffect transition="in" filter="fade">
                                      <p:cBhvr>
                                        <p:cTn id="22" dur="500"/>
                                        <p:tgtEl>
                                          <p:spTgt spid="177"/>
                                        </p:tgtEl>
                                      </p:cBhvr>
                                    </p:animEffect>
                                  </p:childTnLst>
                                </p:cTn>
                              </p:par>
                              <p:par>
                                <p:cTn id="23" presetID="10" presetClass="entr" presetSubtype="0" fill="hold" nodeType="withEffect">
                                  <p:stCondLst>
                                    <p:cond delay="0"/>
                                  </p:stCondLst>
                                  <p:childTnLst>
                                    <p:set>
                                      <p:cBhvr>
                                        <p:cTn id="24" dur="1" fill="hold">
                                          <p:stCondLst>
                                            <p:cond delay="0"/>
                                          </p:stCondLst>
                                        </p:cTn>
                                        <p:tgtEl>
                                          <p:spTgt spid="184"/>
                                        </p:tgtEl>
                                        <p:attrNameLst>
                                          <p:attrName>style.visibility</p:attrName>
                                        </p:attrNameLst>
                                      </p:cBhvr>
                                      <p:to>
                                        <p:strVal val="visible"/>
                                      </p:to>
                                    </p:set>
                                    <p:animEffect transition="in" filter="fade">
                                      <p:cBhvr>
                                        <p:cTn id="25" dur="500"/>
                                        <p:tgtEl>
                                          <p:spTgt spid="184"/>
                                        </p:tgtEl>
                                      </p:cBhvr>
                                    </p:animEffect>
                                  </p:childTnLst>
                                </p:cTn>
                              </p:par>
                              <p:par>
                                <p:cTn id="26" presetID="10" presetClass="entr" presetSubtype="0" fill="hold" nodeType="withEffect">
                                  <p:stCondLst>
                                    <p:cond delay="0"/>
                                  </p:stCondLst>
                                  <p:childTnLst>
                                    <p:set>
                                      <p:cBhvr>
                                        <p:cTn id="27" dur="1" fill="hold">
                                          <p:stCondLst>
                                            <p:cond delay="0"/>
                                          </p:stCondLst>
                                        </p:cTn>
                                        <p:tgtEl>
                                          <p:spTgt spid="191"/>
                                        </p:tgtEl>
                                        <p:attrNameLst>
                                          <p:attrName>style.visibility</p:attrName>
                                        </p:attrNameLst>
                                      </p:cBhvr>
                                      <p:to>
                                        <p:strVal val="visible"/>
                                      </p:to>
                                    </p:set>
                                    <p:animEffect transition="in" filter="fade">
                                      <p:cBhvr>
                                        <p:cTn id="28" dur="500"/>
                                        <p:tgtEl>
                                          <p:spTgt spid="19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5"/>
                                        </p:tgtEl>
                                        <p:attrNameLst>
                                          <p:attrName>style.visibility</p:attrName>
                                        </p:attrNameLst>
                                      </p:cBhvr>
                                      <p:to>
                                        <p:strVal val="visible"/>
                                      </p:to>
                                    </p:set>
                                    <p:animEffect transition="in" filter="fade">
                                      <p:cBhvr>
                                        <p:cTn id="33" dur="500"/>
                                        <p:tgtEl>
                                          <p:spTgt spid="19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96"/>
                                        </p:tgtEl>
                                        <p:attrNameLst>
                                          <p:attrName>style.visibility</p:attrName>
                                        </p:attrNameLst>
                                      </p:cBhvr>
                                      <p:to>
                                        <p:strVal val="visible"/>
                                      </p:to>
                                    </p:set>
                                    <p:animEffect transition="in" filter="fade">
                                      <p:cBhvr>
                                        <p:cTn id="38" dur="500"/>
                                        <p:tgtEl>
                                          <p:spTgt spid="19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97"/>
                                        </p:tgtEl>
                                        <p:attrNameLst>
                                          <p:attrName>style.visibility</p:attrName>
                                        </p:attrNameLst>
                                      </p:cBhvr>
                                      <p:to>
                                        <p:strVal val="visible"/>
                                      </p:to>
                                    </p:set>
                                    <p:animEffect transition="in" filter="fade">
                                      <p:cBhvr>
                                        <p:cTn id="43" dur="500"/>
                                        <p:tgtEl>
                                          <p:spTgt spid="19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25"/>
                                        </p:tgtEl>
                                        <p:attrNameLst>
                                          <p:attrName>style.visibility</p:attrName>
                                        </p:attrNameLst>
                                      </p:cBhvr>
                                      <p:to>
                                        <p:strVal val="visible"/>
                                      </p:to>
                                    </p:set>
                                    <p:animEffect transition="in" filter="fade">
                                      <p:cBhvr>
                                        <p:cTn id="48" dur="500"/>
                                        <p:tgtEl>
                                          <p:spTgt spid="325"/>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49"/>
                                        </p:tgtEl>
                                        <p:attrNameLst>
                                          <p:attrName>style.visibility</p:attrName>
                                        </p:attrNameLst>
                                      </p:cBhvr>
                                      <p:to>
                                        <p:strVal val="visible"/>
                                      </p:to>
                                    </p:set>
                                    <p:animEffect transition="in" filter="fade">
                                      <p:cBhvr>
                                        <p:cTn id="53" dur="500"/>
                                        <p:tgtEl>
                                          <p:spTgt spid="34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36"/>
                                        </p:tgtEl>
                                        <p:attrNameLst>
                                          <p:attrName>style.visibility</p:attrName>
                                        </p:attrNameLst>
                                      </p:cBhvr>
                                      <p:to>
                                        <p:strVal val="visible"/>
                                      </p:to>
                                    </p:set>
                                    <p:animEffect transition="in" filter="fade">
                                      <p:cBhvr>
                                        <p:cTn id="56" dur="500"/>
                                        <p:tgtEl>
                                          <p:spTgt spid="33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50"/>
                                        </p:tgtEl>
                                        <p:attrNameLst>
                                          <p:attrName>style.visibility</p:attrName>
                                        </p:attrNameLst>
                                      </p:cBhvr>
                                      <p:to>
                                        <p:strVal val="visible"/>
                                      </p:to>
                                    </p:set>
                                    <p:animEffect transition="in" filter="fade">
                                      <p:cBhvr>
                                        <p:cTn id="61" dur="500"/>
                                        <p:tgtEl>
                                          <p:spTgt spid="35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26"/>
                                        </p:tgtEl>
                                        <p:attrNameLst>
                                          <p:attrName>style.visibility</p:attrName>
                                        </p:attrNameLst>
                                      </p:cBhvr>
                                      <p:to>
                                        <p:strVal val="visible"/>
                                      </p:to>
                                    </p:set>
                                    <p:animEffect transition="in" filter="fade">
                                      <p:cBhvr>
                                        <p:cTn id="64" dur="500"/>
                                        <p:tgtEl>
                                          <p:spTgt spid="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 grpId="0" animBg="1"/>
      <p:bldP spid="196" grpId="0" animBg="1"/>
      <p:bldP spid="197" grpId="0" animBg="1"/>
      <p:bldP spid="325" grpId="0"/>
      <p:bldP spid="326" grpId="0"/>
      <p:bldP spid="336"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799D9568-F78C-53AA-7548-D76E71045534}"/>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11BCB80D-0DDB-E91D-CED4-0BA50036AA77}"/>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Quantitative designs</a:t>
            </a:r>
          </a:p>
        </p:txBody>
      </p:sp>
      <p:sp>
        <p:nvSpPr>
          <p:cNvPr id="43" name="Slide Number Placeholder 5">
            <a:extLst>
              <a:ext uri="{FF2B5EF4-FFF2-40B4-BE49-F238E27FC236}">
                <a16:creationId xmlns:a16="http://schemas.microsoft.com/office/drawing/2014/main" id="{9BA27CE2-0791-43A5-97D2-1FBAF48C7DB4}"/>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92955A70-3FE1-B39A-0D0E-ACBB769482E1}"/>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cxnSp>
        <p:nvCxnSpPr>
          <p:cNvPr id="9" name="Straight Connector 8">
            <a:extLst>
              <a:ext uri="{FF2B5EF4-FFF2-40B4-BE49-F238E27FC236}">
                <a16:creationId xmlns:a16="http://schemas.microsoft.com/office/drawing/2014/main" id="{47927222-50B8-83A3-C4E7-FC3718521E20}"/>
              </a:ext>
            </a:extLst>
          </p:cNvPr>
          <p:cNvCxnSpPr>
            <a:cxnSpLocks/>
          </p:cNvCxnSpPr>
          <p:nvPr/>
        </p:nvCxnSpPr>
        <p:spPr>
          <a:xfrm>
            <a:off x="2303176" y="4013627"/>
            <a:ext cx="1070610" cy="0"/>
          </a:xfrm>
          <a:prstGeom prst="line">
            <a:avLst/>
          </a:prstGeom>
          <a:ln>
            <a:solidFill>
              <a:schemeClr val="bg1"/>
            </a:solidFill>
            <a:prstDash val="lgDash"/>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96EFA8C5-8EBE-BF2C-319C-DBECD799BE43}"/>
              </a:ext>
            </a:extLst>
          </p:cNvPr>
          <p:cNvCxnSpPr>
            <a:cxnSpLocks/>
          </p:cNvCxnSpPr>
          <p:nvPr/>
        </p:nvCxnSpPr>
        <p:spPr>
          <a:xfrm>
            <a:off x="3390927" y="3568743"/>
            <a:ext cx="1070610" cy="0"/>
          </a:xfrm>
          <a:prstGeom prst="line">
            <a:avLst/>
          </a:prstGeom>
          <a:ln>
            <a:solidFill>
              <a:schemeClr val="bg1"/>
            </a:solidFill>
            <a:prstDash val="lgDash"/>
          </a:ln>
        </p:spPr>
        <p:style>
          <a:lnRef idx="2">
            <a:schemeClr val="accent1"/>
          </a:lnRef>
          <a:fillRef idx="0">
            <a:schemeClr val="accent1"/>
          </a:fillRef>
          <a:effectRef idx="1">
            <a:schemeClr val="accent1"/>
          </a:effectRef>
          <a:fontRef idx="minor">
            <a:schemeClr val="tx1"/>
          </a:fontRef>
        </p:style>
      </p:cxnSp>
      <p:grpSp>
        <p:nvGrpSpPr>
          <p:cNvPr id="32" name="Group 31">
            <a:extLst>
              <a:ext uri="{FF2B5EF4-FFF2-40B4-BE49-F238E27FC236}">
                <a16:creationId xmlns:a16="http://schemas.microsoft.com/office/drawing/2014/main" id="{9DAED9C4-CDBF-319B-B541-A10C3123903F}"/>
              </a:ext>
            </a:extLst>
          </p:cNvPr>
          <p:cNvGrpSpPr/>
          <p:nvPr/>
        </p:nvGrpSpPr>
        <p:grpSpPr>
          <a:xfrm>
            <a:off x="2501136" y="3570614"/>
            <a:ext cx="147278" cy="371643"/>
            <a:chOff x="2802805" y="2595678"/>
            <a:chExt cx="147278" cy="371643"/>
          </a:xfrm>
        </p:grpSpPr>
        <p:sp>
          <p:nvSpPr>
            <p:cNvPr id="41" name="Freeform: Shape 40">
              <a:extLst>
                <a:ext uri="{FF2B5EF4-FFF2-40B4-BE49-F238E27FC236}">
                  <a16:creationId xmlns:a16="http://schemas.microsoft.com/office/drawing/2014/main" id="{DF057113-3284-B25B-1B17-2BA6F73620EA}"/>
                </a:ext>
              </a:extLst>
            </p:cNvPr>
            <p:cNvSpPr/>
            <p:nvPr/>
          </p:nvSpPr>
          <p:spPr>
            <a:xfrm>
              <a:off x="2802805" y="2679397"/>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2" name="Freeform: Shape 41">
              <a:extLst>
                <a:ext uri="{FF2B5EF4-FFF2-40B4-BE49-F238E27FC236}">
                  <a16:creationId xmlns:a16="http://schemas.microsoft.com/office/drawing/2014/main" id="{21BF1700-EF80-74D3-AC60-8D7C8AB84FFB}"/>
                </a:ext>
              </a:extLst>
            </p:cNvPr>
            <p:cNvSpPr/>
            <p:nvPr/>
          </p:nvSpPr>
          <p:spPr>
            <a:xfrm>
              <a:off x="2839189" y="259567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1" name="Freeform: Shape 80">
              <a:extLst>
                <a:ext uri="{FF2B5EF4-FFF2-40B4-BE49-F238E27FC236}">
                  <a16:creationId xmlns:a16="http://schemas.microsoft.com/office/drawing/2014/main" id="{C28ACA92-88DF-F14B-15C4-F8AF6AAB62A7}"/>
                </a:ext>
              </a:extLst>
            </p:cNvPr>
            <p:cNvSpPr/>
            <p:nvPr/>
          </p:nvSpPr>
          <p:spPr>
            <a:xfrm>
              <a:off x="2848491" y="2725893"/>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82" name="Group 81">
            <a:extLst>
              <a:ext uri="{FF2B5EF4-FFF2-40B4-BE49-F238E27FC236}">
                <a16:creationId xmlns:a16="http://schemas.microsoft.com/office/drawing/2014/main" id="{8ECEDB8F-5F90-5F8D-3E94-2B21B4A06404}"/>
              </a:ext>
            </a:extLst>
          </p:cNvPr>
          <p:cNvGrpSpPr/>
          <p:nvPr/>
        </p:nvGrpSpPr>
        <p:grpSpPr>
          <a:xfrm>
            <a:off x="2759771" y="3582400"/>
            <a:ext cx="315553" cy="372042"/>
            <a:chOff x="2864048" y="4473411"/>
            <a:chExt cx="315553" cy="372042"/>
          </a:xfrm>
        </p:grpSpPr>
        <p:sp>
          <p:nvSpPr>
            <p:cNvPr id="83" name="Freeform: Shape 82">
              <a:extLst>
                <a:ext uri="{FF2B5EF4-FFF2-40B4-BE49-F238E27FC236}">
                  <a16:creationId xmlns:a16="http://schemas.microsoft.com/office/drawing/2014/main" id="{62FF37D2-DAF8-0449-6347-D81FDAE22471}"/>
                </a:ext>
              </a:extLst>
            </p:cNvPr>
            <p:cNvSpPr/>
            <p:nvPr/>
          </p:nvSpPr>
          <p:spPr>
            <a:xfrm>
              <a:off x="2864048" y="4557129"/>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6" name="Freeform: Shape 85">
              <a:extLst>
                <a:ext uri="{FF2B5EF4-FFF2-40B4-BE49-F238E27FC236}">
                  <a16:creationId xmlns:a16="http://schemas.microsoft.com/office/drawing/2014/main" id="{3630223C-E445-C3A4-0585-79FA8270144A}"/>
                </a:ext>
              </a:extLst>
            </p:cNvPr>
            <p:cNvSpPr/>
            <p:nvPr/>
          </p:nvSpPr>
          <p:spPr>
            <a:xfrm>
              <a:off x="2900432" y="447341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8" name="Freeform: Shape 87">
              <a:extLst>
                <a:ext uri="{FF2B5EF4-FFF2-40B4-BE49-F238E27FC236}">
                  <a16:creationId xmlns:a16="http://schemas.microsoft.com/office/drawing/2014/main" id="{E369E026-58B1-3A3C-7AD2-4EFF7CED6F5A}"/>
                </a:ext>
              </a:extLst>
            </p:cNvPr>
            <p:cNvSpPr/>
            <p:nvPr/>
          </p:nvSpPr>
          <p:spPr>
            <a:xfrm>
              <a:off x="2909734" y="4603625"/>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1" name="Freeform: Shape 90">
              <a:extLst>
                <a:ext uri="{FF2B5EF4-FFF2-40B4-BE49-F238E27FC236}">
                  <a16:creationId xmlns:a16="http://schemas.microsoft.com/office/drawing/2014/main" id="{72965824-8E63-C83F-90B7-91CDD0C027C4}"/>
                </a:ext>
              </a:extLst>
            </p:cNvPr>
            <p:cNvSpPr/>
            <p:nvPr/>
          </p:nvSpPr>
          <p:spPr>
            <a:xfrm>
              <a:off x="3032305" y="4557129"/>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3" name="Freeform: Shape 92">
              <a:extLst>
                <a:ext uri="{FF2B5EF4-FFF2-40B4-BE49-F238E27FC236}">
                  <a16:creationId xmlns:a16="http://schemas.microsoft.com/office/drawing/2014/main" id="{0FD39803-6462-94F0-78ED-0322F475B0DC}"/>
                </a:ext>
              </a:extLst>
            </p:cNvPr>
            <p:cNvSpPr/>
            <p:nvPr/>
          </p:nvSpPr>
          <p:spPr>
            <a:xfrm>
              <a:off x="3068670" y="447341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4" name="Freeform: Shape 93">
              <a:extLst>
                <a:ext uri="{FF2B5EF4-FFF2-40B4-BE49-F238E27FC236}">
                  <a16:creationId xmlns:a16="http://schemas.microsoft.com/office/drawing/2014/main" id="{5234FE11-6C6B-4463-8BB8-5CFC8D310B55}"/>
                </a:ext>
              </a:extLst>
            </p:cNvPr>
            <p:cNvSpPr/>
            <p:nvPr/>
          </p:nvSpPr>
          <p:spPr>
            <a:xfrm>
              <a:off x="3041427" y="4603625"/>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95" name="Group 94">
            <a:extLst>
              <a:ext uri="{FF2B5EF4-FFF2-40B4-BE49-F238E27FC236}">
                <a16:creationId xmlns:a16="http://schemas.microsoft.com/office/drawing/2014/main" id="{D4C7EFF7-DA3D-1E59-0A90-0DCAEAE77AF7}"/>
              </a:ext>
            </a:extLst>
          </p:cNvPr>
          <p:cNvGrpSpPr/>
          <p:nvPr/>
        </p:nvGrpSpPr>
        <p:grpSpPr>
          <a:xfrm>
            <a:off x="2602841" y="4061643"/>
            <a:ext cx="313859" cy="372043"/>
            <a:chOff x="2684562" y="4964971"/>
            <a:chExt cx="313859" cy="372043"/>
          </a:xfrm>
        </p:grpSpPr>
        <p:sp>
          <p:nvSpPr>
            <p:cNvPr id="168" name="Freeform: Shape 167">
              <a:extLst>
                <a:ext uri="{FF2B5EF4-FFF2-40B4-BE49-F238E27FC236}">
                  <a16:creationId xmlns:a16="http://schemas.microsoft.com/office/drawing/2014/main" id="{7A187D1F-694A-EBB0-74CC-E537BF2819A0}"/>
                </a:ext>
              </a:extLst>
            </p:cNvPr>
            <p:cNvSpPr/>
            <p:nvPr/>
          </p:nvSpPr>
          <p:spPr>
            <a:xfrm>
              <a:off x="2851143" y="5048690"/>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9" name="Freeform: Shape 168">
              <a:extLst>
                <a:ext uri="{FF2B5EF4-FFF2-40B4-BE49-F238E27FC236}">
                  <a16:creationId xmlns:a16="http://schemas.microsoft.com/office/drawing/2014/main" id="{A8DAEE71-81DE-7F9E-FCC4-6C27AB41AD93}"/>
                </a:ext>
              </a:extLst>
            </p:cNvPr>
            <p:cNvSpPr/>
            <p:nvPr/>
          </p:nvSpPr>
          <p:spPr>
            <a:xfrm>
              <a:off x="2887527" y="496497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1" name="Freeform: Shape 170">
              <a:extLst>
                <a:ext uri="{FF2B5EF4-FFF2-40B4-BE49-F238E27FC236}">
                  <a16:creationId xmlns:a16="http://schemas.microsoft.com/office/drawing/2014/main" id="{8112D6F4-FFF4-8B1B-B5EA-A828CBB00A46}"/>
                </a:ext>
              </a:extLst>
            </p:cNvPr>
            <p:cNvSpPr/>
            <p:nvPr/>
          </p:nvSpPr>
          <p:spPr>
            <a:xfrm>
              <a:off x="2684562" y="5048690"/>
              <a:ext cx="147297"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2" name="Freeform: Shape 171">
              <a:extLst>
                <a:ext uri="{FF2B5EF4-FFF2-40B4-BE49-F238E27FC236}">
                  <a16:creationId xmlns:a16="http://schemas.microsoft.com/office/drawing/2014/main" id="{880D9C01-8B89-5C9F-C0F9-A98C7F821B1E}"/>
                </a:ext>
              </a:extLst>
            </p:cNvPr>
            <p:cNvSpPr/>
            <p:nvPr/>
          </p:nvSpPr>
          <p:spPr>
            <a:xfrm>
              <a:off x="2720927" y="496497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5" name="Freeform: Shape 174">
              <a:extLst>
                <a:ext uri="{FF2B5EF4-FFF2-40B4-BE49-F238E27FC236}">
                  <a16:creationId xmlns:a16="http://schemas.microsoft.com/office/drawing/2014/main" id="{4A2A0921-9B7B-88D4-3912-7786E613A0C4}"/>
                </a:ext>
              </a:extLst>
            </p:cNvPr>
            <p:cNvSpPr/>
            <p:nvPr/>
          </p:nvSpPr>
          <p:spPr>
            <a:xfrm>
              <a:off x="2896829" y="5095186"/>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6" name="Freeform: Shape 175">
              <a:extLst>
                <a:ext uri="{FF2B5EF4-FFF2-40B4-BE49-F238E27FC236}">
                  <a16:creationId xmlns:a16="http://schemas.microsoft.com/office/drawing/2014/main" id="{74E7A464-4F19-71E3-62AE-DDF0F36663E2}"/>
                </a:ext>
              </a:extLst>
            </p:cNvPr>
            <p:cNvSpPr/>
            <p:nvPr/>
          </p:nvSpPr>
          <p:spPr>
            <a:xfrm>
              <a:off x="2693684" y="5095186"/>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77" name="Group 176">
            <a:extLst>
              <a:ext uri="{FF2B5EF4-FFF2-40B4-BE49-F238E27FC236}">
                <a16:creationId xmlns:a16="http://schemas.microsoft.com/office/drawing/2014/main" id="{5254EBE1-D11E-D698-F8A9-67F00D13132B}"/>
              </a:ext>
            </a:extLst>
          </p:cNvPr>
          <p:cNvGrpSpPr/>
          <p:nvPr/>
        </p:nvGrpSpPr>
        <p:grpSpPr>
          <a:xfrm>
            <a:off x="3535248" y="3098997"/>
            <a:ext cx="313859" cy="372043"/>
            <a:chOff x="3907211" y="3111969"/>
            <a:chExt cx="313859" cy="372043"/>
          </a:xfrm>
        </p:grpSpPr>
        <p:sp>
          <p:nvSpPr>
            <p:cNvPr id="178" name="Freeform: Shape 177">
              <a:extLst>
                <a:ext uri="{FF2B5EF4-FFF2-40B4-BE49-F238E27FC236}">
                  <a16:creationId xmlns:a16="http://schemas.microsoft.com/office/drawing/2014/main" id="{46E7BBB1-E955-EBE8-75EE-5D52CEBCC424}"/>
                </a:ext>
              </a:extLst>
            </p:cNvPr>
            <p:cNvSpPr/>
            <p:nvPr/>
          </p:nvSpPr>
          <p:spPr>
            <a:xfrm>
              <a:off x="4073792" y="3195688"/>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9" name="Freeform: Shape 178">
              <a:extLst>
                <a:ext uri="{FF2B5EF4-FFF2-40B4-BE49-F238E27FC236}">
                  <a16:creationId xmlns:a16="http://schemas.microsoft.com/office/drawing/2014/main" id="{95C05DCC-DE22-BF41-5CAA-8904A6543645}"/>
                </a:ext>
              </a:extLst>
            </p:cNvPr>
            <p:cNvSpPr/>
            <p:nvPr/>
          </p:nvSpPr>
          <p:spPr>
            <a:xfrm>
              <a:off x="4110176" y="31119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0" name="Freeform: Shape 179">
              <a:extLst>
                <a:ext uri="{FF2B5EF4-FFF2-40B4-BE49-F238E27FC236}">
                  <a16:creationId xmlns:a16="http://schemas.microsoft.com/office/drawing/2014/main" id="{489FE239-8A5A-39AF-81C7-F0032A0D9D75}"/>
                </a:ext>
              </a:extLst>
            </p:cNvPr>
            <p:cNvSpPr/>
            <p:nvPr/>
          </p:nvSpPr>
          <p:spPr>
            <a:xfrm>
              <a:off x="3907211" y="3195688"/>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1" name="Freeform: Shape 180">
              <a:extLst>
                <a:ext uri="{FF2B5EF4-FFF2-40B4-BE49-F238E27FC236}">
                  <a16:creationId xmlns:a16="http://schemas.microsoft.com/office/drawing/2014/main" id="{1912B2A3-CDD5-8A71-0027-A2D00AF50D3E}"/>
                </a:ext>
              </a:extLst>
            </p:cNvPr>
            <p:cNvSpPr/>
            <p:nvPr/>
          </p:nvSpPr>
          <p:spPr>
            <a:xfrm>
              <a:off x="3943576" y="31119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2" name="Freeform: Shape 181">
              <a:extLst>
                <a:ext uri="{FF2B5EF4-FFF2-40B4-BE49-F238E27FC236}">
                  <a16:creationId xmlns:a16="http://schemas.microsoft.com/office/drawing/2014/main" id="{3234FB70-BDB5-E5A0-BF9B-6615C81DCFD9}"/>
                </a:ext>
              </a:extLst>
            </p:cNvPr>
            <p:cNvSpPr/>
            <p:nvPr/>
          </p:nvSpPr>
          <p:spPr>
            <a:xfrm>
              <a:off x="4119478" y="3242184"/>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3" name="Freeform: Shape 182">
              <a:extLst>
                <a:ext uri="{FF2B5EF4-FFF2-40B4-BE49-F238E27FC236}">
                  <a16:creationId xmlns:a16="http://schemas.microsoft.com/office/drawing/2014/main" id="{4603DC4B-0356-DCCA-064F-229F724008BC}"/>
                </a:ext>
              </a:extLst>
            </p:cNvPr>
            <p:cNvSpPr/>
            <p:nvPr/>
          </p:nvSpPr>
          <p:spPr>
            <a:xfrm>
              <a:off x="3916333" y="3242184"/>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84" name="Group 183">
            <a:extLst>
              <a:ext uri="{FF2B5EF4-FFF2-40B4-BE49-F238E27FC236}">
                <a16:creationId xmlns:a16="http://schemas.microsoft.com/office/drawing/2014/main" id="{19E0D527-9D0D-AF5C-18C5-A3E50EB58981}"/>
              </a:ext>
            </a:extLst>
          </p:cNvPr>
          <p:cNvGrpSpPr/>
          <p:nvPr/>
        </p:nvGrpSpPr>
        <p:grpSpPr>
          <a:xfrm>
            <a:off x="3941299" y="3098997"/>
            <a:ext cx="315553" cy="372043"/>
            <a:chOff x="3762064" y="4084284"/>
            <a:chExt cx="315553" cy="372043"/>
          </a:xfrm>
        </p:grpSpPr>
        <p:sp>
          <p:nvSpPr>
            <p:cNvPr id="185" name="Freeform: Shape 184">
              <a:extLst>
                <a:ext uri="{FF2B5EF4-FFF2-40B4-BE49-F238E27FC236}">
                  <a16:creationId xmlns:a16="http://schemas.microsoft.com/office/drawing/2014/main" id="{BADB62FA-72D4-62BF-0421-4F1ED4399DEE}"/>
                </a:ext>
              </a:extLst>
            </p:cNvPr>
            <p:cNvSpPr/>
            <p:nvPr/>
          </p:nvSpPr>
          <p:spPr>
            <a:xfrm>
              <a:off x="3762064" y="4168003"/>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6" name="Freeform: Shape 185">
              <a:extLst>
                <a:ext uri="{FF2B5EF4-FFF2-40B4-BE49-F238E27FC236}">
                  <a16:creationId xmlns:a16="http://schemas.microsoft.com/office/drawing/2014/main" id="{0D6DC7E5-2BD6-CDD2-6F71-C031A31F7F17}"/>
                </a:ext>
              </a:extLst>
            </p:cNvPr>
            <p:cNvSpPr/>
            <p:nvPr/>
          </p:nvSpPr>
          <p:spPr>
            <a:xfrm>
              <a:off x="3798448" y="408428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7" name="Freeform: Shape 186">
              <a:extLst>
                <a:ext uri="{FF2B5EF4-FFF2-40B4-BE49-F238E27FC236}">
                  <a16:creationId xmlns:a16="http://schemas.microsoft.com/office/drawing/2014/main" id="{A83BF264-B586-F4BE-1647-E08C0763C551}"/>
                </a:ext>
              </a:extLst>
            </p:cNvPr>
            <p:cNvSpPr/>
            <p:nvPr/>
          </p:nvSpPr>
          <p:spPr>
            <a:xfrm>
              <a:off x="3807749" y="4214499"/>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8" name="Freeform: Shape 187">
              <a:extLst>
                <a:ext uri="{FF2B5EF4-FFF2-40B4-BE49-F238E27FC236}">
                  <a16:creationId xmlns:a16="http://schemas.microsoft.com/office/drawing/2014/main" id="{2141CC57-A11A-86C3-4AE2-18D9C7D539CA}"/>
                </a:ext>
              </a:extLst>
            </p:cNvPr>
            <p:cNvSpPr/>
            <p:nvPr/>
          </p:nvSpPr>
          <p:spPr>
            <a:xfrm>
              <a:off x="3930321" y="4168003"/>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9" name="Freeform: Shape 188">
              <a:extLst>
                <a:ext uri="{FF2B5EF4-FFF2-40B4-BE49-F238E27FC236}">
                  <a16:creationId xmlns:a16="http://schemas.microsoft.com/office/drawing/2014/main" id="{859F4656-B4FC-8FC8-1C21-6F7E93CE536F}"/>
                </a:ext>
              </a:extLst>
            </p:cNvPr>
            <p:cNvSpPr/>
            <p:nvPr/>
          </p:nvSpPr>
          <p:spPr>
            <a:xfrm>
              <a:off x="3966686" y="408428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0" name="Freeform: Shape 189">
              <a:extLst>
                <a:ext uri="{FF2B5EF4-FFF2-40B4-BE49-F238E27FC236}">
                  <a16:creationId xmlns:a16="http://schemas.microsoft.com/office/drawing/2014/main" id="{E275A8C7-6023-ECE7-F732-02CD96CEE9E5}"/>
                </a:ext>
              </a:extLst>
            </p:cNvPr>
            <p:cNvSpPr/>
            <p:nvPr/>
          </p:nvSpPr>
          <p:spPr>
            <a:xfrm>
              <a:off x="3939443" y="4214499"/>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91" name="Group 190">
            <a:extLst>
              <a:ext uri="{FF2B5EF4-FFF2-40B4-BE49-F238E27FC236}">
                <a16:creationId xmlns:a16="http://schemas.microsoft.com/office/drawing/2014/main" id="{D2E15E10-3802-CBB5-AE6D-37EE719AD3AB}"/>
              </a:ext>
            </a:extLst>
          </p:cNvPr>
          <p:cNvGrpSpPr/>
          <p:nvPr/>
        </p:nvGrpSpPr>
        <p:grpSpPr>
          <a:xfrm>
            <a:off x="4035847" y="3673348"/>
            <a:ext cx="147278" cy="371643"/>
            <a:chOff x="3700821" y="2615799"/>
            <a:chExt cx="147278" cy="371643"/>
          </a:xfrm>
        </p:grpSpPr>
        <p:sp>
          <p:nvSpPr>
            <p:cNvPr id="192" name="Freeform: Shape 191">
              <a:extLst>
                <a:ext uri="{FF2B5EF4-FFF2-40B4-BE49-F238E27FC236}">
                  <a16:creationId xmlns:a16="http://schemas.microsoft.com/office/drawing/2014/main" id="{0127D1D1-0219-5807-FE5D-AB84960A7B74}"/>
                </a:ext>
              </a:extLst>
            </p:cNvPr>
            <p:cNvSpPr/>
            <p:nvPr/>
          </p:nvSpPr>
          <p:spPr>
            <a:xfrm>
              <a:off x="3700821" y="2699518"/>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3" name="Freeform: Shape 192">
              <a:extLst>
                <a:ext uri="{FF2B5EF4-FFF2-40B4-BE49-F238E27FC236}">
                  <a16:creationId xmlns:a16="http://schemas.microsoft.com/office/drawing/2014/main" id="{AD6C94EC-0C01-ECE3-292B-95D25ED26825}"/>
                </a:ext>
              </a:extLst>
            </p:cNvPr>
            <p:cNvSpPr/>
            <p:nvPr/>
          </p:nvSpPr>
          <p:spPr>
            <a:xfrm>
              <a:off x="3737205" y="261579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4" name="Freeform: Shape 193">
              <a:extLst>
                <a:ext uri="{FF2B5EF4-FFF2-40B4-BE49-F238E27FC236}">
                  <a16:creationId xmlns:a16="http://schemas.microsoft.com/office/drawing/2014/main" id="{8972F3D9-4932-7C68-0B0B-533F3D9C3633}"/>
                </a:ext>
              </a:extLst>
            </p:cNvPr>
            <p:cNvSpPr/>
            <p:nvPr/>
          </p:nvSpPr>
          <p:spPr>
            <a:xfrm>
              <a:off x="3746506" y="2746014"/>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195" name="Oval 194">
            <a:extLst>
              <a:ext uri="{FF2B5EF4-FFF2-40B4-BE49-F238E27FC236}">
                <a16:creationId xmlns:a16="http://schemas.microsoft.com/office/drawing/2014/main" id="{6CDF8DA6-01A3-1991-DC8D-86BB8125D27D}"/>
              </a:ext>
            </a:extLst>
          </p:cNvPr>
          <p:cNvSpPr/>
          <p:nvPr/>
        </p:nvSpPr>
        <p:spPr>
          <a:xfrm>
            <a:off x="2125082" y="2523970"/>
            <a:ext cx="2502620" cy="250262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96" name="Oval 195">
            <a:extLst>
              <a:ext uri="{FF2B5EF4-FFF2-40B4-BE49-F238E27FC236}">
                <a16:creationId xmlns:a16="http://schemas.microsoft.com/office/drawing/2014/main" id="{F565509F-BC8A-667C-987A-C6D49A99173D}"/>
              </a:ext>
            </a:extLst>
          </p:cNvPr>
          <p:cNvSpPr/>
          <p:nvPr/>
        </p:nvSpPr>
        <p:spPr>
          <a:xfrm>
            <a:off x="2534947" y="4615228"/>
            <a:ext cx="489849" cy="47535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Aptos" panose="020B0004020202020204"/>
                <a:ea typeface="+mn-ea"/>
                <a:cs typeface="+mn-cs"/>
              </a:rPr>
              <a:t>🚫💊</a:t>
            </a:r>
          </a:p>
        </p:txBody>
      </p:sp>
      <p:sp>
        <p:nvSpPr>
          <p:cNvPr id="197" name="Oval 196">
            <a:extLst>
              <a:ext uri="{FF2B5EF4-FFF2-40B4-BE49-F238E27FC236}">
                <a16:creationId xmlns:a16="http://schemas.microsoft.com/office/drawing/2014/main" id="{5F2297AC-D5D2-55FC-7741-69E630006B69}"/>
              </a:ext>
            </a:extLst>
          </p:cNvPr>
          <p:cNvSpPr/>
          <p:nvPr/>
        </p:nvSpPr>
        <p:spPr>
          <a:xfrm>
            <a:off x="3785571" y="4607597"/>
            <a:ext cx="489849" cy="47535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Aptos" panose="020B0004020202020204"/>
                <a:ea typeface="+mn-ea"/>
                <a:cs typeface="+mn-cs"/>
              </a:rPr>
              <a:t>💊</a:t>
            </a:r>
          </a:p>
        </p:txBody>
      </p:sp>
      <p:sp>
        <p:nvSpPr>
          <p:cNvPr id="325" name="TextBox 324">
            <a:extLst>
              <a:ext uri="{FF2B5EF4-FFF2-40B4-BE49-F238E27FC236}">
                <a16:creationId xmlns:a16="http://schemas.microsoft.com/office/drawing/2014/main" id="{3812C463-C298-974A-653F-244066D45971}"/>
              </a:ext>
            </a:extLst>
          </p:cNvPr>
          <p:cNvSpPr txBox="1"/>
          <p:nvPr/>
        </p:nvSpPr>
        <p:spPr>
          <a:xfrm>
            <a:off x="1011128" y="2154122"/>
            <a:ext cx="1494364" cy="57708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FFFF00"/>
                </a:solidFill>
                <a:effectLst/>
                <a:uLnTx/>
                <a:uFillTx/>
                <a:latin typeface="Aptos" panose="020B0004020202020204"/>
                <a:ea typeface="+mn-ea"/>
                <a:cs typeface="+mn-cs"/>
              </a:rPr>
              <a:t>Observed sample</a:t>
            </a:r>
            <a:br>
              <a:rPr kumimoji="0" lang="en-GB" sz="1050" b="1" i="0" u="none" strike="noStrike" kern="1200" cap="none" spc="0" normalizeH="0" baseline="0" noProof="0">
                <a:ln>
                  <a:noFill/>
                </a:ln>
                <a:solidFill>
                  <a:srgbClr val="FFFF00"/>
                </a:solidFill>
                <a:effectLst/>
                <a:uLnTx/>
                <a:uFillTx/>
                <a:latin typeface="Aptos" panose="020B0004020202020204"/>
                <a:ea typeface="+mn-ea"/>
                <a:cs typeface="+mn-cs"/>
              </a:rPr>
            </a:br>
            <a:r>
              <a:rPr kumimoji="0" lang="en-GB" sz="1050" b="0" i="0" u="none" strike="noStrike" kern="1200" cap="none" spc="0" normalizeH="0" baseline="0" noProof="0">
                <a:ln>
                  <a:noFill/>
                </a:ln>
                <a:solidFill>
                  <a:srgbClr val="FFFF00"/>
                </a:solidFill>
                <a:effectLst/>
                <a:uLnTx/>
                <a:uFillTx/>
                <a:latin typeface="Aptos" panose="020B0004020202020204"/>
                <a:ea typeface="+mn-ea"/>
                <a:cs typeface="+mn-cs"/>
              </a:rPr>
              <a:t>(we care about the indicators)</a:t>
            </a:r>
          </a:p>
        </p:txBody>
      </p:sp>
      <p:sp>
        <p:nvSpPr>
          <p:cNvPr id="2" name="Rectangle: Rounded Corners 1">
            <a:extLst>
              <a:ext uri="{FF2B5EF4-FFF2-40B4-BE49-F238E27FC236}">
                <a16:creationId xmlns:a16="http://schemas.microsoft.com/office/drawing/2014/main" id="{153CC2EB-B20D-D3D5-DA0B-E4DFB752DD7C}"/>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 name="TextBox 2">
            <a:extLst>
              <a:ext uri="{FF2B5EF4-FFF2-40B4-BE49-F238E27FC236}">
                <a16:creationId xmlns:a16="http://schemas.microsoft.com/office/drawing/2014/main" id="{B482F121-FA93-C4E0-06FA-2F2C3140AE74}"/>
              </a:ext>
            </a:extLst>
          </p:cNvPr>
          <p:cNvSpPr txBox="1"/>
          <p:nvPr/>
        </p:nvSpPr>
        <p:spPr>
          <a:xfrm>
            <a:off x="5406701" y="3081901"/>
            <a:ext cx="1789080" cy="584775"/>
          </a:xfrm>
          <a:prstGeom prst="rect">
            <a:avLst/>
          </a:prstGeom>
          <a:noFill/>
        </p:spPr>
        <p:txBody>
          <a:bodyPr wrap="square">
            <a:spAutoFit/>
          </a:bodyPr>
          <a:lstStyle/>
          <a:p>
            <a:r>
              <a:rPr lang="en-GB" sz="1600" b="1" noProof="0">
                <a:solidFill>
                  <a:srgbClr val="FFFF00"/>
                </a:solidFill>
              </a:rPr>
              <a:t>If this probability is low:</a:t>
            </a:r>
          </a:p>
        </p:txBody>
      </p:sp>
      <p:sp>
        <p:nvSpPr>
          <p:cNvPr id="8" name="TextBox 7">
            <a:extLst>
              <a:ext uri="{FF2B5EF4-FFF2-40B4-BE49-F238E27FC236}">
                <a16:creationId xmlns:a16="http://schemas.microsoft.com/office/drawing/2014/main" id="{BA35270A-9AB9-84E5-F301-423064D06CB6}"/>
              </a:ext>
            </a:extLst>
          </p:cNvPr>
          <p:cNvSpPr txBox="1"/>
          <p:nvPr/>
        </p:nvSpPr>
        <p:spPr>
          <a:xfrm>
            <a:off x="5570338" y="2099978"/>
            <a:ext cx="5423893" cy="830997"/>
          </a:xfrm>
          <a:prstGeom prst="rect">
            <a:avLst/>
          </a:prstGeom>
          <a:noFill/>
        </p:spPr>
        <p:txBody>
          <a:bodyPr wrap="square">
            <a:spAutoFit/>
          </a:bodyPr>
          <a:lstStyle>
            <a:defPPr>
              <a:defRPr lang="en-US"/>
            </a:defPPr>
            <a:lvl1pPr>
              <a:defRPr sz="1600" b="1">
                <a:solidFill>
                  <a:schemeClr val="bg1"/>
                </a:solidFill>
              </a:defRPr>
            </a:lvl1pPr>
          </a:lstStyle>
          <a:p>
            <a:pPr algn="ctr"/>
            <a:r>
              <a:rPr lang="en-GB" noProof="0"/>
              <a:t>How probable is it to obtain a sample in which the </a:t>
            </a:r>
            <a:r>
              <a:rPr lang="en-GB" noProof="0">
                <a:highlight>
                  <a:srgbClr val="000000"/>
                </a:highlight>
              </a:rPr>
              <a:t>estimated effect appears as least as large as observed, </a:t>
            </a:r>
            <a:r>
              <a:rPr lang="en-GB" noProof="0"/>
              <a:t>if the medication has no effect in the population?</a:t>
            </a:r>
          </a:p>
        </p:txBody>
      </p:sp>
      <p:sp>
        <p:nvSpPr>
          <p:cNvPr id="12" name="TextBox 11">
            <a:extLst>
              <a:ext uri="{FF2B5EF4-FFF2-40B4-BE49-F238E27FC236}">
                <a16:creationId xmlns:a16="http://schemas.microsoft.com/office/drawing/2014/main" id="{80B4AB50-A8A6-F590-CA96-2D4A7B3572A0}"/>
              </a:ext>
            </a:extLst>
          </p:cNvPr>
          <p:cNvSpPr txBox="1"/>
          <p:nvPr/>
        </p:nvSpPr>
        <p:spPr>
          <a:xfrm>
            <a:off x="5366908" y="3617628"/>
            <a:ext cx="6097190" cy="1384995"/>
          </a:xfrm>
          <a:prstGeom prst="rect">
            <a:avLst/>
          </a:prstGeom>
          <a:noFill/>
        </p:spPr>
        <p:txBody>
          <a:bodyPr wrap="square">
            <a:spAutoFit/>
          </a:bodyPr>
          <a:lstStyle/>
          <a:p>
            <a:r>
              <a:rPr lang="en-GB" sz="1400" noProof="0">
                <a:solidFill>
                  <a:schemeClr val="bg1"/>
                </a:solidFill>
                <a:highlight>
                  <a:srgbClr val="000000"/>
                </a:highlight>
              </a:rPr>
              <a:t>Then we must ask whether, in the population, the medication might indeed have an effect</a:t>
            </a:r>
            <a:r>
              <a:rPr lang="en-GB" sz="1400" noProof="0">
                <a:solidFill>
                  <a:schemeClr val="bg1"/>
                </a:solidFill>
              </a:rPr>
              <a:t>.</a:t>
            </a:r>
          </a:p>
          <a:p>
            <a:endParaRPr lang="en-GB" sz="1400" noProof="0">
              <a:solidFill>
                <a:schemeClr val="bg1"/>
              </a:solidFill>
            </a:endParaRPr>
          </a:p>
          <a:p>
            <a:r>
              <a:rPr lang="en-GB" sz="1400" noProof="0">
                <a:solidFill>
                  <a:schemeClr val="bg1"/>
                </a:solidFill>
              </a:rPr>
              <a:t>In such cases, the observed sample result may provide sufficient evidence to reject H₀, because what we observe in the sample is inconsistent with what is established under the null hypothesis (H₀).</a:t>
            </a:r>
            <a:endParaRPr lang="en-GB" sz="1400" noProof="0"/>
          </a:p>
        </p:txBody>
      </p:sp>
    </p:spTree>
    <p:extLst>
      <p:ext uri="{BB962C8B-B14F-4D97-AF65-F5344CB8AC3E}">
        <p14:creationId xmlns:p14="http://schemas.microsoft.com/office/powerpoint/2010/main" val="39885709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33F7840B-C291-6385-FCD5-755E67941B36}"/>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0527A281-7DFB-111C-7D43-E213CE180410}"/>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Quantitative designs</a:t>
            </a:r>
          </a:p>
        </p:txBody>
      </p:sp>
      <p:sp>
        <p:nvSpPr>
          <p:cNvPr id="43" name="Slide Number Placeholder 5">
            <a:extLst>
              <a:ext uri="{FF2B5EF4-FFF2-40B4-BE49-F238E27FC236}">
                <a16:creationId xmlns:a16="http://schemas.microsoft.com/office/drawing/2014/main" id="{C945C8D6-6E1C-8F34-0D1B-67C8684547F4}"/>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C6F6A690-798C-A250-EA42-7D8E4FD8A02D}"/>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cxnSp>
        <p:nvCxnSpPr>
          <p:cNvPr id="9" name="Straight Connector 8">
            <a:extLst>
              <a:ext uri="{FF2B5EF4-FFF2-40B4-BE49-F238E27FC236}">
                <a16:creationId xmlns:a16="http://schemas.microsoft.com/office/drawing/2014/main" id="{F25754EC-9F26-67AC-151D-55BF155620E4}"/>
              </a:ext>
            </a:extLst>
          </p:cNvPr>
          <p:cNvCxnSpPr>
            <a:cxnSpLocks/>
          </p:cNvCxnSpPr>
          <p:nvPr/>
        </p:nvCxnSpPr>
        <p:spPr>
          <a:xfrm>
            <a:off x="2303176" y="4013627"/>
            <a:ext cx="1070610" cy="0"/>
          </a:xfrm>
          <a:prstGeom prst="line">
            <a:avLst/>
          </a:prstGeom>
          <a:ln>
            <a:solidFill>
              <a:schemeClr val="bg1"/>
            </a:solidFill>
            <a:prstDash val="lgDash"/>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05CA3AB-64DC-8A2C-D951-3C282F5BE13C}"/>
              </a:ext>
            </a:extLst>
          </p:cNvPr>
          <p:cNvCxnSpPr>
            <a:cxnSpLocks/>
          </p:cNvCxnSpPr>
          <p:nvPr/>
        </p:nvCxnSpPr>
        <p:spPr>
          <a:xfrm>
            <a:off x="3390927" y="3568743"/>
            <a:ext cx="1070610" cy="0"/>
          </a:xfrm>
          <a:prstGeom prst="line">
            <a:avLst/>
          </a:prstGeom>
          <a:ln>
            <a:solidFill>
              <a:schemeClr val="bg1"/>
            </a:solidFill>
            <a:prstDash val="lgDash"/>
          </a:ln>
        </p:spPr>
        <p:style>
          <a:lnRef idx="2">
            <a:schemeClr val="accent1"/>
          </a:lnRef>
          <a:fillRef idx="0">
            <a:schemeClr val="accent1"/>
          </a:fillRef>
          <a:effectRef idx="1">
            <a:schemeClr val="accent1"/>
          </a:effectRef>
          <a:fontRef idx="minor">
            <a:schemeClr val="tx1"/>
          </a:fontRef>
        </p:style>
      </p:cxnSp>
      <p:grpSp>
        <p:nvGrpSpPr>
          <p:cNvPr id="32" name="Group 31">
            <a:extLst>
              <a:ext uri="{FF2B5EF4-FFF2-40B4-BE49-F238E27FC236}">
                <a16:creationId xmlns:a16="http://schemas.microsoft.com/office/drawing/2014/main" id="{C44C6D33-C8A5-6E5B-E469-D973503C02F0}"/>
              </a:ext>
            </a:extLst>
          </p:cNvPr>
          <p:cNvGrpSpPr/>
          <p:nvPr/>
        </p:nvGrpSpPr>
        <p:grpSpPr>
          <a:xfrm>
            <a:off x="2501136" y="3570614"/>
            <a:ext cx="147278" cy="371643"/>
            <a:chOff x="2802805" y="2595678"/>
            <a:chExt cx="147278" cy="371643"/>
          </a:xfrm>
        </p:grpSpPr>
        <p:sp>
          <p:nvSpPr>
            <p:cNvPr id="41" name="Freeform: Shape 40">
              <a:extLst>
                <a:ext uri="{FF2B5EF4-FFF2-40B4-BE49-F238E27FC236}">
                  <a16:creationId xmlns:a16="http://schemas.microsoft.com/office/drawing/2014/main" id="{B2D5EBFB-9738-3AFC-472E-AA2974682029}"/>
                </a:ext>
              </a:extLst>
            </p:cNvPr>
            <p:cNvSpPr/>
            <p:nvPr/>
          </p:nvSpPr>
          <p:spPr>
            <a:xfrm>
              <a:off x="2802805" y="2679397"/>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2" name="Freeform: Shape 41">
              <a:extLst>
                <a:ext uri="{FF2B5EF4-FFF2-40B4-BE49-F238E27FC236}">
                  <a16:creationId xmlns:a16="http://schemas.microsoft.com/office/drawing/2014/main" id="{A534552A-9BD6-9371-7992-08B66A89C420}"/>
                </a:ext>
              </a:extLst>
            </p:cNvPr>
            <p:cNvSpPr/>
            <p:nvPr/>
          </p:nvSpPr>
          <p:spPr>
            <a:xfrm>
              <a:off x="2839189" y="259567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1" name="Freeform: Shape 80">
              <a:extLst>
                <a:ext uri="{FF2B5EF4-FFF2-40B4-BE49-F238E27FC236}">
                  <a16:creationId xmlns:a16="http://schemas.microsoft.com/office/drawing/2014/main" id="{C56A5570-5656-4273-89F5-76ACA6751B1D}"/>
                </a:ext>
              </a:extLst>
            </p:cNvPr>
            <p:cNvSpPr/>
            <p:nvPr/>
          </p:nvSpPr>
          <p:spPr>
            <a:xfrm>
              <a:off x="2848491" y="2725893"/>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82" name="Group 81">
            <a:extLst>
              <a:ext uri="{FF2B5EF4-FFF2-40B4-BE49-F238E27FC236}">
                <a16:creationId xmlns:a16="http://schemas.microsoft.com/office/drawing/2014/main" id="{73FB6640-508B-2A8B-2D11-3630EB1947E6}"/>
              </a:ext>
            </a:extLst>
          </p:cNvPr>
          <p:cNvGrpSpPr/>
          <p:nvPr/>
        </p:nvGrpSpPr>
        <p:grpSpPr>
          <a:xfrm>
            <a:off x="2759771" y="3582400"/>
            <a:ext cx="315553" cy="372042"/>
            <a:chOff x="2864048" y="4473411"/>
            <a:chExt cx="315553" cy="372042"/>
          </a:xfrm>
        </p:grpSpPr>
        <p:sp>
          <p:nvSpPr>
            <p:cNvPr id="83" name="Freeform: Shape 82">
              <a:extLst>
                <a:ext uri="{FF2B5EF4-FFF2-40B4-BE49-F238E27FC236}">
                  <a16:creationId xmlns:a16="http://schemas.microsoft.com/office/drawing/2014/main" id="{6A908799-8465-363A-F58B-2896BC899CD8}"/>
                </a:ext>
              </a:extLst>
            </p:cNvPr>
            <p:cNvSpPr/>
            <p:nvPr/>
          </p:nvSpPr>
          <p:spPr>
            <a:xfrm>
              <a:off x="2864048" y="4557129"/>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6" name="Freeform: Shape 85">
              <a:extLst>
                <a:ext uri="{FF2B5EF4-FFF2-40B4-BE49-F238E27FC236}">
                  <a16:creationId xmlns:a16="http://schemas.microsoft.com/office/drawing/2014/main" id="{3CA384B5-DF8F-2A06-A85E-CB5D9674F198}"/>
                </a:ext>
              </a:extLst>
            </p:cNvPr>
            <p:cNvSpPr/>
            <p:nvPr/>
          </p:nvSpPr>
          <p:spPr>
            <a:xfrm>
              <a:off x="2900432" y="447341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8" name="Freeform: Shape 87">
              <a:extLst>
                <a:ext uri="{FF2B5EF4-FFF2-40B4-BE49-F238E27FC236}">
                  <a16:creationId xmlns:a16="http://schemas.microsoft.com/office/drawing/2014/main" id="{BA5AFD14-CB54-53B4-0694-37AAD11C9CC6}"/>
                </a:ext>
              </a:extLst>
            </p:cNvPr>
            <p:cNvSpPr/>
            <p:nvPr/>
          </p:nvSpPr>
          <p:spPr>
            <a:xfrm>
              <a:off x="2909734" y="4603625"/>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1" name="Freeform: Shape 90">
              <a:extLst>
                <a:ext uri="{FF2B5EF4-FFF2-40B4-BE49-F238E27FC236}">
                  <a16:creationId xmlns:a16="http://schemas.microsoft.com/office/drawing/2014/main" id="{B7C57A61-7523-4E2A-241E-B78738023E93}"/>
                </a:ext>
              </a:extLst>
            </p:cNvPr>
            <p:cNvSpPr/>
            <p:nvPr/>
          </p:nvSpPr>
          <p:spPr>
            <a:xfrm>
              <a:off x="3032305" y="4557129"/>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3" name="Freeform: Shape 92">
              <a:extLst>
                <a:ext uri="{FF2B5EF4-FFF2-40B4-BE49-F238E27FC236}">
                  <a16:creationId xmlns:a16="http://schemas.microsoft.com/office/drawing/2014/main" id="{A0E5D774-07B6-DD55-5611-010DDD1795FD}"/>
                </a:ext>
              </a:extLst>
            </p:cNvPr>
            <p:cNvSpPr/>
            <p:nvPr/>
          </p:nvSpPr>
          <p:spPr>
            <a:xfrm>
              <a:off x="3068670" y="447341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4" name="Freeform: Shape 93">
              <a:extLst>
                <a:ext uri="{FF2B5EF4-FFF2-40B4-BE49-F238E27FC236}">
                  <a16:creationId xmlns:a16="http://schemas.microsoft.com/office/drawing/2014/main" id="{70B0DB32-6C4E-F5EE-D0D5-FDAD8211EE6F}"/>
                </a:ext>
              </a:extLst>
            </p:cNvPr>
            <p:cNvSpPr/>
            <p:nvPr/>
          </p:nvSpPr>
          <p:spPr>
            <a:xfrm>
              <a:off x="3041427" y="4603625"/>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95" name="Group 94">
            <a:extLst>
              <a:ext uri="{FF2B5EF4-FFF2-40B4-BE49-F238E27FC236}">
                <a16:creationId xmlns:a16="http://schemas.microsoft.com/office/drawing/2014/main" id="{C7779D5D-5565-BAC6-0DE9-1DEE5FBC5E96}"/>
              </a:ext>
            </a:extLst>
          </p:cNvPr>
          <p:cNvGrpSpPr/>
          <p:nvPr/>
        </p:nvGrpSpPr>
        <p:grpSpPr>
          <a:xfrm>
            <a:off x="2602841" y="4061643"/>
            <a:ext cx="313859" cy="372043"/>
            <a:chOff x="2684562" y="4964971"/>
            <a:chExt cx="313859" cy="372043"/>
          </a:xfrm>
        </p:grpSpPr>
        <p:sp>
          <p:nvSpPr>
            <p:cNvPr id="168" name="Freeform: Shape 167">
              <a:extLst>
                <a:ext uri="{FF2B5EF4-FFF2-40B4-BE49-F238E27FC236}">
                  <a16:creationId xmlns:a16="http://schemas.microsoft.com/office/drawing/2014/main" id="{050E7690-F4E6-963F-10FC-4E0372439A20}"/>
                </a:ext>
              </a:extLst>
            </p:cNvPr>
            <p:cNvSpPr/>
            <p:nvPr/>
          </p:nvSpPr>
          <p:spPr>
            <a:xfrm>
              <a:off x="2851143" y="5048690"/>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9" name="Freeform: Shape 168">
              <a:extLst>
                <a:ext uri="{FF2B5EF4-FFF2-40B4-BE49-F238E27FC236}">
                  <a16:creationId xmlns:a16="http://schemas.microsoft.com/office/drawing/2014/main" id="{A3FF53F0-9DBE-BDD5-081A-0FE1E97A532F}"/>
                </a:ext>
              </a:extLst>
            </p:cNvPr>
            <p:cNvSpPr/>
            <p:nvPr/>
          </p:nvSpPr>
          <p:spPr>
            <a:xfrm>
              <a:off x="2887527" y="496497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1" name="Freeform: Shape 170">
              <a:extLst>
                <a:ext uri="{FF2B5EF4-FFF2-40B4-BE49-F238E27FC236}">
                  <a16:creationId xmlns:a16="http://schemas.microsoft.com/office/drawing/2014/main" id="{05F12D8C-79C8-9923-266F-527A5E167F3D}"/>
                </a:ext>
              </a:extLst>
            </p:cNvPr>
            <p:cNvSpPr/>
            <p:nvPr/>
          </p:nvSpPr>
          <p:spPr>
            <a:xfrm>
              <a:off x="2684562" y="5048690"/>
              <a:ext cx="147297"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2" name="Freeform: Shape 171">
              <a:extLst>
                <a:ext uri="{FF2B5EF4-FFF2-40B4-BE49-F238E27FC236}">
                  <a16:creationId xmlns:a16="http://schemas.microsoft.com/office/drawing/2014/main" id="{3018A938-4DC9-BCD5-B028-2A00AD5E49A6}"/>
                </a:ext>
              </a:extLst>
            </p:cNvPr>
            <p:cNvSpPr/>
            <p:nvPr/>
          </p:nvSpPr>
          <p:spPr>
            <a:xfrm>
              <a:off x="2720927" y="496497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5" name="Freeform: Shape 174">
              <a:extLst>
                <a:ext uri="{FF2B5EF4-FFF2-40B4-BE49-F238E27FC236}">
                  <a16:creationId xmlns:a16="http://schemas.microsoft.com/office/drawing/2014/main" id="{1625BD08-2342-C35F-6824-3281A2C4F011}"/>
                </a:ext>
              </a:extLst>
            </p:cNvPr>
            <p:cNvSpPr/>
            <p:nvPr/>
          </p:nvSpPr>
          <p:spPr>
            <a:xfrm>
              <a:off x="2896829" y="5095186"/>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6" name="Freeform: Shape 175">
              <a:extLst>
                <a:ext uri="{FF2B5EF4-FFF2-40B4-BE49-F238E27FC236}">
                  <a16:creationId xmlns:a16="http://schemas.microsoft.com/office/drawing/2014/main" id="{EB9F4FF1-8FB4-6C90-D1E4-FCE3CF0EC28F}"/>
                </a:ext>
              </a:extLst>
            </p:cNvPr>
            <p:cNvSpPr/>
            <p:nvPr/>
          </p:nvSpPr>
          <p:spPr>
            <a:xfrm>
              <a:off x="2693684" y="5095186"/>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77" name="Group 176">
            <a:extLst>
              <a:ext uri="{FF2B5EF4-FFF2-40B4-BE49-F238E27FC236}">
                <a16:creationId xmlns:a16="http://schemas.microsoft.com/office/drawing/2014/main" id="{89ACC5D7-C539-5CCF-977C-CF7BB57F80B3}"/>
              </a:ext>
            </a:extLst>
          </p:cNvPr>
          <p:cNvGrpSpPr/>
          <p:nvPr/>
        </p:nvGrpSpPr>
        <p:grpSpPr>
          <a:xfrm>
            <a:off x="3535248" y="3098997"/>
            <a:ext cx="313859" cy="372043"/>
            <a:chOff x="3907211" y="3111969"/>
            <a:chExt cx="313859" cy="372043"/>
          </a:xfrm>
        </p:grpSpPr>
        <p:sp>
          <p:nvSpPr>
            <p:cNvPr id="178" name="Freeform: Shape 177">
              <a:extLst>
                <a:ext uri="{FF2B5EF4-FFF2-40B4-BE49-F238E27FC236}">
                  <a16:creationId xmlns:a16="http://schemas.microsoft.com/office/drawing/2014/main" id="{1CC58DCE-2760-C0A7-4557-3512D99098A7}"/>
                </a:ext>
              </a:extLst>
            </p:cNvPr>
            <p:cNvSpPr/>
            <p:nvPr/>
          </p:nvSpPr>
          <p:spPr>
            <a:xfrm>
              <a:off x="4073792" y="3195688"/>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9" name="Freeform: Shape 178">
              <a:extLst>
                <a:ext uri="{FF2B5EF4-FFF2-40B4-BE49-F238E27FC236}">
                  <a16:creationId xmlns:a16="http://schemas.microsoft.com/office/drawing/2014/main" id="{C8289944-702C-B3B1-9C4D-85061F92B6D8}"/>
                </a:ext>
              </a:extLst>
            </p:cNvPr>
            <p:cNvSpPr/>
            <p:nvPr/>
          </p:nvSpPr>
          <p:spPr>
            <a:xfrm>
              <a:off x="4110176" y="31119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0" name="Freeform: Shape 179">
              <a:extLst>
                <a:ext uri="{FF2B5EF4-FFF2-40B4-BE49-F238E27FC236}">
                  <a16:creationId xmlns:a16="http://schemas.microsoft.com/office/drawing/2014/main" id="{DB937468-12DF-BC0A-CC65-C2F94F82D764}"/>
                </a:ext>
              </a:extLst>
            </p:cNvPr>
            <p:cNvSpPr/>
            <p:nvPr/>
          </p:nvSpPr>
          <p:spPr>
            <a:xfrm>
              <a:off x="3907211" y="3195688"/>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1" name="Freeform: Shape 180">
              <a:extLst>
                <a:ext uri="{FF2B5EF4-FFF2-40B4-BE49-F238E27FC236}">
                  <a16:creationId xmlns:a16="http://schemas.microsoft.com/office/drawing/2014/main" id="{00A129F1-5C8D-093D-35DB-D151EDD579CB}"/>
                </a:ext>
              </a:extLst>
            </p:cNvPr>
            <p:cNvSpPr/>
            <p:nvPr/>
          </p:nvSpPr>
          <p:spPr>
            <a:xfrm>
              <a:off x="3943576" y="31119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2" name="Freeform: Shape 181">
              <a:extLst>
                <a:ext uri="{FF2B5EF4-FFF2-40B4-BE49-F238E27FC236}">
                  <a16:creationId xmlns:a16="http://schemas.microsoft.com/office/drawing/2014/main" id="{6E53436C-C45E-DB7C-E024-1B34D934BE92}"/>
                </a:ext>
              </a:extLst>
            </p:cNvPr>
            <p:cNvSpPr/>
            <p:nvPr/>
          </p:nvSpPr>
          <p:spPr>
            <a:xfrm>
              <a:off x="4119478" y="3242184"/>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3" name="Freeform: Shape 182">
              <a:extLst>
                <a:ext uri="{FF2B5EF4-FFF2-40B4-BE49-F238E27FC236}">
                  <a16:creationId xmlns:a16="http://schemas.microsoft.com/office/drawing/2014/main" id="{A60308FA-2F71-FE25-BE1D-8A3A8A7DF585}"/>
                </a:ext>
              </a:extLst>
            </p:cNvPr>
            <p:cNvSpPr/>
            <p:nvPr/>
          </p:nvSpPr>
          <p:spPr>
            <a:xfrm>
              <a:off x="3916333" y="3242184"/>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84" name="Group 183">
            <a:extLst>
              <a:ext uri="{FF2B5EF4-FFF2-40B4-BE49-F238E27FC236}">
                <a16:creationId xmlns:a16="http://schemas.microsoft.com/office/drawing/2014/main" id="{D76B6F1E-65E5-723B-FD2D-82BD6A0E14FB}"/>
              </a:ext>
            </a:extLst>
          </p:cNvPr>
          <p:cNvGrpSpPr/>
          <p:nvPr/>
        </p:nvGrpSpPr>
        <p:grpSpPr>
          <a:xfrm>
            <a:off x="3941299" y="3098997"/>
            <a:ext cx="315553" cy="372043"/>
            <a:chOff x="3762064" y="4084284"/>
            <a:chExt cx="315553" cy="372043"/>
          </a:xfrm>
        </p:grpSpPr>
        <p:sp>
          <p:nvSpPr>
            <p:cNvPr id="185" name="Freeform: Shape 184">
              <a:extLst>
                <a:ext uri="{FF2B5EF4-FFF2-40B4-BE49-F238E27FC236}">
                  <a16:creationId xmlns:a16="http://schemas.microsoft.com/office/drawing/2014/main" id="{FA44ECAA-B420-E692-02EB-1B93D2A8048A}"/>
                </a:ext>
              </a:extLst>
            </p:cNvPr>
            <p:cNvSpPr/>
            <p:nvPr/>
          </p:nvSpPr>
          <p:spPr>
            <a:xfrm>
              <a:off x="3762064" y="4168003"/>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6" name="Freeform: Shape 185">
              <a:extLst>
                <a:ext uri="{FF2B5EF4-FFF2-40B4-BE49-F238E27FC236}">
                  <a16:creationId xmlns:a16="http://schemas.microsoft.com/office/drawing/2014/main" id="{3E184052-5085-E732-96F2-0DB4709ABAAE}"/>
                </a:ext>
              </a:extLst>
            </p:cNvPr>
            <p:cNvSpPr/>
            <p:nvPr/>
          </p:nvSpPr>
          <p:spPr>
            <a:xfrm>
              <a:off x="3798448" y="408428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7" name="Freeform: Shape 186">
              <a:extLst>
                <a:ext uri="{FF2B5EF4-FFF2-40B4-BE49-F238E27FC236}">
                  <a16:creationId xmlns:a16="http://schemas.microsoft.com/office/drawing/2014/main" id="{F522E038-0359-7308-42D2-E6244F80170A}"/>
                </a:ext>
              </a:extLst>
            </p:cNvPr>
            <p:cNvSpPr/>
            <p:nvPr/>
          </p:nvSpPr>
          <p:spPr>
            <a:xfrm>
              <a:off x="3807749" y="4214499"/>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8" name="Freeform: Shape 187">
              <a:extLst>
                <a:ext uri="{FF2B5EF4-FFF2-40B4-BE49-F238E27FC236}">
                  <a16:creationId xmlns:a16="http://schemas.microsoft.com/office/drawing/2014/main" id="{AEDF0CAD-C70B-D3B3-C9A6-37814E4D98C2}"/>
                </a:ext>
              </a:extLst>
            </p:cNvPr>
            <p:cNvSpPr/>
            <p:nvPr/>
          </p:nvSpPr>
          <p:spPr>
            <a:xfrm>
              <a:off x="3930321" y="4168003"/>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9" name="Freeform: Shape 188">
              <a:extLst>
                <a:ext uri="{FF2B5EF4-FFF2-40B4-BE49-F238E27FC236}">
                  <a16:creationId xmlns:a16="http://schemas.microsoft.com/office/drawing/2014/main" id="{E63A4A76-0EFD-0EEA-98ED-42DA996E27DE}"/>
                </a:ext>
              </a:extLst>
            </p:cNvPr>
            <p:cNvSpPr/>
            <p:nvPr/>
          </p:nvSpPr>
          <p:spPr>
            <a:xfrm>
              <a:off x="3966686" y="408428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0" name="Freeform: Shape 189">
              <a:extLst>
                <a:ext uri="{FF2B5EF4-FFF2-40B4-BE49-F238E27FC236}">
                  <a16:creationId xmlns:a16="http://schemas.microsoft.com/office/drawing/2014/main" id="{5CF42895-B8ED-0D0C-B301-C4673B209AB5}"/>
                </a:ext>
              </a:extLst>
            </p:cNvPr>
            <p:cNvSpPr/>
            <p:nvPr/>
          </p:nvSpPr>
          <p:spPr>
            <a:xfrm>
              <a:off x="3939443" y="4214499"/>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91" name="Group 190">
            <a:extLst>
              <a:ext uri="{FF2B5EF4-FFF2-40B4-BE49-F238E27FC236}">
                <a16:creationId xmlns:a16="http://schemas.microsoft.com/office/drawing/2014/main" id="{408573F9-54E5-F513-1814-A112F45542E3}"/>
              </a:ext>
            </a:extLst>
          </p:cNvPr>
          <p:cNvGrpSpPr/>
          <p:nvPr/>
        </p:nvGrpSpPr>
        <p:grpSpPr>
          <a:xfrm>
            <a:off x="4035847" y="3673348"/>
            <a:ext cx="147278" cy="371643"/>
            <a:chOff x="3700821" y="2615799"/>
            <a:chExt cx="147278" cy="371643"/>
          </a:xfrm>
        </p:grpSpPr>
        <p:sp>
          <p:nvSpPr>
            <p:cNvPr id="192" name="Freeform: Shape 191">
              <a:extLst>
                <a:ext uri="{FF2B5EF4-FFF2-40B4-BE49-F238E27FC236}">
                  <a16:creationId xmlns:a16="http://schemas.microsoft.com/office/drawing/2014/main" id="{65C47EB5-5965-2D96-53DB-605CA97E594A}"/>
                </a:ext>
              </a:extLst>
            </p:cNvPr>
            <p:cNvSpPr/>
            <p:nvPr/>
          </p:nvSpPr>
          <p:spPr>
            <a:xfrm>
              <a:off x="3700821" y="2699518"/>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3" name="Freeform: Shape 192">
              <a:extLst>
                <a:ext uri="{FF2B5EF4-FFF2-40B4-BE49-F238E27FC236}">
                  <a16:creationId xmlns:a16="http://schemas.microsoft.com/office/drawing/2014/main" id="{1251484A-9859-408C-6118-65B437C22C69}"/>
                </a:ext>
              </a:extLst>
            </p:cNvPr>
            <p:cNvSpPr/>
            <p:nvPr/>
          </p:nvSpPr>
          <p:spPr>
            <a:xfrm>
              <a:off x="3737205" y="261579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4" name="Freeform: Shape 193">
              <a:extLst>
                <a:ext uri="{FF2B5EF4-FFF2-40B4-BE49-F238E27FC236}">
                  <a16:creationId xmlns:a16="http://schemas.microsoft.com/office/drawing/2014/main" id="{62892C5F-63A9-F47A-DB60-0735FF68E148}"/>
                </a:ext>
              </a:extLst>
            </p:cNvPr>
            <p:cNvSpPr/>
            <p:nvPr/>
          </p:nvSpPr>
          <p:spPr>
            <a:xfrm>
              <a:off x="3746506" y="2746014"/>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195" name="Oval 194">
            <a:extLst>
              <a:ext uri="{FF2B5EF4-FFF2-40B4-BE49-F238E27FC236}">
                <a16:creationId xmlns:a16="http://schemas.microsoft.com/office/drawing/2014/main" id="{9C539C30-056A-0551-E760-879E48F372C7}"/>
              </a:ext>
            </a:extLst>
          </p:cNvPr>
          <p:cNvSpPr/>
          <p:nvPr/>
        </p:nvSpPr>
        <p:spPr>
          <a:xfrm>
            <a:off x="2125082" y="2523970"/>
            <a:ext cx="2502620" cy="250262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96" name="Oval 195">
            <a:extLst>
              <a:ext uri="{FF2B5EF4-FFF2-40B4-BE49-F238E27FC236}">
                <a16:creationId xmlns:a16="http://schemas.microsoft.com/office/drawing/2014/main" id="{B1522170-59F8-0207-4B81-778671B64730}"/>
              </a:ext>
            </a:extLst>
          </p:cNvPr>
          <p:cNvSpPr/>
          <p:nvPr/>
        </p:nvSpPr>
        <p:spPr>
          <a:xfrm>
            <a:off x="2534947" y="4615228"/>
            <a:ext cx="489849" cy="47535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Aptos" panose="020B0004020202020204"/>
                <a:ea typeface="+mn-ea"/>
                <a:cs typeface="+mn-cs"/>
              </a:rPr>
              <a:t>🚫💊</a:t>
            </a:r>
          </a:p>
        </p:txBody>
      </p:sp>
      <p:sp>
        <p:nvSpPr>
          <p:cNvPr id="197" name="Oval 196">
            <a:extLst>
              <a:ext uri="{FF2B5EF4-FFF2-40B4-BE49-F238E27FC236}">
                <a16:creationId xmlns:a16="http://schemas.microsoft.com/office/drawing/2014/main" id="{CBF2622D-F79C-DEA8-238D-9E6CF9BCA131}"/>
              </a:ext>
            </a:extLst>
          </p:cNvPr>
          <p:cNvSpPr/>
          <p:nvPr/>
        </p:nvSpPr>
        <p:spPr>
          <a:xfrm>
            <a:off x="3785571" y="4607597"/>
            <a:ext cx="489849" cy="47535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Aptos" panose="020B0004020202020204"/>
                <a:ea typeface="+mn-ea"/>
                <a:cs typeface="+mn-cs"/>
              </a:rPr>
              <a:t>💊</a:t>
            </a:r>
          </a:p>
        </p:txBody>
      </p:sp>
      <p:sp>
        <p:nvSpPr>
          <p:cNvPr id="325" name="TextBox 324">
            <a:extLst>
              <a:ext uri="{FF2B5EF4-FFF2-40B4-BE49-F238E27FC236}">
                <a16:creationId xmlns:a16="http://schemas.microsoft.com/office/drawing/2014/main" id="{7DE2E806-E87F-AD49-9B33-254B5339142D}"/>
              </a:ext>
            </a:extLst>
          </p:cNvPr>
          <p:cNvSpPr txBox="1"/>
          <p:nvPr/>
        </p:nvSpPr>
        <p:spPr>
          <a:xfrm>
            <a:off x="1011128" y="2154122"/>
            <a:ext cx="1494364" cy="57708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FFFF00"/>
                </a:solidFill>
                <a:effectLst/>
                <a:uLnTx/>
                <a:uFillTx/>
                <a:latin typeface="Aptos" panose="020B0004020202020204"/>
                <a:ea typeface="+mn-ea"/>
                <a:cs typeface="+mn-cs"/>
              </a:rPr>
              <a:t>Observed sample</a:t>
            </a:r>
            <a:br>
              <a:rPr kumimoji="0" lang="en-GB" sz="1050" b="1" i="0" u="none" strike="noStrike" kern="1200" cap="none" spc="0" normalizeH="0" baseline="0" noProof="0">
                <a:ln>
                  <a:noFill/>
                </a:ln>
                <a:solidFill>
                  <a:srgbClr val="FFFF00"/>
                </a:solidFill>
                <a:effectLst/>
                <a:uLnTx/>
                <a:uFillTx/>
                <a:latin typeface="Aptos" panose="020B0004020202020204"/>
                <a:ea typeface="+mn-ea"/>
                <a:cs typeface="+mn-cs"/>
              </a:rPr>
            </a:br>
            <a:r>
              <a:rPr kumimoji="0" lang="en-GB" sz="1050" b="0" i="0" u="none" strike="noStrike" kern="1200" cap="none" spc="0" normalizeH="0" baseline="0" noProof="0">
                <a:ln>
                  <a:noFill/>
                </a:ln>
                <a:solidFill>
                  <a:srgbClr val="FFFF00"/>
                </a:solidFill>
                <a:effectLst/>
                <a:uLnTx/>
                <a:uFillTx/>
                <a:latin typeface="Aptos" panose="020B0004020202020204"/>
                <a:ea typeface="+mn-ea"/>
                <a:cs typeface="+mn-cs"/>
              </a:rPr>
              <a:t>(we care about the indicators)</a:t>
            </a:r>
          </a:p>
        </p:txBody>
      </p:sp>
      <p:sp>
        <p:nvSpPr>
          <p:cNvPr id="2" name="Rectangle: Rounded Corners 1">
            <a:extLst>
              <a:ext uri="{FF2B5EF4-FFF2-40B4-BE49-F238E27FC236}">
                <a16:creationId xmlns:a16="http://schemas.microsoft.com/office/drawing/2014/main" id="{0BCCA3AB-D038-2488-F50A-BF9884633A6D}"/>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 name="TextBox 2">
            <a:extLst>
              <a:ext uri="{FF2B5EF4-FFF2-40B4-BE49-F238E27FC236}">
                <a16:creationId xmlns:a16="http://schemas.microsoft.com/office/drawing/2014/main" id="{2E83E9B8-AE5E-027C-33E9-243EEC3686EE}"/>
              </a:ext>
            </a:extLst>
          </p:cNvPr>
          <p:cNvSpPr txBox="1"/>
          <p:nvPr/>
        </p:nvSpPr>
        <p:spPr>
          <a:xfrm>
            <a:off x="5406701" y="3081901"/>
            <a:ext cx="178908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00"/>
                </a:solidFill>
                <a:effectLst/>
                <a:uLnTx/>
                <a:uFillTx/>
                <a:latin typeface="Aptos" panose="020B0004020202020204"/>
                <a:ea typeface="+mn-ea"/>
                <a:cs typeface="+mn-cs"/>
              </a:rPr>
              <a:t>P-Value:</a:t>
            </a:r>
          </a:p>
        </p:txBody>
      </p:sp>
      <p:sp>
        <p:nvSpPr>
          <p:cNvPr id="8" name="TextBox 7">
            <a:extLst>
              <a:ext uri="{FF2B5EF4-FFF2-40B4-BE49-F238E27FC236}">
                <a16:creationId xmlns:a16="http://schemas.microsoft.com/office/drawing/2014/main" id="{F4E1ADB4-F2A3-844F-87B9-C5667ED485C7}"/>
              </a:ext>
            </a:extLst>
          </p:cNvPr>
          <p:cNvSpPr txBox="1"/>
          <p:nvPr/>
        </p:nvSpPr>
        <p:spPr>
          <a:xfrm>
            <a:off x="5306019" y="2166653"/>
            <a:ext cx="5423893" cy="584775"/>
          </a:xfrm>
          <a:prstGeom prst="rect">
            <a:avLst/>
          </a:prstGeom>
          <a:noFill/>
        </p:spPr>
        <p:txBody>
          <a:bodyPr wrap="square">
            <a:spAutoFit/>
          </a:bodyPr>
          <a:lstStyle>
            <a:defPPr>
              <a:defRPr lang="en-US"/>
            </a:defPPr>
            <a:lvl1pPr>
              <a:defRPr sz="16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white"/>
                </a:solidFill>
                <a:effectLst/>
                <a:uLnTx/>
                <a:uFillTx/>
                <a:latin typeface="Aptos" panose="020B0004020202020204"/>
                <a:ea typeface="+mn-ea"/>
                <a:cs typeface="+mn-cs"/>
              </a:rPr>
              <a:t>How far is the observed sample result from what the null hypothesis (H₀) predicts?</a:t>
            </a:r>
          </a:p>
        </p:txBody>
      </p:sp>
      <p:sp>
        <p:nvSpPr>
          <p:cNvPr id="12" name="TextBox 11">
            <a:extLst>
              <a:ext uri="{FF2B5EF4-FFF2-40B4-BE49-F238E27FC236}">
                <a16:creationId xmlns:a16="http://schemas.microsoft.com/office/drawing/2014/main" id="{22D94FE1-3484-127A-3E0B-B4A3F16F065D}"/>
              </a:ext>
            </a:extLst>
          </p:cNvPr>
          <p:cNvSpPr txBox="1"/>
          <p:nvPr/>
        </p:nvSpPr>
        <p:spPr>
          <a:xfrm>
            <a:off x="5366908" y="3617628"/>
            <a:ext cx="6097190"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highlight>
                  <a:srgbClr val="000000"/>
                </a:highlight>
                <a:uLnTx/>
                <a:uFillTx/>
                <a:latin typeface="Aptos" panose="020B0004020202020204"/>
                <a:ea typeface="+mn-ea"/>
                <a:cs typeface="+mn-cs"/>
              </a:rPr>
              <a:t>The p‑value answers this question.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400" noProof="0">
              <a:solidFill>
                <a:prstClr val="white"/>
              </a:solidFill>
              <a:highlight>
                <a:srgbClr val="000000"/>
              </a:highlight>
              <a:latin typeface="Aptos" panose="020B00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Aptos" panose="020B0004020202020204"/>
                <a:ea typeface="+mn-ea"/>
                <a:cs typeface="+mn-cs"/>
              </a:rPr>
              <a:t>It is the probability of obtaining a sample whose indicators deviate as much as, or more than, those observed, </a:t>
            </a:r>
            <a:r>
              <a:rPr kumimoji="0" lang="en-GB" sz="1400" b="1" i="0" u="none" strike="noStrike" kern="1200" cap="none" spc="0" normalizeH="0" baseline="0" noProof="0">
                <a:ln>
                  <a:noFill/>
                </a:ln>
                <a:solidFill>
                  <a:prstClr val="white"/>
                </a:solidFill>
                <a:effectLst/>
                <a:highlight>
                  <a:srgbClr val="000000"/>
                </a:highlight>
                <a:uLnTx/>
                <a:uFillTx/>
                <a:latin typeface="Aptos" panose="020B0004020202020204"/>
                <a:ea typeface="+mn-ea"/>
                <a:cs typeface="+mn-cs"/>
              </a:rPr>
              <a:t>assuming that H₀ is true</a:t>
            </a:r>
            <a:r>
              <a:rPr kumimoji="0" lang="en-GB" sz="1400" b="0" i="0" u="none" strike="noStrike" kern="1200" cap="none" spc="0" normalizeH="0" baseline="0" noProof="0">
                <a:ln>
                  <a:noFill/>
                </a:ln>
                <a:solidFill>
                  <a:prstClr val="white"/>
                </a:solidFill>
                <a:effectLst/>
                <a:uLnTx/>
                <a:uFillTx/>
                <a:latin typeface="Aptos" panose="020B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400" noProof="0">
              <a:solidFill>
                <a:prstClr val="white"/>
              </a:solidFill>
              <a:latin typeface="Aptos" panose="020B00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noProof="0">
                <a:solidFill>
                  <a:prstClr val="white"/>
                </a:solidFill>
                <a:highlight>
                  <a:srgbClr val="000000"/>
                </a:highlight>
                <a:latin typeface="Aptos" panose="020B0004020202020204"/>
              </a:rPr>
              <a:t>If this probability is low</a:t>
            </a:r>
            <a:r>
              <a:rPr lang="en-GB" sz="1400" noProof="0">
                <a:solidFill>
                  <a:prstClr val="white"/>
                </a:solidFill>
                <a:latin typeface="Aptos" panose="020B0004020202020204"/>
              </a:rPr>
              <a:t>, the sample result is inconsistent with H₀, </a:t>
            </a:r>
            <a:r>
              <a:rPr lang="en-GB" sz="1400" b="1" noProof="0">
                <a:solidFill>
                  <a:prstClr val="white"/>
                </a:solidFill>
                <a:highlight>
                  <a:srgbClr val="000000"/>
                </a:highlight>
                <a:latin typeface="Aptos" panose="020B0004020202020204"/>
              </a:rPr>
              <a:t>providing grounds to reject the null hypothesis</a:t>
            </a:r>
            <a:r>
              <a:rPr lang="en-GB" sz="1400" noProof="0">
                <a:solidFill>
                  <a:prstClr val="white"/>
                </a:solidFill>
                <a:latin typeface="Aptos" panose="020B0004020202020204"/>
              </a:rPr>
              <a:t>.</a:t>
            </a:r>
          </a:p>
        </p:txBody>
      </p:sp>
    </p:spTree>
    <p:extLst>
      <p:ext uri="{BB962C8B-B14F-4D97-AF65-F5344CB8AC3E}">
        <p14:creationId xmlns:p14="http://schemas.microsoft.com/office/powerpoint/2010/main" val="33830783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C8DDAAED-98DB-DF6C-AACA-22C2BBF7F4F3}"/>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53EF6BDA-5793-D447-E989-32031A9CEF82}"/>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Quantitative designs</a:t>
            </a:r>
          </a:p>
        </p:txBody>
      </p:sp>
      <p:sp>
        <p:nvSpPr>
          <p:cNvPr id="43" name="Slide Number Placeholder 5">
            <a:extLst>
              <a:ext uri="{FF2B5EF4-FFF2-40B4-BE49-F238E27FC236}">
                <a16:creationId xmlns:a16="http://schemas.microsoft.com/office/drawing/2014/main" id="{617D5855-3F40-3056-90D9-15BBF9528BB5}"/>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96B78FBB-EACA-AD7D-8017-23122B601F80}"/>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cxnSp>
        <p:nvCxnSpPr>
          <p:cNvPr id="9" name="Straight Connector 8">
            <a:extLst>
              <a:ext uri="{FF2B5EF4-FFF2-40B4-BE49-F238E27FC236}">
                <a16:creationId xmlns:a16="http://schemas.microsoft.com/office/drawing/2014/main" id="{277A8607-0BD6-DCBA-8082-081546569A7F}"/>
              </a:ext>
            </a:extLst>
          </p:cNvPr>
          <p:cNvCxnSpPr>
            <a:cxnSpLocks/>
          </p:cNvCxnSpPr>
          <p:nvPr/>
        </p:nvCxnSpPr>
        <p:spPr>
          <a:xfrm>
            <a:off x="2303176" y="4013627"/>
            <a:ext cx="1070610" cy="0"/>
          </a:xfrm>
          <a:prstGeom prst="line">
            <a:avLst/>
          </a:prstGeom>
          <a:ln>
            <a:solidFill>
              <a:schemeClr val="bg1"/>
            </a:solidFill>
            <a:prstDash val="lgDash"/>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71C99468-7281-873D-98A2-0D87F174427C}"/>
              </a:ext>
            </a:extLst>
          </p:cNvPr>
          <p:cNvCxnSpPr>
            <a:cxnSpLocks/>
          </p:cNvCxnSpPr>
          <p:nvPr/>
        </p:nvCxnSpPr>
        <p:spPr>
          <a:xfrm>
            <a:off x="3390927" y="3568743"/>
            <a:ext cx="1070610" cy="0"/>
          </a:xfrm>
          <a:prstGeom prst="line">
            <a:avLst/>
          </a:prstGeom>
          <a:ln>
            <a:solidFill>
              <a:schemeClr val="bg1"/>
            </a:solidFill>
            <a:prstDash val="lgDash"/>
          </a:ln>
        </p:spPr>
        <p:style>
          <a:lnRef idx="2">
            <a:schemeClr val="accent1"/>
          </a:lnRef>
          <a:fillRef idx="0">
            <a:schemeClr val="accent1"/>
          </a:fillRef>
          <a:effectRef idx="1">
            <a:schemeClr val="accent1"/>
          </a:effectRef>
          <a:fontRef idx="minor">
            <a:schemeClr val="tx1"/>
          </a:fontRef>
        </p:style>
      </p:cxnSp>
      <p:grpSp>
        <p:nvGrpSpPr>
          <p:cNvPr id="32" name="Group 31">
            <a:extLst>
              <a:ext uri="{FF2B5EF4-FFF2-40B4-BE49-F238E27FC236}">
                <a16:creationId xmlns:a16="http://schemas.microsoft.com/office/drawing/2014/main" id="{D183829A-3159-0354-D708-437D905C5950}"/>
              </a:ext>
            </a:extLst>
          </p:cNvPr>
          <p:cNvGrpSpPr/>
          <p:nvPr/>
        </p:nvGrpSpPr>
        <p:grpSpPr>
          <a:xfrm>
            <a:off x="2501136" y="3570614"/>
            <a:ext cx="147278" cy="371643"/>
            <a:chOff x="2802805" y="2595678"/>
            <a:chExt cx="147278" cy="371643"/>
          </a:xfrm>
        </p:grpSpPr>
        <p:sp>
          <p:nvSpPr>
            <p:cNvPr id="41" name="Freeform: Shape 40">
              <a:extLst>
                <a:ext uri="{FF2B5EF4-FFF2-40B4-BE49-F238E27FC236}">
                  <a16:creationId xmlns:a16="http://schemas.microsoft.com/office/drawing/2014/main" id="{2FAB21B8-F1DA-6F18-E562-2052199B916D}"/>
                </a:ext>
              </a:extLst>
            </p:cNvPr>
            <p:cNvSpPr/>
            <p:nvPr/>
          </p:nvSpPr>
          <p:spPr>
            <a:xfrm>
              <a:off x="2802805" y="2679397"/>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2" name="Freeform: Shape 41">
              <a:extLst>
                <a:ext uri="{FF2B5EF4-FFF2-40B4-BE49-F238E27FC236}">
                  <a16:creationId xmlns:a16="http://schemas.microsoft.com/office/drawing/2014/main" id="{9929B44E-3FFB-818C-3C08-FEF81763D6E5}"/>
                </a:ext>
              </a:extLst>
            </p:cNvPr>
            <p:cNvSpPr/>
            <p:nvPr/>
          </p:nvSpPr>
          <p:spPr>
            <a:xfrm>
              <a:off x="2839189" y="259567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1" name="Freeform: Shape 80">
              <a:extLst>
                <a:ext uri="{FF2B5EF4-FFF2-40B4-BE49-F238E27FC236}">
                  <a16:creationId xmlns:a16="http://schemas.microsoft.com/office/drawing/2014/main" id="{57C5A6F8-11C8-2D76-931F-D02AC7B0DAA0}"/>
                </a:ext>
              </a:extLst>
            </p:cNvPr>
            <p:cNvSpPr/>
            <p:nvPr/>
          </p:nvSpPr>
          <p:spPr>
            <a:xfrm>
              <a:off x="2848491" y="2725893"/>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82" name="Group 81">
            <a:extLst>
              <a:ext uri="{FF2B5EF4-FFF2-40B4-BE49-F238E27FC236}">
                <a16:creationId xmlns:a16="http://schemas.microsoft.com/office/drawing/2014/main" id="{E6895A7B-C613-CFE8-51BA-A073AA0EF701}"/>
              </a:ext>
            </a:extLst>
          </p:cNvPr>
          <p:cNvGrpSpPr/>
          <p:nvPr/>
        </p:nvGrpSpPr>
        <p:grpSpPr>
          <a:xfrm>
            <a:off x="2759771" y="3582400"/>
            <a:ext cx="315553" cy="372042"/>
            <a:chOff x="2864048" y="4473411"/>
            <a:chExt cx="315553" cy="372042"/>
          </a:xfrm>
        </p:grpSpPr>
        <p:sp>
          <p:nvSpPr>
            <p:cNvPr id="83" name="Freeform: Shape 82">
              <a:extLst>
                <a:ext uri="{FF2B5EF4-FFF2-40B4-BE49-F238E27FC236}">
                  <a16:creationId xmlns:a16="http://schemas.microsoft.com/office/drawing/2014/main" id="{161C3DAE-EB07-B42A-B512-81E22686FEC2}"/>
                </a:ext>
              </a:extLst>
            </p:cNvPr>
            <p:cNvSpPr/>
            <p:nvPr/>
          </p:nvSpPr>
          <p:spPr>
            <a:xfrm>
              <a:off x="2864048" y="4557129"/>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6" name="Freeform: Shape 85">
              <a:extLst>
                <a:ext uri="{FF2B5EF4-FFF2-40B4-BE49-F238E27FC236}">
                  <a16:creationId xmlns:a16="http://schemas.microsoft.com/office/drawing/2014/main" id="{97137488-9722-CC32-EA8C-FE82237381F5}"/>
                </a:ext>
              </a:extLst>
            </p:cNvPr>
            <p:cNvSpPr/>
            <p:nvPr/>
          </p:nvSpPr>
          <p:spPr>
            <a:xfrm>
              <a:off x="2900432" y="447341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8" name="Freeform: Shape 87">
              <a:extLst>
                <a:ext uri="{FF2B5EF4-FFF2-40B4-BE49-F238E27FC236}">
                  <a16:creationId xmlns:a16="http://schemas.microsoft.com/office/drawing/2014/main" id="{3E413A31-E532-69BD-20B5-0D87B12FF996}"/>
                </a:ext>
              </a:extLst>
            </p:cNvPr>
            <p:cNvSpPr/>
            <p:nvPr/>
          </p:nvSpPr>
          <p:spPr>
            <a:xfrm>
              <a:off x="2909734" y="4603625"/>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1" name="Freeform: Shape 90">
              <a:extLst>
                <a:ext uri="{FF2B5EF4-FFF2-40B4-BE49-F238E27FC236}">
                  <a16:creationId xmlns:a16="http://schemas.microsoft.com/office/drawing/2014/main" id="{2145FEDB-A2D6-28E0-4CF6-7BA912E8EEEB}"/>
                </a:ext>
              </a:extLst>
            </p:cNvPr>
            <p:cNvSpPr/>
            <p:nvPr/>
          </p:nvSpPr>
          <p:spPr>
            <a:xfrm>
              <a:off x="3032305" y="4557129"/>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3" name="Freeform: Shape 92">
              <a:extLst>
                <a:ext uri="{FF2B5EF4-FFF2-40B4-BE49-F238E27FC236}">
                  <a16:creationId xmlns:a16="http://schemas.microsoft.com/office/drawing/2014/main" id="{0C721C78-7BFC-54DA-67A9-32103D1E8348}"/>
                </a:ext>
              </a:extLst>
            </p:cNvPr>
            <p:cNvSpPr/>
            <p:nvPr/>
          </p:nvSpPr>
          <p:spPr>
            <a:xfrm>
              <a:off x="3068670" y="447341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4" name="Freeform: Shape 93">
              <a:extLst>
                <a:ext uri="{FF2B5EF4-FFF2-40B4-BE49-F238E27FC236}">
                  <a16:creationId xmlns:a16="http://schemas.microsoft.com/office/drawing/2014/main" id="{A66E1323-9AFE-6373-1773-DC3E88DEE95B}"/>
                </a:ext>
              </a:extLst>
            </p:cNvPr>
            <p:cNvSpPr/>
            <p:nvPr/>
          </p:nvSpPr>
          <p:spPr>
            <a:xfrm>
              <a:off x="3041427" y="4603625"/>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95" name="Group 94">
            <a:extLst>
              <a:ext uri="{FF2B5EF4-FFF2-40B4-BE49-F238E27FC236}">
                <a16:creationId xmlns:a16="http://schemas.microsoft.com/office/drawing/2014/main" id="{3CF11315-0259-43CD-ACA9-C77AF12CD5F8}"/>
              </a:ext>
            </a:extLst>
          </p:cNvPr>
          <p:cNvGrpSpPr/>
          <p:nvPr/>
        </p:nvGrpSpPr>
        <p:grpSpPr>
          <a:xfrm>
            <a:off x="2602841" y="4061643"/>
            <a:ext cx="313859" cy="372043"/>
            <a:chOff x="2684562" y="4964971"/>
            <a:chExt cx="313859" cy="372043"/>
          </a:xfrm>
        </p:grpSpPr>
        <p:sp>
          <p:nvSpPr>
            <p:cNvPr id="168" name="Freeform: Shape 167">
              <a:extLst>
                <a:ext uri="{FF2B5EF4-FFF2-40B4-BE49-F238E27FC236}">
                  <a16:creationId xmlns:a16="http://schemas.microsoft.com/office/drawing/2014/main" id="{FF6E43D0-F4C6-1899-6671-B1A273850D06}"/>
                </a:ext>
              </a:extLst>
            </p:cNvPr>
            <p:cNvSpPr/>
            <p:nvPr/>
          </p:nvSpPr>
          <p:spPr>
            <a:xfrm>
              <a:off x="2851143" y="5048690"/>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9" name="Freeform: Shape 168">
              <a:extLst>
                <a:ext uri="{FF2B5EF4-FFF2-40B4-BE49-F238E27FC236}">
                  <a16:creationId xmlns:a16="http://schemas.microsoft.com/office/drawing/2014/main" id="{1E181DF0-D413-CD6F-639C-4F3E8D316BEF}"/>
                </a:ext>
              </a:extLst>
            </p:cNvPr>
            <p:cNvSpPr/>
            <p:nvPr/>
          </p:nvSpPr>
          <p:spPr>
            <a:xfrm>
              <a:off x="2887527" y="496497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1" name="Freeform: Shape 170">
              <a:extLst>
                <a:ext uri="{FF2B5EF4-FFF2-40B4-BE49-F238E27FC236}">
                  <a16:creationId xmlns:a16="http://schemas.microsoft.com/office/drawing/2014/main" id="{D92BA004-788D-1C8B-EC52-024861F3A493}"/>
                </a:ext>
              </a:extLst>
            </p:cNvPr>
            <p:cNvSpPr/>
            <p:nvPr/>
          </p:nvSpPr>
          <p:spPr>
            <a:xfrm>
              <a:off x="2684562" y="5048690"/>
              <a:ext cx="147297"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2" name="Freeform: Shape 171">
              <a:extLst>
                <a:ext uri="{FF2B5EF4-FFF2-40B4-BE49-F238E27FC236}">
                  <a16:creationId xmlns:a16="http://schemas.microsoft.com/office/drawing/2014/main" id="{EC59D63F-786B-3B05-6B5A-DD51D5BBCDE1}"/>
                </a:ext>
              </a:extLst>
            </p:cNvPr>
            <p:cNvSpPr/>
            <p:nvPr/>
          </p:nvSpPr>
          <p:spPr>
            <a:xfrm>
              <a:off x="2720927" y="496497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5" name="Freeform: Shape 174">
              <a:extLst>
                <a:ext uri="{FF2B5EF4-FFF2-40B4-BE49-F238E27FC236}">
                  <a16:creationId xmlns:a16="http://schemas.microsoft.com/office/drawing/2014/main" id="{95E9D378-A4BE-9DCB-3290-D5305BA69E46}"/>
                </a:ext>
              </a:extLst>
            </p:cNvPr>
            <p:cNvSpPr/>
            <p:nvPr/>
          </p:nvSpPr>
          <p:spPr>
            <a:xfrm>
              <a:off x="2896829" y="5095186"/>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6" name="Freeform: Shape 175">
              <a:extLst>
                <a:ext uri="{FF2B5EF4-FFF2-40B4-BE49-F238E27FC236}">
                  <a16:creationId xmlns:a16="http://schemas.microsoft.com/office/drawing/2014/main" id="{E57E3D15-D296-E50B-AF4B-431E602C7D4E}"/>
                </a:ext>
              </a:extLst>
            </p:cNvPr>
            <p:cNvSpPr/>
            <p:nvPr/>
          </p:nvSpPr>
          <p:spPr>
            <a:xfrm>
              <a:off x="2693684" y="5095186"/>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77" name="Group 176">
            <a:extLst>
              <a:ext uri="{FF2B5EF4-FFF2-40B4-BE49-F238E27FC236}">
                <a16:creationId xmlns:a16="http://schemas.microsoft.com/office/drawing/2014/main" id="{010F6A56-623D-894A-16C1-E076ADD9DCD2}"/>
              </a:ext>
            </a:extLst>
          </p:cNvPr>
          <p:cNvGrpSpPr/>
          <p:nvPr/>
        </p:nvGrpSpPr>
        <p:grpSpPr>
          <a:xfrm>
            <a:off x="3535248" y="3098997"/>
            <a:ext cx="313859" cy="372043"/>
            <a:chOff x="3907211" y="3111969"/>
            <a:chExt cx="313859" cy="372043"/>
          </a:xfrm>
        </p:grpSpPr>
        <p:sp>
          <p:nvSpPr>
            <p:cNvPr id="178" name="Freeform: Shape 177">
              <a:extLst>
                <a:ext uri="{FF2B5EF4-FFF2-40B4-BE49-F238E27FC236}">
                  <a16:creationId xmlns:a16="http://schemas.microsoft.com/office/drawing/2014/main" id="{9EAE2104-A6AF-8F75-297C-E93B738BCDC0}"/>
                </a:ext>
              </a:extLst>
            </p:cNvPr>
            <p:cNvSpPr/>
            <p:nvPr/>
          </p:nvSpPr>
          <p:spPr>
            <a:xfrm>
              <a:off x="4073792" y="3195688"/>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9" name="Freeform: Shape 178">
              <a:extLst>
                <a:ext uri="{FF2B5EF4-FFF2-40B4-BE49-F238E27FC236}">
                  <a16:creationId xmlns:a16="http://schemas.microsoft.com/office/drawing/2014/main" id="{9CCE9CD8-555C-5C15-0147-61904DC8B462}"/>
                </a:ext>
              </a:extLst>
            </p:cNvPr>
            <p:cNvSpPr/>
            <p:nvPr/>
          </p:nvSpPr>
          <p:spPr>
            <a:xfrm>
              <a:off x="4110176" y="31119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0" name="Freeform: Shape 179">
              <a:extLst>
                <a:ext uri="{FF2B5EF4-FFF2-40B4-BE49-F238E27FC236}">
                  <a16:creationId xmlns:a16="http://schemas.microsoft.com/office/drawing/2014/main" id="{B8F755B3-EEBF-27BA-9B61-D1B30C8904EC}"/>
                </a:ext>
              </a:extLst>
            </p:cNvPr>
            <p:cNvSpPr/>
            <p:nvPr/>
          </p:nvSpPr>
          <p:spPr>
            <a:xfrm>
              <a:off x="3907211" y="3195688"/>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1" name="Freeform: Shape 180">
              <a:extLst>
                <a:ext uri="{FF2B5EF4-FFF2-40B4-BE49-F238E27FC236}">
                  <a16:creationId xmlns:a16="http://schemas.microsoft.com/office/drawing/2014/main" id="{93AE510F-FA73-3671-2DCC-1449B6363782}"/>
                </a:ext>
              </a:extLst>
            </p:cNvPr>
            <p:cNvSpPr/>
            <p:nvPr/>
          </p:nvSpPr>
          <p:spPr>
            <a:xfrm>
              <a:off x="3943576" y="31119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2" name="Freeform: Shape 181">
              <a:extLst>
                <a:ext uri="{FF2B5EF4-FFF2-40B4-BE49-F238E27FC236}">
                  <a16:creationId xmlns:a16="http://schemas.microsoft.com/office/drawing/2014/main" id="{794F636E-26BA-F933-5AC6-262054B18869}"/>
                </a:ext>
              </a:extLst>
            </p:cNvPr>
            <p:cNvSpPr/>
            <p:nvPr/>
          </p:nvSpPr>
          <p:spPr>
            <a:xfrm>
              <a:off x="4119478" y="3242184"/>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3" name="Freeform: Shape 182">
              <a:extLst>
                <a:ext uri="{FF2B5EF4-FFF2-40B4-BE49-F238E27FC236}">
                  <a16:creationId xmlns:a16="http://schemas.microsoft.com/office/drawing/2014/main" id="{8C2AF4B0-5D69-4535-CF5E-98EFA7A9AE7A}"/>
                </a:ext>
              </a:extLst>
            </p:cNvPr>
            <p:cNvSpPr/>
            <p:nvPr/>
          </p:nvSpPr>
          <p:spPr>
            <a:xfrm>
              <a:off x="3916333" y="3242184"/>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84" name="Group 183">
            <a:extLst>
              <a:ext uri="{FF2B5EF4-FFF2-40B4-BE49-F238E27FC236}">
                <a16:creationId xmlns:a16="http://schemas.microsoft.com/office/drawing/2014/main" id="{9FD22D38-8ABE-B7F5-6A1E-E8721874978B}"/>
              </a:ext>
            </a:extLst>
          </p:cNvPr>
          <p:cNvGrpSpPr/>
          <p:nvPr/>
        </p:nvGrpSpPr>
        <p:grpSpPr>
          <a:xfrm>
            <a:off x="3941299" y="3098997"/>
            <a:ext cx="315553" cy="372043"/>
            <a:chOff x="3762064" y="4084284"/>
            <a:chExt cx="315553" cy="372043"/>
          </a:xfrm>
        </p:grpSpPr>
        <p:sp>
          <p:nvSpPr>
            <p:cNvPr id="185" name="Freeform: Shape 184">
              <a:extLst>
                <a:ext uri="{FF2B5EF4-FFF2-40B4-BE49-F238E27FC236}">
                  <a16:creationId xmlns:a16="http://schemas.microsoft.com/office/drawing/2014/main" id="{7123E8A2-EDAD-6BA5-DE1D-83FA033EB6F3}"/>
                </a:ext>
              </a:extLst>
            </p:cNvPr>
            <p:cNvSpPr/>
            <p:nvPr/>
          </p:nvSpPr>
          <p:spPr>
            <a:xfrm>
              <a:off x="3762064" y="4168003"/>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6" name="Freeform: Shape 185">
              <a:extLst>
                <a:ext uri="{FF2B5EF4-FFF2-40B4-BE49-F238E27FC236}">
                  <a16:creationId xmlns:a16="http://schemas.microsoft.com/office/drawing/2014/main" id="{555D6C33-9E12-95B2-78ED-D6EC29EA8B55}"/>
                </a:ext>
              </a:extLst>
            </p:cNvPr>
            <p:cNvSpPr/>
            <p:nvPr/>
          </p:nvSpPr>
          <p:spPr>
            <a:xfrm>
              <a:off x="3798448" y="408428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7" name="Freeform: Shape 186">
              <a:extLst>
                <a:ext uri="{FF2B5EF4-FFF2-40B4-BE49-F238E27FC236}">
                  <a16:creationId xmlns:a16="http://schemas.microsoft.com/office/drawing/2014/main" id="{9907D1AB-16E8-79C2-AA20-914F15EF7EDF}"/>
                </a:ext>
              </a:extLst>
            </p:cNvPr>
            <p:cNvSpPr/>
            <p:nvPr/>
          </p:nvSpPr>
          <p:spPr>
            <a:xfrm>
              <a:off x="3807749" y="4214499"/>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8" name="Freeform: Shape 187">
              <a:extLst>
                <a:ext uri="{FF2B5EF4-FFF2-40B4-BE49-F238E27FC236}">
                  <a16:creationId xmlns:a16="http://schemas.microsoft.com/office/drawing/2014/main" id="{337D86E3-FD67-D4DF-05EF-11987BCB7DCA}"/>
                </a:ext>
              </a:extLst>
            </p:cNvPr>
            <p:cNvSpPr/>
            <p:nvPr/>
          </p:nvSpPr>
          <p:spPr>
            <a:xfrm>
              <a:off x="3930321" y="4168003"/>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9" name="Freeform: Shape 188">
              <a:extLst>
                <a:ext uri="{FF2B5EF4-FFF2-40B4-BE49-F238E27FC236}">
                  <a16:creationId xmlns:a16="http://schemas.microsoft.com/office/drawing/2014/main" id="{5DA07D50-0D73-8D7A-A8D6-8E58149BF023}"/>
                </a:ext>
              </a:extLst>
            </p:cNvPr>
            <p:cNvSpPr/>
            <p:nvPr/>
          </p:nvSpPr>
          <p:spPr>
            <a:xfrm>
              <a:off x="3966686" y="408428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0" name="Freeform: Shape 189">
              <a:extLst>
                <a:ext uri="{FF2B5EF4-FFF2-40B4-BE49-F238E27FC236}">
                  <a16:creationId xmlns:a16="http://schemas.microsoft.com/office/drawing/2014/main" id="{A6212F03-92B9-CA1E-3E32-EBF7D51CE72C}"/>
                </a:ext>
              </a:extLst>
            </p:cNvPr>
            <p:cNvSpPr/>
            <p:nvPr/>
          </p:nvSpPr>
          <p:spPr>
            <a:xfrm>
              <a:off x="3939443" y="4214499"/>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91" name="Group 190">
            <a:extLst>
              <a:ext uri="{FF2B5EF4-FFF2-40B4-BE49-F238E27FC236}">
                <a16:creationId xmlns:a16="http://schemas.microsoft.com/office/drawing/2014/main" id="{B9DBD194-621B-4377-F669-1946C72679EE}"/>
              </a:ext>
            </a:extLst>
          </p:cNvPr>
          <p:cNvGrpSpPr/>
          <p:nvPr/>
        </p:nvGrpSpPr>
        <p:grpSpPr>
          <a:xfrm>
            <a:off x="4035847" y="3673348"/>
            <a:ext cx="147278" cy="371643"/>
            <a:chOff x="3700821" y="2615799"/>
            <a:chExt cx="147278" cy="371643"/>
          </a:xfrm>
        </p:grpSpPr>
        <p:sp>
          <p:nvSpPr>
            <p:cNvPr id="192" name="Freeform: Shape 191">
              <a:extLst>
                <a:ext uri="{FF2B5EF4-FFF2-40B4-BE49-F238E27FC236}">
                  <a16:creationId xmlns:a16="http://schemas.microsoft.com/office/drawing/2014/main" id="{E2FF96DE-B09F-78FF-BF77-93625F93DD55}"/>
                </a:ext>
              </a:extLst>
            </p:cNvPr>
            <p:cNvSpPr/>
            <p:nvPr/>
          </p:nvSpPr>
          <p:spPr>
            <a:xfrm>
              <a:off x="3700821" y="2699518"/>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3" name="Freeform: Shape 192">
              <a:extLst>
                <a:ext uri="{FF2B5EF4-FFF2-40B4-BE49-F238E27FC236}">
                  <a16:creationId xmlns:a16="http://schemas.microsoft.com/office/drawing/2014/main" id="{49D70855-4E41-ABB9-B84C-F42B29755A38}"/>
                </a:ext>
              </a:extLst>
            </p:cNvPr>
            <p:cNvSpPr/>
            <p:nvPr/>
          </p:nvSpPr>
          <p:spPr>
            <a:xfrm>
              <a:off x="3737205" y="261579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4" name="Freeform: Shape 193">
              <a:extLst>
                <a:ext uri="{FF2B5EF4-FFF2-40B4-BE49-F238E27FC236}">
                  <a16:creationId xmlns:a16="http://schemas.microsoft.com/office/drawing/2014/main" id="{E8108461-00D2-5991-0B1B-B9A65F8F838D}"/>
                </a:ext>
              </a:extLst>
            </p:cNvPr>
            <p:cNvSpPr/>
            <p:nvPr/>
          </p:nvSpPr>
          <p:spPr>
            <a:xfrm>
              <a:off x="3746506" y="2746014"/>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195" name="Oval 194">
            <a:extLst>
              <a:ext uri="{FF2B5EF4-FFF2-40B4-BE49-F238E27FC236}">
                <a16:creationId xmlns:a16="http://schemas.microsoft.com/office/drawing/2014/main" id="{2CA90D03-6329-25F1-8DE1-DBDB67FC9597}"/>
              </a:ext>
            </a:extLst>
          </p:cNvPr>
          <p:cNvSpPr/>
          <p:nvPr/>
        </p:nvSpPr>
        <p:spPr>
          <a:xfrm>
            <a:off x="2125082" y="2523970"/>
            <a:ext cx="2502620" cy="250262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96" name="Oval 195">
            <a:extLst>
              <a:ext uri="{FF2B5EF4-FFF2-40B4-BE49-F238E27FC236}">
                <a16:creationId xmlns:a16="http://schemas.microsoft.com/office/drawing/2014/main" id="{380A119C-4E07-B147-8CE5-DC09A04F02D5}"/>
              </a:ext>
            </a:extLst>
          </p:cNvPr>
          <p:cNvSpPr/>
          <p:nvPr/>
        </p:nvSpPr>
        <p:spPr>
          <a:xfrm>
            <a:off x="2534947" y="4615228"/>
            <a:ext cx="489849" cy="47535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Aptos" panose="020B0004020202020204"/>
                <a:ea typeface="+mn-ea"/>
                <a:cs typeface="+mn-cs"/>
              </a:rPr>
              <a:t>🚫💊</a:t>
            </a:r>
          </a:p>
        </p:txBody>
      </p:sp>
      <p:sp>
        <p:nvSpPr>
          <p:cNvPr id="197" name="Oval 196">
            <a:extLst>
              <a:ext uri="{FF2B5EF4-FFF2-40B4-BE49-F238E27FC236}">
                <a16:creationId xmlns:a16="http://schemas.microsoft.com/office/drawing/2014/main" id="{2E3BF0A1-4FCB-C9FB-4160-9EA8B1D3448C}"/>
              </a:ext>
            </a:extLst>
          </p:cNvPr>
          <p:cNvSpPr/>
          <p:nvPr/>
        </p:nvSpPr>
        <p:spPr>
          <a:xfrm>
            <a:off x="3785571" y="4607597"/>
            <a:ext cx="489849" cy="47535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Aptos" panose="020B0004020202020204"/>
                <a:ea typeface="+mn-ea"/>
                <a:cs typeface="+mn-cs"/>
              </a:rPr>
              <a:t>💊</a:t>
            </a:r>
          </a:p>
        </p:txBody>
      </p:sp>
      <p:sp>
        <p:nvSpPr>
          <p:cNvPr id="325" name="TextBox 324">
            <a:extLst>
              <a:ext uri="{FF2B5EF4-FFF2-40B4-BE49-F238E27FC236}">
                <a16:creationId xmlns:a16="http://schemas.microsoft.com/office/drawing/2014/main" id="{19D415C0-EE61-4014-BD32-4677639DA3CB}"/>
              </a:ext>
            </a:extLst>
          </p:cNvPr>
          <p:cNvSpPr txBox="1"/>
          <p:nvPr/>
        </p:nvSpPr>
        <p:spPr>
          <a:xfrm>
            <a:off x="1011128" y="2154122"/>
            <a:ext cx="1494364" cy="57708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FFFF00"/>
                </a:solidFill>
                <a:effectLst/>
                <a:uLnTx/>
                <a:uFillTx/>
                <a:latin typeface="Aptos" panose="020B0004020202020204"/>
                <a:ea typeface="+mn-ea"/>
                <a:cs typeface="+mn-cs"/>
              </a:rPr>
              <a:t>Observed sample</a:t>
            </a:r>
            <a:br>
              <a:rPr kumimoji="0" lang="en-GB" sz="1050" b="1" i="0" u="none" strike="noStrike" kern="1200" cap="none" spc="0" normalizeH="0" baseline="0" noProof="0">
                <a:ln>
                  <a:noFill/>
                </a:ln>
                <a:solidFill>
                  <a:srgbClr val="FFFF00"/>
                </a:solidFill>
                <a:effectLst/>
                <a:uLnTx/>
                <a:uFillTx/>
                <a:latin typeface="Aptos" panose="020B0004020202020204"/>
                <a:ea typeface="+mn-ea"/>
                <a:cs typeface="+mn-cs"/>
              </a:rPr>
            </a:br>
            <a:r>
              <a:rPr kumimoji="0" lang="en-GB" sz="1050" b="0" i="0" u="none" strike="noStrike" kern="1200" cap="none" spc="0" normalizeH="0" baseline="0" noProof="0">
                <a:ln>
                  <a:noFill/>
                </a:ln>
                <a:solidFill>
                  <a:srgbClr val="FFFF00"/>
                </a:solidFill>
                <a:effectLst/>
                <a:uLnTx/>
                <a:uFillTx/>
                <a:latin typeface="Aptos" panose="020B0004020202020204"/>
                <a:ea typeface="+mn-ea"/>
                <a:cs typeface="+mn-cs"/>
              </a:rPr>
              <a:t>(we care about the indicators)</a:t>
            </a:r>
          </a:p>
        </p:txBody>
      </p:sp>
      <p:sp>
        <p:nvSpPr>
          <p:cNvPr id="2" name="Rectangle: Rounded Corners 1">
            <a:extLst>
              <a:ext uri="{FF2B5EF4-FFF2-40B4-BE49-F238E27FC236}">
                <a16:creationId xmlns:a16="http://schemas.microsoft.com/office/drawing/2014/main" id="{F7CDB207-3037-16BD-4744-0B03154849B5}"/>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 name="TextBox 2">
            <a:extLst>
              <a:ext uri="{FF2B5EF4-FFF2-40B4-BE49-F238E27FC236}">
                <a16:creationId xmlns:a16="http://schemas.microsoft.com/office/drawing/2014/main" id="{915F6F20-9B92-A2A5-BB4B-59D8375A33DA}"/>
              </a:ext>
            </a:extLst>
          </p:cNvPr>
          <p:cNvSpPr txBox="1"/>
          <p:nvPr/>
        </p:nvSpPr>
        <p:spPr>
          <a:xfrm>
            <a:off x="5366908" y="2627410"/>
            <a:ext cx="178908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00"/>
                </a:solidFill>
                <a:effectLst/>
                <a:uLnTx/>
                <a:uFillTx/>
                <a:latin typeface="Aptos" panose="020B0004020202020204"/>
                <a:ea typeface="+mn-ea"/>
                <a:cs typeface="+mn-cs"/>
              </a:rPr>
              <a:t>P-Value:</a:t>
            </a:r>
          </a:p>
        </p:txBody>
      </p:sp>
      <p:sp>
        <p:nvSpPr>
          <p:cNvPr id="12" name="TextBox 11">
            <a:extLst>
              <a:ext uri="{FF2B5EF4-FFF2-40B4-BE49-F238E27FC236}">
                <a16:creationId xmlns:a16="http://schemas.microsoft.com/office/drawing/2014/main" id="{71092DE5-C820-DE53-C07E-274685A4EC90}"/>
              </a:ext>
            </a:extLst>
          </p:cNvPr>
          <p:cNvSpPr txBox="1"/>
          <p:nvPr/>
        </p:nvSpPr>
        <p:spPr>
          <a:xfrm>
            <a:off x="5366908" y="2770535"/>
            <a:ext cx="609719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highlight>
                <a:srgbClr val="000000"/>
              </a:highligh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white"/>
                </a:solidFill>
                <a:effectLst/>
                <a:highlight>
                  <a:srgbClr val="000000"/>
                </a:highlight>
                <a:uLnTx/>
                <a:uFillTx/>
                <a:latin typeface="Aptos" panose="020B0004020202020204"/>
                <a:ea typeface="+mn-ea"/>
                <a:cs typeface="+mn-cs"/>
              </a:rPr>
              <a:t>If the p‑value is 0.01</a:t>
            </a:r>
          </a:p>
        </p:txBody>
      </p:sp>
      <p:grpSp>
        <p:nvGrpSpPr>
          <p:cNvPr id="11" name="Group 10">
            <a:extLst>
              <a:ext uri="{FF2B5EF4-FFF2-40B4-BE49-F238E27FC236}">
                <a16:creationId xmlns:a16="http://schemas.microsoft.com/office/drawing/2014/main" id="{9FE15144-DE78-892F-15D8-FBFA2531D70C}"/>
              </a:ext>
            </a:extLst>
          </p:cNvPr>
          <p:cNvGrpSpPr/>
          <p:nvPr/>
        </p:nvGrpSpPr>
        <p:grpSpPr>
          <a:xfrm>
            <a:off x="5475421" y="3384295"/>
            <a:ext cx="171450" cy="171450"/>
            <a:chOff x="5947592" y="3893002"/>
            <a:chExt cx="171450" cy="171450"/>
          </a:xfrm>
        </p:grpSpPr>
        <p:sp>
          <p:nvSpPr>
            <p:cNvPr id="13" name="Oval 12">
              <a:extLst>
                <a:ext uri="{FF2B5EF4-FFF2-40B4-BE49-F238E27FC236}">
                  <a16:creationId xmlns:a16="http://schemas.microsoft.com/office/drawing/2014/main" id="{F5E10DC5-9B34-A8C5-5435-857D58AF119F}"/>
                </a:ext>
              </a:extLst>
            </p:cNvPr>
            <p:cNvSpPr/>
            <p:nvPr/>
          </p:nvSpPr>
          <p:spPr>
            <a:xfrm>
              <a:off x="5947592" y="3893002"/>
              <a:ext cx="171450" cy="1714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4" name="Freeform: Shape 13">
              <a:extLst>
                <a:ext uri="{FF2B5EF4-FFF2-40B4-BE49-F238E27FC236}">
                  <a16:creationId xmlns:a16="http://schemas.microsoft.com/office/drawing/2014/main" id="{7EE2487E-F825-066E-4B0E-91AE9500A2B4}"/>
                </a:ext>
              </a:extLst>
            </p:cNvPr>
            <p:cNvSpPr/>
            <p:nvPr/>
          </p:nvSpPr>
          <p:spPr>
            <a:xfrm>
              <a:off x="5955090" y="3900105"/>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EA202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grpSp>
      <p:sp>
        <p:nvSpPr>
          <p:cNvPr id="15" name="TextBox 14">
            <a:extLst>
              <a:ext uri="{FF2B5EF4-FFF2-40B4-BE49-F238E27FC236}">
                <a16:creationId xmlns:a16="http://schemas.microsoft.com/office/drawing/2014/main" id="{50F0A622-CB29-8ADA-AF25-08B3733B446E}"/>
              </a:ext>
            </a:extLst>
          </p:cNvPr>
          <p:cNvSpPr txBox="1"/>
          <p:nvPr/>
        </p:nvSpPr>
        <p:spPr>
          <a:xfrm>
            <a:off x="5662181" y="3942257"/>
            <a:ext cx="5248268"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Aptos" panose="020B0004020202020204"/>
                <a:ea typeface="+mn-ea"/>
                <a:cs typeface="+mn-cs"/>
              </a:rPr>
              <a:t>What you are saying is: “</a:t>
            </a:r>
            <a:r>
              <a:rPr kumimoji="0" lang="en-GB" sz="1400" b="1" i="0" u="none" strike="noStrike" kern="1200" cap="none" spc="0" normalizeH="0" baseline="0" noProof="0">
                <a:ln>
                  <a:noFill/>
                </a:ln>
                <a:solidFill>
                  <a:prstClr val="white"/>
                </a:solidFill>
                <a:effectLst/>
                <a:highlight>
                  <a:srgbClr val="000000"/>
                </a:highlight>
                <a:uLnTx/>
                <a:uFillTx/>
                <a:latin typeface="Aptos" panose="020B0004020202020204"/>
                <a:ea typeface="+mn-ea"/>
                <a:cs typeface="+mn-cs"/>
              </a:rPr>
              <a:t>If the treatment did not work, I would see data like this in only 1 out of every 100 experiments. Since that would be very rare, I am more inclined to believe that the treatment does have an effect</a:t>
            </a:r>
            <a:r>
              <a:rPr kumimoji="0" lang="en-GB" sz="1400" b="0" i="0" u="none" strike="noStrike" kern="1200" cap="none" spc="0" normalizeH="0" baseline="0" noProof="0">
                <a:ln>
                  <a:noFill/>
                </a:ln>
                <a:solidFill>
                  <a:prstClr val="white"/>
                </a:solidFill>
                <a:effectLst/>
                <a:uLnTx/>
                <a:uFillTx/>
                <a:latin typeface="Aptos" panose="020B0004020202020204"/>
                <a:ea typeface="+mn-ea"/>
                <a:cs typeface="+mn-cs"/>
              </a:rPr>
              <a:t>.”</a:t>
            </a:r>
          </a:p>
        </p:txBody>
      </p:sp>
      <p:grpSp>
        <p:nvGrpSpPr>
          <p:cNvPr id="16" name="Group 15">
            <a:extLst>
              <a:ext uri="{FF2B5EF4-FFF2-40B4-BE49-F238E27FC236}">
                <a16:creationId xmlns:a16="http://schemas.microsoft.com/office/drawing/2014/main" id="{F0762E78-A7D3-8106-BE33-DE708500FAD3}"/>
              </a:ext>
            </a:extLst>
          </p:cNvPr>
          <p:cNvGrpSpPr/>
          <p:nvPr/>
        </p:nvGrpSpPr>
        <p:grpSpPr>
          <a:xfrm>
            <a:off x="5482919" y="3942257"/>
            <a:ext cx="171450" cy="171450"/>
            <a:chOff x="819150" y="1895475"/>
            <a:chExt cx="247650" cy="247650"/>
          </a:xfrm>
        </p:grpSpPr>
        <p:sp>
          <p:nvSpPr>
            <p:cNvPr id="17" name="Oval 16">
              <a:extLst>
                <a:ext uri="{FF2B5EF4-FFF2-40B4-BE49-F238E27FC236}">
                  <a16:creationId xmlns:a16="http://schemas.microsoft.com/office/drawing/2014/main" id="{EB45D4DC-7625-5AF7-18C8-03301A53DF1B}"/>
                </a:ext>
              </a:extLst>
            </p:cNvPr>
            <p:cNvSpPr/>
            <p:nvPr/>
          </p:nvSpPr>
          <p:spPr>
            <a:xfrm>
              <a:off x="819150" y="1895475"/>
              <a:ext cx="247650" cy="247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8" name="Freeform: Shape 17">
              <a:extLst>
                <a:ext uri="{FF2B5EF4-FFF2-40B4-BE49-F238E27FC236}">
                  <a16:creationId xmlns:a16="http://schemas.microsoft.com/office/drawing/2014/main" id="{E9E264DA-4F00-CCB7-B092-1E1D64BA20DC}"/>
                </a:ext>
              </a:extLst>
            </p:cNvPr>
            <p:cNvSpPr/>
            <p:nvPr/>
          </p:nvSpPr>
          <p:spPr>
            <a:xfrm>
              <a:off x="833989" y="1906875"/>
              <a:ext cx="224849" cy="224849"/>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noProof="0"/>
            </a:p>
          </p:txBody>
        </p:sp>
      </p:grpSp>
      <p:sp>
        <p:nvSpPr>
          <p:cNvPr id="22" name="TextBox 21">
            <a:extLst>
              <a:ext uri="{FF2B5EF4-FFF2-40B4-BE49-F238E27FC236}">
                <a16:creationId xmlns:a16="http://schemas.microsoft.com/office/drawing/2014/main" id="{8B6103CA-281D-3A78-5C4B-AD1ED2FDF1ED}"/>
              </a:ext>
            </a:extLst>
          </p:cNvPr>
          <p:cNvSpPr txBox="1"/>
          <p:nvPr/>
        </p:nvSpPr>
        <p:spPr>
          <a:xfrm>
            <a:off x="5654369" y="3328497"/>
            <a:ext cx="5248581"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noProof="0">
                <a:solidFill>
                  <a:prstClr val="white"/>
                </a:solidFill>
                <a:latin typeface="Aptos" panose="020B0004020202020204"/>
              </a:rPr>
              <a:t>You </a:t>
            </a:r>
            <a:r>
              <a:rPr kumimoji="0" lang="en-GB" sz="1400" b="0" i="0" u="none" strike="noStrike" kern="1200" cap="none" spc="0" normalizeH="0" baseline="0" noProof="0">
                <a:ln>
                  <a:noFill/>
                </a:ln>
                <a:solidFill>
                  <a:prstClr val="white"/>
                </a:solidFill>
                <a:effectLst/>
                <a:uLnTx/>
                <a:uFillTx/>
                <a:latin typeface="Aptos" panose="020B0004020202020204"/>
                <a:ea typeface="+mn-ea"/>
                <a:cs typeface="+mn-cs"/>
              </a:rPr>
              <a:t> are </a:t>
            </a:r>
            <a:r>
              <a:rPr kumimoji="0" lang="en-GB" sz="1400" b="1" i="0" u="none" strike="noStrike" kern="1200" cap="none" spc="0" normalizeH="0" baseline="0" noProof="0">
                <a:ln>
                  <a:noFill/>
                </a:ln>
                <a:solidFill>
                  <a:prstClr val="white"/>
                </a:solidFill>
                <a:effectLst/>
                <a:uLnTx/>
                <a:uFillTx/>
                <a:latin typeface="Aptos" panose="020B0004020202020204"/>
                <a:ea typeface="+mn-ea"/>
                <a:cs typeface="+mn-cs"/>
              </a:rPr>
              <a:t>NOT</a:t>
            </a:r>
            <a:r>
              <a:rPr kumimoji="0" lang="en-GB" sz="1400" b="0" i="0" u="none" strike="noStrike" kern="1200" cap="none" spc="0" normalizeH="0" baseline="0" noProof="0">
                <a:ln>
                  <a:noFill/>
                </a:ln>
                <a:solidFill>
                  <a:prstClr val="white"/>
                </a:solidFill>
                <a:effectLst/>
                <a:uLnTx/>
                <a:uFillTx/>
                <a:latin typeface="Aptos" panose="020B0004020202020204"/>
                <a:ea typeface="+mn-ea"/>
                <a:cs typeface="+mn-cs"/>
              </a:rPr>
              <a:t> saying “</a:t>
            </a:r>
            <a:r>
              <a:rPr kumimoji="0" lang="en-GB" sz="1400" b="1" i="0" u="none" strike="noStrike" kern="1200" cap="none" spc="0" normalizeH="0" baseline="0" noProof="0">
                <a:ln>
                  <a:noFill/>
                </a:ln>
                <a:solidFill>
                  <a:prstClr val="white"/>
                </a:solidFill>
                <a:effectLst/>
                <a:highlight>
                  <a:srgbClr val="000000"/>
                </a:highlight>
                <a:uLnTx/>
                <a:uFillTx/>
                <a:latin typeface="Aptos" panose="020B0004020202020204"/>
                <a:ea typeface="+mn-ea"/>
                <a:cs typeface="+mn-cs"/>
              </a:rPr>
              <a:t>there is a 99% probability that the treatment works</a:t>
            </a:r>
            <a:r>
              <a:rPr kumimoji="0" lang="en-GB" sz="1400" b="0" i="0" u="none" strike="noStrike" kern="1200" cap="none" spc="0" normalizeH="0" baseline="0" noProof="0">
                <a:ln>
                  <a:noFill/>
                </a:ln>
                <a:solidFill>
                  <a:prstClr val="white"/>
                </a:solidFill>
                <a:effectLst/>
                <a:uLnTx/>
                <a:uFillTx/>
                <a:latin typeface="Aptos" panose="020B0004020202020204"/>
                <a:ea typeface="+mn-ea"/>
                <a:cs typeface="+mn-cs"/>
              </a:rPr>
              <a:t>.”</a:t>
            </a:r>
          </a:p>
        </p:txBody>
      </p:sp>
    </p:spTree>
    <p:extLst>
      <p:ext uri="{BB962C8B-B14F-4D97-AF65-F5344CB8AC3E}">
        <p14:creationId xmlns:p14="http://schemas.microsoft.com/office/powerpoint/2010/main" val="25357102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04D0C23D-3BC5-D0F4-2FC6-EEA4BD0D5B91}"/>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F5B9BF7F-2299-AB11-81A4-EC865F2B80A0}"/>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Quantitative designs</a:t>
            </a:r>
          </a:p>
        </p:txBody>
      </p:sp>
      <p:sp>
        <p:nvSpPr>
          <p:cNvPr id="43" name="Slide Number Placeholder 5">
            <a:extLst>
              <a:ext uri="{FF2B5EF4-FFF2-40B4-BE49-F238E27FC236}">
                <a16:creationId xmlns:a16="http://schemas.microsoft.com/office/drawing/2014/main" id="{1B89A1EC-CAAE-0DDB-6E5D-461231681C97}"/>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6979C446-856C-1FC7-0AC3-BD7B065B03EB}"/>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 name="Rectangle: Rounded Corners 1">
            <a:extLst>
              <a:ext uri="{FF2B5EF4-FFF2-40B4-BE49-F238E27FC236}">
                <a16:creationId xmlns:a16="http://schemas.microsoft.com/office/drawing/2014/main" id="{EBEECCE6-1188-55CF-1198-EEC312E3EC19}"/>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graphicFrame>
        <p:nvGraphicFramePr>
          <p:cNvPr id="4" name="Table 3">
            <a:extLst>
              <a:ext uri="{FF2B5EF4-FFF2-40B4-BE49-F238E27FC236}">
                <a16:creationId xmlns:a16="http://schemas.microsoft.com/office/drawing/2014/main" id="{B9EC2259-A2B6-EA20-8AC9-36430BE8E41C}"/>
              </a:ext>
            </a:extLst>
          </p:cNvPr>
          <p:cNvGraphicFramePr>
            <a:graphicFrameLocks noGrp="1"/>
          </p:cNvGraphicFramePr>
          <p:nvPr>
            <p:extLst>
              <p:ext uri="{D42A27DB-BD31-4B8C-83A1-F6EECF244321}">
                <p14:modId xmlns:p14="http://schemas.microsoft.com/office/powerpoint/2010/main" val="2427368114"/>
              </p:ext>
            </p:extLst>
          </p:nvPr>
        </p:nvGraphicFramePr>
        <p:xfrm>
          <a:off x="974551" y="1649321"/>
          <a:ext cx="5976429" cy="822960"/>
        </p:xfrm>
        <a:graphic>
          <a:graphicData uri="http://schemas.openxmlformats.org/drawingml/2006/table">
            <a:tbl>
              <a:tblPr firstRow="1" bandRow="1">
                <a:tableStyleId>{5C22544A-7EE6-4342-B048-85BDC9FD1C3A}</a:tableStyleId>
              </a:tblPr>
              <a:tblGrid>
                <a:gridCol w="1790699">
                  <a:extLst>
                    <a:ext uri="{9D8B030D-6E8A-4147-A177-3AD203B41FA5}">
                      <a16:colId xmlns:a16="http://schemas.microsoft.com/office/drawing/2014/main" val="1685018756"/>
                    </a:ext>
                  </a:extLst>
                </a:gridCol>
                <a:gridCol w="2209800">
                  <a:extLst>
                    <a:ext uri="{9D8B030D-6E8A-4147-A177-3AD203B41FA5}">
                      <a16:colId xmlns:a16="http://schemas.microsoft.com/office/drawing/2014/main" val="1925196892"/>
                    </a:ext>
                  </a:extLst>
                </a:gridCol>
                <a:gridCol w="1975930">
                  <a:extLst>
                    <a:ext uri="{9D8B030D-6E8A-4147-A177-3AD203B41FA5}">
                      <a16:colId xmlns:a16="http://schemas.microsoft.com/office/drawing/2014/main" val="494749208"/>
                    </a:ext>
                  </a:extLst>
                </a:gridCol>
              </a:tblGrid>
              <a:tr h="262396">
                <a:tc>
                  <a:txBody>
                    <a:bodyPr/>
                    <a:lstStyle/>
                    <a:p>
                      <a:endParaRPr lang="en-GB" sz="1100" noProof="0"/>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noProof="0"/>
                        <a:t>H0 </a:t>
                      </a:r>
                      <a:r>
                        <a:rPr lang="en-GB" sz="1200" b="0" noProof="0"/>
                        <a:t>True</a:t>
                      </a:r>
                      <a:endParaRPr lang="en-GB" sz="1200" noProof="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noProof="0"/>
                        <a:t>H0 </a:t>
                      </a:r>
                      <a:r>
                        <a:rPr lang="en-GB" sz="1200" b="0" noProof="0"/>
                        <a:t>False</a:t>
                      </a:r>
                      <a:endParaRPr lang="en-GB" sz="1200" noProof="0"/>
                    </a:p>
                  </a:txBody>
                  <a:tcPr anchor="ctr">
                    <a:lnL w="12700"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971739"/>
                  </a:ext>
                </a:extLst>
              </a:tr>
              <a:tr h="262396">
                <a:tc>
                  <a:txBody>
                    <a:bodyPr/>
                    <a:lstStyle/>
                    <a:p>
                      <a:r>
                        <a:rPr lang="en-GB" sz="1200" noProof="0">
                          <a:solidFill>
                            <a:schemeClr val="bg1"/>
                          </a:solidFill>
                        </a:rPr>
                        <a:t>Reject </a:t>
                      </a:r>
                      <a:r>
                        <a:rPr lang="en-GB" sz="1200" b="1" noProof="0">
                          <a:solidFill>
                            <a:schemeClr val="bg1"/>
                          </a:solidFill>
                        </a:rPr>
                        <a:t>H0</a:t>
                      </a:r>
                    </a:p>
                  </a:txBody>
                  <a:tcPr anchor="ctr">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b="1" noProof="0">
                          <a:solidFill>
                            <a:srgbClr val="FFFF00"/>
                          </a:solidFill>
                        </a:rPr>
                        <a:t>Type I error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noProof="0">
                          <a:solidFill>
                            <a:schemeClr val="bg1"/>
                          </a:solidFill>
                        </a:rPr>
                        <a:t>Correct decision</a:t>
                      </a:r>
                    </a:p>
                  </a:txBody>
                  <a:tcPr anchor="ctr">
                    <a:lnL w="12700"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8255810"/>
                  </a:ext>
                </a:extLst>
              </a:tr>
              <a:tr h="262396">
                <a:tc>
                  <a:txBody>
                    <a:bodyPr/>
                    <a:lstStyle/>
                    <a:p>
                      <a:r>
                        <a:rPr lang="en-GB" sz="1200" noProof="0">
                          <a:solidFill>
                            <a:schemeClr val="bg1"/>
                          </a:solidFill>
                        </a:rPr>
                        <a:t>Do not reject </a:t>
                      </a:r>
                      <a:r>
                        <a:rPr lang="en-GB" sz="1200" b="1" noProof="0">
                          <a:solidFill>
                            <a:schemeClr val="bg1"/>
                          </a:solidFill>
                        </a:rPr>
                        <a:t>H0</a:t>
                      </a:r>
                    </a:p>
                  </a:txBody>
                  <a:tcPr anchor="ctr">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noProof="0">
                          <a:solidFill>
                            <a:schemeClr val="bg1"/>
                          </a:solidFill>
                        </a:rPr>
                        <a:t>Correct decision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b="1" noProof="0">
                          <a:solidFill>
                            <a:srgbClr val="FFFF00"/>
                          </a:solidFill>
                        </a:rPr>
                        <a:t>Type II error</a:t>
                      </a:r>
                    </a:p>
                  </a:txBody>
                  <a:tcPr anchor="ctr">
                    <a:lnL w="12700"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8707350"/>
                  </a:ext>
                </a:extLst>
              </a:tr>
            </a:tbl>
          </a:graphicData>
        </a:graphic>
      </p:graphicFrame>
      <p:sp>
        <p:nvSpPr>
          <p:cNvPr id="5" name="TextBox 4">
            <a:extLst>
              <a:ext uri="{FF2B5EF4-FFF2-40B4-BE49-F238E27FC236}">
                <a16:creationId xmlns:a16="http://schemas.microsoft.com/office/drawing/2014/main" id="{F6D20501-7E77-2941-0089-561E9850DB2A}"/>
              </a:ext>
            </a:extLst>
          </p:cNvPr>
          <p:cNvSpPr txBox="1"/>
          <p:nvPr/>
        </p:nvSpPr>
        <p:spPr>
          <a:xfrm>
            <a:off x="974551" y="2715075"/>
            <a:ext cx="3282729" cy="430887"/>
          </a:xfrm>
          <a:prstGeom prst="rect">
            <a:avLst/>
          </a:prstGeom>
          <a:noFill/>
        </p:spPr>
        <p:txBody>
          <a:bodyPr wrap="square">
            <a:spAutoFit/>
          </a:bodyPr>
          <a:lstStyle/>
          <a:p>
            <a:pPr lvl="0">
              <a:defRPr/>
            </a:pPr>
            <a:r>
              <a:rPr lang="en-GB" sz="1100" b="1" noProof="0">
                <a:solidFill>
                  <a:srgbClr val="FFFF00"/>
                </a:solidFill>
              </a:rPr>
              <a:t>Type I error</a:t>
            </a:r>
          </a:p>
          <a:p>
            <a:pPr lvl="0">
              <a:defRPr/>
            </a:pPr>
            <a:r>
              <a:rPr lang="en-GB" sz="1100" noProof="0">
                <a:solidFill>
                  <a:prstClr val="white"/>
                </a:solidFill>
              </a:rPr>
              <a:t>Rejecting H₀ when it is in fact true.</a:t>
            </a:r>
            <a:endParaRPr kumimoji="0" lang="en-GB" sz="1100" b="1"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7F92B09E-5394-9EB5-C27C-22349CCAE931}"/>
              </a:ext>
            </a:extLst>
          </p:cNvPr>
          <p:cNvSpPr txBox="1"/>
          <p:nvPr/>
        </p:nvSpPr>
        <p:spPr>
          <a:xfrm>
            <a:off x="6643723" y="2795378"/>
            <a:ext cx="3282729" cy="430887"/>
          </a:xfrm>
          <a:prstGeom prst="rect">
            <a:avLst/>
          </a:prstGeom>
          <a:noFill/>
        </p:spPr>
        <p:txBody>
          <a:bodyPr wrap="square">
            <a:spAutoFit/>
          </a:bodyPr>
          <a:lstStyle/>
          <a:p>
            <a:pPr lvl="0">
              <a:defRPr/>
            </a:pPr>
            <a:r>
              <a:rPr lang="en-GB" sz="1100" b="1" noProof="0">
                <a:solidFill>
                  <a:srgbClr val="FFFF00"/>
                </a:solidFill>
              </a:rPr>
              <a:t>Type II error</a:t>
            </a:r>
          </a:p>
          <a:p>
            <a:pPr lvl="0">
              <a:defRPr/>
            </a:pPr>
            <a:r>
              <a:rPr lang="en-GB" sz="1100" noProof="0">
                <a:solidFill>
                  <a:prstClr val="white"/>
                </a:solidFill>
              </a:rPr>
              <a:t>Failing to reject H₀ when it is in fact false. </a:t>
            </a:r>
            <a:endParaRPr kumimoji="0" lang="en-GB" sz="1100" b="1"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9" name="Freeform: Shape 18">
            <a:extLst>
              <a:ext uri="{FF2B5EF4-FFF2-40B4-BE49-F238E27FC236}">
                <a16:creationId xmlns:a16="http://schemas.microsoft.com/office/drawing/2014/main" id="{C5C439DB-1F9C-F180-F1F3-A460162010EB}"/>
              </a:ext>
            </a:extLst>
          </p:cNvPr>
          <p:cNvSpPr/>
          <p:nvPr/>
        </p:nvSpPr>
        <p:spPr>
          <a:xfrm>
            <a:off x="1593123" y="4363108"/>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 name="Freeform: Shape 19">
            <a:extLst>
              <a:ext uri="{FF2B5EF4-FFF2-40B4-BE49-F238E27FC236}">
                <a16:creationId xmlns:a16="http://schemas.microsoft.com/office/drawing/2014/main" id="{3A48E1E2-3E74-B1A9-8B58-1F5CC6CE31EF}"/>
              </a:ext>
            </a:extLst>
          </p:cNvPr>
          <p:cNvSpPr/>
          <p:nvPr/>
        </p:nvSpPr>
        <p:spPr>
          <a:xfrm>
            <a:off x="1617039" y="4308079"/>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 name="Freeform: Shape 20">
            <a:extLst>
              <a:ext uri="{FF2B5EF4-FFF2-40B4-BE49-F238E27FC236}">
                <a16:creationId xmlns:a16="http://schemas.microsoft.com/office/drawing/2014/main" id="{A1166FB1-040D-E06E-BA00-525653ED6E89}"/>
              </a:ext>
            </a:extLst>
          </p:cNvPr>
          <p:cNvSpPr/>
          <p:nvPr/>
        </p:nvSpPr>
        <p:spPr>
          <a:xfrm>
            <a:off x="1483627" y="4363102"/>
            <a:ext cx="96808" cy="97820"/>
          </a:xfrm>
          <a:custGeom>
            <a:avLst/>
            <a:gdLst>
              <a:gd name="connsiteX0" fmla="*/ 225880 w 252470"/>
              <a:gd name="connsiteY0" fmla="*/ 48614 h 255109"/>
              <a:gd name="connsiteX1" fmla="*/ 212869 w 252470"/>
              <a:gd name="connsiteY1" fmla="*/ 28556 h 255109"/>
              <a:gd name="connsiteX2" fmla="*/ 165977 w 252470"/>
              <a:gd name="connsiteY2" fmla="*/ 5644 h 255109"/>
              <a:gd name="connsiteX3" fmla="*/ 126212 w 252470"/>
              <a:gd name="connsiteY3" fmla="*/ 0 h 255109"/>
              <a:gd name="connsiteX4" fmla="*/ 86590 w 252470"/>
              <a:gd name="connsiteY4" fmla="*/ 5612 h 255109"/>
              <a:gd name="connsiteX5" fmla="*/ 39555 w 252470"/>
              <a:gd name="connsiteY5" fmla="*/ 28556 h 255109"/>
              <a:gd name="connsiteX6" fmla="*/ 26544 w 252470"/>
              <a:gd name="connsiteY6" fmla="*/ 48614 h 255109"/>
              <a:gd name="connsiteX7" fmla="*/ 26225 w 252470"/>
              <a:gd name="connsiteY7" fmla="*/ 50209 h 255109"/>
              <a:gd name="connsiteX8" fmla="*/ 156 w 252470"/>
              <a:gd name="connsiteY8" fmla="*/ 236949 h 255109"/>
              <a:gd name="connsiteX9" fmla="*/ 13725 w 252470"/>
              <a:gd name="connsiteY9" fmla="*/ 254950 h 255109"/>
              <a:gd name="connsiteX10" fmla="*/ 15957 w 252470"/>
              <a:gd name="connsiteY10" fmla="*/ 255109 h 255109"/>
              <a:gd name="connsiteX11" fmla="*/ 31726 w 252470"/>
              <a:gd name="connsiteY11" fmla="*/ 241381 h 255109"/>
              <a:gd name="connsiteX12" fmla="*/ 57667 w 252470"/>
              <a:gd name="connsiteY12" fmla="*/ 55709 h 255109"/>
              <a:gd name="connsiteX13" fmla="*/ 58688 w 252470"/>
              <a:gd name="connsiteY13" fmla="*/ 54115 h 255109"/>
              <a:gd name="connsiteX14" fmla="*/ 94897 w 252470"/>
              <a:gd name="connsiteY14" fmla="*/ 36449 h 255109"/>
              <a:gd name="connsiteX15" fmla="*/ 126212 w 252470"/>
              <a:gd name="connsiteY15" fmla="*/ 31889 h 255109"/>
              <a:gd name="connsiteX16" fmla="*/ 157606 w 252470"/>
              <a:gd name="connsiteY16" fmla="*/ 36433 h 255109"/>
              <a:gd name="connsiteX17" fmla="*/ 193736 w 252470"/>
              <a:gd name="connsiteY17" fmla="*/ 54067 h 255109"/>
              <a:gd name="connsiteX18" fmla="*/ 194757 w 252470"/>
              <a:gd name="connsiteY18" fmla="*/ 55662 h 255109"/>
              <a:gd name="connsiteX19" fmla="*/ 220730 w 252470"/>
              <a:gd name="connsiteY19" fmla="*/ 241333 h 255109"/>
              <a:gd name="connsiteX20" fmla="*/ 236499 w 252470"/>
              <a:gd name="connsiteY20" fmla="*/ 255061 h 255109"/>
              <a:gd name="connsiteX21" fmla="*/ 238731 w 252470"/>
              <a:gd name="connsiteY21" fmla="*/ 254902 h 255109"/>
              <a:gd name="connsiteX22" fmla="*/ 252316 w 252470"/>
              <a:gd name="connsiteY22" fmla="*/ 236906 h 255109"/>
              <a:gd name="connsiteX23" fmla="*/ 252316 w 252470"/>
              <a:gd name="connsiteY23" fmla="*/ 236901 h 255109"/>
              <a:gd name="connsiteX24" fmla="*/ 226199 w 252470"/>
              <a:gd name="connsiteY24" fmla="*/ 50257 h 255109"/>
              <a:gd name="connsiteX25" fmla="*/ 225880 w 252470"/>
              <a:gd name="connsiteY25" fmla="*/ 48614 h 25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2470" h="255109">
                <a:moveTo>
                  <a:pt x="225880" y="48614"/>
                </a:moveTo>
                <a:cubicBezTo>
                  <a:pt x="224035" y="40607"/>
                  <a:pt x="219429" y="33505"/>
                  <a:pt x="212869" y="28556"/>
                </a:cubicBezTo>
                <a:cubicBezTo>
                  <a:pt x="198835" y="18011"/>
                  <a:pt x="182921" y="10235"/>
                  <a:pt x="165977" y="5644"/>
                </a:cubicBezTo>
                <a:cubicBezTo>
                  <a:pt x="153032" y="2003"/>
                  <a:pt x="139659" y="105"/>
                  <a:pt x="126212" y="0"/>
                </a:cubicBezTo>
                <a:cubicBezTo>
                  <a:pt x="112814" y="110"/>
                  <a:pt x="99491" y="1998"/>
                  <a:pt x="86590" y="5612"/>
                </a:cubicBezTo>
                <a:cubicBezTo>
                  <a:pt x="69598" y="10208"/>
                  <a:pt x="53635" y="17993"/>
                  <a:pt x="39555" y="28556"/>
                </a:cubicBezTo>
                <a:cubicBezTo>
                  <a:pt x="32995" y="33505"/>
                  <a:pt x="28388" y="40607"/>
                  <a:pt x="26544" y="48614"/>
                </a:cubicBezTo>
                <a:cubicBezTo>
                  <a:pt x="26417" y="49156"/>
                  <a:pt x="26305" y="49714"/>
                  <a:pt x="26225" y="50209"/>
                </a:cubicBezTo>
                <a:lnTo>
                  <a:pt x="156" y="236949"/>
                </a:lnTo>
                <a:cubicBezTo>
                  <a:pt x="-1065" y="245665"/>
                  <a:pt x="5009" y="253724"/>
                  <a:pt x="13725" y="254950"/>
                </a:cubicBezTo>
                <a:cubicBezTo>
                  <a:pt x="14464" y="255057"/>
                  <a:pt x="15210" y="255111"/>
                  <a:pt x="15957" y="255109"/>
                </a:cubicBezTo>
                <a:cubicBezTo>
                  <a:pt x="23899" y="255100"/>
                  <a:pt x="30622" y="249246"/>
                  <a:pt x="31726" y="241381"/>
                </a:cubicBezTo>
                <a:lnTo>
                  <a:pt x="57667" y="55709"/>
                </a:lnTo>
                <a:cubicBezTo>
                  <a:pt x="57808" y="55073"/>
                  <a:pt x="58169" y="54509"/>
                  <a:pt x="58688" y="54115"/>
                </a:cubicBezTo>
                <a:cubicBezTo>
                  <a:pt x="69528" y="45983"/>
                  <a:pt x="81816" y="39987"/>
                  <a:pt x="94897" y="36449"/>
                </a:cubicBezTo>
                <a:cubicBezTo>
                  <a:pt x="105087" y="33550"/>
                  <a:pt x="115619" y="32016"/>
                  <a:pt x="126212" y="31889"/>
                </a:cubicBezTo>
                <a:cubicBezTo>
                  <a:pt x="136833" y="32000"/>
                  <a:pt x="147391" y="33528"/>
                  <a:pt x="157606" y="36433"/>
                </a:cubicBezTo>
                <a:cubicBezTo>
                  <a:pt x="170660" y="39963"/>
                  <a:pt x="182923" y="45947"/>
                  <a:pt x="193736" y="54067"/>
                </a:cubicBezTo>
                <a:cubicBezTo>
                  <a:pt x="194254" y="54461"/>
                  <a:pt x="194616" y="55025"/>
                  <a:pt x="194757" y="55662"/>
                </a:cubicBezTo>
                <a:lnTo>
                  <a:pt x="220730" y="241333"/>
                </a:lnTo>
                <a:cubicBezTo>
                  <a:pt x="221833" y="249199"/>
                  <a:pt x="228557" y="255052"/>
                  <a:pt x="236499" y="255061"/>
                </a:cubicBezTo>
                <a:cubicBezTo>
                  <a:pt x="237247" y="255063"/>
                  <a:pt x="237991" y="255010"/>
                  <a:pt x="238731" y="254902"/>
                </a:cubicBezTo>
                <a:cubicBezTo>
                  <a:pt x="247453" y="253684"/>
                  <a:pt x="253534" y="245625"/>
                  <a:pt x="252316" y="236906"/>
                </a:cubicBezTo>
                <a:cubicBezTo>
                  <a:pt x="252316" y="236904"/>
                  <a:pt x="252316" y="236902"/>
                  <a:pt x="252316" y="236901"/>
                </a:cubicBezTo>
                <a:lnTo>
                  <a:pt x="226199" y="50257"/>
                </a:lnTo>
                <a:cubicBezTo>
                  <a:pt x="226124" y="49703"/>
                  <a:pt x="226017" y="49155"/>
                  <a:pt x="225880" y="48614"/>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 name="Freeform: Shape 22">
            <a:extLst>
              <a:ext uri="{FF2B5EF4-FFF2-40B4-BE49-F238E27FC236}">
                <a16:creationId xmlns:a16="http://schemas.microsoft.com/office/drawing/2014/main" id="{2D7C4D55-BB7F-83D9-3BB7-001A31D041FD}"/>
              </a:ext>
            </a:extLst>
          </p:cNvPr>
          <p:cNvSpPr/>
          <p:nvPr/>
        </p:nvSpPr>
        <p:spPr>
          <a:xfrm>
            <a:off x="1507530" y="4308079"/>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4" y="0"/>
                  <a:pt x="0" y="28555"/>
                  <a:pt x="0" y="63777"/>
                </a:cubicBezTo>
                <a:cubicBezTo>
                  <a:pt x="0" y="99000"/>
                  <a:pt x="28554"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 name="Freeform: Shape 23">
            <a:extLst>
              <a:ext uri="{FF2B5EF4-FFF2-40B4-BE49-F238E27FC236}">
                <a16:creationId xmlns:a16="http://schemas.microsoft.com/office/drawing/2014/main" id="{C1856CF5-A5D3-D057-E52D-C80E29966AA2}"/>
              </a:ext>
            </a:extLst>
          </p:cNvPr>
          <p:cNvSpPr/>
          <p:nvPr/>
        </p:nvSpPr>
        <p:spPr>
          <a:xfrm>
            <a:off x="1623153" y="4393670"/>
            <a:ext cx="36682" cy="158694"/>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 name="Freeform: Shape 24">
            <a:extLst>
              <a:ext uri="{FF2B5EF4-FFF2-40B4-BE49-F238E27FC236}">
                <a16:creationId xmlns:a16="http://schemas.microsoft.com/office/drawing/2014/main" id="{B4C687CC-CB00-DD66-880E-3BEF35A175EF}"/>
              </a:ext>
            </a:extLst>
          </p:cNvPr>
          <p:cNvSpPr/>
          <p:nvPr/>
        </p:nvSpPr>
        <p:spPr>
          <a:xfrm>
            <a:off x="1489623" y="4393670"/>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4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4"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6" name="Freeform: Shape 25">
            <a:extLst>
              <a:ext uri="{FF2B5EF4-FFF2-40B4-BE49-F238E27FC236}">
                <a16:creationId xmlns:a16="http://schemas.microsoft.com/office/drawing/2014/main" id="{3601C969-8A2E-2790-3446-54A572B9DE1F}"/>
              </a:ext>
            </a:extLst>
          </p:cNvPr>
          <p:cNvSpPr/>
          <p:nvPr/>
        </p:nvSpPr>
        <p:spPr>
          <a:xfrm>
            <a:off x="1813217" y="4363108"/>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 name="Freeform: Shape 26">
            <a:extLst>
              <a:ext uri="{FF2B5EF4-FFF2-40B4-BE49-F238E27FC236}">
                <a16:creationId xmlns:a16="http://schemas.microsoft.com/office/drawing/2014/main" id="{1F5DE85D-9845-35CC-C1BD-1981F9EE74C0}"/>
              </a:ext>
            </a:extLst>
          </p:cNvPr>
          <p:cNvSpPr/>
          <p:nvPr/>
        </p:nvSpPr>
        <p:spPr>
          <a:xfrm>
            <a:off x="1837133" y="4308079"/>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 name="Freeform: Shape 27">
            <a:extLst>
              <a:ext uri="{FF2B5EF4-FFF2-40B4-BE49-F238E27FC236}">
                <a16:creationId xmlns:a16="http://schemas.microsoft.com/office/drawing/2014/main" id="{9E307677-4C2F-A931-BDB3-BE2B06467B26}"/>
              </a:ext>
            </a:extLst>
          </p:cNvPr>
          <p:cNvSpPr/>
          <p:nvPr/>
        </p:nvSpPr>
        <p:spPr>
          <a:xfrm>
            <a:off x="1703721" y="4363108"/>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 name="Freeform: Shape 28">
            <a:extLst>
              <a:ext uri="{FF2B5EF4-FFF2-40B4-BE49-F238E27FC236}">
                <a16:creationId xmlns:a16="http://schemas.microsoft.com/office/drawing/2014/main" id="{8C6EC725-51FE-3E29-6AA2-6FD7C869FF49}"/>
              </a:ext>
            </a:extLst>
          </p:cNvPr>
          <p:cNvSpPr/>
          <p:nvPr/>
        </p:nvSpPr>
        <p:spPr>
          <a:xfrm>
            <a:off x="1727624" y="4308079"/>
            <a:ext cx="48909" cy="48909"/>
          </a:xfrm>
          <a:custGeom>
            <a:avLst/>
            <a:gdLst>
              <a:gd name="connsiteX0" fmla="*/ 63777 w 127554"/>
              <a:gd name="connsiteY0" fmla="*/ 0 h 127554"/>
              <a:gd name="connsiteX1" fmla="*/ 0 w 127554"/>
              <a:gd name="connsiteY1" fmla="*/ 63777 h 127554"/>
              <a:gd name="connsiteX2" fmla="*/ 63777 w 127554"/>
              <a:gd name="connsiteY2" fmla="*/ 127555 h 127554"/>
              <a:gd name="connsiteX3" fmla="*/ 127555 w 127554"/>
              <a:gd name="connsiteY3" fmla="*/ 63777 h 127554"/>
              <a:gd name="connsiteX4" fmla="*/ 63777 w 127554"/>
              <a:gd name="connsiteY4" fmla="*/ 0 h 127554"/>
              <a:gd name="connsiteX5" fmla="*/ 63777 w 127554"/>
              <a:gd name="connsiteY5" fmla="*/ 95666 h 127554"/>
              <a:gd name="connsiteX6" fmla="*/ 31889 w 127554"/>
              <a:gd name="connsiteY6" fmla="*/ 63777 h 127554"/>
              <a:gd name="connsiteX7" fmla="*/ 63777 w 127554"/>
              <a:gd name="connsiteY7" fmla="*/ 31889 h 127554"/>
              <a:gd name="connsiteX8" fmla="*/ 95666 w 127554"/>
              <a:gd name="connsiteY8" fmla="*/ 63777 h 127554"/>
              <a:gd name="connsiteX9" fmla="*/ 63777 w 127554"/>
              <a:gd name="connsiteY9" fmla="*/ 95666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0"/>
                </a:moveTo>
                <a:cubicBezTo>
                  <a:pt x="28555" y="0"/>
                  <a:pt x="0" y="28555"/>
                  <a:pt x="0" y="63777"/>
                </a:cubicBezTo>
                <a:cubicBezTo>
                  <a:pt x="0" y="99000"/>
                  <a:pt x="28555" y="127555"/>
                  <a:pt x="63777" y="127555"/>
                </a:cubicBezTo>
                <a:cubicBezTo>
                  <a:pt x="99000" y="127555"/>
                  <a:pt x="127555" y="99000"/>
                  <a:pt x="127555" y="63777"/>
                </a:cubicBezTo>
                <a:cubicBezTo>
                  <a:pt x="127555" y="28555"/>
                  <a:pt x="99000" y="0"/>
                  <a:pt x="63777" y="0"/>
                </a:cubicBezTo>
                <a:close/>
                <a:moveTo>
                  <a:pt x="63777" y="95666"/>
                </a:moveTo>
                <a:cubicBezTo>
                  <a:pt x="46165" y="95666"/>
                  <a:pt x="31889" y="81389"/>
                  <a:pt x="31889" y="63777"/>
                </a:cubicBezTo>
                <a:cubicBezTo>
                  <a:pt x="31889" y="46165"/>
                  <a:pt x="46165" y="31889"/>
                  <a:pt x="63777" y="31889"/>
                </a:cubicBezTo>
                <a:cubicBezTo>
                  <a:pt x="81389" y="31889"/>
                  <a:pt x="95666" y="46165"/>
                  <a:pt x="95666" y="63777"/>
                </a:cubicBezTo>
                <a:cubicBezTo>
                  <a:pt x="95666" y="81389"/>
                  <a:pt x="81389" y="95666"/>
                  <a:pt x="63777" y="95666"/>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 name="Freeform: Shape 29">
            <a:extLst>
              <a:ext uri="{FF2B5EF4-FFF2-40B4-BE49-F238E27FC236}">
                <a16:creationId xmlns:a16="http://schemas.microsoft.com/office/drawing/2014/main" id="{0F4B1C43-2260-32C5-D69F-22D8031AA0CA}"/>
              </a:ext>
            </a:extLst>
          </p:cNvPr>
          <p:cNvSpPr/>
          <p:nvPr/>
        </p:nvSpPr>
        <p:spPr>
          <a:xfrm>
            <a:off x="1843247" y="4393670"/>
            <a:ext cx="36682" cy="158694"/>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 name="Freeform: Shape 30">
            <a:extLst>
              <a:ext uri="{FF2B5EF4-FFF2-40B4-BE49-F238E27FC236}">
                <a16:creationId xmlns:a16="http://schemas.microsoft.com/office/drawing/2014/main" id="{1C86A560-F6A8-B691-5966-F4B3E5E5D397}"/>
              </a:ext>
            </a:extLst>
          </p:cNvPr>
          <p:cNvSpPr/>
          <p:nvPr/>
        </p:nvSpPr>
        <p:spPr>
          <a:xfrm>
            <a:off x="1709717" y="4393670"/>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 name="Freeform: Shape 32">
            <a:extLst>
              <a:ext uri="{FF2B5EF4-FFF2-40B4-BE49-F238E27FC236}">
                <a16:creationId xmlns:a16="http://schemas.microsoft.com/office/drawing/2014/main" id="{F14AFD1B-70E3-2602-B6DB-A074AA95300B}"/>
              </a:ext>
            </a:extLst>
          </p:cNvPr>
          <p:cNvSpPr/>
          <p:nvPr/>
        </p:nvSpPr>
        <p:spPr>
          <a:xfrm>
            <a:off x="1593123" y="4094104"/>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 name="Freeform: Shape 33">
            <a:extLst>
              <a:ext uri="{FF2B5EF4-FFF2-40B4-BE49-F238E27FC236}">
                <a16:creationId xmlns:a16="http://schemas.microsoft.com/office/drawing/2014/main" id="{36A5B153-85DE-1EFC-FC57-741AD3AF15A6}"/>
              </a:ext>
            </a:extLst>
          </p:cNvPr>
          <p:cNvSpPr/>
          <p:nvPr/>
        </p:nvSpPr>
        <p:spPr>
          <a:xfrm>
            <a:off x="1617039" y="4039074"/>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 name="Freeform: Shape 34">
            <a:extLst>
              <a:ext uri="{FF2B5EF4-FFF2-40B4-BE49-F238E27FC236}">
                <a16:creationId xmlns:a16="http://schemas.microsoft.com/office/drawing/2014/main" id="{54C798C9-EAA4-48E6-3014-E3EF1AC6DEBA}"/>
              </a:ext>
            </a:extLst>
          </p:cNvPr>
          <p:cNvSpPr/>
          <p:nvPr/>
        </p:nvSpPr>
        <p:spPr>
          <a:xfrm>
            <a:off x="1623153" y="4124666"/>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6" name="Freeform: Shape 35">
            <a:extLst>
              <a:ext uri="{FF2B5EF4-FFF2-40B4-BE49-F238E27FC236}">
                <a16:creationId xmlns:a16="http://schemas.microsoft.com/office/drawing/2014/main" id="{CD6641DB-9419-744C-109A-FE6B17B87932}"/>
              </a:ext>
            </a:extLst>
          </p:cNvPr>
          <p:cNvSpPr/>
          <p:nvPr/>
        </p:nvSpPr>
        <p:spPr>
          <a:xfrm>
            <a:off x="1813217" y="4094104"/>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 name="Freeform: Shape 36">
            <a:extLst>
              <a:ext uri="{FF2B5EF4-FFF2-40B4-BE49-F238E27FC236}">
                <a16:creationId xmlns:a16="http://schemas.microsoft.com/office/drawing/2014/main" id="{93ECD731-CDEA-74AB-8405-EEB1C450E431}"/>
              </a:ext>
            </a:extLst>
          </p:cNvPr>
          <p:cNvSpPr/>
          <p:nvPr/>
        </p:nvSpPr>
        <p:spPr>
          <a:xfrm>
            <a:off x="1837133" y="4039074"/>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8" name="Freeform: Shape 37">
            <a:extLst>
              <a:ext uri="{FF2B5EF4-FFF2-40B4-BE49-F238E27FC236}">
                <a16:creationId xmlns:a16="http://schemas.microsoft.com/office/drawing/2014/main" id="{95AAA350-822F-FCEA-23C9-FB26F466D461}"/>
              </a:ext>
            </a:extLst>
          </p:cNvPr>
          <p:cNvSpPr/>
          <p:nvPr/>
        </p:nvSpPr>
        <p:spPr>
          <a:xfrm>
            <a:off x="1703721" y="4094104"/>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9" name="Freeform: Shape 38">
            <a:extLst>
              <a:ext uri="{FF2B5EF4-FFF2-40B4-BE49-F238E27FC236}">
                <a16:creationId xmlns:a16="http://schemas.microsoft.com/office/drawing/2014/main" id="{8194788E-36FF-E853-261E-9CDAEC613D7F}"/>
              </a:ext>
            </a:extLst>
          </p:cNvPr>
          <p:cNvSpPr/>
          <p:nvPr/>
        </p:nvSpPr>
        <p:spPr>
          <a:xfrm>
            <a:off x="1727624" y="4039074"/>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0" name="Freeform: Shape 39">
            <a:extLst>
              <a:ext uri="{FF2B5EF4-FFF2-40B4-BE49-F238E27FC236}">
                <a16:creationId xmlns:a16="http://schemas.microsoft.com/office/drawing/2014/main" id="{949AB531-9871-AD50-980E-8C7D552EBDFF}"/>
              </a:ext>
            </a:extLst>
          </p:cNvPr>
          <p:cNvSpPr/>
          <p:nvPr/>
        </p:nvSpPr>
        <p:spPr>
          <a:xfrm>
            <a:off x="1843247" y="4124666"/>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5" name="Freeform: Shape 44">
            <a:extLst>
              <a:ext uri="{FF2B5EF4-FFF2-40B4-BE49-F238E27FC236}">
                <a16:creationId xmlns:a16="http://schemas.microsoft.com/office/drawing/2014/main" id="{608869DF-7864-957A-3665-AB9690E724CC}"/>
              </a:ext>
            </a:extLst>
          </p:cNvPr>
          <p:cNvSpPr/>
          <p:nvPr/>
        </p:nvSpPr>
        <p:spPr>
          <a:xfrm>
            <a:off x="1709717" y="4124666"/>
            <a:ext cx="84730" cy="158957"/>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6" name="Freeform: Shape 45">
            <a:extLst>
              <a:ext uri="{FF2B5EF4-FFF2-40B4-BE49-F238E27FC236}">
                <a16:creationId xmlns:a16="http://schemas.microsoft.com/office/drawing/2014/main" id="{E0EF2193-959F-9133-BD8E-2E6398145589}"/>
              </a:ext>
            </a:extLst>
          </p:cNvPr>
          <p:cNvSpPr/>
          <p:nvPr/>
        </p:nvSpPr>
        <p:spPr>
          <a:xfrm>
            <a:off x="1923815" y="4363108"/>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7" name="Freeform: Shape 46">
            <a:extLst>
              <a:ext uri="{FF2B5EF4-FFF2-40B4-BE49-F238E27FC236}">
                <a16:creationId xmlns:a16="http://schemas.microsoft.com/office/drawing/2014/main" id="{E0FB93D6-5861-FE5D-914B-B913A5B2E128}"/>
              </a:ext>
            </a:extLst>
          </p:cNvPr>
          <p:cNvSpPr/>
          <p:nvPr/>
        </p:nvSpPr>
        <p:spPr>
          <a:xfrm>
            <a:off x="1947718" y="4308079"/>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8" name="Freeform: Shape 47">
            <a:extLst>
              <a:ext uri="{FF2B5EF4-FFF2-40B4-BE49-F238E27FC236}">
                <a16:creationId xmlns:a16="http://schemas.microsoft.com/office/drawing/2014/main" id="{C867BACD-4C1B-AD51-9A2E-2959FF10F3C4}"/>
              </a:ext>
            </a:extLst>
          </p:cNvPr>
          <p:cNvSpPr/>
          <p:nvPr/>
        </p:nvSpPr>
        <p:spPr>
          <a:xfrm>
            <a:off x="1929811" y="4393670"/>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 name="Oval 48">
            <a:extLst>
              <a:ext uri="{FF2B5EF4-FFF2-40B4-BE49-F238E27FC236}">
                <a16:creationId xmlns:a16="http://schemas.microsoft.com/office/drawing/2014/main" id="{034A4E44-CE74-5EFF-9898-E679FF6ABCA9}"/>
              </a:ext>
            </a:extLst>
          </p:cNvPr>
          <p:cNvSpPr/>
          <p:nvPr/>
        </p:nvSpPr>
        <p:spPr>
          <a:xfrm>
            <a:off x="1050871" y="3501372"/>
            <a:ext cx="2219325" cy="2219325"/>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0" name="Freeform: Shape 49">
            <a:extLst>
              <a:ext uri="{FF2B5EF4-FFF2-40B4-BE49-F238E27FC236}">
                <a16:creationId xmlns:a16="http://schemas.microsoft.com/office/drawing/2014/main" id="{C0554641-81CF-B25B-D81F-6C4D9FE0149C}"/>
              </a:ext>
            </a:extLst>
          </p:cNvPr>
          <p:cNvSpPr/>
          <p:nvPr/>
        </p:nvSpPr>
        <p:spPr>
          <a:xfrm>
            <a:off x="1608314" y="5002225"/>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 name="Freeform: Shape 50">
            <a:extLst>
              <a:ext uri="{FF2B5EF4-FFF2-40B4-BE49-F238E27FC236}">
                <a16:creationId xmlns:a16="http://schemas.microsoft.com/office/drawing/2014/main" id="{8BE9D2DE-015C-BAF9-7E3C-54BE84A388F0}"/>
              </a:ext>
            </a:extLst>
          </p:cNvPr>
          <p:cNvSpPr/>
          <p:nvPr/>
        </p:nvSpPr>
        <p:spPr>
          <a:xfrm>
            <a:off x="1632230" y="4947196"/>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 name="Freeform: Shape 51">
            <a:extLst>
              <a:ext uri="{FF2B5EF4-FFF2-40B4-BE49-F238E27FC236}">
                <a16:creationId xmlns:a16="http://schemas.microsoft.com/office/drawing/2014/main" id="{A44E6CBD-2D17-D590-60D3-04A8C77051D1}"/>
              </a:ext>
            </a:extLst>
          </p:cNvPr>
          <p:cNvSpPr/>
          <p:nvPr/>
        </p:nvSpPr>
        <p:spPr>
          <a:xfrm>
            <a:off x="1498817" y="5002219"/>
            <a:ext cx="96808" cy="97820"/>
          </a:xfrm>
          <a:custGeom>
            <a:avLst/>
            <a:gdLst>
              <a:gd name="connsiteX0" fmla="*/ 225880 w 252470"/>
              <a:gd name="connsiteY0" fmla="*/ 48614 h 255109"/>
              <a:gd name="connsiteX1" fmla="*/ 212869 w 252470"/>
              <a:gd name="connsiteY1" fmla="*/ 28556 h 255109"/>
              <a:gd name="connsiteX2" fmla="*/ 165977 w 252470"/>
              <a:gd name="connsiteY2" fmla="*/ 5644 h 255109"/>
              <a:gd name="connsiteX3" fmla="*/ 126212 w 252470"/>
              <a:gd name="connsiteY3" fmla="*/ 0 h 255109"/>
              <a:gd name="connsiteX4" fmla="*/ 86590 w 252470"/>
              <a:gd name="connsiteY4" fmla="*/ 5612 h 255109"/>
              <a:gd name="connsiteX5" fmla="*/ 39555 w 252470"/>
              <a:gd name="connsiteY5" fmla="*/ 28556 h 255109"/>
              <a:gd name="connsiteX6" fmla="*/ 26544 w 252470"/>
              <a:gd name="connsiteY6" fmla="*/ 48614 h 255109"/>
              <a:gd name="connsiteX7" fmla="*/ 26225 w 252470"/>
              <a:gd name="connsiteY7" fmla="*/ 50209 h 255109"/>
              <a:gd name="connsiteX8" fmla="*/ 156 w 252470"/>
              <a:gd name="connsiteY8" fmla="*/ 236949 h 255109"/>
              <a:gd name="connsiteX9" fmla="*/ 13725 w 252470"/>
              <a:gd name="connsiteY9" fmla="*/ 254950 h 255109"/>
              <a:gd name="connsiteX10" fmla="*/ 15957 w 252470"/>
              <a:gd name="connsiteY10" fmla="*/ 255109 h 255109"/>
              <a:gd name="connsiteX11" fmla="*/ 31726 w 252470"/>
              <a:gd name="connsiteY11" fmla="*/ 241381 h 255109"/>
              <a:gd name="connsiteX12" fmla="*/ 57667 w 252470"/>
              <a:gd name="connsiteY12" fmla="*/ 55709 h 255109"/>
              <a:gd name="connsiteX13" fmla="*/ 58688 w 252470"/>
              <a:gd name="connsiteY13" fmla="*/ 54115 h 255109"/>
              <a:gd name="connsiteX14" fmla="*/ 94897 w 252470"/>
              <a:gd name="connsiteY14" fmla="*/ 36449 h 255109"/>
              <a:gd name="connsiteX15" fmla="*/ 126212 w 252470"/>
              <a:gd name="connsiteY15" fmla="*/ 31889 h 255109"/>
              <a:gd name="connsiteX16" fmla="*/ 157606 w 252470"/>
              <a:gd name="connsiteY16" fmla="*/ 36433 h 255109"/>
              <a:gd name="connsiteX17" fmla="*/ 193736 w 252470"/>
              <a:gd name="connsiteY17" fmla="*/ 54067 h 255109"/>
              <a:gd name="connsiteX18" fmla="*/ 194757 w 252470"/>
              <a:gd name="connsiteY18" fmla="*/ 55662 h 255109"/>
              <a:gd name="connsiteX19" fmla="*/ 220730 w 252470"/>
              <a:gd name="connsiteY19" fmla="*/ 241333 h 255109"/>
              <a:gd name="connsiteX20" fmla="*/ 236499 w 252470"/>
              <a:gd name="connsiteY20" fmla="*/ 255061 h 255109"/>
              <a:gd name="connsiteX21" fmla="*/ 238731 w 252470"/>
              <a:gd name="connsiteY21" fmla="*/ 254902 h 255109"/>
              <a:gd name="connsiteX22" fmla="*/ 252316 w 252470"/>
              <a:gd name="connsiteY22" fmla="*/ 236906 h 255109"/>
              <a:gd name="connsiteX23" fmla="*/ 252316 w 252470"/>
              <a:gd name="connsiteY23" fmla="*/ 236901 h 255109"/>
              <a:gd name="connsiteX24" fmla="*/ 226199 w 252470"/>
              <a:gd name="connsiteY24" fmla="*/ 50257 h 255109"/>
              <a:gd name="connsiteX25" fmla="*/ 225880 w 252470"/>
              <a:gd name="connsiteY25" fmla="*/ 48614 h 25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2470" h="255109">
                <a:moveTo>
                  <a:pt x="225880" y="48614"/>
                </a:moveTo>
                <a:cubicBezTo>
                  <a:pt x="224035" y="40607"/>
                  <a:pt x="219429" y="33505"/>
                  <a:pt x="212869" y="28556"/>
                </a:cubicBezTo>
                <a:cubicBezTo>
                  <a:pt x="198835" y="18011"/>
                  <a:pt x="182921" y="10235"/>
                  <a:pt x="165977" y="5644"/>
                </a:cubicBezTo>
                <a:cubicBezTo>
                  <a:pt x="153032" y="2003"/>
                  <a:pt x="139659" y="105"/>
                  <a:pt x="126212" y="0"/>
                </a:cubicBezTo>
                <a:cubicBezTo>
                  <a:pt x="112814" y="110"/>
                  <a:pt x="99491" y="1998"/>
                  <a:pt x="86590" y="5612"/>
                </a:cubicBezTo>
                <a:cubicBezTo>
                  <a:pt x="69598" y="10208"/>
                  <a:pt x="53635" y="17993"/>
                  <a:pt x="39555" y="28556"/>
                </a:cubicBezTo>
                <a:cubicBezTo>
                  <a:pt x="32995" y="33505"/>
                  <a:pt x="28388" y="40607"/>
                  <a:pt x="26544" y="48614"/>
                </a:cubicBezTo>
                <a:cubicBezTo>
                  <a:pt x="26417" y="49156"/>
                  <a:pt x="26305" y="49714"/>
                  <a:pt x="26225" y="50209"/>
                </a:cubicBezTo>
                <a:lnTo>
                  <a:pt x="156" y="236949"/>
                </a:lnTo>
                <a:cubicBezTo>
                  <a:pt x="-1065" y="245665"/>
                  <a:pt x="5009" y="253724"/>
                  <a:pt x="13725" y="254950"/>
                </a:cubicBezTo>
                <a:cubicBezTo>
                  <a:pt x="14464" y="255057"/>
                  <a:pt x="15210" y="255111"/>
                  <a:pt x="15957" y="255109"/>
                </a:cubicBezTo>
                <a:cubicBezTo>
                  <a:pt x="23899" y="255100"/>
                  <a:pt x="30622" y="249246"/>
                  <a:pt x="31726" y="241381"/>
                </a:cubicBezTo>
                <a:lnTo>
                  <a:pt x="57667" y="55709"/>
                </a:lnTo>
                <a:cubicBezTo>
                  <a:pt x="57808" y="55073"/>
                  <a:pt x="58169" y="54509"/>
                  <a:pt x="58688" y="54115"/>
                </a:cubicBezTo>
                <a:cubicBezTo>
                  <a:pt x="69528" y="45983"/>
                  <a:pt x="81816" y="39987"/>
                  <a:pt x="94897" y="36449"/>
                </a:cubicBezTo>
                <a:cubicBezTo>
                  <a:pt x="105087" y="33550"/>
                  <a:pt x="115619" y="32016"/>
                  <a:pt x="126212" y="31889"/>
                </a:cubicBezTo>
                <a:cubicBezTo>
                  <a:pt x="136833" y="32000"/>
                  <a:pt x="147391" y="33528"/>
                  <a:pt x="157606" y="36433"/>
                </a:cubicBezTo>
                <a:cubicBezTo>
                  <a:pt x="170660" y="39963"/>
                  <a:pt x="182923" y="45947"/>
                  <a:pt x="193736" y="54067"/>
                </a:cubicBezTo>
                <a:cubicBezTo>
                  <a:pt x="194254" y="54461"/>
                  <a:pt x="194616" y="55025"/>
                  <a:pt x="194757" y="55662"/>
                </a:cubicBezTo>
                <a:lnTo>
                  <a:pt x="220730" y="241333"/>
                </a:lnTo>
                <a:cubicBezTo>
                  <a:pt x="221833" y="249199"/>
                  <a:pt x="228557" y="255052"/>
                  <a:pt x="236499" y="255061"/>
                </a:cubicBezTo>
                <a:cubicBezTo>
                  <a:pt x="237247" y="255063"/>
                  <a:pt x="237991" y="255010"/>
                  <a:pt x="238731" y="254902"/>
                </a:cubicBezTo>
                <a:cubicBezTo>
                  <a:pt x="247453" y="253684"/>
                  <a:pt x="253534" y="245625"/>
                  <a:pt x="252316" y="236906"/>
                </a:cubicBezTo>
                <a:cubicBezTo>
                  <a:pt x="252316" y="236904"/>
                  <a:pt x="252316" y="236902"/>
                  <a:pt x="252316" y="236901"/>
                </a:cubicBezTo>
                <a:lnTo>
                  <a:pt x="226199" y="50257"/>
                </a:lnTo>
                <a:cubicBezTo>
                  <a:pt x="226124" y="49703"/>
                  <a:pt x="226017" y="49155"/>
                  <a:pt x="225880" y="48614"/>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 name="Freeform: Shape 52">
            <a:extLst>
              <a:ext uri="{FF2B5EF4-FFF2-40B4-BE49-F238E27FC236}">
                <a16:creationId xmlns:a16="http://schemas.microsoft.com/office/drawing/2014/main" id="{34AF323D-F376-6DF7-8E87-5FFAFCC9063C}"/>
              </a:ext>
            </a:extLst>
          </p:cNvPr>
          <p:cNvSpPr/>
          <p:nvPr/>
        </p:nvSpPr>
        <p:spPr>
          <a:xfrm>
            <a:off x="1522720" y="4947196"/>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4" y="0"/>
                  <a:pt x="0" y="28555"/>
                  <a:pt x="0" y="63777"/>
                </a:cubicBezTo>
                <a:cubicBezTo>
                  <a:pt x="0" y="99000"/>
                  <a:pt x="28554"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 name="Freeform: Shape 53">
            <a:extLst>
              <a:ext uri="{FF2B5EF4-FFF2-40B4-BE49-F238E27FC236}">
                <a16:creationId xmlns:a16="http://schemas.microsoft.com/office/drawing/2014/main" id="{8BEC152B-5207-F2F9-8E67-A3C6F000C7F4}"/>
              </a:ext>
            </a:extLst>
          </p:cNvPr>
          <p:cNvSpPr/>
          <p:nvPr/>
        </p:nvSpPr>
        <p:spPr>
          <a:xfrm>
            <a:off x="1638343" y="5032787"/>
            <a:ext cx="36682" cy="158694"/>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 name="Freeform: Shape 54">
            <a:extLst>
              <a:ext uri="{FF2B5EF4-FFF2-40B4-BE49-F238E27FC236}">
                <a16:creationId xmlns:a16="http://schemas.microsoft.com/office/drawing/2014/main" id="{04AACE55-C263-DF93-ADE9-008BDED5FCBA}"/>
              </a:ext>
            </a:extLst>
          </p:cNvPr>
          <p:cNvSpPr/>
          <p:nvPr/>
        </p:nvSpPr>
        <p:spPr>
          <a:xfrm>
            <a:off x="1504813" y="5032787"/>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4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4"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 name="Freeform: Shape 55">
            <a:extLst>
              <a:ext uri="{FF2B5EF4-FFF2-40B4-BE49-F238E27FC236}">
                <a16:creationId xmlns:a16="http://schemas.microsoft.com/office/drawing/2014/main" id="{9C49CDC4-A18B-C48D-5F61-0D1525876370}"/>
              </a:ext>
            </a:extLst>
          </p:cNvPr>
          <p:cNvSpPr/>
          <p:nvPr/>
        </p:nvSpPr>
        <p:spPr>
          <a:xfrm>
            <a:off x="1828408" y="5002225"/>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 name="Freeform: Shape 56">
            <a:extLst>
              <a:ext uri="{FF2B5EF4-FFF2-40B4-BE49-F238E27FC236}">
                <a16:creationId xmlns:a16="http://schemas.microsoft.com/office/drawing/2014/main" id="{552FBC2D-25B5-5EC8-B5CF-A9466577B668}"/>
              </a:ext>
            </a:extLst>
          </p:cNvPr>
          <p:cNvSpPr/>
          <p:nvPr/>
        </p:nvSpPr>
        <p:spPr>
          <a:xfrm>
            <a:off x="1852324" y="4947196"/>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8" name="Freeform: Shape 57">
            <a:extLst>
              <a:ext uri="{FF2B5EF4-FFF2-40B4-BE49-F238E27FC236}">
                <a16:creationId xmlns:a16="http://schemas.microsoft.com/office/drawing/2014/main" id="{A277ED4E-D8D6-E6C4-EA3E-C710F7D0112D}"/>
              </a:ext>
            </a:extLst>
          </p:cNvPr>
          <p:cNvSpPr/>
          <p:nvPr/>
        </p:nvSpPr>
        <p:spPr>
          <a:xfrm>
            <a:off x="1718912" y="5002225"/>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 name="Freeform: Shape 58">
            <a:extLst>
              <a:ext uri="{FF2B5EF4-FFF2-40B4-BE49-F238E27FC236}">
                <a16:creationId xmlns:a16="http://schemas.microsoft.com/office/drawing/2014/main" id="{5FB79568-A756-FB1B-E1E6-12E3512B049E}"/>
              </a:ext>
            </a:extLst>
          </p:cNvPr>
          <p:cNvSpPr/>
          <p:nvPr/>
        </p:nvSpPr>
        <p:spPr>
          <a:xfrm>
            <a:off x="1742815" y="4947196"/>
            <a:ext cx="48909" cy="48909"/>
          </a:xfrm>
          <a:custGeom>
            <a:avLst/>
            <a:gdLst>
              <a:gd name="connsiteX0" fmla="*/ 63777 w 127554"/>
              <a:gd name="connsiteY0" fmla="*/ 0 h 127554"/>
              <a:gd name="connsiteX1" fmla="*/ 0 w 127554"/>
              <a:gd name="connsiteY1" fmla="*/ 63777 h 127554"/>
              <a:gd name="connsiteX2" fmla="*/ 63777 w 127554"/>
              <a:gd name="connsiteY2" fmla="*/ 127555 h 127554"/>
              <a:gd name="connsiteX3" fmla="*/ 127555 w 127554"/>
              <a:gd name="connsiteY3" fmla="*/ 63777 h 127554"/>
              <a:gd name="connsiteX4" fmla="*/ 63777 w 127554"/>
              <a:gd name="connsiteY4" fmla="*/ 0 h 127554"/>
              <a:gd name="connsiteX5" fmla="*/ 63777 w 127554"/>
              <a:gd name="connsiteY5" fmla="*/ 95666 h 127554"/>
              <a:gd name="connsiteX6" fmla="*/ 31889 w 127554"/>
              <a:gd name="connsiteY6" fmla="*/ 63777 h 127554"/>
              <a:gd name="connsiteX7" fmla="*/ 63777 w 127554"/>
              <a:gd name="connsiteY7" fmla="*/ 31889 h 127554"/>
              <a:gd name="connsiteX8" fmla="*/ 95666 w 127554"/>
              <a:gd name="connsiteY8" fmla="*/ 63777 h 127554"/>
              <a:gd name="connsiteX9" fmla="*/ 63777 w 127554"/>
              <a:gd name="connsiteY9" fmla="*/ 95666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0"/>
                </a:moveTo>
                <a:cubicBezTo>
                  <a:pt x="28555" y="0"/>
                  <a:pt x="0" y="28555"/>
                  <a:pt x="0" y="63777"/>
                </a:cubicBezTo>
                <a:cubicBezTo>
                  <a:pt x="0" y="99000"/>
                  <a:pt x="28555" y="127555"/>
                  <a:pt x="63777" y="127555"/>
                </a:cubicBezTo>
                <a:cubicBezTo>
                  <a:pt x="99000" y="127555"/>
                  <a:pt x="127555" y="99000"/>
                  <a:pt x="127555" y="63777"/>
                </a:cubicBezTo>
                <a:cubicBezTo>
                  <a:pt x="127555" y="28555"/>
                  <a:pt x="99000" y="0"/>
                  <a:pt x="63777" y="0"/>
                </a:cubicBezTo>
                <a:close/>
                <a:moveTo>
                  <a:pt x="63777" y="95666"/>
                </a:moveTo>
                <a:cubicBezTo>
                  <a:pt x="46165" y="95666"/>
                  <a:pt x="31889" y="81389"/>
                  <a:pt x="31889" y="63777"/>
                </a:cubicBezTo>
                <a:cubicBezTo>
                  <a:pt x="31889" y="46165"/>
                  <a:pt x="46165" y="31889"/>
                  <a:pt x="63777" y="31889"/>
                </a:cubicBezTo>
                <a:cubicBezTo>
                  <a:pt x="81389" y="31889"/>
                  <a:pt x="95666" y="46165"/>
                  <a:pt x="95666" y="63777"/>
                </a:cubicBezTo>
                <a:cubicBezTo>
                  <a:pt x="95666" y="81389"/>
                  <a:pt x="81389" y="95666"/>
                  <a:pt x="63777" y="95666"/>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 name="Freeform: Shape 59">
            <a:extLst>
              <a:ext uri="{FF2B5EF4-FFF2-40B4-BE49-F238E27FC236}">
                <a16:creationId xmlns:a16="http://schemas.microsoft.com/office/drawing/2014/main" id="{E5AA81DE-3F22-F5C2-DF70-F80B1F68D168}"/>
              </a:ext>
            </a:extLst>
          </p:cNvPr>
          <p:cNvSpPr/>
          <p:nvPr/>
        </p:nvSpPr>
        <p:spPr>
          <a:xfrm>
            <a:off x="1858438" y="5032787"/>
            <a:ext cx="36682" cy="158694"/>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 name="Freeform: Shape 60">
            <a:extLst>
              <a:ext uri="{FF2B5EF4-FFF2-40B4-BE49-F238E27FC236}">
                <a16:creationId xmlns:a16="http://schemas.microsoft.com/office/drawing/2014/main" id="{AE3B895F-A0A8-E7E5-BE50-24963C784F58}"/>
              </a:ext>
            </a:extLst>
          </p:cNvPr>
          <p:cNvSpPr/>
          <p:nvPr/>
        </p:nvSpPr>
        <p:spPr>
          <a:xfrm>
            <a:off x="1724908" y="5032787"/>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 name="Freeform: Shape 61">
            <a:extLst>
              <a:ext uri="{FF2B5EF4-FFF2-40B4-BE49-F238E27FC236}">
                <a16:creationId xmlns:a16="http://schemas.microsoft.com/office/drawing/2014/main" id="{20A2795B-3457-5C7D-6A38-9CA288A92CD5}"/>
              </a:ext>
            </a:extLst>
          </p:cNvPr>
          <p:cNvSpPr/>
          <p:nvPr/>
        </p:nvSpPr>
        <p:spPr>
          <a:xfrm>
            <a:off x="1608314" y="4733221"/>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 name="Freeform: Shape 62">
            <a:extLst>
              <a:ext uri="{FF2B5EF4-FFF2-40B4-BE49-F238E27FC236}">
                <a16:creationId xmlns:a16="http://schemas.microsoft.com/office/drawing/2014/main" id="{510045B2-8A17-EAFD-4A85-88146C40E51B}"/>
              </a:ext>
            </a:extLst>
          </p:cNvPr>
          <p:cNvSpPr/>
          <p:nvPr/>
        </p:nvSpPr>
        <p:spPr>
          <a:xfrm>
            <a:off x="1632230" y="4678191"/>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 name="Freeform: Shape 63">
            <a:extLst>
              <a:ext uri="{FF2B5EF4-FFF2-40B4-BE49-F238E27FC236}">
                <a16:creationId xmlns:a16="http://schemas.microsoft.com/office/drawing/2014/main" id="{FF914814-CF73-E59A-9F55-DD1685C2E5A4}"/>
              </a:ext>
            </a:extLst>
          </p:cNvPr>
          <p:cNvSpPr/>
          <p:nvPr/>
        </p:nvSpPr>
        <p:spPr>
          <a:xfrm>
            <a:off x="1638343" y="4763783"/>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5" name="Freeform: Shape 64">
            <a:extLst>
              <a:ext uri="{FF2B5EF4-FFF2-40B4-BE49-F238E27FC236}">
                <a16:creationId xmlns:a16="http://schemas.microsoft.com/office/drawing/2014/main" id="{F17DC97B-B14C-5DA8-AAAE-724DD9AE688D}"/>
              </a:ext>
            </a:extLst>
          </p:cNvPr>
          <p:cNvSpPr/>
          <p:nvPr/>
        </p:nvSpPr>
        <p:spPr>
          <a:xfrm>
            <a:off x="1828408" y="4733221"/>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 name="Freeform: Shape 65">
            <a:extLst>
              <a:ext uri="{FF2B5EF4-FFF2-40B4-BE49-F238E27FC236}">
                <a16:creationId xmlns:a16="http://schemas.microsoft.com/office/drawing/2014/main" id="{DF4A196A-508B-1138-4A2B-CB31907BC0BE}"/>
              </a:ext>
            </a:extLst>
          </p:cNvPr>
          <p:cNvSpPr/>
          <p:nvPr/>
        </p:nvSpPr>
        <p:spPr>
          <a:xfrm>
            <a:off x="1852324" y="4678191"/>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7" name="Freeform: Shape 66">
            <a:extLst>
              <a:ext uri="{FF2B5EF4-FFF2-40B4-BE49-F238E27FC236}">
                <a16:creationId xmlns:a16="http://schemas.microsoft.com/office/drawing/2014/main" id="{6AE26DE3-455D-D511-2544-7A80157689DD}"/>
              </a:ext>
            </a:extLst>
          </p:cNvPr>
          <p:cNvSpPr/>
          <p:nvPr/>
        </p:nvSpPr>
        <p:spPr>
          <a:xfrm>
            <a:off x="1718912" y="4733221"/>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8" name="Freeform: Shape 67">
            <a:extLst>
              <a:ext uri="{FF2B5EF4-FFF2-40B4-BE49-F238E27FC236}">
                <a16:creationId xmlns:a16="http://schemas.microsoft.com/office/drawing/2014/main" id="{796D4BBD-8C8D-6756-76D9-3A9689DBCE97}"/>
              </a:ext>
            </a:extLst>
          </p:cNvPr>
          <p:cNvSpPr/>
          <p:nvPr/>
        </p:nvSpPr>
        <p:spPr>
          <a:xfrm>
            <a:off x="1742815" y="4678191"/>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9" name="Freeform: Shape 68">
            <a:extLst>
              <a:ext uri="{FF2B5EF4-FFF2-40B4-BE49-F238E27FC236}">
                <a16:creationId xmlns:a16="http://schemas.microsoft.com/office/drawing/2014/main" id="{6BE6B165-82CC-9B19-1F7C-4A65CBC1FF9D}"/>
              </a:ext>
            </a:extLst>
          </p:cNvPr>
          <p:cNvSpPr/>
          <p:nvPr/>
        </p:nvSpPr>
        <p:spPr>
          <a:xfrm>
            <a:off x="1858438" y="4763783"/>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0" name="Freeform: Shape 69">
            <a:extLst>
              <a:ext uri="{FF2B5EF4-FFF2-40B4-BE49-F238E27FC236}">
                <a16:creationId xmlns:a16="http://schemas.microsoft.com/office/drawing/2014/main" id="{81D58D15-E471-069F-BEC1-3FD40B40FD59}"/>
              </a:ext>
            </a:extLst>
          </p:cNvPr>
          <p:cNvSpPr/>
          <p:nvPr/>
        </p:nvSpPr>
        <p:spPr>
          <a:xfrm>
            <a:off x="1724908" y="4763783"/>
            <a:ext cx="84730" cy="158957"/>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1" name="Freeform: Shape 70">
            <a:extLst>
              <a:ext uri="{FF2B5EF4-FFF2-40B4-BE49-F238E27FC236}">
                <a16:creationId xmlns:a16="http://schemas.microsoft.com/office/drawing/2014/main" id="{6E7C2A39-4D09-6983-BD49-556628CC4852}"/>
              </a:ext>
            </a:extLst>
          </p:cNvPr>
          <p:cNvSpPr/>
          <p:nvPr/>
        </p:nvSpPr>
        <p:spPr>
          <a:xfrm>
            <a:off x="1939006" y="5002225"/>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2" name="Freeform: Shape 71">
            <a:extLst>
              <a:ext uri="{FF2B5EF4-FFF2-40B4-BE49-F238E27FC236}">
                <a16:creationId xmlns:a16="http://schemas.microsoft.com/office/drawing/2014/main" id="{ED2C4751-24BC-F112-61A5-0A211F1E76DE}"/>
              </a:ext>
            </a:extLst>
          </p:cNvPr>
          <p:cNvSpPr/>
          <p:nvPr/>
        </p:nvSpPr>
        <p:spPr>
          <a:xfrm>
            <a:off x="1962909" y="4947196"/>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3" name="Freeform: Shape 72">
            <a:extLst>
              <a:ext uri="{FF2B5EF4-FFF2-40B4-BE49-F238E27FC236}">
                <a16:creationId xmlns:a16="http://schemas.microsoft.com/office/drawing/2014/main" id="{38AD7CFB-02D0-CD46-0D9B-7958B485D27E}"/>
              </a:ext>
            </a:extLst>
          </p:cNvPr>
          <p:cNvSpPr/>
          <p:nvPr/>
        </p:nvSpPr>
        <p:spPr>
          <a:xfrm>
            <a:off x="1945002" y="5032787"/>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4" name="Freeform: Shape 73">
            <a:extLst>
              <a:ext uri="{FF2B5EF4-FFF2-40B4-BE49-F238E27FC236}">
                <a16:creationId xmlns:a16="http://schemas.microsoft.com/office/drawing/2014/main" id="{94350452-7080-5333-6D07-22D4287AD0B5}"/>
              </a:ext>
            </a:extLst>
          </p:cNvPr>
          <p:cNvSpPr/>
          <p:nvPr/>
        </p:nvSpPr>
        <p:spPr>
          <a:xfrm>
            <a:off x="1599831" y="5325335"/>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5" name="Freeform: Shape 74">
            <a:extLst>
              <a:ext uri="{FF2B5EF4-FFF2-40B4-BE49-F238E27FC236}">
                <a16:creationId xmlns:a16="http://schemas.microsoft.com/office/drawing/2014/main" id="{D8F42039-575E-A61E-FF00-E78A360B6378}"/>
              </a:ext>
            </a:extLst>
          </p:cNvPr>
          <p:cNvSpPr/>
          <p:nvPr/>
        </p:nvSpPr>
        <p:spPr>
          <a:xfrm>
            <a:off x="1623747" y="5270305"/>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6" name="Freeform: Shape 75">
            <a:extLst>
              <a:ext uri="{FF2B5EF4-FFF2-40B4-BE49-F238E27FC236}">
                <a16:creationId xmlns:a16="http://schemas.microsoft.com/office/drawing/2014/main" id="{32047C75-243F-BD2E-1EC0-84064CD15B3F}"/>
              </a:ext>
            </a:extLst>
          </p:cNvPr>
          <p:cNvSpPr/>
          <p:nvPr/>
        </p:nvSpPr>
        <p:spPr>
          <a:xfrm>
            <a:off x="1629861" y="5355897"/>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7" name="Freeform: Shape 76">
            <a:extLst>
              <a:ext uri="{FF2B5EF4-FFF2-40B4-BE49-F238E27FC236}">
                <a16:creationId xmlns:a16="http://schemas.microsoft.com/office/drawing/2014/main" id="{BF2596AA-821B-8E35-084A-83095BCFE637}"/>
              </a:ext>
            </a:extLst>
          </p:cNvPr>
          <p:cNvSpPr/>
          <p:nvPr/>
        </p:nvSpPr>
        <p:spPr>
          <a:xfrm>
            <a:off x="1819925" y="5325335"/>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8" name="Freeform: Shape 77">
            <a:extLst>
              <a:ext uri="{FF2B5EF4-FFF2-40B4-BE49-F238E27FC236}">
                <a16:creationId xmlns:a16="http://schemas.microsoft.com/office/drawing/2014/main" id="{8B821204-B64B-E5C2-A179-268DBDB4B493}"/>
              </a:ext>
            </a:extLst>
          </p:cNvPr>
          <p:cNvSpPr/>
          <p:nvPr/>
        </p:nvSpPr>
        <p:spPr>
          <a:xfrm>
            <a:off x="1843841" y="5270305"/>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9" name="Freeform: Shape 78">
            <a:extLst>
              <a:ext uri="{FF2B5EF4-FFF2-40B4-BE49-F238E27FC236}">
                <a16:creationId xmlns:a16="http://schemas.microsoft.com/office/drawing/2014/main" id="{87B958C5-3227-6882-8D82-412A13D1EB08}"/>
              </a:ext>
            </a:extLst>
          </p:cNvPr>
          <p:cNvSpPr/>
          <p:nvPr/>
        </p:nvSpPr>
        <p:spPr>
          <a:xfrm>
            <a:off x="1710429" y="5325335"/>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0" name="Freeform: Shape 79">
            <a:extLst>
              <a:ext uri="{FF2B5EF4-FFF2-40B4-BE49-F238E27FC236}">
                <a16:creationId xmlns:a16="http://schemas.microsoft.com/office/drawing/2014/main" id="{0034E793-D96A-D285-561B-069B499ED5EC}"/>
              </a:ext>
            </a:extLst>
          </p:cNvPr>
          <p:cNvSpPr/>
          <p:nvPr/>
        </p:nvSpPr>
        <p:spPr>
          <a:xfrm>
            <a:off x="1734332" y="5270305"/>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4" name="Freeform: Shape 83">
            <a:extLst>
              <a:ext uri="{FF2B5EF4-FFF2-40B4-BE49-F238E27FC236}">
                <a16:creationId xmlns:a16="http://schemas.microsoft.com/office/drawing/2014/main" id="{220A5115-5773-B1D0-5FA0-23C549AB9794}"/>
              </a:ext>
            </a:extLst>
          </p:cNvPr>
          <p:cNvSpPr/>
          <p:nvPr/>
        </p:nvSpPr>
        <p:spPr>
          <a:xfrm>
            <a:off x="1849955" y="5355897"/>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5" name="Freeform: Shape 84">
            <a:extLst>
              <a:ext uri="{FF2B5EF4-FFF2-40B4-BE49-F238E27FC236}">
                <a16:creationId xmlns:a16="http://schemas.microsoft.com/office/drawing/2014/main" id="{B0234F13-6B94-8411-7164-71BA74D13E27}"/>
              </a:ext>
            </a:extLst>
          </p:cNvPr>
          <p:cNvSpPr/>
          <p:nvPr/>
        </p:nvSpPr>
        <p:spPr>
          <a:xfrm>
            <a:off x="1716425" y="5355897"/>
            <a:ext cx="84730" cy="158957"/>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7" name="Freeform: Shape 86">
            <a:extLst>
              <a:ext uri="{FF2B5EF4-FFF2-40B4-BE49-F238E27FC236}">
                <a16:creationId xmlns:a16="http://schemas.microsoft.com/office/drawing/2014/main" id="{96377242-B0C6-B0D9-5D60-F47BE0B5AC46}"/>
              </a:ext>
            </a:extLst>
          </p:cNvPr>
          <p:cNvSpPr/>
          <p:nvPr/>
        </p:nvSpPr>
        <p:spPr>
          <a:xfrm>
            <a:off x="1568058" y="3767964"/>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9" name="Freeform: Shape 88">
            <a:extLst>
              <a:ext uri="{FF2B5EF4-FFF2-40B4-BE49-F238E27FC236}">
                <a16:creationId xmlns:a16="http://schemas.microsoft.com/office/drawing/2014/main" id="{6AB6D4B4-1DC9-B031-5014-FBD9B0366F36}"/>
              </a:ext>
            </a:extLst>
          </p:cNvPr>
          <p:cNvSpPr/>
          <p:nvPr/>
        </p:nvSpPr>
        <p:spPr>
          <a:xfrm>
            <a:off x="1591974" y="3712934"/>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0" name="Freeform: Shape 89">
            <a:extLst>
              <a:ext uri="{FF2B5EF4-FFF2-40B4-BE49-F238E27FC236}">
                <a16:creationId xmlns:a16="http://schemas.microsoft.com/office/drawing/2014/main" id="{B1AE0F10-252B-EA70-AB26-392D029BC20A}"/>
              </a:ext>
            </a:extLst>
          </p:cNvPr>
          <p:cNvSpPr/>
          <p:nvPr/>
        </p:nvSpPr>
        <p:spPr>
          <a:xfrm>
            <a:off x="1598087" y="3798526"/>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2" name="Freeform: Shape 91">
            <a:extLst>
              <a:ext uri="{FF2B5EF4-FFF2-40B4-BE49-F238E27FC236}">
                <a16:creationId xmlns:a16="http://schemas.microsoft.com/office/drawing/2014/main" id="{055C47AB-ED5B-3FC1-8C88-2799A9C5148A}"/>
              </a:ext>
            </a:extLst>
          </p:cNvPr>
          <p:cNvSpPr/>
          <p:nvPr/>
        </p:nvSpPr>
        <p:spPr>
          <a:xfrm>
            <a:off x="1788152" y="3767964"/>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6" name="Freeform: Shape 95">
            <a:extLst>
              <a:ext uri="{FF2B5EF4-FFF2-40B4-BE49-F238E27FC236}">
                <a16:creationId xmlns:a16="http://schemas.microsoft.com/office/drawing/2014/main" id="{079FC18E-96E3-E6D9-9262-CBDE2BA8086A}"/>
              </a:ext>
            </a:extLst>
          </p:cNvPr>
          <p:cNvSpPr/>
          <p:nvPr/>
        </p:nvSpPr>
        <p:spPr>
          <a:xfrm>
            <a:off x="1812068" y="3712934"/>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7" name="Freeform: Shape 96">
            <a:extLst>
              <a:ext uri="{FF2B5EF4-FFF2-40B4-BE49-F238E27FC236}">
                <a16:creationId xmlns:a16="http://schemas.microsoft.com/office/drawing/2014/main" id="{BF13D40F-D2F7-ECFF-7923-10596903C837}"/>
              </a:ext>
            </a:extLst>
          </p:cNvPr>
          <p:cNvSpPr/>
          <p:nvPr/>
        </p:nvSpPr>
        <p:spPr>
          <a:xfrm>
            <a:off x="1678656" y="3767964"/>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8" name="Freeform: Shape 97">
            <a:extLst>
              <a:ext uri="{FF2B5EF4-FFF2-40B4-BE49-F238E27FC236}">
                <a16:creationId xmlns:a16="http://schemas.microsoft.com/office/drawing/2014/main" id="{DCE74DD6-4FBD-A2B6-32B7-8EE260003064}"/>
              </a:ext>
            </a:extLst>
          </p:cNvPr>
          <p:cNvSpPr/>
          <p:nvPr/>
        </p:nvSpPr>
        <p:spPr>
          <a:xfrm>
            <a:off x="1702559" y="3712934"/>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9" name="Freeform: Shape 98">
            <a:extLst>
              <a:ext uri="{FF2B5EF4-FFF2-40B4-BE49-F238E27FC236}">
                <a16:creationId xmlns:a16="http://schemas.microsoft.com/office/drawing/2014/main" id="{D6B5953B-841F-7975-6C10-1FF65F89DDFD}"/>
              </a:ext>
            </a:extLst>
          </p:cNvPr>
          <p:cNvSpPr/>
          <p:nvPr/>
        </p:nvSpPr>
        <p:spPr>
          <a:xfrm>
            <a:off x="1818182" y="3798526"/>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0" name="Freeform: Shape 99">
            <a:extLst>
              <a:ext uri="{FF2B5EF4-FFF2-40B4-BE49-F238E27FC236}">
                <a16:creationId xmlns:a16="http://schemas.microsoft.com/office/drawing/2014/main" id="{E29BFFE5-DD83-67CE-F7D8-7E597F05FD46}"/>
              </a:ext>
            </a:extLst>
          </p:cNvPr>
          <p:cNvSpPr/>
          <p:nvPr/>
        </p:nvSpPr>
        <p:spPr>
          <a:xfrm>
            <a:off x="1684652" y="3798526"/>
            <a:ext cx="84730" cy="158957"/>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1" name="Freeform: Shape 100">
            <a:extLst>
              <a:ext uri="{FF2B5EF4-FFF2-40B4-BE49-F238E27FC236}">
                <a16:creationId xmlns:a16="http://schemas.microsoft.com/office/drawing/2014/main" id="{0A7AEFB3-BC95-6C29-9C38-A7FDEA11FDC1}"/>
              </a:ext>
            </a:extLst>
          </p:cNvPr>
          <p:cNvSpPr/>
          <p:nvPr/>
        </p:nvSpPr>
        <p:spPr>
          <a:xfrm>
            <a:off x="2403496" y="4376334"/>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2" name="Freeform: Shape 101">
            <a:extLst>
              <a:ext uri="{FF2B5EF4-FFF2-40B4-BE49-F238E27FC236}">
                <a16:creationId xmlns:a16="http://schemas.microsoft.com/office/drawing/2014/main" id="{F28F4F7A-3981-9800-C9BD-278248E97AC6}"/>
              </a:ext>
            </a:extLst>
          </p:cNvPr>
          <p:cNvSpPr/>
          <p:nvPr/>
        </p:nvSpPr>
        <p:spPr>
          <a:xfrm>
            <a:off x="2427412" y="4321304"/>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3" name="Freeform: Shape 102">
            <a:extLst>
              <a:ext uri="{FF2B5EF4-FFF2-40B4-BE49-F238E27FC236}">
                <a16:creationId xmlns:a16="http://schemas.microsoft.com/office/drawing/2014/main" id="{E815908C-E32F-A20C-AC24-0ED87C4BE902}"/>
              </a:ext>
            </a:extLst>
          </p:cNvPr>
          <p:cNvSpPr/>
          <p:nvPr/>
        </p:nvSpPr>
        <p:spPr>
          <a:xfrm>
            <a:off x="2294000" y="4376328"/>
            <a:ext cx="96808" cy="97820"/>
          </a:xfrm>
          <a:custGeom>
            <a:avLst/>
            <a:gdLst>
              <a:gd name="connsiteX0" fmla="*/ 225880 w 252470"/>
              <a:gd name="connsiteY0" fmla="*/ 48614 h 255109"/>
              <a:gd name="connsiteX1" fmla="*/ 212869 w 252470"/>
              <a:gd name="connsiteY1" fmla="*/ 28556 h 255109"/>
              <a:gd name="connsiteX2" fmla="*/ 165977 w 252470"/>
              <a:gd name="connsiteY2" fmla="*/ 5644 h 255109"/>
              <a:gd name="connsiteX3" fmla="*/ 126212 w 252470"/>
              <a:gd name="connsiteY3" fmla="*/ 0 h 255109"/>
              <a:gd name="connsiteX4" fmla="*/ 86590 w 252470"/>
              <a:gd name="connsiteY4" fmla="*/ 5612 h 255109"/>
              <a:gd name="connsiteX5" fmla="*/ 39555 w 252470"/>
              <a:gd name="connsiteY5" fmla="*/ 28556 h 255109"/>
              <a:gd name="connsiteX6" fmla="*/ 26544 w 252470"/>
              <a:gd name="connsiteY6" fmla="*/ 48614 h 255109"/>
              <a:gd name="connsiteX7" fmla="*/ 26225 w 252470"/>
              <a:gd name="connsiteY7" fmla="*/ 50209 h 255109"/>
              <a:gd name="connsiteX8" fmla="*/ 156 w 252470"/>
              <a:gd name="connsiteY8" fmla="*/ 236949 h 255109"/>
              <a:gd name="connsiteX9" fmla="*/ 13725 w 252470"/>
              <a:gd name="connsiteY9" fmla="*/ 254950 h 255109"/>
              <a:gd name="connsiteX10" fmla="*/ 15957 w 252470"/>
              <a:gd name="connsiteY10" fmla="*/ 255109 h 255109"/>
              <a:gd name="connsiteX11" fmla="*/ 31726 w 252470"/>
              <a:gd name="connsiteY11" fmla="*/ 241381 h 255109"/>
              <a:gd name="connsiteX12" fmla="*/ 57667 w 252470"/>
              <a:gd name="connsiteY12" fmla="*/ 55709 h 255109"/>
              <a:gd name="connsiteX13" fmla="*/ 58688 w 252470"/>
              <a:gd name="connsiteY13" fmla="*/ 54115 h 255109"/>
              <a:gd name="connsiteX14" fmla="*/ 94897 w 252470"/>
              <a:gd name="connsiteY14" fmla="*/ 36449 h 255109"/>
              <a:gd name="connsiteX15" fmla="*/ 126212 w 252470"/>
              <a:gd name="connsiteY15" fmla="*/ 31889 h 255109"/>
              <a:gd name="connsiteX16" fmla="*/ 157606 w 252470"/>
              <a:gd name="connsiteY16" fmla="*/ 36433 h 255109"/>
              <a:gd name="connsiteX17" fmla="*/ 193736 w 252470"/>
              <a:gd name="connsiteY17" fmla="*/ 54067 h 255109"/>
              <a:gd name="connsiteX18" fmla="*/ 194757 w 252470"/>
              <a:gd name="connsiteY18" fmla="*/ 55662 h 255109"/>
              <a:gd name="connsiteX19" fmla="*/ 220730 w 252470"/>
              <a:gd name="connsiteY19" fmla="*/ 241333 h 255109"/>
              <a:gd name="connsiteX20" fmla="*/ 236499 w 252470"/>
              <a:gd name="connsiteY20" fmla="*/ 255061 h 255109"/>
              <a:gd name="connsiteX21" fmla="*/ 238731 w 252470"/>
              <a:gd name="connsiteY21" fmla="*/ 254902 h 255109"/>
              <a:gd name="connsiteX22" fmla="*/ 252316 w 252470"/>
              <a:gd name="connsiteY22" fmla="*/ 236906 h 255109"/>
              <a:gd name="connsiteX23" fmla="*/ 252316 w 252470"/>
              <a:gd name="connsiteY23" fmla="*/ 236901 h 255109"/>
              <a:gd name="connsiteX24" fmla="*/ 226199 w 252470"/>
              <a:gd name="connsiteY24" fmla="*/ 50257 h 255109"/>
              <a:gd name="connsiteX25" fmla="*/ 225880 w 252470"/>
              <a:gd name="connsiteY25" fmla="*/ 48614 h 25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2470" h="255109">
                <a:moveTo>
                  <a:pt x="225880" y="48614"/>
                </a:moveTo>
                <a:cubicBezTo>
                  <a:pt x="224035" y="40607"/>
                  <a:pt x="219429" y="33505"/>
                  <a:pt x="212869" y="28556"/>
                </a:cubicBezTo>
                <a:cubicBezTo>
                  <a:pt x="198835" y="18011"/>
                  <a:pt x="182921" y="10235"/>
                  <a:pt x="165977" y="5644"/>
                </a:cubicBezTo>
                <a:cubicBezTo>
                  <a:pt x="153032" y="2003"/>
                  <a:pt x="139659" y="105"/>
                  <a:pt x="126212" y="0"/>
                </a:cubicBezTo>
                <a:cubicBezTo>
                  <a:pt x="112814" y="110"/>
                  <a:pt x="99491" y="1998"/>
                  <a:pt x="86590" y="5612"/>
                </a:cubicBezTo>
                <a:cubicBezTo>
                  <a:pt x="69598" y="10208"/>
                  <a:pt x="53635" y="17993"/>
                  <a:pt x="39555" y="28556"/>
                </a:cubicBezTo>
                <a:cubicBezTo>
                  <a:pt x="32995" y="33505"/>
                  <a:pt x="28388" y="40607"/>
                  <a:pt x="26544" y="48614"/>
                </a:cubicBezTo>
                <a:cubicBezTo>
                  <a:pt x="26417" y="49156"/>
                  <a:pt x="26305" y="49714"/>
                  <a:pt x="26225" y="50209"/>
                </a:cubicBezTo>
                <a:lnTo>
                  <a:pt x="156" y="236949"/>
                </a:lnTo>
                <a:cubicBezTo>
                  <a:pt x="-1065" y="245665"/>
                  <a:pt x="5009" y="253724"/>
                  <a:pt x="13725" y="254950"/>
                </a:cubicBezTo>
                <a:cubicBezTo>
                  <a:pt x="14464" y="255057"/>
                  <a:pt x="15210" y="255111"/>
                  <a:pt x="15957" y="255109"/>
                </a:cubicBezTo>
                <a:cubicBezTo>
                  <a:pt x="23899" y="255100"/>
                  <a:pt x="30622" y="249246"/>
                  <a:pt x="31726" y="241381"/>
                </a:cubicBezTo>
                <a:lnTo>
                  <a:pt x="57667" y="55709"/>
                </a:lnTo>
                <a:cubicBezTo>
                  <a:pt x="57808" y="55073"/>
                  <a:pt x="58169" y="54509"/>
                  <a:pt x="58688" y="54115"/>
                </a:cubicBezTo>
                <a:cubicBezTo>
                  <a:pt x="69528" y="45983"/>
                  <a:pt x="81816" y="39987"/>
                  <a:pt x="94897" y="36449"/>
                </a:cubicBezTo>
                <a:cubicBezTo>
                  <a:pt x="105087" y="33550"/>
                  <a:pt x="115619" y="32016"/>
                  <a:pt x="126212" y="31889"/>
                </a:cubicBezTo>
                <a:cubicBezTo>
                  <a:pt x="136833" y="32000"/>
                  <a:pt x="147391" y="33528"/>
                  <a:pt x="157606" y="36433"/>
                </a:cubicBezTo>
                <a:cubicBezTo>
                  <a:pt x="170660" y="39963"/>
                  <a:pt x="182923" y="45947"/>
                  <a:pt x="193736" y="54067"/>
                </a:cubicBezTo>
                <a:cubicBezTo>
                  <a:pt x="194254" y="54461"/>
                  <a:pt x="194616" y="55025"/>
                  <a:pt x="194757" y="55662"/>
                </a:cubicBezTo>
                <a:lnTo>
                  <a:pt x="220730" y="241333"/>
                </a:lnTo>
                <a:cubicBezTo>
                  <a:pt x="221833" y="249199"/>
                  <a:pt x="228557" y="255052"/>
                  <a:pt x="236499" y="255061"/>
                </a:cubicBezTo>
                <a:cubicBezTo>
                  <a:pt x="237247" y="255063"/>
                  <a:pt x="237991" y="255010"/>
                  <a:pt x="238731" y="254902"/>
                </a:cubicBezTo>
                <a:cubicBezTo>
                  <a:pt x="247453" y="253684"/>
                  <a:pt x="253534" y="245625"/>
                  <a:pt x="252316" y="236906"/>
                </a:cubicBezTo>
                <a:cubicBezTo>
                  <a:pt x="252316" y="236904"/>
                  <a:pt x="252316" y="236902"/>
                  <a:pt x="252316" y="236901"/>
                </a:cubicBezTo>
                <a:lnTo>
                  <a:pt x="226199" y="50257"/>
                </a:lnTo>
                <a:cubicBezTo>
                  <a:pt x="226124" y="49703"/>
                  <a:pt x="226017" y="49155"/>
                  <a:pt x="225880" y="48614"/>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4" name="Freeform: Shape 103">
            <a:extLst>
              <a:ext uri="{FF2B5EF4-FFF2-40B4-BE49-F238E27FC236}">
                <a16:creationId xmlns:a16="http://schemas.microsoft.com/office/drawing/2014/main" id="{34AA60C4-6004-196F-DC57-5D15C8C9F544}"/>
              </a:ext>
            </a:extLst>
          </p:cNvPr>
          <p:cNvSpPr/>
          <p:nvPr/>
        </p:nvSpPr>
        <p:spPr>
          <a:xfrm>
            <a:off x="2317903" y="4321304"/>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4" y="0"/>
                  <a:pt x="0" y="28555"/>
                  <a:pt x="0" y="63777"/>
                </a:cubicBezTo>
                <a:cubicBezTo>
                  <a:pt x="0" y="99000"/>
                  <a:pt x="28554"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5" name="Freeform: Shape 104">
            <a:extLst>
              <a:ext uri="{FF2B5EF4-FFF2-40B4-BE49-F238E27FC236}">
                <a16:creationId xmlns:a16="http://schemas.microsoft.com/office/drawing/2014/main" id="{A9D41265-33AF-E2DF-35E9-652672470D32}"/>
              </a:ext>
            </a:extLst>
          </p:cNvPr>
          <p:cNvSpPr/>
          <p:nvPr/>
        </p:nvSpPr>
        <p:spPr>
          <a:xfrm>
            <a:off x="2433526" y="4406896"/>
            <a:ext cx="36682" cy="158694"/>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6" name="Freeform: Shape 105">
            <a:extLst>
              <a:ext uri="{FF2B5EF4-FFF2-40B4-BE49-F238E27FC236}">
                <a16:creationId xmlns:a16="http://schemas.microsoft.com/office/drawing/2014/main" id="{B5B2DA2C-32C8-382E-53AC-8432639D33AA}"/>
              </a:ext>
            </a:extLst>
          </p:cNvPr>
          <p:cNvSpPr/>
          <p:nvPr/>
        </p:nvSpPr>
        <p:spPr>
          <a:xfrm>
            <a:off x="2299996" y="4406896"/>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4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4"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7" name="Freeform: Shape 106">
            <a:extLst>
              <a:ext uri="{FF2B5EF4-FFF2-40B4-BE49-F238E27FC236}">
                <a16:creationId xmlns:a16="http://schemas.microsoft.com/office/drawing/2014/main" id="{0ACB1B91-B94E-1534-59FC-F9DA635BF1BD}"/>
              </a:ext>
            </a:extLst>
          </p:cNvPr>
          <p:cNvSpPr/>
          <p:nvPr/>
        </p:nvSpPr>
        <p:spPr>
          <a:xfrm>
            <a:off x="2623590" y="4376334"/>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8" name="Freeform: Shape 107">
            <a:extLst>
              <a:ext uri="{FF2B5EF4-FFF2-40B4-BE49-F238E27FC236}">
                <a16:creationId xmlns:a16="http://schemas.microsoft.com/office/drawing/2014/main" id="{2DE31244-80BF-9E38-B569-50C7FB866A38}"/>
              </a:ext>
            </a:extLst>
          </p:cNvPr>
          <p:cNvSpPr/>
          <p:nvPr/>
        </p:nvSpPr>
        <p:spPr>
          <a:xfrm>
            <a:off x="2647506" y="4321304"/>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9" name="Freeform: Shape 108">
            <a:extLst>
              <a:ext uri="{FF2B5EF4-FFF2-40B4-BE49-F238E27FC236}">
                <a16:creationId xmlns:a16="http://schemas.microsoft.com/office/drawing/2014/main" id="{6035547E-0272-51F4-B8C7-B7F94577524D}"/>
              </a:ext>
            </a:extLst>
          </p:cNvPr>
          <p:cNvSpPr/>
          <p:nvPr/>
        </p:nvSpPr>
        <p:spPr>
          <a:xfrm>
            <a:off x="2514094" y="4376334"/>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0" name="Freeform: Shape 109">
            <a:extLst>
              <a:ext uri="{FF2B5EF4-FFF2-40B4-BE49-F238E27FC236}">
                <a16:creationId xmlns:a16="http://schemas.microsoft.com/office/drawing/2014/main" id="{F3932446-956B-A1CA-F1B7-CDEA2ABAB54A}"/>
              </a:ext>
            </a:extLst>
          </p:cNvPr>
          <p:cNvSpPr/>
          <p:nvPr/>
        </p:nvSpPr>
        <p:spPr>
          <a:xfrm>
            <a:off x="2537997" y="4321304"/>
            <a:ext cx="48909" cy="48909"/>
          </a:xfrm>
          <a:custGeom>
            <a:avLst/>
            <a:gdLst>
              <a:gd name="connsiteX0" fmla="*/ 63777 w 127554"/>
              <a:gd name="connsiteY0" fmla="*/ 0 h 127554"/>
              <a:gd name="connsiteX1" fmla="*/ 0 w 127554"/>
              <a:gd name="connsiteY1" fmla="*/ 63777 h 127554"/>
              <a:gd name="connsiteX2" fmla="*/ 63777 w 127554"/>
              <a:gd name="connsiteY2" fmla="*/ 127555 h 127554"/>
              <a:gd name="connsiteX3" fmla="*/ 127555 w 127554"/>
              <a:gd name="connsiteY3" fmla="*/ 63777 h 127554"/>
              <a:gd name="connsiteX4" fmla="*/ 63777 w 127554"/>
              <a:gd name="connsiteY4" fmla="*/ 0 h 127554"/>
              <a:gd name="connsiteX5" fmla="*/ 63777 w 127554"/>
              <a:gd name="connsiteY5" fmla="*/ 95666 h 127554"/>
              <a:gd name="connsiteX6" fmla="*/ 31889 w 127554"/>
              <a:gd name="connsiteY6" fmla="*/ 63777 h 127554"/>
              <a:gd name="connsiteX7" fmla="*/ 63777 w 127554"/>
              <a:gd name="connsiteY7" fmla="*/ 31889 h 127554"/>
              <a:gd name="connsiteX8" fmla="*/ 95666 w 127554"/>
              <a:gd name="connsiteY8" fmla="*/ 63777 h 127554"/>
              <a:gd name="connsiteX9" fmla="*/ 63777 w 127554"/>
              <a:gd name="connsiteY9" fmla="*/ 95666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0"/>
                </a:moveTo>
                <a:cubicBezTo>
                  <a:pt x="28555" y="0"/>
                  <a:pt x="0" y="28555"/>
                  <a:pt x="0" y="63777"/>
                </a:cubicBezTo>
                <a:cubicBezTo>
                  <a:pt x="0" y="99000"/>
                  <a:pt x="28555" y="127555"/>
                  <a:pt x="63777" y="127555"/>
                </a:cubicBezTo>
                <a:cubicBezTo>
                  <a:pt x="99000" y="127555"/>
                  <a:pt x="127555" y="99000"/>
                  <a:pt x="127555" y="63777"/>
                </a:cubicBezTo>
                <a:cubicBezTo>
                  <a:pt x="127555" y="28555"/>
                  <a:pt x="99000" y="0"/>
                  <a:pt x="63777" y="0"/>
                </a:cubicBezTo>
                <a:close/>
                <a:moveTo>
                  <a:pt x="63777" y="95666"/>
                </a:moveTo>
                <a:cubicBezTo>
                  <a:pt x="46165" y="95666"/>
                  <a:pt x="31889" y="81389"/>
                  <a:pt x="31889" y="63777"/>
                </a:cubicBezTo>
                <a:cubicBezTo>
                  <a:pt x="31889" y="46165"/>
                  <a:pt x="46165" y="31889"/>
                  <a:pt x="63777" y="31889"/>
                </a:cubicBezTo>
                <a:cubicBezTo>
                  <a:pt x="81389" y="31889"/>
                  <a:pt x="95666" y="46165"/>
                  <a:pt x="95666" y="63777"/>
                </a:cubicBezTo>
                <a:cubicBezTo>
                  <a:pt x="95666" y="81389"/>
                  <a:pt x="81389" y="95666"/>
                  <a:pt x="63777" y="95666"/>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1" name="Freeform: Shape 110">
            <a:extLst>
              <a:ext uri="{FF2B5EF4-FFF2-40B4-BE49-F238E27FC236}">
                <a16:creationId xmlns:a16="http://schemas.microsoft.com/office/drawing/2014/main" id="{39CE4A13-EEE0-C4FA-6AC2-4EE4F5E3944C}"/>
              </a:ext>
            </a:extLst>
          </p:cNvPr>
          <p:cNvSpPr/>
          <p:nvPr/>
        </p:nvSpPr>
        <p:spPr>
          <a:xfrm>
            <a:off x="2653620" y="4406896"/>
            <a:ext cx="36682" cy="158694"/>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2" name="Freeform: Shape 111">
            <a:extLst>
              <a:ext uri="{FF2B5EF4-FFF2-40B4-BE49-F238E27FC236}">
                <a16:creationId xmlns:a16="http://schemas.microsoft.com/office/drawing/2014/main" id="{DE6F52FC-0C81-AE41-2EAF-064332A15AD8}"/>
              </a:ext>
            </a:extLst>
          </p:cNvPr>
          <p:cNvSpPr/>
          <p:nvPr/>
        </p:nvSpPr>
        <p:spPr>
          <a:xfrm>
            <a:off x="2520090" y="4406896"/>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3" name="Freeform: Shape 112">
            <a:extLst>
              <a:ext uri="{FF2B5EF4-FFF2-40B4-BE49-F238E27FC236}">
                <a16:creationId xmlns:a16="http://schemas.microsoft.com/office/drawing/2014/main" id="{369888F7-D0FD-1199-5C27-4A567B2763CF}"/>
              </a:ext>
            </a:extLst>
          </p:cNvPr>
          <p:cNvSpPr/>
          <p:nvPr/>
        </p:nvSpPr>
        <p:spPr>
          <a:xfrm>
            <a:off x="2403496" y="4107329"/>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4" name="Freeform: Shape 113">
            <a:extLst>
              <a:ext uri="{FF2B5EF4-FFF2-40B4-BE49-F238E27FC236}">
                <a16:creationId xmlns:a16="http://schemas.microsoft.com/office/drawing/2014/main" id="{29C2DC9A-DDE6-7DF2-1B54-BD7F3B8057FF}"/>
              </a:ext>
            </a:extLst>
          </p:cNvPr>
          <p:cNvSpPr/>
          <p:nvPr/>
        </p:nvSpPr>
        <p:spPr>
          <a:xfrm>
            <a:off x="2427412" y="4052300"/>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5" name="Freeform: Shape 114">
            <a:extLst>
              <a:ext uri="{FF2B5EF4-FFF2-40B4-BE49-F238E27FC236}">
                <a16:creationId xmlns:a16="http://schemas.microsoft.com/office/drawing/2014/main" id="{A6BEC442-74E5-3BAC-05F4-430808731F01}"/>
              </a:ext>
            </a:extLst>
          </p:cNvPr>
          <p:cNvSpPr/>
          <p:nvPr/>
        </p:nvSpPr>
        <p:spPr>
          <a:xfrm>
            <a:off x="2433526" y="4137892"/>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6" name="Freeform: Shape 115">
            <a:extLst>
              <a:ext uri="{FF2B5EF4-FFF2-40B4-BE49-F238E27FC236}">
                <a16:creationId xmlns:a16="http://schemas.microsoft.com/office/drawing/2014/main" id="{CAF98E78-DA49-83C0-AE2F-F0C36C95FA9F}"/>
              </a:ext>
            </a:extLst>
          </p:cNvPr>
          <p:cNvSpPr/>
          <p:nvPr/>
        </p:nvSpPr>
        <p:spPr>
          <a:xfrm>
            <a:off x="2623590" y="4107329"/>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7" name="Freeform: Shape 116">
            <a:extLst>
              <a:ext uri="{FF2B5EF4-FFF2-40B4-BE49-F238E27FC236}">
                <a16:creationId xmlns:a16="http://schemas.microsoft.com/office/drawing/2014/main" id="{32535A4A-480D-AF5F-0244-92431EF615B3}"/>
              </a:ext>
            </a:extLst>
          </p:cNvPr>
          <p:cNvSpPr/>
          <p:nvPr/>
        </p:nvSpPr>
        <p:spPr>
          <a:xfrm>
            <a:off x="2647506" y="4052300"/>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8" name="Freeform: Shape 117">
            <a:extLst>
              <a:ext uri="{FF2B5EF4-FFF2-40B4-BE49-F238E27FC236}">
                <a16:creationId xmlns:a16="http://schemas.microsoft.com/office/drawing/2014/main" id="{3AE32F89-EF96-9D3E-3CBC-210E1A64417E}"/>
              </a:ext>
            </a:extLst>
          </p:cNvPr>
          <p:cNvSpPr/>
          <p:nvPr/>
        </p:nvSpPr>
        <p:spPr>
          <a:xfrm>
            <a:off x="2514094" y="4107329"/>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9" name="Freeform: Shape 118">
            <a:extLst>
              <a:ext uri="{FF2B5EF4-FFF2-40B4-BE49-F238E27FC236}">
                <a16:creationId xmlns:a16="http://schemas.microsoft.com/office/drawing/2014/main" id="{4A5353EA-6FA8-763A-9A1D-E6B1B2B05498}"/>
              </a:ext>
            </a:extLst>
          </p:cNvPr>
          <p:cNvSpPr/>
          <p:nvPr/>
        </p:nvSpPr>
        <p:spPr>
          <a:xfrm>
            <a:off x="2537997" y="4052300"/>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0" name="Freeform: Shape 119">
            <a:extLst>
              <a:ext uri="{FF2B5EF4-FFF2-40B4-BE49-F238E27FC236}">
                <a16:creationId xmlns:a16="http://schemas.microsoft.com/office/drawing/2014/main" id="{EBD93F5F-B3D8-7A0B-B629-0B0729E4643B}"/>
              </a:ext>
            </a:extLst>
          </p:cNvPr>
          <p:cNvSpPr/>
          <p:nvPr/>
        </p:nvSpPr>
        <p:spPr>
          <a:xfrm>
            <a:off x="2653620" y="4137892"/>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1" name="Freeform: Shape 120">
            <a:extLst>
              <a:ext uri="{FF2B5EF4-FFF2-40B4-BE49-F238E27FC236}">
                <a16:creationId xmlns:a16="http://schemas.microsoft.com/office/drawing/2014/main" id="{EE08847F-C151-9CE6-6B64-6F53642CDBC3}"/>
              </a:ext>
            </a:extLst>
          </p:cNvPr>
          <p:cNvSpPr/>
          <p:nvPr/>
        </p:nvSpPr>
        <p:spPr>
          <a:xfrm>
            <a:off x="2520090" y="4137892"/>
            <a:ext cx="84730" cy="158957"/>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2" name="Freeform: Shape 121">
            <a:extLst>
              <a:ext uri="{FF2B5EF4-FFF2-40B4-BE49-F238E27FC236}">
                <a16:creationId xmlns:a16="http://schemas.microsoft.com/office/drawing/2014/main" id="{4207F809-A18A-17C5-F56D-EB5F08270E00}"/>
              </a:ext>
            </a:extLst>
          </p:cNvPr>
          <p:cNvSpPr/>
          <p:nvPr/>
        </p:nvSpPr>
        <p:spPr>
          <a:xfrm>
            <a:off x="2734188" y="4376334"/>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3" name="Freeform: Shape 122">
            <a:extLst>
              <a:ext uri="{FF2B5EF4-FFF2-40B4-BE49-F238E27FC236}">
                <a16:creationId xmlns:a16="http://schemas.microsoft.com/office/drawing/2014/main" id="{AEBD7438-332C-0139-279D-28EEBF9A0E8F}"/>
              </a:ext>
            </a:extLst>
          </p:cNvPr>
          <p:cNvSpPr/>
          <p:nvPr/>
        </p:nvSpPr>
        <p:spPr>
          <a:xfrm>
            <a:off x="2758091" y="4321304"/>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4" name="Freeform: Shape 123">
            <a:extLst>
              <a:ext uri="{FF2B5EF4-FFF2-40B4-BE49-F238E27FC236}">
                <a16:creationId xmlns:a16="http://schemas.microsoft.com/office/drawing/2014/main" id="{08FCDADA-5BBC-FAF3-C238-5F68617DD547}"/>
              </a:ext>
            </a:extLst>
          </p:cNvPr>
          <p:cNvSpPr/>
          <p:nvPr/>
        </p:nvSpPr>
        <p:spPr>
          <a:xfrm>
            <a:off x="2740184" y="4406896"/>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5" name="Freeform: Shape 124">
            <a:extLst>
              <a:ext uri="{FF2B5EF4-FFF2-40B4-BE49-F238E27FC236}">
                <a16:creationId xmlns:a16="http://schemas.microsoft.com/office/drawing/2014/main" id="{F8F39763-D7F1-A97B-079C-50A40B5FC99B}"/>
              </a:ext>
            </a:extLst>
          </p:cNvPr>
          <p:cNvSpPr/>
          <p:nvPr/>
        </p:nvSpPr>
        <p:spPr>
          <a:xfrm>
            <a:off x="2418687" y="5015450"/>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6" name="Freeform: Shape 125">
            <a:extLst>
              <a:ext uri="{FF2B5EF4-FFF2-40B4-BE49-F238E27FC236}">
                <a16:creationId xmlns:a16="http://schemas.microsoft.com/office/drawing/2014/main" id="{5E2DFC8F-205D-EE2F-BBF5-82CEDD4BE29D}"/>
              </a:ext>
            </a:extLst>
          </p:cNvPr>
          <p:cNvSpPr/>
          <p:nvPr/>
        </p:nvSpPr>
        <p:spPr>
          <a:xfrm>
            <a:off x="2442603" y="4960421"/>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7" name="Freeform: Shape 126">
            <a:extLst>
              <a:ext uri="{FF2B5EF4-FFF2-40B4-BE49-F238E27FC236}">
                <a16:creationId xmlns:a16="http://schemas.microsoft.com/office/drawing/2014/main" id="{4AD38662-3EBE-B33D-DC4B-D6F23C115AE7}"/>
              </a:ext>
            </a:extLst>
          </p:cNvPr>
          <p:cNvSpPr/>
          <p:nvPr/>
        </p:nvSpPr>
        <p:spPr>
          <a:xfrm>
            <a:off x="2309190" y="5015445"/>
            <a:ext cx="96808" cy="97820"/>
          </a:xfrm>
          <a:custGeom>
            <a:avLst/>
            <a:gdLst>
              <a:gd name="connsiteX0" fmla="*/ 225880 w 252470"/>
              <a:gd name="connsiteY0" fmla="*/ 48614 h 255109"/>
              <a:gd name="connsiteX1" fmla="*/ 212869 w 252470"/>
              <a:gd name="connsiteY1" fmla="*/ 28556 h 255109"/>
              <a:gd name="connsiteX2" fmla="*/ 165977 w 252470"/>
              <a:gd name="connsiteY2" fmla="*/ 5644 h 255109"/>
              <a:gd name="connsiteX3" fmla="*/ 126212 w 252470"/>
              <a:gd name="connsiteY3" fmla="*/ 0 h 255109"/>
              <a:gd name="connsiteX4" fmla="*/ 86590 w 252470"/>
              <a:gd name="connsiteY4" fmla="*/ 5612 h 255109"/>
              <a:gd name="connsiteX5" fmla="*/ 39555 w 252470"/>
              <a:gd name="connsiteY5" fmla="*/ 28556 h 255109"/>
              <a:gd name="connsiteX6" fmla="*/ 26544 w 252470"/>
              <a:gd name="connsiteY6" fmla="*/ 48614 h 255109"/>
              <a:gd name="connsiteX7" fmla="*/ 26225 w 252470"/>
              <a:gd name="connsiteY7" fmla="*/ 50209 h 255109"/>
              <a:gd name="connsiteX8" fmla="*/ 156 w 252470"/>
              <a:gd name="connsiteY8" fmla="*/ 236949 h 255109"/>
              <a:gd name="connsiteX9" fmla="*/ 13725 w 252470"/>
              <a:gd name="connsiteY9" fmla="*/ 254950 h 255109"/>
              <a:gd name="connsiteX10" fmla="*/ 15957 w 252470"/>
              <a:gd name="connsiteY10" fmla="*/ 255109 h 255109"/>
              <a:gd name="connsiteX11" fmla="*/ 31726 w 252470"/>
              <a:gd name="connsiteY11" fmla="*/ 241381 h 255109"/>
              <a:gd name="connsiteX12" fmla="*/ 57667 w 252470"/>
              <a:gd name="connsiteY12" fmla="*/ 55709 h 255109"/>
              <a:gd name="connsiteX13" fmla="*/ 58688 w 252470"/>
              <a:gd name="connsiteY13" fmla="*/ 54115 h 255109"/>
              <a:gd name="connsiteX14" fmla="*/ 94897 w 252470"/>
              <a:gd name="connsiteY14" fmla="*/ 36449 h 255109"/>
              <a:gd name="connsiteX15" fmla="*/ 126212 w 252470"/>
              <a:gd name="connsiteY15" fmla="*/ 31889 h 255109"/>
              <a:gd name="connsiteX16" fmla="*/ 157606 w 252470"/>
              <a:gd name="connsiteY16" fmla="*/ 36433 h 255109"/>
              <a:gd name="connsiteX17" fmla="*/ 193736 w 252470"/>
              <a:gd name="connsiteY17" fmla="*/ 54067 h 255109"/>
              <a:gd name="connsiteX18" fmla="*/ 194757 w 252470"/>
              <a:gd name="connsiteY18" fmla="*/ 55662 h 255109"/>
              <a:gd name="connsiteX19" fmla="*/ 220730 w 252470"/>
              <a:gd name="connsiteY19" fmla="*/ 241333 h 255109"/>
              <a:gd name="connsiteX20" fmla="*/ 236499 w 252470"/>
              <a:gd name="connsiteY20" fmla="*/ 255061 h 255109"/>
              <a:gd name="connsiteX21" fmla="*/ 238731 w 252470"/>
              <a:gd name="connsiteY21" fmla="*/ 254902 h 255109"/>
              <a:gd name="connsiteX22" fmla="*/ 252316 w 252470"/>
              <a:gd name="connsiteY22" fmla="*/ 236906 h 255109"/>
              <a:gd name="connsiteX23" fmla="*/ 252316 w 252470"/>
              <a:gd name="connsiteY23" fmla="*/ 236901 h 255109"/>
              <a:gd name="connsiteX24" fmla="*/ 226199 w 252470"/>
              <a:gd name="connsiteY24" fmla="*/ 50257 h 255109"/>
              <a:gd name="connsiteX25" fmla="*/ 225880 w 252470"/>
              <a:gd name="connsiteY25" fmla="*/ 48614 h 25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2470" h="255109">
                <a:moveTo>
                  <a:pt x="225880" y="48614"/>
                </a:moveTo>
                <a:cubicBezTo>
                  <a:pt x="224035" y="40607"/>
                  <a:pt x="219429" y="33505"/>
                  <a:pt x="212869" y="28556"/>
                </a:cubicBezTo>
                <a:cubicBezTo>
                  <a:pt x="198835" y="18011"/>
                  <a:pt x="182921" y="10235"/>
                  <a:pt x="165977" y="5644"/>
                </a:cubicBezTo>
                <a:cubicBezTo>
                  <a:pt x="153032" y="2003"/>
                  <a:pt x="139659" y="105"/>
                  <a:pt x="126212" y="0"/>
                </a:cubicBezTo>
                <a:cubicBezTo>
                  <a:pt x="112814" y="110"/>
                  <a:pt x="99491" y="1998"/>
                  <a:pt x="86590" y="5612"/>
                </a:cubicBezTo>
                <a:cubicBezTo>
                  <a:pt x="69598" y="10208"/>
                  <a:pt x="53635" y="17993"/>
                  <a:pt x="39555" y="28556"/>
                </a:cubicBezTo>
                <a:cubicBezTo>
                  <a:pt x="32995" y="33505"/>
                  <a:pt x="28388" y="40607"/>
                  <a:pt x="26544" y="48614"/>
                </a:cubicBezTo>
                <a:cubicBezTo>
                  <a:pt x="26417" y="49156"/>
                  <a:pt x="26305" y="49714"/>
                  <a:pt x="26225" y="50209"/>
                </a:cubicBezTo>
                <a:lnTo>
                  <a:pt x="156" y="236949"/>
                </a:lnTo>
                <a:cubicBezTo>
                  <a:pt x="-1065" y="245665"/>
                  <a:pt x="5009" y="253724"/>
                  <a:pt x="13725" y="254950"/>
                </a:cubicBezTo>
                <a:cubicBezTo>
                  <a:pt x="14464" y="255057"/>
                  <a:pt x="15210" y="255111"/>
                  <a:pt x="15957" y="255109"/>
                </a:cubicBezTo>
                <a:cubicBezTo>
                  <a:pt x="23899" y="255100"/>
                  <a:pt x="30622" y="249246"/>
                  <a:pt x="31726" y="241381"/>
                </a:cubicBezTo>
                <a:lnTo>
                  <a:pt x="57667" y="55709"/>
                </a:lnTo>
                <a:cubicBezTo>
                  <a:pt x="57808" y="55073"/>
                  <a:pt x="58169" y="54509"/>
                  <a:pt x="58688" y="54115"/>
                </a:cubicBezTo>
                <a:cubicBezTo>
                  <a:pt x="69528" y="45983"/>
                  <a:pt x="81816" y="39987"/>
                  <a:pt x="94897" y="36449"/>
                </a:cubicBezTo>
                <a:cubicBezTo>
                  <a:pt x="105087" y="33550"/>
                  <a:pt x="115619" y="32016"/>
                  <a:pt x="126212" y="31889"/>
                </a:cubicBezTo>
                <a:cubicBezTo>
                  <a:pt x="136833" y="32000"/>
                  <a:pt x="147391" y="33528"/>
                  <a:pt x="157606" y="36433"/>
                </a:cubicBezTo>
                <a:cubicBezTo>
                  <a:pt x="170660" y="39963"/>
                  <a:pt x="182923" y="45947"/>
                  <a:pt x="193736" y="54067"/>
                </a:cubicBezTo>
                <a:cubicBezTo>
                  <a:pt x="194254" y="54461"/>
                  <a:pt x="194616" y="55025"/>
                  <a:pt x="194757" y="55662"/>
                </a:cubicBezTo>
                <a:lnTo>
                  <a:pt x="220730" y="241333"/>
                </a:lnTo>
                <a:cubicBezTo>
                  <a:pt x="221833" y="249199"/>
                  <a:pt x="228557" y="255052"/>
                  <a:pt x="236499" y="255061"/>
                </a:cubicBezTo>
                <a:cubicBezTo>
                  <a:pt x="237247" y="255063"/>
                  <a:pt x="237991" y="255010"/>
                  <a:pt x="238731" y="254902"/>
                </a:cubicBezTo>
                <a:cubicBezTo>
                  <a:pt x="247453" y="253684"/>
                  <a:pt x="253534" y="245625"/>
                  <a:pt x="252316" y="236906"/>
                </a:cubicBezTo>
                <a:cubicBezTo>
                  <a:pt x="252316" y="236904"/>
                  <a:pt x="252316" y="236902"/>
                  <a:pt x="252316" y="236901"/>
                </a:cubicBezTo>
                <a:lnTo>
                  <a:pt x="226199" y="50257"/>
                </a:lnTo>
                <a:cubicBezTo>
                  <a:pt x="226124" y="49703"/>
                  <a:pt x="226017" y="49155"/>
                  <a:pt x="225880" y="48614"/>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8" name="Freeform: Shape 127">
            <a:extLst>
              <a:ext uri="{FF2B5EF4-FFF2-40B4-BE49-F238E27FC236}">
                <a16:creationId xmlns:a16="http://schemas.microsoft.com/office/drawing/2014/main" id="{EB34C37F-F86F-1276-A1D5-AE9100D37520}"/>
              </a:ext>
            </a:extLst>
          </p:cNvPr>
          <p:cNvSpPr/>
          <p:nvPr/>
        </p:nvSpPr>
        <p:spPr>
          <a:xfrm>
            <a:off x="2333093" y="4960421"/>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4" y="0"/>
                  <a:pt x="0" y="28555"/>
                  <a:pt x="0" y="63777"/>
                </a:cubicBezTo>
                <a:cubicBezTo>
                  <a:pt x="0" y="99000"/>
                  <a:pt x="28554"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9" name="Freeform: Shape 128">
            <a:extLst>
              <a:ext uri="{FF2B5EF4-FFF2-40B4-BE49-F238E27FC236}">
                <a16:creationId xmlns:a16="http://schemas.microsoft.com/office/drawing/2014/main" id="{ED1B9061-7252-80A6-7EE7-C27F07AD1818}"/>
              </a:ext>
            </a:extLst>
          </p:cNvPr>
          <p:cNvSpPr/>
          <p:nvPr/>
        </p:nvSpPr>
        <p:spPr>
          <a:xfrm>
            <a:off x="2448716" y="5046013"/>
            <a:ext cx="36682" cy="158694"/>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0" name="Freeform: Shape 129">
            <a:extLst>
              <a:ext uri="{FF2B5EF4-FFF2-40B4-BE49-F238E27FC236}">
                <a16:creationId xmlns:a16="http://schemas.microsoft.com/office/drawing/2014/main" id="{6F6ADEFB-2657-17BB-048C-15311BAB248A}"/>
              </a:ext>
            </a:extLst>
          </p:cNvPr>
          <p:cNvSpPr/>
          <p:nvPr/>
        </p:nvSpPr>
        <p:spPr>
          <a:xfrm>
            <a:off x="2315186" y="5046013"/>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4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4"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1" name="Freeform: Shape 130">
            <a:extLst>
              <a:ext uri="{FF2B5EF4-FFF2-40B4-BE49-F238E27FC236}">
                <a16:creationId xmlns:a16="http://schemas.microsoft.com/office/drawing/2014/main" id="{F61AF945-0204-BA52-9417-9A6A3B98590E}"/>
              </a:ext>
            </a:extLst>
          </p:cNvPr>
          <p:cNvSpPr/>
          <p:nvPr/>
        </p:nvSpPr>
        <p:spPr>
          <a:xfrm>
            <a:off x="2638781" y="5015450"/>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2" name="Freeform: Shape 131">
            <a:extLst>
              <a:ext uri="{FF2B5EF4-FFF2-40B4-BE49-F238E27FC236}">
                <a16:creationId xmlns:a16="http://schemas.microsoft.com/office/drawing/2014/main" id="{1AAAA9DA-8388-B193-C5FD-C0D9DF4CE427}"/>
              </a:ext>
            </a:extLst>
          </p:cNvPr>
          <p:cNvSpPr/>
          <p:nvPr/>
        </p:nvSpPr>
        <p:spPr>
          <a:xfrm>
            <a:off x="2662697" y="4960421"/>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3" name="Freeform: Shape 132">
            <a:extLst>
              <a:ext uri="{FF2B5EF4-FFF2-40B4-BE49-F238E27FC236}">
                <a16:creationId xmlns:a16="http://schemas.microsoft.com/office/drawing/2014/main" id="{BFB558EE-313E-762C-A781-D160A8CBE2FE}"/>
              </a:ext>
            </a:extLst>
          </p:cNvPr>
          <p:cNvSpPr/>
          <p:nvPr/>
        </p:nvSpPr>
        <p:spPr>
          <a:xfrm>
            <a:off x="2529285" y="5015450"/>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4" name="Freeform: Shape 133">
            <a:extLst>
              <a:ext uri="{FF2B5EF4-FFF2-40B4-BE49-F238E27FC236}">
                <a16:creationId xmlns:a16="http://schemas.microsoft.com/office/drawing/2014/main" id="{6EB81F62-2347-FA16-6DE6-F487F7DEED0E}"/>
              </a:ext>
            </a:extLst>
          </p:cNvPr>
          <p:cNvSpPr/>
          <p:nvPr/>
        </p:nvSpPr>
        <p:spPr>
          <a:xfrm>
            <a:off x="2553188" y="4960421"/>
            <a:ext cx="48909" cy="48909"/>
          </a:xfrm>
          <a:custGeom>
            <a:avLst/>
            <a:gdLst>
              <a:gd name="connsiteX0" fmla="*/ 63777 w 127554"/>
              <a:gd name="connsiteY0" fmla="*/ 0 h 127554"/>
              <a:gd name="connsiteX1" fmla="*/ 0 w 127554"/>
              <a:gd name="connsiteY1" fmla="*/ 63777 h 127554"/>
              <a:gd name="connsiteX2" fmla="*/ 63777 w 127554"/>
              <a:gd name="connsiteY2" fmla="*/ 127555 h 127554"/>
              <a:gd name="connsiteX3" fmla="*/ 127555 w 127554"/>
              <a:gd name="connsiteY3" fmla="*/ 63777 h 127554"/>
              <a:gd name="connsiteX4" fmla="*/ 63777 w 127554"/>
              <a:gd name="connsiteY4" fmla="*/ 0 h 127554"/>
              <a:gd name="connsiteX5" fmla="*/ 63777 w 127554"/>
              <a:gd name="connsiteY5" fmla="*/ 95666 h 127554"/>
              <a:gd name="connsiteX6" fmla="*/ 31889 w 127554"/>
              <a:gd name="connsiteY6" fmla="*/ 63777 h 127554"/>
              <a:gd name="connsiteX7" fmla="*/ 63777 w 127554"/>
              <a:gd name="connsiteY7" fmla="*/ 31889 h 127554"/>
              <a:gd name="connsiteX8" fmla="*/ 95666 w 127554"/>
              <a:gd name="connsiteY8" fmla="*/ 63777 h 127554"/>
              <a:gd name="connsiteX9" fmla="*/ 63777 w 127554"/>
              <a:gd name="connsiteY9" fmla="*/ 95666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0"/>
                </a:moveTo>
                <a:cubicBezTo>
                  <a:pt x="28555" y="0"/>
                  <a:pt x="0" y="28555"/>
                  <a:pt x="0" y="63777"/>
                </a:cubicBezTo>
                <a:cubicBezTo>
                  <a:pt x="0" y="99000"/>
                  <a:pt x="28555" y="127555"/>
                  <a:pt x="63777" y="127555"/>
                </a:cubicBezTo>
                <a:cubicBezTo>
                  <a:pt x="99000" y="127555"/>
                  <a:pt x="127555" y="99000"/>
                  <a:pt x="127555" y="63777"/>
                </a:cubicBezTo>
                <a:cubicBezTo>
                  <a:pt x="127555" y="28555"/>
                  <a:pt x="99000" y="0"/>
                  <a:pt x="63777" y="0"/>
                </a:cubicBezTo>
                <a:close/>
                <a:moveTo>
                  <a:pt x="63777" y="95666"/>
                </a:moveTo>
                <a:cubicBezTo>
                  <a:pt x="46165" y="95666"/>
                  <a:pt x="31889" y="81389"/>
                  <a:pt x="31889" y="63777"/>
                </a:cubicBezTo>
                <a:cubicBezTo>
                  <a:pt x="31889" y="46165"/>
                  <a:pt x="46165" y="31889"/>
                  <a:pt x="63777" y="31889"/>
                </a:cubicBezTo>
                <a:cubicBezTo>
                  <a:pt x="81389" y="31889"/>
                  <a:pt x="95666" y="46165"/>
                  <a:pt x="95666" y="63777"/>
                </a:cubicBezTo>
                <a:cubicBezTo>
                  <a:pt x="95666" y="81389"/>
                  <a:pt x="81389" y="95666"/>
                  <a:pt x="63777" y="95666"/>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5" name="Freeform: Shape 134">
            <a:extLst>
              <a:ext uri="{FF2B5EF4-FFF2-40B4-BE49-F238E27FC236}">
                <a16:creationId xmlns:a16="http://schemas.microsoft.com/office/drawing/2014/main" id="{243C958A-1C2D-C619-DE92-E5E62364A226}"/>
              </a:ext>
            </a:extLst>
          </p:cNvPr>
          <p:cNvSpPr/>
          <p:nvPr/>
        </p:nvSpPr>
        <p:spPr>
          <a:xfrm>
            <a:off x="2668811" y="5046013"/>
            <a:ext cx="36682" cy="158694"/>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6" name="Freeform: Shape 135">
            <a:extLst>
              <a:ext uri="{FF2B5EF4-FFF2-40B4-BE49-F238E27FC236}">
                <a16:creationId xmlns:a16="http://schemas.microsoft.com/office/drawing/2014/main" id="{A7E71998-4E76-ADF9-1C6F-287FA14B7911}"/>
              </a:ext>
            </a:extLst>
          </p:cNvPr>
          <p:cNvSpPr/>
          <p:nvPr/>
        </p:nvSpPr>
        <p:spPr>
          <a:xfrm>
            <a:off x="2535281" y="5046013"/>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7" name="Freeform: Shape 136">
            <a:extLst>
              <a:ext uri="{FF2B5EF4-FFF2-40B4-BE49-F238E27FC236}">
                <a16:creationId xmlns:a16="http://schemas.microsoft.com/office/drawing/2014/main" id="{544CC555-8FCC-336D-613D-69989F6991EC}"/>
              </a:ext>
            </a:extLst>
          </p:cNvPr>
          <p:cNvSpPr/>
          <p:nvPr/>
        </p:nvSpPr>
        <p:spPr>
          <a:xfrm>
            <a:off x="2418687" y="4746446"/>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8" name="Freeform: Shape 137">
            <a:extLst>
              <a:ext uri="{FF2B5EF4-FFF2-40B4-BE49-F238E27FC236}">
                <a16:creationId xmlns:a16="http://schemas.microsoft.com/office/drawing/2014/main" id="{0DFB8A74-62BA-436C-112F-C82672813873}"/>
              </a:ext>
            </a:extLst>
          </p:cNvPr>
          <p:cNvSpPr/>
          <p:nvPr/>
        </p:nvSpPr>
        <p:spPr>
          <a:xfrm>
            <a:off x="2442603" y="4691417"/>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9" name="Freeform: Shape 138">
            <a:extLst>
              <a:ext uri="{FF2B5EF4-FFF2-40B4-BE49-F238E27FC236}">
                <a16:creationId xmlns:a16="http://schemas.microsoft.com/office/drawing/2014/main" id="{488D463A-8EDC-560F-978F-B59F103C5B71}"/>
              </a:ext>
            </a:extLst>
          </p:cNvPr>
          <p:cNvSpPr/>
          <p:nvPr/>
        </p:nvSpPr>
        <p:spPr>
          <a:xfrm>
            <a:off x="2448716" y="4777009"/>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0" name="Freeform: Shape 139">
            <a:extLst>
              <a:ext uri="{FF2B5EF4-FFF2-40B4-BE49-F238E27FC236}">
                <a16:creationId xmlns:a16="http://schemas.microsoft.com/office/drawing/2014/main" id="{2A5F7CFF-6659-7924-A5BC-877C7F7D7120}"/>
              </a:ext>
            </a:extLst>
          </p:cNvPr>
          <p:cNvSpPr/>
          <p:nvPr/>
        </p:nvSpPr>
        <p:spPr>
          <a:xfrm>
            <a:off x="2638781" y="4746446"/>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1" name="Freeform: Shape 140">
            <a:extLst>
              <a:ext uri="{FF2B5EF4-FFF2-40B4-BE49-F238E27FC236}">
                <a16:creationId xmlns:a16="http://schemas.microsoft.com/office/drawing/2014/main" id="{06463112-C1DB-FA70-B82E-3183059878DB}"/>
              </a:ext>
            </a:extLst>
          </p:cNvPr>
          <p:cNvSpPr/>
          <p:nvPr/>
        </p:nvSpPr>
        <p:spPr>
          <a:xfrm>
            <a:off x="2662697" y="4691417"/>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2" name="Freeform: Shape 141">
            <a:extLst>
              <a:ext uri="{FF2B5EF4-FFF2-40B4-BE49-F238E27FC236}">
                <a16:creationId xmlns:a16="http://schemas.microsoft.com/office/drawing/2014/main" id="{2376487C-C6DB-758E-9611-4BBCCDB54771}"/>
              </a:ext>
            </a:extLst>
          </p:cNvPr>
          <p:cNvSpPr/>
          <p:nvPr/>
        </p:nvSpPr>
        <p:spPr>
          <a:xfrm>
            <a:off x="2529285" y="4746446"/>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3" name="Freeform: Shape 142">
            <a:extLst>
              <a:ext uri="{FF2B5EF4-FFF2-40B4-BE49-F238E27FC236}">
                <a16:creationId xmlns:a16="http://schemas.microsoft.com/office/drawing/2014/main" id="{358CC620-59C7-5324-0EE4-479E226E777F}"/>
              </a:ext>
            </a:extLst>
          </p:cNvPr>
          <p:cNvSpPr/>
          <p:nvPr/>
        </p:nvSpPr>
        <p:spPr>
          <a:xfrm>
            <a:off x="2553188" y="4691417"/>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4" name="Freeform: Shape 143">
            <a:extLst>
              <a:ext uri="{FF2B5EF4-FFF2-40B4-BE49-F238E27FC236}">
                <a16:creationId xmlns:a16="http://schemas.microsoft.com/office/drawing/2014/main" id="{50461DCA-FA86-9DAC-489E-64B4CCA1EC67}"/>
              </a:ext>
            </a:extLst>
          </p:cNvPr>
          <p:cNvSpPr/>
          <p:nvPr/>
        </p:nvSpPr>
        <p:spPr>
          <a:xfrm>
            <a:off x="2668811" y="4777009"/>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5" name="Freeform: Shape 144">
            <a:extLst>
              <a:ext uri="{FF2B5EF4-FFF2-40B4-BE49-F238E27FC236}">
                <a16:creationId xmlns:a16="http://schemas.microsoft.com/office/drawing/2014/main" id="{DE6BE57D-5412-84AE-8B02-26D4EF2F1BBE}"/>
              </a:ext>
            </a:extLst>
          </p:cNvPr>
          <p:cNvSpPr/>
          <p:nvPr/>
        </p:nvSpPr>
        <p:spPr>
          <a:xfrm>
            <a:off x="2535281" y="4777009"/>
            <a:ext cx="84730" cy="158957"/>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6" name="Freeform: Shape 145">
            <a:extLst>
              <a:ext uri="{FF2B5EF4-FFF2-40B4-BE49-F238E27FC236}">
                <a16:creationId xmlns:a16="http://schemas.microsoft.com/office/drawing/2014/main" id="{ECC0A669-A180-5E42-19B2-B4570CD4777A}"/>
              </a:ext>
            </a:extLst>
          </p:cNvPr>
          <p:cNvSpPr/>
          <p:nvPr/>
        </p:nvSpPr>
        <p:spPr>
          <a:xfrm>
            <a:off x="2749379" y="5015450"/>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7" name="Freeform: Shape 146">
            <a:extLst>
              <a:ext uri="{FF2B5EF4-FFF2-40B4-BE49-F238E27FC236}">
                <a16:creationId xmlns:a16="http://schemas.microsoft.com/office/drawing/2014/main" id="{BFFCC9CC-EC92-391B-1D91-6777741FD631}"/>
              </a:ext>
            </a:extLst>
          </p:cNvPr>
          <p:cNvSpPr/>
          <p:nvPr/>
        </p:nvSpPr>
        <p:spPr>
          <a:xfrm>
            <a:off x="2773282" y="4960421"/>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8" name="Freeform: Shape 147">
            <a:extLst>
              <a:ext uri="{FF2B5EF4-FFF2-40B4-BE49-F238E27FC236}">
                <a16:creationId xmlns:a16="http://schemas.microsoft.com/office/drawing/2014/main" id="{24A6F850-4F86-8C60-F840-2A6BECBB94EA}"/>
              </a:ext>
            </a:extLst>
          </p:cNvPr>
          <p:cNvSpPr/>
          <p:nvPr/>
        </p:nvSpPr>
        <p:spPr>
          <a:xfrm>
            <a:off x="2755375" y="5046013"/>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9" name="Freeform: Shape 148">
            <a:extLst>
              <a:ext uri="{FF2B5EF4-FFF2-40B4-BE49-F238E27FC236}">
                <a16:creationId xmlns:a16="http://schemas.microsoft.com/office/drawing/2014/main" id="{B8119B87-EA90-09E8-AE0C-092FC303E97F}"/>
              </a:ext>
            </a:extLst>
          </p:cNvPr>
          <p:cNvSpPr/>
          <p:nvPr/>
        </p:nvSpPr>
        <p:spPr>
          <a:xfrm>
            <a:off x="2410204" y="5338561"/>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0" name="Freeform: Shape 149">
            <a:extLst>
              <a:ext uri="{FF2B5EF4-FFF2-40B4-BE49-F238E27FC236}">
                <a16:creationId xmlns:a16="http://schemas.microsoft.com/office/drawing/2014/main" id="{86983022-4A29-AA64-887C-EE8E04622BA1}"/>
              </a:ext>
            </a:extLst>
          </p:cNvPr>
          <p:cNvSpPr/>
          <p:nvPr/>
        </p:nvSpPr>
        <p:spPr>
          <a:xfrm>
            <a:off x="2434120" y="5283531"/>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1" name="Freeform: Shape 150">
            <a:extLst>
              <a:ext uri="{FF2B5EF4-FFF2-40B4-BE49-F238E27FC236}">
                <a16:creationId xmlns:a16="http://schemas.microsoft.com/office/drawing/2014/main" id="{9C657B79-BFB0-3F5A-9DF9-0103770B2A51}"/>
              </a:ext>
            </a:extLst>
          </p:cNvPr>
          <p:cNvSpPr/>
          <p:nvPr/>
        </p:nvSpPr>
        <p:spPr>
          <a:xfrm>
            <a:off x="2440234" y="5369123"/>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2" name="Freeform: Shape 151">
            <a:extLst>
              <a:ext uri="{FF2B5EF4-FFF2-40B4-BE49-F238E27FC236}">
                <a16:creationId xmlns:a16="http://schemas.microsoft.com/office/drawing/2014/main" id="{A400B24C-F329-17E5-4A9E-088DC74AA2DE}"/>
              </a:ext>
            </a:extLst>
          </p:cNvPr>
          <p:cNvSpPr/>
          <p:nvPr/>
        </p:nvSpPr>
        <p:spPr>
          <a:xfrm>
            <a:off x="2630298" y="5338561"/>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3" name="Freeform: Shape 152">
            <a:extLst>
              <a:ext uri="{FF2B5EF4-FFF2-40B4-BE49-F238E27FC236}">
                <a16:creationId xmlns:a16="http://schemas.microsoft.com/office/drawing/2014/main" id="{CEC16CD2-13DF-2557-6081-9CF55767205A}"/>
              </a:ext>
            </a:extLst>
          </p:cNvPr>
          <p:cNvSpPr/>
          <p:nvPr/>
        </p:nvSpPr>
        <p:spPr>
          <a:xfrm>
            <a:off x="2654214" y="5283531"/>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4" name="Freeform: Shape 153">
            <a:extLst>
              <a:ext uri="{FF2B5EF4-FFF2-40B4-BE49-F238E27FC236}">
                <a16:creationId xmlns:a16="http://schemas.microsoft.com/office/drawing/2014/main" id="{8E4370B0-4D23-73ED-C290-3E90C53673C8}"/>
              </a:ext>
            </a:extLst>
          </p:cNvPr>
          <p:cNvSpPr/>
          <p:nvPr/>
        </p:nvSpPr>
        <p:spPr>
          <a:xfrm>
            <a:off x="2520802" y="5338561"/>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5" name="Freeform: Shape 154">
            <a:extLst>
              <a:ext uri="{FF2B5EF4-FFF2-40B4-BE49-F238E27FC236}">
                <a16:creationId xmlns:a16="http://schemas.microsoft.com/office/drawing/2014/main" id="{746DE44D-154D-1D24-757F-4CCD9AA4E63F}"/>
              </a:ext>
            </a:extLst>
          </p:cNvPr>
          <p:cNvSpPr/>
          <p:nvPr/>
        </p:nvSpPr>
        <p:spPr>
          <a:xfrm>
            <a:off x="2544705" y="5283531"/>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6" name="Freeform: Shape 155">
            <a:extLst>
              <a:ext uri="{FF2B5EF4-FFF2-40B4-BE49-F238E27FC236}">
                <a16:creationId xmlns:a16="http://schemas.microsoft.com/office/drawing/2014/main" id="{852156C9-1636-0336-B977-41464BA975DD}"/>
              </a:ext>
            </a:extLst>
          </p:cNvPr>
          <p:cNvSpPr/>
          <p:nvPr/>
        </p:nvSpPr>
        <p:spPr>
          <a:xfrm>
            <a:off x="2660328" y="5369123"/>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7" name="Freeform: Shape 156">
            <a:extLst>
              <a:ext uri="{FF2B5EF4-FFF2-40B4-BE49-F238E27FC236}">
                <a16:creationId xmlns:a16="http://schemas.microsoft.com/office/drawing/2014/main" id="{5D96B932-4AF8-ECEC-6585-7EDBCA3B1F9A}"/>
              </a:ext>
            </a:extLst>
          </p:cNvPr>
          <p:cNvSpPr/>
          <p:nvPr/>
        </p:nvSpPr>
        <p:spPr>
          <a:xfrm>
            <a:off x="2526798" y="5369123"/>
            <a:ext cx="84730" cy="158957"/>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8" name="Freeform: Shape 157">
            <a:extLst>
              <a:ext uri="{FF2B5EF4-FFF2-40B4-BE49-F238E27FC236}">
                <a16:creationId xmlns:a16="http://schemas.microsoft.com/office/drawing/2014/main" id="{B541ED13-9941-577D-B87F-840E16358D8C}"/>
              </a:ext>
            </a:extLst>
          </p:cNvPr>
          <p:cNvSpPr/>
          <p:nvPr/>
        </p:nvSpPr>
        <p:spPr>
          <a:xfrm>
            <a:off x="2378431" y="3781190"/>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9" name="Freeform: Shape 158">
            <a:extLst>
              <a:ext uri="{FF2B5EF4-FFF2-40B4-BE49-F238E27FC236}">
                <a16:creationId xmlns:a16="http://schemas.microsoft.com/office/drawing/2014/main" id="{3441CAFC-D56B-1B95-B893-FD881EDDDA4B}"/>
              </a:ext>
            </a:extLst>
          </p:cNvPr>
          <p:cNvSpPr/>
          <p:nvPr/>
        </p:nvSpPr>
        <p:spPr>
          <a:xfrm>
            <a:off x="2402347" y="3726160"/>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0" name="Freeform: Shape 159">
            <a:extLst>
              <a:ext uri="{FF2B5EF4-FFF2-40B4-BE49-F238E27FC236}">
                <a16:creationId xmlns:a16="http://schemas.microsoft.com/office/drawing/2014/main" id="{024ED6AB-DB91-E562-5DFF-C8C1852F2F32}"/>
              </a:ext>
            </a:extLst>
          </p:cNvPr>
          <p:cNvSpPr/>
          <p:nvPr/>
        </p:nvSpPr>
        <p:spPr>
          <a:xfrm>
            <a:off x="2408460" y="3811752"/>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1" name="Freeform: Shape 160">
            <a:extLst>
              <a:ext uri="{FF2B5EF4-FFF2-40B4-BE49-F238E27FC236}">
                <a16:creationId xmlns:a16="http://schemas.microsoft.com/office/drawing/2014/main" id="{AC71C922-6A32-6FFC-6B3D-9DC0C0F64702}"/>
              </a:ext>
            </a:extLst>
          </p:cNvPr>
          <p:cNvSpPr/>
          <p:nvPr/>
        </p:nvSpPr>
        <p:spPr>
          <a:xfrm>
            <a:off x="2598525" y="3781190"/>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2" name="Freeform: Shape 161">
            <a:extLst>
              <a:ext uri="{FF2B5EF4-FFF2-40B4-BE49-F238E27FC236}">
                <a16:creationId xmlns:a16="http://schemas.microsoft.com/office/drawing/2014/main" id="{DF4930BA-0EFC-11B8-F1D8-3F764BD481E8}"/>
              </a:ext>
            </a:extLst>
          </p:cNvPr>
          <p:cNvSpPr/>
          <p:nvPr/>
        </p:nvSpPr>
        <p:spPr>
          <a:xfrm>
            <a:off x="2622441" y="3726160"/>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3" name="Freeform: Shape 162">
            <a:extLst>
              <a:ext uri="{FF2B5EF4-FFF2-40B4-BE49-F238E27FC236}">
                <a16:creationId xmlns:a16="http://schemas.microsoft.com/office/drawing/2014/main" id="{6B681BC0-5639-9FBE-90FD-2B57186FC40C}"/>
              </a:ext>
            </a:extLst>
          </p:cNvPr>
          <p:cNvSpPr/>
          <p:nvPr/>
        </p:nvSpPr>
        <p:spPr>
          <a:xfrm>
            <a:off x="2489029" y="3781190"/>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4" name="Freeform: Shape 163">
            <a:extLst>
              <a:ext uri="{FF2B5EF4-FFF2-40B4-BE49-F238E27FC236}">
                <a16:creationId xmlns:a16="http://schemas.microsoft.com/office/drawing/2014/main" id="{8BAB5D6F-8362-E2F7-11DF-58BFAC480127}"/>
              </a:ext>
            </a:extLst>
          </p:cNvPr>
          <p:cNvSpPr/>
          <p:nvPr/>
        </p:nvSpPr>
        <p:spPr>
          <a:xfrm>
            <a:off x="2512932" y="3726160"/>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5" name="Freeform: Shape 164">
            <a:extLst>
              <a:ext uri="{FF2B5EF4-FFF2-40B4-BE49-F238E27FC236}">
                <a16:creationId xmlns:a16="http://schemas.microsoft.com/office/drawing/2014/main" id="{A084A71C-C624-AA38-5682-597BA781717D}"/>
              </a:ext>
            </a:extLst>
          </p:cNvPr>
          <p:cNvSpPr/>
          <p:nvPr/>
        </p:nvSpPr>
        <p:spPr>
          <a:xfrm>
            <a:off x="2628555" y="3811752"/>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6" name="Freeform: Shape 165">
            <a:extLst>
              <a:ext uri="{FF2B5EF4-FFF2-40B4-BE49-F238E27FC236}">
                <a16:creationId xmlns:a16="http://schemas.microsoft.com/office/drawing/2014/main" id="{7E67F3BB-EF4A-1015-924A-B084D2C18571}"/>
              </a:ext>
            </a:extLst>
          </p:cNvPr>
          <p:cNvSpPr/>
          <p:nvPr/>
        </p:nvSpPr>
        <p:spPr>
          <a:xfrm>
            <a:off x="2495025" y="3811752"/>
            <a:ext cx="84730" cy="158957"/>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cxnSp>
        <p:nvCxnSpPr>
          <p:cNvPr id="167" name="Straight Connector 166">
            <a:extLst>
              <a:ext uri="{FF2B5EF4-FFF2-40B4-BE49-F238E27FC236}">
                <a16:creationId xmlns:a16="http://schemas.microsoft.com/office/drawing/2014/main" id="{763DC080-F834-7D8D-5142-F173D5FBEC67}"/>
              </a:ext>
            </a:extLst>
          </p:cNvPr>
          <p:cNvCxnSpPr>
            <a:cxnSpLocks/>
          </p:cNvCxnSpPr>
          <p:nvPr/>
        </p:nvCxnSpPr>
        <p:spPr>
          <a:xfrm>
            <a:off x="1308091" y="4622869"/>
            <a:ext cx="703728" cy="0"/>
          </a:xfrm>
          <a:prstGeom prst="line">
            <a:avLst/>
          </a:prstGeom>
          <a:ln>
            <a:solidFill>
              <a:srgbClr val="FFFF00"/>
            </a:solidFill>
            <a:prstDash val="lgDash"/>
          </a:ln>
        </p:spPr>
        <p:style>
          <a:lnRef idx="2">
            <a:schemeClr val="accent1"/>
          </a:lnRef>
          <a:fillRef idx="0">
            <a:schemeClr val="accent1"/>
          </a:fillRef>
          <a:effectRef idx="1">
            <a:schemeClr val="accent1"/>
          </a:effectRef>
          <a:fontRef idx="minor">
            <a:schemeClr val="tx1"/>
          </a:fontRef>
        </p:style>
      </p:cxnSp>
      <p:cxnSp>
        <p:nvCxnSpPr>
          <p:cNvPr id="170" name="Straight Connector 169">
            <a:extLst>
              <a:ext uri="{FF2B5EF4-FFF2-40B4-BE49-F238E27FC236}">
                <a16:creationId xmlns:a16="http://schemas.microsoft.com/office/drawing/2014/main" id="{B43AC503-1CC7-B728-FE86-D71E4EA0CB5F}"/>
              </a:ext>
            </a:extLst>
          </p:cNvPr>
          <p:cNvCxnSpPr>
            <a:cxnSpLocks/>
          </p:cNvCxnSpPr>
          <p:nvPr/>
        </p:nvCxnSpPr>
        <p:spPr>
          <a:xfrm>
            <a:off x="2309190" y="4626271"/>
            <a:ext cx="703728" cy="0"/>
          </a:xfrm>
          <a:prstGeom prst="line">
            <a:avLst/>
          </a:prstGeom>
          <a:ln>
            <a:solidFill>
              <a:srgbClr val="FFFF00"/>
            </a:solidFill>
            <a:prstDash val="lgDash"/>
          </a:ln>
        </p:spPr>
        <p:style>
          <a:lnRef idx="2">
            <a:schemeClr val="accent1"/>
          </a:lnRef>
          <a:fillRef idx="0">
            <a:schemeClr val="accent1"/>
          </a:fillRef>
          <a:effectRef idx="1">
            <a:schemeClr val="accent1"/>
          </a:effectRef>
          <a:fontRef idx="minor">
            <a:schemeClr val="tx1"/>
          </a:fontRef>
        </p:style>
      </p:cxnSp>
      <p:cxnSp>
        <p:nvCxnSpPr>
          <p:cNvPr id="201" name="Straight Connector 200">
            <a:extLst>
              <a:ext uri="{FF2B5EF4-FFF2-40B4-BE49-F238E27FC236}">
                <a16:creationId xmlns:a16="http://schemas.microsoft.com/office/drawing/2014/main" id="{2E0BC56A-EA78-597F-7CD4-6489437FCE25}"/>
              </a:ext>
            </a:extLst>
          </p:cNvPr>
          <p:cNvCxnSpPr>
            <a:cxnSpLocks/>
          </p:cNvCxnSpPr>
          <p:nvPr/>
        </p:nvCxnSpPr>
        <p:spPr>
          <a:xfrm>
            <a:off x="3648317" y="4848216"/>
            <a:ext cx="672276" cy="0"/>
          </a:xfrm>
          <a:prstGeom prst="line">
            <a:avLst/>
          </a:prstGeom>
          <a:ln>
            <a:solidFill>
              <a:schemeClr val="bg1"/>
            </a:solidFill>
            <a:prstDash val="lgDash"/>
          </a:ln>
        </p:spPr>
        <p:style>
          <a:lnRef idx="2">
            <a:schemeClr val="accent1"/>
          </a:lnRef>
          <a:fillRef idx="0">
            <a:schemeClr val="accent1"/>
          </a:fillRef>
          <a:effectRef idx="1">
            <a:schemeClr val="accent1"/>
          </a:effectRef>
          <a:fontRef idx="minor">
            <a:schemeClr val="tx1"/>
          </a:fontRef>
        </p:style>
      </p:cxnSp>
      <p:cxnSp>
        <p:nvCxnSpPr>
          <p:cNvPr id="202" name="Straight Connector 201">
            <a:extLst>
              <a:ext uri="{FF2B5EF4-FFF2-40B4-BE49-F238E27FC236}">
                <a16:creationId xmlns:a16="http://schemas.microsoft.com/office/drawing/2014/main" id="{2C87F383-4CAE-1325-C360-E968902C8A3B}"/>
              </a:ext>
            </a:extLst>
          </p:cNvPr>
          <p:cNvCxnSpPr>
            <a:cxnSpLocks/>
          </p:cNvCxnSpPr>
          <p:nvPr/>
        </p:nvCxnSpPr>
        <p:spPr>
          <a:xfrm>
            <a:off x="4331356" y="4568857"/>
            <a:ext cx="672276" cy="0"/>
          </a:xfrm>
          <a:prstGeom prst="line">
            <a:avLst/>
          </a:prstGeom>
          <a:ln>
            <a:solidFill>
              <a:schemeClr val="bg1"/>
            </a:solidFill>
            <a:prstDash val="lgDash"/>
          </a:ln>
        </p:spPr>
        <p:style>
          <a:lnRef idx="2">
            <a:schemeClr val="accent1"/>
          </a:lnRef>
          <a:fillRef idx="0">
            <a:schemeClr val="accent1"/>
          </a:fillRef>
          <a:effectRef idx="1">
            <a:schemeClr val="accent1"/>
          </a:effectRef>
          <a:fontRef idx="minor">
            <a:schemeClr val="tx1"/>
          </a:fontRef>
        </p:style>
      </p:cxnSp>
      <p:grpSp>
        <p:nvGrpSpPr>
          <p:cNvPr id="203" name="Group 202">
            <a:extLst>
              <a:ext uri="{FF2B5EF4-FFF2-40B4-BE49-F238E27FC236}">
                <a16:creationId xmlns:a16="http://schemas.microsoft.com/office/drawing/2014/main" id="{472B7C05-9C55-A355-BEF1-84CCC012A4B5}"/>
              </a:ext>
            </a:extLst>
          </p:cNvPr>
          <p:cNvGrpSpPr/>
          <p:nvPr/>
        </p:nvGrpSpPr>
        <p:grpSpPr>
          <a:xfrm>
            <a:off x="3772623" y="4570032"/>
            <a:ext cx="92481" cy="233369"/>
            <a:chOff x="2802805" y="2595678"/>
            <a:chExt cx="147278" cy="371643"/>
          </a:xfrm>
        </p:grpSpPr>
        <p:sp>
          <p:nvSpPr>
            <p:cNvPr id="237" name="Freeform: Shape 236">
              <a:extLst>
                <a:ext uri="{FF2B5EF4-FFF2-40B4-BE49-F238E27FC236}">
                  <a16:creationId xmlns:a16="http://schemas.microsoft.com/office/drawing/2014/main" id="{D3009F00-E03B-422E-8B3F-91C18924E9DA}"/>
                </a:ext>
              </a:extLst>
            </p:cNvPr>
            <p:cNvSpPr/>
            <p:nvPr/>
          </p:nvSpPr>
          <p:spPr>
            <a:xfrm>
              <a:off x="2802805" y="2679397"/>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8" name="Freeform: Shape 237">
              <a:extLst>
                <a:ext uri="{FF2B5EF4-FFF2-40B4-BE49-F238E27FC236}">
                  <a16:creationId xmlns:a16="http://schemas.microsoft.com/office/drawing/2014/main" id="{09EC45D3-4E1A-EAC1-E3D7-DE461E86EDFB}"/>
                </a:ext>
              </a:extLst>
            </p:cNvPr>
            <p:cNvSpPr/>
            <p:nvPr/>
          </p:nvSpPr>
          <p:spPr>
            <a:xfrm>
              <a:off x="2839189" y="259567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9" name="Freeform: Shape 238">
              <a:extLst>
                <a:ext uri="{FF2B5EF4-FFF2-40B4-BE49-F238E27FC236}">
                  <a16:creationId xmlns:a16="http://schemas.microsoft.com/office/drawing/2014/main" id="{E2D2C932-4A4B-34CC-5E5F-6E218A355A65}"/>
                </a:ext>
              </a:extLst>
            </p:cNvPr>
            <p:cNvSpPr/>
            <p:nvPr/>
          </p:nvSpPr>
          <p:spPr>
            <a:xfrm>
              <a:off x="2848491" y="2725893"/>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204" name="Group 203">
            <a:extLst>
              <a:ext uri="{FF2B5EF4-FFF2-40B4-BE49-F238E27FC236}">
                <a16:creationId xmlns:a16="http://schemas.microsoft.com/office/drawing/2014/main" id="{B73B8762-44F0-A8CE-C303-54AF0AEAD746}"/>
              </a:ext>
            </a:extLst>
          </p:cNvPr>
          <p:cNvGrpSpPr/>
          <p:nvPr/>
        </p:nvGrpSpPr>
        <p:grpSpPr>
          <a:xfrm>
            <a:off x="3935030" y="4577433"/>
            <a:ext cx="198148" cy="233619"/>
            <a:chOff x="2864048" y="4473411"/>
            <a:chExt cx="315553" cy="372042"/>
          </a:xfrm>
        </p:grpSpPr>
        <p:sp>
          <p:nvSpPr>
            <p:cNvPr id="231" name="Freeform: Shape 230">
              <a:extLst>
                <a:ext uri="{FF2B5EF4-FFF2-40B4-BE49-F238E27FC236}">
                  <a16:creationId xmlns:a16="http://schemas.microsoft.com/office/drawing/2014/main" id="{E67F7A25-A361-AC1D-6278-ADDFA8D090EA}"/>
                </a:ext>
              </a:extLst>
            </p:cNvPr>
            <p:cNvSpPr/>
            <p:nvPr/>
          </p:nvSpPr>
          <p:spPr>
            <a:xfrm>
              <a:off x="2864048" y="4557129"/>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2" name="Freeform: Shape 231">
              <a:extLst>
                <a:ext uri="{FF2B5EF4-FFF2-40B4-BE49-F238E27FC236}">
                  <a16:creationId xmlns:a16="http://schemas.microsoft.com/office/drawing/2014/main" id="{7D937CCC-3702-FF9A-756A-7231583B1E8C}"/>
                </a:ext>
              </a:extLst>
            </p:cNvPr>
            <p:cNvSpPr/>
            <p:nvPr/>
          </p:nvSpPr>
          <p:spPr>
            <a:xfrm>
              <a:off x="2900432" y="447341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3" name="Freeform: Shape 232">
              <a:extLst>
                <a:ext uri="{FF2B5EF4-FFF2-40B4-BE49-F238E27FC236}">
                  <a16:creationId xmlns:a16="http://schemas.microsoft.com/office/drawing/2014/main" id="{289D2FB8-95A1-9B3E-300F-B7950333C55B}"/>
                </a:ext>
              </a:extLst>
            </p:cNvPr>
            <p:cNvSpPr/>
            <p:nvPr/>
          </p:nvSpPr>
          <p:spPr>
            <a:xfrm>
              <a:off x="2909734" y="4603625"/>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4" name="Freeform: Shape 233">
              <a:extLst>
                <a:ext uri="{FF2B5EF4-FFF2-40B4-BE49-F238E27FC236}">
                  <a16:creationId xmlns:a16="http://schemas.microsoft.com/office/drawing/2014/main" id="{FED542B3-A621-7997-4FF7-96D234F5C288}"/>
                </a:ext>
              </a:extLst>
            </p:cNvPr>
            <p:cNvSpPr/>
            <p:nvPr/>
          </p:nvSpPr>
          <p:spPr>
            <a:xfrm>
              <a:off x="3032305" y="4557129"/>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5" name="Freeform: Shape 234">
              <a:extLst>
                <a:ext uri="{FF2B5EF4-FFF2-40B4-BE49-F238E27FC236}">
                  <a16:creationId xmlns:a16="http://schemas.microsoft.com/office/drawing/2014/main" id="{C2BE8A73-A9A8-B914-E259-50FE3EEE6312}"/>
                </a:ext>
              </a:extLst>
            </p:cNvPr>
            <p:cNvSpPr/>
            <p:nvPr/>
          </p:nvSpPr>
          <p:spPr>
            <a:xfrm>
              <a:off x="3068670" y="447341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6" name="Freeform: Shape 235">
              <a:extLst>
                <a:ext uri="{FF2B5EF4-FFF2-40B4-BE49-F238E27FC236}">
                  <a16:creationId xmlns:a16="http://schemas.microsoft.com/office/drawing/2014/main" id="{895EFDFD-E860-D29E-5475-142E2EB869B6}"/>
                </a:ext>
              </a:extLst>
            </p:cNvPr>
            <p:cNvSpPr/>
            <p:nvPr/>
          </p:nvSpPr>
          <p:spPr>
            <a:xfrm>
              <a:off x="3041427" y="4603625"/>
              <a:ext cx="128903" cy="241828"/>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205" name="Group 204">
            <a:extLst>
              <a:ext uri="{FF2B5EF4-FFF2-40B4-BE49-F238E27FC236}">
                <a16:creationId xmlns:a16="http://schemas.microsoft.com/office/drawing/2014/main" id="{D5CC6712-C99B-76E0-2B99-4C00D3E118A5}"/>
              </a:ext>
            </a:extLst>
          </p:cNvPr>
          <p:cNvGrpSpPr/>
          <p:nvPr/>
        </p:nvGrpSpPr>
        <p:grpSpPr>
          <a:xfrm>
            <a:off x="3836488" y="4878367"/>
            <a:ext cx="197084" cy="233620"/>
            <a:chOff x="2684562" y="4964971"/>
            <a:chExt cx="313859" cy="372043"/>
          </a:xfrm>
        </p:grpSpPr>
        <p:sp>
          <p:nvSpPr>
            <p:cNvPr id="225" name="Freeform: Shape 224">
              <a:extLst>
                <a:ext uri="{FF2B5EF4-FFF2-40B4-BE49-F238E27FC236}">
                  <a16:creationId xmlns:a16="http://schemas.microsoft.com/office/drawing/2014/main" id="{D82FF0AF-BCA6-8999-C879-0563C1891A29}"/>
                </a:ext>
              </a:extLst>
            </p:cNvPr>
            <p:cNvSpPr/>
            <p:nvPr/>
          </p:nvSpPr>
          <p:spPr>
            <a:xfrm>
              <a:off x="2851143" y="5048690"/>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6" name="Freeform: Shape 225">
              <a:extLst>
                <a:ext uri="{FF2B5EF4-FFF2-40B4-BE49-F238E27FC236}">
                  <a16:creationId xmlns:a16="http://schemas.microsoft.com/office/drawing/2014/main" id="{01CD79C4-1515-6AA2-9119-8FA2DBB76CFF}"/>
                </a:ext>
              </a:extLst>
            </p:cNvPr>
            <p:cNvSpPr/>
            <p:nvPr/>
          </p:nvSpPr>
          <p:spPr>
            <a:xfrm>
              <a:off x="2887527" y="496497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7" name="Freeform: Shape 226">
              <a:extLst>
                <a:ext uri="{FF2B5EF4-FFF2-40B4-BE49-F238E27FC236}">
                  <a16:creationId xmlns:a16="http://schemas.microsoft.com/office/drawing/2014/main" id="{13083800-6DB5-D018-5798-CCC2D6FA4E49}"/>
                </a:ext>
              </a:extLst>
            </p:cNvPr>
            <p:cNvSpPr/>
            <p:nvPr/>
          </p:nvSpPr>
          <p:spPr>
            <a:xfrm>
              <a:off x="2684562" y="5048690"/>
              <a:ext cx="147297"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8" name="Freeform: Shape 227">
              <a:extLst>
                <a:ext uri="{FF2B5EF4-FFF2-40B4-BE49-F238E27FC236}">
                  <a16:creationId xmlns:a16="http://schemas.microsoft.com/office/drawing/2014/main" id="{FA1FAA84-7604-9518-3CFB-27CCFDABDCE3}"/>
                </a:ext>
              </a:extLst>
            </p:cNvPr>
            <p:cNvSpPr/>
            <p:nvPr/>
          </p:nvSpPr>
          <p:spPr>
            <a:xfrm>
              <a:off x="2720927" y="496497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9" name="Freeform: Shape 228">
              <a:extLst>
                <a:ext uri="{FF2B5EF4-FFF2-40B4-BE49-F238E27FC236}">
                  <a16:creationId xmlns:a16="http://schemas.microsoft.com/office/drawing/2014/main" id="{C883B84C-4559-0773-F51F-2E25312A8470}"/>
                </a:ext>
              </a:extLst>
            </p:cNvPr>
            <p:cNvSpPr/>
            <p:nvPr/>
          </p:nvSpPr>
          <p:spPr>
            <a:xfrm>
              <a:off x="2896829" y="5095186"/>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0" name="Freeform: Shape 229">
              <a:extLst>
                <a:ext uri="{FF2B5EF4-FFF2-40B4-BE49-F238E27FC236}">
                  <a16:creationId xmlns:a16="http://schemas.microsoft.com/office/drawing/2014/main" id="{0D7E3527-1FAA-0635-9101-A7EF47A2FA5A}"/>
                </a:ext>
              </a:extLst>
            </p:cNvPr>
            <p:cNvSpPr/>
            <p:nvPr/>
          </p:nvSpPr>
          <p:spPr>
            <a:xfrm>
              <a:off x="2693684" y="5095186"/>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206" name="Group 205">
            <a:extLst>
              <a:ext uri="{FF2B5EF4-FFF2-40B4-BE49-F238E27FC236}">
                <a16:creationId xmlns:a16="http://schemas.microsoft.com/office/drawing/2014/main" id="{E5FD7D7A-5EF9-48CB-F61A-C1F3E732234C}"/>
              </a:ext>
            </a:extLst>
          </p:cNvPr>
          <p:cNvGrpSpPr/>
          <p:nvPr/>
        </p:nvGrpSpPr>
        <p:grpSpPr>
          <a:xfrm>
            <a:off x="4421981" y="4273886"/>
            <a:ext cx="197084" cy="233620"/>
            <a:chOff x="3907211" y="3111969"/>
            <a:chExt cx="313859" cy="372043"/>
          </a:xfrm>
        </p:grpSpPr>
        <p:sp>
          <p:nvSpPr>
            <p:cNvPr id="219" name="Freeform: Shape 218">
              <a:extLst>
                <a:ext uri="{FF2B5EF4-FFF2-40B4-BE49-F238E27FC236}">
                  <a16:creationId xmlns:a16="http://schemas.microsoft.com/office/drawing/2014/main" id="{45707408-E37B-AFE8-6C62-8BF2C8CEE2BE}"/>
                </a:ext>
              </a:extLst>
            </p:cNvPr>
            <p:cNvSpPr/>
            <p:nvPr/>
          </p:nvSpPr>
          <p:spPr>
            <a:xfrm>
              <a:off x="4073792" y="3195688"/>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0" name="Freeform: Shape 219">
              <a:extLst>
                <a:ext uri="{FF2B5EF4-FFF2-40B4-BE49-F238E27FC236}">
                  <a16:creationId xmlns:a16="http://schemas.microsoft.com/office/drawing/2014/main" id="{8226C849-81B4-ECA9-5BE5-408096B42CB3}"/>
                </a:ext>
              </a:extLst>
            </p:cNvPr>
            <p:cNvSpPr/>
            <p:nvPr/>
          </p:nvSpPr>
          <p:spPr>
            <a:xfrm>
              <a:off x="4110176" y="31119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1" name="Freeform: Shape 220">
              <a:extLst>
                <a:ext uri="{FF2B5EF4-FFF2-40B4-BE49-F238E27FC236}">
                  <a16:creationId xmlns:a16="http://schemas.microsoft.com/office/drawing/2014/main" id="{677DA825-7534-72BF-BC04-ED808086AAB7}"/>
                </a:ext>
              </a:extLst>
            </p:cNvPr>
            <p:cNvSpPr/>
            <p:nvPr/>
          </p:nvSpPr>
          <p:spPr>
            <a:xfrm>
              <a:off x="3907211" y="3195688"/>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2" name="Freeform: Shape 221">
              <a:extLst>
                <a:ext uri="{FF2B5EF4-FFF2-40B4-BE49-F238E27FC236}">
                  <a16:creationId xmlns:a16="http://schemas.microsoft.com/office/drawing/2014/main" id="{9AB2CCE0-3728-F11A-7E69-4EA2BA6FD40A}"/>
                </a:ext>
              </a:extLst>
            </p:cNvPr>
            <p:cNvSpPr/>
            <p:nvPr/>
          </p:nvSpPr>
          <p:spPr>
            <a:xfrm>
              <a:off x="3943576" y="31119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3" name="Freeform: Shape 222">
              <a:extLst>
                <a:ext uri="{FF2B5EF4-FFF2-40B4-BE49-F238E27FC236}">
                  <a16:creationId xmlns:a16="http://schemas.microsoft.com/office/drawing/2014/main" id="{01800901-D04E-2E51-0903-5A774E7107A3}"/>
                </a:ext>
              </a:extLst>
            </p:cNvPr>
            <p:cNvSpPr/>
            <p:nvPr/>
          </p:nvSpPr>
          <p:spPr>
            <a:xfrm>
              <a:off x="4119478" y="3242184"/>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4" name="Freeform: Shape 223">
              <a:extLst>
                <a:ext uri="{FF2B5EF4-FFF2-40B4-BE49-F238E27FC236}">
                  <a16:creationId xmlns:a16="http://schemas.microsoft.com/office/drawing/2014/main" id="{5584BCE9-A869-C4B1-ED1B-6273298B2072}"/>
                </a:ext>
              </a:extLst>
            </p:cNvPr>
            <p:cNvSpPr/>
            <p:nvPr/>
          </p:nvSpPr>
          <p:spPr>
            <a:xfrm>
              <a:off x="3916333" y="3242184"/>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207" name="Group 206">
            <a:extLst>
              <a:ext uri="{FF2B5EF4-FFF2-40B4-BE49-F238E27FC236}">
                <a16:creationId xmlns:a16="http://schemas.microsoft.com/office/drawing/2014/main" id="{8C589C49-BA28-9D00-09FC-942F869AD25F}"/>
              </a:ext>
            </a:extLst>
          </p:cNvPr>
          <p:cNvGrpSpPr/>
          <p:nvPr/>
        </p:nvGrpSpPr>
        <p:grpSpPr>
          <a:xfrm>
            <a:off x="4676956" y="4273886"/>
            <a:ext cx="198148" cy="233620"/>
            <a:chOff x="3762064" y="4084284"/>
            <a:chExt cx="315553" cy="372043"/>
          </a:xfrm>
        </p:grpSpPr>
        <p:sp>
          <p:nvSpPr>
            <p:cNvPr id="213" name="Freeform: Shape 212">
              <a:extLst>
                <a:ext uri="{FF2B5EF4-FFF2-40B4-BE49-F238E27FC236}">
                  <a16:creationId xmlns:a16="http://schemas.microsoft.com/office/drawing/2014/main" id="{DEE2EE7C-F8EE-94DD-59FF-CD29CC89F8B8}"/>
                </a:ext>
              </a:extLst>
            </p:cNvPr>
            <p:cNvSpPr/>
            <p:nvPr/>
          </p:nvSpPr>
          <p:spPr>
            <a:xfrm>
              <a:off x="3762064" y="4168003"/>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4" name="Freeform: Shape 213">
              <a:extLst>
                <a:ext uri="{FF2B5EF4-FFF2-40B4-BE49-F238E27FC236}">
                  <a16:creationId xmlns:a16="http://schemas.microsoft.com/office/drawing/2014/main" id="{336084A8-8E25-506B-9047-3479D0DDD0D7}"/>
                </a:ext>
              </a:extLst>
            </p:cNvPr>
            <p:cNvSpPr/>
            <p:nvPr/>
          </p:nvSpPr>
          <p:spPr>
            <a:xfrm>
              <a:off x="3798448" y="408428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5" name="Freeform: Shape 214">
              <a:extLst>
                <a:ext uri="{FF2B5EF4-FFF2-40B4-BE49-F238E27FC236}">
                  <a16:creationId xmlns:a16="http://schemas.microsoft.com/office/drawing/2014/main" id="{FDB7FFA7-31A0-C660-CFC1-659BADA45355}"/>
                </a:ext>
              </a:extLst>
            </p:cNvPr>
            <p:cNvSpPr/>
            <p:nvPr/>
          </p:nvSpPr>
          <p:spPr>
            <a:xfrm>
              <a:off x="3807749" y="4214499"/>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6" name="Freeform: Shape 215">
              <a:extLst>
                <a:ext uri="{FF2B5EF4-FFF2-40B4-BE49-F238E27FC236}">
                  <a16:creationId xmlns:a16="http://schemas.microsoft.com/office/drawing/2014/main" id="{CA348936-EB1B-4BE1-D7C2-D8AAF6199D0D}"/>
                </a:ext>
              </a:extLst>
            </p:cNvPr>
            <p:cNvSpPr/>
            <p:nvPr/>
          </p:nvSpPr>
          <p:spPr>
            <a:xfrm>
              <a:off x="3930321" y="4168003"/>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7" name="Freeform: Shape 216">
              <a:extLst>
                <a:ext uri="{FF2B5EF4-FFF2-40B4-BE49-F238E27FC236}">
                  <a16:creationId xmlns:a16="http://schemas.microsoft.com/office/drawing/2014/main" id="{21EC1065-7D0F-C39C-D855-CD16DAC73F72}"/>
                </a:ext>
              </a:extLst>
            </p:cNvPr>
            <p:cNvSpPr/>
            <p:nvPr/>
          </p:nvSpPr>
          <p:spPr>
            <a:xfrm>
              <a:off x="3966686" y="408428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8" name="Freeform: Shape 217">
              <a:extLst>
                <a:ext uri="{FF2B5EF4-FFF2-40B4-BE49-F238E27FC236}">
                  <a16:creationId xmlns:a16="http://schemas.microsoft.com/office/drawing/2014/main" id="{51632ABE-FE91-5371-7E85-7795AE924705}"/>
                </a:ext>
              </a:extLst>
            </p:cNvPr>
            <p:cNvSpPr/>
            <p:nvPr/>
          </p:nvSpPr>
          <p:spPr>
            <a:xfrm>
              <a:off x="3939443" y="4214499"/>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208" name="Group 207">
            <a:extLst>
              <a:ext uri="{FF2B5EF4-FFF2-40B4-BE49-F238E27FC236}">
                <a16:creationId xmlns:a16="http://schemas.microsoft.com/office/drawing/2014/main" id="{12832AEF-B646-B669-AC79-E39A5225F37D}"/>
              </a:ext>
            </a:extLst>
          </p:cNvPr>
          <p:cNvGrpSpPr/>
          <p:nvPr/>
        </p:nvGrpSpPr>
        <p:grpSpPr>
          <a:xfrm>
            <a:off x="4736326" y="4634542"/>
            <a:ext cx="92481" cy="233369"/>
            <a:chOff x="3700821" y="2615799"/>
            <a:chExt cx="147278" cy="371643"/>
          </a:xfrm>
        </p:grpSpPr>
        <p:sp>
          <p:nvSpPr>
            <p:cNvPr id="210" name="Freeform: Shape 209">
              <a:extLst>
                <a:ext uri="{FF2B5EF4-FFF2-40B4-BE49-F238E27FC236}">
                  <a16:creationId xmlns:a16="http://schemas.microsoft.com/office/drawing/2014/main" id="{303C68E5-8596-F992-8861-A560A6EE7FA7}"/>
                </a:ext>
              </a:extLst>
            </p:cNvPr>
            <p:cNvSpPr/>
            <p:nvPr/>
          </p:nvSpPr>
          <p:spPr>
            <a:xfrm>
              <a:off x="3700821" y="2699518"/>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1" name="Freeform: Shape 210">
              <a:extLst>
                <a:ext uri="{FF2B5EF4-FFF2-40B4-BE49-F238E27FC236}">
                  <a16:creationId xmlns:a16="http://schemas.microsoft.com/office/drawing/2014/main" id="{19F72D47-8DD3-1E64-5148-6BB4EC4D5A9B}"/>
                </a:ext>
              </a:extLst>
            </p:cNvPr>
            <p:cNvSpPr/>
            <p:nvPr/>
          </p:nvSpPr>
          <p:spPr>
            <a:xfrm>
              <a:off x="3737205" y="261579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2" name="Freeform: Shape 211">
              <a:extLst>
                <a:ext uri="{FF2B5EF4-FFF2-40B4-BE49-F238E27FC236}">
                  <a16:creationId xmlns:a16="http://schemas.microsoft.com/office/drawing/2014/main" id="{692316C1-3E45-EC23-D186-5534530F1AB4}"/>
                </a:ext>
              </a:extLst>
            </p:cNvPr>
            <p:cNvSpPr/>
            <p:nvPr/>
          </p:nvSpPr>
          <p:spPr>
            <a:xfrm>
              <a:off x="3746506" y="2746014"/>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209" name="Oval 208">
            <a:extLst>
              <a:ext uri="{FF2B5EF4-FFF2-40B4-BE49-F238E27FC236}">
                <a16:creationId xmlns:a16="http://schemas.microsoft.com/office/drawing/2014/main" id="{3B8A12C8-46E2-6A47-05D4-A958219ECBDA}"/>
              </a:ext>
            </a:extLst>
          </p:cNvPr>
          <p:cNvSpPr/>
          <p:nvPr/>
        </p:nvSpPr>
        <p:spPr>
          <a:xfrm>
            <a:off x="3536485" y="3912805"/>
            <a:ext cx="1571489" cy="1571489"/>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41" name="Freeform: Shape 240">
            <a:extLst>
              <a:ext uri="{FF2B5EF4-FFF2-40B4-BE49-F238E27FC236}">
                <a16:creationId xmlns:a16="http://schemas.microsoft.com/office/drawing/2014/main" id="{AD370BF1-86A8-B557-5C9C-4812ABF09637}"/>
              </a:ext>
            </a:extLst>
          </p:cNvPr>
          <p:cNvSpPr/>
          <p:nvPr/>
        </p:nvSpPr>
        <p:spPr>
          <a:xfrm>
            <a:off x="7125243" y="4373229"/>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2" name="Freeform: Shape 241">
            <a:extLst>
              <a:ext uri="{FF2B5EF4-FFF2-40B4-BE49-F238E27FC236}">
                <a16:creationId xmlns:a16="http://schemas.microsoft.com/office/drawing/2014/main" id="{6339D7DA-9B96-5FE5-ABFD-6B6430866CFB}"/>
              </a:ext>
            </a:extLst>
          </p:cNvPr>
          <p:cNvSpPr/>
          <p:nvPr/>
        </p:nvSpPr>
        <p:spPr>
          <a:xfrm>
            <a:off x="7149159" y="4318200"/>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3" name="Freeform: Shape 242">
            <a:extLst>
              <a:ext uri="{FF2B5EF4-FFF2-40B4-BE49-F238E27FC236}">
                <a16:creationId xmlns:a16="http://schemas.microsoft.com/office/drawing/2014/main" id="{6A91AC3E-23FF-6DAD-3130-47FA248D514D}"/>
              </a:ext>
            </a:extLst>
          </p:cNvPr>
          <p:cNvSpPr/>
          <p:nvPr/>
        </p:nvSpPr>
        <p:spPr>
          <a:xfrm>
            <a:off x="7015747" y="4373223"/>
            <a:ext cx="96808" cy="97820"/>
          </a:xfrm>
          <a:custGeom>
            <a:avLst/>
            <a:gdLst>
              <a:gd name="connsiteX0" fmla="*/ 225880 w 252470"/>
              <a:gd name="connsiteY0" fmla="*/ 48614 h 255109"/>
              <a:gd name="connsiteX1" fmla="*/ 212869 w 252470"/>
              <a:gd name="connsiteY1" fmla="*/ 28556 h 255109"/>
              <a:gd name="connsiteX2" fmla="*/ 165977 w 252470"/>
              <a:gd name="connsiteY2" fmla="*/ 5644 h 255109"/>
              <a:gd name="connsiteX3" fmla="*/ 126212 w 252470"/>
              <a:gd name="connsiteY3" fmla="*/ 0 h 255109"/>
              <a:gd name="connsiteX4" fmla="*/ 86590 w 252470"/>
              <a:gd name="connsiteY4" fmla="*/ 5612 h 255109"/>
              <a:gd name="connsiteX5" fmla="*/ 39555 w 252470"/>
              <a:gd name="connsiteY5" fmla="*/ 28556 h 255109"/>
              <a:gd name="connsiteX6" fmla="*/ 26544 w 252470"/>
              <a:gd name="connsiteY6" fmla="*/ 48614 h 255109"/>
              <a:gd name="connsiteX7" fmla="*/ 26225 w 252470"/>
              <a:gd name="connsiteY7" fmla="*/ 50209 h 255109"/>
              <a:gd name="connsiteX8" fmla="*/ 156 w 252470"/>
              <a:gd name="connsiteY8" fmla="*/ 236949 h 255109"/>
              <a:gd name="connsiteX9" fmla="*/ 13725 w 252470"/>
              <a:gd name="connsiteY9" fmla="*/ 254950 h 255109"/>
              <a:gd name="connsiteX10" fmla="*/ 15957 w 252470"/>
              <a:gd name="connsiteY10" fmla="*/ 255109 h 255109"/>
              <a:gd name="connsiteX11" fmla="*/ 31726 w 252470"/>
              <a:gd name="connsiteY11" fmla="*/ 241381 h 255109"/>
              <a:gd name="connsiteX12" fmla="*/ 57667 w 252470"/>
              <a:gd name="connsiteY12" fmla="*/ 55709 h 255109"/>
              <a:gd name="connsiteX13" fmla="*/ 58688 w 252470"/>
              <a:gd name="connsiteY13" fmla="*/ 54115 h 255109"/>
              <a:gd name="connsiteX14" fmla="*/ 94897 w 252470"/>
              <a:gd name="connsiteY14" fmla="*/ 36449 h 255109"/>
              <a:gd name="connsiteX15" fmla="*/ 126212 w 252470"/>
              <a:gd name="connsiteY15" fmla="*/ 31889 h 255109"/>
              <a:gd name="connsiteX16" fmla="*/ 157606 w 252470"/>
              <a:gd name="connsiteY16" fmla="*/ 36433 h 255109"/>
              <a:gd name="connsiteX17" fmla="*/ 193736 w 252470"/>
              <a:gd name="connsiteY17" fmla="*/ 54067 h 255109"/>
              <a:gd name="connsiteX18" fmla="*/ 194757 w 252470"/>
              <a:gd name="connsiteY18" fmla="*/ 55662 h 255109"/>
              <a:gd name="connsiteX19" fmla="*/ 220730 w 252470"/>
              <a:gd name="connsiteY19" fmla="*/ 241333 h 255109"/>
              <a:gd name="connsiteX20" fmla="*/ 236499 w 252470"/>
              <a:gd name="connsiteY20" fmla="*/ 255061 h 255109"/>
              <a:gd name="connsiteX21" fmla="*/ 238731 w 252470"/>
              <a:gd name="connsiteY21" fmla="*/ 254902 h 255109"/>
              <a:gd name="connsiteX22" fmla="*/ 252316 w 252470"/>
              <a:gd name="connsiteY22" fmla="*/ 236906 h 255109"/>
              <a:gd name="connsiteX23" fmla="*/ 252316 w 252470"/>
              <a:gd name="connsiteY23" fmla="*/ 236901 h 255109"/>
              <a:gd name="connsiteX24" fmla="*/ 226199 w 252470"/>
              <a:gd name="connsiteY24" fmla="*/ 50257 h 255109"/>
              <a:gd name="connsiteX25" fmla="*/ 225880 w 252470"/>
              <a:gd name="connsiteY25" fmla="*/ 48614 h 25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2470" h="255109">
                <a:moveTo>
                  <a:pt x="225880" y="48614"/>
                </a:moveTo>
                <a:cubicBezTo>
                  <a:pt x="224035" y="40607"/>
                  <a:pt x="219429" y="33505"/>
                  <a:pt x="212869" y="28556"/>
                </a:cubicBezTo>
                <a:cubicBezTo>
                  <a:pt x="198835" y="18011"/>
                  <a:pt x="182921" y="10235"/>
                  <a:pt x="165977" y="5644"/>
                </a:cubicBezTo>
                <a:cubicBezTo>
                  <a:pt x="153032" y="2003"/>
                  <a:pt x="139659" y="105"/>
                  <a:pt x="126212" y="0"/>
                </a:cubicBezTo>
                <a:cubicBezTo>
                  <a:pt x="112814" y="110"/>
                  <a:pt x="99491" y="1998"/>
                  <a:pt x="86590" y="5612"/>
                </a:cubicBezTo>
                <a:cubicBezTo>
                  <a:pt x="69598" y="10208"/>
                  <a:pt x="53635" y="17993"/>
                  <a:pt x="39555" y="28556"/>
                </a:cubicBezTo>
                <a:cubicBezTo>
                  <a:pt x="32995" y="33505"/>
                  <a:pt x="28388" y="40607"/>
                  <a:pt x="26544" y="48614"/>
                </a:cubicBezTo>
                <a:cubicBezTo>
                  <a:pt x="26417" y="49156"/>
                  <a:pt x="26305" y="49714"/>
                  <a:pt x="26225" y="50209"/>
                </a:cubicBezTo>
                <a:lnTo>
                  <a:pt x="156" y="236949"/>
                </a:lnTo>
                <a:cubicBezTo>
                  <a:pt x="-1065" y="245665"/>
                  <a:pt x="5009" y="253724"/>
                  <a:pt x="13725" y="254950"/>
                </a:cubicBezTo>
                <a:cubicBezTo>
                  <a:pt x="14464" y="255057"/>
                  <a:pt x="15210" y="255111"/>
                  <a:pt x="15957" y="255109"/>
                </a:cubicBezTo>
                <a:cubicBezTo>
                  <a:pt x="23899" y="255100"/>
                  <a:pt x="30622" y="249246"/>
                  <a:pt x="31726" y="241381"/>
                </a:cubicBezTo>
                <a:lnTo>
                  <a:pt x="57667" y="55709"/>
                </a:lnTo>
                <a:cubicBezTo>
                  <a:pt x="57808" y="55073"/>
                  <a:pt x="58169" y="54509"/>
                  <a:pt x="58688" y="54115"/>
                </a:cubicBezTo>
                <a:cubicBezTo>
                  <a:pt x="69528" y="45983"/>
                  <a:pt x="81816" y="39987"/>
                  <a:pt x="94897" y="36449"/>
                </a:cubicBezTo>
                <a:cubicBezTo>
                  <a:pt x="105087" y="33550"/>
                  <a:pt x="115619" y="32016"/>
                  <a:pt x="126212" y="31889"/>
                </a:cubicBezTo>
                <a:cubicBezTo>
                  <a:pt x="136833" y="32000"/>
                  <a:pt x="147391" y="33528"/>
                  <a:pt x="157606" y="36433"/>
                </a:cubicBezTo>
                <a:cubicBezTo>
                  <a:pt x="170660" y="39963"/>
                  <a:pt x="182923" y="45947"/>
                  <a:pt x="193736" y="54067"/>
                </a:cubicBezTo>
                <a:cubicBezTo>
                  <a:pt x="194254" y="54461"/>
                  <a:pt x="194616" y="55025"/>
                  <a:pt x="194757" y="55662"/>
                </a:cubicBezTo>
                <a:lnTo>
                  <a:pt x="220730" y="241333"/>
                </a:lnTo>
                <a:cubicBezTo>
                  <a:pt x="221833" y="249199"/>
                  <a:pt x="228557" y="255052"/>
                  <a:pt x="236499" y="255061"/>
                </a:cubicBezTo>
                <a:cubicBezTo>
                  <a:pt x="237247" y="255063"/>
                  <a:pt x="237991" y="255010"/>
                  <a:pt x="238731" y="254902"/>
                </a:cubicBezTo>
                <a:cubicBezTo>
                  <a:pt x="247453" y="253684"/>
                  <a:pt x="253534" y="245625"/>
                  <a:pt x="252316" y="236906"/>
                </a:cubicBezTo>
                <a:cubicBezTo>
                  <a:pt x="252316" y="236904"/>
                  <a:pt x="252316" y="236902"/>
                  <a:pt x="252316" y="236901"/>
                </a:cubicBezTo>
                <a:lnTo>
                  <a:pt x="226199" y="50257"/>
                </a:lnTo>
                <a:cubicBezTo>
                  <a:pt x="226124" y="49703"/>
                  <a:pt x="226017" y="49155"/>
                  <a:pt x="225880" y="48614"/>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4" name="Freeform: Shape 243">
            <a:extLst>
              <a:ext uri="{FF2B5EF4-FFF2-40B4-BE49-F238E27FC236}">
                <a16:creationId xmlns:a16="http://schemas.microsoft.com/office/drawing/2014/main" id="{49031AC3-0FF3-8CC9-D873-AC82CE34B8CD}"/>
              </a:ext>
            </a:extLst>
          </p:cNvPr>
          <p:cNvSpPr/>
          <p:nvPr/>
        </p:nvSpPr>
        <p:spPr>
          <a:xfrm>
            <a:off x="7039650" y="4318200"/>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4" y="0"/>
                  <a:pt x="0" y="28555"/>
                  <a:pt x="0" y="63777"/>
                </a:cubicBezTo>
                <a:cubicBezTo>
                  <a:pt x="0" y="99000"/>
                  <a:pt x="28554"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5" name="Freeform: Shape 244">
            <a:extLst>
              <a:ext uri="{FF2B5EF4-FFF2-40B4-BE49-F238E27FC236}">
                <a16:creationId xmlns:a16="http://schemas.microsoft.com/office/drawing/2014/main" id="{85F3485C-80E1-0079-CE38-590DC7AD1085}"/>
              </a:ext>
            </a:extLst>
          </p:cNvPr>
          <p:cNvSpPr/>
          <p:nvPr/>
        </p:nvSpPr>
        <p:spPr>
          <a:xfrm>
            <a:off x="7155273" y="4403791"/>
            <a:ext cx="36682" cy="158694"/>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6" name="Freeform: Shape 245">
            <a:extLst>
              <a:ext uri="{FF2B5EF4-FFF2-40B4-BE49-F238E27FC236}">
                <a16:creationId xmlns:a16="http://schemas.microsoft.com/office/drawing/2014/main" id="{6633A933-37E0-5F63-5C0D-D6492A2AD002}"/>
              </a:ext>
            </a:extLst>
          </p:cNvPr>
          <p:cNvSpPr/>
          <p:nvPr/>
        </p:nvSpPr>
        <p:spPr>
          <a:xfrm>
            <a:off x="7021743" y="4403791"/>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4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4"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7" name="Freeform: Shape 246">
            <a:extLst>
              <a:ext uri="{FF2B5EF4-FFF2-40B4-BE49-F238E27FC236}">
                <a16:creationId xmlns:a16="http://schemas.microsoft.com/office/drawing/2014/main" id="{01F29D1D-0FC1-FA48-DC60-B66DFBEFC73C}"/>
              </a:ext>
            </a:extLst>
          </p:cNvPr>
          <p:cNvSpPr/>
          <p:nvPr/>
        </p:nvSpPr>
        <p:spPr>
          <a:xfrm>
            <a:off x="7345337" y="4373229"/>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8" name="Freeform: Shape 247">
            <a:extLst>
              <a:ext uri="{FF2B5EF4-FFF2-40B4-BE49-F238E27FC236}">
                <a16:creationId xmlns:a16="http://schemas.microsoft.com/office/drawing/2014/main" id="{75133819-3DEE-2937-70F9-79889CB79499}"/>
              </a:ext>
            </a:extLst>
          </p:cNvPr>
          <p:cNvSpPr/>
          <p:nvPr/>
        </p:nvSpPr>
        <p:spPr>
          <a:xfrm>
            <a:off x="7369253" y="4318200"/>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9" name="Freeform: Shape 248">
            <a:extLst>
              <a:ext uri="{FF2B5EF4-FFF2-40B4-BE49-F238E27FC236}">
                <a16:creationId xmlns:a16="http://schemas.microsoft.com/office/drawing/2014/main" id="{585787D2-3F13-1042-CCD0-FB87DA85FA64}"/>
              </a:ext>
            </a:extLst>
          </p:cNvPr>
          <p:cNvSpPr/>
          <p:nvPr/>
        </p:nvSpPr>
        <p:spPr>
          <a:xfrm>
            <a:off x="7235841" y="4373229"/>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0" name="Freeform: Shape 249">
            <a:extLst>
              <a:ext uri="{FF2B5EF4-FFF2-40B4-BE49-F238E27FC236}">
                <a16:creationId xmlns:a16="http://schemas.microsoft.com/office/drawing/2014/main" id="{F8BAE2B3-B760-AB4F-81DB-58236D7B8A38}"/>
              </a:ext>
            </a:extLst>
          </p:cNvPr>
          <p:cNvSpPr/>
          <p:nvPr/>
        </p:nvSpPr>
        <p:spPr>
          <a:xfrm>
            <a:off x="7259744" y="4318200"/>
            <a:ext cx="48909" cy="48909"/>
          </a:xfrm>
          <a:custGeom>
            <a:avLst/>
            <a:gdLst>
              <a:gd name="connsiteX0" fmla="*/ 63777 w 127554"/>
              <a:gd name="connsiteY0" fmla="*/ 0 h 127554"/>
              <a:gd name="connsiteX1" fmla="*/ 0 w 127554"/>
              <a:gd name="connsiteY1" fmla="*/ 63777 h 127554"/>
              <a:gd name="connsiteX2" fmla="*/ 63777 w 127554"/>
              <a:gd name="connsiteY2" fmla="*/ 127555 h 127554"/>
              <a:gd name="connsiteX3" fmla="*/ 127555 w 127554"/>
              <a:gd name="connsiteY3" fmla="*/ 63777 h 127554"/>
              <a:gd name="connsiteX4" fmla="*/ 63777 w 127554"/>
              <a:gd name="connsiteY4" fmla="*/ 0 h 127554"/>
              <a:gd name="connsiteX5" fmla="*/ 63777 w 127554"/>
              <a:gd name="connsiteY5" fmla="*/ 95666 h 127554"/>
              <a:gd name="connsiteX6" fmla="*/ 31889 w 127554"/>
              <a:gd name="connsiteY6" fmla="*/ 63777 h 127554"/>
              <a:gd name="connsiteX7" fmla="*/ 63777 w 127554"/>
              <a:gd name="connsiteY7" fmla="*/ 31889 h 127554"/>
              <a:gd name="connsiteX8" fmla="*/ 95666 w 127554"/>
              <a:gd name="connsiteY8" fmla="*/ 63777 h 127554"/>
              <a:gd name="connsiteX9" fmla="*/ 63777 w 127554"/>
              <a:gd name="connsiteY9" fmla="*/ 95666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0"/>
                </a:moveTo>
                <a:cubicBezTo>
                  <a:pt x="28555" y="0"/>
                  <a:pt x="0" y="28555"/>
                  <a:pt x="0" y="63777"/>
                </a:cubicBezTo>
                <a:cubicBezTo>
                  <a:pt x="0" y="99000"/>
                  <a:pt x="28555" y="127555"/>
                  <a:pt x="63777" y="127555"/>
                </a:cubicBezTo>
                <a:cubicBezTo>
                  <a:pt x="99000" y="127555"/>
                  <a:pt x="127555" y="99000"/>
                  <a:pt x="127555" y="63777"/>
                </a:cubicBezTo>
                <a:cubicBezTo>
                  <a:pt x="127555" y="28555"/>
                  <a:pt x="99000" y="0"/>
                  <a:pt x="63777" y="0"/>
                </a:cubicBezTo>
                <a:close/>
                <a:moveTo>
                  <a:pt x="63777" y="95666"/>
                </a:moveTo>
                <a:cubicBezTo>
                  <a:pt x="46165" y="95666"/>
                  <a:pt x="31889" y="81389"/>
                  <a:pt x="31889" y="63777"/>
                </a:cubicBezTo>
                <a:cubicBezTo>
                  <a:pt x="31889" y="46165"/>
                  <a:pt x="46165" y="31889"/>
                  <a:pt x="63777" y="31889"/>
                </a:cubicBezTo>
                <a:cubicBezTo>
                  <a:pt x="81389" y="31889"/>
                  <a:pt x="95666" y="46165"/>
                  <a:pt x="95666" y="63777"/>
                </a:cubicBezTo>
                <a:cubicBezTo>
                  <a:pt x="95666" y="81389"/>
                  <a:pt x="81389" y="95666"/>
                  <a:pt x="63777" y="95666"/>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1" name="Freeform: Shape 250">
            <a:extLst>
              <a:ext uri="{FF2B5EF4-FFF2-40B4-BE49-F238E27FC236}">
                <a16:creationId xmlns:a16="http://schemas.microsoft.com/office/drawing/2014/main" id="{4531A270-11BC-AA7D-EAD7-CEF4BB40B878}"/>
              </a:ext>
            </a:extLst>
          </p:cNvPr>
          <p:cNvSpPr/>
          <p:nvPr/>
        </p:nvSpPr>
        <p:spPr>
          <a:xfrm>
            <a:off x="7375367" y="4403791"/>
            <a:ext cx="36682" cy="158694"/>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2" name="Freeform: Shape 251">
            <a:extLst>
              <a:ext uri="{FF2B5EF4-FFF2-40B4-BE49-F238E27FC236}">
                <a16:creationId xmlns:a16="http://schemas.microsoft.com/office/drawing/2014/main" id="{A743E571-6A67-6FB4-C7D9-0CB9F4572B58}"/>
              </a:ext>
            </a:extLst>
          </p:cNvPr>
          <p:cNvSpPr/>
          <p:nvPr/>
        </p:nvSpPr>
        <p:spPr>
          <a:xfrm>
            <a:off x="7241837" y="4403791"/>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3" name="Freeform: Shape 252">
            <a:extLst>
              <a:ext uri="{FF2B5EF4-FFF2-40B4-BE49-F238E27FC236}">
                <a16:creationId xmlns:a16="http://schemas.microsoft.com/office/drawing/2014/main" id="{B4509645-CD6F-4D22-DBFC-06E185E3C3FB}"/>
              </a:ext>
            </a:extLst>
          </p:cNvPr>
          <p:cNvSpPr/>
          <p:nvPr/>
        </p:nvSpPr>
        <p:spPr>
          <a:xfrm>
            <a:off x="7125243" y="4104225"/>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4" name="Freeform: Shape 253">
            <a:extLst>
              <a:ext uri="{FF2B5EF4-FFF2-40B4-BE49-F238E27FC236}">
                <a16:creationId xmlns:a16="http://schemas.microsoft.com/office/drawing/2014/main" id="{6EC3BE13-C7EB-3BB2-3262-EBEDBA1A6007}"/>
              </a:ext>
            </a:extLst>
          </p:cNvPr>
          <p:cNvSpPr/>
          <p:nvPr/>
        </p:nvSpPr>
        <p:spPr>
          <a:xfrm>
            <a:off x="7149159" y="4049195"/>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5" name="Freeform: Shape 254">
            <a:extLst>
              <a:ext uri="{FF2B5EF4-FFF2-40B4-BE49-F238E27FC236}">
                <a16:creationId xmlns:a16="http://schemas.microsoft.com/office/drawing/2014/main" id="{8BF2BC5D-93E8-3748-96F4-4839062C4AB5}"/>
              </a:ext>
            </a:extLst>
          </p:cNvPr>
          <p:cNvSpPr/>
          <p:nvPr/>
        </p:nvSpPr>
        <p:spPr>
          <a:xfrm>
            <a:off x="7155273" y="4134787"/>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0" name="Freeform: Shape 319">
            <a:extLst>
              <a:ext uri="{FF2B5EF4-FFF2-40B4-BE49-F238E27FC236}">
                <a16:creationId xmlns:a16="http://schemas.microsoft.com/office/drawing/2014/main" id="{7A8035CB-2C8E-11A2-69F6-8CBD23FAF0CD}"/>
              </a:ext>
            </a:extLst>
          </p:cNvPr>
          <p:cNvSpPr/>
          <p:nvPr/>
        </p:nvSpPr>
        <p:spPr>
          <a:xfrm>
            <a:off x="7345337" y="4104225"/>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1" name="Freeform: Shape 320">
            <a:extLst>
              <a:ext uri="{FF2B5EF4-FFF2-40B4-BE49-F238E27FC236}">
                <a16:creationId xmlns:a16="http://schemas.microsoft.com/office/drawing/2014/main" id="{F75AA345-3506-C542-1D6D-4424ADD2979B}"/>
              </a:ext>
            </a:extLst>
          </p:cNvPr>
          <p:cNvSpPr/>
          <p:nvPr/>
        </p:nvSpPr>
        <p:spPr>
          <a:xfrm>
            <a:off x="7369253" y="4049195"/>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2" name="Freeform: Shape 321">
            <a:extLst>
              <a:ext uri="{FF2B5EF4-FFF2-40B4-BE49-F238E27FC236}">
                <a16:creationId xmlns:a16="http://schemas.microsoft.com/office/drawing/2014/main" id="{2EBA4556-AF3C-9EAB-FAAA-4F8309093884}"/>
              </a:ext>
            </a:extLst>
          </p:cNvPr>
          <p:cNvSpPr/>
          <p:nvPr/>
        </p:nvSpPr>
        <p:spPr>
          <a:xfrm>
            <a:off x="7235841" y="4104225"/>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3" name="Freeform: Shape 322">
            <a:extLst>
              <a:ext uri="{FF2B5EF4-FFF2-40B4-BE49-F238E27FC236}">
                <a16:creationId xmlns:a16="http://schemas.microsoft.com/office/drawing/2014/main" id="{5E801127-8DED-60EC-B9D3-14B9AE8129CA}"/>
              </a:ext>
            </a:extLst>
          </p:cNvPr>
          <p:cNvSpPr/>
          <p:nvPr/>
        </p:nvSpPr>
        <p:spPr>
          <a:xfrm>
            <a:off x="7259744" y="4049195"/>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4" name="Freeform: Shape 323">
            <a:extLst>
              <a:ext uri="{FF2B5EF4-FFF2-40B4-BE49-F238E27FC236}">
                <a16:creationId xmlns:a16="http://schemas.microsoft.com/office/drawing/2014/main" id="{81A5FEC6-6A63-0A27-A9A3-3264B25574F2}"/>
              </a:ext>
            </a:extLst>
          </p:cNvPr>
          <p:cNvSpPr/>
          <p:nvPr/>
        </p:nvSpPr>
        <p:spPr>
          <a:xfrm>
            <a:off x="7375367" y="4134787"/>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6" name="Freeform: Shape 325">
            <a:extLst>
              <a:ext uri="{FF2B5EF4-FFF2-40B4-BE49-F238E27FC236}">
                <a16:creationId xmlns:a16="http://schemas.microsoft.com/office/drawing/2014/main" id="{690AD218-A428-E3D4-9737-2478D7F67526}"/>
              </a:ext>
            </a:extLst>
          </p:cNvPr>
          <p:cNvSpPr/>
          <p:nvPr/>
        </p:nvSpPr>
        <p:spPr>
          <a:xfrm>
            <a:off x="7241837" y="4134787"/>
            <a:ext cx="84730" cy="158957"/>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7" name="Freeform: Shape 326">
            <a:extLst>
              <a:ext uri="{FF2B5EF4-FFF2-40B4-BE49-F238E27FC236}">
                <a16:creationId xmlns:a16="http://schemas.microsoft.com/office/drawing/2014/main" id="{0B69D9AA-9CDC-6F81-C3C3-EFC4FC462F98}"/>
              </a:ext>
            </a:extLst>
          </p:cNvPr>
          <p:cNvSpPr/>
          <p:nvPr/>
        </p:nvSpPr>
        <p:spPr>
          <a:xfrm>
            <a:off x="7455935" y="4373229"/>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8" name="Freeform: Shape 327">
            <a:extLst>
              <a:ext uri="{FF2B5EF4-FFF2-40B4-BE49-F238E27FC236}">
                <a16:creationId xmlns:a16="http://schemas.microsoft.com/office/drawing/2014/main" id="{5FBDFEF3-CD20-04D6-A26A-60EE7BA82AA7}"/>
              </a:ext>
            </a:extLst>
          </p:cNvPr>
          <p:cNvSpPr/>
          <p:nvPr/>
        </p:nvSpPr>
        <p:spPr>
          <a:xfrm>
            <a:off x="7479838" y="4318200"/>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9" name="Freeform: Shape 328">
            <a:extLst>
              <a:ext uri="{FF2B5EF4-FFF2-40B4-BE49-F238E27FC236}">
                <a16:creationId xmlns:a16="http://schemas.microsoft.com/office/drawing/2014/main" id="{199D64B3-CB0F-DAE7-4C85-5D375CBE2072}"/>
              </a:ext>
            </a:extLst>
          </p:cNvPr>
          <p:cNvSpPr/>
          <p:nvPr/>
        </p:nvSpPr>
        <p:spPr>
          <a:xfrm>
            <a:off x="7461931" y="4403791"/>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0" name="Oval 329">
            <a:extLst>
              <a:ext uri="{FF2B5EF4-FFF2-40B4-BE49-F238E27FC236}">
                <a16:creationId xmlns:a16="http://schemas.microsoft.com/office/drawing/2014/main" id="{5509C2EE-B87D-85AC-D911-276761DA2633}"/>
              </a:ext>
            </a:extLst>
          </p:cNvPr>
          <p:cNvSpPr/>
          <p:nvPr/>
        </p:nvSpPr>
        <p:spPr>
          <a:xfrm>
            <a:off x="6582991" y="3511493"/>
            <a:ext cx="2219325" cy="2219325"/>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31" name="Freeform: Shape 330">
            <a:extLst>
              <a:ext uri="{FF2B5EF4-FFF2-40B4-BE49-F238E27FC236}">
                <a16:creationId xmlns:a16="http://schemas.microsoft.com/office/drawing/2014/main" id="{6DFE06D3-3951-33A7-A0CC-BA3CE87B39B6}"/>
              </a:ext>
            </a:extLst>
          </p:cNvPr>
          <p:cNvSpPr/>
          <p:nvPr/>
        </p:nvSpPr>
        <p:spPr>
          <a:xfrm>
            <a:off x="7140434" y="5012346"/>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2" name="Freeform: Shape 331">
            <a:extLst>
              <a:ext uri="{FF2B5EF4-FFF2-40B4-BE49-F238E27FC236}">
                <a16:creationId xmlns:a16="http://schemas.microsoft.com/office/drawing/2014/main" id="{749510DF-EA50-C694-12F7-C6032D96B96B}"/>
              </a:ext>
            </a:extLst>
          </p:cNvPr>
          <p:cNvSpPr/>
          <p:nvPr/>
        </p:nvSpPr>
        <p:spPr>
          <a:xfrm>
            <a:off x="7164350" y="4957317"/>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3" name="Freeform: Shape 332">
            <a:extLst>
              <a:ext uri="{FF2B5EF4-FFF2-40B4-BE49-F238E27FC236}">
                <a16:creationId xmlns:a16="http://schemas.microsoft.com/office/drawing/2014/main" id="{35831CF1-C42B-13B2-62A0-796630296E81}"/>
              </a:ext>
            </a:extLst>
          </p:cNvPr>
          <p:cNvSpPr/>
          <p:nvPr/>
        </p:nvSpPr>
        <p:spPr>
          <a:xfrm>
            <a:off x="7030937" y="5012340"/>
            <a:ext cx="96808" cy="97820"/>
          </a:xfrm>
          <a:custGeom>
            <a:avLst/>
            <a:gdLst>
              <a:gd name="connsiteX0" fmla="*/ 225880 w 252470"/>
              <a:gd name="connsiteY0" fmla="*/ 48614 h 255109"/>
              <a:gd name="connsiteX1" fmla="*/ 212869 w 252470"/>
              <a:gd name="connsiteY1" fmla="*/ 28556 h 255109"/>
              <a:gd name="connsiteX2" fmla="*/ 165977 w 252470"/>
              <a:gd name="connsiteY2" fmla="*/ 5644 h 255109"/>
              <a:gd name="connsiteX3" fmla="*/ 126212 w 252470"/>
              <a:gd name="connsiteY3" fmla="*/ 0 h 255109"/>
              <a:gd name="connsiteX4" fmla="*/ 86590 w 252470"/>
              <a:gd name="connsiteY4" fmla="*/ 5612 h 255109"/>
              <a:gd name="connsiteX5" fmla="*/ 39555 w 252470"/>
              <a:gd name="connsiteY5" fmla="*/ 28556 h 255109"/>
              <a:gd name="connsiteX6" fmla="*/ 26544 w 252470"/>
              <a:gd name="connsiteY6" fmla="*/ 48614 h 255109"/>
              <a:gd name="connsiteX7" fmla="*/ 26225 w 252470"/>
              <a:gd name="connsiteY7" fmla="*/ 50209 h 255109"/>
              <a:gd name="connsiteX8" fmla="*/ 156 w 252470"/>
              <a:gd name="connsiteY8" fmla="*/ 236949 h 255109"/>
              <a:gd name="connsiteX9" fmla="*/ 13725 w 252470"/>
              <a:gd name="connsiteY9" fmla="*/ 254950 h 255109"/>
              <a:gd name="connsiteX10" fmla="*/ 15957 w 252470"/>
              <a:gd name="connsiteY10" fmla="*/ 255109 h 255109"/>
              <a:gd name="connsiteX11" fmla="*/ 31726 w 252470"/>
              <a:gd name="connsiteY11" fmla="*/ 241381 h 255109"/>
              <a:gd name="connsiteX12" fmla="*/ 57667 w 252470"/>
              <a:gd name="connsiteY12" fmla="*/ 55709 h 255109"/>
              <a:gd name="connsiteX13" fmla="*/ 58688 w 252470"/>
              <a:gd name="connsiteY13" fmla="*/ 54115 h 255109"/>
              <a:gd name="connsiteX14" fmla="*/ 94897 w 252470"/>
              <a:gd name="connsiteY14" fmla="*/ 36449 h 255109"/>
              <a:gd name="connsiteX15" fmla="*/ 126212 w 252470"/>
              <a:gd name="connsiteY15" fmla="*/ 31889 h 255109"/>
              <a:gd name="connsiteX16" fmla="*/ 157606 w 252470"/>
              <a:gd name="connsiteY16" fmla="*/ 36433 h 255109"/>
              <a:gd name="connsiteX17" fmla="*/ 193736 w 252470"/>
              <a:gd name="connsiteY17" fmla="*/ 54067 h 255109"/>
              <a:gd name="connsiteX18" fmla="*/ 194757 w 252470"/>
              <a:gd name="connsiteY18" fmla="*/ 55662 h 255109"/>
              <a:gd name="connsiteX19" fmla="*/ 220730 w 252470"/>
              <a:gd name="connsiteY19" fmla="*/ 241333 h 255109"/>
              <a:gd name="connsiteX20" fmla="*/ 236499 w 252470"/>
              <a:gd name="connsiteY20" fmla="*/ 255061 h 255109"/>
              <a:gd name="connsiteX21" fmla="*/ 238731 w 252470"/>
              <a:gd name="connsiteY21" fmla="*/ 254902 h 255109"/>
              <a:gd name="connsiteX22" fmla="*/ 252316 w 252470"/>
              <a:gd name="connsiteY22" fmla="*/ 236906 h 255109"/>
              <a:gd name="connsiteX23" fmla="*/ 252316 w 252470"/>
              <a:gd name="connsiteY23" fmla="*/ 236901 h 255109"/>
              <a:gd name="connsiteX24" fmla="*/ 226199 w 252470"/>
              <a:gd name="connsiteY24" fmla="*/ 50257 h 255109"/>
              <a:gd name="connsiteX25" fmla="*/ 225880 w 252470"/>
              <a:gd name="connsiteY25" fmla="*/ 48614 h 25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2470" h="255109">
                <a:moveTo>
                  <a:pt x="225880" y="48614"/>
                </a:moveTo>
                <a:cubicBezTo>
                  <a:pt x="224035" y="40607"/>
                  <a:pt x="219429" y="33505"/>
                  <a:pt x="212869" y="28556"/>
                </a:cubicBezTo>
                <a:cubicBezTo>
                  <a:pt x="198835" y="18011"/>
                  <a:pt x="182921" y="10235"/>
                  <a:pt x="165977" y="5644"/>
                </a:cubicBezTo>
                <a:cubicBezTo>
                  <a:pt x="153032" y="2003"/>
                  <a:pt x="139659" y="105"/>
                  <a:pt x="126212" y="0"/>
                </a:cubicBezTo>
                <a:cubicBezTo>
                  <a:pt x="112814" y="110"/>
                  <a:pt x="99491" y="1998"/>
                  <a:pt x="86590" y="5612"/>
                </a:cubicBezTo>
                <a:cubicBezTo>
                  <a:pt x="69598" y="10208"/>
                  <a:pt x="53635" y="17993"/>
                  <a:pt x="39555" y="28556"/>
                </a:cubicBezTo>
                <a:cubicBezTo>
                  <a:pt x="32995" y="33505"/>
                  <a:pt x="28388" y="40607"/>
                  <a:pt x="26544" y="48614"/>
                </a:cubicBezTo>
                <a:cubicBezTo>
                  <a:pt x="26417" y="49156"/>
                  <a:pt x="26305" y="49714"/>
                  <a:pt x="26225" y="50209"/>
                </a:cubicBezTo>
                <a:lnTo>
                  <a:pt x="156" y="236949"/>
                </a:lnTo>
                <a:cubicBezTo>
                  <a:pt x="-1065" y="245665"/>
                  <a:pt x="5009" y="253724"/>
                  <a:pt x="13725" y="254950"/>
                </a:cubicBezTo>
                <a:cubicBezTo>
                  <a:pt x="14464" y="255057"/>
                  <a:pt x="15210" y="255111"/>
                  <a:pt x="15957" y="255109"/>
                </a:cubicBezTo>
                <a:cubicBezTo>
                  <a:pt x="23899" y="255100"/>
                  <a:pt x="30622" y="249246"/>
                  <a:pt x="31726" y="241381"/>
                </a:cubicBezTo>
                <a:lnTo>
                  <a:pt x="57667" y="55709"/>
                </a:lnTo>
                <a:cubicBezTo>
                  <a:pt x="57808" y="55073"/>
                  <a:pt x="58169" y="54509"/>
                  <a:pt x="58688" y="54115"/>
                </a:cubicBezTo>
                <a:cubicBezTo>
                  <a:pt x="69528" y="45983"/>
                  <a:pt x="81816" y="39987"/>
                  <a:pt x="94897" y="36449"/>
                </a:cubicBezTo>
                <a:cubicBezTo>
                  <a:pt x="105087" y="33550"/>
                  <a:pt x="115619" y="32016"/>
                  <a:pt x="126212" y="31889"/>
                </a:cubicBezTo>
                <a:cubicBezTo>
                  <a:pt x="136833" y="32000"/>
                  <a:pt x="147391" y="33528"/>
                  <a:pt x="157606" y="36433"/>
                </a:cubicBezTo>
                <a:cubicBezTo>
                  <a:pt x="170660" y="39963"/>
                  <a:pt x="182923" y="45947"/>
                  <a:pt x="193736" y="54067"/>
                </a:cubicBezTo>
                <a:cubicBezTo>
                  <a:pt x="194254" y="54461"/>
                  <a:pt x="194616" y="55025"/>
                  <a:pt x="194757" y="55662"/>
                </a:cubicBezTo>
                <a:lnTo>
                  <a:pt x="220730" y="241333"/>
                </a:lnTo>
                <a:cubicBezTo>
                  <a:pt x="221833" y="249199"/>
                  <a:pt x="228557" y="255052"/>
                  <a:pt x="236499" y="255061"/>
                </a:cubicBezTo>
                <a:cubicBezTo>
                  <a:pt x="237247" y="255063"/>
                  <a:pt x="237991" y="255010"/>
                  <a:pt x="238731" y="254902"/>
                </a:cubicBezTo>
                <a:cubicBezTo>
                  <a:pt x="247453" y="253684"/>
                  <a:pt x="253534" y="245625"/>
                  <a:pt x="252316" y="236906"/>
                </a:cubicBezTo>
                <a:cubicBezTo>
                  <a:pt x="252316" y="236904"/>
                  <a:pt x="252316" y="236902"/>
                  <a:pt x="252316" y="236901"/>
                </a:cubicBezTo>
                <a:lnTo>
                  <a:pt x="226199" y="50257"/>
                </a:lnTo>
                <a:cubicBezTo>
                  <a:pt x="226124" y="49703"/>
                  <a:pt x="226017" y="49155"/>
                  <a:pt x="225880" y="48614"/>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4" name="Freeform: Shape 333">
            <a:extLst>
              <a:ext uri="{FF2B5EF4-FFF2-40B4-BE49-F238E27FC236}">
                <a16:creationId xmlns:a16="http://schemas.microsoft.com/office/drawing/2014/main" id="{E84327D9-C16D-B630-32F2-3A0AC1FFBA6D}"/>
              </a:ext>
            </a:extLst>
          </p:cNvPr>
          <p:cNvSpPr/>
          <p:nvPr/>
        </p:nvSpPr>
        <p:spPr>
          <a:xfrm>
            <a:off x="7054840" y="4957317"/>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4" y="0"/>
                  <a:pt x="0" y="28555"/>
                  <a:pt x="0" y="63777"/>
                </a:cubicBezTo>
                <a:cubicBezTo>
                  <a:pt x="0" y="99000"/>
                  <a:pt x="28554"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5" name="Freeform: Shape 334">
            <a:extLst>
              <a:ext uri="{FF2B5EF4-FFF2-40B4-BE49-F238E27FC236}">
                <a16:creationId xmlns:a16="http://schemas.microsoft.com/office/drawing/2014/main" id="{FAC8BD59-8792-7EAD-0CEB-FA1CF30565D3}"/>
              </a:ext>
            </a:extLst>
          </p:cNvPr>
          <p:cNvSpPr/>
          <p:nvPr/>
        </p:nvSpPr>
        <p:spPr>
          <a:xfrm>
            <a:off x="7170463" y="5042908"/>
            <a:ext cx="36682" cy="158694"/>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6" name="Freeform: Shape 335">
            <a:extLst>
              <a:ext uri="{FF2B5EF4-FFF2-40B4-BE49-F238E27FC236}">
                <a16:creationId xmlns:a16="http://schemas.microsoft.com/office/drawing/2014/main" id="{D0ADE3DA-C979-93C1-DF47-C62D3EF67048}"/>
              </a:ext>
            </a:extLst>
          </p:cNvPr>
          <p:cNvSpPr/>
          <p:nvPr/>
        </p:nvSpPr>
        <p:spPr>
          <a:xfrm>
            <a:off x="7036933" y="5042908"/>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4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4"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7" name="Freeform: Shape 336">
            <a:extLst>
              <a:ext uri="{FF2B5EF4-FFF2-40B4-BE49-F238E27FC236}">
                <a16:creationId xmlns:a16="http://schemas.microsoft.com/office/drawing/2014/main" id="{9817E806-7E29-A2E4-3DB3-92382094EC92}"/>
              </a:ext>
            </a:extLst>
          </p:cNvPr>
          <p:cNvSpPr/>
          <p:nvPr/>
        </p:nvSpPr>
        <p:spPr>
          <a:xfrm>
            <a:off x="7360528" y="5012346"/>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8" name="Freeform: Shape 337">
            <a:extLst>
              <a:ext uri="{FF2B5EF4-FFF2-40B4-BE49-F238E27FC236}">
                <a16:creationId xmlns:a16="http://schemas.microsoft.com/office/drawing/2014/main" id="{B86E708E-3DA9-F8CB-7B61-1941F80B8191}"/>
              </a:ext>
            </a:extLst>
          </p:cNvPr>
          <p:cNvSpPr/>
          <p:nvPr/>
        </p:nvSpPr>
        <p:spPr>
          <a:xfrm>
            <a:off x="7384444" y="4957317"/>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9" name="Freeform: Shape 338">
            <a:extLst>
              <a:ext uri="{FF2B5EF4-FFF2-40B4-BE49-F238E27FC236}">
                <a16:creationId xmlns:a16="http://schemas.microsoft.com/office/drawing/2014/main" id="{17B7F116-39B1-699F-1249-AF38B7B0DD38}"/>
              </a:ext>
            </a:extLst>
          </p:cNvPr>
          <p:cNvSpPr/>
          <p:nvPr/>
        </p:nvSpPr>
        <p:spPr>
          <a:xfrm>
            <a:off x="7251032" y="5012346"/>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0" name="Freeform: Shape 339">
            <a:extLst>
              <a:ext uri="{FF2B5EF4-FFF2-40B4-BE49-F238E27FC236}">
                <a16:creationId xmlns:a16="http://schemas.microsoft.com/office/drawing/2014/main" id="{3ED08452-B170-1B4B-2095-0CA44FB7AF60}"/>
              </a:ext>
            </a:extLst>
          </p:cNvPr>
          <p:cNvSpPr/>
          <p:nvPr/>
        </p:nvSpPr>
        <p:spPr>
          <a:xfrm>
            <a:off x="7274935" y="4957317"/>
            <a:ext cx="48909" cy="48909"/>
          </a:xfrm>
          <a:custGeom>
            <a:avLst/>
            <a:gdLst>
              <a:gd name="connsiteX0" fmla="*/ 63777 w 127554"/>
              <a:gd name="connsiteY0" fmla="*/ 0 h 127554"/>
              <a:gd name="connsiteX1" fmla="*/ 0 w 127554"/>
              <a:gd name="connsiteY1" fmla="*/ 63777 h 127554"/>
              <a:gd name="connsiteX2" fmla="*/ 63777 w 127554"/>
              <a:gd name="connsiteY2" fmla="*/ 127555 h 127554"/>
              <a:gd name="connsiteX3" fmla="*/ 127555 w 127554"/>
              <a:gd name="connsiteY3" fmla="*/ 63777 h 127554"/>
              <a:gd name="connsiteX4" fmla="*/ 63777 w 127554"/>
              <a:gd name="connsiteY4" fmla="*/ 0 h 127554"/>
              <a:gd name="connsiteX5" fmla="*/ 63777 w 127554"/>
              <a:gd name="connsiteY5" fmla="*/ 95666 h 127554"/>
              <a:gd name="connsiteX6" fmla="*/ 31889 w 127554"/>
              <a:gd name="connsiteY6" fmla="*/ 63777 h 127554"/>
              <a:gd name="connsiteX7" fmla="*/ 63777 w 127554"/>
              <a:gd name="connsiteY7" fmla="*/ 31889 h 127554"/>
              <a:gd name="connsiteX8" fmla="*/ 95666 w 127554"/>
              <a:gd name="connsiteY8" fmla="*/ 63777 h 127554"/>
              <a:gd name="connsiteX9" fmla="*/ 63777 w 127554"/>
              <a:gd name="connsiteY9" fmla="*/ 95666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0"/>
                </a:moveTo>
                <a:cubicBezTo>
                  <a:pt x="28555" y="0"/>
                  <a:pt x="0" y="28555"/>
                  <a:pt x="0" y="63777"/>
                </a:cubicBezTo>
                <a:cubicBezTo>
                  <a:pt x="0" y="99000"/>
                  <a:pt x="28555" y="127555"/>
                  <a:pt x="63777" y="127555"/>
                </a:cubicBezTo>
                <a:cubicBezTo>
                  <a:pt x="99000" y="127555"/>
                  <a:pt x="127555" y="99000"/>
                  <a:pt x="127555" y="63777"/>
                </a:cubicBezTo>
                <a:cubicBezTo>
                  <a:pt x="127555" y="28555"/>
                  <a:pt x="99000" y="0"/>
                  <a:pt x="63777" y="0"/>
                </a:cubicBezTo>
                <a:close/>
                <a:moveTo>
                  <a:pt x="63777" y="95666"/>
                </a:moveTo>
                <a:cubicBezTo>
                  <a:pt x="46165" y="95666"/>
                  <a:pt x="31889" y="81389"/>
                  <a:pt x="31889" y="63777"/>
                </a:cubicBezTo>
                <a:cubicBezTo>
                  <a:pt x="31889" y="46165"/>
                  <a:pt x="46165" y="31889"/>
                  <a:pt x="63777" y="31889"/>
                </a:cubicBezTo>
                <a:cubicBezTo>
                  <a:pt x="81389" y="31889"/>
                  <a:pt x="95666" y="46165"/>
                  <a:pt x="95666" y="63777"/>
                </a:cubicBezTo>
                <a:cubicBezTo>
                  <a:pt x="95666" y="81389"/>
                  <a:pt x="81389" y="95666"/>
                  <a:pt x="63777" y="95666"/>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1" name="Freeform: Shape 340">
            <a:extLst>
              <a:ext uri="{FF2B5EF4-FFF2-40B4-BE49-F238E27FC236}">
                <a16:creationId xmlns:a16="http://schemas.microsoft.com/office/drawing/2014/main" id="{DE675F9F-CD77-42A1-1309-9FCE6D8CE5E4}"/>
              </a:ext>
            </a:extLst>
          </p:cNvPr>
          <p:cNvSpPr/>
          <p:nvPr/>
        </p:nvSpPr>
        <p:spPr>
          <a:xfrm>
            <a:off x="7390558" y="5042908"/>
            <a:ext cx="36682" cy="158694"/>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2" name="Freeform: Shape 341">
            <a:extLst>
              <a:ext uri="{FF2B5EF4-FFF2-40B4-BE49-F238E27FC236}">
                <a16:creationId xmlns:a16="http://schemas.microsoft.com/office/drawing/2014/main" id="{9677098E-5A78-141E-BEFD-A6BC8E3423F9}"/>
              </a:ext>
            </a:extLst>
          </p:cNvPr>
          <p:cNvSpPr/>
          <p:nvPr/>
        </p:nvSpPr>
        <p:spPr>
          <a:xfrm>
            <a:off x="7257028" y="5042908"/>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3" name="Freeform: Shape 342">
            <a:extLst>
              <a:ext uri="{FF2B5EF4-FFF2-40B4-BE49-F238E27FC236}">
                <a16:creationId xmlns:a16="http://schemas.microsoft.com/office/drawing/2014/main" id="{D7CE9414-39C8-AF20-F520-4340C8943532}"/>
              </a:ext>
            </a:extLst>
          </p:cNvPr>
          <p:cNvSpPr/>
          <p:nvPr/>
        </p:nvSpPr>
        <p:spPr>
          <a:xfrm>
            <a:off x="7140434" y="4743342"/>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4" name="Freeform: Shape 343">
            <a:extLst>
              <a:ext uri="{FF2B5EF4-FFF2-40B4-BE49-F238E27FC236}">
                <a16:creationId xmlns:a16="http://schemas.microsoft.com/office/drawing/2014/main" id="{78963941-58FD-8001-0E17-264EC041C920}"/>
              </a:ext>
            </a:extLst>
          </p:cNvPr>
          <p:cNvSpPr/>
          <p:nvPr/>
        </p:nvSpPr>
        <p:spPr>
          <a:xfrm>
            <a:off x="7164350" y="4688312"/>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5" name="Freeform: Shape 344">
            <a:extLst>
              <a:ext uri="{FF2B5EF4-FFF2-40B4-BE49-F238E27FC236}">
                <a16:creationId xmlns:a16="http://schemas.microsoft.com/office/drawing/2014/main" id="{1D6E794C-03B2-C6F9-4669-5E7B78E29C5F}"/>
              </a:ext>
            </a:extLst>
          </p:cNvPr>
          <p:cNvSpPr/>
          <p:nvPr/>
        </p:nvSpPr>
        <p:spPr>
          <a:xfrm>
            <a:off x="7170463" y="4773904"/>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6" name="Freeform: Shape 345">
            <a:extLst>
              <a:ext uri="{FF2B5EF4-FFF2-40B4-BE49-F238E27FC236}">
                <a16:creationId xmlns:a16="http://schemas.microsoft.com/office/drawing/2014/main" id="{B60709D8-4CDA-60F2-44D8-428FFBCEF205}"/>
              </a:ext>
            </a:extLst>
          </p:cNvPr>
          <p:cNvSpPr/>
          <p:nvPr/>
        </p:nvSpPr>
        <p:spPr>
          <a:xfrm>
            <a:off x="7360528" y="4743342"/>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7" name="Freeform: Shape 346">
            <a:extLst>
              <a:ext uri="{FF2B5EF4-FFF2-40B4-BE49-F238E27FC236}">
                <a16:creationId xmlns:a16="http://schemas.microsoft.com/office/drawing/2014/main" id="{386C6263-E963-B4BD-DFA8-B1828A12E6A8}"/>
              </a:ext>
            </a:extLst>
          </p:cNvPr>
          <p:cNvSpPr/>
          <p:nvPr/>
        </p:nvSpPr>
        <p:spPr>
          <a:xfrm>
            <a:off x="7384444" y="4688312"/>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8" name="Freeform: Shape 347">
            <a:extLst>
              <a:ext uri="{FF2B5EF4-FFF2-40B4-BE49-F238E27FC236}">
                <a16:creationId xmlns:a16="http://schemas.microsoft.com/office/drawing/2014/main" id="{9BE4665E-FCBB-E607-AA03-84FD52054D80}"/>
              </a:ext>
            </a:extLst>
          </p:cNvPr>
          <p:cNvSpPr/>
          <p:nvPr/>
        </p:nvSpPr>
        <p:spPr>
          <a:xfrm>
            <a:off x="7251032" y="4743342"/>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9" name="Freeform: Shape 348">
            <a:extLst>
              <a:ext uri="{FF2B5EF4-FFF2-40B4-BE49-F238E27FC236}">
                <a16:creationId xmlns:a16="http://schemas.microsoft.com/office/drawing/2014/main" id="{85D9CBC4-85FA-7D8E-97B1-C16402256C18}"/>
              </a:ext>
            </a:extLst>
          </p:cNvPr>
          <p:cNvSpPr/>
          <p:nvPr/>
        </p:nvSpPr>
        <p:spPr>
          <a:xfrm>
            <a:off x="7274935" y="4688312"/>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0" name="Freeform: Shape 349">
            <a:extLst>
              <a:ext uri="{FF2B5EF4-FFF2-40B4-BE49-F238E27FC236}">
                <a16:creationId xmlns:a16="http://schemas.microsoft.com/office/drawing/2014/main" id="{A02785FF-3E91-63F1-9CE7-C95AA71AC7BB}"/>
              </a:ext>
            </a:extLst>
          </p:cNvPr>
          <p:cNvSpPr/>
          <p:nvPr/>
        </p:nvSpPr>
        <p:spPr>
          <a:xfrm>
            <a:off x="7390558" y="4773904"/>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1" name="Freeform: Shape 350">
            <a:extLst>
              <a:ext uri="{FF2B5EF4-FFF2-40B4-BE49-F238E27FC236}">
                <a16:creationId xmlns:a16="http://schemas.microsoft.com/office/drawing/2014/main" id="{11A8C527-FA78-E0C6-D23B-5A6FF0D1381B}"/>
              </a:ext>
            </a:extLst>
          </p:cNvPr>
          <p:cNvSpPr/>
          <p:nvPr/>
        </p:nvSpPr>
        <p:spPr>
          <a:xfrm>
            <a:off x="7257028" y="4773904"/>
            <a:ext cx="84730" cy="158957"/>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2" name="Freeform: Shape 351">
            <a:extLst>
              <a:ext uri="{FF2B5EF4-FFF2-40B4-BE49-F238E27FC236}">
                <a16:creationId xmlns:a16="http://schemas.microsoft.com/office/drawing/2014/main" id="{19E5CAD4-5B71-6B62-61A4-D2FE063F4FF3}"/>
              </a:ext>
            </a:extLst>
          </p:cNvPr>
          <p:cNvSpPr/>
          <p:nvPr/>
        </p:nvSpPr>
        <p:spPr>
          <a:xfrm>
            <a:off x="7471126" y="5012346"/>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3" name="Freeform: Shape 352">
            <a:extLst>
              <a:ext uri="{FF2B5EF4-FFF2-40B4-BE49-F238E27FC236}">
                <a16:creationId xmlns:a16="http://schemas.microsoft.com/office/drawing/2014/main" id="{8C264546-75B4-34C7-999A-8095E346FFBA}"/>
              </a:ext>
            </a:extLst>
          </p:cNvPr>
          <p:cNvSpPr/>
          <p:nvPr/>
        </p:nvSpPr>
        <p:spPr>
          <a:xfrm>
            <a:off x="7495029" y="4957317"/>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4" name="Freeform: Shape 353">
            <a:extLst>
              <a:ext uri="{FF2B5EF4-FFF2-40B4-BE49-F238E27FC236}">
                <a16:creationId xmlns:a16="http://schemas.microsoft.com/office/drawing/2014/main" id="{88349041-8EE8-6B4F-F799-2D7083167682}"/>
              </a:ext>
            </a:extLst>
          </p:cNvPr>
          <p:cNvSpPr/>
          <p:nvPr/>
        </p:nvSpPr>
        <p:spPr>
          <a:xfrm>
            <a:off x="7477122" y="5042908"/>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5" name="Freeform: Shape 354">
            <a:extLst>
              <a:ext uri="{FF2B5EF4-FFF2-40B4-BE49-F238E27FC236}">
                <a16:creationId xmlns:a16="http://schemas.microsoft.com/office/drawing/2014/main" id="{3567FEE0-F66E-433A-B85E-E6298D4D17D3}"/>
              </a:ext>
            </a:extLst>
          </p:cNvPr>
          <p:cNvSpPr/>
          <p:nvPr/>
        </p:nvSpPr>
        <p:spPr>
          <a:xfrm>
            <a:off x="7131951" y="5335456"/>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6" name="Freeform: Shape 355">
            <a:extLst>
              <a:ext uri="{FF2B5EF4-FFF2-40B4-BE49-F238E27FC236}">
                <a16:creationId xmlns:a16="http://schemas.microsoft.com/office/drawing/2014/main" id="{624F46C4-A613-7E3E-2B02-D2A7FD88783D}"/>
              </a:ext>
            </a:extLst>
          </p:cNvPr>
          <p:cNvSpPr/>
          <p:nvPr/>
        </p:nvSpPr>
        <p:spPr>
          <a:xfrm>
            <a:off x="7155867" y="5280426"/>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7" name="Freeform: Shape 356">
            <a:extLst>
              <a:ext uri="{FF2B5EF4-FFF2-40B4-BE49-F238E27FC236}">
                <a16:creationId xmlns:a16="http://schemas.microsoft.com/office/drawing/2014/main" id="{6C96BD19-91AB-DAEF-299D-66FB79BD1BAC}"/>
              </a:ext>
            </a:extLst>
          </p:cNvPr>
          <p:cNvSpPr/>
          <p:nvPr/>
        </p:nvSpPr>
        <p:spPr>
          <a:xfrm>
            <a:off x="7161981" y="5366018"/>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8" name="Freeform: Shape 357">
            <a:extLst>
              <a:ext uri="{FF2B5EF4-FFF2-40B4-BE49-F238E27FC236}">
                <a16:creationId xmlns:a16="http://schemas.microsoft.com/office/drawing/2014/main" id="{BD2EDB94-E3D3-FE7D-8D99-28127BBB2C19}"/>
              </a:ext>
            </a:extLst>
          </p:cNvPr>
          <p:cNvSpPr/>
          <p:nvPr/>
        </p:nvSpPr>
        <p:spPr>
          <a:xfrm>
            <a:off x="7352045" y="5335456"/>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9" name="Freeform: Shape 358">
            <a:extLst>
              <a:ext uri="{FF2B5EF4-FFF2-40B4-BE49-F238E27FC236}">
                <a16:creationId xmlns:a16="http://schemas.microsoft.com/office/drawing/2014/main" id="{E43CBD8A-F9B2-F595-C498-08B949B3D502}"/>
              </a:ext>
            </a:extLst>
          </p:cNvPr>
          <p:cNvSpPr/>
          <p:nvPr/>
        </p:nvSpPr>
        <p:spPr>
          <a:xfrm>
            <a:off x="7375961" y="5280426"/>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60" name="Freeform: Shape 359">
            <a:extLst>
              <a:ext uri="{FF2B5EF4-FFF2-40B4-BE49-F238E27FC236}">
                <a16:creationId xmlns:a16="http://schemas.microsoft.com/office/drawing/2014/main" id="{E44804A3-970C-4C6E-B560-EF9836C4D0C9}"/>
              </a:ext>
            </a:extLst>
          </p:cNvPr>
          <p:cNvSpPr/>
          <p:nvPr/>
        </p:nvSpPr>
        <p:spPr>
          <a:xfrm>
            <a:off x="7242549" y="5335456"/>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61" name="Freeform: Shape 360">
            <a:extLst>
              <a:ext uri="{FF2B5EF4-FFF2-40B4-BE49-F238E27FC236}">
                <a16:creationId xmlns:a16="http://schemas.microsoft.com/office/drawing/2014/main" id="{89C2422A-F20A-54D1-EE40-B22302955E0C}"/>
              </a:ext>
            </a:extLst>
          </p:cNvPr>
          <p:cNvSpPr/>
          <p:nvPr/>
        </p:nvSpPr>
        <p:spPr>
          <a:xfrm>
            <a:off x="7266452" y="5280426"/>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62" name="Freeform: Shape 361">
            <a:extLst>
              <a:ext uri="{FF2B5EF4-FFF2-40B4-BE49-F238E27FC236}">
                <a16:creationId xmlns:a16="http://schemas.microsoft.com/office/drawing/2014/main" id="{33229960-97BF-0A7F-182A-DF9B80A47369}"/>
              </a:ext>
            </a:extLst>
          </p:cNvPr>
          <p:cNvSpPr/>
          <p:nvPr/>
        </p:nvSpPr>
        <p:spPr>
          <a:xfrm>
            <a:off x="7382075" y="5366018"/>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63" name="Freeform: Shape 362">
            <a:extLst>
              <a:ext uri="{FF2B5EF4-FFF2-40B4-BE49-F238E27FC236}">
                <a16:creationId xmlns:a16="http://schemas.microsoft.com/office/drawing/2014/main" id="{563AA258-1192-B663-0A07-EE87D204C02C}"/>
              </a:ext>
            </a:extLst>
          </p:cNvPr>
          <p:cNvSpPr/>
          <p:nvPr/>
        </p:nvSpPr>
        <p:spPr>
          <a:xfrm>
            <a:off x="7248545" y="5366018"/>
            <a:ext cx="84730" cy="158957"/>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64" name="Freeform: Shape 363">
            <a:extLst>
              <a:ext uri="{FF2B5EF4-FFF2-40B4-BE49-F238E27FC236}">
                <a16:creationId xmlns:a16="http://schemas.microsoft.com/office/drawing/2014/main" id="{893ADEEF-81E3-38BD-8B7D-B7FCFD76FBB9}"/>
              </a:ext>
            </a:extLst>
          </p:cNvPr>
          <p:cNvSpPr/>
          <p:nvPr/>
        </p:nvSpPr>
        <p:spPr>
          <a:xfrm>
            <a:off x="7100178" y="3778085"/>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65" name="Freeform: Shape 364">
            <a:extLst>
              <a:ext uri="{FF2B5EF4-FFF2-40B4-BE49-F238E27FC236}">
                <a16:creationId xmlns:a16="http://schemas.microsoft.com/office/drawing/2014/main" id="{56414C29-ADC4-E4B7-0779-4EEC83AB503F}"/>
              </a:ext>
            </a:extLst>
          </p:cNvPr>
          <p:cNvSpPr/>
          <p:nvPr/>
        </p:nvSpPr>
        <p:spPr>
          <a:xfrm>
            <a:off x="7124094" y="3723055"/>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66" name="Freeform: Shape 365">
            <a:extLst>
              <a:ext uri="{FF2B5EF4-FFF2-40B4-BE49-F238E27FC236}">
                <a16:creationId xmlns:a16="http://schemas.microsoft.com/office/drawing/2014/main" id="{1E330FE9-4C51-D06E-8083-E4946CE3931A}"/>
              </a:ext>
            </a:extLst>
          </p:cNvPr>
          <p:cNvSpPr/>
          <p:nvPr/>
        </p:nvSpPr>
        <p:spPr>
          <a:xfrm>
            <a:off x="7130207" y="3808647"/>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67" name="Freeform: Shape 366">
            <a:extLst>
              <a:ext uri="{FF2B5EF4-FFF2-40B4-BE49-F238E27FC236}">
                <a16:creationId xmlns:a16="http://schemas.microsoft.com/office/drawing/2014/main" id="{D6B0E20C-6E25-8B55-A55A-FB8004AD8FEA}"/>
              </a:ext>
            </a:extLst>
          </p:cNvPr>
          <p:cNvSpPr/>
          <p:nvPr/>
        </p:nvSpPr>
        <p:spPr>
          <a:xfrm>
            <a:off x="7320272" y="3778085"/>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68" name="Freeform: Shape 367">
            <a:extLst>
              <a:ext uri="{FF2B5EF4-FFF2-40B4-BE49-F238E27FC236}">
                <a16:creationId xmlns:a16="http://schemas.microsoft.com/office/drawing/2014/main" id="{E4626D49-9BD5-8CD4-151A-44EA9F1DD419}"/>
              </a:ext>
            </a:extLst>
          </p:cNvPr>
          <p:cNvSpPr/>
          <p:nvPr/>
        </p:nvSpPr>
        <p:spPr>
          <a:xfrm>
            <a:off x="7344188" y="3723055"/>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69" name="Freeform: Shape 368">
            <a:extLst>
              <a:ext uri="{FF2B5EF4-FFF2-40B4-BE49-F238E27FC236}">
                <a16:creationId xmlns:a16="http://schemas.microsoft.com/office/drawing/2014/main" id="{2ADD5576-D637-8B0A-C3C9-C1E09339C4F9}"/>
              </a:ext>
            </a:extLst>
          </p:cNvPr>
          <p:cNvSpPr/>
          <p:nvPr/>
        </p:nvSpPr>
        <p:spPr>
          <a:xfrm>
            <a:off x="7210776" y="3778085"/>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0" name="Freeform: Shape 369">
            <a:extLst>
              <a:ext uri="{FF2B5EF4-FFF2-40B4-BE49-F238E27FC236}">
                <a16:creationId xmlns:a16="http://schemas.microsoft.com/office/drawing/2014/main" id="{9872C5B3-88E7-353A-34EA-416A2D9F4863}"/>
              </a:ext>
            </a:extLst>
          </p:cNvPr>
          <p:cNvSpPr/>
          <p:nvPr/>
        </p:nvSpPr>
        <p:spPr>
          <a:xfrm>
            <a:off x="7234679" y="3723055"/>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1" name="Freeform: Shape 370">
            <a:extLst>
              <a:ext uri="{FF2B5EF4-FFF2-40B4-BE49-F238E27FC236}">
                <a16:creationId xmlns:a16="http://schemas.microsoft.com/office/drawing/2014/main" id="{F4D49C4D-0BD1-84D5-1BD9-C3DB86CE4899}"/>
              </a:ext>
            </a:extLst>
          </p:cNvPr>
          <p:cNvSpPr/>
          <p:nvPr/>
        </p:nvSpPr>
        <p:spPr>
          <a:xfrm>
            <a:off x="7350302" y="3808647"/>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2" name="Freeform: Shape 371">
            <a:extLst>
              <a:ext uri="{FF2B5EF4-FFF2-40B4-BE49-F238E27FC236}">
                <a16:creationId xmlns:a16="http://schemas.microsoft.com/office/drawing/2014/main" id="{6112CBBA-3D7D-2B8A-FBA1-5A3FBC2C34FA}"/>
              </a:ext>
            </a:extLst>
          </p:cNvPr>
          <p:cNvSpPr/>
          <p:nvPr/>
        </p:nvSpPr>
        <p:spPr>
          <a:xfrm>
            <a:off x="7216772" y="3808647"/>
            <a:ext cx="84730" cy="158957"/>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3" name="Freeform: Shape 372">
            <a:extLst>
              <a:ext uri="{FF2B5EF4-FFF2-40B4-BE49-F238E27FC236}">
                <a16:creationId xmlns:a16="http://schemas.microsoft.com/office/drawing/2014/main" id="{9C57552A-CB40-C1B4-3582-FD8CB8270163}"/>
              </a:ext>
            </a:extLst>
          </p:cNvPr>
          <p:cNvSpPr/>
          <p:nvPr/>
        </p:nvSpPr>
        <p:spPr>
          <a:xfrm>
            <a:off x="7935616" y="4386455"/>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4" name="Freeform: Shape 373">
            <a:extLst>
              <a:ext uri="{FF2B5EF4-FFF2-40B4-BE49-F238E27FC236}">
                <a16:creationId xmlns:a16="http://schemas.microsoft.com/office/drawing/2014/main" id="{E3A98C81-593F-B295-94C5-50D0E280650D}"/>
              </a:ext>
            </a:extLst>
          </p:cNvPr>
          <p:cNvSpPr/>
          <p:nvPr/>
        </p:nvSpPr>
        <p:spPr>
          <a:xfrm>
            <a:off x="7959532" y="4331425"/>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5" name="Freeform: Shape 374">
            <a:extLst>
              <a:ext uri="{FF2B5EF4-FFF2-40B4-BE49-F238E27FC236}">
                <a16:creationId xmlns:a16="http://schemas.microsoft.com/office/drawing/2014/main" id="{0ADD071C-4CE7-B6C5-B91F-9F7D078F5B01}"/>
              </a:ext>
            </a:extLst>
          </p:cNvPr>
          <p:cNvSpPr/>
          <p:nvPr/>
        </p:nvSpPr>
        <p:spPr>
          <a:xfrm>
            <a:off x="7826120" y="4386449"/>
            <a:ext cx="96808" cy="97820"/>
          </a:xfrm>
          <a:custGeom>
            <a:avLst/>
            <a:gdLst>
              <a:gd name="connsiteX0" fmla="*/ 225880 w 252470"/>
              <a:gd name="connsiteY0" fmla="*/ 48614 h 255109"/>
              <a:gd name="connsiteX1" fmla="*/ 212869 w 252470"/>
              <a:gd name="connsiteY1" fmla="*/ 28556 h 255109"/>
              <a:gd name="connsiteX2" fmla="*/ 165977 w 252470"/>
              <a:gd name="connsiteY2" fmla="*/ 5644 h 255109"/>
              <a:gd name="connsiteX3" fmla="*/ 126212 w 252470"/>
              <a:gd name="connsiteY3" fmla="*/ 0 h 255109"/>
              <a:gd name="connsiteX4" fmla="*/ 86590 w 252470"/>
              <a:gd name="connsiteY4" fmla="*/ 5612 h 255109"/>
              <a:gd name="connsiteX5" fmla="*/ 39555 w 252470"/>
              <a:gd name="connsiteY5" fmla="*/ 28556 h 255109"/>
              <a:gd name="connsiteX6" fmla="*/ 26544 w 252470"/>
              <a:gd name="connsiteY6" fmla="*/ 48614 h 255109"/>
              <a:gd name="connsiteX7" fmla="*/ 26225 w 252470"/>
              <a:gd name="connsiteY7" fmla="*/ 50209 h 255109"/>
              <a:gd name="connsiteX8" fmla="*/ 156 w 252470"/>
              <a:gd name="connsiteY8" fmla="*/ 236949 h 255109"/>
              <a:gd name="connsiteX9" fmla="*/ 13725 w 252470"/>
              <a:gd name="connsiteY9" fmla="*/ 254950 h 255109"/>
              <a:gd name="connsiteX10" fmla="*/ 15957 w 252470"/>
              <a:gd name="connsiteY10" fmla="*/ 255109 h 255109"/>
              <a:gd name="connsiteX11" fmla="*/ 31726 w 252470"/>
              <a:gd name="connsiteY11" fmla="*/ 241381 h 255109"/>
              <a:gd name="connsiteX12" fmla="*/ 57667 w 252470"/>
              <a:gd name="connsiteY12" fmla="*/ 55709 h 255109"/>
              <a:gd name="connsiteX13" fmla="*/ 58688 w 252470"/>
              <a:gd name="connsiteY13" fmla="*/ 54115 h 255109"/>
              <a:gd name="connsiteX14" fmla="*/ 94897 w 252470"/>
              <a:gd name="connsiteY14" fmla="*/ 36449 h 255109"/>
              <a:gd name="connsiteX15" fmla="*/ 126212 w 252470"/>
              <a:gd name="connsiteY15" fmla="*/ 31889 h 255109"/>
              <a:gd name="connsiteX16" fmla="*/ 157606 w 252470"/>
              <a:gd name="connsiteY16" fmla="*/ 36433 h 255109"/>
              <a:gd name="connsiteX17" fmla="*/ 193736 w 252470"/>
              <a:gd name="connsiteY17" fmla="*/ 54067 h 255109"/>
              <a:gd name="connsiteX18" fmla="*/ 194757 w 252470"/>
              <a:gd name="connsiteY18" fmla="*/ 55662 h 255109"/>
              <a:gd name="connsiteX19" fmla="*/ 220730 w 252470"/>
              <a:gd name="connsiteY19" fmla="*/ 241333 h 255109"/>
              <a:gd name="connsiteX20" fmla="*/ 236499 w 252470"/>
              <a:gd name="connsiteY20" fmla="*/ 255061 h 255109"/>
              <a:gd name="connsiteX21" fmla="*/ 238731 w 252470"/>
              <a:gd name="connsiteY21" fmla="*/ 254902 h 255109"/>
              <a:gd name="connsiteX22" fmla="*/ 252316 w 252470"/>
              <a:gd name="connsiteY22" fmla="*/ 236906 h 255109"/>
              <a:gd name="connsiteX23" fmla="*/ 252316 w 252470"/>
              <a:gd name="connsiteY23" fmla="*/ 236901 h 255109"/>
              <a:gd name="connsiteX24" fmla="*/ 226199 w 252470"/>
              <a:gd name="connsiteY24" fmla="*/ 50257 h 255109"/>
              <a:gd name="connsiteX25" fmla="*/ 225880 w 252470"/>
              <a:gd name="connsiteY25" fmla="*/ 48614 h 25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2470" h="255109">
                <a:moveTo>
                  <a:pt x="225880" y="48614"/>
                </a:moveTo>
                <a:cubicBezTo>
                  <a:pt x="224035" y="40607"/>
                  <a:pt x="219429" y="33505"/>
                  <a:pt x="212869" y="28556"/>
                </a:cubicBezTo>
                <a:cubicBezTo>
                  <a:pt x="198835" y="18011"/>
                  <a:pt x="182921" y="10235"/>
                  <a:pt x="165977" y="5644"/>
                </a:cubicBezTo>
                <a:cubicBezTo>
                  <a:pt x="153032" y="2003"/>
                  <a:pt x="139659" y="105"/>
                  <a:pt x="126212" y="0"/>
                </a:cubicBezTo>
                <a:cubicBezTo>
                  <a:pt x="112814" y="110"/>
                  <a:pt x="99491" y="1998"/>
                  <a:pt x="86590" y="5612"/>
                </a:cubicBezTo>
                <a:cubicBezTo>
                  <a:pt x="69598" y="10208"/>
                  <a:pt x="53635" y="17993"/>
                  <a:pt x="39555" y="28556"/>
                </a:cubicBezTo>
                <a:cubicBezTo>
                  <a:pt x="32995" y="33505"/>
                  <a:pt x="28388" y="40607"/>
                  <a:pt x="26544" y="48614"/>
                </a:cubicBezTo>
                <a:cubicBezTo>
                  <a:pt x="26417" y="49156"/>
                  <a:pt x="26305" y="49714"/>
                  <a:pt x="26225" y="50209"/>
                </a:cubicBezTo>
                <a:lnTo>
                  <a:pt x="156" y="236949"/>
                </a:lnTo>
                <a:cubicBezTo>
                  <a:pt x="-1065" y="245665"/>
                  <a:pt x="5009" y="253724"/>
                  <a:pt x="13725" y="254950"/>
                </a:cubicBezTo>
                <a:cubicBezTo>
                  <a:pt x="14464" y="255057"/>
                  <a:pt x="15210" y="255111"/>
                  <a:pt x="15957" y="255109"/>
                </a:cubicBezTo>
                <a:cubicBezTo>
                  <a:pt x="23899" y="255100"/>
                  <a:pt x="30622" y="249246"/>
                  <a:pt x="31726" y="241381"/>
                </a:cubicBezTo>
                <a:lnTo>
                  <a:pt x="57667" y="55709"/>
                </a:lnTo>
                <a:cubicBezTo>
                  <a:pt x="57808" y="55073"/>
                  <a:pt x="58169" y="54509"/>
                  <a:pt x="58688" y="54115"/>
                </a:cubicBezTo>
                <a:cubicBezTo>
                  <a:pt x="69528" y="45983"/>
                  <a:pt x="81816" y="39987"/>
                  <a:pt x="94897" y="36449"/>
                </a:cubicBezTo>
                <a:cubicBezTo>
                  <a:pt x="105087" y="33550"/>
                  <a:pt x="115619" y="32016"/>
                  <a:pt x="126212" y="31889"/>
                </a:cubicBezTo>
                <a:cubicBezTo>
                  <a:pt x="136833" y="32000"/>
                  <a:pt x="147391" y="33528"/>
                  <a:pt x="157606" y="36433"/>
                </a:cubicBezTo>
                <a:cubicBezTo>
                  <a:pt x="170660" y="39963"/>
                  <a:pt x="182923" y="45947"/>
                  <a:pt x="193736" y="54067"/>
                </a:cubicBezTo>
                <a:cubicBezTo>
                  <a:pt x="194254" y="54461"/>
                  <a:pt x="194616" y="55025"/>
                  <a:pt x="194757" y="55662"/>
                </a:cubicBezTo>
                <a:lnTo>
                  <a:pt x="220730" y="241333"/>
                </a:lnTo>
                <a:cubicBezTo>
                  <a:pt x="221833" y="249199"/>
                  <a:pt x="228557" y="255052"/>
                  <a:pt x="236499" y="255061"/>
                </a:cubicBezTo>
                <a:cubicBezTo>
                  <a:pt x="237247" y="255063"/>
                  <a:pt x="237991" y="255010"/>
                  <a:pt x="238731" y="254902"/>
                </a:cubicBezTo>
                <a:cubicBezTo>
                  <a:pt x="247453" y="253684"/>
                  <a:pt x="253534" y="245625"/>
                  <a:pt x="252316" y="236906"/>
                </a:cubicBezTo>
                <a:cubicBezTo>
                  <a:pt x="252316" y="236904"/>
                  <a:pt x="252316" y="236902"/>
                  <a:pt x="252316" y="236901"/>
                </a:cubicBezTo>
                <a:lnTo>
                  <a:pt x="226199" y="50257"/>
                </a:lnTo>
                <a:cubicBezTo>
                  <a:pt x="226124" y="49703"/>
                  <a:pt x="226017" y="49155"/>
                  <a:pt x="225880" y="48614"/>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6" name="Freeform: Shape 375">
            <a:extLst>
              <a:ext uri="{FF2B5EF4-FFF2-40B4-BE49-F238E27FC236}">
                <a16:creationId xmlns:a16="http://schemas.microsoft.com/office/drawing/2014/main" id="{319F4ACC-660E-7737-6691-8B82C6AC76BD}"/>
              </a:ext>
            </a:extLst>
          </p:cNvPr>
          <p:cNvSpPr/>
          <p:nvPr/>
        </p:nvSpPr>
        <p:spPr>
          <a:xfrm>
            <a:off x="7850023" y="4331425"/>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4" y="0"/>
                  <a:pt x="0" y="28555"/>
                  <a:pt x="0" y="63777"/>
                </a:cubicBezTo>
                <a:cubicBezTo>
                  <a:pt x="0" y="99000"/>
                  <a:pt x="28554"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7" name="Freeform: Shape 376">
            <a:extLst>
              <a:ext uri="{FF2B5EF4-FFF2-40B4-BE49-F238E27FC236}">
                <a16:creationId xmlns:a16="http://schemas.microsoft.com/office/drawing/2014/main" id="{80DE0C09-04ED-538A-ADE9-2D982774C87C}"/>
              </a:ext>
            </a:extLst>
          </p:cNvPr>
          <p:cNvSpPr/>
          <p:nvPr/>
        </p:nvSpPr>
        <p:spPr>
          <a:xfrm>
            <a:off x="7965646" y="4417017"/>
            <a:ext cx="36682" cy="158694"/>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8" name="Freeform: Shape 377">
            <a:extLst>
              <a:ext uri="{FF2B5EF4-FFF2-40B4-BE49-F238E27FC236}">
                <a16:creationId xmlns:a16="http://schemas.microsoft.com/office/drawing/2014/main" id="{F7967F07-D96F-E974-E054-124AACF756B9}"/>
              </a:ext>
            </a:extLst>
          </p:cNvPr>
          <p:cNvSpPr/>
          <p:nvPr/>
        </p:nvSpPr>
        <p:spPr>
          <a:xfrm>
            <a:off x="7832116" y="4417017"/>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4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4"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9" name="Freeform: Shape 378">
            <a:extLst>
              <a:ext uri="{FF2B5EF4-FFF2-40B4-BE49-F238E27FC236}">
                <a16:creationId xmlns:a16="http://schemas.microsoft.com/office/drawing/2014/main" id="{4A067CD1-9D4D-CAB2-A34C-AC6A27ECF8D0}"/>
              </a:ext>
            </a:extLst>
          </p:cNvPr>
          <p:cNvSpPr/>
          <p:nvPr/>
        </p:nvSpPr>
        <p:spPr>
          <a:xfrm>
            <a:off x="8155710" y="4386455"/>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80" name="Freeform: Shape 379">
            <a:extLst>
              <a:ext uri="{FF2B5EF4-FFF2-40B4-BE49-F238E27FC236}">
                <a16:creationId xmlns:a16="http://schemas.microsoft.com/office/drawing/2014/main" id="{77812F2A-8663-476F-6860-BC8F65157860}"/>
              </a:ext>
            </a:extLst>
          </p:cNvPr>
          <p:cNvSpPr/>
          <p:nvPr/>
        </p:nvSpPr>
        <p:spPr>
          <a:xfrm>
            <a:off x="8179626" y="4331425"/>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81" name="Freeform: Shape 380">
            <a:extLst>
              <a:ext uri="{FF2B5EF4-FFF2-40B4-BE49-F238E27FC236}">
                <a16:creationId xmlns:a16="http://schemas.microsoft.com/office/drawing/2014/main" id="{C6A04E5B-EB60-7464-A6FF-0244B8422EA0}"/>
              </a:ext>
            </a:extLst>
          </p:cNvPr>
          <p:cNvSpPr/>
          <p:nvPr/>
        </p:nvSpPr>
        <p:spPr>
          <a:xfrm>
            <a:off x="8046214" y="4386455"/>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82" name="Freeform: Shape 381">
            <a:extLst>
              <a:ext uri="{FF2B5EF4-FFF2-40B4-BE49-F238E27FC236}">
                <a16:creationId xmlns:a16="http://schemas.microsoft.com/office/drawing/2014/main" id="{351FC960-528D-FFF1-2CD7-4928163743B8}"/>
              </a:ext>
            </a:extLst>
          </p:cNvPr>
          <p:cNvSpPr/>
          <p:nvPr/>
        </p:nvSpPr>
        <p:spPr>
          <a:xfrm>
            <a:off x="8070117" y="4331425"/>
            <a:ext cx="48909" cy="48909"/>
          </a:xfrm>
          <a:custGeom>
            <a:avLst/>
            <a:gdLst>
              <a:gd name="connsiteX0" fmla="*/ 63777 w 127554"/>
              <a:gd name="connsiteY0" fmla="*/ 0 h 127554"/>
              <a:gd name="connsiteX1" fmla="*/ 0 w 127554"/>
              <a:gd name="connsiteY1" fmla="*/ 63777 h 127554"/>
              <a:gd name="connsiteX2" fmla="*/ 63777 w 127554"/>
              <a:gd name="connsiteY2" fmla="*/ 127555 h 127554"/>
              <a:gd name="connsiteX3" fmla="*/ 127555 w 127554"/>
              <a:gd name="connsiteY3" fmla="*/ 63777 h 127554"/>
              <a:gd name="connsiteX4" fmla="*/ 63777 w 127554"/>
              <a:gd name="connsiteY4" fmla="*/ 0 h 127554"/>
              <a:gd name="connsiteX5" fmla="*/ 63777 w 127554"/>
              <a:gd name="connsiteY5" fmla="*/ 95666 h 127554"/>
              <a:gd name="connsiteX6" fmla="*/ 31889 w 127554"/>
              <a:gd name="connsiteY6" fmla="*/ 63777 h 127554"/>
              <a:gd name="connsiteX7" fmla="*/ 63777 w 127554"/>
              <a:gd name="connsiteY7" fmla="*/ 31889 h 127554"/>
              <a:gd name="connsiteX8" fmla="*/ 95666 w 127554"/>
              <a:gd name="connsiteY8" fmla="*/ 63777 h 127554"/>
              <a:gd name="connsiteX9" fmla="*/ 63777 w 127554"/>
              <a:gd name="connsiteY9" fmla="*/ 95666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0"/>
                </a:moveTo>
                <a:cubicBezTo>
                  <a:pt x="28555" y="0"/>
                  <a:pt x="0" y="28555"/>
                  <a:pt x="0" y="63777"/>
                </a:cubicBezTo>
                <a:cubicBezTo>
                  <a:pt x="0" y="99000"/>
                  <a:pt x="28555" y="127555"/>
                  <a:pt x="63777" y="127555"/>
                </a:cubicBezTo>
                <a:cubicBezTo>
                  <a:pt x="99000" y="127555"/>
                  <a:pt x="127555" y="99000"/>
                  <a:pt x="127555" y="63777"/>
                </a:cubicBezTo>
                <a:cubicBezTo>
                  <a:pt x="127555" y="28555"/>
                  <a:pt x="99000" y="0"/>
                  <a:pt x="63777" y="0"/>
                </a:cubicBezTo>
                <a:close/>
                <a:moveTo>
                  <a:pt x="63777" y="95666"/>
                </a:moveTo>
                <a:cubicBezTo>
                  <a:pt x="46165" y="95666"/>
                  <a:pt x="31889" y="81389"/>
                  <a:pt x="31889" y="63777"/>
                </a:cubicBezTo>
                <a:cubicBezTo>
                  <a:pt x="31889" y="46165"/>
                  <a:pt x="46165" y="31889"/>
                  <a:pt x="63777" y="31889"/>
                </a:cubicBezTo>
                <a:cubicBezTo>
                  <a:pt x="81389" y="31889"/>
                  <a:pt x="95666" y="46165"/>
                  <a:pt x="95666" y="63777"/>
                </a:cubicBezTo>
                <a:cubicBezTo>
                  <a:pt x="95666" y="81389"/>
                  <a:pt x="81389" y="95666"/>
                  <a:pt x="63777" y="95666"/>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83" name="Freeform: Shape 382">
            <a:extLst>
              <a:ext uri="{FF2B5EF4-FFF2-40B4-BE49-F238E27FC236}">
                <a16:creationId xmlns:a16="http://schemas.microsoft.com/office/drawing/2014/main" id="{67058DBE-2CCA-BE29-B0EC-268888B5A138}"/>
              </a:ext>
            </a:extLst>
          </p:cNvPr>
          <p:cNvSpPr/>
          <p:nvPr/>
        </p:nvSpPr>
        <p:spPr>
          <a:xfrm>
            <a:off x="8185740" y="4417017"/>
            <a:ext cx="36682" cy="158694"/>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84" name="Freeform: Shape 383">
            <a:extLst>
              <a:ext uri="{FF2B5EF4-FFF2-40B4-BE49-F238E27FC236}">
                <a16:creationId xmlns:a16="http://schemas.microsoft.com/office/drawing/2014/main" id="{7B416534-5BB5-0C3F-2808-5E68CDFA97FD}"/>
              </a:ext>
            </a:extLst>
          </p:cNvPr>
          <p:cNvSpPr/>
          <p:nvPr/>
        </p:nvSpPr>
        <p:spPr>
          <a:xfrm>
            <a:off x="8052210" y="4417017"/>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85" name="Freeform: Shape 384">
            <a:extLst>
              <a:ext uri="{FF2B5EF4-FFF2-40B4-BE49-F238E27FC236}">
                <a16:creationId xmlns:a16="http://schemas.microsoft.com/office/drawing/2014/main" id="{CB7A81A2-491E-790D-4CB8-F91AFCFCD892}"/>
              </a:ext>
            </a:extLst>
          </p:cNvPr>
          <p:cNvSpPr/>
          <p:nvPr/>
        </p:nvSpPr>
        <p:spPr>
          <a:xfrm>
            <a:off x="7935616" y="4117450"/>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86" name="Freeform: Shape 385">
            <a:extLst>
              <a:ext uri="{FF2B5EF4-FFF2-40B4-BE49-F238E27FC236}">
                <a16:creationId xmlns:a16="http://schemas.microsoft.com/office/drawing/2014/main" id="{C4992343-2F0A-ACAE-16B3-FE9EB4580258}"/>
              </a:ext>
            </a:extLst>
          </p:cNvPr>
          <p:cNvSpPr/>
          <p:nvPr/>
        </p:nvSpPr>
        <p:spPr>
          <a:xfrm>
            <a:off x="7959532" y="4062421"/>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87" name="Freeform: Shape 386">
            <a:extLst>
              <a:ext uri="{FF2B5EF4-FFF2-40B4-BE49-F238E27FC236}">
                <a16:creationId xmlns:a16="http://schemas.microsoft.com/office/drawing/2014/main" id="{B8616381-BC07-DF43-AE36-FD0299CE9D02}"/>
              </a:ext>
            </a:extLst>
          </p:cNvPr>
          <p:cNvSpPr/>
          <p:nvPr/>
        </p:nvSpPr>
        <p:spPr>
          <a:xfrm>
            <a:off x="7965646" y="4148013"/>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88" name="Freeform: Shape 387">
            <a:extLst>
              <a:ext uri="{FF2B5EF4-FFF2-40B4-BE49-F238E27FC236}">
                <a16:creationId xmlns:a16="http://schemas.microsoft.com/office/drawing/2014/main" id="{CFF23EA3-A221-19ED-23A0-A63C3E08C1B3}"/>
              </a:ext>
            </a:extLst>
          </p:cNvPr>
          <p:cNvSpPr/>
          <p:nvPr/>
        </p:nvSpPr>
        <p:spPr>
          <a:xfrm>
            <a:off x="8155710" y="4117450"/>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89" name="Freeform: Shape 388">
            <a:extLst>
              <a:ext uri="{FF2B5EF4-FFF2-40B4-BE49-F238E27FC236}">
                <a16:creationId xmlns:a16="http://schemas.microsoft.com/office/drawing/2014/main" id="{AB34134B-08C0-75B2-4C7C-44E83C7CA317}"/>
              </a:ext>
            </a:extLst>
          </p:cNvPr>
          <p:cNvSpPr/>
          <p:nvPr/>
        </p:nvSpPr>
        <p:spPr>
          <a:xfrm>
            <a:off x="8179626" y="4062421"/>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90" name="Freeform: Shape 389">
            <a:extLst>
              <a:ext uri="{FF2B5EF4-FFF2-40B4-BE49-F238E27FC236}">
                <a16:creationId xmlns:a16="http://schemas.microsoft.com/office/drawing/2014/main" id="{8F07C28B-E2B9-FD7F-78D4-A165066738A4}"/>
              </a:ext>
            </a:extLst>
          </p:cNvPr>
          <p:cNvSpPr/>
          <p:nvPr/>
        </p:nvSpPr>
        <p:spPr>
          <a:xfrm>
            <a:off x="8046214" y="4117450"/>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91" name="Freeform: Shape 390">
            <a:extLst>
              <a:ext uri="{FF2B5EF4-FFF2-40B4-BE49-F238E27FC236}">
                <a16:creationId xmlns:a16="http://schemas.microsoft.com/office/drawing/2014/main" id="{9AA11945-55D8-F85E-599A-E6C035C0203A}"/>
              </a:ext>
            </a:extLst>
          </p:cNvPr>
          <p:cNvSpPr/>
          <p:nvPr/>
        </p:nvSpPr>
        <p:spPr>
          <a:xfrm>
            <a:off x="8070117" y="4062421"/>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92" name="Freeform: Shape 391">
            <a:extLst>
              <a:ext uri="{FF2B5EF4-FFF2-40B4-BE49-F238E27FC236}">
                <a16:creationId xmlns:a16="http://schemas.microsoft.com/office/drawing/2014/main" id="{1AE0315E-7A6B-AEB9-C2A9-0CD5BBC567A0}"/>
              </a:ext>
            </a:extLst>
          </p:cNvPr>
          <p:cNvSpPr/>
          <p:nvPr/>
        </p:nvSpPr>
        <p:spPr>
          <a:xfrm>
            <a:off x="8185740" y="4148013"/>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93" name="Freeform: Shape 392">
            <a:extLst>
              <a:ext uri="{FF2B5EF4-FFF2-40B4-BE49-F238E27FC236}">
                <a16:creationId xmlns:a16="http://schemas.microsoft.com/office/drawing/2014/main" id="{1938987F-0748-CCA3-12D3-409D0CF7AC75}"/>
              </a:ext>
            </a:extLst>
          </p:cNvPr>
          <p:cNvSpPr/>
          <p:nvPr/>
        </p:nvSpPr>
        <p:spPr>
          <a:xfrm>
            <a:off x="8052210" y="4148013"/>
            <a:ext cx="84730" cy="158957"/>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94" name="Freeform: Shape 393">
            <a:extLst>
              <a:ext uri="{FF2B5EF4-FFF2-40B4-BE49-F238E27FC236}">
                <a16:creationId xmlns:a16="http://schemas.microsoft.com/office/drawing/2014/main" id="{1BD337D1-9205-71A9-52F8-B742F5C8EC02}"/>
              </a:ext>
            </a:extLst>
          </p:cNvPr>
          <p:cNvSpPr/>
          <p:nvPr/>
        </p:nvSpPr>
        <p:spPr>
          <a:xfrm>
            <a:off x="8266308" y="4386455"/>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95" name="Freeform: Shape 394">
            <a:extLst>
              <a:ext uri="{FF2B5EF4-FFF2-40B4-BE49-F238E27FC236}">
                <a16:creationId xmlns:a16="http://schemas.microsoft.com/office/drawing/2014/main" id="{396587A0-254F-205E-E0E3-594BC8B0D3CD}"/>
              </a:ext>
            </a:extLst>
          </p:cNvPr>
          <p:cNvSpPr/>
          <p:nvPr/>
        </p:nvSpPr>
        <p:spPr>
          <a:xfrm>
            <a:off x="8290211" y="4331425"/>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96" name="Freeform: Shape 395">
            <a:extLst>
              <a:ext uri="{FF2B5EF4-FFF2-40B4-BE49-F238E27FC236}">
                <a16:creationId xmlns:a16="http://schemas.microsoft.com/office/drawing/2014/main" id="{CC273831-E5D0-86E6-1555-44E13F9F6142}"/>
              </a:ext>
            </a:extLst>
          </p:cNvPr>
          <p:cNvSpPr/>
          <p:nvPr/>
        </p:nvSpPr>
        <p:spPr>
          <a:xfrm>
            <a:off x="8272304" y="4417017"/>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97" name="Freeform: Shape 396">
            <a:extLst>
              <a:ext uri="{FF2B5EF4-FFF2-40B4-BE49-F238E27FC236}">
                <a16:creationId xmlns:a16="http://schemas.microsoft.com/office/drawing/2014/main" id="{2F6D8BD6-28AF-D234-0670-9706E73960F8}"/>
              </a:ext>
            </a:extLst>
          </p:cNvPr>
          <p:cNvSpPr/>
          <p:nvPr/>
        </p:nvSpPr>
        <p:spPr>
          <a:xfrm>
            <a:off x="7950807" y="5025571"/>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98" name="Freeform: Shape 397">
            <a:extLst>
              <a:ext uri="{FF2B5EF4-FFF2-40B4-BE49-F238E27FC236}">
                <a16:creationId xmlns:a16="http://schemas.microsoft.com/office/drawing/2014/main" id="{380E0119-1765-34A7-3A8B-6F43DD646D8D}"/>
              </a:ext>
            </a:extLst>
          </p:cNvPr>
          <p:cNvSpPr/>
          <p:nvPr/>
        </p:nvSpPr>
        <p:spPr>
          <a:xfrm>
            <a:off x="7974723" y="4970542"/>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99" name="Freeform: Shape 398">
            <a:extLst>
              <a:ext uri="{FF2B5EF4-FFF2-40B4-BE49-F238E27FC236}">
                <a16:creationId xmlns:a16="http://schemas.microsoft.com/office/drawing/2014/main" id="{B1824275-4672-2E76-28BF-BD15D3F8E5BE}"/>
              </a:ext>
            </a:extLst>
          </p:cNvPr>
          <p:cNvSpPr/>
          <p:nvPr/>
        </p:nvSpPr>
        <p:spPr>
          <a:xfrm>
            <a:off x="7841310" y="5025566"/>
            <a:ext cx="96808" cy="97820"/>
          </a:xfrm>
          <a:custGeom>
            <a:avLst/>
            <a:gdLst>
              <a:gd name="connsiteX0" fmla="*/ 225880 w 252470"/>
              <a:gd name="connsiteY0" fmla="*/ 48614 h 255109"/>
              <a:gd name="connsiteX1" fmla="*/ 212869 w 252470"/>
              <a:gd name="connsiteY1" fmla="*/ 28556 h 255109"/>
              <a:gd name="connsiteX2" fmla="*/ 165977 w 252470"/>
              <a:gd name="connsiteY2" fmla="*/ 5644 h 255109"/>
              <a:gd name="connsiteX3" fmla="*/ 126212 w 252470"/>
              <a:gd name="connsiteY3" fmla="*/ 0 h 255109"/>
              <a:gd name="connsiteX4" fmla="*/ 86590 w 252470"/>
              <a:gd name="connsiteY4" fmla="*/ 5612 h 255109"/>
              <a:gd name="connsiteX5" fmla="*/ 39555 w 252470"/>
              <a:gd name="connsiteY5" fmla="*/ 28556 h 255109"/>
              <a:gd name="connsiteX6" fmla="*/ 26544 w 252470"/>
              <a:gd name="connsiteY6" fmla="*/ 48614 h 255109"/>
              <a:gd name="connsiteX7" fmla="*/ 26225 w 252470"/>
              <a:gd name="connsiteY7" fmla="*/ 50209 h 255109"/>
              <a:gd name="connsiteX8" fmla="*/ 156 w 252470"/>
              <a:gd name="connsiteY8" fmla="*/ 236949 h 255109"/>
              <a:gd name="connsiteX9" fmla="*/ 13725 w 252470"/>
              <a:gd name="connsiteY9" fmla="*/ 254950 h 255109"/>
              <a:gd name="connsiteX10" fmla="*/ 15957 w 252470"/>
              <a:gd name="connsiteY10" fmla="*/ 255109 h 255109"/>
              <a:gd name="connsiteX11" fmla="*/ 31726 w 252470"/>
              <a:gd name="connsiteY11" fmla="*/ 241381 h 255109"/>
              <a:gd name="connsiteX12" fmla="*/ 57667 w 252470"/>
              <a:gd name="connsiteY12" fmla="*/ 55709 h 255109"/>
              <a:gd name="connsiteX13" fmla="*/ 58688 w 252470"/>
              <a:gd name="connsiteY13" fmla="*/ 54115 h 255109"/>
              <a:gd name="connsiteX14" fmla="*/ 94897 w 252470"/>
              <a:gd name="connsiteY14" fmla="*/ 36449 h 255109"/>
              <a:gd name="connsiteX15" fmla="*/ 126212 w 252470"/>
              <a:gd name="connsiteY15" fmla="*/ 31889 h 255109"/>
              <a:gd name="connsiteX16" fmla="*/ 157606 w 252470"/>
              <a:gd name="connsiteY16" fmla="*/ 36433 h 255109"/>
              <a:gd name="connsiteX17" fmla="*/ 193736 w 252470"/>
              <a:gd name="connsiteY17" fmla="*/ 54067 h 255109"/>
              <a:gd name="connsiteX18" fmla="*/ 194757 w 252470"/>
              <a:gd name="connsiteY18" fmla="*/ 55662 h 255109"/>
              <a:gd name="connsiteX19" fmla="*/ 220730 w 252470"/>
              <a:gd name="connsiteY19" fmla="*/ 241333 h 255109"/>
              <a:gd name="connsiteX20" fmla="*/ 236499 w 252470"/>
              <a:gd name="connsiteY20" fmla="*/ 255061 h 255109"/>
              <a:gd name="connsiteX21" fmla="*/ 238731 w 252470"/>
              <a:gd name="connsiteY21" fmla="*/ 254902 h 255109"/>
              <a:gd name="connsiteX22" fmla="*/ 252316 w 252470"/>
              <a:gd name="connsiteY22" fmla="*/ 236906 h 255109"/>
              <a:gd name="connsiteX23" fmla="*/ 252316 w 252470"/>
              <a:gd name="connsiteY23" fmla="*/ 236901 h 255109"/>
              <a:gd name="connsiteX24" fmla="*/ 226199 w 252470"/>
              <a:gd name="connsiteY24" fmla="*/ 50257 h 255109"/>
              <a:gd name="connsiteX25" fmla="*/ 225880 w 252470"/>
              <a:gd name="connsiteY25" fmla="*/ 48614 h 25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2470" h="255109">
                <a:moveTo>
                  <a:pt x="225880" y="48614"/>
                </a:moveTo>
                <a:cubicBezTo>
                  <a:pt x="224035" y="40607"/>
                  <a:pt x="219429" y="33505"/>
                  <a:pt x="212869" y="28556"/>
                </a:cubicBezTo>
                <a:cubicBezTo>
                  <a:pt x="198835" y="18011"/>
                  <a:pt x="182921" y="10235"/>
                  <a:pt x="165977" y="5644"/>
                </a:cubicBezTo>
                <a:cubicBezTo>
                  <a:pt x="153032" y="2003"/>
                  <a:pt x="139659" y="105"/>
                  <a:pt x="126212" y="0"/>
                </a:cubicBezTo>
                <a:cubicBezTo>
                  <a:pt x="112814" y="110"/>
                  <a:pt x="99491" y="1998"/>
                  <a:pt x="86590" y="5612"/>
                </a:cubicBezTo>
                <a:cubicBezTo>
                  <a:pt x="69598" y="10208"/>
                  <a:pt x="53635" y="17993"/>
                  <a:pt x="39555" y="28556"/>
                </a:cubicBezTo>
                <a:cubicBezTo>
                  <a:pt x="32995" y="33505"/>
                  <a:pt x="28388" y="40607"/>
                  <a:pt x="26544" y="48614"/>
                </a:cubicBezTo>
                <a:cubicBezTo>
                  <a:pt x="26417" y="49156"/>
                  <a:pt x="26305" y="49714"/>
                  <a:pt x="26225" y="50209"/>
                </a:cubicBezTo>
                <a:lnTo>
                  <a:pt x="156" y="236949"/>
                </a:lnTo>
                <a:cubicBezTo>
                  <a:pt x="-1065" y="245665"/>
                  <a:pt x="5009" y="253724"/>
                  <a:pt x="13725" y="254950"/>
                </a:cubicBezTo>
                <a:cubicBezTo>
                  <a:pt x="14464" y="255057"/>
                  <a:pt x="15210" y="255111"/>
                  <a:pt x="15957" y="255109"/>
                </a:cubicBezTo>
                <a:cubicBezTo>
                  <a:pt x="23899" y="255100"/>
                  <a:pt x="30622" y="249246"/>
                  <a:pt x="31726" y="241381"/>
                </a:cubicBezTo>
                <a:lnTo>
                  <a:pt x="57667" y="55709"/>
                </a:lnTo>
                <a:cubicBezTo>
                  <a:pt x="57808" y="55073"/>
                  <a:pt x="58169" y="54509"/>
                  <a:pt x="58688" y="54115"/>
                </a:cubicBezTo>
                <a:cubicBezTo>
                  <a:pt x="69528" y="45983"/>
                  <a:pt x="81816" y="39987"/>
                  <a:pt x="94897" y="36449"/>
                </a:cubicBezTo>
                <a:cubicBezTo>
                  <a:pt x="105087" y="33550"/>
                  <a:pt x="115619" y="32016"/>
                  <a:pt x="126212" y="31889"/>
                </a:cubicBezTo>
                <a:cubicBezTo>
                  <a:pt x="136833" y="32000"/>
                  <a:pt x="147391" y="33528"/>
                  <a:pt x="157606" y="36433"/>
                </a:cubicBezTo>
                <a:cubicBezTo>
                  <a:pt x="170660" y="39963"/>
                  <a:pt x="182923" y="45947"/>
                  <a:pt x="193736" y="54067"/>
                </a:cubicBezTo>
                <a:cubicBezTo>
                  <a:pt x="194254" y="54461"/>
                  <a:pt x="194616" y="55025"/>
                  <a:pt x="194757" y="55662"/>
                </a:cubicBezTo>
                <a:lnTo>
                  <a:pt x="220730" y="241333"/>
                </a:lnTo>
                <a:cubicBezTo>
                  <a:pt x="221833" y="249199"/>
                  <a:pt x="228557" y="255052"/>
                  <a:pt x="236499" y="255061"/>
                </a:cubicBezTo>
                <a:cubicBezTo>
                  <a:pt x="237247" y="255063"/>
                  <a:pt x="237991" y="255010"/>
                  <a:pt x="238731" y="254902"/>
                </a:cubicBezTo>
                <a:cubicBezTo>
                  <a:pt x="247453" y="253684"/>
                  <a:pt x="253534" y="245625"/>
                  <a:pt x="252316" y="236906"/>
                </a:cubicBezTo>
                <a:cubicBezTo>
                  <a:pt x="252316" y="236904"/>
                  <a:pt x="252316" y="236902"/>
                  <a:pt x="252316" y="236901"/>
                </a:cubicBezTo>
                <a:lnTo>
                  <a:pt x="226199" y="50257"/>
                </a:lnTo>
                <a:cubicBezTo>
                  <a:pt x="226124" y="49703"/>
                  <a:pt x="226017" y="49155"/>
                  <a:pt x="225880" y="48614"/>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00" name="Freeform: Shape 399">
            <a:extLst>
              <a:ext uri="{FF2B5EF4-FFF2-40B4-BE49-F238E27FC236}">
                <a16:creationId xmlns:a16="http://schemas.microsoft.com/office/drawing/2014/main" id="{4AE6E607-3F58-BE3C-7CB7-854DC50901FA}"/>
              </a:ext>
            </a:extLst>
          </p:cNvPr>
          <p:cNvSpPr/>
          <p:nvPr/>
        </p:nvSpPr>
        <p:spPr>
          <a:xfrm>
            <a:off x="7865213" y="4970542"/>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4" y="0"/>
                  <a:pt x="0" y="28555"/>
                  <a:pt x="0" y="63777"/>
                </a:cubicBezTo>
                <a:cubicBezTo>
                  <a:pt x="0" y="99000"/>
                  <a:pt x="28554"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01" name="Freeform: Shape 400">
            <a:extLst>
              <a:ext uri="{FF2B5EF4-FFF2-40B4-BE49-F238E27FC236}">
                <a16:creationId xmlns:a16="http://schemas.microsoft.com/office/drawing/2014/main" id="{62E168AD-D8BB-A1EE-D118-7037038938F7}"/>
              </a:ext>
            </a:extLst>
          </p:cNvPr>
          <p:cNvSpPr/>
          <p:nvPr/>
        </p:nvSpPr>
        <p:spPr>
          <a:xfrm>
            <a:off x="7980836" y="5056134"/>
            <a:ext cx="36682" cy="158694"/>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02" name="Freeform: Shape 401">
            <a:extLst>
              <a:ext uri="{FF2B5EF4-FFF2-40B4-BE49-F238E27FC236}">
                <a16:creationId xmlns:a16="http://schemas.microsoft.com/office/drawing/2014/main" id="{EA2B8ADA-2572-99BF-8AE3-470C0423C4CF}"/>
              </a:ext>
            </a:extLst>
          </p:cNvPr>
          <p:cNvSpPr/>
          <p:nvPr/>
        </p:nvSpPr>
        <p:spPr>
          <a:xfrm>
            <a:off x="7847306" y="5056134"/>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4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4"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03" name="Freeform: Shape 402">
            <a:extLst>
              <a:ext uri="{FF2B5EF4-FFF2-40B4-BE49-F238E27FC236}">
                <a16:creationId xmlns:a16="http://schemas.microsoft.com/office/drawing/2014/main" id="{70C09AF3-71F0-E095-2949-8A947DDC1768}"/>
              </a:ext>
            </a:extLst>
          </p:cNvPr>
          <p:cNvSpPr/>
          <p:nvPr/>
        </p:nvSpPr>
        <p:spPr>
          <a:xfrm>
            <a:off x="8170901" y="5025571"/>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04" name="Freeform: Shape 403">
            <a:extLst>
              <a:ext uri="{FF2B5EF4-FFF2-40B4-BE49-F238E27FC236}">
                <a16:creationId xmlns:a16="http://schemas.microsoft.com/office/drawing/2014/main" id="{F24CB973-4EA3-6EA3-1D64-07434C111D1A}"/>
              </a:ext>
            </a:extLst>
          </p:cNvPr>
          <p:cNvSpPr/>
          <p:nvPr/>
        </p:nvSpPr>
        <p:spPr>
          <a:xfrm>
            <a:off x="8194817" y="4970542"/>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05" name="Freeform: Shape 404">
            <a:extLst>
              <a:ext uri="{FF2B5EF4-FFF2-40B4-BE49-F238E27FC236}">
                <a16:creationId xmlns:a16="http://schemas.microsoft.com/office/drawing/2014/main" id="{9686995F-989F-7619-2CCC-590C4F742ED0}"/>
              </a:ext>
            </a:extLst>
          </p:cNvPr>
          <p:cNvSpPr/>
          <p:nvPr/>
        </p:nvSpPr>
        <p:spPr>
          <a:xfrm>
            <a:off x="8061405" y="5025571"/>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06" name="Freeform: Shape 405">
            <a:extLst>
              <a:ext uri="{FF2B5EF4-FFF2-40B4-BE49-F238E27FC236}">
                <a16:creationId xmlns:a16="http://schemas.microsoft.com/office/drawing/2014/main" id="{B63B7C1C-1319-A9C3-7592-7E50BA345618}"/>
              </a:ext>
            </a:extLst>
          </p:cNvPr>
          <p:cNvSpPr/>
          <p:nvPr/>
        </p:nvSpPr>
        <p:spPr>
          <a:xfrm>
            <a:off x="8085308" y="4970542"/>
            <a:ext cx="48909" cy="48909"/>
          </a:xfrm>
          <a:custGeom>
            <a:avLst/>
            <a:gdLst>
              <a:gd name="connsiteX0" fmla="*/ 63777 w 127554"/>
              <a:gd name="connsiteY0" fmla="*/ 0 h 127554"/>
              <a:gd name="connsiteX1" fmla="*/ 0 w 127554"/>
              <a:gd name="connsiteY1" fmla="*/ 63777 h 127554"/>
              <a:gd name="connsiteX2" fmla="*/ 63777 w 127554"/>
              <a:gd name="connsiteY2" fmla="*/ 127555 h 127554"/>
              <a:gd name="connsiteX3" fmla="*/ 127555 w 127554"/>
              <a:gd name="connsiteY3" fmla="*/ 63777 h 127554"/>
              <a:gd name="connsiteX4" fmla="*/ 63777 w 127554"/>
              <a:gd name="connsiteY4" fmla="*/ 0 h 127554"/>
              <a:gd name="connsiteX5" fmla="*/ 63777 w 127554"/>
              <a:gd name="connsiteY5" fmla="*/ 95666 h 127554"/>
              <a:gd name="connsiteX6" fmla="*/ 31889 w 127554"/>
              <a:gd name="connsiteY6" fmla="*/ 63777 h 127554"/>
              <a:gd name="connsiteX7" fmla="*/ 63777 w 127554"/>
              <a:gd name="connsiteY7" fmla="*/ 31889 h 127554"/>
              <a:gd name="connsiteX8" fmla="*/ 95666 w 127554"/>
              <a:gd name="connsiteY8" fmla="*/ 63777 h 127554"/>
              <a:gd name="connsiteX9" fmla="*/ 63777 w 127554"/>
              <a:gd name="connsiteY9" fmla="*/ 95666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0"/>
                </a:moveTo>
                <a:cubicBezTo>
                  <a:pt x="28555" y="0"/>
                  <a:pt x="0" y="28555"/>
                  <a:pt x="0" y="63777"/>
                </a:cubicBezTo>
                <a:cubicBezTo>
                  <a:pt x="0" y="99000"/>
                  <a:pt x="28555" y="127555"/>
                  <a:pt x="63777" y="127555"/>
                </a:cubicBezTo>
                <a:cubicBezTo>
                  <a:pt x="99000" y="127555"/>
                  <a:pt x="127555" y="99000"/>
                  <a:pt x="127555" y="63777"/>
                </a:cubicBezTo>
                <a:cubicBezTo>
                  <a:pt x="127555" y="28555"/>
                  <a:pt x="99000" y="0"/>
                  <a:pt x="63777" y="0"/>
                </a:cubicBezTo>
                <a:close/>
                <a:moveTo>
                  <a:pt x="63777" y="95666"/>
                </a:moveTo>
                <a:cubicBezTo>
                  <a:pt x="46165" y="95666"/>
                  <a:pt x="31889" y="81389"/>
                  <a:pt x="31889" y="63777"/>
                </a:cubicBezTo>
                <a:cubicBezTo>
                  <a:pt x="31889" y="46165"/>
                  <a:pt x="46165" y="31889"/>
                  <a:pt x="63777" y="31889"/>
                </a:cubicBezTo>
                <a:cubicBezTo>
                  <a:pt x="81389" y="31889"/>
                  <a:pt x="95666" y="46165"/>
                  <a:pt x="95666" y="63777"/>
                </a:cubicBezTo>
                <a:cubicBezTo>
                  <a:pt x="95666" y="81389"/>
                  <a:pt x="81389" y="95666"/>
                  <a:pt x="63777" y="95666"/>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07" name="Freeform: Shape 406">
            <a:extLst>
              <a:ext uri="{FF2B5EF4-FFF2-40B4-BE49-F238E27FC236}">
                <a16:creationId xmlns:a16="http://schemas.microsoft.com/office/drawing/2014/main" id="{D2EC1492-324C-D7DC-5D3F-8472CAD344C9}"/>
              </a:ext>
            </a:extLst>
          </p:cNvPr>
          <p:cNvSpPr/>
          <p:nvPr/>
        </p:nvSpPr>
        <p:spPr>
          <a:xfrm>
            <a:off x="8200931" y="5056134"/>
            <a:ext cx="36682" cy="158694"/>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08" name="Freeform: Shape 407">
            <a:extLst>
              <a:ext uri="{FF2B5EF4-FFF2-40B4-BE49-F238E27FC236}">
                <a16:creationId xmlns:a16="http://schemas.microsoft.com/office/drawing/2014/main" id="{11DA38B8-DA2E-AAD8-8BCA-8623DF4877B7}"/>
              </a:ext>
            </a:extLst>
          </p:cNvPr>
          <p:cNvSpPr/>
          <p:nvPr/>
        </p:nvSpPr>
        <p:spPr>
          <a:xfrm>
            <a:off x="8067401" y="5056134"/>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09" name="Freeform: Shape 408">
            <a:extLst>
              <a:ext uri="{FF2B5EF4-FFF2-40B4-BE49-F238E27FC236}">
                <a16:creationId xmlns:a16="http://schemas.microsoft.com/office/drawing/2014/main" id="{D23DC265-3646-D5A1-F319-4F3E7FDEB9D4}"/>
              </a:ext>
            </a:extLst>
          </p:cNvPr>
          <p:cNvSpPr/>
          <p:nvPr/>
        </p:nvSpPr>
        <p:spPr>
          <a:xfrm>
            <a:off x="7950807" y="4756567"/>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10" name="Freeform: Shape 409">
            <a:extLst>
              <a:ext uri="{FF2B5EF4-FFF2-40B4-BE49-F238E27FC236}">
                <a16:creationId xmlns:a16="http://schemas.microsoft.com/office/drawing/2014/main" id="{151104C0-5E6E-2A57-6C96-6770A3D17BB3}"/>
              </a:ext>
            </a:extLst>
          </p:cNvPr>
          <p:cNvSpPr/>
          <p:nvPr/>
        </p:nvSpPr>
        <p:spPr>
          <a:xfrm>
            <a:off x="7974723" y="4701538"/>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11" name="Freeform: Shape 410">
            <a:extLst>
              <a:ext uri="{FF2B5EF4-FFF2-40B4-BE49-F238E27FC236}">
                <a16:creationId xmlns:a16="http://schemas.microsoft.com/office/drawing/2014/main" id="{088EC1A5-D3BA-2A37-96D1-6D955FF9D0B0}"/>
              </a:ext>
            </a:extLst>
          </p:cNvPr>
          <p:cNvSpPr/>
          <p:nvPr/>
        </p:nvSpPr>
        <p:spPr>
          <a:xfrm>
            <a:off x="7980836" y="4787130"/>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12" name="Freeform: Shape 411">
            <a:extLst>
              <a:ext uri="{FF2B5EF4-FFF2-40B4-BE49-F238E27FC236}">
                <a16:creationId xmlns:a16="http://schemas.microsoft.com/office/drawing/2014/main" id="{8C0FB9CF-3554-6852-764A-B624991A9406}"/>
              </a:ext>
            </a:extLst>
          </p:cNvPr>
          <p:cNvSpPr/>
          <p:nvPr/>
        </p:nvSpPr>
        <p:spPr>
          <a:xfrm>
            <a:off x="8170901" y="4756567"/>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13" name="Freeform: Shape 412">
            <a:extLst>
              <a:ext uri="{FF2B5EF4-FFF2-40B4-BE49-F238E27FC236}">
                <a16:creationId xmlns:a16="http://schemas.microsoft.com/office/drawing/2014/main" id="{4A9B0EE2-6987-88A9-12CE-EB33160EF06D}"/>
              </a:ext>
            </a:extLst>
          </p:cNvPr>
          <p:cNvSpPr/>
          <p:nvPr/>
        </p:nvSpPr>
        <p:spPr>
          <a:xfrm>
            <a:off x="8194817" y="4701538"/>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14" name="Freeform: Shape 413">
            <a:extLst>
              <a:ext uri="{FF2B5EF4-FFF2-40B4-BE49-F238E27FC236}">
                <a16:creationId xmlns:a16="http://schemas.microsoft.com/office/drawing/2014/main" id="{66948232-102D-2F51-124F-A6BC62C1ACDD}"/>
              </a:ext>
            </a:extLst>
          </p:cNvPr>
          <p:cNvSpPr/>
          <p:nvPr/>
        </p:nvSpPr>
        <p:spPr>
          <a:xfrm>
            <a:off x="8061405" y="4756567"/>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15" name="Freeform: Shape 414">
            <a:extLst>
              <a:ext uri="{FF2B5EF4-FFF2-40B4-BE49-F238E27FC236}">
                <a16:creationId xmlns:a16="http://schemas.microsoft.com/office/drawing/2014/main" id="{ABE6BF56-9BFA-1FEE-46B5-90234638EF9E}"/>
              </a:ext>
            </a:extLst>
          </p:cNvPr>
          <p:cNvSpPr/>
          <p:nvPr/>
        </p:nvSpPr>
        <p:spPr>
          <a:xfrm>
            <a:off x="8085308" y="4701538"/>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16" name="Freeform: Shape 415">
            <a:extLst>
              <a:ext uri="{FF2B5EF4-FFF2-40B4-BE49-F238E27FC236}">
                <a16:creationId xmlns:a16="http://schemas.microsoft.com/office/drawing/2014/main" id="{D654F9D1-4DA7-7206-5991-AC3D3988A3B4}"/>
              </a:ext>
            </a:extLst>
          </p:cNvPr>
          <p:cNvSpPr/>
          <p:nvPr/>
        </p:nvSpPr>
        <p:spPr>
          <a:xfrm>
            <a:off x="8200931" y="4787130"/>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17" name="Freeform: Shape 416">
            <a:extLst>
              <a:ext uri="{FF2B5EF4-FFF2-40B4-BE49-F238E27FC236}">
                <a16:creationId xmlns:a16="http://schemas.microsoft.com/office/drawing/2014/main" id="{13826261-D3F9-540B-D6EA-36BA7407E86E}"/>
              </a:ext>
            </a:extLst>
          </p:cNvPr>
          <p:cNvSpPr/>
          <p:nvPr/>
        </p:nvSpPr>
        <p:spPr>
          <a:xfrm>
            <a:off x="8067401" y="4787130"/>
            <a:ext cx="84730" cy="158957"/>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18" name="Freeform: Shape 417">
            <a:extLst>
              <a:ext uri="{FF2B5EF4-FFF2-40B4-BE49-F238E27FC236}">
                <a16:creationId xmlns:a16="http://schemas.microsoft.com/office/drawing/2014/main" id="{E4820DC0-9BC7-D8B4-CB16-A48754AB2C08}"/>
              </a:ext>
            </a:extLst>
          </p:cNvPr>
          <p:cNvSpPr/>
          <p:nvPr/>
        </p:nvSpPr>
        <p:spPr>
          <a:xfrm>
            <a:off x="8281499" y="5025571"/>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19" name="Freeform: Shape 418">
            <a:extLst>
              <a:ext uri="{FF2B5EF4-FFF2-40B4-BE49-F238E27FC236}">
                <a16:creationId xmlns:a16="http://schemas.microsoft.com/office/drawing/2014/main" id="{96DC87DB-9A87-B29F-775B-FBD7C5DE7D9F}"/>
              </a:ext>
            </a:extLst>
          </p:cNvPr>
          <p:cNvSpPr/>
          <p:nvPr/>
        </p:nvSpPr>
        <p:spPr>
          <a:xfrm>
            <a:off x="8305402" y="4970542"/>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20" name="Freeform: Shape 419">
            <a:extLst>
              <a:ext uri="{FF2B5EF4-FFF2-40B4-BE49-F238E27FC236}">
                <a16:creationId xmlns:a16="http://schemas.microsoft.com/office/drawing/2014/main" id="{AE60C547-7368-9FA8-E174-9E79B1EBA352}"/>
              </a:ext>
            </a:extLst>
          </p:cNvPr>
          <p:cNvSpPr/>
          <p:nvPr/>
        </p:nvSpPr>
        <p:spPr>
          <a:xfrm>
            <a:off x="8287495" y="5056134"/>
            <a:ext cx="84730" cy="158957"/>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21" name="Freeform: Shape 420">
            <a:extLst>
              <a:ext uri="{FF2B5EF4-FFF2-40B4-BE49-F238E27FC236}">
                <a16:creationId xmlns:a16="http://schemas.microsoft.com/office/drawing/2014/main" id="{5069C995-8D0F-202A-9B3D-2AA232DCB5CC}"/>
              </a:ext>
            </a:extLst>
          </p:cNvPr>
          <p:cNvSpPr/>
          <p:nvPr/>
        </p:nvSpPr>
        <p:spPr>
          <a:xfrm>
            <a:off x="7942324" y="5348682"/>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22" name="Freeform: Shape 421">
            <a:extLst>
              <a:ext uri="{FF2B5EF4-FFF2-40B4-BE49-F238E27FC236}">
                <a16:creationId xmlns:a16="http://schemas.microsoft.com/office/drawing/2014/main" id="{75477836-549B-C66C-F2B7-A4AD00D304F3}"/>
              </a:ext>
            </a:extLst>
          </p:cNvPr>
          <p:cNvSpPr/>
          <p:nvPr/>
        </p:nvSpPr>
        <p:spPr>
          <a:xfrm>
            <a:off x="7966240" y="5293652"/>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24" name="Freeform: Shape 423">
            <a:extLst>
              <a:ext uri="{FF2B5EF4-FFF2-40B4-BE49-F238E27FC236}">
                <a16:creationId xmlns:a16="http://schemas.microsoft.com/office/drawing/2014/main" id="{963B5904-FC34-2A2C-4D17-514175034232}"/>
              </a:ext>
            </a:extLst>
          </p:cNvPr>
          <p:cNvSpPr/>
          <p:nvPr/>
        </p:nvSpPr>
        <p:spPr>
          <a:xfrm>
            <a:off x="8162418" y="5348682"/>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25" name="Freeform: Shape 424">
            <a:extLst>
              <a:ext uri="{FF2B5EF4-FFF2-40B4-BE49-F238E27FC236}">
                <a16:creationId xmlns:a16="http://schemas.microsoft.com/office/drawing/2014/main" id="{5D247A33-D670-941E-9C98-54F1A60CDFBA}"/>
              </a:ext>
            </a:extLst>
          </p:cNvPr>
          <p:cNvSpPr/>
          <p:nvPr/>
        </p:nvSpPr>
        <p:spPr>
          <a:xfrm>
            <a:off x="8186334" y="5293652"/>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26" name="Freeform: Shape 425">
            <a:extLst>
              <a:ext uri="{FF2B5EF4-FFF2-40B4-BE49-F238E27FC236}">
                <a16:creationId xmlns:a16="http://schemas.microsoft.com/office/drawing/2014/main" id="{1E51DB84-47C3-C1D6-1E15-24C51CC4895D}"/>
              </a:ext>
            </a:extLst>
          </p:cNvPr>
          <p:cNvSpPr/>
          <p:nvPr/>
        </p:nvSpPr>
        <p:spPr>
          <a:xfrm>
            <a:off x="8052922" y="5348682"/>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27" name="Freeform: Shape 426">
            <a:extLst>
              <a:ext uri="{FF2B5EF4-FFF2-40B4-BE49-F238E27FC236}">
                <a16:creationId xmlns:a16="http://schemas.microsoft.com/office/drawing/2014/main" id="{8EC82359-82F8-459D-CE7A-AD61A8DBD04C}"/>
              </a:ext>
            </a:extLst>
          </p:cNvPr>
          <p:cNvSpPr/>
          <p:nvPr/>
        </p:nvSpPr>
        <p:spPr>
          <a:xfrm>
            <a:off x="8076825" y="5293652"/>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0" name="Freeform: Shape 429">
            <a:extLst>
              <a:ext uri="{FF2B5EF4-FFF2-40B4-BE49-F238E27FC236}">
                <a16:creationId xmlns:a16="http://schemas.microsoft.com/office/drawing/2014/main" id="{8655E387-E252-D1C3-30D8-07507830FA99}"/>
              </a:ext>
            </a:extLst>
          </p:cNvPr>
          <p:cNvSpPr/>
          <p:nvPr/>
        </p:nvSpPr>
        <p:spPr>
          <a:xfrm>
            <a:off x="7910551" y="3791311"/>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1" name="Freeform: Shape 430">
            <a:extLst>
              <a:ext uri="{FF2B5EF4-FFF2-40B4-BE49-F238E27FC236}">
                <a16:creationId xmlns:a16="http://schemas.microsoft.com/office/drawing/2014/main" id="{FFB59DC0-1555-0902-A0C1-8C500C697EA7}"/>
              </a:ext>
            </a:extLst>
          </p:cNvPr>
          <p:cNvSpPr/>
          <p:nvPr/>
        </p:nvSpPr>
        <p:spPr>
          <a:xfrm>
            <a:off x="7934467" y="3736281"/>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2" name="Freeform: Shape 431">
            <a:extLst>
              <a:ext uri="{FF2B5EF4-FFF2-40B4-BE49-F238E27FC236}">
                <a16:creationId xmlns:a16="http://schemas.microsoft.com/office/drawing/2014/main" id="{E14EF7A7-8070-7D74-F0E7-7DD8C641CF5B}"/>
              </a:ext>
            </a:extLst>
          </p:cNvPr>
          <p:cNvSpPr/>
          <p:nvPr/>
        </p:nvSpPr>
        <p:spPr>
          <a:xfrm>
            <a:off x="7940580" y="3821873"/>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3" name="Freeform: Shape 432">
            <a:extLst>
              <a:ext uri="{FF2B5EF4-FFF2-40B4-BE49-F238E27FC236}">
                <a16:creationId xmlns:a16="http://schemas.microsoft.com/office/drawing/2014/main" id="{0FF28E45-25E1-5C2B-C813-483E0BA04DD2}"/>
              </a:ext>
            </a:extLst>
          </p:cNvPr>
          <p:cNvSpPr/>
          <p:nvPr/>
        </p:nvSpPr>
        <p:spPr>
          <a:xfrm>
            <a:off x="8130645" y="3791311"/>
            <a:ext cx="96808" cy="97814"/>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4" name="Freeform: Shape 433">
            <a:extLst>
              <a:ext uri="{FF2B5EF4-FFF2-40B4-BE49-F238E27FC236}">
                <a16:creationId xmlns:a16="http://schemas.microsoft.com/office/drawing/2014/main" id="{9722C1E1-ACE6-E028-8600-2E3D6678E7FA}"/>
              </a:ext>
            </a:extLst>
          </p:cNvPr>
          <p:cNvSpPr/>
          <p:nvPr/>
        </p:nvSpPr>
        <p:spPr>
          <a:xfrm>
            <a:off x="8154561" y="3736281"/>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5" name="Freeform: Shape 434">
            <a:extLst>
              <a:ext uri="{FF2B5EF4-FFF2-40B4-BE49-F238E27FC236}">
                <a16:creationId xmlns:a16="http://schemas.microsoft.com/office/drawing/2014/main" id="{ABCFE3E3-E7E5-05F4-F271-F90649B02A7E}"/>
              </a:ext>
            </a:extLst>
          </p:cNvPr>
          <p:cNvSpPr/>
          <p:nvPr/>
        </p:nvSpPr>
        <p:spPr>
          <a:xfrm>
            <a:off x="8021149" y="3791311"/>
            <a:ext cx="96820" cy="97814"/>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6" name="Freeform: Shape 435">
            <a:extLst>
              <a:ext uri="{FF2B5EF4-FFF2-40B4-BE49-F238E27FC236}">
                <a16:creationId xmlns:a16="http://schemas.microsoft.com/office/drawing/2014/main" id="{A97E2EAF-9D1D-5B34-2C92-4CF831D7AC72}"/>
              </a:ext>
            </a:extLst>
          </p:cNvPr>
          <p:cNvSpPr/>
          <p:nvPr/>
        </p:nvSpPr>
        <p:spPr>
          <a:xfrm>
            <a:off x="8045052" y="3736281"/>
            <a:ext cx="48909" cy="48909"/>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7" name="Freeform: Shape 436">
            <a:extLst>
              <a:ext uri="{FF2B5EF4-FFF2-40B4-BE49-F238E27FC236}">
                <a16:creationId xmlns:a16="http://schemas.microsoft.com/office/drawing/2014/main" id="{07A9AC54-0EFA-7135-B6B4-453254655061}"/>
              </a:ext>
            </a:extLst>
          </p:cNvPr>
          <p:cNvSpPr/>
          <p:nvPr/>
        </p:nvSpPr>
        <p:spPr>
          <a:xfrm>
            <a:off x="8160675" y="3821873"/>
            <a:ext cx="36682" cy="158694"/>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8" name="Freeform: Shape 437">
            <a:extLst>
              <a:ext uri="{FF2B5EF4-FFF2-40B4-BE49-F238E27FC236}">
                <a16:creationId xmlns:a16="http://schemas.microsoft.com/office/drawing/2014/main" id="{EECC5F09-E4CF-0057-A9D4-6FC4EEB80A2B}"/>
              </a:ext>
            </a:extLst>
          </p:cNvPr>
          <p:cNvSpPr/>
          <p:nvPr/>
        </p:nvSpPr>
        <p:spPr>
          <a:xfrm>
            <a:off x="8027145" y="3821873"/>
            <a:ext cx="84730" cy="158957"/>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Aptos" panose="020B0004020202020204"/>
              <a:ea typeface="+mn-ea"/>
              <a:cs typeface="+mn-cs"/>
            </a:endParaRPr>
          </a:p>
        </p:txBody>
      </p:sp>
      <p:cxnSp>
        <p:nvCxnSpPr>
          <p:cNvPr id="439" name="Straight Connector 438">
            <a:extLst>
              <a:ext uri="{FF2B5EF4-FFF2-40B4-BE49-F238E27FC236}">
                <a16:creationId xmlns:a16="http://schemas.microsoft.com/office/drawing/2014/main" id="{22122616-3FEC-60B5-9780-AE3F139A4765}"/>
              </a:ext>
            </a:extLst>
          </p:cNvPr>
          <p:cNvCxnSpPr>
            <a:cxnSpLocks/>
          </p:cNvCxnSpPr>
          <p:nvPr/>
        </p:nvCxnSpPr>
        <p:spPr>
          <a:xfrm>
            <a:off x="6840211" y="4632990"/>
            <a:ext cx="703728" cy="0"/>
          </a:xfrm>
          <a:prstGeom prst="line">
            <a:avLst/>
          </a:prstGeom>
          <a:ln>
            <a:solidFill>
              <a:srgbClr val="FFFF00"/>
            </a:solidFill>
            <a:prstDash val="lgDash"/>
          </a:ln>
        </p:spPr>
        <p:style>
          <a:lnRef idx="2">
            <a:schemeClr val="accent1"/>
          </a:lnRef>
          <a:fillRef idx="0">
            <a:schemeClr val="accent1"/>
          </a:fillRef>
          <a:effectRef idx="1">
            <a:schemeClr val="accent1"/>
          </a:effectRef>
          <a:fontRef idx="minor">
            <a:schemeClr val="tx1"/>
          </a:fontRef>
        </p:style>
      </p:cxnSp>
      <p:cxnSp>
        <p:nvCxnSpPr>
          <p:cNvPr id="440" name="Straight Connector 439">
            <a:extLst>
              <a:ext uri="{FF2B5EF4-FFF2-40B4-BE49-F238E27FC236}">
                <a16:creationId xmlns:a16="http://schemas.microsoft.com/office/drawing/2014/main" id="{584869EF-6464-72DF-687D-A0AC1DE44880}"/>
              </a:ext>
            </a:extLst>
          </p:cNvPr>
          <p:cNvCxnSpPr>
            <a:cxnSpLocks/>
          </p:cNvCxnSpPr>
          <p:nvPr/>
        </p:nvCxnSpPr>
        <p:spPr>
          <a:xfrm>
            <a:off x="7766105" y="5249625"/>
            <a:ext cx="703728" cy="0"/>
          </a:xfrm>
          <a:prstGeom prst="line">
            <a:avLst/>
          </a:prstGeom>
          <a:ln>
            <a:solidFill>
              <a:srgbClr val="FFFF00"/>
            </a:solidFill>
            <a:prstDash val="lgDash"/>
          </a:ln>
        </p:spPr>
        <p:style>
          <a:lnRef idx="2">
            <a:schemeClr val="accent1"/>
          </a:lnRef>
          <a:fillRef idx="0">
            <a:schemeClr val="accent1"/>
          </a:fillRef>
          <a:effectRef idx="1">
            <a:schemeClr val="accent1"/>
          </a:effectRef>
          <a:fontRef idx="minor">
            <a:schemeClr val="tx1"/>
          </a:fontRef>
        </p:style>
      </p:cxnSp>
      <p:cxnSp>
        <p:nvCxnSpPr>
          <p:cNvPr id="445" name="Straight Connector 444">
            <a:extLst>
              <a:ext uri="{FF2B5EF4-FFF2-40B4-BE49-F238E27FC236}">
                <a16:creationId xmlns:a16="http://schemas.microsoft.com/office/drawing/2014/main" id="{52CDE915-B6E4-5B6F-8BCA-1DA2E1075782}"/>
              </a:ext>
            </a:extLst>
          </p:cNvPr>
          <p:cNvCxnSpPr>
            <a:cxnSpLocks/>
          </p:cNvCxnSpPr>
          <p:nvPr/>
        </p:nvCxnSpPr>
        <p:spPr>
          <a:xfrm>
            <a:off x="9150923" y="4761973"/>
            <a:ext cx="672276" cy="0"/>
          </a:xfrm>
          <a:prstGeom prst="line">
            <a:avLst/>
          </a:prstGeom>
          <a:ln>
            <a:solidFill>
              <a:schemeClr val="bg1"/>
            </a:solidFill>
            <a:prstDash val="lgDash"/>
          </a:ln>
        </p:spPr>
        <p:style>
          <a:lnRef idx="2">
            <a:schemeClr val="accent1"/>
          </a:lnRef>
          <a:fillRef idx="0">
            <a:schemeClr val="accent1"/>
          </a:fillRef>
          <a:effectRef idx="1">
            <a:schemeClr val="accent1"/>
          </a:effectRef>
          <a:fontRef idx="minor">
            <a:schemeClr val="tx1"/>
          </a:fontRef>
        </p:style>
      </p:cxnSp>
      <p:cxnSp>
        <p:nvCxnSpPr>
          <p:cNvPr id="446" name="Straight Connector 445">
            <a:extLst>
              <a:ext uri="{FF2B5EF4-FFF2-40B4-BE49-F238E27FC236}">
                <a16:creationId xmlns:a16="http://schemas.microsoft.com/office/drawing/2014/main" id="{9EED64C7-F505-8437-BCA1-FAA428AC5384}"/>
              </a:ext>
            </a:extLst>
          </p:cNvPr>
          <p:cNvCxnSpPr>
            <a:cxnSpLocks/>
          </p:cNvCxnSpPr>
          <p:nvPr/>
        </p:nvCxnSpPr>
        <p:spPr>
          <a:xfrm>
            <a:off x="9889197" y="4760767"/>
            <a:ext cx="672276" cy="0"/>
          </a:xfrm>
          <a:prstGeom prst="line">
            <a:avLst/>
          </a:prstGeom>
          <a:ln>
            <a:solidFill>
              <a:schemeClr val="bg1"/>
            </a:solidFill>
            <a:prstDash val="lgDash"/>
          </a:ln>
        </p:spPr>
        <p:style>
          <a:lnRef idx="2">
            <a:schemeClr val="accent1"/>
          </a:lnRef>
          <a:fillRef idx="0">
            <a:schemeClr val="accent1"/>
          </a:fillRef>
          <a:effectRef idx="1">
            <a:schemeClr val="accent1"/>
          </a:effectRef>
          <a:fontRef idx="minor">
            <a:schemeClr val="tx1"/>
          </a:fontRef>
        </p:style>
      </p:cxnSp>
      <p:grpSp>
        <p:nvGrpSpPr>
          <p:cNvPr id="447" name="Group 446">
            <a:extLst>
              <a:ext uri="{FF2B5EF4-FFF2-40B4-BE49-F238E27FC236}">
                <a16:creationId xmlns:a16="http://schemas.microsoft.com/office/drawing/2014/main" id="{CEA809FD-99A5-7A9D-1424-44746925222E}"/>
              </a:ext>
            </a:extLst>
          </p:cNvPr>
          <p:cNvGrpSpPr/>
          <p:nvPr/>
        </p:nvGrpSpPr>
        <p:grpSpPr>
          <a:xfrm>
            <a:off x="9275229" y="4483789"/>
            <a:ext cx="92481" cy="233369"/>
            <a:chOff x="2802805" y="2595678"/>
            <a:chExt cx="147278" cy="371643"/>
          </a:xfrm>
        </p:grpSpPr>
        <p:sp>
          <p:nvSpPr>
            <p:cNvPr id="448" name="Freeform: Shape 447">
              <a:extLst>
                <a:ext uri="{FF2B5EF4-FFF2-40B4-BE49-F238E27FC236}">
                  <a16:creationId xmlns:a16="http://schemas.microsoft.com/office/drawing/2014/main" id="{F8BB4623-33F5-36E2-A3BC-4111672E6738}"/>
                </a:ext>
              </a:extLst>
            </p:cNvPr>
            <p:cNvSpPr/>
            <p:nvPr/>
          </p:nvSpPr>
          <p:spPr>
            <a:xfrm>
              <a:off x="2802805" y="2679397"/>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49" name="Freeform: Shape 448">
              <a:extLst>
                <a:ext uri="{FF2B5EF4-FFF2-40B4-BE49-F238E27FC236}">
                  <a16:creationId xmlns:a16="http://schemas.microsoft.com/office/drawing/2014/main" id="{1A15732F-D708-EF03-44BD-7E2595F00AB9}"/>
                </a:ext>
              </a:extLst>
            </p:cNvPr>
            <p:cNvSpPr/>
            <p:nvPr/>
          </p:nvSpPr>
          <p:spPr>
            <a:xfrm>
              <a:off x="2839189" y="2595678"/>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50" name="Freeform: Shape 449">
              <a:extLst>
                <a:ext uri="{FF2B5EF4-FFF2-40B4-BE49-F238E27FC236}">
                  <a16:creationId xmlns:a16="http://schemas.microsoft.com/office/drawing/2014/main" id="{DDEC3FDC-5824-46B8-931A-2442FB7EB920}"/>
                </a:ext>
              </a:extLst>
            </p:cNvPr>
            <p:cNvSpPr/>
            <p:nvPr/>
          </p:nvSpPr>
          <p:spPr>
            <a:xfrm>
              <a:off x="2848491" y="2725894"/>
              <a:ext cx="55807"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451" name="Group 450">
            <a:extLst>
              <a:ext uri="{FF2B5EF4-FFF2-40B4-BE49-F238E27FC236}">
                <a16:creationId xmlns:a16="http://schemas.microsoft.com/office/drawing/2014/main" id="{7F5B5AFE-056D-67E6-211A-F54CD2197EC2}"/>
              </a:ext>
            </a:extLst>
          </p:cNvPr>
          <p:cNvGrpSpPr/>
          <p:nvPr/>
        </p:nvGrpSpPr>
        <p:grpSpPr>
          <a:xfrm>
            <a:off x="9437636" y="4491190"/>
            <a:ext cx="198148" cy="233620"/>
            <a:chOff x="2864048" y="4473411"/>
            <a:chExt cx="315553" cy="372044"/>
          </a:xfrm>
        </p:grpSpPr>
        <p:sp>
          <p:nvSpPr>
            <p:cNvPr id="452" name="Freeform: Shape 451">
              <a:extLst>
                <a:ext uri="{FF2B5EF4-FFF2-40B4-BE49-F238E27FC236}">
                  <a16:creationId xmlns:a16="http://schemas.microsoft.com/office/drawing/2014/main" id="{434E0788-2EB1-F17E-6820-B763B33C60DC}"/>
                </a:ext>
              </a:extLst>
            </p:cNvPr>
            <p:cNvSpPr/>
            <p:nvPr/>
          </p:nvSpPr>
          <p:spPr>
            <a:xfrm>
              <a:off x="2864048" y="4557129"/>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1"/>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53" name="Freeform: Shape 452">
              <a:extLst>
                <a:ext uri="{FF2B5EF4-FFF2-40B4-BE49-F238E27FC236}">
                  <a16:creationId xmlns:a16="http://schemas.microsoft.com/office/drawing/2014/main" id="{88285590-03A1-3E05-03BA-B169C5844B65}"/>
                </a:ext>
              </a:extLst>
            </p:cNvPr>
            <p:cNvSpPr/>
            <p:nvPr/>
          </p:nvSpPr>
          <p:spPr>
            <a:xfrm>
              <a:off x="2900432" y="447341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54" name="Freeform: Shape 453">
              <a:extLst>
                <a:ext uri="{FF2B5EF4-FFF2-40B4-BE49-F238E27FC236}">
                  <a16:creationId xmlns:a16="http://schemas.microsoft.com/office/drawing/2014/main" id="{49675C68-40F6-7B9A-F265-FB23DA87BA9D}"/>
                </a:ext>
              </a:extLst>
            </p:cNvPr>
            <p:cNvSpPr/>
            <p:nvPr/>
          </p:nvSpPr>
          <p:spPr>
            <a:xfrm>
              <a:off x="2909734" y="4603625"/>
              <a:ext cx="55806" cy="241427"/>
            </a:xfrm>
            <a:custGeom>
              <a:avLst/>
              <a:gdLst>
                <a:gd name="connsiteX0" fmla="*/ 95666 w 95665"/>
                <a:gd name="connsiteY0" fmla="*/ 15944 h 413866"/>
                <a:gd name="connsiteX1" fmla="*/ 79722 w 95665"/>
                <a:gd name="connsiteY1" fmla="*/ 0 h 413866"/>
                <a:gd name="connsiteX2" fmla="*/ 63777 w 95665"/>
                <a:gd name="connsiteY2" fmla="*/ 15944 h 413866"/>
                <a:gd name="connsiteX3" fmla="*/ 63777 w 95665"/>
                <a:gd name="connsiteY3" fmla="*/ 159443 h 413866"/>
                <a:gd name="connsiteX4" fmla="*/ 31889 w 95665"/>
                <a:gd name="connsiteY4" fmla="*/ 159443 h 413866"/>
                <a:gd name="connsiteX5" fmla="*/ 31889 w 95665"/>
                <a:gd name="connsiteY5" fmla="*/ 15944 h 413866"/>
                <a:gd name="connsiteX6" fmla="*/ 15944 w 95665"/>
                <a:gd name="connsiteY6" fmla="*/ 0 h 413866"/>
                <a:gd name="connsiteX7" fmla="*/ 0 w 95665"/>
                <a:gd name="connsiteY7" fmla="*/ 15944 h 413866"/>
                <a:gd name="connsiteX8" fmla="*/ 0 w 95665"/>
                <a:gd name="connsiteY8" fmla="*/ 413867 h 413866"/>
                <a:gd name="connsiteX9" fmla="*/ 31889 w 95665"/>
                <a:gd name="connsiteY9" fmla="*/ 413867 h 413866"/>
                <a:gd name="connsiteX10" fmla="*/ 31889 w 95665"/>
                <a:gd name="connsiteY10" fmla="*/ 191332 h 413866"/>
                <a:gd name="connsiteX11" fmla="*/ 63777 w 95665"/>
                <a:gd name="connsiteY11" fmla="*/ 191332 h 413866"/>
                <a:gd name="connsiteX12" fmla="*/ 63777 w 95665"/>
                <a:gd name="connsiteY12" fmla="*/ 413867 h 413866"/>
                <a:gd name="connsiteX13" fmla="*/ 95666 w 95665"/>
                <a:gd name="connsiteY13" fmla="*/ 413867 h 413866"/>
                <a:gd name="connsiteX14" fmla="*/ 95666 w 95665"/>
                <a:gd name="connsiteY14" fmla="*/ 63777 h 413866"/>
                <a:gd name="connsiteX15" fmla="*/ 95666 w 95665"/>
                <a:gd name="connsiteY15"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665" h="413866">
                  <a:moveTo>
                    <a:pt x="95666" y="15944"/>
                  </a:moveTo>
                  <a:cubicBezTo>
                    <a:pt x="95666" y="7138"/>
                    <a:pt x="88528" y="0"/>
                    <a:pt x="79722" y="0"/>
                  </a:cubicBezTo>
                  <a:cubicBezTo>
                    <a:pt x="70916" y="0"/>
                    <a:pt x="63777" y="7138"/>
                    <a:pt x="63777" y="15944"/>
                  </a:cubicBezTo>
                  <a:lnTo>
                    <a:pt x="63777" y="159443"/>
                  </a:lnTo>
                  <a:lnTo>
                    <a:pt x="31889" y="159443"/>
                  </a:ln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55" name="Freeform: Shape 454">
              <a:extLst>
                <a:ext uri="{FF2B5EF4-FFF2-40B4-BE49-F238E27FC236}">
                  <a16:creationId xmlns:a16="http://schemas.microsoft.com/office/drawing/2014/main" id="{651082FB-430E-5182-F9E3-26B54E81F234}"/>
                </a:ext>
              </a:extLst>
            </p:cNvPr>
            <p:cNvSpPr/>
            <p:nvPr/>
          </p:nvSpPr>
          <p:spPr>
            <a:xfrm>
              <a:off x="3032305" y="4557129"/>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4"/>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2"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56" name="Freeform: Shape 455">
              <a:extLst>
                <a:ext uri="{FF2B5EF4-FFF2-40B4-BE49-F238E27FC236}">
                  <a16:creationId xmlns:a16="http://schemas.microsoft.com/office/drawing/2014/main" id="{484EABD3-392B-404D-E66F-F7E6358350CD}"/>
                </a:ext>
              </a:extLst>
            </p:cNvPr>
            <p:cNvSpPr/>
            <p:nvPr/>
          </p:nvSpPr>
          <p:spPr>
            <a:xfrm>
              <a:off x="3068670" y="447341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5"/>
                    <a:pt x="99000" y="0"/>
                    <a:pt x="63777" y="0"/>
                  </a:cubicBezTo>
                  <a:cubicBezTo>
                    <a:pt x="28555" y="0"/>
                    <a:pt x="0" y="28555"/>
                    <a:pt x="0" y="63777"/>
                  </a:cubicBezTo>
                  <a:cubicBezTo>
                    <a:pt x="0" y="99000"/>
                    <a:pt x="28555" y="127555"/>
                    <a:pt x="63777" y="127555"/>
                  </a:cubicBezTo>
                  <a:close/>
                  <a:moveTo>
                    <a:pt x="63777" y="31889"/>
                  </a:moveTo>
                  <a:cubicBezTo>
                    <a:pt x="81389" y="31889"/>
                    <a:pt x="95666" y="46165"/>
                    <a:pt x="95666" y="63777"/>
                  </a:cubicBezTo>
                  <a:cubicBezTo>
                    <a:pt x="95666" y="81389"/>
                    <a:pt x="81389" y="95666"/>
                    <a:pt x="63777" y="95666"/>
                  </a:cubicBezTo>
                  <a:cubicBezTo>
                    <a:pt x="46165" y="95666"/>
                    <a:pt x="31889" y="81389"/>
                    <a:pt x="31889" y="63777"/>
                  </a:cubicBezTo>
                  <a:cubicBezTo>
                    <a:pt x="31889" y="46165"/>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57" name="Freeform: Shape 456">
              <a:extLst>
                <a:ext uri="{FF2B5EF4-FFF2-40B4-BE49-F238E27FC236}">
                  <a16:creationId xmlns:a16="http://schemas.microsoft.com/office/drawing/2014/main" id="{5F4D36B6-BD46-01F4-D1D9-F62E91CBF8CC}"/>
                </a:ext>
              </a:extLst>
            </p:cNvPr>
            <p:cNvSpPr/>
            <p:nvPr/>
          </p:nvSpPr>
          <p:spPr>
            <a:xfrm>
              <a:off x="3041427" y="4603625"/>
              <a:ext cx="128903" cy="241830"/>
            </a:xfrm>
            <a:custGeom>
              <a:avLst/>
              <a:gdLst>
                <a:gd name="connsiteX0" fmla="*/ 158311 w 220972"/>
                <a:gd name="connsiteY0" fmla="*/ 15944 h 414552"/>
                <a:gd name="connsiteX1" fmla="*/ 142367 w 220972"/>
                <a:gd name="connsiteY1" fmla="*/ 0 h 414552"/>
                <a:gd name="connsiteX2" fmla="*/ 142367 w 220972"/>
                <a:gd name="connsiteY2" fmla="*/ 0 h 414552"/>
                <a:gd name="connsiteX3" fmla="*/ 126423 w 220972"/>
                <a:gd name="connsiteY3" fmla="*/ 15944 h 414552"/>
                <a:gd name="connsiteX4" fmla="*/ 126423 w 220972"/>
                <a:gd name="connsiteY4" fmla="*/ 89129 h 414552"/>
                <a:gd name="connsiteX5" fmla="*/ 175403 w 220972"/>
                <a:gd name="connsiteY5" fmla="*/ 223221 h 414552"/>
                <a:gd name="connsiteX6" fmla="*/ 45585 w 220972"/>
                <a:gd name="connsiteY6" fmla="*/ 223221 h 414552"/>
                <a:gd name="connsiteX7" fmla="*/ 94534 w 220972"/>
                <a:gd name="connsiteY7" fmla="*/ 89113 h 414552"/>
                <a:gd name="connsiteX8" fmla="*/ 94534 w 220972"/>
                <a:gd name="connsiteY8" fmla="*/ 86307 h 414552"/>
                <a:gd name="connsiteX9" fmla="*/ 94534 w 220972"/>
                <a:gd name="connsiteY9" fmla="*/ 86307 h 414552"/>
                <a:gd name="connsiteX10" fmla="*/ 94534 w 220972"/>
                <a:gd name="connsiteY10" fmla="*/ 15944 h 414552"/>
                <a:gd name="connsiteX11" fmla="*/ 78590 w 220972"/>
                <a:gd name="connsiteY11" fmla="*/ 0 h 414552"/>
                <a:gd name="connsiteX12" fmla="*/ 78590 w 220972"/>
                <a:gd name="connsiteY12" fmla="*/ 0 h 414552"/>
                <a:gd name="connsiteX13" fmla="*/ 62645 w 220972"/>
                <a:gd name="connsiteY13" fmla="*/ 15944 h 414552"/>
                <a:gd name="connsiteX14" fmla="*/ 62645 w 220972"/>
                <a:gd name="connsiteY14" fmla="*/ 83500 h 414552"/>
                <a:gd name="connsiteX15" fmla="*/ 0 w 220972"/>
                <a:gd name="connsiteY15" fmla="*/ 255109 h 414552"/>
                <a:gd name="connsiteX16" fmla="*/ 62645 w 220972"/>
                <a:gd name="connsiteY16" fmla="*/ 255109 h 414552"/>
                <a:gd name="connsiteX17" fmla="*/ 62645 w 220972"/>
                <a:gd name="connsiteY17" fmla="*/ 414552 h 414552"/>
                <a:gd name="connsiteX18" fmla="*/ 94534 w 220972"/>
                <a:gd name="connsiteY18" fmla="*/ 414552 h 414552"/>
                <a:gd name="connsiteX19" fmla="*/ 94534 w 220972"/>
                <a:gd name="connsiteY19" fmla="*/ 255109 h 414552"/>
                <a:gd name="connsiteX20" fmla="*/ 126423 w 220972"/>
                <a:gd name="connsiteY20" fmla="*/ 255109 h 414552"/>
                <a:gd name="connsiteX21" fmla="*/ 126423 w 220972"/>
                <a:gd name="connsiteY21" fmla="*/ 414552 h 414552"/>
                <a:gd name="connsiteX22" fmla="*/ 158311 w 220972"/>
                <a:gd name="connsiteY22" fmla="*/ 414552 h 414552"/>
                <a:gd name="connsiteX23" fmla="*/ 158311 w 220972"/>
                <a:gd name="connsiteY23" fmla="*/ 255109 h 414552"/>
                <a:gd name="connsiteX24" fmla="*/ 220972 w 220972"/>
                <a:gd name="connsiteY24" fmla="*/ 255109 h 414552"/>
                <a:gd name="connsiteX25" fmla="*/ 158311 w 220972"/>
                <a:gd name="connsiteY25" fmla="*/ 8346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0972" h="414552">
                  <a:moveTo>
                    <a:pt x="158311" y="15944"/>
                  </a:move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458" name="Group 457">
            <a:extLst>
              <a:ext uri="{FF2B5EF4-FFF2-40B4-BE49-F238E27FC236}">
                <a16:creationId xmlns:a16="http://schemas.microsoft.com/office/drawing/2014/main" id="{A2077A52-5A5F-4B6D-C569-3A78DA294FB0}"/>
              </a:ext>
            </a:extLst>
          </p:cNvPr>
          <p:cNvGrpSpPr/>
          <p:nvPr/>
        </p:nvGrpSpPr>
        <p:grpSpPr>
          <a:xfrm>
            <a:off x="9339094" y="4792124"/>
            <a:ext cx="197084" cy="233621"/>
            <a:chOff x="2684562" y="4964971"/>
            <a:chExt cx="313859" cy="372045"/>
          </a:xfrm>
        </p:grpSpPr>
        <p:sp>
          <p:nvSpPr>
            <p:cNvPr id="459" name="Freeform: Shape 458">
              <a:extLst>
                <a:ext uri="{FF2B5EF4-FFF2-40B4-BE49-F238E27FC236}">
                  <a16:creationId xmlns:a16="http://schemas.microsoft.com/office/drawing/2014/main" id="{FA06ED77-135F-6974-61B4-EC7C4F594862}"/>
                </a:ext>
              </a:extLst>
            </p:cNvPr>
            <p:cNvSpPr/>
            <p:nvPr/>
          </p:nvSpPr>
          <p:spPr>
            <a:xfrm>
              <a:off x="2851143" y="5048690"/>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60" name="Freeform: Shape 459">
              <a:extLst>
                <a:ext uri="{FF2B5EF4-FFF2-40B4-BE49-F238E27FC236}">
                  <a16:creationId xmlns:a16="http://schemas.microsoft.com/office/drawing/2014/main" id="{AF434B6B-11BE-4D8B-E7D3-79EC0A576F4D}"/>
                </a:ext>
              </a:extLst>
            </p:cNvPr>
            <p:cNvSpPr/>
            <p:nvPr/>
          </p:nvSpPr>
          <p:spPr>
            <a:xfrm>
              <a:off x="2887527" y="496497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61" name="Freeform: Shape 460">
              <a:extLst>
                <a:ext uri="{FF2B5EF4-FFF2-40B4-BE49-F238E27FC236}">
                  <a16:creationId xmlns:a16="http://schemas.microsoft.com/office/drawing/2014/main" id="{C71B7E4F-2300-C36C-A9FD-B319FFD24A5D}"/>
                </a:ext>
              </a:extLst>
            </p:cNvPr>
            <p:cNvSpPr/>
            <p:nvPr/>
          </p:nvSpPr>
          <p:spPr>
            <a:xfrm>
              <a:off x="2684562" y="5048690"/>
              <a:ext cx="147297"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62" name="Freeform: Shape 461">
              <a:extLst>
                <a:ext uri="{FF2B5EF4-FFF2-40B4-BE49-F238E27FC236}">
                  <a16:creationId xmlns:a16="http://schemas.microsoft.com/office/drawing/2014/main" id="{6648B1AC-1F58-9875-A05E-CF932F64DCA4}"/>
                </a:ext>
              </a:extLst>
            </p:cNvPr>
            <p:cNvSpPr/>
            <p:nvPr/>
          </p:nvSpPr>
          <p:spPr>
            <a:xfrm>
              <a:off x="2720927" y="4964971"/>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63" name="Freeform: Shape 462">
              <a:extLst>
                <a:ext uri="{FF2B5EF4-FFF2-40B4-BE49-F238E27FC236}">
                  <a16:creationId xmlns:a16="http://schemas.microsoft.com/office/drawing/2014/main" id="{C4536D90-D98D-DF6C-4F3B-1C75C725C880}"/>
                </a:ext>
              </a:extLst>
            </p:cNvPr>
            <p:cNvSpPr/>
            <p:nvPr/>
          </p:nvSpPr>
          <p:spPr>
            <a:xfrm>
              <a:off x="2896830" y="5095185"/>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64" name="Freeform: Shape 463">
              <a:extLst>
                <a:ext uri="{FF2B5EF4-FFF2-40B4-BE49-F238E27FC236}">
                  <a16:creationId xmlns:a16="http://schemas.microsoft.com/office/drawing/2014/main" id="{86C33488-7C8B-E80F-7BFE-38C5A396B052}"/>
                </a:ext>
              </a:extLst>
            </p:cNvPr>
            <p:cNvSpPr/>
            <p:nvPr/>
          </p:nvSpPr>
          <p:spPr>
            <a:xfrm>
              <a:off x="2693684" y="5095187"/>
              <a:ext cx="128903" cy="241829"/>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465" name="Group 464">
            <a:extLst>
              <a:ext uri="{FF2B5EF4-FFF2-40B4-BE49-F238E27FC236}">
                <a16:creationId xmlns:a16="http://schemas.microsoft.com/office/drawing/2014/main" id="{E9F27DB1-B288-0A30-97DA-342BF11BFE3D}"/>
              </a:ext>
            </a:extLst>
          </p:cNvPr>
          <p:cNvGrpSpPr/>
          <p:nvPr/>
        </p:nvGrpSpPr>
        <p:grpSpPr>
          <a:xfrm>
            <a:off x="9979822" y="4465796"/>
            <a:ext cx="197084" cy="233620"/>
            <a:chOff x="3907211" y="3111969"/>
            <a:chExt cx="313859" cy="372043"/>
          </a:xfrm>
        </p:grpSpPr>
        <p:sp>
          <p:nvSpPr>
            <p:cNvPr id="466" name="Freeform: Shape 465">
              <a:extLst>
                <a:ext uri="{FF2B5EF4-FFF2-40B4-BE49-F238E27FC236}">
                  <a16:creationId xmlns:a16="http://schemas.microsoft.com/office/drawing/2014/main" id="{AC5D8A3E-D10A-B3EF-0CDB-A969C06A15BA}"/>
                </a:ext>
              </a:extLst>
            </p:cNvPr>
            <p:cNvSpPr/>
            <p:nvPr/>
          </p:nvSpPr>
          <p:spPr>
            <a:xfrm>
              <a:off x="4073792" y="3195688"/>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2"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67" name="Freeform: Shape 466">
              <a:extLst>
                <a:ext uri="{FF2B5EF4-FFF2-40B4-BE49-F238E27FC236}">
                  <a16:creationId xmlns:a16="http://schemas.microsoft.com/office/drawing/2014/main" id="{F350E17A-ACA3-BEBA-E038-F6CAB0D30D9D}"/>
                </a:ext>
              </a:extLst>
            </p:cNvPr>
            <p:cNvSpPr/>
            <p:nvPr/>
          </p:nvSpPr>
          <p:spPr>
            <a:xfrm>
              <a:off x="4110176" y="31119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68" name="Freeform: Shape 467">
              <a:extLst>
                <a:ext uri="{FF2B5EF4-FFF2-40B4-BE49-F238E27FC236}">
                  <a16:creationId xmlns:a16="http://schemas.microsoft.com/office/drawing/2014/main" id="{5A51CEFB-2BA7-FE68-90D3-EDDC677EFC40}"/>
                </a:ext>
              </a:extLst>
            </p:cNvPr>
            <p:cNvSpPr/>
            <p:nvPr/>
          </p:nvSpPr>
          <p:spPr>
            <a:xfrm>
              <a:off x="3907211" y="3195688"/>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69" name="Freeform: Shape 468">
              <a:extLst>
                <a:ext uri="{FF2B5EF4-FFF2-40B4-BE49-F238E27FC236}">
                  <a16:creationId xmlns:a16="http://schemas.microsoft.com/office/drawing/2014/main" id="{D535CFE9-BD21-7607-C4D4-7E6CF2B0271C}"/>
                </a:ext>
              </a:extLst>
            </p:cNvPr>
            <p:cNvSpPr/>
            <p:nvPr/>
          </p:nvSpPr>
          <p:spPr>
            <a:xfrm>
              <a:off x="3943576" y="311196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70" name="Freeform: Shape 469">
              <a:extLst>
                <a:ext uri="{FF2B5EF4-FFF2-40B4-BE49-F238E27FC236}">
                  <a16:creationId xmlns:a16="http://schemas.microsoft.com/office/drawing/2014/main" id="{B127EF0D-4A53-34C4-8B32-A31F22BA58CC}"/>
                </a:ext>
              </a:extLst>
            </p:cNvPr>
            <p:cNvSpPr/>
            <p:nvPr/>
          </p:nvSpPr>
          <p:spPr>
            <a:xfrm>
              <a:off x="4119478" y="3242184"/>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71" name="Freeform: Shape 470">
              <a:extLst>
                <a:ext uri="{FF2B5EF4-FFF2-40B4-BE49-F238E27FC236}">
                  <a16:creationId xmlns:a16="http://schemas.microsoft.com/office/drawing/2014/main" id="{258CA827-3A48-FD3A-7EE3-0B9DA36B4B2F}"/>
                </a:ext>
              </a:extLst>
            </p:cNvPr>
            <p:cNvSpPr/>
            <p:nvPr/>
          </p:nvSpPr>
          <p:spPr>
            <a:xfrm>
              <a:off x="3916333" y="3242184"/>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472" name="Group 471">
            <a:extLst>
              <a:ext uri="{FF2B5EF4-FFF2-40B4-BE49-F238E27FC236}">
                <a16:creationId xmlns:a16="http://schemas.microsoft.com/office/drawing/2014/main" id="{01F92B7D-572D-2470-9577-326967D29E91}"/>
              </a:ext>
            </a:extLst>
          </p:cNvPr>
          <p:cNvGrpSpPr/>
          <p:nvPr/>
        </p:nvGrpSpPr>
        <p:grpSpPr>
          <a:xfrm>
            <a:off x="10234797" y="4465796"/>
            <a:ext cx="198148" cy="233620"/>
            <a:chOff x="3762064" y="4084284"/>
            <a:chExt cx="315553" cy="372043"/>
          </a:xfrm>
        </p:grpSpPr>
        <p:sp>
          <p:nvSpPr>
            <p:cNvPr id="473" name="Freeform: Shape 472">
              <a:extLst>
                <a:ext uri="{FF2B5EF4-FFF2-40B4-BE49-F238E27FC236}">
                  <a16:creationId xmlns:a16="http://schemas.microsoft.com/office/drawing/2014/main" id="{2C1B83FC-B6CE-A453-4A07-5B35A2D007A9}"/>
                </a:ext>
              </a:extLst>
            </p:cNvPr>
            <p:cNvSpPr/>
            <p:nvPr/>
          </p:nvSpPr>
          <p:spPr>
            <a:xfrm>
              <a:off x="3762064" y="4168003"/>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74" name="Freeform: Shape 473">
              <a:extLst>
                <a:ext uri="{FF2B5EF4-FFF2-40B4-BE49-F238E27FC236}">
                  <a16:creationId xmlns:a16="http://schemas.microsoft.com/office/drawing/2014/main" id="{83A09134-272A-8E6D-936B-0FBB09DB999B}"/>
                </a:ext>
              </a:extLst>
            </p:cNvPr>
            <p:cNvSpPr/>
            <p:nvPr/>
          </p:nvSpPr>
          <p:spPr>
            <a:xfrm>
              <a:off x="3798448" y="408428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75" name="Freeform: Shape 474">
              <a:extLst>
                <a:ext uri="{FF2B5EF4-FFF2-40B4-BE49-F238E27FC236}">
                  <a16:creationId xmlns:a16="http://schemas.microsoft.com/office/drawing/2014/main" id="{C5510E22-E29C-D7A7-943D-88E12AEF9183}"/>
                </a:ext>
              </a:extLst>
            </p:cNvPr>
            <p:cNvSpPr/>
            <p:nvPr/>
          </p:nvSpPr>
          <p:spPr>
            <a:xfrm>
              <a:off x="3807749" y="4214499"/>
              <a:ext cx="55806" cy="241427"/>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76" name="Freeform: Shape 475">
              <a:extLst>
                <a:ext uri="{FF2B5EF4-FFF2-40B4-BE49-F238E27FC236}">
                  <a16:creationId xmlns:a16="http://schemas.microsoft.com/office/drawing/2014/main" id="{D8047AFD-BE11-DC9B-8361-5AE71258A53A}"/>
                </a:ext>
              </a:extLst>
            </p:cNvPr>
            <p:cNvSpPr/>
            <p:nvPr/>
          </p:nvSpPr>
          <p:spPr>
            <a:xfrm>
              <a:off x="3930321" y="4168003"/>
              <a:ext cx="147296" cy="148808"/>
            </a:xfrm>
            <a:custGeom>
              <a:avLst/>
              <a:gdLst>
                <a:gd name="connsiteX0" fmla="*/ 225880 w 252502"/>
                <a:gd name="connsiteY0" fmla="*/ 48599 h 255093"/>
                <a:gd name="connsiteX1" fmla="*/ 212869 w 252502"/>
                <a:gd name="connsiteY1" fmla="*/ 28541 h 255093"/>
                <a:gd name="connsiteX2" fmla="*/ 165977 w 252502"/>
                <a:gd name="connsiteY2" fmla="*/ 5629 h 255093"/>
                <a:gd name="connsiteX3" fmla="*/ 86654 w 252502"/>
                <a:gd name="connsiteY3" fmla="*/ 5629 h 255093"/>
                <a:gd name="connsiteX4" fmla="*/ 39618 w 252502"/>
                <a:gd name="connsiteY4" fmla="*/ 28573 h 255093"/>
                <a:gd name="connsiteX5" fmla="*/ 26608 w 252502"/>
                <a:gd name="connsiteY5" fmla="*/ 48631 h 255093"/>
                <a:gd name="connsiteX6" fmla="*/ 26289 w 252502"/>
                <a:gd name="connsiteY6" fmla="*/ 50225 h 255093"/>
                <a:gd name="connsiteX7" fmla="*/ 156 w 252502"/>
                <a:gd name="connsiteY7" fmla="*/ 236933 h 255093"/>
                <a:gd name="connsiteX8" fmla="*/ 13725 w 252502"/>
                <a:gd name="connsiteY8" fmla="*/ 254934 h 255093"/>
                <a:gd name="connsiteX9" fmla="*/ 15957 w 252502"/>
                <a:gd name="connsiteY9" fmla="*/ 255094 h 255093"/>
                <a:gd name="connsiteX10" fmla="*/ 31726 w 252502"/>
                <a:gd name="connsiteY10" fmla="*/ 241366 h 255093"/>
                <a:gd name="connsiteX11" fmla="*/ 57699 w 252502"/>
                <a:gd name="connsiteY11" fmla="*/ 55694 h 255093"/>
                <a:gd name="connsiteX12" fmla="*/ 58720 w 252502"/>
                <a:gd name="connsiteY12" fmla="*/ 54099 h 255093"/>
                <a:gd name="connsiteX13" fmla="*/ 94929 w 252502"/>
                <a:gd name="connsiteY13" fmla="*/ 36433 h 255093"/>
                <a:gd name="connsiteX14" fmla="*/ 157638 w 252502"/>
                <a:gd name="connsiteY14" fmla="*/ 36433 h 255093"/>
                <a:gd name="connsiteX15" fmla="*/ 193768 w 252502"/>
                <a:gd name="connsiteY15" fmla="*/ 54068 h 255093"/>
                <a:gd name="connsiteX16" fmla="*/ 194789 w 252502"/>
                <a:gd name="connsiteY16" fmla="*/ 55662 h 255093"/>
                <a:gd name="connsiteX17" fmla="*/ 220762 w 252502"/>
                <a:gd name="connsiteY17" fmla="*/ 241334 h 255093"/>
                <a:gd name="connsiteX18" fmla="*/ 236531 w 252502"/>
                <a:gd name="connsiteY18" fmla="*/ 255062 h 255093"/>
                <a:gd name="connsiteX19" fmla="*/ 238763 w 252502"/>
                <a:gd name="connsiteY19" fmla="*/ 254902 h 255093"/>
                <a:gd name="connsiteX20" fmla="*/ 252348 w 252502"/>
                <a:gd name="connsiteY20" fmla="*/ 236906 h 255093"/>
                <a:gd name="connsiteX21" fmla="*/ 252348 w 252502"/>
                <a:gd name="connsiteY21" fmla="*/ 236901 h 255093"/>
                <a:gd name="connsiteX22" fmla="*/ 226199 w 252502"/>
                <a:gd name="connsiteY22" fmla="*/ 50241 h 255093"/>
                <a:gd name="connsiteX23" fmla="*/ 225880 w 252502"/>
                <a:gd name="connsiteY23" fmla="*/ 48599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502" h="255093">
                  <a:moveTo>
                    <a:pt x="225880" y="48599"/>
                  </a:moveTo>
                  <a:cubicBezTo>
                    <a:pt x="224035" y="40591"/>
                    <a:pt x="219429" y="33490"/>
                    <a:pt x="212869" y="28541"/>
                  </a:cubicBezTo>
                  <a:cubicBezTo>
                    <a:pt x="198835" y="17995"/>
                    <a:pt x="182921" y="10219"/>
                    <a:pt x="165977" y="5629"/>
                  </a:cubicBezTo>
                  <a:cubicBezTo>
                    <a:pt x="140069" y="-1876"/>
                    <a:pt x="112562" y="-1876"/>
                    <a:pt x="86654" y="5629"/>
                  </a:cubicBezTo>
                  <a:cubicBezTo>
                    <a:pt x="69662" y="10222"/>
                    <a:pt x="53699" y="18010"/>
                    <a:pt x="39618" y="28573"/>
                  </a:cubicBezTo>
                  <a:cubicBezTo>
                    <a:pt x="33059" y="33522"/>
                    <a:pt x="28453" y="40623"/>
                    <a:pt x="26608" y="48631"/>
                  </a:cubicBezTo>
                  <a:cubicBezTo>
                    <a:pt x="26480" y="49173"/>
                    <a:pt x="26369" y="49731"/>
                    <a:pt x="26289" y="50225"/>
                  </a:cubicBezTo>
                  <a:lnTo>
                    <a:pt x="156" y="236933"/>
                  </a:lnTo>
                  <a:cubicBezTo>
                    <a:pt x="-1065" y="245650"/>
                    <a:pt x="5008" y="253708"/>
                    <a:pt x="13725" y="254934"/>
                  </a:cubicBezTo>
                  <a:cubicBezTo>
                    <a:pt x="14465" y="255041"/>
                    <a:pt x="15211" y="255095"/>
                    <a:pt x="15957" y="255094"/>
                  </a:cubicBezTo>
                  <a:cubicBezTo>
                    <a:pt x="23899" y="255084"/>
                    <a:pt x="30623" y="249231"/>
                    <a:pt x="31726" y="241366"/>
                  </a:cubicBezTo>
                  <a:lnTo>
                    <a:pt x="57699" y="55694"/>
                  </a:lnTo>
                  <a:cubicBezTo>
                    <a:pt x="57840" y="55058"/>
                    <a:pt x="58202" y="54493"/>
                    <a:pt x="58720" y="54099"/>
                  </a:cubicBezTo>
                  <a:cubicBezTo>
                    <a:pt x="69560" y="45968"/>
                    <a:pt x="81849" y="39971"/>
                    <a:pt x="94929" y="36433"/>
                  </a:cubicBezTo>
                  <a:cubicBezTo>
                    <a:pt x="115397" y="30395"/>
                    <a:pt x="137171" y="30395"/>
                    <a:pt x="157638" y="36433"/>
                  </a:cubicBezTo>
                  <a:cubicBezTo>
                    <a:pt x="170692" y="39963"/>
                    <a:pt x="182955" y="45947"/>
                    <a:pt x="193768" y="54068"/>
                  </a:cubicBezTo>
                  <a:cubicBezTo>
                    <a:pt x="194286" y="54461"/>
                    <a:pt x="194648" y="55026"/>
                    <a:pt x="194789" y="55662"/>
                  </a:cubicBezTo>
                  <a:lnTo>
                    <a:pt x="220762" y="241334"/>
                  </a:lnTo>
                  <a:cubicBezTo>
                    <a:pt x="221865" y="249199"/>
                    <a:pt x="228589" y="255052"/>
                    <a:pt x="236531" y="255062"/>
                  </a:cubicBezTo>
                  <a:cubicBezTo>
                    <a:pt x="237277" y="255063"/>
                    <a:pt x="238023" y="255011"/>
                    <a:pt x="238763" y="254902"/>
                  </a:cubicBezTo>
                  <a:cubicBezTo>
                    <a:pt x="247485" y="253684"/>
                    <a:pt x="253566" y="245626"/>
                    <a:pt x="252348" y="236906"/>
                  </a:cubicBezTo>
                  <a:cubicBezTo>
                    <a:pt x="252348" y="236904"/>
                    <a:pt x="252348" y="236903"/>
                    <a:pt x="252348" y="236901"/>
                  </a:cubicBezTo>
                  <a:lnTo>
                    <a:pt x="226199" y="50241"/>
                  </a:lnTo>
                  <a:cubicBezTo>
                    <a:pt x="226124" y="49688"/>
                    <a:pt x="226017" y="49139"/>
                    <a:pt x="225880" y="4859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77" name="Freeform: Shape 476">
              <a:extLst>
                <a:ext uri="{FF2B5EF4-FFF2-40B4-BE49-F238E27FC236}">
                  <a16:creationId xmlns:a16="http://schemas.microsoft.com/office/drawing/2014/main" id="{5DA096D7-3FCC-E04C-819F-F878D513C389}"/>
                </a:ext>
              </a:extLst>
            </p:cNvPr>
            <p:cNvSpPr/>
            <p:nvPr/>
          </p:nvSpPr>
          <p:spPr>
            <a:xfrm>
              <a:off x="3966686" y="4084284"/>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78" name="Freeform: Shape 477">
              <a:extLst>
                <a:ext uri="{FF2B5EF4-FFF2-40B4-BE49-F238E27FC236}">
                  <a16:creationId xmlns:a16="http://schemas.microsoft.com/office/drawing/2014/main" id="{DF369D72-706F-E882-BCAF-9D58BE9EE8C1}"/>
                </a:ext>
              </a:extLst>
            </p:cNvPr>
            <p:cNvSpPr/>
            <p:nvPr/>
          </p:nvSpPr>
          <p:spPr>
            <a:xfrm>
              <a:off x="3939443" y="4214499"/>
              <a:ext cx="128903" cy="241828"/>
            </a:xfrm>
            <a:custGeom>
              <a:avLst/>
              <a:gdLst>
                <a:gd name="connsiteX0" fmla="*/ 21908 w 220972"/>
                <a:gd name="connsiteY0" fmla="*/ 255109 h 414552"/>
                <a:gd name="connsiteX1" fmla="*/ 62645 w 220972"/>
                <a:gd name="connsiteY1" fmla="*/ 255109 h 414552"/>
                <a:gd name="connsiteX2" fmla="*/ 62645 w 220972"/>
                <a:gd name="connsiteY2" fmla="*/ 414552 h 414552"/>
                <a:gd name="connsiteX3" fmla="*/ 94534 w 220972"/>
                <a:gd name="connsiteY3" fmla="*/ 414552 h 414552"/>
                <a:gd name="connsiteX4" fmla="*/ 94534 w 220972"/>
                <a:gd name="connsiteY4" fmla="*/ 255109 h 414552"/>
                <a:gd name="connsiteX5" fmla="*/ 126423 w 220972"/>
                <a:gd name="connsiteY5" fmla="*/ 255109 h 414552"/>
                <a:gd name="connsiteX6" fmla="*/ 126423 w 220972"/>
                <a:gd name="connsiteY6" fmla="*/ 414552 h 414552"/>
                <a:gd name="connsiteX7" fmla="*/ 158311 w 220972"/>
                <a:gd name="connsiteY7" fmla="*/ 414552 h 414552"/>
                <a:gd name="connsiteX8" fmla="*/ 158311 w 220972"/>
                <a:gd name="connsiteY8" fmla="*/ 255109 h 414552"/>
                <a:gd name="connsiteX9" fmla="*/ 220972 w 220972"/>
                <a:gd name="connsiteY9" fmla="*/ 255109 h 414552"/>
                <a:gd name="connsiteX10" fmla="*/ 158311 w 220972"/>
                <a:gd name="connsiteY10" fmla="*/ 83469 h 414552"/>
                <a:gd name="connsiteX11" fmla="*/ 158311 w 220972"/>
                <a:gd name="connsiteY11" fmla="*/ 15944 h 414552"/>
                <a:gd name="connsiteX12" fmla="*/ 142367 w 220972"/>
                <a:gd name="connsiteY12" fmla="*/ 0 h 414552"/>
                <a:gd name="connsiteX13" fmla="*/ 142367 w 220972"/>
                <a:gd name="connsiteY13" fmla="*/ 0 h 414552"/>
                <a:gd name="connsiteX14" fmla="*/ 126423 w 220972"/>
                <a:gd name="connsiteY14" fmla="*/ 15944 h 414552"/>
                <a:gd name="connsiteX15" fmla="*/ 126423 w 220972"/>
                <a:gd name="connsiteY15" fmla="*/ 89129 h 414552"/>
                <a:gd name="connsiteX16" fmla="*/ 175403 w 220972"/>
                <a:gd name="connsiteY16" fmla="*/ 223221 h 414552"/>
                <a:gd name="connsiteX17" fmla="*/ 45585 w 220972"/>
                <a:gd name="connsiteY17" fmla="*/ 223221 h 414552"/>
                <a:gd name="connsiteX18" fmla="*/ 94534 w 220972"/>
                <a:gd name="connsiteY18" fmla="*/ 89113 h 414552"/>
                <a:gd name="connsiteX19" fmla="*/ 94534 w 220972"/>
                <a:gd name="connsiteY19" fmla="*/ 86307 h 414552"/>
                <a:gd name="connsiteX20" fmla="*/ 94534 w 220972"/>
                <a:gd name="connsiteY20" fmla="*/ 86307 h 414552"/>
                <a:gd name="connsiteX21" fmla="*/ 94534 w 220972"/>
                <a:gd name="connsiteY21" fmla="*/ 15944 h 414552"/>
                <a:gd name="connsiteX22" fmla="*/ 78590 w 220972"/>
                <a:gd name="connsiteY22" fmla="*/ 0 h 414552"/>
                <a:gd name="connsiteX23" fmla="*/ 78590 w 220972"/>
                <a:gd name="connsiteY23" fmla="*/ 0 h 414552"/>
                <a:gd name="connsiteX24" fmla="*/ 62645 w 220972"/>
                <a:gd name="connsiteY24" fmla="*/ 15944 h 414552"/>
                <a:gd name="connsiteX25" fmla="*/ 62645 w 220972"/>
                <a:gd name="connsiteY25" fmla="*/ 83500 h 414552"/>
                <a:gd name="connsiteX26" fmla="*/ 0 w 220972"/>
                <a:gd name="connsiteY26" fmla="*/ 255109 h 41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0972" h="414552">
                  <a:moveTo>
                    <a:pt x="21908" y="255109"/>
                  </a:moveTo>
                  <a:lnTo>
                    <a:pt x="62645" y="255109"/>
                  </a:lnTo>
                  <a:lnTo>
                    <a:pt x="62645" y="414552"/>
                  </a:lnTo>
                  <a:lnTo>
                    <a:pt x="94534" y="414552"/>
                  </a:lnTo>
                  <a:lnTo>
                    <a:pt x="94534" y="255109"/>
                  </a:lnTo>
                  <a:lnTo>
                    <a:pt x="126423" y="255109"/>
                  </a:lnTo>
                  <a:lnTo>
                    <a:pt x="126423" y="414552"/>
                  </a:lnTo>
                  <a:lnTo>
                    <a:pt x="158311" y="414552"/>
                  </a:lnTo>
                  <a:lnTo>
                    <a:pt x="158311" y="255109"/>
                  </a:lnTo>
                  <a:lnTo>
                    <a:pt x="220972" y="255109"/>
                  </a:lnTo>
                  <a:lnTo>
                    <a:pt x="158311" y="83469"/>
                  </a:lnTo>
                  <a:lnTo>
                    <a:pt x="158311" y="15944"/>
                  </a:lnTo>
                  <a:cubicBezTo>
                    <a:pt x="158311" y="7138"/>
                    <a:pt x="151173" y="0"/>
                    <a:pt x="142367" y="0"/>
                  </a:cubicBezTo>
                  <a:lnTo>
                    <a:pt x="142367" y="0"/>
                  </a:lnTo>
                  <a:cubicBezTo>
                    <a:pt x="133561" y="0"/>
                    <a:pt x="126423" y="7138"/>
                    <a:pt x="126423" y="15944"/>
                  </a:cubicBezTo>
                  <a:lnTo>
                    <a:pt x="126423" y="89129"/>
                  </a:lnTo>
                  <a:lnTo>
                    <a:pt x="175403" y="223221"/>
                  </a:lnTo>
                  <a:lnTo>
                    <a:pt x="45585" y="223221"/>
                  </a:lnTo>
                  <a:lnTo>
                    <a:pt x="94534" y="89113"/>
                  </a:lnTo>
                  <a:lnTo>
                    <a:pt x="94534" y="86307"/>
                  </a:lnTo>
                  <a:lnTo>
                    <a:pt x="94534" y="86307"/>
                  </a:lnTo>
                  <a:lnTo>
                    <a:pt x="94534" y="15944"/>
                  </a:lnTo>
                  <a:cubicBezTo>
                    <a:pt x="94534" y="7138"/>
                    <a:pt x="87396" y="0"/>
                    <a:pt x="78590" y="0"/>
                  </a:cubicBezTo>
                  <a:lnTo>
                    <a:pt x="78590" y="0"/>
                  </a:lnTo>
                  <a:cubicBezTo>
                    <a:pt x="69784" y="0"/>
                    <a:pt x="62645" y="7138"/>
                    <a:pt x="62645" y="15944"/>
                  </a:cubicBezTo>
                  <a:lnTo>
                    <a:pt x="62645" y="83500"/>
                  </a:lnTo>
                  <a:lnTo>
                    <a:pt x="0" y="255109"/>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479" name="Group 478">
            <a:extLst>
              <a:ext uri="{FF2B5EF4-FFF2-40B4-BE49-F238E27FC236}">
                <a16:creationId xmlns:a16="http://schemas.microsoft.com/office/drawing/2014/main" id="{3770D605-D6F3-037B-0C1F-03C64B8F6417}"/>
              </a:ext>
            </a:extLst>
          </p:cNvPr>
          <p:cNvGrpSpPr/>
          <p:nvPr/>
        </p:nvGrpSpPr>
        <p:grpSpPr>
          <a:xfrm>
            <a:off x="10294167" y="4826452"/>
            <a:ext cx="92481" cy="233369"/>
            <a:chOff x="3700821" y="2615799"/>
            <a:chExt cx="147278" cy="371643"/>
          </a:xfrm>
        </p:grpSpPr>
        <p:sp>
          <p:nvSpPr>
            <p:cNvPr id="480" name="Freeform: Shape 479">
              <a:extLst>
                <a:ext uri="{FF2B5EF4-FFF2-40B4-BE49-F238E27FC236}">
                  <a16:creationId xmlns:a16="http://schemas.microsoft.com/office/drawing/2014/main" id="{53DDCC11-3770-4DDA-EC77-01624952228C}"/>
                </a:ext>
              </a:extLst>
            </p:cNvPr>
            <p:cNvSpPr/>
            <p:nvPr/>
          </p:nvSpPr>
          <p:spPr>
            <a:xfrm>
              <a:off x="3700821" y="2699518"/>
              <a:ext cx="147278" cy="148808"/>
            </a:xfrm>
            <a:custGeom>
              <a:avLst/>
              <a:gdLst>
                <a:gd name="connsiteX0" fmla="*/ 225896 w 252471"/>
                <a:gd name="connsiteY0" fmla="*/ 48583 h 255093"/>
                <a:gd name="connsiteX1" fmla="*/ 212917 w 252471"/>
                <a:gd name="connsiteY1" fmla="*/ 28541 h 255093"/>
                <a:gd name="connsiteX2" fmla="*/ 165945 w 252471"/>
                <a:gd name="connsiteY2" fmla="*/ 5629 h 255093"/>
                <a:gd name="connsiteX3" fmla="*/ 86638 w 252471"/>
                <a:gd name="connsiteY3" fmla="*/ 5629 h 255093"/>
                <a:gd name="connsiteX4" fmla="*/ 39587 w 252471"/>
                <a:gd name="connsiteY4" fmla="*/ 28573 h 255093"/>
                <a:gd name="connsiteX5" fmla="*/ 26576 w 252471"/>
                <a:gd name="connsiteY5" fmla="*/ 48631 h 255093"/>
                <a:gd name="connsiteX6" fmla="*/ 26257 w 252471"/>
                <a:gd name="connsiteY6" fmla="*/ 50225 h 255093"/>
                <a:gd name="connsiteX7" fmla="*/ 156 w 252471"/>
                <a:gd name="connsiteY7" fmla="*/ 236933 h 255093"/>
                <a:gd name="connsiteX8" fmla="*/ 13725 w 252471"/>
                <a:gd name="connsiteY8" fmla="*/ 254934 h 255093"/>
                <a:gd name="connsiteX9" fmla="*/ 15941 w 252471"/>
                <a:gd name="connsiteY9" fmla="*/ 255094 h 255093"/>
                <a:gd name="connsiteX10" fmla="*/ 31710 w 252471"/>
                <a:gd name="connsiteY10" fmla="*/ 241366 h 255093"/>
                <a:gd name="connsiteX11" fmla="*/ 57683 w 252471"/>
                <a:gd name="connsiteY11" fmla="*/ 55694 h 255093"/>
                <a:gd name="connsiteX12" fmla="*/ 58704 w 252471"/>
                <a:gd name="connsiteY12" fmla="*/ 54099 h 255093"/>
                <a:gd name="connsiteX13" fmla="*/ 94929 w 252471"/>
                <a:gd name="connsiteY13" fmla="*/ 36433 h 255093"/>
                <a:gd name="connsiteX14" fmla="*/ 157622 w 252471"/>
                <a:gd name="connsiteY14" fmla="*/ 36433 h 255093"/>
                <a:gd name="connsiteX15" fmla="*/ 193752 w 252471"/>
                <a:gd name="connsiteY15" fmla="*/ 54068 h 255093"/>
                <a:gd name="connsiteX16" fmla="*/ 194773 w 252471"/>
                <a:gd name="connsiteY16" fmla="*/ 55662 h 255093"/>
                <a:gd name="connsiteX17" fmla="*/ 220746 w 252471"/>
                <a:gd name="connsiteY17" fmla="*/ 241318 h 255093"/>
                <a:gd name="connsiteX18" fmla="*/ 236499 w 252471"/>
                <a:gd name="connsiteY18" fmla="*/ 255046 h 255093"/>
                <a:gd name="connsiteX19" fmla="*/ 238747 w 252471"/>
                <a:gd name="connsiteY19" fmla="*/ 254886 h 255093"/>
                <a:gd name="connsiteX20" fmla="*/ 252316 w 252471"/>
                <a:gd name="connsiteY20" fmla="*/ 236885 h 255093"/>
                <a:gd name="connsiteX21" fmla="*/ 226231 w 252471"/>
                <a:gd name="connsiteY21" fmla="*/ 50241 h 255093"/>
                <a:gd name="connsiteX22" fmla="*/ 225896 w 252471"/>
                <a:gd name="connsiteY22" fmla="*/ 48583 h 2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71" h="255093">
                  <a:moveTo>
                    <a:pt x="225896" y="48583"/>
                  </a:moveTo>
                  <a:cubicBezTo>
                    <a:pt x="224054" y="40587"/>
                    <a:pt x="219461" y="33493"/>
                    <a:pt x="212917" y="28541"/>
                  </a:cubicBezTo>
                  <a:cubicBezTo>
                    <a:pt x="198854" y="17994"/>
                    <a:pt x="182913" y="10218"/>
                    <a:pt x="165945" y="5629"/>
                  </a:cubicBezTo>
                  <a:cubicBezTo>
                    <a:pt x="140042" y="-1876"/>
                    <a:pt x="112541" y="-1876"/>
                    <a:pt x="86638" y="5629"/>
                  </a:cubicBezTo>
                  <a:cubicBezTo>
                    <a:pt x="69638" y="10216"/>
                    <a:pt x="53669" y="18003"/>
                    <a:pt x="39587" y="28573"/>
                  </a:cubicBezTo>
                  <a:cubicBezTo>
                    <a:pt x="33027" y="33522"/>
                    <a:pt x="28421" y="40623"/>
                    <a:pt x="26576" y="48631"/>
                  </a:cubicBezTo>
                  <a:cubicBezTo>
                    <a:pt x="26448" y="49173"/>
                    <a:pt x="26337" y="49731"/>
                    <a:pt x="26257" y="50225"/>
                  </a:cubicBezTo>
                  <a:lnTo>
                    <a:pt x="156" y="236933"/>
                  </a:lnTo>
                  <a:cubicBezTo>
                    <a:pt x="-1065" y="245650"/>
                    <a:pt x="5008" y="253708"/>
                    <a:pt x="13725" y="254934"/>
                  </a:cubicBezTo>
                  <a:cubicBezTo>
                    <a:pt x="14458" y="255041"/>
                    <a:pt x="15200" y="255094"/>
                    <a:pt x="15941" y="255094"/>
                  </a:cubicBezTo>
                  <a:cubicBezTo>
                    <a:pt x="23883" y="255084"/>
                    <a:pt x="30607" y="249231"/>
                    <a:pt x="31710" y="241366"/>
                  </a:cubicBezTo>
                  <a:lnTo>
                    <a:pt x="57683" y="55694"/>
                  </a:lnTo>
                  <a:cubicBezTo>
                    <a:pt x="57830" y="55061"/>
                    <a:pt x="58190" y="54498"/>
                    <a:pt x="58704" y="54099"/>
                  </a:cubicBezTo>
                  <a:cubicBezTo>
                    <a:pt x="69546" y="45962"/>
                    <a:pt x="81841" y="39966"/>
                    <a:pt x="94929" y="36433"/>
                  </a:cubicBezTo>
                  <a:cubicBezTo>
                    <a:pt x="115391" y="30395"/>
                    <a:pt x="137161" y="30395"/>
                    <a:pt x="157622" y="36433"/>
                  </a:cubicBezTo>
                  <a:cubicBezTo>
                    <a:pt x="170676" y="39963"/>
                    <a:pt x="182939" y="45947"/>
                    <a:pt x="193752" y="54068"/>
                  </a:cubicBezTo>
                  <a:cubicBezTo>
                    <a:pt x="194266" y="54466"/>
                    <a:pt x="194626" y="55029"/>
                    <a:pt x="194773" y="55662"/>
                  </a:cubicBezTo>
                  <a:lnTo>
                    <a:pt x="220746" y="241318"/>
                  </a:lnTo>
                  <a:cubicBezTo>
                    <a:pt x="221849" y="249177"/>
                    <a:pt x="228563" y="255028"/>
                    <a:pt x="236499" y="255046"/>
                  </a:cubicBezTo>
                  <a:cubicBezTo>
                    <a:pt x="237251" y="255047"/>
                    <a:pt x="238002" y="254995"/>
                    <a:pt x="238747" y="254886"/>
                  </a:cubicBezTo>
                  <a:cubicBezTo>
                    <a:pt x="247464" y="253660"/>
                    <a:pt x="253537" y="245602"/>
                    <a:pt x="252316" y="236885"/>
                  </a:cubicBezTo>
                  <a:lnTo>
                    <a:pt x="226231" y="50241"/>
                  </a:lnTo>
                  <a:cubicBezTo>
                    <a:pt x="226151" y="49683"/>
                    <a:pt x="226039" y="49128"/>
                    <a:pt x="225896" y="48583"/>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81" name="Freeform: Shape 480">
              <a:extLst>
                <a:ext uri="{FF2B5EF4-FFF2-40B4-BE49-F238E27FC236}">
                  <a16:creationId xmlns:a16="http://schemas.microsoft.com/office/drawing/2014/main" id="{DB559014-ECD6-6856-72BE-E78AAC90AEB8}"/>
                </a:ext>
              </a:extLst>
            </p:cNvPr>
            <p:cNvSpPr/>
            <p:nvPr/>
          </p:nvSpPr>
          <p:spPr>
            <a:xfrm>
              <a:off x="3737205" y="2615799"/>
              <a:ext cx="74408" cy="74408"/>
            </a:xfrm>
            <a:custGeom>
              <a:avLst/>
              <a:gdLst>
                <a:gd name="connsiteX0" fmla="*/ 63777 w 127554"/>
                <a:gd name="connsiteY0" fmla="*/ 127555 h 127554"/>
                <a:gd name="connsiteX1" fmla="*/ 127555 w 127554"/>
                <a:gd name="connsiteY1" fmla="*/ 63777 h 127554"/>
                <a:gd name="connsiteX2" fmla="*/ 63777 w 127554"/>
                <a:gd name="connsiteY2" fmla="*/ 0 h 127554"/>
                <a:gd name="connsiteX3" fmla="*/ 0 w 127554"/>
                <a:gd name="connsiteY3" fmla="*/ 63777 h 127554"/>
                <a:gd name="connsiteX4" fmla="*/ 63777 w 127554"/>
                <a:gd name="connsiteY4" fmla="*/ 127555 h 127554"/>
                <a:gd name="connsiteX5" fmla="*/ 63777 w 127554"/>
                <a:gd name="connsiteY5" fmla="*/ 31889 h 127554"/>
                <a:gd name="connsiteX6" fmla="*/ 95666 w 127554"/>
                <a:gd name="connsiteY6" fmla="*/ 63777 h 127554"/>
                <a:gd name="connsiteX7" fmla="*/ 63777 w 127554"/>
                <a:gd name="connsiteY7" fmla="*/ 95666 h 127554"/>
                <a:gd name="connsiteX8" fmla="*/ 31889 w 127554"/>
                <a:gd name="connsiteY8" fmla="*/ 63777 h 127554"/>
                <a:gd name="connsiteX9" fmla="*/ 63777 w 127554"/>
                <a:gd name="connsiteY9" fmla="*/ 31889 h 1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554" h="127554">
                  <a:moveTo>
                    <a:pt x="63777" y="127555"/>
                  </a:moveTo>
                  <a:cubicBezTo>
                    <a:pt x="99000" y="127555"/>
                    <a:pt x="127555" y="99000"/>
                    <a:pt x="127555" y="63777"/>
                  </a:cubicBezTo>
                  <a:cubicBezTo>
                    <a:pt x="127555" y="28554"/>
                    <a:pt x="99000" y="0"/>
                    <a:pt x="63777" y="0"/>
                  </a:cubicBezTo>
                  <a:cubicBezTo>
                    <a:pt x="28555" y="0"/>
                    <a:pt x="0" y="28554"/>
                    <a:pt x="0" y="63777"/>
                  </a:cubicBezTo>
                  <a:cubicBezTo>
                    <a:pt x="0" y="99000"/>
                    <a:pt x="28555" y="127555"/>
                    <a:pt x="63777" y="127555"/>
                  </a:cubicBezTo>
                  <a:close/>
                  <a:moveTo>
                    <a:pt x="63777" y="31889"/>
                  </a:moveTo>
                  <a:cubicBezTo>
                    <a:pt x="81389" y="31889"/>
                    <a:pt x="95666" y="46166"/>
                    <a:pt x="95666" y="63777"/>
                  </a:cubicBezTo>
                  <a:cubicBezTo>
                    <a:pt x="95666" y="81389"/>
                    <a:pt x="81389" y="95666"/>
                    <a:pt x="63777" y="95666"/>
                  </a:cubicBezTo>
                  <a:cubicBezTo>
                    <a:pt x="46165" y="95666"/>
                    <a:pt x="31889" y="81389"/>
                    <a:pt x="31889" y="63777"/>
                  </a:cubicBezTo>
                  <a:cubicBezTo>
                    <a:pt x="31889" y="46166"/>
                    <a:pt x="46165" y="31889"/>
                    <a:pt x="63777" y="31889"/>
                  </a:cubicBez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82" name="Freeform: Shape 481">
              <a:extLst>
                <a:ext uri="{FF2B5EF4-FFF2-40B4-BE49-F238E27FC236}">
                  <a16:creationId xmlns:a16="http://schemas.microsoft.com/office/drawing/2014/main" id="{082EC42C-CEDB-CA59-B58F-0168F6F39974}"/>
                </a:ext>
              </a:extLst>
            </p:cNvPr>
            <p:cNvSpPr/>
            <p:nvPr/>
          </p:nvSpPr>
          <p:spPr>
            <a:xfrm>
              <a:off x="3746506" y="2746014"/>
              <a:ext cx="55806" cy="241428"/>
            </a:xfrm>
            <a:custGeom>
              <a:avLst/>
              <a:gdLst>
                <a:gd name="connsiteX0" fmla="*/ 31889 w 95665"/>
                <a:gd name="connsiteY0" fmla="*/ 63777 h 413866"/>
                <a:gd name="connsiteX1" fmla="*/ 31889 w 95665"/>
                <a:gd name="connsiteY1" fmla="*/ 15944 h 413866"/>
                <a:gd name="connsiteX2" fmla="*/ 15944 w 95665"/>
                <a:gd name="connsiteY2" fmla="*/ 0 h 413866"/>
                <a:gd name="connsiteX3" fmla="*/ 0 w 95665"/>
                <a:gd name="connsiteY3" fmla="*/ 15944 h 413866"/>
                <a:gd name="connsiteX4" fmla="*/ 0 w 95665"/>
                <a:gd name="connsiteY4" fmla="*/ 413867 h 413866"/>
                <a:gd name="connsiteX5" fmla="*/ 31889 w 95665"/>
                <a:gd name="connsiteY5" fmla="*/ 413867 h 413866"/>
                <a:gd name="connsiteX6" fmla="*/ 31889 w 95665"/>
                <a:gd name="connsiteY6" fmla="*/ 191332 h 413866"/>
                <a:gd name="connsiteX7" fmla="*/ 63777 w 95665"/>
                <a:gd name="connsiteY7" fmla="*/ 191332 h 413866"/>
                <a:gd name="connsiteX8" fmla="*/ 63777 w 95665"/>
                <a:gd name="connsiteY8" fmla="*/ 413867 h 413866"/>
                <a:gd name="connsiteX9" fmla="*/ 95666 w 95665"/>
                <a:gd name="connsiteY9" fmla="*/ 413867 h 413866"/>
                <a:gd name="connsiteX10" fmla="*/ 95666 w 95665"/>
                <a:gd name="connsiteY10" fmla="*/ 63777 h 413866"/>
                <a:gd name="connsiteX11" fmla="*/ 95666 w 95665"/>
                <a:gd name="connsiteY11" fmla="*/ 63777 h 413866"/>
                <a:gd name="connsiteX12" fmla="*/ 95666 w 95665"/>
                <a:gd name="connsiteY12" fmla="*/ 15944 h 413866"/>
                <a:gd name="connsiteX13" fmla="*/ 79722 w 95665"/>
                <a:gd name="connsiteY13" fmla="*/ 0 h 413866"/>
                <a:gd name="connsiteX14" fmla="*/ 63777 w 95665"/>
                <a:gd name="connsiteY14" fmla="*/ 15944 h 413866"/>
                <a:gd name="connsiteX15" fmla="*/ 63777 w 95665"/>
                <a:gd name="connsiteY15" fmla="*/ 159443 h 413866"/>
                <a:gd name="connsiteX16" fmla="*/ 31889 w 95665"/>
                <a:gd name="connsiteY16" fmla="*/ 159443 h 413866"/>
                <a:gd name="connsiteX17" fmla="*/ 31889 w 95665"/>
                <a:gd name="connsiteY17" fmla="*/ 63777 h 41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665" h="413866">
                  <a:moveTo>
                    <a:pt x="31889" y="63777"/>
                  </a:moveTo>
                  <a:lnTo>
                    <a:pt x="31889" y="15944"/>
                  </a:lnTo>
                  <a:cubicBezTo>
                    <a:pt x="31889" y="7138"/>
                    <a:pt x="24750" y="0"/>
                    <a:pt x="15944" y="0"/>
                  </a:cubicBezTo>
                  <a:cubicBezTo>
                    <a:pt x="7138" y="0"/>
                    <a:pt x="0" y="7138"/>
                    <a:pt x="0" y="15944"/>
                  </a:cubicBezTo>
                  <a:lnTo>
                    <a:pt x="0" y="413867"/>
                  </a:lnTo>
                  <a:lnTo>
                    <a:pt x="31889" y="413867"/>
                  </a:lnTo>
                  <a:lnTo>
                    <a:pt x="31889" y="191332"/>
                  </a:lnTo>
                  <a:lnTo>
                    <a:pt x="63777" y="191332"/>
                  </a:lnTo>
                  <a:lnTo>
                    <a:pt x="63777" y="413867"/>
                  </a:lnTo>
                  <a:lnTo>
                    <a:pt x="95666" y="413867"/>
                  </a:lnTo>
                  <a:lnTo>
                    <a:pt x="95666" y="63777"/>
                  </a:lnTo>
                  <a:lnTo>
                    <a:pt x="95666" y="63777"/>
                  </a:lnTo>
                  <a:lnTo>
                    <a:pt x="95666" y="15944"/>
                  </a:lnTo>
                  <a:cubicBezTo>
                    <a:pt x="95666" y="7138"/>
                    <a:pt x="88528" y="0"/>
                    <a:pt x="79722" y="0"/>
                  </a:cubicBezTo>
                  <a:cubicBezTo>
                    <a:pt x="70916" y="0"/>
                    <a:pt x="63777" y="7138"/>
                    <a:pt x="63777" y="15944"/>
                  </a:cubicBezTo>
                  <a:lnTo>
                    <a:pt x="63777" y="159443"/>
                  </a:lnTo>
                  <a:lnTo>
                    <a:pt x="31889" y="159443"/>
                  </a:lnTo>
                  <a:lnTo>
                    <a:pt x="31889" y="63777"/>
                  </a:lnTo>
                  <a:close/>
                </a:path>
              </a:pathLst>
            </a:custGeom>
            <a:solidFill>
              <a:schemeClr val="bg1"/>
            </a:solidFill>
            <a:ln w="158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483" name="Oval 482">
            <a:extLst>
              <a:ext uri="{FF2B5EF4-FFF2-40B4-BE49-F238E27FC236}">
                <a16:creationId xmlns:a16="http://schemas.microsoft.com/office/drawing/2014/main" id="{42DBC753-CB6C-34E8-4648-7793115C1564}"/>
              </a:ext>
            </a:extLst>
          </p:cNvPr>
          <p:cNvSpPr/>
          <p:nvPr/>
        </p:nvSpPr>
        <p:spPr>
          <a:xfrm>
            <a:off x="9068605" y="3922926"/>
            <a:ext cx="1571489" cy="1571489"/>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84" name="TextBox 483">
            <a:extLst>
              <a:ext uri="{FF2B5EF4-FFF2-40B4-BE49-F238E27FC236}">
                <a16:creationId xmlns:a16="http://schemas.microsoft.com/office/drawing/2014/main" id="{068E68B9-3606-6F6A-107F-CC6D9CA615A6}"/>
              </a:ext>
            </a:extLst>
          </p:cNvPr>
          <p:cNvSpPr txBox="1"/>
          <p:nvPr/>
        </p:nvSpPr>
        <p:spPr>
          <a:xfrm>
            <a:off x="7338520" y="1676080"/>
            <a:ext cx="2958129" cy="769441"/>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white"/>
                </a:solidFill>
                <a:effectLst/>
                <a:uLnTx/>
                <a:uFillTx/>
                <a:latin typeface="Aptos" panose="020B0004020202020204"/>
                <a:ea typeface="+mn-ea"/>
                <a:cs typeface="+mn-cs"/>
              </a:rPr>
              <a:t>🧪  </a:t>
            </a:r>
            <a:r>
              <a:rPr kumimoji="0" lang="en-GB" sz="1100" b="1" i="0" u="none" strike="noStrike" kern="1200" cap="none" spc="0" normalizeH="0" baseline="0" noProof="0">
                <a:ln>
                  <a:noFill/>
                </a:ln>
                <a:solidFill>
                  <a:srgbClr val="FFFF00"/>
                </a:solidFill>
                <a:effectLst/>
                <a:uLnTx/>
                <a:uFillTx/>
                <a:latin typeface="Aptos" panose="020B0004020202020204"/>
                <a:ea typeface="+mn-ea"/>
                <a:cs typeface="+mn-cs"/>
              </a:rPr>
              <a:t>Null Hypothesis (H₀)</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solidFill>
                <a:effectLst/>
                <a:uLnTx/>
                <a:uFillTx/>
                <a:latin typeface="Aptos" panose="020B0004020202020204"/>
                <a:ea typeface="+mn-ea"/>
                <a:cs typeface="+mn-cs"/>
              </a:rPr>
              <a:t>Within the population, a medication administered to reduce blood pressure has no effect. </a:t>
            </a:r>
          </a:p>
        </p:txBody>
      </p:sp>
      <p:grpSp>
        <p:nvGrpSpPr>
          <p:cNvPr id="486" name="Group 485">
            <a:extLst>
              <a:ext uri="{FF2B5EF4-FFF2-40B4-BE49-F238E27FC236}">
                <a16:creationId xmlns:a16="http://schemas.microsoft.com/office/drawing/2014/main" id="{A32E6D09-2B49-4D00-6AD3-7E1ACCB39EDA}"/>
              </a:ext>
            </a:extLst>
          </p:cNvPr>
          <p:cNvGrpSpPr/>
          <p:nvPr/>
        </p:nvGrpSpPr>
        <p:grpSpPr>
          <a:xfrm>
            <a:off x="3107856" y="2250408"/>
            <a:ext cx="171450" cy="171450"/>
            <a:chOff x="819150" y="1895475"/>
            <a:chExt cx="247650" cy="247650"/>
          </a:xfrm>
        </p:grpSpPr>
        <p:sp>
          <p:nvSpPr>
            <p:cNvPr id="487" name="Oval 486">
              <a:extLst>
                <a:ext uri="{FF2B5EF4-FFF2-40B4-BE49-F238E27FC236}">
                  <a16:creationId xmlns:a16="http://schemas.microsoft.com/office/drawing/2014/main" id="{7739EA78-0B1A-4E1B-ED7E-F3F35003ED54}"/>
                </a:ext>
              </a:extLst>
            </p:cNvPr>
            <p:cNvSpPr/>
            <p:nvPr/>
          </p:nvSpPr>
          <p:spPr>
            <a:xfrm>
              <a:off x="819150" y="1895475"/>
              <a:ext cx="247650" cy="247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88" name="Freeform: Shape 487">
              <a:extLst>
                <a:ext uri="{FF2B5EF4-FFF2-40B4-BE49-F238E27FC236}">
                  <a16:creationId xmlns:a16="http://schemas.microsoft.com/office/drawing/2014/main" id="{1662AAE7-A5A9-8E3C-B4A8-A464B0430111}"/>
                </a:ext>
              </a:extLst>
            </p:cNvPr>
            <p:cNvSpPr/>
            <p:nvPr/>
          </p:nvSpPr>
          <p:spPr>
            <a:xfrm>
              <a:off x="833989" y="1906875"/>
              <a:ext cx="224849" cy="224849"/>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noProof="0"/>
            </a:p>
          </p:txBody>
        </p:sp>
      </p:grpSp>
      <p:grpSp>
        <p:nvGrpSpPr>
          <p:cNvPr id="489" name="Group 488">
            <a:extLst>
              <a:ext uri="{FF2B5EF4-FFF2-40B4-BE49-F238E27FC236}">
                <a16:creationId xmlns:a16="http://schemas.microsoft.com/office/drawing/2014/main" id="{319B7507-1578-BD3B-F1BF-CA02CAFE2B88}"/>
              </a:ext>
            </a:extLst>
          </p:cNvPr>
          <p:cNvGrpSpPr/>
          <p:nvPr/>
        </p:nvGrpSpPr>
        <p:grpSpPr>
          <a:xfrm>
            <a:off x="5221612" y="1979450"/>
            <a:ext cx="171450" cy="171450"/>
            <a:chOff x="819150" y="1895475"/>
            <a:chExt cx="247650" cy="247650"/>
          </a:xfrm>
        </p:grpSpPr>
        <p:sp>
          <p:nvSpPr>
            <p:cNvPr id="490" name="Oval 489">
              <a:extLst>
                <a:ext uri="{FF2B5EF4-FFF2-40B4-BE49-F238E27FC236}">
                  <a16:creationId xmlns:a16="http://schemas.microsoft.com/office/drawing/2014/main" id="{BB20E072-A192-BF44-7F10-C7A2B57CBB1D}"/>
                </a:ext>
              </a:extLst>
            </p:cNvPr>
            <p:cNvSpPr/>
            <p:nvPr/>
          </p:nvSpPr>
          <p:spPr>
            <a:xfrm>
              <a:off x="819150" y="1895475"/>
              <a:ext cx="247650" cy="247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91" name="Freeform: Shape 490">
              <a:extLst>
                <a:ext uri="{FF2B5EF4-FFF2-40B4-BE49-F238E27FC236}">
                  <a16:creationId xmlns:a16="http://schemas.microsoft.com/office/drawing/2014/main" id="{8B2BB34E-DEA9-30B2-FD9A-11D4B4086E70}"/>
                </a:ext>
              </a:extLst>
            </p:cNvPr>
            <p:cNvSpPr/>
            <p:nvPr/>
          </p:nvSpPr>
          <p:spPr>
            <a:xfrm>
              <a:off x="830551" y="1906875"/>
              <a:ext cx="224849" cy="224849"/>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noProof="0"/>
            </a:p>
          </p:txBody>
        </p:sp>
      </p:grpSp>
      <p:grpSp>
        <p:nvGrpSpPr>
          <p:cNvPr id="492" name="Group 491">
            <a:extLst>
              <a:ext uri="{FF2B5EF4-FFF2-40B4-BE49-F238E27FC236}">
                <a16:creationId xmlns:a16="http://schemas.microsoft.com/office/drawing/2014/main" id="{81B19159-C1BA-FE84-D0B9-80A320A8690F}"/>
              </a:ext>
            </a:extLst>
          </p:cNvPr>
          <p:cNvGrpSpPr/>
          <p:nvPr/>
        </p:nvGrpSpPr>
        <p:grpSpPr>
          <a:xfrm>
            <a:off x="3099962" y="1987342"/>
            <a:ext cx="171450" cy="171450"/>
            <a:chOff x="5947592" y="3893002"/>
            <a:chExt cx="171450" cy="171450"/>
          </a:xfrm>
        </p:grpSpPr>
        <p:sp>
          <p:nvSpPr>
            <p:cNvPr id="493" name="Oval 492">
              <a:extLst>
                <a:ext uri="{FF2B5EF4-FFF2-40B4-BE49-F238E27FC236}">
                  <a16:creationId xmlns:a16="http://schemas.microsoft.com/office/drawing/2014/main" id="{F0BBDD06-D824-BD4F-9688-8A1D2DE571B2}"/>
                </a:ext>
              </a:extLst>
            </p:cNvPr>
            <p:cNvSpPr/>
            <p:nvPr/>
          </p:nvSpPr>
          <p:spPr>
            <a:xfrm>
              <a:off x="5947592" y="3893002"/>
              <a:ext cx="171450" cy="1714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94" name="Freeform: Shape 493">
              <a:extLst>
                <a:ext uri="{FF2B5EF4-FFF2-40B4-BE49-F238E27FC236}">
                  <a16:creationId xmlns:a16="http://schemas.microsoft.com/office/drawing/2014/main" id="{B54E6585-EAE7-05AB-F0E4-74D5BDFFB219}"/>
                </a:ext>
              </a:extLst>
            </p:cNvPr>
            <p:cNvSpPr/>
            <p:nvPr/>
          </p:nvSpPr>
          <p:spPr>
            <a:xfrm>
              <a:off x="5955090" y="3900105"/>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EA202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grpSp>
      <p:grpSp>
        <p:nvGrpSpPr>
          <p:cNvPr id="495" name="Group 494">
            <a:extLst>
              <a:ext uri="{FF2B5EF4-FFF2-40B4-BE49-F238E27FC236}">
                <a16:creationId xmlns:a16="http://schemas.microsoft.com/office/drawing/2014/main" id="{ABCBBB04-71C5-C74A-E5DE-40ECD077BE31}"/>
              </a:ext>
            </a:extLst>
          </p:cNvPr>
          <p:cNvGrpSpPr/>
          <p:nvPr/>
        </p:nvGrpSpPr>
        <p:grpSpPr>
          <a:xfrm>
            <a:off x="5223994" y="2250407"/>
            <a:ext cx="171450" cy="171450"/>
            <a:chOff x="5947592" y="3893002"/>
            <a:chExt cx="171450" cy="171450"/>
          </a:xfrm>
        </p:grpSpPr>
        <p:sp>
          <p:nvSpPr>
            <p:cNvPr id="496" name="Oval 495">
              <a:extLst>
                <a:ext uri="{FF2B5EF4-FFF2-40B4-BE49-F238E27FC236}">
                  <a16:creationId xmlns:a16="http://schemas.microsoft.com/office/drawing/2014/main" id="{E78893CB-5245-343C-BF6B-0066D31F434A}"/>
                </a:ext>
              </a:extLst>
            </p:cNvPr>
            <p:cNvSpPr/>
            <p:nvPr/>
          </p:nvSpPr>
          <p:spPr>
            <a:xfrm>
              <a:off x="5947592" y="3893002"/>
              <a:ext cx="171450" cy="1714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97" name="Freeform: Shape 496">
              <a:extLst>
                <a:ext uri="{FF2B5EF4-FFF2-40B4-BE49-F238E27FC236}">
                  <a16:creationId xmlns:a16="http://schemas.microsoft.com/office/drawing/2014/main" id="{E12060F8-3AF2-094E-3744-AFAD72CBFF08}"/>
                </a:ext>
              </a:extLst>
            </p:cNvPr>
            <p:cNvSpPr/>
            <p:nvPr/>
          </p:nvSpPr>
          <p:spPr>
            <a:xfrm>
              <a:off x="5955090" y="3900105"/>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EA202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grpSp>
      <p:grpSp>
        <p:nvGrpSpPr>
          <p:cNvPr id="503" name="Group 502">
            <a:extLst>
              <a:ext uri="{FF2B5EF4-FFF2-40B4-BE49-F238E27FC236}">
                <a16:creationId xmlns:a16="http://schemas.microsoft.com/office/drawing/2014/main" id="{773905B7-5FDB-0971-33B4-608C50579B96}"/>
              </a:ext>
            </a:extLst>
          </p:cNvPr>
          <p:cNvGrpSpPr/>
          <p:nvPr/>
        </p:nvGrpSpPr>
        <p:grpSpPr>
          <a:xfrm>
            <a:off x="9355593" y="5781005"/>
            <a:ext cx="1117989" cy="297539"/>
            <a:chOff x="1608314" y="6023220"/>
            <a:chExt cx="1117989" cy="297539"/>
          </a:xfrm>
        </p:grpSpPr>
        <p:sp>
          <p:nvSpPr>
            <p:cNvPr id="498" name="Oval 497">
              <a:extLst>
                <a:ext uri="{FF2B5EF4-FFF2-40B4-BE49-F238E27FC236}">
                  <a16:creationId xmlns:a16="http://schemas.microsoft.com/office/drawing/2014/main" id="{64FA49E8-574B-6B7E-7E10-291A84D53DCB}"/>
                </a:ext>
              </a:extLst>
            </p:cNvPr>
            <p:cNvSpPr/>
            <p:nvPr/>
          </p:nvSpPr>
          <p:spPr>
            <a:xfrm>
              <a:off x="1608314" y="6026609"/>
              <a:ext cx="303120" cy="2941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a:t>
              </a:r>
            </a:p>
          </p:txBody>
        </p:sp>
        <p:sp>
          <p:nvSpPr>
            <p:cNvPr id="499" name="Oval 498">
              <a:extLst>
                <a:ext uri="{FF2B5EF4-FFF2-40B4-BE49-F238E27FC236}">
                  <a16:creationId xmlns:a16="http://schemas.microsoft.com/office/drawing/2014/main" id="{6471FB92-50E5-7A42-8D25-4BE94932AA82}"/>
                </a:ext>
              </a:extLst>
            </p:cNvPr>
            <p:cNvSpPr/>
            <p:nvPr/>
          </p:nvSpPr>
          <p:spPr>
            <a:xfrm>
              <a:off x="2423183" y="6023220"/>
              <a:ext cx="303120" cy="2941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a:t>
              </a:r>
            </a:p>
          </p:txBody>
        </p:sp>
      </p:grpSp>
      <p:grpSp>
        <p:nvGrpSpPr>
          <p:cNvPr id="502" name="Group 501">
            <a:extLst>
              <a:ext uri="{FF2B5EF4-FFF2-40B4-BE49-F238E27FC236}">
                <a16:creationId xmlns:a16="http://schemas.microsoft.com/office/drawing/2014/main" id="{C8F797DA-B899-4882-C398-B534997A2ABD}"/>
              </a:ext>
            </a:extLst>
          </p:cNvPr>
          <p:cNvGrpSpPr/>
          <p:nvPr/>
        </p:nvGrpSpPr>
        <p:grpSpPr>
          <a:xfrm>
            <a:off x="7139443" y="5781005"/>
            <a:ext cx="1117989" cy="297539"/>
            <a:chOff x="3037819" y="6051251"/>
            <a:chExt cx="1117989" cy="297539"/>
          </a:xfrm>
        </p:grpSpPr>
        <p:sp>
          <p:nvSpPr>
            <p:cNvPr id="500" name="Oval 499">
              <a:extLst>
                <a:ext uri="{FF2B5EF4-FFF2-40B4-BE49-F238E27FC236}">
                  <a16:creationId xmlns:a16="http://schemas.microsoft.com/office/drawing/2014/main" id="{23F3B61D-FF7C-CAE1-E35A-FE0BC365D56A}"/>
                </a:ext>
              </a:extLst>
            </p:cNvPr>
            <p:cNvSpPr/>
            <p:nvPr/>
          </p:nvSpPr>
          <p:spPr>
            <a:xfrm>
              <a:off x="3037819" y="6054640"/>
              <a:ext cx="303120" cy="2941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a:t>
              </a:r>
            </a:p>
          </p:txBody>
        </p:sp>
        <p:sp>
          <p:nvSpPr>
            <p:cNvPr id="501" name="Oval 500">
              <a:extLst>
                <a:ext uri="{FF2B5EF4-FFF2-40B4-BE49-F238E27FC236}">
                  <a16:creationId xmlns:a16="http://schemas.microsoft.com/office/drawing/2014/main" id="{03C9FE18-9039-14B0-D008-F04BB6BAAA12}"/>
                </a:ext>
              </a:extLst>
            </p:cNvPr>
            <p:cNvSpPr/>
            <p:nvPr/>
          </p:nvSpPr>
          <p:spPr>
            <a:xfrm>
              <a:off x="3852688" y="6051251"/>
              <a:ext cx="303120" cy="2941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a:t>
              </a:r>
            </a:p>
          </p:txBody>
        </p:sp>
      </p:grpSp>
      <p:grpSp>
        <p:nvGrpSpPr>
          <p:cNvPr id="504" name="Group 503">
            <a:extLst>
              <a:ext uri="{FF2B5EF4-FFF2-40B4-BE49-F238E27FC236}">
                <a16:creationId xmlns:a16="http://schemas.microsoft.com/office/drawing/2014/main" id="{AAE3756D-7255-5AF6-C34B-5BD00ADA1533}"/>
              </a:ext>
            </a:extLst>
          </p:cNvPr>
          <p:cNvGrpSpPr/>
          <p:nvPr/>
        </p:nvGrpSpPr>
        <p:grpSpPr>
          <a:xfrm>
            <a:off x="3761243" y="5781005"/>
            <a:ext cx="1117989" cy="297539"/>
            <a:chOff x="1608314" y="6023220"/>
            <a:chExt cx="1117989" cy="297539"/>
          </a:xfrm>
        </p:grpSpPr>
        <p:sp>
          <p:nvSpPr>
            <p:cNvPr id="505" name="Oval 504">
              <a:extLst>
                <a:ext uri="{FF2B5EF4-FFF2-40B4-BE49-F238E27FC236}">
                  <a16:creationId xmlns:a16="http://schemas.microsoft.com/office/drawing/2014/main" id="{80D8C5DA-7348-41C6-D6D8-1DE55CF357FE}"/>
                </a:ext>
              </a:extLst>
            </p:cNvPr>
            <p:cNvSpPr/>
            <p:nvPr/>
          </p:nvSpPr>
          <p:spPr>
            <a:xfrm>
              <a:off x="1608314" y="6026609"/>
              <a:ext cx="303120" cy="2941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a:t>
              </a:r>
            </a:p>
          </p:txBody>
        </p:sp>
        <p:sp>
          <p:nvSpPr>
            <p:cNvPr id="506" name="Oval 505">
              <a:extLst>
                <a:ext uri="{FF2B5EF4-FFF2-40B4-BE49-F238E27FC236}">
                  <a16:creationId xmlns:a16="http://schemas.microsoft.com/office/drawing/2014/main" id="{2F6D2F04-A5C5-59AD-0F9F-8CD9D5179BE1}"/>
                </a:ext>
              </a:extLst>
            </p:cNvPr>
            <p:cNvSpPr/>
            <p:nvPr/>
          </p:nvSpPr>
          <p:spPr>
            <a:xfrm>
              <a:off x="2423183" y="6023220"/>
              <a:ext cx="303120" cy="2941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a:t>
              </a:r>
            </a:p>
          </p:txBody>
        </p:sp>
      </p:grpSp>
      <p:grpSp>
        <p:nvGrpSpPr>
          <p:cNvPr id="507" name="Group 506">
            <a:extLst>
              <a:ext uri="{FF2B5EF4-FFF2-40B4-BE49-F238E27FC236}">
                <a16:creationId xmlns:a16="http://schemas.microsoft.com/office/drawing/2014/main" id="{5F58B68B-5655-263B-B22A-52B1A626C429}"/>
              </a:ext>
            </a:extLst>
          </p:cNvPr>
          <p:cNvGrpSpPr/>
          <p:nvPr/>
        </p:nvGrpSpPr>
        <p:grpSpPr>
          <a:xfrm>
            <a:off x="1589543" y="5781005"/>
            <a:ext cx="1117989" cy="297539"/>
            <a:chOff x="3037819" y="6051251"/>
            <a:chExt cx="1117989" cy="297539"/>
          </a:xfrm>
        </p:grpSpPr>
        <p:sp>
          <p:nvSpPr>
            <p:cNvPr id="508" name="Oval 507">
              <a:extLst>
                <a:ext uri="{FF2B5EF4-FFF2-40B4-BE49-F238E27FC236}">
                  <a16:creationId xmlns:a16="http://schemas.microsoft.com/office/drawing/2014/main" id="{EE608978-4A0E-8382-8CD3-20B4042CB0E1}"/>
                </a:ext>
              </a:extLst>
            </p:cNvPr>
            <p:cNvSpPr/>
            <p:nvPr/>
          </p:nvSpPr>
          <p:spPr>
            <a:xfrm>
              <a:off x="3037819" y="6054640"/>
              <a:ext cx="303120" cy="2941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a:t>
              </a:r>
            </a:p>
          </p:txBody>
        </p:sp>
        <p:sp>
          <p:nvSpPr>
            <p:cNvPr id="509" name="Oval 508">
              <a:extLst>
                <a:ext uri="{FF2B5EF4-FFF2-40B4-BE49-F238E27FC236}">
                  <a16:creationId xmlns:a16="http://schemas.microsoft.com/office/drawing/2014/main" id="{6BAC175F-2D81-7E68-F523-7279C836C54E}"/>
                </a:ext>
              </a:extLst>
            </p:cNvPr>
            <p:cNvSpPr/>
            <p:nvPr/>
          </p:nvSpPr>
          <p:spPr>
            <a:xfrm>
              <a:off x="3852688" y="6051251"/>
              <a:ext cx="303120" cy="2941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a:t>
              </a:r>
            </a:p>
          </p:txBody>
        </p:sp>
      </p:grpSp>
    </p:spTree>
    <p:extLst>
      <p:ext uri="{BB962C8B-B14F-4D97-AF65-F5344CB8AC3E}">
        <p14:creationId xmlns:p14="http://schemas.microsoft.com/office/powerpoint/2010/main" val="41584603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44D77-21F4-C954-CD19-7CCB8B548250}"/>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1C61C0D5-C5ED-0C2E-09FA-05EC576F433C}"/>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noProof="0">
                <a:solidFill>
                  <a:srgbClr val="FF0000"/>
                </a:solidFill>
                <a:latin typeface="Aptos SemiBold" panose="020F0502020204030204" pitchFamily="34" charset="0"/>
              </a:rPr>
              <a:t>Quantitative designs</a:t>
            </a:r>
          </a:p>
        </p:txBody>
      </p:sp>
      <p:grpSp>
        <p:nvGrpSpPr>
          <p:cNvPr id="60" name="Group 59">
            <a:extLst>
              <a:ext uri="{FF2B5EF4-FFF2-40B4-BE49-F238E27FC236}">
                <a16:creationId xmlns:a16="http://schemas.microsoft.com/office/drawing/2014/main" id="{D4666608-4242-0229-F939-FE13123E47C7}"/>
              </a:ext>
            </a:extLst>
          </p:cNvPr>
          <p:cNvGrpSpPr/>
          <p:nvPr/>
        </p:nvGrpSpPr>
        <p:grpSpPr>
          <a:xfrm>
            <a:off x="6196702" y="1003258"/>
            <a:ext cx="2558271" cy="3084466"/>
            <a:chOff x="8994957" y="1341553"/>
            <a:chExt cx="2112313" cy="2546782"/>
          </a:xfrm>
        </p:grpSpPr>
        <p:grpSp>
          <p:nvGrpSpPr>
            <p:cNvPr id="30" name="Group 29">
              <a:extLst>
                <a:ext uri="{FF2B5EF4-FFF2-40B4-BE49-F238E27FC236}">
                  <a16:creationId xmlns:a16="http://schemas.microsoft.com/office/drawing/2014/main" id="{B75B4062-7208-CCB4-BE7D-646D0C5FF5F0}"/>
                </a:ext>
              </a:extLst>
            </p:cNvPr>
            <p:cNvGrpSpPr/>
            <p:nvPr/>
          </p:nvGrpSpPr>
          <p:grpSpPr>
            <a:xfrm>
              <a:off x="8994957" y="1341553"/>
              <a:ext cx="2112313" cy="2546782"/>
              <a:chOff x="5760500" y="384067"/>
              <a:chExt cx="2924837" cy="3526431"/>
            </a:xfrm>
          </p:grpSpPr>
          <p:sp>
            <p:nvSpPr>
              <p:cNvPr id="41" name="Freeform: Shape 40">
                <a:extLst>
                  <a:ext uri="{FF2B5EF4-FFF2-40B4-BE49-F238E27FC236}">
                    <a16:creationId xmlns:a16="http://schemas.microsoft.com/office/drawing/2014/main" id="{5F32D974-56E1-B063-58E1-759185046C14}"/>
                  </a:ext>
                </a:extLst>
              </p:cNvPr>
              <p:cNvSpPr/>
              <p:nvPr/>
            </p:nvSpPr>
            <p:spPr>
              <a:xfrm rot="5400000">
                <a:off x="5763120" y="449151"/>
                <a:ext cx="2919597" cy="2924837"/>
              </a:xfrm>
              <a:custGeom>
                <a:avLst/>
                <a:gdLst>
                  <a:gd name="connsiteX0" fmla="*/ 0 w 3355829"/>
                  <a:gd name="connsiteY0" fmla="*/ 3361852 h 3361852"/>
                  <a:gd name="connsiteX1" fmla="*/ 2955 w 3355829"/>
                  <a:gd name="connsiteY1" fmla="*/ 3245028 h 3361852"/>
                  <a:gd name="connsiteX2" fmla="*/ 3245185 w 3355829"/>
                  <a:gd name="connsiteY2" fmla="*/ 2798 h 3361852"/>
                  <a:gd name="connsiteX3" fmla="*/ 3355829 w 3355829"/>
                  <a:gd name="connsiteY3" fmla="*/ 0 h 3361852"/>
                  <a:gd name="connsiteX4" fmla="*/ 3355829 w 3355829"/>
                  <a:gd name="connsiteY4" fmla="*/ 377813 h 3361852"/>
                  <a:gd name="connsiteX5" fmla="*/ 3264627 w 3355829"/>
                  <a:gd name="connsiteY5" fmla="*/ 380119 h 3361852"/>
                  <a:gd name="connsiteX6" fmla="*/ 380275 w 3355829"/>
                  <a:gd name="connsiteY6" fmla="*/ 3264471 h 3361852"/>
                  <a:gd name="connsiteX7" fmla="*/ 377812 w 3355829"/>
                  <a:gd name="connsiteY7" fmla="*/ 3361852 h 3361852"/>
                  <a:gd name="connsiteX8" fmla="*/ 0 w 3355829"/>
                  <a:gd name="connsiteY8" fmla="*/ 3361852 h 3361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5829" h="3361852">
                    <a:moveTo>
                      <a:pt x="0" y="3361852"/>
                    </a:moveTo>
                    <a:lnTo>
                      <a:pt x="2955" y="3245028"/>
                    </a:lnTo>
                    <a:cubicBezTo>
                      <a:pt x="91671" y="1494851"/>
                      <a:pt x="1495008" y="91514"/>
                      <a:pt x="3245185" y="2798"/>
                    </a:cubicBezTo>
                    <a:lnTo>
                      <a:pt x="3355829" y="0"/>
                    </a:lnTo>
                    <a:lnTo>
                      <a:pt x="3355829" y="377813"/>
                    </a:lnTo>
                    <a:lnTo>
                      <a:pt x="3264627" y="380119"/>
                    </a:lnTo>
                    <a:cubicBezTo>
                      <a:pt x="1707635" y="459043"/>
                      <a:pt x="459199" y="1707479"/>
                      <a:pt x="380275" y="3264471"/>
                    </a:cubicBezTo>
                    <a:lnTo>
                      <a:pt x="377812" y="3361852"/>
                    </a:lnTo>
                    <a:lnTo>
                      <a:pt x="0" y="3361852"/>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200" noProof="0"/>
              </a:p>
            </p:txBody>
          </p:sp>
          <p:sp>
            <p:nvSpPr>
              <p:cNvPr id="42" name="TextBox 41">
                <a:extLst>
                  <a:ext uri="{FF2B5EF4-FFF2-40B4-BE49-F238E27FC236}">
                    <a16:creationId xmlns:a16="http://schemas.microsoft.com/office/drawing/2014/main" id="{E47D2289-3938-6E35-B3F9-1A56625D9D40}"/>
                  </a:ext>
                </a:extLst>
              </p:cNvPr>
              <p:cNvSpPr txBox="1"/>
              <p:nvPr/>
            </p:nvSpPr>
            <p:spPr>
              <a:xfrm rot="2933856">
                <a:off x="5378885" y="1301348"/>
                <a:ext cx="3526431" cy="1691869"/>
              </a:xfrm>
              <a:prstGeom prst="rect">
                <a:avLst/>
              </a:prstGeom>
              <a:noFill/>
            </p:spPr>
            <p:txBody>
              <a:bodyPr wrap="square">
                <a:prstTxWarp prst="textArchUp">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effectLst/>
                    <a:uLnTx/>
                    <a:uFillTx/>
                  </a:rPr>
                  <a:t>Stratification of the Population</a:t>
                </a:r>
              </a:p>
            </p:txBody>
          </p:sp>
        </p:grpSp>
        <p:sp>
          <p:nvSpPr>
            <p:cNvPr id="34" name="Freeform: Shape 33">
              <a:extLst>
                <a:ext uri="{FF2B5EF4-FFF2-40B4-BE49-F238E27FC236}">
                  <a16:creationId xmlns:a16="http://schemas.microsoft.com/office/drawing/2014/main" id="{0B6D9902-6179-EA97-EC93-A868BFD62C16}"/>
                </a:ext>
              </a:extLst>
            </p:cNvPr>
            <p:cNvSpPr/>
            <p:nvPr/>
          </p:nvSpPr>
          <p:spPr>
            <a:xfrm rot="5400000">
              <a:off x="8991929" y="1720496"/>
              <a:ext cx="1781510" cy="1775454"/>
            </a:xfrm>
            <a:custGeom>
              <a:avLst/>
              <a:gdLst>
                <a:gd name="connsiteX0" fmla="*/ 0 w 2835363"/>
                <a:gd name="connsiteY0" fmla="*/ 2825724 h 2825724"/>
                <a:gd name="connsiteX1" fmla="*/ 2020 w 2835363"/>
                <a:gd name="connsiteY1" fmla="*/ 2745877 h 2825724"/>
                <a:gd name="connsiteX2" fmla="*/ 2745628 w 2835363"/>
                <a:gd name="connsiteY2" fmla="*/ 2269 h 2825724"/>
                <a:gd name="connsiteX3" fmla="*/ 2835363 w 2835363"/>
                <a:gd name="connsiteY3" fmla="*/ 0 h 2825724"/>
                <a:gd name="connsiteX4" fmla="*/ 2835363 w 2835363"/>
                <a:gd name="connsiteY4" fmla="*/ 2825724 h 2825724"/>
                <a:gd name="connsiteX5" fmla="*/ 0 w 2835363"/>
                <a:gd name="connsiteY5" fmla="*/ 2825724 h 2825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35363" h="2825724">
                  <a:moveTo>
                    <a:pt x="0" y="2825724"/>
                  </a:moveTo>
                  <a:lnTo>
                    <a:pt x="2020" y="2745877"/>
                  </a:lnTo>
                  <a:cubicBezTo>
                    <a:pt x="77092" y="1264860"/>
                    <a:pt x="1264611" y="77342"/>
                    <a:pt x="2745628" y="2269"/>
                  </a:cubicBezTo>
                  <a:lnTo>
                    <a:pt x="2835363" y="0"/>
                  </a:lnTo>
                  <a:lnTo>
                    <a:pt x="2835363" y="2825724"/>
                  </a:lnTo>
                  <a:lnTo>
                    <a:pt x="0" y="2825724"/>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wrap="square" lIns="274320" tIns="365760" rIns="91440" bIns="91440" rtlCol="0" anchor="t">
              <a:noAutofit/>
            </a:bodyPr>
            <a:lstStyle/>
            <a:p>
              <a:pPr>
                <a:spcAft>
                  <a:spcPts val="400"/>
                </a:spcAft>
              </a:pPr>
              <a:endParaRPr lang="en-GB" sz="900" b="1" noProof="0">
                <a:solidFill>
                  <a:prstClr val="black"/>
                </a:solidFill>
                <a:highlight>
                  <a:srgbClr val="FFC000"/>
                </a:highlight>
              </a:endParaRPr>
            </a:p>
            <a:p>
              <a:pPr>
                <a:spcAft>
                  <a:spcPts val="400"/>
                </a:spcAft>
              </a:pPr>
              <a:r>
                <a:rPr lang="en-GB" sz="900" b="1" noProof="0">
                  <a:solidFill>
                    <a:prstClr val="black"/>
                  </a:solidFill>
                  <a:highlight>
                    <a:srgbClr val="FFC000"/>
                  </a:highlight>
                </a:rPr>
                <a:t>The population must</a:t>
              </a:r>
              <a:br>
                <a:rPr lang="en-GB" sz="900" b="1" noProof="0">
                  <a:solidFill>
                    <a:prstClr val="black"/>
                  </a:solidFill>
                  <a:highlight>
                    <a:srgbClr val="FFC000"/>
                  </a:highlight>
                </a:rPr>
              </a:br>
              <a:r>
                <a:rPr lang="en-GB" sz="900" b="1" noProof="0">
                  <a:solidFill>
                    <a:prstClr val="black"/>
                  </a:solidFill>
                  <a:highlight>
                    <a:srgbClr val="FFC000"/>
                  </a:highlight>
                </a:rPr>
                <a:t> be  stratified before </a:t>
              </a:r>
              <a:br>
                <a:rPr lang="en-GB" sz="900" b="1" noProof="0">
                  <a:solidFill>
                    <a:prstClr val="black"/>
                  </a:solidFill>
                  <a:highlight>
                    <a:srgbClr val="FFC000"/>
                  </a:highlight>
                </a:rPr>
              </a:br>
              <a:r>
                <a:rPr lang="en-GB" sz="900" b="1" noProof="0">
                  <a:solidFill>
                    <a:prstClr val="black"/>
                  </a:solidFill>
                  <a:highlight>
                    <a:srgbClr val="FFC000"/>
                  </a:highlight>
                </a:rPr>
                <a:t>selecting  the sample.</a:t>
              </a:r>
            </a:p>
            <a:p>
              <a:pPr>
                <a:spcAft>
                  <a:spcPts val="400"/>
                </a:spcAft>
              </a:pPr>
              <a:r>
                <a:rPr lang="en-GB" sz="700" noProof="0">
                  <a:solidFill>
                    <a:prstClr val="black"/>
                  </a:solidFill>
                </a:rPr>
                <a:t>Stratification means that specific characteristics of individuals are represented in the sample in the same proportion as in the population.</a:t>
              </a:r>
            </a:p>
            <a:p>
              <a:pPr>
                <a:spcAft>
                  <a:spcPts val="400"/>
                </a:spcAft>
              </a:pPr>
              <a:r>
                <a:rPr lang="en-GB" sz="700" noProof="0">
                  <a:solidFill>
                    <a:prstClr val="black"/>
                  </a:solidFill>
                </a:rPr>
                <a:t>When individuals are selected at random from a population, </a:t>
              </a:r>
              <a:r>
                <a:rPr lang="en-GB" sz="700" b="1" noProof="0">
                  <a:solidFill>
                    <a:prstClr val="black"/>
                  </a:solidFill>
                  <a:highlight>
                    <a:srgbClr val="FFC000"/>
                  </a:highlight>
                </a:rPr>
                <a:t>these characteristics may or may not appear in the sample in the same proportions as in the population</a:t>
              </a:r>
              <a:r>
                <a:rPr lang="en-GB" sz="700" noProof="0">
                  <a:solidFill>
                    <a:prstClr val="black"/>
                  </a:solidFill>
                </a:rPr>
                <a:t>, and stratification ensures their representation.</a:t>
              </a:r>
            </a:p>
          </p:txBody>
        </p:sp>
      </p:grpSp>
      <p:grpSp>
        <p:nvGrpSpPr>
          <p:cNvPr id="54" name="Group 53">
            <a:extLst>
              <a:ext uri="{FF2B5EF4-FFF2-40B4-BE49-F238E27FC236}">
                <a16:creationId xmlns:a16="http://schemas.microsoft.com/office/drawing/2014/main" id="{A760B33E-753F-A7EF-6E44-543DDA731ED0}"/>
              </a:ext>
            </a:extLst>
          </p:cNvPr>
          <p:cNvGrpSpPr/>
          <p:nvPr/>
        </p:nvGrpSpPr>
        <p:grpSpPr>
          <a:xfrm>
            <a:off x="3548160" y="3243017"/>
            <a:ext cx="2558506" cy="3084466"/>
            <a:chOff x="6808109" y="3190878"/>
            <a:chExt cx="2112507" cy="2546782"/>
          </a:xfrm>
        </p:grpSpPr>
        <p:grpSp>
          <p:nvGrpSpPr>
            <p:cNvPr id="28" name="Group 27">
              <a:extLst>
                <a:ext uri="{FF2B5EF4-FFF2-40B4-BE49-F238E27FC236}">
                  <a16:creationId xmlns:a16="http://schemas.microsoft.com/office/drawing/2014/main" id="{60BE8166-9352-09A1-3383-18434F5175E0}"/>
                </a:ext>
              </a:extLst>
            </p:cNvPr>
            <p:cNvGrpSpPr/>
            <p:nvPr/>
          </p:nvGrpSpPr>
          <p:grpSpPr>
            <a:xfrm>
              <a:off x="6808109" y="3190878"/>
              <a:ext cx="2112507" cy="2546782"/>
              <a:chOff x="2732457" y="2944754"/>
              <a:chExt cx="2925105" cy="3526431"/>
            </a:xfrm>
          </p:grpSpPr>
          <p:sp>
            <p:nvSpPr>
              <p:cNvPr id="43" name="Freeform: Shape 42">
                <a:extLst>
                  <a:ext uri="{FF2B5EF4-FFF2-40B4-BE49-F238E27FC236}">
                    <a16:creationId xmlns:a16="http://schemas.microsoft.com/office/drawing/2014/main" id="{4DC78222-D3CD-3D42-10F2-345469480601}"/>
                  </a:ext>
                </a:extLst>
              </p:cNvPr>
              <p:cNvSpPr/>
              <p:nvPr/>
            </p:nvSpPr>
            <p:spPr>
              <a:xfrm rot="5400000">
                <a:off x="2730679" y="3488411"/>
                <a:ext cx="2928661" cy="2925105"/>
              </a:xfrm>
              <a:custGeom>
                <a:avLst/>
                <a:gdLst>
                  <a:gd name="connsiteX0" fmla="*/ 0 w 2928661"/>
                  <a:gd name="connsiteY0" fmla="*/ 2925105 h 2925105"/>
                  <a:gd name="connsiteX1" fmla="*/ 0 w 2928661"/>
                  <a:gd name="connsiteY1" fmla="*/ 2596407 h 2925105"/>
                  <a:gd name="connsiteX2" fmla="*/ 90097 w 2928661"/>
                  <a:gd name="connsiteY2" fmla="*/ 2594129 h 2925105"/>
                  <a:gd name="connsiteX3" fmla="*/ 2599505 w 2928661"/>
                  <a:gd name="connsiteY3" fmla="*/ 84721 h 2925105"/>
                  <a:gd name="connsiteX4" fmla="*/ 2601647 w 2928661"/>
                  <a:gd name="connsiteY4" fmla="*/ 0 h 2925105"/>
                  <a:gd name="connsiteX5" fmla="*/ 2816387 w 2928661"/>
                  <a:gd name="connsiteY5" fmla="*/ 0 h 2925105"/>
                  <a:gd name="connsiteX6" fmla="*/ 2816387 w 2928661"/>
                  <a:gd name="connsiteY6" fmla="*/ 9527 h 2925105"/>
                  <a:gd name="connsiteX7" fmla="*/ 2928661 w 2928661"/>
                  <a:gd name="connsiteY7" fmla="*/ 9527 h 2925105"/>
                  <a:gd name="connsiteX8" fmla="*/ 2917216 w 2928661"/>
                  <a:gd name="connsiteY8" fmla="*/ 243476 h 2925105"/>
                  <a:gd name="connsiteX9" fmla="*/ 107011 w 2928661"/>
                  <a:gd name="connsiteY9" fmla="*/ 2922400 h 2925105"/>
                  <a:gd name="connsiteX10" fmla="*/ 0 w 2928661"/>
                  <a:gd name="connsiteY10" fmla="*/ 2925105 h 292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28661" h="2925105">
                    <a:moveTo>
                      <a:pt x="0" y="2925105"/>
                    </a:moveTo>
                    <a:lnTo>
                      <a:pt x="0" y="2596407"/>
                    </a:lnTo>
                    <a:lnTo>
                      <a:pt x="90097" y="2594129"/>
                    </a:lnTo>
                    <a:cubicBezTo>
                      <a:pt x="1444692" y="2525464"/>
                      <a:pt x="2530841" y="1439316"/>
                      <a:pt x="2599505" y="84721"/>
                    </a:cubicBezTo>
                    <a:lnTo>
                      <a:pt x="2601647" y="0"/>
                    </a:lnTo>
                    <a:lnTo>
                      <a:pt x="2816387" y="0"/>
                    </a:lnTo>
                    <a:lnTo>
                      <a:pt x="2816387" y="9527"/>
                    </a:lnTo>
                    <a:lnTo>
                      <a:pt x="2928661" y="9527"/>
                    </a:lnTo>
                    <a:lnTo>
                      <a:pt x="2917216" y="243476"/>
                    </a:lnTo>
                    <a:cubicBezTo>
                      <a:pt x="2773991" y="1699492"/>
                      <a:pt x="1582095" y="2847627"/>
                      <a:pt x="107011" y="2922400"/>
                    </a:cubicBezTo>
                    <a:lnTo>
                      <a:pt x="0" y="292510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200" noProof="0"/>
              </a:p>
            </p:txBody>
          </p:sp>
          <p:sp>
            <p:nvSpPr>
              <p:cNvPr id="44" name="TextBox 43">
                <a:extLst>
                  <a:ext uri="{FF2B5EF4-FFF2-40B4-BE49-F238E27FC236}">
                    <a16:creationId xmlns:a16="http://schemas.microsoft.com/office/drawing/2014/main" id="{9C44D470-A13D-44F5-A3E5-0917E3174CA3}"/>
                  </a:ext>
                </a:extLst>
              </p:cNvPr>
              <p:cNvSpPr txBox="1"/>
              <p:nvPr/>
            </p:nvSpPr>
            <p:spPr>
              <a:xfrm rot="13622919">
                <a:off x="2498746" y="3862036"/>
                <a:ext cx="3526431" cy="1691868"/>
              </a:xfrm>
              <a:prstGeom prst="rect">
                <a:avLst/>
              </a:prstGeom>
              <a:noFill/>
            </p:spPr>
            <p:txBody>
              <a:bodyPr wrap="square">
                <a:prstTxWarp prst="textArchUp">
                  <a:avLst/>
                </a:prstTxWarp>
                <a:spAutoFit/>
              </a:bodyPr>
              <a:lstStyle/>
              <a:p>
                <a:pPr lvl="0" algn="ctr">
                  <a:defRPr/>
                </a:pPr>
                <a:r>
                  <a:rPr lang="en-GB" sz="1100" b="1" kern="0" noProof="0">
                    <a:solidFill>
                      <a:schemeClr val="bg1"/>
                    </a:solidFill>
                  </a:rPr>
                  <a:t>Sampling Design</a:t>
                </a:r>
              </a:p>
            </p:txBody>
          </p:sp>
        </p:grpSp>
        <p:sp>
          <p:nvSpPr>
            <p:cNvPr id="36" name="Freeform: Shape 35">
              <a:extLst>
                <a:ext uri="{FF2B5EF4-FFF2-40B4-BE49-F238E27FC236}">
                  <a16:creationId xmlns:a16="http://schemas.microsoft.com/office/drawing/2014/main" id="{2692064A-7526-DDBB-1B8F-9C2AFB748569}"/>
                </a:ext>
              </a:extLst>
            </p:cNvPr>
            <p:cNvSpPr/>
            <p:nvPr/>
          </p:nvSpPr>
          <p:spPr>
            <a:xfrm rot="5400000">
              <a:off x="7135568" y="3570488"/>
              <a:ext cx="1781824" cy="1787879"/>
            </a:xfrm>
            <a:custGeom>
              <a:avLst/>
              <a:gdLst>
                <a:gd name="connsiteX0" fmla="*/ 0 w 2835861"/>
                <a:gd name="connsiteY0" fmla="*/ 2845499 h 2845499"/>
                <a:gd name="connsiteX1" fmla="*/ 0 w 2835861"/>
                <a:gd name="connsiteY1" fmla="*/ 0 h 2845499"/>
                <a:gd name="connsiteX2" fmla="*/ 2835861 w 2835861"/>
                <a:gd name="connsiteY2" fmla="*/ 0 h 2845499"/>
                <a:gd name="connsiteX3" fmla="*/ 2833342 w 2835861"/>
                <a:gd name="connsiteY3" fmla="*/ 99622 h 2845499"/>
                <a:gd name="connsiteX4" fmla="*/ 89734 w 2835861"/>
                <a:gd name="connsiteY4" fmla="*/ 2843230 h 2845499"/>
                <a:gd name="connsiteX5" fmla="*/ 0 w 2835861"/>
                <a:gd name="connsiteY5" fmla="*/ 2845499 h 2845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35861" h="2845499">
                  <a:moveTo>
                    <a:pt x="0" y="2845499"/>
                  </a:moveTo>
                  <a:lnTo>
                    <a:pt x="0" y="0"/>
                  </a:lnTo>
                  <a:lnTo>
                    <a:pt x="2835861" y="0"/>
                  </a:lnTo>
                  <a:lnTo>
                    <a:pt x="2833342" y="99622"/>
                  </a:lnTo>
                  <a:cubicBezTo>
                    <a:pt x="2758269" y="1580638"/>
                    <a:pt x="1570751" y="2768157"/>
                    <a:pt x="89734" y="2843230"/>
                  </a:cubicBezTo>
                  <a:lnTo>
                    <a:pt x="0" y="2845499"/>
                  </a:ln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wrap="square" lIns="0" tIns="91440" rIns="0" bIns="9144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GB" sz="900" b="1" i="0" u="none" strike="noStrike" kern="1200" cap="none" spc="0" normalizeH="0" baseline="0" noProof="0">
                  <a:ln>
                    <a:noFill/>
                  </a:ln>
                  <a:solidFill>
                    <a:schemeClr val="bg1"/>
                  </a:solidFill>
                  <a:effectLst/>
                  <a:highlight>
                    <a:srgbClr val="F20000"/>
                  </a:highlight>
                  <a:uLnTx/>
                  <a:uFillTx/>
                  <a:latin typeface="Aptos" panose="020B0004020202020204"/>
                  <a:ea typeface="+mn-ea"/>
                  <a:cs typeface="+mn-cs"/>
                </a:rPr>
              </a:br>
              <a:r>
                <a:rPr kumimoji="0" lang="en-GB" sz="900" b="1" i="0" u="none" strike="noStrike" kern="1200" cap="none" spc="0" normalizeH="0" baseline="0" noProof="0">
                  <a:ln>
                    <a:noFill/>
                  </a:ln>
                  <a:solidFill>
                    <a:schemeClr val="bg1"/>
                  </a:solidFill>
                  <a:effectLst/>
                  <a:highlight>
                    <a:srgbClr val="F20000"/>
                  </a:highlight>
                  <a:uLnTx/>
                  <a:uFillTx/>
                  <a:latin typeface="Aptos" panose="020B0004020202020204"/>
                  <a:ea typeface="+mn-ea"/>
                  <a:cs typeface="+mn-cs"/>
                </a:rPr>
                <a:t>Single‑stage sampling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prstClr val="black"/>
                  </a:solidFill>
                  <a:effectLst/>
                  <a:uLnTx/>
                  <a:uFillTx/>
                  <a:latin typeface="Aptos" panose="020B0004020202020204"/>
                  <a:ea typeface="+mn-ea"/>
                  <a:cs typeface="+mn-cs"/>
                </a:rPr>
                <a:t>The researcher has direct access to individuals in the population and can sample people (or other elements) directly.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500" noProof="0">
                <a:solidFill>
                  <a:prstClr val="black"/>
                </a:solidFill>
                <a:latin typeface="Aptos" panose="020B0004020202020204"/>
              </a:endParaRPr>
            </a:p>
            <a:p>
              <a:pPr marL="228600" marR="0" lvl="0" indent="-57150" algn="l" defTabSz="914400" rtl="0" eaLnBrk="1" fontAlgn="auto" latinLnBrk="0" hangingPunct="1">
                <a:lnSpc>
                  <a:spcPct val="100000"/>
                </a:lnSpc>
                <a:spcBef>
                  <a:spcPts val="0"/>
                </a:spcBef>
                <a:spcAft>
                  <a:spcPts val="0"/>
                </a:spcAft>
                <a:buClrTx/>
                <a:buSzTx/>
                <a:buFontTx/>
                <a:buNone/>
                <a:tabLst/>
                <a:defRPr/>
              </a:pPr>
              <a:r>
                <a:rPr kumimoji="0" lang="en-GB" sz="700" b="1" i="0" u="none" strike="noStrike" kern="1200" cap="none" spc="0" normalizeH="0" baseline="0" noProof="0">
                  <a:ln>
                    <a:noFill/>
                  </a:ln>
                  <a:solidFill>
                    <a:prstClr val="black"/>
                  </a:solidFill>
                  <a:effectLst/>
                  <a:uLnTx/>
                  <a:uFillTx/>
                  <a:latin typeface="Aptos" panose="020B0004020202020204"/>
                  <a:ea typeface="+mn-ea"/>
                  <a:cs typeface="+mn-cs"/>
                </a:rPr>
                <a:t>     </a:t>
              </a:r>
              <a:r>
                <a:rPr lang="en-GB" sz="900" b="1" noProof="0">
                  <a:solidFill>
                    <a:schemeClr val="bg1"/>
                  </a:solidFill>
                  <a:highlight>
                    <a:srgbClr val="F20000"/>
                  </a:highlight>
                  <a:latin typeface="Aptos" panose="020B0004020202020204"/>
                </a:rPr>
                <a:t> Multi‑stage or cluster  sampling</a:t>
              </a:r>
              <a:endParaRPr lang="en-GB" sz="500" noProof="0">
                <a:solidFill>
                  <a:prstClr val="black"/>
                </a:solidFill>
                <a:highlight>
                  <a:srgbClr val="F20000"/>
                </a:highlight>
                <a:latin typeface="Aptos" panose="020B0004020202020204"/>
              </a:endParaRPr>
            </a:p>
            <a:p>
              <a:pPr marL="342900" marR="0" lvl="0" algn="l" defTabSz="914400" rtl="0" eaLnBrk="1" fontAlgn="auto" latinLnBrk="0" hangingPunct="1">
                <a:lnSpc>
                  <a:spcPct val="100000"/>
                </a:lnSpc>
                <a:spcBef>
                  <a:spcPts val="0"/>
                </a:spcBef>
                <a:spcAft>
                  <a:spcPts val="0"/>
                </a:spcAft>
                <a:buClrTx/>
                <a:buSzTx/>
                <a:buFontTx/>
                <a:buNone/>
                <a:tabLst/>
                <a:defRPr/>
              </a:pPr>
              <a:r>
                <a:rPr lang="en-GB" sz="700" noProof="0">
                  <a:solidFill>
                    <a:prstClr val="black"/>
                  </a:solidFill>
                  <a:latin typeface="Aptos" panose="020B0004020202020204"/>
                </a:rPr>
                <a:t>First, clusters (groups or organisations) are identified; then the individuals within those clusters are obtained, and samples are selected within them.</a:t>
              </a:r>
            </a:p>
          </p:txBody>
        </p:sp>
      </p:grpSp>
      <p:grpSp>
        <p:nvGrpSpPr>
          <p:cNvPr id="56" name="Group 55">
            <a:extLst>
              <a:ext uri="{FF2B5EF4-FFF2-40B4-BE49-F238E27FC236}">
                <a16:creationId xmlns:a16="http://schemas.microsoft.com/office/drawing/2014/main" id="{958392A3-E079-563A-3185-AFB7E14D658D}"/>
              </a:ext>
            </a:extLst>
          </p:cNvPr>
          <p:cNvGrpSpPr/>
          <p:nvPr/>
        </p:nvGrpSpPr>
        <p:grpSpPr>
          <a:xfrm>
            <a:off x="5749504" y="3706439"/>
            <a:ext cx="3084468" cy="2572581"/>
            <a:chOff x="8625715" y="3573515"/>
            <a:chExt cx="2546783" cy="2124128"/>
          </a:xfrm>
        </p:grpSpPr>
        <p:sp>
          <p:nvSpPr>
            <p:cNvPr id="57" name="Freeform: Shape 56">
              <a:extLst>
                <a:ext uri="{FF2B5EF4-FFF2-40B4-BE49-F238E27FC236}">
                  <a16:creationId xmlns:a16="http://schemas.microsoft.com/office/drawing/2014/main" id="{F20C9251-54D8-D1AD-B757-B8B555085CCB}"/>
                </a:ext>
              </a:extLst>
            </p:cNvPr>
            <p:cNvSpPr/>
            <p:nvPr/>
          </p:nvSpPr>
          <p:spPr>
            <a:xfrm rot="5400000">
              <a:off x="8993601" y="3583581"/>
              <a:ext cx="2115420" cy="2112703"/>
            </a:xfrm>
            <a:custGeom>
              <a:avLst/>
              <a:gdLst>
                <a:gd name="connsiteX0" fmla="*/ 0 w 2929139"/>
                <a:gd name="connsiteY0" fmla="*/ 328700 h 2925377"/>
                <a:gd name="connsiteX1" fmla="*/ 0 w 2929139"/>
                <a:gd name="connsiteY1" fmla="*/ 0 h 2925377"/>
                <a:gd name="connsiteX2" fmla="*/ 107011 w 2929139"/>
                <a:gd name="connsiteY2" fmla="*/ 2705 h 2925377"/>
                <a:gd name="connsiteX3" fmla="*/ 2917215 w 2929139"/>
                <a:gd name="connsiteY3" fmla="*/ 2681630 h 2925377"/>
                <a:gd name="connsiteX4" fmla="*/ 2929139 w 2929139"/>
                <a:gd name="connsiteY4" fmla="*/ 2925377 h 2925377"/>
                <a:gd name="connsiteX5" fmla="*/ 2920899 w 2929139"/>
                <a:gd name="connsiteY5" fmla="*/ 2925377 h 2925377"/>
                <a:gd name="connsiteX6" fmla="*/ 2920899 w 2929139"/>
                <a:gd name="connsiteY6" fmla="*/ 2925108 h 2925377"/>
                <a:gd name="connsiteX7" fmla="*/ 2601646 w 2929139"/>
                <a:gd name="connsiteY7" fmla="*/ 2925108 h 2925377"/>
                <a:gd name="connsiteX8" fmla="*/ 2599504 w 2929139"/>
                <a:gd name="connsiteY8" fmla="*/ 2840386 h 2925377"/>
                <a:gd name="connsiteX9" fmla="*/ 90097 w 2929139"/>
                <a:gd name="connsiteY9" fmla="*/ 330977 h 2925377"/>
                <a:gd name="connsiteX10" fmla="*/ 0 w 2929139"/>
                <a:gd name="connsiteY10" fmla="*/ 328700 h 2925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29139" h="2925377">
                  <a:moveTo>
                    <a:pt x="0" y="328700"/>
                  </a:moveTo>
                  <a:lnTo>
                    <a:pt x="0" y="0"/>
                  </a:lnTo>
                  <a:lnTo>
                    <a:pt x="107011" y="2705"/>
                  </a:lnTo>
                  <a:cubicBezTo>
                    <a:pt x="1582094" y="77477"/>
                    <a:pt x="2773990" y="1225613"/>
                    <a:pt x="2917215" y="2681630"/>
                  </a:cubicBezTo>
                  <a:lnTo>
                    <a:pt x="2929139" y="2925377"/>
                  </a:lnTo>
                  <a:lnTo>
                    <a:pt x="2920899" y="2925377"/>
                  </a:lnTo>
                  <a:lnTo>
                    <a:pt x="2920899" y="2925108"/>
                  </a:lnTo>
                  <a:lnTo>
                    <a:pt x="2601646" y="2925108"/>
                  </a:lnTo>
                  <a:lnTo>
                    <a:pt x="2599504" y="2840386"/>
                  </a:lnTo>
                  <a:cubicBezTo>
                    <a:pt x="2530840" y="1485791"/>
                    <a:pt x="1444691" y="399642"/>
                    <a:pt x="90097" y="330977"/>
                  </a:cubicBezTo>
                  <a:lnTo>
                    <a:pt x="0" y="328700"/>
                  </a:lnTo>
                  <a:close/>
                </a:path>
              </a:pathLst>
            </a:custGeom>
            <a:solidFill>
              <a:srgbClr val="9F2A6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200" noProof="0"/>
            </a:p>
          </p:txBody>
        </p:sp>
        <p:sp>
          <p:nvSpPr>
            <p:cNvPr id="58" name="TextBox 57">
              <a:extLst>
                <a:ext uri="{FF2B5EF4-FFF2-40B4-BE49-F238E27FC236}">
                  <a16:creationId xmlns:a16="http://schemas.microsoft.com/office/drawing/2014/main" id="{C398660B-4E0F-2448-C86F-21BCAE41E562}"/>
                </a:ext>
              </a:extLst>
            </p:cNvPr>
            <p:cNvSpPr txBox="1"/>
            <p:nvPr/>
          </p:nvSpPr>
          <p:spPr>
            <a:xfrm rot="8300211">
              <a:off x="8625715" y="3971192"/>
              <a:ext cx="2546783" cy="1221865"/>
            </a:xfrm>
            <a:prstGeom prst="rect">
              <a:avLst/>
            </a:prstGeom>
            <a:noFill/>
          </p:spPr>
          <p:txBody>
            <a:bodyPr wrap="square">
              <a:prstTxWarp prst="textArchUp">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chemeClr val="bg1"/>
                  </a:solidFill>
                  <a:effectLst/>
                  <a:uLnTx/>
                  <a:uFillTx/>
                </a:rPr>
                <a:t>Types of Sampling</a:t>
              </a:r>
            </a:p>
          </p:txBody>
        </p:sp>
        <p:sp>
          <p:nvSpPr>
            <p:cNvPr id="59" name="Freeform: Shape 58">
              <a:extLst>
                <a:ext uri="{FF2B5EF4-FFF2-40B4-BE49-F238E27FC236}">
                  <a16:creationId xmlns:a16="http://schemas.microsoft.com/office/drawing/2014/main" id="{8FD863CC-7AFD-03E7-8BBB-2AFED9D41FD8}"/>
                </a:ext>
              </a:extLst>
            </p:cNvPr>
            <p:cNvSpPr/>
            <p:nvPr/>
          </p:nvSpPr>
          <p:spPr>
            <a:xfrm rot="5400000">
              <a:off x="8991930" y="3576543"/>
              <a:ext cx="1781509" cy="1775454"/>
            </a:xfrm>
            <a:custGeom>
              <a:avLst/>
              <a:gdLst>
                <a:gd name="connsiteX0" fmla="*/ 0 w 2835361"/>
                <a:gd name="connsiteY0" fmla="*/ 2825724 h 2825724"/>
                <a:gd name="connsiteX1" fmla="*/ 0 w 2835361"/>
                <a:gd name="connsiteY1" fmla="*/ 0 h 2825724"/>
                <a:gd name="connsiteX2" fmla="*/ 89734 w 2835361"/>
                <a:gd name="connsiteY2" fmla="*/ 2269 h 2825724"/>
                <a:gd name="connsiteX3" fmla="*/ 2833342 w 2835361"/>
                <a:gd name="connsiteY3" fmla="*/ 2745877 h 2825724"/>
                <a:gd name="connsiteX4" fmla="*/ 2835361 w 2835361"/>
                <a:gd name="connsiteY4" fmla="*/ 2825724 h 2825724"/>
                <a:gd name="connsiteX5" fmla="*/ 0 w 2835361"/>
                <a:gd name="connsiteY5" fmla="*/ 2825724 h 2825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35361" h="2825724">
                  <a:moveTo>
                    <a:pt x="0" y="2825724"/>
                  </a:moveTo>
                  <a:lnTo>
                    <a:pt x="0" y="0"/>
                  </a:lnTo>
                  <a:lnTo>
                    <a:pt x="89734" y="2269"/>
                  </a:lnTo>
                  <a:cubicBezTo>
                    <a:pt x="1570751" y="77342"/>
                    <a:pt x="2758269" y="1264860"/>
                    <a:pt x="2833342" y="2745877"/>
                  </a:cubicBezTo>
                  <a:lnTo>
                    <a:pt x="2835361" y="2825724"/>
                  </a:lnTo>
                  <a:lnTo>
                    <a:pt x="0" y="2825724"/>
                  </a:lnTo>
                  <a:close/>
                </a:path>
              </a:pathLst>
            </a:cu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wrap="square" lIns="91440" tIns="91440" rIns="91440" bIns="91440" rtlCol="0" anchor="t">
              <a:noAutofit/>
            </a:bodyPr>
            <a:lstStyle/>
            <a:p>
              <a:pPr>
                <a:spcAft>
                  <a:spcPts val="400"/>
                </a:spcAft>
              </a:pPr>
              <a:r>
                <a:rPr lang="en-GB" sz="900" b="1" noProof="0">
                  <a:solidFill>
                    <a:schemeClr val="bg1"/>
                  </a:solidFill>
                  <a:highlight>
                    <a:srgbClr val="9F2A63"/>
                  </a:highlight>
                </a:rPr>
                <a:t>Random sampling</a:t>
              </a:r>
              <a:br>
                <a:rPr lang="en-GB" sz="700" noProof="0">
                  <a:solidFill>
                    <a:prstClr val="black"/>
                  </a:solidFill>
                </a:rPr>
              </a:br>
              <a:r>
                <a:rPr lang="en-GB" sz="700" noProof="0">
                  <a:solidFill>
                    <a:prstClr val="black"/>
                  </a:solidFill>
                </a:rPr>
                <a:t>Each individual in the population has an equal probability of being selected (systematic or probability‑based sampling)</a:t>
              </a:r>
            </a:p>
            <a:p>
              <a:pPr>
                <a:spcAft>
                  <a:spcPts val="400"/>
                </a:spcAft>
              </a:pPr>
              <a:r>
                <a:rPr lang="en-GB" sz="900" b="1" noProof="0">
                  <a:solidFill>
                    <a:schemeClr val="bg1"/>
                  </a:solidFill>
                  <a:highlight>
                    <a:srgbClr val="9F2A63"/>
                  </a:highlight>
                </a:rPr>
                <a:t> Systematic sampling</a:t>
              </a:r>
            </a:p>
            <a:p>
              <a:pPr>
                <a:tabLst>
                  <a:tab pos="914400" algn="l"/>
                </a:tabLst>
              </a:pPr>
              <a:r>
                <a:rPr lang="en-GB" sz="700" noProof="0">
                  <a:solidFill>
                    <a:prstClr val="black"/>
                  </a:solidFill>
                </a:rPr>
                <a:t>A random starting point is chosen in a list, and every X‑</a:t>
              </a:r>
              <a:r>
                <a:rPr lang="en-GB" sz="700" noProof="0" err="1">
                  <a:solidFill>
                    <a:prstClr val="black"/>
                  </a:solidFill>
                </a:rPr>
                <a:t>th</a:t>
              </a:r>
              <a:r>
                <a:rPr lang="en-GB" sz="700" noProof="0">
                  <a:solidFill>
                    <a:prstClr val="black"/>
                  </a:solidFill>
                </a:rPr>
                <a:t> person is selected.</a:t>
              </a:r>
            </a:p>
            <a:p>
              <a:pPr>
                <a:tabLst>
                  <a:tab pos="914400" algn="l"/>
                </a:tabLst>
              </a:pPr>
              <a:endParaRPr lang="en-GB" sz="500" b="1" noProof="0">
                <a:solidFill>
                  <a:prstClr val="black"/>
                </a:solidFill>
              </a:endParaRPr>
            </a:p>
            <a:p>
              <a:pPr>
                <a:spcAft>
                  <a:spcPts val="400"/>
                </a:spcAft>
                <a:tabLst>
                  <a:tab pos="914400" algn="l"/>
                </a:tabLst>
              </a:pPr>
              <a:r>
                <a:rPr lang="en-GB" sz="900" b="1" noProof="0">
                  <a:solidFill>
                    <a:schemeClr val="bg1"/>
                  </a:solidFill>
                  <a:highlight>
                    <a:srgbClr val="9F2A63"/>
                  </a:highlight>
                </a:rPr>
                <a:t>Convenience sampling</a:t>
              </a:r>
            </a:p>
            <a:p>
              <a:pPr>
                <a:tabLst>
                  <a:tab pos="914400" algn="l"/>
                </a:tabLst>
              </a:pPr>
              <a:r>
                <a:rPr lang="en-GB" sz="700" noProof="0">
                  <a:solidFill>
                    <a:prstClr val="black"/>
                  </a:solidFill>
                  <a:latin typeface="Aptos" panose="020B0004020202020204"/>
                </a:rPr>
                <a:t>Respondents are selected based on</a:t>
              </a:r>
            </a:p>
            <a:p>
              <a:pPr>
                <a:tabLst>
                  <a:tab pos="914400" algn="l"/>
                </a:tabLst>
              </a:pPr>
              <a:r>
                <a:rPr lang="en-GB" sz="700" noProof="0">
                  <a:solidFill>
                    <a:prstClr val="black"/>
                  </a:solidFill>
                  <a:latin typeface="Aptos" panose="020B0004020202020204"/>
                </a:rPr>
                <a:t> their convenience and availability.</a:t>
              </a:r>
            </a:p>
          </p:txBody>
        </p:sp>
      </p:grpSp>
      <p:grpSp>
        <p:nvGrpSpPr>
          <p:cNvPr id="62" name="Group 61">
            <a:extLst>
              <a:ext uri="{FF2B5EF4-FFF2-40B4-BE49-F238E27FC236}">
                <a16:creationId xmlns:a16="http://schemas.microsoft.com/office/drawing/2014/main" id="{ECE2A845-E8E9-04E0-6433-C69342D166D9}"/>
              </a:ext>
            </a:extLst>
          </p:cNvPr>
          <p:cNvGrpSpPr/>
          <p:nvPr/>
        </p:nvGrpSpPr>
        <p:grpSpPr>
          <a:xfrm>
            <a:off x="3491439" y="1062477"/>
            <a:ext cx="3084468" cy="2553688"/>
            <a:chOff x="6761276" y="1390449"/>
            <a:chExt cx="2546783" cy="2108529"/>
          </a:xfrm>
        </p:grpSpPr>
        <p:grpSp>
          <p:nvGrpSpPr>
            <p:cNvPr id="63" name="Group 62">
              <a:extLst>
                <a:ext uri="{FF2B5EF4-FFF2-40B4-BE49-F238E27FC236}">
                  <a16:creationId xmlns:a16="http://schemas.microsoft.com/office/drawing/2014/main" id="{CFBC01DB-41FD-0735-621C-A579D4C4EDC9}"/>
                </a:ext>
              </a:extLst>
            </p:cNvPr>
            <p:cNvGrpSpPr/>
            <p:nvPr/>
          </p:nvGrpSpPr>
          <p:grpSpPr>
            <a:xfrm>
              <a:off x="6761276" y="1390449"/>
              <a:ext cx="2546783" cy="2108529"/>
              <a:chOff x="2667609" y="451771"/>
              <a:chExt cx="3526431" cy="2919597"/>
            </a:xfrm>
          </p:grpSpPr>
          <p:sp>
            <p:nvSpPr>
              <p:cNvPr id="65" name="Freeform: Shape 64">
                <a:extLst>
                  <a:ext uri="{FF2B5EF4-FFF2-40B4-BE49-F238E27FC236}">
                    <a16:creationId xmlns:a16="http://schemas.microsoft.com/office/drawing/2014/main" id="{790718C3-1249-F5F0-9239-336356633753}"/>
                  </a:ext>
                </a:extLst>
              </p:cNvPr>
              <p:cNvSpPr/>
              <p:nvPr/>
            </p:nvSpPr>
            <p:spPr>
              <a:xfrm rot="5400000">
                <a:off x="2735075" y="449153"/>
                <a:ext cx="2919597" cy="2924833"/>
              </a:xfrm>
              <a:custGeom>
                <a:avLst/>
                <a:gdLst>
                  <a:gd name="connsiteX0" fmla="*/ 0 w 3355829"/>
                  <a:gd name="connsiteY0" fmla="*/ 0 h 3361848"/>
                  <a:gd name="connsiteX1" fmla="*/ 377812 w 3355829"/>
                  <a:gd name="connsiteY1" fmla="*/ 0 h 3361848"/>
                  <a:gd name="connsiteX2" fmla="*/ 380275 w 3355829"/>
                  <a:gd name="connsiteY2" fmla="*/ 97380 h 3361848"/>
                  <a:gd name="connsiteX3" fmla="*/ 3264626 w 3355829"/>
                  <a:gd name="connsiteY3" fmla="*/ 2981732 h 3361848"/>
                  <a:gd name="connsiteX4" fmla="*/ 3355829 w 3355829"/>
                  <a:gd name="connsiteY4" fmla="*/ 2984038 h 3361848"/>
                  <a:gd name="connsiteX5" fmla="*/ 3355829 w 3355829"/>
                  <a:gd name="connsiteY5" fmla="*/ 3361848 h 3361848"/>
                  <a:gd name="connsiteX6" fmla="*/ 3245184 w 3355829"/>
                  <a:gd name="connsiteY6" fmla="*/ 3359051 h 3361848"/>
                  <a:gd name="connsiteX7" fmla="*/ 2955 w 3355829"/>
                  <a:gd name="connsiteY7" fmla="*/ 116821 h 3361848"/>
                  <a:gd name="connsiteX8" fmla="*/ 0 w 3355829"/>
                  <a:gd name="connsiteY8" fmla="*/ 0 h 3361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5829" h="3361848">
                    <a:moveTo>
                      <a:pt x="0" y="0"/>
                    </a:moveTo>
                    <a:lnTo>
                      <a:pt x="377812" y="0"/>
                    </a:lnTo>
                    <a:lnTo>
                      <a:pt x="380275" y="97380"/>
                    </a:lnTo>
                    <a:cubicBezTo>
                      <a:pt x="459199" y="1654372"/>
                      <a:pt x="1707635" y="2902807"/>
                      <a:pt x="3264626" y="2981732"/>
                    </a:cubicBezTo>
                    <a:lnTo>
                      <a:pt x="3355829" y="2984038"/>
                    </a:lnTo>
                    <a:lnTo>
                      <a:pt x="3355829" y="3361848"/>
                    </a:lnTo>
                    <a:lnTo>
                      <a:pt x="3245184" y="3359051"/>
                    </a:lnTo>
                    <a:cubicBezTo>
                      <a:pt x="1495008" y="3270334"/>
                      <a:pt x="91671" y="1866997"/>
                      <a:pt x="2955" y="116821"/>
                    </a:cubicBezTo>
                    <a:lnTo>
                      <a:pt x="0" y="0"/>
                    </a:lnTo>
                    <a:close/>
                  </a:path>
                </a:pathLst>
              </a:custGeom>
              <a:solidFill>
                <a:srgbClr val="DF102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200" noProof="0"/>
              </a:p>
            </p:txBody>
          </p:sp>
          <p:sp>
            <p:nvSpPr>
              <p:cNvPr id="66" name="TextBox 65">
                <a:extLst>
                  <a:ext uri="{FF2B5EF4-FFF2-40B4-BE49-F238E27FC236}">
                    <a16:creationId xmlns:a16="http://schemas.microsoft.com/office/drawing/2014/main" id="{2888B9AA-A4A2-0A6E-FDE1-18180EFC420C}"/>
                  </a:ext>
                </a:extLst>
              </p:cNvPr>
              <p:cNvSpPr txBox="1"/>
              <p:nvPr/>
            </p:nvSpPr>
            <p:spPr>
              <a:xfrm rot="19019803">
                <a:off x="2667609" y="1153728"/>
                <a:ext cx="3526431" cy="1691868"/>
              </a:xfrm>
              <a:prstGeom prst="rect">
                <a:avLst/>
              </a:prstGeom>
              <a:noFill/>
            </p:spPr>
            <p:txBody>
              <a:bodyPr wrap="square">
                <a:prstTxWarp prst="textArchUp">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chemeClr val="bg1"/>
                    </a:solidFill>
                    <a:effectLst/>
                    <a:uLnTx/>
                    <a:uFillTx/>
                  </a:rPr>
                  <a:t>Determination of Sample Size</a:t>
                </a:r>
              </a:p>
            </p:txBody>
          </p:sp>
        </p:grpSp>
        <p:sp>
          <p:nvSpPr>
            <p:cNvPr id="64" name="Freeform: Shape 63">
              <a:extLst>
                <a:ext uri="{FF2B5EF4-FFF2-40B4-BE49-F238E27FC236}">
                  <a16:creationId xmlns:a16="http://schemas.microsoft.com/office/drawing/2014/main" id="{A7FB4BD2-7FC4-4A9E-7F3C-4B8BEDABC2A7}"/>
                </a:ext>
              </a:extLst>
            </p:cNvPr>
            <p:cNvSpPr/>
            <p:nvPr/>
          </p:nvSpPr>
          <p:spPr>
            <a:xfrm rot="5400000">
              <a:off x="7135567" y="1714126"/>
              <a:ext cx="1781824" cy="1787879"/>
            </a:xfrm>
            <a:custGeom>
              <a:avLst/>
              <a:gdLst>
                <a:gd name="connsiteX0" fmla="*/ 0 w 2835863"/>
                <a:gd name="connsiteY0" fmla="*/ 0 h 2845499"/>
                <a:gd name="connsiteX1" fmla="*/ 2835863 w 2835863"/>
                <a:gd name="connsiteY1" fmla="*/ 0 h 2845499"/>
                <a:gd name="connsiteX2" fmla="*/ 2835863 w 2835863"/>
                <a:gd name="connsiteY2" fmla="*/ 2845499 h 2845499"/>
                <a:gd name="connsiteX3" fmla="*/ 2746127 w 2835863"/>
                <a:gd name="connsiteY3" fmla="*/ 2843230 h 2845499"/>
                <a:gd name="connsiteX4" fmla="*/ 2520 w 2835863"/>
                <a:gd name="connsiteY4" fmla="*/ 99622 h 2845499"/>
                <a:gd name="connsiteX5" fmla="*/ 0 w 2835863"/>
                <a:gd name="connsiteY5" fmla="*/ 0 h 2845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35863" h="2845499">
                  <a:moveTo>
                    <a:pt x="0" y="0"/>
                  </a:moveTo>
                  <a:lnTo>
                    <a:pt x="2835863" y="0"/>
                  </a:lnTo>
                  <a:lnTo>
                    <a:pt x="2835863" y="2845499"/>
                  </a:lnTo>
                  <a:lnTo>
                    <a:pt x="2746127" y="2843230"/>
                  </a:lnTo>
                  <a:cubicBezTo>
                    <a:pt x="1265111" y="2768157"/>
                    <a:pt x="77592" y="1580638"/>
                    <a:pt x="2520" y="99622"/>
                  </a:cubicBezTo>
                  <a:lnTo>
                    <a:pt x="0" y="0"/>
                  </a:ln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wrap="square" lIns="274320" tIns="91440" rIns="0" bIns="457200" rtlCol="0" anchor="t">
              <a:noAutofit/>
            </a:bodyPr>
            <a:lstStyle/>
            <a:p>
              <a:pPr algn="r">
                <a:spcAft>
                  <a:spcPts val="400"/>
                </a:spcAft>
              </a:pPr>
              <a:endParaRPr lang="en-GB" sz="700" b="1" noProof="0">
                <a:solidFill>
                  <a:prstClr val="black"/>
                </a:solidFill>
              </a:endParaRPr>
            </a:p>
            <a:p>
              <a:pPr marL="228600" indent="285750" algn="r">
                <a:spcAft>
                  <a:spcPts val="400"/>
                </a:spcAft>
                <a:tabLst>
                  <a:tab pos="228600" algn="l"/>
                  <a:tab pos="400050" algn="l"/>
                </a:tabLst>
              </a:pPr>
              <a:r>
                <a:rPr lang="en-GB" sz="900" b="1" noProof="0">
                  <a:solidFill>
                    <a:schemeClr val="bg1"/>
                  </a:solidFill>
                  <a:highlight>
                    <a:srgbClr val="DF102C"/>
                  </a:highlight>
                </a:rPr>
                <a:t>The number of people in the sample and the procedures used to calculate this number.</a:t>
              </a:r>
            </a:p>
            <a:p>
              <a:pPr algn="r">
                <a:spcAft>
                  <a:spcPts val="400"/>
                </a:spcAft>
              </a:pPr>
              <a:r>
                <a:rPr lang="en-GB" sz="700" noProof="0">
                  <a:solidFill>
                    <a:prstClr val="black"/>
                  </a:solidFill>
                </a:rPr>
                <a:t>Determining sample size is essentially a trade‑off:</a:t>
              </a:r>
            </a:p>
            <a:p>
              <a:pPr marL="171450" indent="-171450" algn="r">
                <a:spcAft>
                  <a:spcPts val="400"/>
                </a:spcAft>
                <a:buFont typeface="Arial" panose="020B0604020202020204" pitchFamily="34" charset="0"/>
                <a:buChar char="•"/>
              </a:pPr>
              <a:r>
                <a:rPr lang="en-GB" sz="700" noProof="0">
                  <a:solidFill>
                    <a:prstClr val="black"/>
                  </a:solidFill>
                </a:rPr>
                <a:t>a larger sample yields greater precision</a:t>
              </a:r>
            </a:p>
            <a:p>
              <a:pPr marL="171450" indent="-171450" algn="r">
                <a:spcAft>
                  <a:spcPts val="400"/>
                </a:spcAft>
                <a:buFont typeface="Arial" panose="020B0604020202020204" pitchFamily="34" charset="0"/>
                <a:buChar char="•"/>
              </a:pPr>
              <a:r>
                <a:rPr lang="en-GB" sz="700" noProof="0">
                  <a:solidFill>
                    <a:prstClr val="black"/>
                  </a:solidFill>
                </a:rPr>
                <a:t>but recruiting more participants consumes time and financial resources.</a:t>
              </a:r>
            </a:p>
          </p:txBody>
        </p:sp>
      </p:grpSp>
      <p:sp>
        <p:nvSpPr>
          <p:cNvPr id="5" name="Título 1">
            <a:extLst>
              <a:ext uri="{FF2B5EF4-FFF2-40B4-BE49-F238E27FC236}">
                <a16:creationId xmlns:a16="http://schemas.microsoft.com/office/drawing/2014/main" id="{9F3D3A3C-D6FF-C67C-0C00-4EC8232B9805}"/>
              </a:ext>
            </a:extLst>
          </p:cNvPr>
          <p:cNvSpPr txBox="1">
            <a:spLocks/>
          </p:cNvSpPr>
          <p:nvPr/>
        </p:nvSpPr>
        <p:spPr>
          <a:xfrm>
            <a:off x="891589" y="1073129"/>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SemiBold" panose="020F0502020204030204" pitchFamily="34" charset="0"/>
              </a:rPr>
              <a:t>Surveys</a:t>
            </a:r>
          </a:p>
        </p:txBody>
      </p:sp>
      <p:sp>
        <p:nvSpPr>
          <p:cNvPr id="8" name="TextBox 7">
            <a:extLst>
              <a:ext uri="{FF2B5EF4-FFF2-40B4-BE49-F238E27FC236}">
                <a16:creationId xmlns:a16="http://schemas.microsoft.com/office/drawing/2014/main" id="{0213C813-B67C-C35B-1DD8-4E690DBFC49F}"/>
              </a:ext>
            </a:extLst>
          </p:cNvPr>
          <p:cNvSpPr txBox="1"/>
          <p:nvPr/>
        </p:nvSpPr>
        <p:spPr>
          <a:xfrm>
            <a:off x="894003" y="1548483"/>
            <a:ext cx="4130092" cy="309444"/>
          </a:xfrm>
          <a:prstGeom prst="rect">
            <a:avLst/>
          </a:prstGeom>
          <a:noFill/>
        </p:spPr>
        <p:txBody>
          <a:bodyPr wrap="square">
            <a:spAutoFit/>
          </a:bodyPr>
          <a:lstStyle/>
          <a:p>
            <a:pPr>
              <a:lnSpc>
                <a:spcPts val="1600"/>
              </a:lnSpc>
            </a:pPr>
            <a:r>
              <a:rPr lang="en-GB" b="1" noProof="0"/>
              <a:t>Sampling</a:t>
            </a:r>
            <a:endParaRPr lang="en-GB" b="1" noProof="0">
              <a:solidFill>
                <a:schemeClr val="accent5"/>
              </a:solidFill>
              <a:latin typeface="Corbel" panose="020B0503020204020204" pitchFamily="34" charset="0"/>
            </a:endParaRPr>
          </a:p>
        </p:txBody>
      </p:sp>
      <p:sp>
        <p:nvSpPr>
          <p:cNvPr id="19" name="Slide Number Placeholder 5">
            <a:extLst>
              <a:ext uri="{FF2B5EF4-FFF2-40B4-BE49-F238E27FC236}">
                <a16:creationId xmlns:a16="http://schemas.microsoft.com/office/drawing/2014/main" id="{B7D845E7-98B9-DB71-87EA-396A7FC42BDE}"/>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27</a:t>
            </a:fld>
            <a:endParaRPr lang="en-GB" noProof="0"/>
          </a:p>
        </p:txBody>
      </p:sp>
      <p:sp>
        <p:nvSpPr>
          <p:cNvPr id="20" name="Date Placeholder 3">
            <a:extLst>
              <a:ext uri="{FF2B5EF4-FFF2-40B4-BE49-F238E27FC236}">
                <a16:creationId xmlns:a16="http://schemas.microsoft.com/office/drawing/2014/main" id="{A6B0A9FE-7FFF-290A-65F8-98E20B021692}"/>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Tree>
    <p:extLst>
      <p:ext uri="{BB962C8B-B14F-4D97-AF65-F5344CB8AC3E}">
        <p14:creationId xmlns:p14="http://schemas.microsoft.com/office/powerpoint/2010/main" val="25164873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fade">
                                      <p:cBhvr>
                                        <p:cTn id="12" dur="500"/>
                                        <p:tgtEl>
                                          <p:spTgt spid="6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fade">
                                      <p:cBhvr>
                                        <p:cTn id="17" dur="500"/>
                                        <p:tgtEl>
                                          <p:spTgt spid="5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fade">
                                      <p:cBhvr>
                                        <p:cTn id="22"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4E181-3062-B1B3-DA57-E640D6C608F6}"/>
            </a:ext>
          </a:extLst>
        </p:cNvPr>
        <p:cNvGrpSpPr/>
        <p:nvPr/>
      </p:nvGrpSpPr>
      <p:grpSpPr>
        <a:xfrm>
          <a:off x="0" y="0"/>
          <a:ext cx="0" cy="0"/>
          <a:chOff x="0" y="0"/>
          <a:chExt cx="0" cy="0"/>
        </a:xfrm>
      </p:grpSpPr>
      <p:sp>
        <p:nvSpPr>
          <p:cNvPr id="117" name="TextBox 116">
            <a:extLst>
              <a:ext uri="{FF2B5EF4-FFF2-40B4-BE49-F238E27FC236}">
                <a16:creationId xmlns:a16="http://schemas.microsoft.com/office/drawing/2014/main" id="{ACEA17AB-60B8-DF17-1C51-311F6C068E75}"/>
              </a:ext>
            </a:extLst>
          </p:cNvPr>
          <p:cNvSpPr txBox="1"/>
          <p:nvPr/>
        </p:nvSpPr>
        <p:spPr>
          <a:xfrm>
            <a:off x="962444" y="1083422"/>
            <a:ext cx="3795293" cy="303096"/>
          </a:xfrm>
          <a:prstGeom prst="rect">
            <a:avLst/>
          </a:prstGeom>
          <a:noFill/>
        </p:spPr>
        <p:txBody>
          <a:bodyPr wrap="square">
            <a:spAutoFit/>
          </a:bodyPr>
          <a:lstStyle/>
          <a:p>
            <a:pPr>
              <a:lnSpc>
                <a:spcPts val="1600"/>
              </a:lnSpc>
            </a:pPr>
            <a:r>
              <a:rPr lang="en-GB" sz="1600" b="1" noProof="0"/>
              <a:t>Determination of Sample Size</a:t>
            </a:r>
          </a:p>
        </p:txBody>
      </p:sp>
      <p:sp>
        <p:nvSpPr>
          <p:cNvPr id="122" name="Título 1">
            <a:extLst>
              <a:ext uri="{FF2B5EF4-FFF2-40B4-BE49-F238E27FC236}">
                <a16:creationId xmlns:a16="http://schemas.microsoft.com/office/drawing/2014/main" id="{720B3B32-7AE3-417E-A7B2-5DCED27646D9}"/>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noProof="0">
                <a:solidFill>
                  <a:srgbClr val="FF0000"/>
                </a:solidFill>
                <a:latin typeface="Aptos SemiBold" panose="020F0502020204030204" pitchFamily="34" charset="0"/>
              </a:rPr>
              <a:t>Quantitative designs</a:t>
            </a:r>
          </a:p>
        </p:txBody>
      </p:sp>
      <p:sp>
        <p:nvSpPr>
          <p:cNvPr id="5" name="TextBox 4">
            <a:extLst>
              <a:ext uri="{FF2B5EF4-FFF2-40B4-BE49-F238E27FC236}">
                <a16:creationId xmlns:a16="http://schemas.microsoft.com/office/drawing/2014/main" id="{21A13ADA-0A1E-938D-F004-E498E9907436}"/>
              </a:ext>
            </a:extLst>
          </p:cNvPr>
          <p:cNvSpPr txBox="1"/>
          <p:nvPr/>
        </p:nvSpPr>
        <p:spPr>
          <a:xfrm>
            <a:off x="983875" y="1626768"/>
            <a:ext cx="3321425" cy="2139047"/>
          </a:xfrm>
          <a:prstGeom prst="rect">
            <a:avLst/>
          </a:prstGeom>
          <a:noFill/>
        </p:spPr>
        <p:txBody>
          <a:bodyPr wrap="square">
            <a:spAutoFit/>
          </a:bodyPr>
          <a:lstStyle>
            <a:defPPr>
              <a:defRPr lang="en-US"/>
            </a:defPPr>
            <a:lvl1pPr>
              <a:defRPr sz="1600"/>
            </a:lvl1pPr>
          </a:lstStyle>
          <a:p>
            <a:pPr lvl="0">
              <a:defRPr/>
            </a:pPr>
            <a:r>
              <a:rPr lang="en-GB" sz="1200" b="1" noProof="0">
                <a:highlight>
                  <a:srgbClr val="FFC000"/>
                </a:highlight>
              </a:rPr>
              <a:t>In which scenario is your research situated?</a:t>
            </a:r>
          </a:p>
          <a:p>
            <a:pPr lvl="0">
              <a:defRPr/>
            </a:pPr>
            <a:endParaRPr kumimoji="0" lang="en-GB" sz="1100" b="1" i="0" u="none" strike="noStrike" kern="1200" cap="none" spc="0" normalizeH="0" baseline="0" noProof="0">
              <a:ln>
                <a:noFill/>
              </a:ln>
              <a:solidFill>
                <a:srgbClr val="DF102C"/>
              </a:solidFill>
              <a:effectLst/>
              <a:uLnTx/>
              <a:uFillTx/>
              <a:latin typeface="Aptos" panose="020B0004020202020204"/>
              <a:ea typeface="+mn-ea"/>
              <a:cs typeface="+mn-cs"/>
            </a:endParaRPr>
          </a:p>
          <a:p>
            <a:pPr marL="171450" lvl="0" indent="-171450">
              <a:buFont typeface="Arial" panose="020B0604020202020204" pitchFamily="34" charset="0"/>
              <a:buChar char="•"/>
              <a:defRPr/>
            </a:pPr>
            <a:r>
              <a:rPr lang="en-GB" sz="1100" noProof="0">
                <a:solidFill>
                  <a:prstClr val="black"/>
                </a:solidFill>
              </a:rPr>
              <a:t>Sample sizes determined by </a:t>
            </a:r>
            <a:r>
              <a:rPr lang="en-GB" sz="1100" b="1" noProof="0">
                <a:solidFill>
                  <a:prstClr val="black"/>
                </a:solidFill>
                <a:highlight>
                  <a:srgbClr val="FFC000"/>
                </a:highlight>
              </a:rPr>
              <a:t>convenience</a:t>
            </a:r>
            <a:r>
              <a:rPr lang="en-GB" sz="1100" noProof="0">
                <a:solidFill>
                  <a:prstClr val="black"/>
                </a:solidFill>
              </a:rPr>
              <a:t>, due to operational, economic, or ethical constraints.</a:t>
            </a:r>
          </a:p>
          <a:p>
            <a:pPr marL="171450" lvl="0" indent="-171450">
              <a:buFont typeface="Arial" panose="020B0604020202020204" pitchFamily="34" charset="0"/>
              <a:buChar char="•"/>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a:p>
            <a:pPr marL="171450" lvl="0" indent="-171450">
              <a:buFont typeface="Arial" panose="020B0604020202020204" pitchFamily="34" charset="0"/>
              <a:buChar char="•"/>
              <a:defRPr/>
            </a:pPr>
            <a:r>
              <a:rPr lang="en-GB" sz="1100" noProof="0">
                <a:solidFill>
                  <a:prstClr val="black"/>
                </a:solidFill>
              </a:rPr>
              <a:t>The survey design (or experimental design) </a:t>
            </a:r>
            <a:r>
              <a:rPr lang="en-GB" sz="1100" b="1" noProof="0">
                <a:solidFill>
                  <a:prstClr val="black"/>
                </a:solidFill>
                <a:highlight>
                  <a:srgbClr val="FFC000"/>
                </a:highlight>
              </a:rPr>
              <a:t>must adapt to these limiting factors</a:t>
            </a:r>
            <a:r>
              <a:rPr lang="en-GB" sz="1100" noProof="0">
                <a:solidFill>
                  <a:prstClr val="black"/>
                </a:solidFill>
              </a:rPr>
              <a:t>, to the operational aspects of selecting the sample, and to the identification of the population. </a:t>
            </a:r>
          </a:p>
          <a:p>
            <a:pPr marL="171450" lvl="0" indent="-171450">
              <a:buFont typeface="Arial" panose="020B0604020202020204" pitchFamily="34" charset="0"/>
              <a:buChar char="•"/>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a:p>
            <a:pPr marL="171450" lvl="0" indent="-171450">
              <a:buFont typeface="Arial" panose="020B0604020202020204" pitchFamily="34" charset="0"/>
              <a:buChar char="•"/>
              <a:defRPr/>
            </a:pPr>
            <a:r>
              <a:rPr lang="en-GB" sz="1100" noProof="0">
                <a:solidFill>
                  <a:prstClr val="black"/>
                </a:solidFill>
              </a:rPr>
              <a:t>More complex survey or experimental designs </a:t>
            </a:r>
            <a:r>
              <a:rPr lang="en-GB" sz="1100" b="1" noProof="0">
                <a:solidFill>
                  <a:prstClr val="black"/>
                </a:solidFill>
                <a:highlight>
                  <a:srgbClr val="FFC000"/>
                </a:highlight>
              </a:rPr>
              <a:t>require larger sample sizes</a:t>
            </a:r>
            <a:r>
              <a:rPr lang="en-GB" sz="1100" noProof="0">
                <a:solidFill>
                  <a:prstClr val="black"/>
                </a:solidFill>
              </a:rPr>
              <a:t>. </a:t>
            </a: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cxnSp>
        <p:nvCxnSpPr>
          <p:cNvPr id="15" name="Straight Connector 14">
            <a:extLst>
              <a:ext uri="{FF2B5EF4-FFF2-40B4-BE49-F238E27FC236}">
                <a16:creationId xmlns:a16="http://schemas.microsoft.com/office/drawing/2014/main" id="{78178072-C30A-98EB-FF56-67713124F5CF}"/>
              </a:ext>
            </a:extLst>
          </p:cNvPr>
          <p:cNvCxnSpPr>
            <a:cxnSpLocks/>
          </p:cNvCxnSpPr>
          <p:nvPr/>
        </p:nvCxnSpPr>
        <p:spPr>
          <a:xfrm>
            <a:off x="4757737" y="1677599"/>
            <a:ext cx="0" cy="4347407"/>
          </a:xfrm>
          <a:prstGeom prst="line">
            <a:avLst/>
          </a:prstGeom>
          <a:ln>
            <a:solidFill>
              <a:schemeClr val="bg1">
                <a:lumMod val="95000"/>
              </a:schemeClr>
            </a:solidFill>
          </a:ln>
        </p:spPr>
        <p:style>
          <a:lnRef idx="1">
            <a:schemeClr val="dk1"/>
          </a:lnRef>
          <a:fillRef idx="0">
            <a:schemeClr val="dk1"/>
          </a:fillRef>
          <a:effectRef idx="0">
            <a:schemeClr val="dk1"/>
          </a:effectRef>
          <a:fontRef idx="minor">
            <a:schemeClr val="tx1"/>
          </a:fontRef>
        </p:style>
      </p:cxnSp>
      <p:sp>
        <p:nvSpPr>
          <p:cNvPr id="38" name="Slide Number Placeholder 5">
            <a:extLst>
              <a:ext uri="{FF2B5EF4-FFF2-40B4-BE49-F238E27FC236}">
                <a16:creationId xmlns:a16="http://schemas.microsoft.com/office/drawing/2014/main" id="{4B210588-15D0-E7D1-859D-72602953ECDF}"/>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28</a:t>
            </a:fld>
            <a:endParaRPr lang="en-GB" noProof="0"/>
          </a:p>
        </p:txBody>
      </p:sp>
      <p:sp>
        <p:nvSpPr>
          <p:cNvPr id="39" name="Date Placeholder 3">
            <a:extLst>
              <a:ext uri="{FF2B5EF4-FFF2-40B4-BE49-F238E27FC236}">
                <a16:creationId xmlns:a16="http://schemas.microsoft.com/office/drawing/2014/main" id="{BF66B6D2-02A2-FB14-10FE-E254F7718644}"/>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
        <p:nvSpPr>
          <p:cNvPr id="9" name="TextBox 8">
            <a:extLst>
              <a:ext uri="{FF2B5EF4-FFF2-40B4-BE49-F238E27FC236}">
                <a16:creationId xmlns:a16="http://schemas.microsoft.com/office/drawing/2014/main" id="{026A6A53-EA1F-97A2-0FFD-68EBC60F06F0}"/>
              </a:ext>
            </a:extLst>
          </p:cNvPr>
          <p:cNvSpPr txBox="1"/>
          <p:nvPr/>
        </p:nvSpPr>
        <p:spPr>
          <a:xfrm>
            <a:off x="5378496" y="1683918"/>
            <a:ext cx="6094878" cy="815608"/>
          </a:xfrm>
          <a:prstGeom prst="rect">
            <a:avLst/>
          </a:prstGeom>
          <a:noFill/>
        </p:spPr>
        <p:txBody>
          <a:bodyPr wrap="square">
            <a:spAutoFit/>
          </a:bodyPr>
          <a:lstStyle/>
          <a:p>
            <a:r>
              <a:rPr lang="en-GB" sz="1400" b="1" noProof="0">
                <a:solidFill>
                  <a:srgbClr val="FF0000"/>
                </a:solidFill>
                <a:hlinkClick r:id="rId3">
                  <a:extLst>
                    <a:ext uri="{A12FA001-AC4F-418D-AE19-62706E023703}">
                      <ahyp:hlinkClr xmlns:ahyp="http://schemas.microsoft.com/office/drawing/2018/hyperlinkcolor" val="tx"/>
                    </a:ext>
                  </a:extLst>
                </a:hlinkClick>
              </a:rPr>
              <a:t>Sample-to-item ratio</a:t>
            </a:r>
            <a:endParaRPr lang="en-GB" sz="1400" b="1" noProof="0">
              <a:solidFill>
                <a:srgbClr val="FF0000"/>
              </a:solidFill>
            </a:endParaRPr>
          </a:p>
          <a:p>
            <a:r>
              <a:rPr lang="en-GB" sz="1100" noProof="0"/>
              <a:t>Relationship between sample size and number of items</a:t>
            </a:r>
          </a:p>
          <a:p>
            <a:endParaRPr lang="en-GB" sz="1100" noProof="0"/>
          </a:p>
          <a:p>
            <a:endParaRPr lang="en-GB" sz="1100" noProof="0"/>
          </a:p>
        </p:txBody>
      </p:sp>
      <p:grpSp>
        <p:nvGrpSpPr>
          <p:cNvPr id="10" name="Group 9">
            <a:extLst>
              <a:ext uri="{FF2B5EF4-FFF2-40B4-BE49-F238E27FC236}">
                <a16:creationId xmlns:a16="http://schemas.microsoft.com/office/drawing/2014/main" id="{46EBE740-90D2-496D-226A-9F7481E32465}"/>
              </a:ext>
            </a:extLst>
          </p:cNvPr>
          <p:cNvGrpSpPr/>
          <p:nvPr/>
        </p:nvGrpSpPr>
        <p:grpSpPr>
          <a:xfrm>
            <a:off x="5681667" y="2259086"/>
            <a:ext cx="3956043" cy="430887"/>
            <a:chOff x="6663071" y="4746141"/>
            <a:chExt cx="3956043" cy="430887"/>
          </a:xfrm>
        </p:grpSpPr>
        <p:sp>
          <p:nvSpPr>
            <p:cNvPr id="11" name="TextBox 10">
              <a:extLst>
                <a:ext uri="{FF2B5EF4-FFF2-40B4-BE49-F238E27FC236}">
                  <a16:creationId xmlns:a16="http://schemas.microsoft.com/office/drawing/2014/main" id="{BFE15020-7DD6-D55F-CD3D-D4C3AE0A1B57}"/>
                </a:ext>
              </a:extLst>
            </p:cNvPr>
            <p:cNvSpPr txBox="1"/>
            <p:nvPr/>
          </p:nvSpPr>
          <p:spPr>
            <a:xfrm>
              <a:off x="6819524" y="4746141"/>
              <a:ext cx="3799590" cy="430887"/>
            </a:xfrm>
            <a:prstGeom prst="rect">
              <a:avLst/>
            </a:prstGeom>
            <a:noFill/>
          </p:spPr>
          <p:txBody>
            <a:bodyPr wrap="square">
              <a:spAutoFit/>
            </a:bodyPr>
            <a:lstStyle>
              <a:defPPr>
                <a:defRPr lang="en-US"/>
              </a:defPPr>
              <a:lvl1pPr lvl="0">
                <a:defRPr sz="1100"/>
              </a:lvl1pPr>
            </a:lstStyle>
            <a:p>
              <a:r>
                <a:rPr lang="en-GB" noProof="0">
                  <a:solidFill>
                    <a:schemeClr val="bg1">
                      <a:lumMod val="85000"/>
                    </a:schemeClr>
                  </a:solidFill>
                </a:rPr>
                <a:t>If your questionnaire contains 50 items, a 10:1 ratio suggests a sample of 500 participants. </a:t>
              </a:r>
            </a:p>
          </p:txBody>
        </p:sp>
        <p:sp>
          <p:nvSpPr>
            <p:cNvPr id="12" name="Freeform: Shape 11">
              <a:extLst>
                <a:ext uri="{FF2B5EF4-FFF2-40B4-BE49-F238E27FC236}">
                  <a16:creationId xmlns:a16="http://schemas.microsoft.com/office/drawing/2014/main" id="{6FF8C549-BC02-31E0-53A8-716779E97EDC}"/>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sp>
        <p:nvSpPr>
          <p:cNvPr id="13" name="Título 1">
            <a:extLst>
              <a:ext uri="{FF2B5EF4-FFF2-40B4-BE49-F238E27FC236}">
                <a16:creationId xmlns:a16="http://schemas.microsoft.com/office/drawing/2014/main" id="{766A83DB-21BF-B69C-F9A5-88993C629317}"/>
              </a:ext>
            </a:extLst>
          </p:cNvPr>
          <p:cNvSpPr txBox="1">
            <a:spLocks/>
          </p:cNvSpPr>
          <p:nvPr/>
        </p:nvSpPr>
        <p:spPr>
          <a:xfrm>
            <a:off x="4996993" y="1783732"/>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Black" panose="020B0004020202020204" pitchFamily="34" charset="0"/>
              </a:rPr>
              <a:t>1</a:t>
            </a:r>
            <a:r>
              <a:rPr lang="en-GB" sz="1400" b="1" noProof="0">
                <a:solidFill>
                  <a:srgbClr val="FF0000"/>
                </a:solidFill>
                <a:latin typeface="Aptos Black" panose="020B0004020202020204" pitchFamily="34" charset="0"/>
              </a:rPr>
              <a:t>.</a:t>
            </a:r>
            <a:endParaRPr lang="en-GB" sz="2400" b="1" noProof="0">
              <a:solidFill>
                <a:srgbClr val="FF0000"/>
              </a:solidFill>
              <a:latin typeface="Aptos Black" panose="020B0004020202020204" pitchFamily="34" charset="0"/>
            </a:endParaRPr>
          </a:p>
        </p:txBody>
      </p:sp>
      <p:sp>
        <p:nvSpPr>
          <p:cNvPr id="19" name="TextBox 18">
            <a:extLst>
              <a:ext uri="{FF2B5EF4-FFF2-40B4-BE49-F238E27FC236}">
                <a16:creationId xmlns:a16="http://schemas.microsoft.com/office/drawing/2014/main" id="{FCBBFFC0-7371-683D-3DA7-808EBE19448B}"/>
              </a:ext>
            </a:extLst>
          </p:cNvPr>
          <p:cNvSpPr txBox="1"/>
          <p:nvPr/>
        </p:nvSpPr>
        <p:spPr>
          <a:xfrm>
            <a:off x="5378496" y="2698712"/>
            <a:ext cx="6094878" cy="646331"/>
          </a:xfrm>
          <a:prstGeom prst="rect">
            <a:avLst/>
          </a:prstGeom>
          <a:noFill/>
        </p:spPr>
        <p:txBody>
          <a:bodyPr wrap="square">
            <a:spAutoFit/>
          </a:bodyPr>
          <a:lstStyle/>
          <a:p>
            <a:r>
              <a:rPr lang="en-GB" sz="1400" b="1" noProof="0">
                <a:solidFill>
                  <a:srgbClr val="FF0000"/>
                </a:solidFill>
                <a:hlinkClick r:id="rId3">
                  <a:extLst>
                    <a:ext uri="{A12FA001-AC4F-418D-AE19-62706E023703}">
                      <ahyp:hlinkClr xmlns:ahyp="http://schemas.microsoft.com/office/drawing/2018/hyperlinkcolor" val="tx"/>
                    </a:ext>
                  </a:extLst>
                </a:hlinkClick>
              </a:rPr>
              <a:t>Sample-to-variable ratio</a:t>
            </a:r>
            <a:endParaRPr lang="en-GB" sz="1400" b="1" noProof="0">
              <a:solidFill>
                <a:srgbClr val="FF0000"/>
              </a:solidFill>
            </a:endParaRPr>
          </a:p>
          <a:p>
            <a:r>
              <a:rPr lang="en-GB" sz="1100" noProof="0"/>
              <a:t>Relationship between sample size and number of variables</a:t>
            </a:r>
          </a:p>
          <a:p>
            <a:endParaRPr lang="en-GB" sz="1100" noProof="0"/>
          </a:p>
        </p:txBody>
      </p:sp>
      <p:grpSp>
        <p:nvGrpSpPr>
          <p:cNvPr id="20" name="Group 19">
            <a:extLst>
              <a:ext uri="{FF2B5EF4-FFF2-40B4-BE49-F238E27FC236}">
                <a16:creationId xmlns:a16="http://schemas.microsoft.com/office/drawing/2014/main" id="{BDBDF04B-0E6A-5244-F975-171D8C4B7BAD}"/>
              </a:ext>
            </a:extLst>
          </p:cNvPr>
          <p:cNvGrpSpPr/>
          <p:nvPr/>
        </p:nvGrpSpPr>
        <p:grpSpPr>
          <a:xfrm>
            <a:off x="5681667" y="3273880"/>
            <a:ext cx="3956043" cy="430887"/>
            <a:chOff x="6663071" y="4746141"/>
            <a:chExt cx="3956043" cy="430887"/>
          </a:xfrm>
        </p:grpSpPr>
        <p:sp>
          <p:nvSpPr>
            <p:cNvPr id="21" name="TextBox 20">
              <a:extLst>
                <a:ext uri="{FF2B5EF4-FFF2-40B4-BE49-F238E27FC236}">
                  <a16:creationId xmlns:a16="http://schemas.microsoft.com/office/drawing/2014/main" id="{C0071015-AA9A-5418-6160-8CFDC6F47B28}"/>
                </a:ext>
              </a:extLst>
            </p:cNvPr>
            <p:cNvSpPr txBox="1"/>
            <p:nvPr/>
          </p:nvSpPr>
          <p:spPr>
            <a:xfrm>
              <a:off x="6819524" y="4746141"/>
              <a:ext cx="3799590" cy="430887"/>
            </a:xfrm>
            <a:prstGeom prst="rect">
              <a:avLst/>
            </a:prstGeom>
            <a:noFill/>
          </p:spPr>
          <p:txBody>
            <a:bodyPr wrap="square">
              <a:spAutoFit/>
            </a:bodyPr>
            <a:lstStyle>
              <a:defPPr>
                <a:defRPr lang="en-US"/>
              </a:defPPr>
              <a:lvl1pPr lvl="0">
                <a:defRPr sz="1100"/>
              </a:lvl1pPr>
            </a:lstStyle>
            <a:p>
              <a:r>
                <a:rPr lang="en-GB" noProof="0">
                  <a:solidFill>
                    <a:schemeClr val="bg1">
                      <a:lumMod val="85000"/>
                    </a:schemeClr>
                  </a:solidFill>
                </a:rPr>
                <a:t>If your study includes 5 independent variables, a 20:1 ratio indicates a sample of 100 participants. </a:t>
              </a:r>
            </a:p>
          </p:txBody>
        </p:sp>
        <p:sp>
          <p:nvSpPr>
            <p:cNvPr id="40" name="Freeform: Shape 39">
              <a:extLst>
                <a:ext uri="{FF2B5EF4-FFF2-40B4-BE49-F238E27FC236}">
                  <a16:creationId xmlns:a16="http://schemas.microsoft.com/office/drawing/2014/main" id="{750908B1-0E25-A63B-B6E0-069EB55979C5}"/>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sp>
        <p:nvSpPr>
          <p:cNvPr id="41" name="Título 1">
            <a:extLst>
              <a:ext uri="{FF2B5EF4-FFF2-40B4-BE49-F238E27FC236}">
                <a16:creationId xmlns:a16="http://schemas.microsoft.com/office/drawing/2014/main" id="{EF209B63-7B11-4CB1-B8BC-BEE5E028E617}"/>
              </a:ext>
            </a:extLst>
          </p:cNvPr>
          <p:cNvSpPr txBox="1">
            <a:spLocks/>
          </p:cNvSpPr>
          <p:nvPr/>
        </p:nvSpPr>
        <p:spPr>
          <a:xfrm>
            <a:off x="4996993" y="2784200"/>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Black" panose="020B0004020202020204" pitchFamily="34" charset="0"/>
              </a:rPr>
              <a:t>2</a:t>
            </a:r>
            <a:r>
              <a:rPr lang="en-GB" sz="1400" b="1" noProof="0">
                <a:solidFill>
                  <a:srgbClr val="FF0000"/>
                </a:solidFill>
                <a:latin typeface="Aptos Black" panose="020B0004020202020204" pitchFamily="34" charset="0"/>
              </a:rPr>
              <a:t>.</a:t>
            </a:r>
            <a:endParaRPr lang="en-GB" sz="2400" b="1" noProof="0">
              <a:solidFill>
                <a:srgbClr val="FF0000"/>
              </a:solidFill>
              <a:latin typeface="Aptos Black" panose="020B0004020202020204" pitchFamily="34" charset="0"/>
            </a:endParaRPr>
          </a:p>
        </p:txBody>
      </p:sp>
      <p:sp>
        <p:nvSpPr>
          <p:cNvPr id="42" name="TextBox 41">
            <a:extLst>
              <a:ext uri="{FF2B5EF4-FFF2-40B4-BE49-F238E27FC236}">
                <a16:creationId xmlns:a16="http://schemas.microsoft.com/office/drawing/2014/main" id="{CE836DA2-1980-0CE5-43B2-9D97C673F963}"/>
              </a:ext>
            </a:extLst>
          </p:cNvPr>
          <p:cNvSpPr txBox="1"/>
          <p:nvPr/>
        </p:nvSpPr>
        <p:spPr>
          <a:xfrm>
            <a:off x="5378496" y="3765815"/>
            <a:ext cx="6094878" cy="477054"/>
          </a:xfrm>
          <a:prstGeom prst="rect">
            <a:avLst/>
          </a:prstGeom>
          <a:noFill/>
        </p:spPr>
        <p:txBody>
          <a:bodyPr wrap="square">
            <a:spAutoFit/>
          </a:bodyPr>
          <a:lstStyle/>
          <a:p>
            <a:r>
              <a:rPr lang="en-GB" sz="1400" b="1" noProof="0" err="1">
                <a:solidFill>
                  <a:srgbClr val="FF0000"/>
                </a:solidFill>
                <a:hlinkClick r:id="rId4">
                  <a:extLst>
                    <a:ext uri="{A12FA001-AC4F-418D-AE19-62706E023703}">
                      <ahyp:hlinkClr xmlns:ahyp="http://schemas.microsoft.com/office/drawing/2018/hyperlinkcolor" val="tx"/>
                    </a:ext>
                  </a:extLst>
                </a:hlinkClick>
              </a:rPr>
              <a:t>Krejcie</a:t>
            </a:r>
            <a:r>
              <a:rPr lang="en-GB" sz="1400" b="1" noProof="0">
                <a:solidFill>
                  <a:srgbClr val="FF0000"/>
                </a:solidFill>
                <a:hlinkClick r:id="rId4">
                  <a:extLst>
                    <a:ext uri="{A12FA001-AC4F-418D-AE19-62706E023703}">
                      <ahyp:hlinkClr xmlns:ahyp="http://schemas.microsoft.com/office/drawing/2018/hyperlinkcolor" val="tx"/>
                    </a:ext>
                  </a:extLst>
                </a:hlinkClick>
              </a:rPr>
              <a:t> and Morgan table</a:t>
            </a:r>
            <a:endParaRPr lang="en-GB" sz="1400" b="1" noProof="0">
              <a:solidFill>
                <a:srgbClr val="FF0000"/>
              </a:solidFill>
            </a:endParaRPr>
          </a:p>
          <a:p>
            <a:r>
              <a:rPr lang="en-GB" sz="1100" noProof="0"/>
              <a:t>A table that provides the recommended sample size for different population sizes</a:t>
            </a:r>
          </a:p>
        </p:txBody>
      </p:sp>
      <p:grpSp>
        <p:nvGrpSpPr>
          <p:cNvPr id="43" name="Group 42">
            <a:extLst>
              <a:ext uri="{FF2B5EF4-FFF2-40B4-BE49-F238E27FC236}">
                <a16:creationId xmlns:a16="http://schemas.microsoft.com/office/drawing/2014/main" id="{9EDF2520-AD31-02B6-96CE-3BAC3BB2F30E}"/>
              </a:ext>
            </a:extLst>
          </p:cNvPr>
          <p:cNvGrpSpPr/>
          <p:nvPr/>
        </p:nvGrpSpPr>
        <p:grpSpPr>
          <a:xfrm>
            <a:off x="5681667" y="4340983"/>
            <a:ext cx="3956043" cy="430887"/>
            <a:chOff x="6663071" y="4746141"/>
            <a:chExt cx="3956043" cy="430887"/>
          </a:xfrm>
        </p:grpSpPr>
        <p:sp>
          <p:nvSpPr>
            <p:cNvPr id="44" name="TextBox 43">
              <a:extLst>
                <a:ext uri="{FF2B5EF4-FFF2-40B4-BE49-F238E27FC236}">
                  <a16:creationId xmlns:a16="http://schemas.microsoft.com/office/drawing/2014/main" id="{BB5C1595-0956-9179-0349-14F861D1F130}"/>
                </a:ext>
              </a:extLst>
            </p:cNvPr>
            <p:cNvSpPr txBox="1"/>
            <p:nvPr/>
          </p:nvSpPr>
          <p:spPr>
            <a:xfrm>
              <a:off x="6819524" y="4746141"/>
              <a:ext cx="3799590" cy="430887"/>
            </a:xfrm>
            <a:prstGeom prst="rect">
              <a:avLst/>
            </a:prstGeom>
            <a:noFill/>
          </p:spPr>
          <p:txBody>
            <a:bodyPr wrap="square">
              <a:spAutoFit/>
            </a:bodyPr>
            <a:lstStyle>
              <a:defPPr>
                <a:defRPr lang="en-US"/>
              </a:defPPr>
              <a:lvl1pPr lvl="0">
                <a:defRPr sz="1100"/>
              </a:lvl1pPr>
            </a:lstStyle>
            <a:p>
              <a:r>
                <a:rPr lang="en-GB" noProof="0">
                  <a:solidFill>
                    <a:schemeClr val="bg1">
                      <a:lumMod val="85000"/>
                    </a:schemeClr>
                  </a:solidFill>
                </a:rPr>
                <a:t>For a population of 1,000, the table suggests a sample size of 278 participants. </a:t>
              </a:r>
            </a:p>
          </p:txBody>
        </p:sp>
        <p:sp>
          <p:nvSpPr>
            <p:cNvPr id="45" name="Freeform: Shape 44">
              <a:extLst>
                <a:ext uri="{FF2B5EF4-FFF2-40B4-BE49-F238E27FC236}">
                  <a16:creationId xmlns:a16="http://schemas.microsoft.com/office/drawing/2014/main" id="{7B25468D-2BF2-DADE-F0A2-474E2406F4B8}"/>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sp>
        <p:nvSpPr>
          <p:cNvPr id="46" name="Título 1">
            <a:extLst>
              <a:ext uri="{FF2B5EF4-FFF2-40B4-BE49-F238E27FC236}">
                <a16:creationId xmlns:a16="http://schemas.microsoft.com/office/drawing/2014/main" id="{39575525-0DA4-F560-2D26-BADBDEA90BC7}"/>
              </a:ext>
            </a:extLst>
          </p:cNvPr>
          <p:cNvSpPr txBox="1">
            <a:spLocks/>
          </p:cNvSpPr>
          <p:nvPr/>
        </p:nvSpPr>
        <p:spPr>
          <a:xfrm>
            <a:off x="4996993" y="3851303"/>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Black" panose="020B0004020202020204" pitchFamily="34" charset="0"/>
              </a:rPr>
              <a:t>3</a:t>
            </a:r>
            <a:r>
              <a:rPr lang="en-GB" sz="1400" b="1" noProof="0">
                <a:solidFill>
                  <a:srgbClr val="FF0000"/>
                </a:solidFill>
                <a:latin typeface="Aptos Black" panose="020B0004020202020204" pitchFamily="34" charset="0"/>
              </a:rPr>
              <a:t>.</a:t>
            </a:r>
            <a:endParaRPr lang="en-GB" sz="2400" b="1" noProof="0">
              <a:solidFill>
                <a:srgbClr val="FF0000"/>
              </a:solidFill>
              <a:latin typeface="Aptos Black" panose="020B0004020202020204" pitchFamily="34" charset="0"/>
            </a:endParaRPr>
          </a:p>
        </p:txBody>
      </p:sp>
      <p:sp>
        <p:nvSpPr>
          <p:cNvPr id="47" name="TextBox 46">
            <a:extLst>
              <a:ext uri="{FF2B5EF4-FFF2-40B4-BE49-F238E27FC236}">
                <a16:creationId xmlns:a16="http://schemas.microsoft.com/office/drawing/2014/main" id="{69867BB7-DD29-FEFA-B7AB-AF24AA886ABB}"/>
              </a:ext>
            </a:extLst>
          </p:cNvPr>
          <p:cNvSpPr txBox="1"/>
          <p:nvPr/>
        </p:nvSpPr>
        <p:spPr>
          <a:xfrm>
            <a:off x="5378496" y="4824449"/>
            <a:ext cx="6094878" cy="477054"/>
          </a:xfrm>
          <a:prstGeom prst="rect">
            <a:avLst/>
          </a:prstGeom>
          <a:noFill/>
        </p:spPr>
        <p:txBody>
          <a:bodyPr wrap="square">
            <a:spAutoFit/>
          </a:bodyPr>
          <a:lstStyle/>
          <a:p>
            <a:r>
              <a:rPr lang="en-GB" sz="1400" b="1" noProof="0">
                <a:solidFill>
                  <a:srgbClr val="FF0000"/>
                </a:solidFill>
                <a:hlinkClick r:id="rId3">
                  <a:extLst>
                    <a:ext uri="{A12FA001-AC4F-418D-AE19-62706E023703}">
                      <ahyp:hlinkClr xmlns:ahyp="http://schemas.microsoft.com/office/drawing/2018/hyperlinkcolor" val="tx"/>
                    </a:ext>
                  </a:extLst>
                </a:hlinkClick>
              </a:rPr>
              <a:t>Roscoe, Green y Kline</a:t>
            </a:r>
            <a:r>
              <a:rPr lang="en-GB" sz="1400" b="1" noProof="0">
                <a:solidFill>
                  <a:srgbClr val="FF0000"/>
                </a:solidFill>
              </a:rPr>
              <a:t> guides</a:t>
            </a:r>
          </a:p>
          <a:p>
            <a:r>
              <a:rPr lang="en-GB" sz="1100" noProof="0"/>
              <a:t>Expert recommendations for determining adequate sample sizes in research.</a:t>
            </a:r>
          </a:p>
        </p:txBody>
      </p:sp>
      <p:grpSp>
        <p:nvGrpSpPr>
          <p:cNvPr id="48" name="Group 47">
            <a:extLst>
              <a:ext uri="{FF2B5EF4-FFF2-40B4-BE49-F238E27FC236}">
                <a16:creationId xmlns:a16="http://schemas.microsoft.com/office/drawing/2014/main" id="{48FD752C-5AE7-1948-B520-A571D75FA575}"/>
              </a:ext>
            </a:extLst>
          </p:cNvPr>
          <p:cNvGrpSpPr/>
          <p:nvPr/>
        </p:nvGrpSpPr>
        <p:grpSpPr>
          <a:xfrm>
            <a:off x="5681667" y="5399617"/>
            <a:ext cx="3956043" cy="430887"/>
            <a:chOff x="6663071" y="4746141"/>
            <a:chExt cx="3956043" cy="430887"/>
          </a:xfrm>
        </p:grpSpPr>
        <p:sp>
          <p:nvSpPr>
            <p:cNvPr id="49" name="TextBox 48">
              <a:extLst>
                <a:ext uri="{FF2B5EF4-FFF2-40B4-BE49-F238E27FC236}">
                  <a16:creationId xmlns:a16="http://schemas.microsoft.com/office/drawing/2014/main" id="{F56AFACF-5673-58DF-3FD5-CC7D1DDB8447}"/>
                </a:ext>
              </a:extLst>
            </p:cNvPr>
            <p:cNvSpPr txBox="1"/>
            <p:nvPr/>
          </p:nvSpPr>
          <p:spPr>
            <a:xfrm>
              <a:off x="6819524" y="4746141"/>
              <a:ext cx="3799590" cy="430887"/>
            </a:xfrm>
            <a:prstGeom prst="rect">
              <a:avLst/>
            </a:prstGeom>
            <a:noFill/>
          </p:spPr>
          <p:txBody>
            <a:bodyPr wrap="square">
              <a:spAutoFit/>
            </a:bodyPr>
            <a:lstStyle>
              <a:defPPr>
                <a:defRPr lang="en-US"/>
              </a:defPPr>
              <a:lvl1pPr lvl="0">
                <a:defRPr sz="1100"/>
              </a:lvl1pPr>
            </a:lstStyle>
            <a:p>
              <a:r>
                <a:rPr lang="en-GB" noProof="0">
                  <a:solidFill>
                    <a:schemeClr val="bg1">
                      <a:lumMod val="85000"/>
                    </a:schemeClr>
                  </a:solidFill>
                </a:rPr>
                <a:t>Roscoe suggests a minimum of 30 participants per group in experimental studies.</a:t>
              </a:r>
            </a:p>
          </p:txBody>
        </p:sp>
        <p:sp>
          <p:nvSpPr>
            <p:cNvPr id="50" name="Freeform: Shape 49">
              <a:extLst>
                <a:ext uri="{FF2B5EF4-FFF2-40B4-BE49-F238E27FC236}">
                  <a16:creationId xmlns:a16="http://schemas.microsoft.com/office/drawing/2014/main" id="{55B8CDC3-9232-399B-5979-5D25D496401A}"/>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sp>
        <p:nvSpPr>
          <p:cNvPr id="51" name="Título 1">
            <a:extLst>
              <a:ext uri="{FF2B5EF4-FFF2-40B4-BE49-F238E27FC236}">
                <a16:creationId xmlns:a16="http://schemas.microsoft.com/office/drawing/2014/main" id="{100903AC-0E22-B009-1C24-B18422206FE4}"/>
              </a:ext>
            </a:extLst>
          </p:cNvPr>
          <p:cNvSpPr txBox="1">
            <a:spLocks/>
          </p:cNvSpPr>
          <p:nvPr/>
        </p:nvSpPr>
        <p:spPr>
          <a:xfrm>
            <a:off x="4996993" y="4909937"/>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Black" panose="020B0004020202020204" pitchFamily="34" charset="0"/>
              </a:rPr>
              <a:t>4</a:t>
            </a:r>
            <a:r>
              <a:rPr lang="en-GB" sz="1400" b="1" noProof="0">
                <a:solidFill>
                  <a:srgbClr val="FF0000"/>
                </a:solidFill>
                <a:latin typeface="Aptos Black" panose="020B0004020202020204" pitchFamily="34" charset="0"/>
              </a:rPr>
              <a:t>.</a:t>
            </a:r>
            <a:endParaRPr lang="en-GB" sz="2400" b="1" noProof="0">
              <a:solidFill>
                <a:srgbClr val="FF0000"/>
              </a:solidFill>
              <a:latin typeface="Aptos Black" panose="020B0004020202020204" pitchFamily="34" charset="0"/>
            </a:endParaRPr>
          </a:p>
        </p:txBody>
      </p:sp>
    </p:spTree>
    <p:extLst>
      <p:ext uri="{BB962C8B-B14F-4D97-AF65-F5344CB8AC3E}">
        <p14:creationId xmlns:p14="http://schemas.microsoft.com/office/powerpoint/2010/main" val="6798229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par>
                                <p:cTn id="19" presetID="10"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gtEl>
                                        <p:attrNameLst>
                                          <p:attrName>style.visibility</p:attrName>
                                        </p:attrNameLst>
                                      </p:cBhvr>
                                      <p:to>
                                        <p:strVal val="visible"/>
                                      </p:to>
                                    </p:set>
                                    <p:animEffect transition="in" filter="fade">
                                      <p:cBhvr>
                                        <p:cTn id="24" dur="500"/>
                                        <p:tgtEl>
                                          <p:spTgt spid="4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fade">
                                      <p:cBhvr>
                                        <p:cTn id="29" dur="500"/>
                                        <p:tgtEl>
                                          <p:spTgt spid="42"/>
                                        </p:tgtEl>
                                      </p:cBhvr>
                                    </p:animEffect>
                                  </p:childTnLst>
                                </p:cTn>
                              </p:par>
                              <p:par>
                                <p:cTn id="30" presetID="10" presetClass="entr" presetSubtype="0" fill="hold"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500"/>
                                        <p:tgtEl>
                                          <p:spTgt spid="4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500"/>
                                        <p:tgtEl>
                                          <p:spTgt spid="4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7"/>
                                        </p:tgtEl>
                                        <p:attrNameLst>
                                          <p:attrName>style.visibility</p:attrName>
                                        </p:attrNameLst>
                                      </p:cBhvr>
                                      <p:to>
                                        <p:strVal val="visible"/>
                                      </p:to>
                                    </p:set>
                                    <p:animEffect transition="in" filter="fade">
                                      <p:cBhvr>
                                        <p:cTn id="40" dur="500"/>
                                        <p:tgtEl>
                                          <p:spTgt spid="47"/>
                                        </p:tgtEl>
                                      </p:cBhvr>
                                    </p:animEffect>
                                  </p:childTnLst>
                                </p:cTn>
                              </p:par>
                              <p:par>
                                <p:cTn id="41" presetID="10" presetClass="entr" presetSubtype="0" fill="hold" nodeType="withEffect">
                                  <p:stCondLst>
                                    <p:cond delay="0"/>
                                  </p:stCondLst>
                                  <p:childTnLst>
                                    <p:set>
                                      <p:cBhvr>
                                        <p:cTn id="42" dur="1" fill="hold">
                                          <p:stCondLst>
                                            <p:cond delay="0"/>
                                          </p:stCondLst>
                                        </p:cTn>
                                        <p:tgtEl>
                                          <p:spTgt spid="48"/>
                                        </p:tgtEl>
                                        <p:attrNameLst>
                                          <p:attrName>style.visibility</p:attrName>
                                        </p:attrNameLst>
                                      </p:cBhvr>
                                      <p:to>
                                        <p:strVal val="visible"/>
                                      </p:to>
                                    </p:set>
                                    <p:animEffect transition="in" filter="fade">
                                      <p:cBhvr>
                                        <p:cTn id="43" dur="500"/>
                                        <p:tgtEl>
                                          <p:spTgt spid="4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1"/>
                                        </p:tgtEl>
                                        <p:attrNameLst>
                                          <p:attrName>style.visibility</p:attrName>
                                        </p:attrNameLst>
                                      </p:cBhvr>
                                      <p:to>
                                        <p:strVal val="visible"/>
                                      </p:to>
                                    </p:set>
                                    <p:animEffect transition="in" filter="fade">
                                      <p:cBhvr>
                                        <p:cTn id="46"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9" grpId="0"/>
      <p:bldP spid="41" grpId="0"/>
      <p:bldP spid="42" grpId="0"/>
      <p:bldP spid="46" grpId="0"/>
      <p:bldP spid="47" grpId="0"/>
      <p:bldP spid="5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4E5B2-6385-F3B9-F80E-CECFF125B1A0}"/>
            </a:ext>
          </a:extLst>
        </p:cNvPr>
        <p:cNvGrpSpPr/>
        <p:nvPr/>
      </p:nvGrpSpPr>
      <p:grpSpPr>
        <a:xfrm>
          <a:off x="0" y="0"/>
          <a:ext cx="0" cy="0"/>
          <a:chOff x="0" y="0"/>
          <a:chExt cx="0" cy="0"/>
        </a:xfrm>
      </p:grpSpPr>
      <p:sp>
        <p:nvSpPr>
          <p:cNvPr id="117" name="TextBox 116">
            <a:extLst>
              <a:ext uri="{FF2B5EF4-FFF2-40B4-BE49-F238E27FC236}">
                <a16:creationId xmlns:a16="http://schemas.microsoft.com/office/drawing/2014/main" id="{3447AB49-7D56-D519-6A0D-8D47B8EAD619}"/>
              </a:ext>
            </a:extLst>
          </p:cNvPr>
          <p:cNvSpPr txBox="1"/>
          <p:nvPr/>
        </p:nvSpPr>
        <p:spPr>
          <a:xfrm>
            <a:off x="962444" y="1083422"/>
            <a:ext cx="3795293" cy="303096"/>
          </a:xfrm>
          <a:prstGeom prst="rect">
            <a:avLst/>
          </a:prstGeom>
          <a:noFill/>
        </p:spPr>
        <p:txBody>
          <a:bodyPr wrap="square">
            <a:spAutoFit/>
          </a:bodyPr>
          <a:lstStyle/>
          <a:p>
            <a:pPr>
              <a:lnSpc>
                <a:spcPts val="1600"/>
              </a:lnSpc>
            </a:pPr>
            <a:r>
              <a:rPr lang="en-GB" sz="1600" b="1" noProof="0"/>
              <a:t>Determination of Sample Size: </a:t>
            </a:r>
            <a:r>
              <a:rPr lang="en-GB" sz="1600" b="1" noProof="0">
                <a:solidFill>
                  <a:srgbClr val="FF0000"/>
                </a:solidFill>
              </a:rPr>
              <a:t>Power</a:t>
            </a:r>
          </a:p>
        </p:txBody>
      </p:sp>
      <p:sp>
        <p:nvSpPr>
          <p:cNvPr id="122" name="Título 1">
            <a:extLst>
              <a:ext uri="{FF2B5EF4-FFF2-40B4-BE49-F238E27FC236}">
                <a16:creationId xmlns:a16="http://schemas.microsoft.com/office/drawing/2014/main" id="{64D609E5-A969-8E86-AEE8-3D19B53A8B74}"/>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noProof="0">
                <a:solidFill>
                  <a:srgbClr val="FF0000"/>
                </a:solidFill>
                <a:latin typeface="Aptos SemiBold" panose="020F0502020204030204" pitchFamily="34" charset="0"/>
              </a:rPr>
              <a:t>Quantitative designs</a:t>
            </a:r>
          </a:p>
        </p:txBody>
      </p:sp>
      <p:sp>
        <p:nvSpPr>
          <p:cNvPr id="3" name="TextBox 2">
            <a:extLst>
              <a:ext uri="{FF2B5EF4-FFF2-40B4-BE49-F238E27FC236}">
                <a16:creationId xmlns:a16="http://schemas.microsoft.com/office/drawing/2014/main" id="{66CA05E2-A859-2D3D-97EE-02A4A9D0742B}"/>
              </a:ext>
            </a:extLst>
          </p:cNvPr>
          <p:cNvSpPr txBox="1"/>
          <p:nvPr/>
        </p:nvSpPr>
        <p:spPr>
          <a:xfrm>
            <a:off x="2861519" y="2666415"/>
            <a:ext cx="3792436" cy="1261884"/>
          </a:xfrm>
          <a:prstGeom prst="rect">
            <a:avLst/>
          </a:prstGeom>
          <a:noFill/>
        </p:spPr>
        <p:txBody>
          <a:bodyPr wrap="square">
            <a:spAutoFit/>
          </a:bodyPr>
          <a:lstStyle/>
          <a:p>
            <a:r>
              <a:rPr lang="en-GB" sz="1200" noProof="0">
                <a:solidFill>
                  <a:prstClr val="black"/>
                </a:solidFill>
              </a:rPr>
              <a:t>Sample‑size calculations (based on power) </a:t>
            </a:r>
            <a:r>
              <a:rPr lang="en-GB" sz="1200" b="1" noProof="0">
                <a:solidFill>
                  <a:prstClr val="black"/>
                </a:solidFill>
                <a:highlight>
                  <a:srgbClr val="FFC000"/>
                </a:highlight>
              </a:rPr>
              <a:t>depend on the specific hypothesis test</a:t>
            </a:r>
            <a:r>
              <a:rPr lang="en-GB" sz="1200" noProof="0">
                <a:solidFill>
                  <a:prstClr val="black"/>
                </a:solidFill>
              </a:rPr>
              <a:t> that will be used in the research:</a:t>
            </a:r>
          </a:p>
          <a:p>
            <a:br>
              <a:rPr lang="en-GB" sz="1200" noProof="0">
                <a:solidFill>
                  <a:prstClr val="black"/>
                </a:solidFill>
              </a:rPr>
            </a:br>
            <a:r>
              <a:rPr lang="en-GB" sz="1600" b="1" noProof="0">
                <a:solidFill>
                  <a:srgbClr val="FF0000"/>
                </a:solidFill>
              </a:rPr>
              <a:t>Example 👀</a:t>
            </a:r>
          </a:p>
          <a:p>
            <a:endParaRPr lang="en-GB" sz="1200" noProof="0">
              <a:solidFill>
                <a:prstClr val="black"/>
              </a:solidFill>
            </a:endParaRPr>
          </a:p>
        </p:txBody>
      </p:sp>
      <p:grpSp>
        <p:nvGrpSpPr>
          <p:cNvPr id="6" name="Group 5">
            <a:extLst>
              <a:ext uri="{FF2B5EF4-FFF2-40B4-BE49-F238E27FC236}">
                <a16:creationId xmlns:a16="http://schemas.microsoft.com/office/drawing/2014/main" id="{4501AB16-CCD0-8D60-8267-0C7958935C62}"/>
              </a:ext>
            </a:extLst>
          </p:cNvPr>
          <p:cNvGrpSpPr/>
          <p:nvPr/>
        </p:nvGrpSpPr>
        <p:grpSpPr>
          <a:xfrm>
            <a:off x="3112565" y="3773106"/>
            <a:ext cx="3956043" cy="261610"/>
            <a:chOff x="6663071" y="4746141"/>
            <a:chExt cx="3956043" cy="261610"/>
          </a:xfrm>
        </p:grpSpPr>
        <p:sp>
          <p:nvSpPr>
            <p:cNvPr id="9" name="TextBox 8">
              <a:extLst>
                <a:ext uri="{FF2B5EF4-FFF2-40B4-BE49-F238E27FC236}">
                  <a16:creationId xmlns:a16="http://schemas.microsoft.com/office/drawing/2014/main" id="{30675BB0-EDEA-6763-BDCB-32D94AF14CF5}"/>
                </a:ext>
              </a:extLst>
            </p:cNvPr>
            <p:cNvSpPr txBox="1"/>
            <p:nvPr/>
          </p:nvSpPr>
          <p:spPr>
            <a:xfrm>
              <a:off x="6819524" y="4746141"/>
              <a:ext cx="3799590" cy="261610"/>
            </a:xfrm>
            <a:prstGeom prst="rect">
              <a:avLst/>
            </a:prstGeom>
            <a:noFill/>
          </p:spPr>
          <p:txBody>
            <a:bodyPr wrap="square">
              <a:spAutoFit/>
            </a:bodyPr>
            <a:lstStyle>
              <a:defPPr>
                <a:defRPr lang="en-US"/>
              </a:defPPr>
              <a:lvl1pPr lvl="0">
                <a:defRPr sz="1100"/>
              </a:lvl1pPr>
            </a:lstStyle>
            <a:p>
              <a:r>
                <a:rPr lang="en-GB" noProof="0"/>
                <a:t>Between‑subjects design</a:t>
              </a:r>
            </a:p>
          </p:txBody>
        </p:sp>
        <p:sp>
          <p:nvSpPr>
            <p:cNvPr id="10" name="Freeform: Shape 9">
              <a:extLst>
                <a:ext uri="{FF2B5EF4-FFF2-40B4-BE49-F238E27FC236}">
                  <a16:creationId xmlns:a16="http://schemas.microsoft.com/office/drawing/2014/main" id="{005D5723-7F7D-D032-0486-F63B9796EA6E}"/>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grpSp>
        <p:nvGrpSpPr>
          <p:cNvPr id="13" name="Group 12">
            <a:extLst>
              <a:ext uri="{FF2B5EF4-FFF2-40B4-BE49-F238E27FC236}">
                <a16:creationId xmlns:a16="http://schemas.microsoft.com/office/drawing/2014/main" id="{BCF042F9-4CCE-EF44-2663-98181A11E016}"/>
              </a:ext>
            </a:extLst>
          </p:cNvPr>
          <p:cNvGrpSpPr/>
          <p:nvPr/>
        </p:nvGrpSpPr>
        <p:grpSpPr>
          <a:xfrm>
            <a:off x="3112565" y="4017705"/>
            <a:ext cx="3956043" cy="261610"/>
            <a:chOff x="6663071" y="4746141"/>
            <a:chExt cx="3956043" cy="261610"/>
          </a:xfrm>
        </p:grpSpPr>
        <p:sp>
          <p:nvSpPr>
            <p:cNvPr id="19" name="TextBox 18">
              <a:extLst>
                <a:ext uri="{FF2B5EF4-FFF2-40B4-BE49-F238E27FC236}">
                  <a16:creationId xmlns:a16="http://schemas.microsoft.com/office/drawing/2014/main" id="{C3CADEC2-4538-7B7F-9220-F0CEA4820EC9}"/>
                </a:ext>
              </a:extLst>
            </p:cNvPr>
            <p:cNvSpPr txBox="1"/>
            <p:nvPr/>
          </p:nvSpPr>
          <p:spPr>
            <a:xfrm>
              <a:off x="6819524" y="4746141"/>
              <a:ext cx="3799590" cy="261610"/>
            </a:xfrm>
            <a:prstGeom prst="rect">
              <a:avLst/>
            </a:prstGeom>
            <a:noFill/>
          </p:spPr>
          <p:txBody>
            <a:bodyPr wrap="square">
              <a:spAutoFit/>
            </a:bodyPr>
            <a:lstStyle>
              <a:defPPr>
                <a:defRPr lang="en-US"/>
              </a:defPPr>
              <a:lvl1pPr lvl="0">
                <a:defRPr sz="1100"/>
              </a:lvl1pPr>
            </a:lstStyle>
            <a:p>
              <a:r>
                <a:rPr lang="en-GB" noProof="0"/>
                <a:t>Null hypothesis of no treatment effect</a:t>
              </a:r>
            </a:p>
          </p:txBody>
        </p:sp>
        <p:sp>
          <p:nvSpPr>
            <p:cNvPr id="20" name="Freeform: Shape 19">
              <a:extLst>
                <a:ext uri="{FF2B5EF4-FFF2-40B4-BE49-F238E27FC236}">
                  <a16:creationId xmlns:a16="http://schemas.microsoft.com/office/drawing/2014/main" id="{68BBDF31-4F50-7A3F-D209-04534F91CC09}"/>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grpSp>
        <p:nvGrpSpPr>
          <p:cNvPr id="21" name="Group 20">
            <a:extLst>
              <a:ext uri="{FF2B5EF4-FFF2-40B4-BE49-F238E27FC236}">
                <a16:creationId xmlns:a16="http://schemas.microsoft.com/office/drawing/2014/main" id="{3491DD7F-37BE-D879-F89A-B6901303534D}"/>
              </a:ext>
            </a:extLst>
          </p:cNvPr>
          <p:cNvGrpSpPr/>
          <p:nvPr/>
        </p:nvGrpSpPr>
        <p:grpSpPr>
          <a:xfrm>
            <a:off x="3112565" y="4279315"/>
            <a:ext cx="3956043" cy="261610"/>
            <a:chOff x="6663071" y="4746141"/>
            <a:chExt cx="3956043" cy="261610"/>
          </a:xfrm>
        </p:grpSpPr>
        <p:sp>
          <p:nvSpPr>
            <p:cNvPr id="38" name="TextBox 37">
              <a:extLst>
                <a:ext uri="{FF2B5EF4-FFF2-40B4-BE49-F238E27FC236}">
                  <a16:creationId xmlns:a16="http://schemas.microsoft.com/office/drawing/2014/main" id="{7C049007-B577-9644-2C73-8D8A4BD69716}"/>
                </a:ext>
              </a:extLst>
            </p:cNvPr>
            <p:cNvSpPr txBox="1"/>
            <p:nvPr/>
          </p:nvSpPr>
          <p:spPr>
            <a:xfrm>
              <a:off x="6819524" y="4746141"/>
              <a:ext cx="3799590" cy="261610"/>
            </a:xfrm>
            <a:prstGeom prst="rect">
              <a:avLst/>
            </a:prstGeom>
            <a:noFill/>
          </p:spPr>
          <p:txBody>
            <a:bodyPr wrap="square">
              <a:spAutoFit/>
            </a:bodyPr>
            <a:lstStyle>
              <a:defPPr>
                <a:defRPr lang="en-US"/>
              </a:defPPr>
              <a:lvl1pPr lvl="0">
                <a:defRPr sz="1100"/>
              </a:lvl1pPr>
            </a:lstStyle>
            <a:p>
              <a:r>
                <a:rPr lang="en-GB" noProof="0"/>
                <a:t>Analysis via linear regression or a t‑test</a:t>
              </a:r>
            </a:p>
          </p:txBody>
        </p:sp>
        <p:sp>
          <p:nvSpPr>
            <p:cNvPr id="39" name="Freeform: Shape 38">
              <a:extLst>
                <a:ext uri="{FF2B5EF4-FFF2-40B4-BE49-F238E27FC236}">
                  <a16:creationId xmlns:a16="http://schemas.microsoft.com/office/drawing/2014/main" id="{DE626603-4D14-8C2B-6794-D96919379B12}"/>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grpSp>
        <p:nvGrpSpPr>
          <p:cNvPr id="40" name="Group 39">
            <a:extLst>
              <a:ext uri="{FF2B5EF4-FFF2-40B4-BE49-F238E27FC236}">
                <a16:creationId xmlns:a16="http://schemas.microsoft.com/office/drawing/2014/main" id="{DD6F0B27-32B6-382E-2801-4738F166ED28}"/>
              </a:ext>
            </a:extLst>
          </p:cNvPr>
          <p:cNvGrpSpPr/>
          <p:nvPr/>
        </p:nvGrpSpPr>
        <p:grpSpPr>
          <a:xfrm>
            <a:off x="3112565" y="4523914"/>
            <a:ext cx="3956043" cy="261610"/>
            <a:chOff x="6663071" y="4746141"/>
            <a:chExt cx="3956043" cy="261610"/>
          </a:xfrm>
        </p:grpSpPr>
        <p:sp>
          <p:nvSpPr>
            <p:cNvPr id="41" name="TextBox 40">
              <a:extLst>
                <a:ext uri="{FF2B5EF4-FFF2-40B4-BE49-F238E27FC236}">
                  <a16:creationId xmlns:a16="http://schemas.microsoft.com/office/drawing/2014/main" id="{8BF0C61F-E711-D216-650B-A37A4BDC4094}"/>
                </a:ext>
              </a:extLst>
            </p:cNvPr>
            <p:cNvSpPr txBox="1"/>
            <p:nvPr/>
          </p:nvSpPr>
          <p:spPr>
            <a:xfrm>
              <a:off x="6819524" y="4746141"/>
              <a:ext cx="3799590" cy="261610"/>
            </a:xfrm>
            <a:prstGeom prst="rect">
              <a:avLst/>
            </a:prstGeom>
            <a:noFill/>
          </p:spPr>
          <p:txBody>
            <a:bodyPr wrap="square">
              <a:spAutoFit/>
            </a:bodyPr>
            <a:lstStyle>
              <a:defPPr>
                <a:defRPr lang="en-US"/>
              </a:defPPr>
              <a:lvl1pPr lvl="0">
                <a:defRPr sz="1100"/>
              </a:lvl1pPr>
            </a:lstStyle>
            <a:p>
              <a:r>
                <a:rPr lang="en-GB" noProof="0"/>
                <a:t>Continuous outcome variable.</a:t>
              </a:r>
            </a:p>
          </p:txBody>
        </p:sp>
        <p:sp>
          <p:nvSpPr>
            <p:cNvPr id="42" name="Freeform: Shape 41">
              <a:extLst>
                <a:ext uri="{FF2B5EF4-FFF2-40B4-BE49-F238E27FC236}">
                  <a16:creationId xmlns:a16="http://schemas.microsoft.com/office/drawing/2014/main" id="{0B73BAB4-57FD-9E49-6175-DA6D9ED13134}"/>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grpSp>
        <p:nvGrpSpPr>
          <p:cNvPr id="43" name="Group 42">
            <a:extLst>
              <a:ext uri="{FF2B5EF4-FFF2-40B4-BE49-F238E27FC236}">
                <a16:creationId xmlns:a16="http://schemas.microsoft.com/office/drawing/2014/main" id="{65633DB7-C353-4A07-7852-0B01CE999FFF}"/>
              </a:ext>
            </a:extLst>
          </p:cNvPr>
          <p:cNvGrpSpPr>
            <a:grpSpLocks noChangeAspect="1"/>
          </p:cNvGrpSpPr>
          <p:nvPr>
            <p:custDataLst>
              <p:tags r:id="rId1"/>
            </p:custDataLst>
          </p:nvPr>
        </p:nvGrpSpPr>
        <p:grpSpPr>
          <a:xfrm>
            <a:off x="5740027" y="4070720"/>
            <a:ext cx="834871" cy="156017"/>
            <a:chOff x="4292173" y="3819249"/>
            <a:chExt cx="1095606" cy="204742"/>
          </a:xfrm>
          <a:solidFill>
            <a:schemeClr val="tx1"/>
          </a:solidFill>
        </p:grpSpPr>
        <p:sp>
          <p:nvSpPr>
            <p:cNvPr id="44" name="Freeform: Shape 43">
              <a:extLst>
                <a:ext uri="{FF2B5EF4-FFF2-40B4-BE49-F238E27FC236}">
                  <a16:creationId xmlns:a16="http://schemas.microsoft.com/office/drawing/2014/main" id="{855E35C2-4AAC-6F00-E789-BD73CE89158F}"/>
                </a:ext>
              </a:extLst>
            </p:cNvPr>
            <p:cNvSpPr/>
            <p:nvPr>
              <p:custDataLst>
                <p:tags r:id="rId2"/>
              </p:custDataLst>
            </p:nvPr>
          </p:nvSpPr>
          <p:spPr>
            <a:xfrm>
              <a:off x="4292173" y="3819249"/>
              <a:ext cx="154756" cy="155550"/>
            </a:xfrm>
            <a:custGeom>
              <a:avLst/>
              <a:gdLst>
                <a:gd name="connsiteX0" fmla="*/ 131495 w 154756"/>
                <a:gd name="connsiteY0" fmla="*/ 17827 h 155550"/>
                <a:gd name="connsiteX1" fmla="*/ 149396 w 154756"/>
                <a:gd name="connsiteY1" fmla="*/ 7123 h 155550"/>
                <a:gd name="connsiteX2" fmla="*/ 154834 w 154756"/>
                <a:gd name="connsiteY2" fmla="*/ 7123 h 155550"/>
                <a:gd name="connsiteX3" fmla="*/ 154834 w 154756"/>
                <a:gd name="connsiteY3" fmla="*/ 63 h 155550"/>
                <a:gd name="connsiteX4" fmla="*/ 121526 w 154756"/>
                <a:gd name="connsiteY4" fmla="*/ 746 h 155550"/>
                <a:gd name="connsiteX5" fmla="*/ 87991 w 154756"/>
                <a:gd name="connsiteY5" fmla="*/ 63 h 155550"/>
                <a:gd name="connsiteX6" fmla="*/ 87991 w 154756"/>
                <a:gd name="connsiteY6" fmla="*/ 7123 h 155550"/>
                <a:gd name="connsiteX7" fmla="*/ 93429 w 154756"/>
                <a:gd name="connsiteY7" fmla="*/ 7123 h 155550"/>
                <a:gd name="connsiteX8" fmla="*/ 111329 w 154756"/>
                <a:gd name="connsiteY8" fmla="*/ 17827 h 155550"/>
                <a:gd name="connsiteX9" fmla="*/ 111329 w 154756"/>
                <a:gd name="connsiteY9" fmla="*/ 71120 h 155550"/>
                <a:gd name="connsiteX10" fmla="*/ 43581 w 154756"/>
                <a:gd name="connsiteY10" fmla="*/ 71120 h 155550"/>
                <a:gd name="connsiteX11" fmla="*/ 43581 w 154756"/>
                <a:gd name="connsiteY11" fmla="*/ 17827 h 155550"/>
                <a:gd name="connsiteX12" fmla="*/ 61481 w 154756"/>
                <a:gd name="connsiteY12" fmla="*/ 7123 h 155550"/>
                <a:gd name="connsiteX13" fmla="*/ 66919 w 154756"/>
                <a:gd name="connsiteY13" fmla="*/ 7123 h 155550"/>
                <a:gd name="connsiteX14" fmla="*/ 66919 w 154756"/>
                <a:gd name="connsiteY14" fmla="*/ 63 h 155550"/>
                <a:gd name="connsiteX15" fmla="*/ 33611 w 154756"/>
                <a:gd name="connsiteY15" fmla="*/ 746 h 155550"/>
                <a:gd name="connsiteX16" fmla="*/ 77 w 154756"/>
                <a:gd name="connsiteY16" fmla="*/ 63 h 155550"/>
                <a:gd name="connsiteX17" fmla="*/ 77 w 154756"/>
                <a:gd name="connsiteY17" fmla="*/ 7123 h 155550"/>
                <a:gd name="connsiteX18" fmla="*/ 5515 w 154756"/>
                <a:gd name="connsiteY18" fmla="*/ 7123 h 155550"/>
                <a:gd name="connsiteX19" fmla="*/ 23415 w 154756"/>
                <a:gd name="connsiteY19" fmla="*/ 17827 h 155550"/>
                <a:gd name="connsiteX20" fmla="*/ 23415 w 154756"/>
                <a:gd name="connsiteY20" fmla="*/ 137849 h 155550"/>
                <a:gd name="connsiteX21" fmla="*/ 5515 w 154756"/>
                <a:gd name="connsiteY21" fmla="*/ 148553 h 155550"/>
                <a:gd name="connsiteX22" fmla="*/ 77 w 154756"/>
                <a:gd name="connsiteY22" fmla="*/ 148553 h 155550"/>
                <a:gd name="connsiteX23" fmla="*/ 77 w 154756"/>
                <a:gd name="connsiteY23" fmla="*/ 155613 h 155550"/>
                <a:gd name="connsiteX24" fmla="*/ 33385 w 154756"/>
                <a:gd name="connsiteY24" fmla="*/ 154930 h 155550"/>
                <a:gd name="connsiteX25" fmla="*/ 66919 w 154756"/>
                <a:gd name="connsiteY25" fmla="*/ 155613 h 155550"/>
                <a:gd name="connsiteX26" fmla="*/ 66919 w 154756"/>
                <a:gd name="connsiteY26" fmla="*/ 148553 h 155550"/>
                <a:gd name="connsiteX27" fmla="*/ 61481 w 154756"/>
                <a:gd name="connsiteY27" fmla="*/ 148553 h 155550"/>
                <a:gd name="connsiteX28" fmla="*/ 43581 w 154756"/>
                <a:gd name="connsiteY28" fmla="*/ 137849 h 155550"/>
                <a:gd name="connsiteX29" fmla="*/ 43581 w 154756"/>
                <a:gd name="connsiteY29" fmla="*/ 78180 h 155550"/>
                <a:gd name="connsiteX30" fmla="*/ 111329 w 154756"/>
                <a:gd name="connsiteY30" fmla="*/ 78180 h 155550"/>
                <a:gd name="connsiteX31" fmla="*/ 111329 w 154756"/>
                <a:gd name="connsiteY31" fmla="*/ 137849 h 155550"/>
                <a:gd name="connsiteX32" fmla="*/ 93429 w 154756"/>
                <a:gd name="connsiteY32" fmla="*/ 148553 h 155550"/>
                <a:gd name="connsiteX33" fmla="*/ 87991 w 154756"/>
                <a:gd name="connsiteY33" fmla="*/ 148553 h 155550"/>
                <a:gd name="connsiteX34" fmla="*/ 87991 w 154756"/>
                <a:gd name="connsiteY34" fmla="*/ 155613 h 155550"/>
                <a:gd name="connsiteX35" fmla="*/ 121299 w 154756"/>
                <a:gd name="connsiteY35" fmla="*/ 154930 h 155550"/>
                <a:gd name="connsiteX36" fmla="*/ 154834 w 154756"/>
                <a:gd name="connsiteY36" fmla="*/ 155613 h 155550"/>
                <a:gd name="connsiteX37" fmla="*/ 154834 w 154756"/>
                <a:gd name="connsiteY37" fmla="*/ 148553 h 155550"/>
                <a:gd name="connsiteX38" fmla="*/ 149396 w 154756"/>
                <a:gd name="connsiteY38" fmla="*/ 148553 h 155550"/>
                <a:gd name="connsiteX39" fmla="*/ 131495 w 154756"/>
                <a:gd name="connsiteY39" fmla="*/ 137849 h 155550"/>
                <a:gd name="connsiteX40" fmla="*/ 131495 w 154756"/>
                <a:gd name="connsiteY40" fmla="*/ 17827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4756" h="155550">
                  <a:moveTo>
                    <a:pt x="131495" y="17827"/>
                  </a:moveTo>
                  <a:cubicBezTo>
                    <a:pt x="131495" y="9628"/>
                    <a:pt x="131949" y="7123"/>
                    <a:pt x="149396" y="7123"/>
                  </a:cubicBezTo>
                  <a:lnTo>
                    <a:pt x="154834" y="7123"/>
                  </a:lnTo>
                  <a:lnTo>
                    <a:pt x="154834" y="63"/>
                  </a:lnTo>
                  <a:cubicBezTo>
                    <a:pt x="146903" y="746"/>
                    <a:pt x="130136" y="746"/>
                    <a:pt x="121526" y="746"/>
                  </a:cubicBezTo>
                  <a:cubicBezTo>
                    <a:pt x="112916" y="746"/>
                    <a:pt x="95922" y="746"/>
                    <a:pt x="87991" y="63"/>
                  </a:cubicBezTo>
                  <a:lnTo>
                    <a:pt x="87991" y="7123"/>
                  </a:lnTo>
                  <a:lnTo>
                    <a:pt x="93429" y="7123"/>
                  </a:lnTo>
                  <a:cubicBezTo>
                    <a:pt x="110876" y="7123"/>
                    <a:pt x="111329" y="9628"/>
                    <a:pt x="111329" y="17827"/>
                  </a:cubicBezTo>
                  <a:lnTo>
                    <a:pt x="111329" y="71120"/>
                  </a:lnTo>
                  <a:lnTo>
                    <a:pt x="43581" y="71120"/>
                  </a:lnTo>
                  <a:lnTo>
                    <a:pt x="43581" y="17827"/>
                  </a:lnTo>
                  <a:cubicBezTo>
                    <a:pt x="43581" y="9628"/>
                    <a:pt x="44034" y="7123"/>
                    <a:pt x="61481" y="7123"/>
                  </a:cubicBezTo>
                  <a:lnTo>
                    <a:pt x="66919" y="7123"/>
                  </a:lnTo>
                  <a:lnTo>
                    <a:pt x="66919" y="63"/>
                  </a:lnTo>
                  <a:cubicBezTo>
                    <a:pt x="58989" y="746"/>
                    <a:pt x="42221" y="746"/>
                    <a:pt x="33611" y="746"/>
                  </a:cubicBezTo>
                  <a:cubicBezTo>
                    <a:pt x="25001" y="746"/>
                    <a:pt x="8007" y="746"/>
                    <a:pt x="77" y="63"/>
                  </a:cubicBezTo>
                  <a:lnTo>
                    <a:pt x="77" y="7123"/>
                  </a:lnTo>
                  <a:lnTo>
                    <a:pt x="5515" y="7123"/>
                  </a:lnTo>
                  <a:cubicBezTo>
                    <a:pt x="22962" y="7123"/>
                    <a:pt x="23415" y="9628"/>
                    <a:pt x="23415" y="17827"/>
                  </a:cubicBezTo>
                  <a:lnTo>
                    <a:pt x="23415" y="137849"/>
                  </a:lnTo>
                  <a:cubicBezTo>
                    <a:pt x="23415" y="146048"/>
                    <a:pt x="22962" y="148553"/>
                    <a:pt x="5515" y="148553"/>
                  </a:cubicBezTo>
                  <a:lnTo>
                    <a:pt x="77" y="148553"/>
                  </a:lnTo>
                  <a:lnTo>
                    <a:pt x="77" y="155613"/>
                  </a:lnTo>
                  <a:cubicBezTo>
                    <a:pt x="8007" y="154930"/>
                    <a:pt x="24774" y="154930"/>
                    <a:pt x="33385" y="154930"/>
                  </a:cubicBezTo>
                  <a:cubicBezTo>
                    <a:pt x="41995" y="154930"/>
                    <a:pt x="58989" y="154930"/>
                    <a:pt x="66919" y="155613"/>
                  </a:cubicBezTo>
                  <a:lnTo>
                    <a:pt x="66919" y="148553"/>
                  </a:lnTo>
                  <a:lnTo>
                    <a:pt x="61481" y="148553"/>
                  </a:lnTo>
                  <a:cubicBezTo>
                    <a:pt x="44034" y="148553"/>
                    <a:pt x="43581" y="146048"/>
                    <a:pt x="43581" y="137849"/>
                  </a:cubicBezTo>
                  <a:lnTo>
                    <a:pt x="43581" y="78180"/>
                  </a:lnTo>
                  <a:lnTo>
                    <a:pt x="111329" y="78180"/>
                  </a:lnTo>
                  <a:lnTo>
                    <a:pt x="111329" y="137849"/>
                  </a:lnTo>
                  <a:cubicBezTo>
                    <a:pt x="111329" y="146048"/>
                    <a:pt x="110876" y="148553"/>
                    <a:pt x="93429" y="148553"/>
                  </a:cubicBezTo>
                  <a:lnTo>
                    <a:pt x="87991" y="148553"/>
                  </a:lnTo>
                  <a:lnTo>
                    <a:pt x="87991" y="155613"/>
                  </a:lnTo>
                  <a:cubicBezTo>
                    <a:pt x="95922" y="154930"/>
                    <a:pt x="112689" y="154930"/>
                    <a:pt x="121299" y="154930"/>
                  </a:cubicBezTo>
                  <a:cubicBezTo>
                    <a:pt x="129909" y="154930"/>
                    <a:pt x="146903" y="154930"/>
                    <a:pt x="154834" y="155613"/>
                  </a:cubicBezTo>
                  <a:lnTo>
                    <a:pt x="154834" y="148553"/>
                  </a:lnTo>
                  <a:lnTo>
                    <a:pt x="149396" y="148553"/>
                  </a:lnTo>
                  <a:cubicBezTo>
                    <a:pt x="131949" y="148553"/>
                    <a:pt x="131495" y="146048"/>
                    <a:pt x="131495" y="137849"/>
                  </a:cubicBezTo>
                  <a:lnTo>
                    <a:pt x="131495" y="17827"/>
                  </a:lnTo>
                  <a:close/>
                </a:path>
              </a:pathLst>
            </a:custGeom>
            <a:grpFill/>
            <a:ln w="22743" cap="flat">
              <a:noFill/>
              <a:prstDash val="solid"/>
              <a:miter/>
            </a:ln>
          </p:spPr>
          <p:txBody>
            <a:bodyPr rtlCol="0" anchor="ctr"/>
            <a:lstStyle/>
            <a:p>
              <a:endParaRPr lang="en-GB" noProof="0">
                <a:solidFill>
                  <a:schemeClr val="bg1"/>
                </a:solidFill>
              </a:endParaRPr>
            </a:p>
          </p:txBody>
        </p:sp>
        <p:sp>
          <p:nvSpPr>
            <p:cNvPr id="45" name="Freeform: Shape 44">
              <a:extLst>
                <a:ext uri="{FF2B5EF4-FFF2-40B4-BE49-F238E27FC236}">
                  <a16:creationId xmlns:a16="http://schemas.microsoft.com/office/drawing/2014/main" id="{E87B7138-A8FA-4618-7234-129200BFBC27}"/>
                </a:ext>
              </a:extLst>
            </p:cNvPr>
            <p:cNvSpPr/>
            <p:nvPr>
              <p:custDataLst>
                <p:tags r:id="rId3"/>
              </p:custDataLst>
            </p:nvPr>
          </p:nvSpPr>
          <p:spPr>
            <a:xfrm>
              <a:off x="4463471" y="3823120"/>
              <a:ext cx="95391" cy="156689"/>
            </a:xfrm>
            <a:custGeom>
              <a:avLst/>
              <a:gdLst>
                <a:gd name="connsiteX0" fmla="*/ 95476 w 95391"/>
                <a:gd name="connsiteY0" fmla="*/ 78863 h 156689"/>
                <a:gd name="connsiteX1" fmla="*/ 86413 w 95391"/>
                <a:gd name="connsiteY1" fmla="*/ 25570 h 156689"/>
                <a:gd name="connsiteX2" fmla="*/ 47893 w 95391"/>
                <a:gd name="connsiteY2" fmla="*/ 63 h 156689"/>
                <a:gd name="connsiteX3" fmla="*/ 8468 w 95391"/>
                <a:gd name="connsiteY3" fmla="*/ 27165 h 156689"/>
                <a:gd name="connsiteX4" fmla="*/ 84 w 95391"/>
                <a:gd name="connsiteY4" fmla="*/ 78863 h 156689"/>
                <a:gd name="connsiteX5" fmla="*/ 10280 w 95391"/>
                <a:gd name="connsiteY5" fmla="*/ 133750 h 156689"/>
                <a:gd name="connsiteX6" fmla="*/ 47667 w 95391"/>
                <a:gd name="connsiteY6" fmla="*/ 156752 h 156689"/>
                <a:gd name="connsiteX7" fmla="*/ 87092 w 95391"/>
                <a:gd name="connsiteY7" fmla="*/ 130333 h 156689"/>
                <a:gd name="connsiteX8" fmla="*/ 95476 w 95391"/>
                <a:gd name="connsiteY8" fmla="*/ 78863 h 156689"/>
                <a:gd name="connsiteX9" fmla="*/ 47667 w 95391"/>
                <a:gd name="connsiteY9" fmla="*/ 151742 h 156689"/>
                <a:gd name="connsiteX10" fmla="*/ 21383 w 95391"/>
                <a:gd name="connsiteY10" fmla="*/ 124184 h 156689"/>
                <a:gd name="connsiteX11" fmla="*/ 18891 w 95391"/>
                <a:gd name="connsiteY11" fmla="*/ 76130 h 156689"/>
                <a:gd name="connsiteX12" fmla="*/ 20703 w 95391"/>
                <a:gd name="connsiteY12" fmla="*/ 34225 h 156689"/>
                <a:gd name="connsiteX13" fmla="*/ 47667 w 95391"/>
                <a:gd name="connsiteY13" fmla="*/ 5073 h 156689"/>
                <a:gd name="connsiteX14" fmla="*/ 74404 w 95391"/>
                <a:gd name="connsiteY14" fmla="*/ 31719 h 156689"/>
                <a:gd name="connsiteX15" fmla="*/ 76670 w 95391"/>
                <a:gd name="connsiteY15" fmla="*/ 76130 h 156689"/>
                <a:gd name="connsiteX16" fmla="*/ 74177 w 95391"/>
                <a:gd name="connsiteY16" fmla="*/ 123273 h 156689"/>
                <a:gd name="connsiteX17" fmla="*/ 47667 w 95391"/>
                <a:gd name="connsiteY17" fmla="*/ 151742 h 15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391" h="156689">
                  <a:moveTo>
                    <a:pt x="95476" y="78863"/>
                  </a:moveTo>
                  <a:cubicBezTo>
                    <a:pt x="95476" y="60643"/>
                    <a:pt x="94343" y="42424"/>
                    <a:pt x="86413" y="25570"/>
                  </a:cubicBezTo>
                  <a:cubicBezTo>
                    <a:pt x="75990" y="3707"/>
                    <a:pt x="57410" y="63"/>
                    <a:pt x="47893" y="63"/>
                  </a:cubicBezTo>
                  <a:cubicBezTo>
                    <a:pt x="34298" y="63"/>
                    <a:pt x="17758" y="5984"/>
                    <a:pt x="8468" y="27165"/>
                  </a:cubicBezTo>
                  <a:cubicBezTo>
                    <a:pt x="1217" y="42879"/>
                    <a:pt x="84" y="60643"/>
                    <a:pt x="84" y="78863"/>
                  </a:cubicBezTo>
                  <a:cubicBezTo>
                    <a:pt x="84" y="95944"/>
                    <a:pt x="991" y="116441"/>
                    <a:pt x="10280" y="133750"/>
                  </a:cubicBezTo>
                  <a:cubicBezTo>
                    <a:pt x="20024" y="152197"/>
                    <a:pt x="36564" y="156752"/>
                    <a:pt x="47667" y="156752"/>
                  </a:cubicBezTo>
                  <a:cubicBezTo>
                    <a:pt x="59902" y="156752"/>
                    <a:pt x="77123" y="151969"/>
                    <a:pt x="87092" y="130333"/>
                  </a:cubicBezTo>
                  <a:cubicBezTo>
                    <a:pt x="94343" y="114619"/>
                    <a:pt x="95476" y="96855"/>
                    <a:pt x="95476" y="78863"/>
                  </a:cubicBezTo>
                  <a:close/>
                  <a:moveTo>
                    <a:pt x="47667" y="151742"/>
                  </a:moveTo>
                  <a:cubicBezTo>
                    <a:pt x="38830" y="151742"/>
                    <a:pt x="25462" y="146048"/>
                    <a:pt x="21383" y="124184"/>
                  </a:cubicBezTo>
                  <a:cubicBezTo>
                    <a:pt x="18891" y="110520"/>
                    <a:pt x="18891" y="89567"/>
                    <a:pt x="18891" y="76130"/>
                  </a:cubicBezTo>
                  <a:cubicBezTo>
                    <a:pt x="18891" y="61554"/>
                    <a:pt x="18891" y="46523"/>
                    <a:pt x="20703" y="34225"/>
                  </a:cubicBezTo>
                  <a:cubicBezTo>
                    <a:pt x="25008" y="7123"/>
                    <a:pt x="42002" y="5073"/>
                    <a:pt x="47667" y="5073"/>
                  </a:cubicBezTo>
                  <a:cubicBezTo>
                    <a:pt x="55144" y="5073"/>
                    <a:pt x="70099" y="9173"/>
                    <a:pt x="74404" y="31719"/>
                  </a:cubicBezTo>
                  <a:cubicBezTo>
                    <a:pt x="76670" y="44473"/>
                    <a:pt x="76670" y="61782"/>
                    <a:pt x="76670" y="76130"/>
                  </a:cubicBezTo>
                  <a:cubicBezTo>
                    <a:pt x="76670" y="93211"/>
                    <a:pt x="76670" y="108698"/>
                    <a:pt x="74177" y="123273"/>
                  </a:cubicBezTo>
                  <a:cubicBezTo>
                    <a:pt x="70778" y="144909"/>
                    <a:pt x="57863" y="151742"/>
                    <a:pt x="47667" y="151742"/>
                  </a:cubicBezTo>
                  <a:close/>
                </a:path>
              </a:pathLst>
            </a:custGeom>
            <a:grpFill/>
            <a:ln w="22743" cap="flat">
              <a:noFill/>
              <a:prstDash val="solid"/>
              <a:miter/>
            </a:ln>
          </p:spPr>
          <p:txBody>
            <a:bodyPr rtlCol="0" anchor="ctr"/>
            <a:lstStyle/>
            <a:p>
              <a:endParaRPr lang="en-GB" noProof="0">
                <a:solidFill>
                  <a:schemeClr val="bg1"/>
                </a:solidFill>
              </a:endParaRPr>
            </a:p>
          </p:txBody>
        </p:sp>
        <p:sp>
          <p:nvSpPr>
            <p:cNvPr id="46" name="Freeform: Shape 45">
              <a:extLst>
                <a:ext uri="{FF2B5EF4-FFF2-40B4-BE49-F238E27FC236}">
                  <a16:creationId xmlns:a16="http://schemas.microsoft.com/office/drawing/2014/main" id="{96E710F3-1B1A-C7A9-566B-A9589B323420}"/>
                </a:ext>
              </a:extLst>
            </p:cNvPr>
            <p:cNvSpPr/>
            <p:nvPr>
              <p:custDataLst>
                <p:tags r:id="rId4"/>
              </p:custDataLst>
            </p:nvPr>
          </p:nvSpPr>
          <p:spPr>
            <a:xfrm>
              <a:off x="4587413" y="3876640"/>
              <a:ext cx="24017" cy="98158"/>
            </a:xfrm>
            <a:custGeom>
              <a:avLst/>
              <a:gdLst>
                <a:gd name="connsiteX0" fmla="*/ 24107 w 24017"/>
                <a:gd name="connsiteY0" fmla="*/ 12133 h 98158"/>
                <a:gd name="connsiteX1" fmla="*/ 12098 w 24017"/>
                <a:gd name="connsiteY1" fmla="*/ 63 h 98158"/>
                <a:gd name="connsiteX2" fmla="*/ 89 w 24017"/>
                <a:gd name="connsiteY2" fmla="*/ 12133 h 98158"/>
                <a:gd name="connsiteX3" fmla="*/ 12098 w 24017"/>
                <a:gd name="connsiteY3" fmla="*/ 24204 h 98158"/>
                <a:gd name="connsiteX4" fmla="*/ 24107 w 24017"/>
                <a:gd name="connsiteY4" fmla="*/ 12133 h 98158"/>
                <a:gd name="connsiteX5" fmla="*/ 24107 w 24017"/>
                <a:gd name="connsiteY5" fmla="*/ 86151 h 98158"/>
                <a:gd name="connsiteX6" fmla="*/ 12098 w 24017"/>
                <a:gd name="connsiteY6" fmla="*/ 74080 h 98158"/>
                <a:gd name="connsiteX7" fmla="*/ 89 w 24017"/>
                <a:gd name="connsiteY7" fmla="*/ 86151 h 98158"/>
                <a:gd name="connsiteX8" fmla="*/ 12098 w 24017"/>
                <a:gd name="connsiteY8" fmla="*/ 98221 h 98158"/>
                <a:gd name="connsiteX9" fmla="*/ 24107 w 24017"/>
                <a:gd name="connsiteY9" fmla="*/ 86151 h 9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017" h="98158">
                  <a:moveTo>
                    <a:pt x="24107" y="12133"/>
                  </a:moveTo>
                  <a:cubicBezTo>
                    <a:pt x="24107" y="5529"/>
                    <a:pt x="18669" y="63"/>
                    <a:pt x="12098" y="63"/>
                  </a:cubicBezTo>
                  <a:cubicBezTo>
                    <a:pt x="5527" y="63"/>
                    <a:pt x="89" y="5529"/>
                    <a:pt x="89" y="12133"/>
                  </a:cubicBezTo>
                  <a:cubicBezTo>
                    <a:pt x="89" y="18738"/>
                    <a:pt x="5527" y="24204"/>
                    <a:pt x="12098" y="24204"/>
                  </a:cubicBezTo>
                  <a:cubicBezTo>
                    <a:pt x="18669" y="24204"/>
                    <a:pt x="24107" y="18738"/>
                    <a:pt x="24107" y="12133"/>
                  </a:cubicBezTo>
                  <a:close/>
                  <a:moveTo>
                    <a:pt x="24107" y="86151"/>
                  </a:moveTo>
                  <a:cubicBezTo>
                    <a:pt x="24107" y="79546"/>
                    <a:pt x="18669" y="74080"/>
                    <a:pt x="12098" y="74080"/>
                  </a:cubicBezTo>
                  <a:cubicBezTo>
                    <a:pt x="5527" y="74080"/>
                    <a:pt x="89" y="79546"/>
                    <a:pt x="89" y="86151"/>
                  </a:cubicBezTo>
                  <a:cubicBezTo>
                    <a:pt x="89" y="92755"/>
                    <a:pt x="5527" y="98221"/>
                    <a:pt x="12098" y="98221"/>
                  </a:cubicBezTo>
                  <a:cubicBezTo>
                    <a:pt x="18669" y="98221"/>
                    <a:pt x="24107" y="92755"/>
                    <a:pt x="24107" y="86151"/>
                  </a:cubicBezTo>
                  <a:close/>
                </a:path>
              </a:pathLst>
            </a:custGeom>
            <a:grpFill/>
            <a:ln w="22743" cap="flat">
              <a:noFill/>
              <a:prstDash val="solid"/>
              <a:miter/>
            </a:ln>
          </p:spPr>
          <p:txBody>
            <a:bodyPr rtlCol="0" anchor="ctr"/>
            <a:lstStyle/>
            <a:p>
              <a:endParaRPr lang="en-GB" noProof="0">
                <a:solidFill>
                  <a:schemeClr val="bg1"/>
                </a:solidFill>
              </a:endParaRPr>
            </a:p>
          </p:txBody>
        </p:sp>
        <p:sp>
          <p:nvSpPr>
            <p:cNvPr id="47" name="Freeform: Shape 46">
              <a:extLst>
                <a:ext uri="{FF2B5EF4-FFF2-40B4-BE49-F238E27FC236}">
                  <a16:creationId xmlns:a16="http://schemas.microsoft.com/office/drawing/2014/main" id="{766D0991-C2F7-639C-8870-F2F9BBEC71DE}"/>
                </a:ext>
              </a:extLst>
            </p:cNvPr>
            <p:cNvSpPr/>
            <p:nvPr>
              <p:custDataLst>
                <p:tags r:id="rId5"/>
              </p:custDataLst>
            </p:nvPr>
          </p:nvSpPr>
          <p:spPr>
            <a:xfrm>
              <a:off x="4637665" y="3874135"/>
              <a:ext cx="122808" cy="149856"/>
            </a:xfrm>
            <a:custGeom>
              <a:avLst/>
              <a:gdLst>
                <a:gd name="connsiteX0" fmla="*/ 45635 w 122808"/>
                <a:gd name="connsiteY0" fmla="*/ 20788 h 149856"/>
                <a:gd name="connsiteX1" fmla="*/ 49034 w 122808"/>
                <a:gd name="connsiteY1" fmla="*/ 6212 h 149856"/>
                <a:gd name="connsiteX2" fmla="*/ 42463 w 122808"/>
                <a:gd name="connsiteY2" fmla="*/ 63 h 149856"/>
                <a:gd name="connsiteX3" fmla="*/ 33400 w 122808"/>
                <a:gd name="connsiteY3" fmla="*/ 8262 h 149856"/>
                <a:gd name="connsiteX4" fmla="*/ 772 w 122808"/>
                <a:gd name="connsiteY4" fmla="*/ 140127 h 149856"/>
                <a:gd name="connsiteX5" fmla="*/ 92 w 122808"/>
                <a:gd name="connsiteY5" fmla="*/ 143770 h 149856"/>
                <a:gd name="connsiteX6" fmla="*/ 6436 w 122808"/>
                <a:gd name="connsiteY6" fmla="*/ 149920 h 149856"/>
                <a:gd name="connsiteX7" fmla="*/ 14367 w 122808"/>
                <a:gd name="connsiteY7" fmla="*/ 145137 h 149856"/>
                <a:gd name="connsiteX8" fmla="*/ 26829 w 122808"/>
                <a:gd name="connsiteY8" fmla="*/ 96172 h 149856"/>
                <a:gd name="connsiteX9" fmla="*/ 48807 w 122808"/>
                <a:gd name="connsiteY9" fmla="*/ 103232 h 149856"/>
                <a:gd name="connsiteX10" fmla="*/ 78943 w 122808"/>
                <a:gd name="connsiteY10" fmla="*/ 86606 h 149856"/>
                <a:gd name="connsiteX11" fmla="*/ 99336 w 122808"/>
                <a:gd name="connsiteY11" fmla="*/ 103232 h 149856"/>
                <a:gd name="connsiteX12" fmla="*/ 116103 w 122808"/>
                <a:gd name="connsiteY12" fmla="*/ 90706 h 149856"/>
                <a:gd name="connsiteX13" fmla="*/ 122900 w 122808"/>
                <a:gd name="connsiteY13" fmla="*/ 68159 h 149856"/>
                <a:gd name="connsiteX14" fmla="*/ 120181 w 122808"/>
                <a:gd name="connsiteY14" fmla="*/ 65881 h 149856"/>
                <a:gd name="connsiteX15" fmla="*/ 117009 w 122808"/>
                <a:gd name="connsiteY15" fmla="*/ 69981 h 149856"/>
                <a:gd name="connsiteX16" fmla="*/ 99789 w 122808"/>
                <a:gd name="connsiteY16" fmla="*/ 98221 h 149856"/>
                <a:gd name="connsiteX17" fmla="*/ 92991 w 122808"/>
                <a:gd name="connsiteY17" fmla="*/ 87745 h 149856"/>
                <a:gd name="connsiteX18" fmla="*/ 97523 w 122808"/>
                <a:gd name="connsiteY18" fmla="*/ 64059 h 149856"/>
                <a:gd name="connsiteX19" fmla="*/ 103867 w 122808"/>
                <a:gd name="connsiteY19" fmla="*/ 39463 h 149856"/>
                <a:gd name="connsiteX20" fmla="*/ 107719 w 122808"/>
                <a:gd name="connsiteY20" fmla="*/ 23976 h 149856"/>
                <a:gd name="connsiteX21" fmla="*/ 111118 w 122808"/>
                <a:gd name="connsiteY21" fmla="*/ 8717 h 149856"/>
                <a:gd name="connsiteX22" fmla="*/ 104547 w 122808"/>
                <a:gd name="connsiteY22" fmla="*/ 2568 h 149856"/>
                <a:gd name="connsiteX23" fmla="*/ 95710 w 122808"/>
                <a:gd name="connsiteY23" fmla="*/ 10539 h 149856"/>
                <a:gd name="connsiteX24" fmla="*/ 85061 w 122808"/>
                <a:gd name="connsiteY24" fmla="*/ 53128 h 149856"/>
                <a:gd name="connsiteX25" fmla="*/ 79170 w 122808"/>
                <a:gd name="connsiteY25" fmla="*/ 76358 h 149856"/>
                <a:gd name="connsiteX26" fmla="*/ 49714 w 122808"/>
                <a:gd name="connsiteY26" fmla="*/ 98221 h 149856"/>
                <a:gd name="connsiteX27" fmla="*/ 32947 w 122808"/>
                <a:gd name="connsiteY27" fmla="*/ 78407 h 149856"/>
                <a:gd name="connsiteX28" fmla="*/ 36119 w 122808"/>
                <a:gd name="connsiteY28" fmla="*/ 59049 h 149856"/>
                <a:gd name="connsiteX29" fmla="*/ 45635 w 122808"/>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808" h="149856">
                  <a:moveTo>
                    <a:pt x="45635" y="20788"/>
                  </a:moveTo>
                  <a:cubicBezTo>
                    <a:pt x="46768" y="16005"/>
                    <a:pt x="49034" y="7351"/>
                    <a:pt x="49034" y="6212"/>
                  </a:cubicBezTo>
                  <a:cubicBezTo>
                    <a:pt x="49034" y="2340"/>
                    <a:pt x="46315" y="63"/>
                    <a:pt x="42463" y="63"/>
                  </a:cubicBezTo>
                  <a:cubicBezTo>
                    <a:pt x="41783" y="63"/>
                    <a:pt x="35439" y="291"/>
                    <a:pt x="33400" y="8262"/>
                  </a:cubicBezTo>
                  <a:lnTo>
                    <a:pt x="772" y="140127"/>
                  </a:lnTo>
                  <a:cubicBezTo>
                    <a:pt x="92" y="142859"/>
                    <a:pt x="92" y="143315"/>
                    <a:pt x="92" y="143770"/>
                  </a:cubicBezTo>
                  <a:cubicBezTo>
                    <a:pt x="92" y="147187"/>
                    <a:pt x="2584" y="149920"/>
                    <a:pt x="6436" y="149920"/>
                  </a:cubicBezTo>
                  <a:cubicBezTo>
                    <a:pt x="11195" y="149920"/>
                    <a:pt x="13914" y="145820"/>
                    <a:pt x="14367" y="145137"/>
                  </a:cubicBezTo>
                  <a:cubicBezTo>
                    <a:pt x="15273" y="143087"/>
                    <a:pt x="18219" y="131244"/>
                    <a:pt x="26829" y="96172"/>
                  </a:cubicBezTo>
                  <a:cubicBezTo>
                    <a:pt x="34080" y="102321"/>
                    <a:pt x="44276" y="103232"/>
                    <a:pt x="48807" y="103232"/>
                  </a:cubicBezTo>
                  <a:cubicBezTo>
                    <a:pt x="64668" y="103232"/>
                    <a:pt x="73505" y="92983"/>
                    <a:pt x="78943" y="86606"/>
                  </a:cubicBezTo>
                  <a:cubicBezTo>
                    <a:pt x="80982" y="96855"/>
                    <a:pt x="89366" y="103232"/>
                    <a:pt x="99336" y="103232"/>
                  </a:cubicBezTo>
                  <a:cubicBezTo>
                    <a:pt x="107266" y="103232"/>
                    <a:pt x="112478" y="97994"/>
                    <a:pt x="116103" y="90706"/>
                  </a:cubicBezTo>
                  <a:cubicBezTo>
                    <a:pt x="119955" y="82507"/>
                    <a:pt x="122900" y="68614"/>
                    <a:pt x="122900" y="68159"/>
                  </a:cubicBezTo>
                  <a:cubicBezTo>
                    <a:pt x="122900" y="65881"/>
                    <a:pt x="120861" y="65881"/>
                    <a:pt x="120181" y="65881"/>
                  </a:cubicBezTo>
                  <a:cubicBezTo>
                    <a:pt x="117916" y="65881"/>
                    <a:pt x="117689" y="66792"/>
                    <a:pt x="117009" y="69981"/>
                  </a:cubicBezTo>
                  <a:cubicBezTo>
                    <a:pt x="113157" y="84784"/>
                    <a:pt x="109079" y="98221"/>
                    <a:pt x="99789" y="98221"/>
                  </a:cubicBezTo>
                  <a:cubicBezTo>
                    <a:pt x="93671" y="98221"/>
                    <a:pt x="92991" y="92300"/>
                    <a:pt x="92991" y="87745"/>
                  </a:cubicBezTo>
                  <a:cubicBezTo>
                    <a:pt x="92991" y="82735"/>
                    <a:pt x="95710" y="72030"/>
                    <a:pt x="97523" y="64059"/>
                  </a:cubicBezTo>
                  <a:lnTo>
                    <a:pt x="103867" y="39463"/>
                  </a:lnTo>
                  <a:cubicBezTo>
                    <a:pt x="104547" y="36047"/>
                    <a:pt x="106813" y="27392"/>
                    <a:pt x="107719" y="23976"/>
                  </a:cubicBezTo>
                  <a:cubicBezTo>
                    <a:pt x="108852" y="18738"/>
                    <a:pt x="111118" y="10084"/>
                    <a:pt x="111118" y="8717"/>
                  </a:cubicBezTo>
                  <a:cubicBezTo>
                    <a:pt x="111118" y="4618"/>
                    <a:pt x="107946" y="2568"/>
                    <a:pt x="104547" y="2568"/>
                  </a:cubicBezTo>
                  <a:cubicBezTo>
                    <a:pt x="103414" y="2568"/>
                    <a:pt x="97523" y="2796"/>
                    <a:pt x="95710" y="10539"/>
                  </a:cubicBezTo>
                  <a:lnTo>
                    <a:pt x="85061" y="53128"/>
                  </a:lnTo>
                  <a:cubicBezTo>
                    <a:pt x="82342" y="64515"/>
                    <a:pt x="79850" y="74080"/>
                    <a:pt x="79170" y="76358"/>
                  </a:cubicBezTo>
                  <a:cubicBezTo>
                    <a:pt x="78943" y="77496"/>
                    <a:pt x="68067" y="98221"/>
                    <a:pt x="49714" y="98221"/>
                  </a:cubicBezTo>
                  <a:cubicBezTo>
                    <a:pt x="38385" y="98221"/>
                    <a:pt x="32947" y="90706"/>
                    <a:pt x="32947" y="78407"/>
                  </a:cubicBezTo>
                  <a:cubicBezTo>
                    <a:pt x="32947" y="71803"/>
                    <a:pt x="34533" y="65426"/>
                    <a:pt x="36119" y="59049"/>
                  </a:cubicBezTo>
                  <a:lnTo>
                    <a:pt x="45635" y="20788"/>
                  </a:lnTo>
                  <a:close/>
                </a:path>
              </a:pathLst>
            </a:custGeom>
            <a:grpFill/>
            <a:ln w="22743" cap="flat">
              <a:noFill/>
              <a:prstDash val="solid"/>
              <a:miter/>
            </a:ln>
          </p:spPr>
          <p:txBody>
            <a:bodyPr rtlCol="0" anchor="ctr"/>
            <a:lstStyle/>
            <a:p>
              <a:endParaRPr lang="en-GB" noProof="0">
                <a:solidFill>
                  <a:schemeClr val="bg1"/>
                </a:solidFill>
              </a:endParaRPr>
            </a:p>
          </p:txBody>
        </p:sp>
        <p:sp>
          <p:nvSpPr>
            <p:cNvPr id="48" name="Freeform: Shape 47">
              <a:extLst>
                <a:ext uri="{FF2B5EF4-FFF2-40B4-BE49-F238E27FC236}">
                  <a16:creationId xmlns:a16="http://schemas.microsoft.com/office/drawing/2014/main" id="{EA5860B3-903C-C006-28BB-93DD3335238E}"/>
                </a:ext>
              </a:extLst>
            </p:cNvPr>
            <p:cNvSpPr/>
            <p:nvPr>
              <p:custDataLst>
                <p:tags r:id="rId6"/>
              </p:custDataLst>
            </p:nvPr>
          </p:nvSpPr>
          <p:spPr>
            <a:xfrm>
              <a:off x="4784683" y="3903104"/>
              <a:ext cx="57733" cy="105856"/>
            </a:xfrm>
            <a:custGeom>
              <a:avLst/>
              <a:gdLst>
                <a:gd name="connsiteX0" fmla="*/ 35944 w 57733"/>
                <a:gd name="connsiteY0" fmla="*/ 4528 h 105856"/>
                <a:gd name="connsiteX1" fmla="*/ 31185 w 57733"/>
                <a:gd name="connsiteY1" fmla="*/ 64 h 105856"/>
                <a:gd name="connsiteX2" fmla="*/ 98 w 57733"/>
                <a:gd name="connsiteY2" fmla="*/ 10267 h 105856"/>
                <a:gd name="connsiteX3" fmla="*/ 98 w 57733"/>
                <a:gd name="connsiteY3" fmla="*/ 16006 h 105856"/>
                <a:gd name="connsiteX4" fmla="*/ 23096 w 57733"/>
                <a:gd name="connsiteY4" fmla="*/ 11543 h 105856"/>
                <a:gd name="connsiteX5" fmla="*/ 23096 w 57733"/>
                <a:gd name="connsiteY5" fmla="*/ 92848 h 105856"/>
                <a:gd name="connsiteX6" fmla="*/ 7235 w 57733"/>
                <a:gd name="connsiteY6" fmla="*/ 100181 h 105856"/>
                <a:gd name="connsiteX7" fmla="*/ 1208 w 57733"/>
                <a:gd name="connsiteY7" fmla="*/ 100181 h 105856"/>
                <a:gd name="connsiteX8" fmla="*/ 1208 w 57733"/>
                <a:gd name="connsiteY8" fmla="*/ 105921 h 105856"/>
                <a:gd name="connsiteX9" fmla="*/ 29441 w 57733"/>
                <a:gd name="connsiteY9" fmla="*/ 105283 h 105856"/>
                <a:gd name="connsiteX10" fmla="*/ 57832 w 57733"/>
                <a:gd name="connsiteY10" fmla="*/ 105921 h 105856"/>
                <a:gd name="connsiteX11" fmla="*/ 57832 w 57733"/>
                <a:gd name="connsiteY11" fmla="*/ 100181 h 105856"/>
                <a:gd name="connsiteX12" fmla="*/ 51804 w 57733"/>
                <a:gd name="connsiteY12" fmla="*/ 100181 h 105856"/>
                <a:gd name="connsiteX13" fmla="*/ 35944 w 57733"/>
                <a:gd name="connsiteY13" fmla="*/ 92848 h 105856"/>
                <a:gd name="connsiteX14" fmla="*/ 35944 w 57733"/>
                <a:gd name="connsiteY14" fmla="*/ 4528 h 10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33" h="105856">
                  <a:moveTo>
                    <a:pt x="35944" y="4528"/>
                  </a:moveTo>
                  <a:cubicBezTo>
                    <a:pt x="35944" y="224"/>
                    <a:pt x="35626" y="64"/>
                    <a:pt x="31185" y="64"/>
                  </a:cubicBezTo>
                  <a:cubicBezTo>
                    <a:pt x="21034" y="10108"/>
                    <a:pt x="6601" y="10267"/>
                    <a:pt x="98" y="10267"/>
                  </a:cubicBezTo>
                  <a:lnTo>
                    <a:pt x="98" y="16006"/>
                  </a:lnTo>
                  <a:cubicBezTo>
                    <a:pt x="3905" y="16006"/>
                    <a:pt x="14373" y="16006"/>
                    <a:pt x="23096" y="11543"/>
                  </a:cubicBezTo>
                  <a:lnTo>
                    <a:pt x="23096" y="92848"/>
                  </a:lnTo>
                  <a:cubicBezTo>
                    <a:pt x="23096" y="98109"/>
                    <a:pt x="23096" y="100181"/>
                    <a:pt x="7235" y="100181"/>
                  </a:cubicBezTo>
                  <a:lnTo>
                    <a:pt x="1208" y="100181"/>
                  </a:lnTo>
                  <a:lnTo>
                    <a:pt x="1208" y="105921"/>
                  </a:lnTo>
                  <a:cubicBezTo>
                    <a:pt x="4063" y="105761"/>
                    <a:pt x="23572" y="105283"/>
                    <a:pt x="29441" y="105283"/>
                  </a:cubicBezTo>
                  <a:cubicBezTo>
                    <a:pt x="34357" y="105283"/>
                    <a:pt x="54342" y="105761"/>
                    <a:pt x="57832" y="105921"/>
                  </a:cubicBezTo>
                  <a:lnTo>
                    <a:pt x="57832" y="100181"/>
                  </a:lnTo>
                  <a:lnTo>
                    <a:pt x="51804" y="100181"/>
                  </a:lnTo>
                  <a:cubicBezTo>
                    <a:pt x="35944" y="100181"/>
                    <a:pt x="35944" y="98109"/>
                    <a:pt x="35944" y="92848"/>
                  </a:cubicBezTo>
                  <a:lnTo>
                    <a:pt x="35944" y="4528"/>
                  </a:lnTo>
                  <a:close/>
                </a:path>
              </a:pathLst>
            </a:custGeom>
            <a:grpFill/>
            <a:ln w="22743" cap="flat">
              <a:noFill/>
              <a:prstDash val="solid"/>
              <a:miter/>
            </a:ln>
          </p:spPr>
          <p:txBody>
            <a:bodyPr rtlCol="0" anchor="ctr"/>
            <a:lstStyle/>
            <a:p>
              <a:endParaRPr lang="en-GB" noProof="0">
                <a:solidFill>
                  <a:schemeClr val="bg1"/>
                </a:solidFill>
              </a:endParaRPr>
            </a:p>
          </p:txBody>
        </p:sp>
        <p:sp>
          <p:nvSpPr>
            <p:cNvPr id="49" name="Freeform: Shape 48">
              <a:extLst>
                <a:ext uri="{FF2B5EF4-FFF2-40B4-BE49-F238E27FC236}">
                  <a16:creationId xmlns:a16="http://schemas.microsoft.com/office/drawing/2014/main" id="{C3F959E0-4E1A-1C75-8890-6AB71B1F94A3}"/>
                </a:ext>
              </a:extLst>
            </p:cNvPr>
            <p:cNvSpPr/>
            <p:nvPr>
              <p:custDataLst>
                <p:tags r:id="rId7"/>
              </p:custDataLst>
            </p:nvPr>
          </p:nvSpPr>
          <p:spPr>
            <a:xfrm>
              <a:off x="4944671" y="3891216"/>
              <a:ext cx="150678" cy="53292"/>
            </a:xfrm>
            <a:custGeom>
              <a:avLst/>
              <a:gdLst>
                <a:gd name="connsiteX0" fmla="*/ 143080 w 150678"/>
                <a:gd name="connsiteY0" fmla="*/ 9173 h 53292"/>
                <a:gd name="connsiteX1" fmla="*/ 150784 w 150678"/>
                <a:gd name="connsiteY1" fmla="*/ 4618 h 53292"/>
                <a:gd name="connsiteX2" fmla="*/ 143306 w 150678"/>
                <a:gd name="connsiteY2" fmla="*/ 63 h 53292"/>
                <a:gd name="connsiteX3" fmla="*/ 7582 w 150678"/>
                <a:gd name="connsiteY3" fmla="*/ 63 h 53292"/>
                <a:gd name="connsiteX4" fmla="*/ 105 w 150678"/>
                <a:gd name="connsiteY4" fmla="*/ 4618 h 53292"/>
                <a:gd name="connsiteX5" fmla="*/ 7809 w 150678"/>
                <a:gd name="connsiteY5" fmla="*/ 9173 h 53292"/>
                <a:gd name="connsiteX6" fmla="*/ 143080 w 150678"/>
                <a:gd name="connsiteY6" fmla="*/ 9173 h 53292"/>
                <a:gd name="connsiteX7" fmla="*/ 143306 w 150678"/>
                <a:gd name="connsiteY7" fmla="*/ 53355 h 53292"/>
                <a:gd name="connsiteX8" fmla="*/ 150784 w 150678"/>
                <a:gd name="connsiteY8" fmla="*/ 48800 h 53292"/>
                <a:gd name="connsiteX9" fmla="*/ 143080 w 150678"/>
                <a:gd name="connsiteY9" fmla="*/ 44245 h 53292"/>
                <a:gd name="connsiteX10" fmla="*/ 7809 w 150678"/>
                <a:gd name="connsiteY10" fmla="*/ 44245 h 53292"/>
                <a:gd name="connsiteX11" fmla="*/ 105 w 150678"/>
                <a:gd name="connsiteY11" fmla="*/ 48800 h 53292"/>
                <a:gd name="connsiteX12" fmla="*/ 7582 w 150678"/>
                <a:gd name="connsiteY12" fmla="*/ 53355 h 53292"/>
                <a:gd name="connsiteX13" fmla="*/ 143306 w 150678"/>
                <a:gd name="connsiteY13" fmla="*/ 53355 h 5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0678" h="53292">
                  <a:moveTo>
                    <a:pt x="143080" y="9173"/>
                  </a:moveTo>
                  <a:cubicBezTo>
                    <a:pt x="146478" y="9173"/>
                    <a:pt x="150784" y="9173"/>
                    <a:pt x="150784" y="4618"/>
                  </a:cubicBezTo>
                  <a:cubicBezTo>
                    <a:pt x="150784" y="63"/>
                    <a:pt x="146478" y="63"/>
                    <a:pt x="143306" y="63"/>
                  </a:cubicBezTo>
                  <a:lnTo>
                    <a:pt x="7582" y="63"/>
                  </a:lnTo>
                  <a:cubicBezTo>
                    <a:pt x="4410" y="63"/>
                    <a:pt x="105" y="63"/>
                    <a:pt x="105" y="4618"/>
                  </a:cubicBezTo>
                  <a:cubicBezTo>
                    <a:pt x="105" y="9173"/>
                    <a:pt x="4410" y="9173"/>
                    <a:pt x="7809" y="9173"/>
                  </a:cubicBezTo>
                  <a:lnTo>
                    <a:pt x="143080" y="9173"/>
                  </a:lnTo>
                  <a:close/>
                  <a:moveTo>
                    <a:pt x="143306" y="53355"/>
                  </a:moveTo>
                  <a:cubicBezTo>
                    <a:pt x="146478" y="53355"/>
                    <a:pt x="150784" y="53355"/>
                    <a:pt x="150784" y="48800"/>
                  </a:cubicBezTo>
                  <a:cubicBezTo>
                    <a:pt x="150784" y="44245"/>
                    <a:pt x="146478" y="44245"/>
                    <a:pt x="143080" y="44245"/>
                  </a:cubicBezTo>
                  <a:lnTo>
                    <a:pt x="7809" y="44245"/>
                  </a:lnTo>
                  <a:cubicBezTo>
                    <a:pt x="4410" y="44245"/>
                    <a:pt x="105" y="44245"/>
                    <a:pt x="105" y="48800"/>
                  </a:cubicBezTo>
                  <a:cubicBezTo>
                    <a:pt x="105" y="53355"/>
                    <a:pt x="4410" y="53355"/>
                    <a:pt x="7582" y="53355"/>
                  </a:cubicBezTo>
                  <a:lnTo>
                    <a:pt x="143306" y="53355"/>
                  </a:lnTo>
                  <a:close/>
                </a:path>
              </a:pathLst>
            </a:custGeom>
            <a:grpFill/>
            <a:ln w="22743" cap="flat">
              <a:noFill/>
              <a:prstDash val="solid"/>
              <a:miter/>
            </a:ln>
          </p:spPr>
          <p:txBody>
            <a:bodyPr rtlCol="0" anchor="ctr"/>
            <a:lstStyle/>
            <a:p>
              <a:endParaRPr lang="en-GB" noProof="0">
                <a:solidFill>
                  <a:schemeClr val="bg1"/>
                </a:solidFill>
              </a:endParaRPr>
            </a:p>
          </p:txBody>
        </p:sp>
        <p:sp>
          <p:nvSpPr>
            <p:cNvPr id="50" name="Freeform: Shape 49">
              <a:extLst>
                <a:ext uri="{FF2B5EF4-FFF2-40B4-BE49-F238E27FC236}">
                  <a16:creationId xmlns:a16="http://schemas.microsoft.com/office/drawing/2014/main" id="{4FF84FF0-FB81-E406-8E8B-CCCF036992D0}"/>
                </a:ext>
              </a:extLst>
            </p:cNvPr>
            <p:cNvSpPr/>
            <p:nvPr>
              <p:custDataLst>
                <p:tags r:id="rId8"/>
              </p:custDataLst>
            </p:nvPr>
          </p:nvSpPr>
          <p:spPr>
            <a:xfrm>
              <a:off x="5177951" y="3874135"/>
              <a:ext cx="122808" cy="149856"/>
            </a:xfrm>
            <a:custGeom>
              <a:avLst/>
              <a:gdLst>
                <a:gd name="connsiteX0" fmla="*/ 45659 w 122808"/>
                <a:gd name="connsiteY0" fmla="*/ 20788 h 149856"/>
                <a:gd name="connsiteX1" fmla="*/ 49058 w 122808"/>
                <a:gd name="connsiteY1" fmla="*/ 6212 h 149856"/>
                <a:gd name="connsiteX2" fmla="*/ 42487 w 122808"/>
                <a:gd name="connsiteY2" fmla="*/ 63 h 149856"/>
                <a:gd name="connsiteX3" fmla="*/ 33424 w 122808"/>
                <a:gd name="connsiteY3" fmla="*/ 8262 h 149856"/>
                <a:gd name="connsiteX4" fmla="*/ 795 w 122808"/>
                <a:gd name="connsiteY4" fmla="*/ 140127 h 149856"/>
                <a:gd name="connsiteX5" fmla="*/ 116 w 122808"/>
                <a:gd name="connsiteY5" fmla="*/ 143770 h 149856"/>
                <a:gd name="connsiteX6" fmla="*/ 6460 w 122808"/>
                <a:gd name="connsiteY6" fmla="*/ 149920 h 149856"/>
                <a:gd name="connsiteX7" fmla="*/ 14390 w 122808"/>
                <a:gd name="connsiteY7" fmla="*/ 145137 h 149856"/>
                <a:gd name="connsiteX8" fmla="*/ 26853 w 122808"/>
                <a:gd name="connsiteY8" fmla="*/ 96172 h 149856"/>
                <a:gd name="connsiteX9" fmla="*/ 48831 w 122808"/>
                <a:gd name="connsiteY9" fmla="*/ 103232 h 149856"/>
                <a:gd name="connsiteX10" fmla="*/ 78967 w 122808"/>
                <a:gd name="connsiteY10" fmla="*/ 86606 h 149856"/>
                <a:gd name="connsiteX11" fmla="*/ 99359 w 122808"/>
                <a:gd name="connsiteY11" fmla="*/ 103232 h 149856"/>
                <a:gd name="connsiteX12" fmla="*/ 116127 w 122808"/>
                <a:gd name="connsiteY12" fmla="*/ 90706 h 149856"/>
                <a:gd name="connsiteX13" fmla="*/ 122924 w 122808"/>
                <a:gd name="connsiteY13" fmla="*/ 68159 h 149856"/>
                <a:gd name="connsiteX14" fmla="*/ 120205 w 122808"/>
                <a:gd name="connsiteY14" fmla="*/ 65881 h 149856"/>
                <a:gd name="connsiteX15" fmla="*/ 117033 w 122808"/>
                <a:gd name="connsiteY15" fmla="*/ 69981 h 149856"/>
                <a:gd name="connsiteX16" fmla="*/ 99813 w 122808"/>
                <a:gd name="connsiteY16" fmla="*/ 98221 h 149856"/>
                <a:gd name="connsiteX17" fmla="*/ 93015 w 122808"/>
                <a:gd name="connsiteY17" fmla="*/ 87745 h 149856"/>
                <a:gd name="connsiteX18" fmla="*/ 97547 w 122808"/>
                <a:gd name="connsiteY18" fmla="*/ 64059 h 149856"/>
                <a:gd name="connsiteX19" fmla="*/ 103891 w 122808"/>
                <a:gd name="connsiteY19" fmla="*/ 39463 h 149856"/>
                <a:gd name="connsiteX20" fmla="*/ 107743 w 122808"/>
                <a:gd name="connsiteY20" fmla="*/ 23976 h 149856"/>
                <a:gd name="connsiteX21" fmla="*/ 111142 w 122808"/>
                <a:gd name="connsiteY21" fmla="*/ 8717 h 149856"/>
                <a:gd name="connsiteX22" fmla="*/ 104571 w 122808"/>
                <a:gd name="connsiteY22" fmla="*/ 2568 h 149856"/>
                <a:gd name="connsiteX23" fmla="*/ 95734 w 122808"/>
                <a:gd name="connsiteY23" fmla="*/ 10539 h 149856"/>
                <a:gd name="connsiteX24" fmla="*/ 85085 w 122808"/>
                <a:gd name="connsiteY24" fmla="*/ 53128 h 149856"/>
                <a:gd name="connsiteX25" fmla="*/ 79194 w 122808"/>
                <a:gd name="connsiteY25" fmla="*/ 76358 h 149856"/>
                <a:gd name="connsiteX26" fmla="*/ 49738 w 122808"/>
                <a:gd name="connsiteY26" fmla="*/ 98221 h 149856"/>
                <a:gd name="connsiteX27" fmla="*/ 32970 w 122808"/>
                <a:gd name="connsiteY27" fmla="*/ 78407 h 149856"/>
                <a:gd name="connsiteX28" fmla="*/ 36143 w 122808"/>
                <a:gd name="connsiteY28" fmla="*/ 59049 h 149856"/>
                <a:gd name="connsiteX29" fmla="*/ 45659 w 122808"/>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808" h="149856">
                  <a:moveTo>
                    <a:pt x="45659" y="20788"/>
                  </a:moveTo>
                  <a:cubicBezTo>
                    <a:pt x="46792" y="16005"/>
                    <a:pt x="49058" y="7351"/>
                    <a:pt x="49058" y="6212"/>
                  </a:cubicBezTo>
                  <a:cubicBezTo>
                    <a:pt x="49058" y="2340"/>
                    <a:pt x="46339" y="63"/>
                    <a:pt x="42487" y="63"/>
                  </a:cubicBezTo>
                  <a:cubicBezTo>
                    <a:pt x="41807" y="63"/>
                    <a:pt x="35463" y="291"/>
                    <a:pt x="33424" y="8262"/>
                  </a:cubicBezTo>
                  <a:lnTo>
                    <a:pt x="795" y="140127"/>
                  </a:lnTo>
                  <a:cubicBezTo>
                    <a:pt x="116" y="142859"/>
                    <a:pt x="116" y="143315"/>
                    <a:pt x="116" y="143770"/>
                  </a:cubicBezTo>
                  <a:cubicBezTo>
                    <a:pt x="116" y="147187"/>
                    <a:pt x="2608" y="149920"/>
                    <a:pt x="6460" y="149920"/>
                  </a:cubicBezTo>
                  <a:cubicBezTo>
                    <a:pt x="11218" y="149920"/>
                    <a:pt x="13937" y="145820"/>
                    <a:pt x="14390" y="145137"/>
                  </a:cubicBezTo>
                  <a:cubicBezTo>
                    <a:pt x="15297" y="143087"/>
                    <a:pt x="18242" y="131244"/>
                    <a:pt x="26853" y="96172"/>
                  </a:cubicBezTo>
                  <a:cubicBezTo>
                    <a:pt x="34103" y="102321"/>
                    <a:pt x="44300" y="103232"/>
                    <a:pt x="48831" y="103232"/>
                  </a:cubicBezTo>
                  <a:cubicBezTo>
                    <a:pt x="64692" y="103232"/>
                    <a:pt x="73529" y="92983"/>
                    <a:pt x="78967" y="86606"/>
                  </a:cubicBezTo>
                  <a:cubicBezTo>
                    <a:pt x="81006" y="96855"/>
                    <a:pt x="89390" y="103232"/>
                    <a:pt x="99359" y="103232"/>
                  </a:cubicBezTo>
                  <a:cubicBezTo>
                    <a:pt x="107290" y="103232"/>
                    <a:pt x="112501" y="97994"/>
                    <a:pt x="116127" y="90706"/>
                  </a:cubicBezTo>
                  <a:cubicBezTo>
                    <a:pt x="119979" y="82507"/>
                    <a:pt x="122924" y="68614"/>
                    <a:pt x="122924" y="68159"/>
                  </a:cubicBezTo>
                  <a:cubicBezTo>
                    <a:pt x="122924" y="65881"/>
                    <a:pt x="120885" y="65881"/>
                    <a:pt x="120205" y="65881"/>
                  </a:cubicBezTo>
                  <a:cubicBezTo>
                    <a:pt x="117939" y="65881"/>
                    <a:pt x="117713" y="66792"/>
                    <a:pt x="117033" y="69981"/>
                  </a:cubicBezTo>
                  <a:cubicBezTo>
                    <a:pt x="113181" y="84784"/>
                    <a:pt x="109103" y="98221"/>
                    <a:pt x="99813" y="98221"/>
                  </a:cubicBezTo>
                  <a:cubicBezTo>
                    <a:pt x="93695" y="98221"/>
                    <a:pt x="93015" y="92300"/>
                    <a:pt x="93015" y="87745"/>
                  </a:cubicBezTo>
                  <a:cubicBezTo>
                    <a:pt x="93015" y="82735"/>
                    <a:pt x="95734" y="72030"/>
                    <a:pt x="97547" y="64059"/>
                  </a:cubicBezTo>
                  <a:lnTo>
                    <a:pt x="103891" y="39463"/>
                  </a:lnTo>
                  <a:cubicBezTo>
                    <a:pt x="104571" y="36047"/>
                    <a:pt x="106837" y="27392"/>
                    <a:pt x="107743" y="23976"/>
                  </a:cubicBezTo>
                  <a:cubicBezTo>
                    <a:pt x="108876" y="18738"/>
                    <a:pt x="111142" y="10084"/>
                    <a:pt x="111142" y="8717"/>
                  </a:cubicBezTo>
                  <a:cubicBezTo>
                    <a:pt x="111142" y="4618"/>
                    <a:pt x="107970" y="2568"/>
                    <a:pt x="104571" y="2568"/>
                  </a:cubicBezTo>
                  <a:cubicBezTo>
                    <a:pt x="103438" y="2568"/>
                    <a:pt x="97547" y="2796"/>
                    <a:pt x="95734" y="10539"/>
                  </a:cubicBezTo>
                  <a:lnTo>
                    <a:pt x="85085" y="53128"/>
                  </a:lnTo>
                  <a:cubicBezTo>
                    <a:pt x="82366" y="64515"/>
                    <a:pt x="79873" y="74080"/>
                    <a:pt x="79194" y="76358"/>
                  </a:cubicBezTo>
                  <a:cubicBezTo>
                    <a:pt x="78967" y="77496"/>
                    <a:pt x="68091" y="98221"/>
                    <a:pt x="49738" y="98221"/>
                  </a:cubicBezTo>
                  <a:cubicBezTo>
                    <a:pt x="38408" y="98221"/>
                    <a:pt x="32970" y="90706"/>
                    <a:pt x="32970" y="78407"/>
                  </a:cubicBezTo>
                  <a:cubicBezTo>
                    <a:pt x="32970" y="71803"/>
                    <a:pt x="34556" y="65426"/>
                    <a:pt x="36143" y="59049"/>
                  </a:cubicBezTo>
                  <a:lnTo>
                    <a:pt x="45659" y="20788"/>
                  </a:lnTo>
                  <a:close/>
                </a:path>
              </a:pathLst>
            </a:custGeom>
            <a:grpFill/>
            <a:ln w="22743" cap="flat">
              <a:noFill/>
              <a:prstDash val="solid"/>
              <a:miter/>
            </a:ln>
          </p:spPr>
          <p:txBody>
            <a:bodyPr rtlCol="0" anchor="ctr"/>
            <a:lstStyle/>
            <a:p>
              <a:endParaRPr lang="en-GB" noProof="0">
                <a:solidFill>
                  <a:schemeClr val="bg1"/>
                </a:solidFill>
              </a:endParaRPr>
            </a:p>
          </p:txBody>
        </p:sp>
        <p:sp>
          <p:nvSpPr>
            <p:cNvPr id="51" name="Freeform: Shape 50">
              <a:extLst>
                <a:ext uri="{FF2B5EF4-FFF2-40B4-BE49-F238E27FC236}">
                  <a16:creationId xmlns:a16="http://schemas.microsoft.com/office/drawing/2014/main" id="{AD1F0DEA-1948-ADCA-955A-FA4DEE181EF6}"/>
                </a:ext>
              </a:extLst>
            </p:cNvPr>
            <p:cNvSpPr/>
            <p:nvPr>
              <p:custDataLst>
                <p:tags r:id="rId9"/>
              </p:custDataLst>
            </p:nvPr>
          </p:nvSpPr>
          <p:spPr>
            <a:xfrm>
              <a:off x="5317674" y="3903104"/>
              <a:ext cx="70105" cy="105856"/>
            </a:xfrm>
            <a:custGeom>
              <a:avLst/>
              <a:gdLst>
                <a:gd name="connsiteX0" fmla="*/ 70227 w 70105"/>
                <a:gd name="connsiteY0" fmla="*/ 76906 h 105856"/>
                <a:gd name="connsiteX1" fmla="*/ 64834 w 70105"/>
                <a:gd name="connsiteY1" fmla="*/ 76906 h 105856"/>
                <a:gd name="connsiteX2" fmla="*/ 60710 w 70105"/>
                <a:gd name="connsiteY2" fmla="*/ 91413 h 105856"/>
                <a:gd name="connsiteX3" fmla="*/ 45008 w 70105"/>
                <a:gd name="connsiteY3" fmla="*/ 92370 h 105856"/>
                <a:gd name="connsiteX4" fmla="*/ 15824 w 70105"/>
                <a:gd name="connsiteY4" fmla="*/ 92370 h 105856"/>
                <a:gd name="connsiteX5" fmla="*/ 47546 w 70105"/>
                <a:gd name="connsiteY5" fmla="*/ 65587 h 105856"/>
                <a:gd name="connsiteX6" fmla="*/ 70227 w 70105"/>
                <a:gd name="connsiteY6" fmla="*/ 31152 h 105856"/>
                <a:gd name="connsiteX7" fmla="*/ 33112 w 70105"/>
                <a:gd name="connsiteY7" fmla="*/ 64 h 105856"/>
                <a:gd name="connsiteX8" fmla="*/ 122 w 70105"/>
                <a:gd name="connsiteY8" fmla="*/ 28601 h 105856"/>
                <a:gd name="connsiteX9" fmla="*/ 8528 w 70105"/>
                <a:gd name="connsiteY9" fmla="*/ 37528 h 105856"/>
                <a:gd name="connsiteX10" fmla="*/ 16934 w 70105"/>
                <a:gd name="connsiteY10" fmla="*/ 29079 h 105856"/>
                <a:gd name="connsiteX11" fmla="*/ 7576 w 70105"/>
                <a:gd name="connsiteY11" fmla="*/ 20630 h 105856"/>
                <a:gd name="connsiteX12" fmla="*/ 30733 w 70105"/>
                <a:gd name="connsiteY12" fmla="*/ 5803 h 105856"/>
                <a:gd name="connsiteX13" fmla="*/ 54842 w 70105"/>
                <a:gd name="connsiteY13" fmla="*/ 31152 h 105856"/>
                <a:gd name="connsiteX14" fmla="*/ 39933 w 70105"/>
                <a:gd name="connsiteY14" fmla="*/ 61761 h 105856"/>
                <a:gd name="connsiteX15" fmla="*/ 1708 w 70105"/>
                <a:gd name="connsiteY15" fmla="*/ 99703 h 105856"/>
                <a:gd name="connsiteX16" fmla="*/ 122 w 70105"/>
                <a:gd name="connsiteY16" fmla="*/ 105921 h 105856"/>
                <a:gd name="connsiteX17" fmla="*/ 65469 w 70105"/>
                <a:gd name="connsiteY17" fmla="*/ 105921 h 105856"/>
                <a:gd name="connsiteX18" fmla="*/ 70227 w 70105"/>
                <a:gd name="connsiteY18" fmla="*/ 76906 h 10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0105" h="105856">
                  <a:moveTo>
                    <a:pt x="70227" y="76906"/>
                  </a:moveTo>
                  <a:lnTo>
                    <a:pt x="64834" y="76906"/>
                  </a:lnTo>
                  <a:cubicBezTo>
                    <a:pt x="64358" y="80413"/>
                    <a:pt x="62772" y="89819"/>
                    <a:pt x="60710" y="91413"/>
                  </a:cubicBezTo>
                  <a:cubicBezTo>
                    <a:pt x="59441" y="92370"/>
                    <a:pt x="47229" y="92370"/>
                    <a:pt x="45008" y="92370"/>
                  </a:cubicBezTo>
                  <a:lnTo>
                    <a:pt x="15824" y="92370"/>
                  </a:lnTo>
                  <a:cubicBezTo>
                    <a:pt x="32478" y="77543"/>
                    <a:pt x="38029" y="73080"/>
                    <a:pt x="47546" y="65587"/>
                  </a:cubicBezTo>
                  <a:cubicBezTo>
                    <a:pt x="59283" y="56181"/>
                    <a:pt x="70227" y="46297"/>
                    <a:pt x="70227" y="31152"/>
                  </a:cubicBezTo>
                  <a:cubicBezTo>
                    <a:pt x="70227" y="11861"/>
                    <a:pt x="53414" y="64"/>
                    <a:pt x="33112" y="64"/>
                  </a:cubicBezTo>
                  <a:cubicBezTo>
                    <a:pt x="13445" y="64"/>
                    <a:pt x="122" y="13934"/>
                    <a:pt x="122" y="28601"/>
                  </a:cubicBezTo>
                  <a:cubicBezTo>
                    <a:pt x="122" y="36731"/>
                    <a:pt x="6942" y="37528"/>
                    <a:pt x="8528" y="37528"/>
                  </a:cubicBezTo>
                  <a:cubicBezTo>
                    <a:pt x="12335" y="37528"/>
                    <a:pt x="16934" y="34818"/>
                    <a:pt x="16934" y="29079"/>
                  </a:cubicBezTo>
                  <a:cubicBezTo>
                    <a:pt x="16934" y="26209"/>
                    <a:pt x="15824" y="20630"/>
                    <a:pt x="7576" y="20630"/>
                  </a:cubicBezTo>
                  <a:cubicBezTo>
                    <a:pt x="12493" y="9311"/>
                    <a:pt x="23279" y="5803"/>
                    <a:pt x="30733" y="5803"/>
                  </a:cubicBezTo>
                  <a:cubicBezTo>
                    <a:pt x="46594" y="5803"/>
                    <a:pt x="54842" y="18238"/>
                    <a:pt x="54842" y="31152"/>
                  </a:cubicBezTo>
                  <a:cubicBezTo>
                    <a:pt x="54842" y="45021"/>
                    <a:pt x="45008" y="56021"/>
                    <a:pt x="39933" y="61761"/>
                  </a:cubicBezTo>
                  <a:lnTo>
                    <a:pt x="1708" y="99703"/>
                  </a:lnTo>
                  <a:cubicBezTo>
                    <a:pt x="122" y="101138"/>
                    <a:pt x="122" y="101457"/>
                    <a:pt x="122" y="105921"/>
                  </a:cubicBezTo>
                  <a:lnTo>
                    <a:pt x="65469" y="105921"/>
                  </a:lnTo>
                  <a:lnTo>
                    <a:pt x="70227" y="76906"/>
                  </a:lnTo>
                  <a:close/>
                </a:path>
              </a:pathLst>
            </a:custGeom>
            <a:grpFill/>
            <a:ln w="22743" cap="flat">
              <a:noFill/>
              <a:prstDash val="solid"/>
              <a:miter/>
            </a:ln>
          </p:spPr>
          <p:txBody>
            <a:bodyPr rtlCol="0" anchor="ctr"/>
            <a:lstStyle/>
            <a:p>
              <a:endParaRPr lang="en-GB" noProof="0">
                <a:solidFill>
                  <a:schemeClr val="bg1"/>
                </a:solidFill>
              </a:endParaRPr>
            </a:p>
          </p:txBody>
        </p:sp>
      </p:grpSp>
      <p:sp>
        <p:nvSpPr>
          <p:cNvPr id="53" name="Right Brace 52">
            <a:extLst>
              <a:ext uri="{FF2B5EF4-FFF2-40B4-BE49-F238E27FC236}">
                <a16:creationId xmlns:a16="http://schemas.microsoft.com/office/drawing/2014/main" id="{88B1196C-8754-B7D4-15AE-6035C1CD3AB2}"/>
              </a:ext>
            </a:extLst>
          </p:cNvPr>
          <p:cNvSpPr/>
          <p:nvPr/>
        </p:nvSpPr>
        <p:spPr>
          <a:xfrm rot="10800000" flipH="1">
            <a:off x="6910231" y="2690479"/>
            <a:ext cx="298739" cy="2095043"/>
          </a:xfrm>
          <a:prstGeom prst="rightBrace">
            <a:avLst>
              <a:gd name="adj1" fmla="val 40394"/>
              <a:gd name="adj2" fmla="val 82431"/>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noProof="0"/>
          </a:p>
        </p:txBody>
      </p:sp>
      <p:sp>
        <p:nvSpPr>
          <p:cNvPr id="54" name="Oval 53">
            <a:extLst>
              <a:ext uri="{FF2B5EF4-FFF2-40B4-BE49-F238E27FC236}">
                <a16:creationId xmlns:a16="http://schemas.microsoft.com/office/drawing/2014/main" id="{4D43C4EA-3568-D9E3-DBFB-3EF13AC3BB78}"/>
              </a:ext>
            </a:extLst>
          </p:cNvPr>
          <p:cNvSpPr/>
          <p:nvPr/>
        </p:nvSpPr>
        <p:spPr>
          <a:xfrm>
            <a:off x="7541880" y="2885366"/>
            <a:ext cx="475354" cy="475354"/>
          </a:xfrm>
          <a:prstGeom prst="ellipse">
            <a:avLst/>
          </a:prstGeom>
          <a:solidFill>
            <a:srgbClr val="FF000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a:ln>
                  <a:noFill/>
                </a:ln>
                <a:solidFill>
                  <a:schemeClr val="bg1"/>
                </a:solidFill>
                <a:effectLst/>
                <a:uLnTx/>
                <a:uFillTx/>
                <a:latin typeface="Aptos Black" panose="020B0004020202020204" pitchFamily="34" charset="0"/>
              </a:rPr>
              <a:t>1</a:t>
            </a:r>
          </a:p>
        </p:txBody>
      </p:sp>
      <p:sp>
        <p:nvSpPr>
          <p:cNvPr id="55" name="TextBox 54">
            <a:extLst>
              <a:ext uri="{FF2B5EF4-FFF2-40B4-BE49-F238E27FC236}">
                <a16:creationId xmlns:a16="http://schemas.microsoft.com/office/drawing/2014/main" id="{CAB7C562-E1D8-841B-7D07-DEA880095647}"/>
              </a:ext>
            </a:extLst>
          </p:cNvPr>
          <p:cNvSpPr txBox="1"/>
          <p:nvPr/>
        </p:nvSpPr>
        <p:spPr>
          <a:xfrm>
            <a:off x="8092087" y="2873472"/>
            <a:ext cx="1371953" cy="584775"/>
          </a:xfrm>
          <a:prstGeom prst="rect">
            <a:avLst/>
          </a:prstGeom>
          <a:noFill/>
        </p:spPr>
        <p:txBody>
          <a:bodyPr wrap="square">
            <a:spAutoFit/>
          </a:bodyPr>
          <a:lstStyle/>
          <a:p>
            <a:pPr marL="0" marR="0" lvl="0" indent="0" defTabSz="914400" rtl="0" eaLnBrk="1" fontAlgn="auto" latinLnBrk="0" hangingPunct="1">
              <a:lnSpc>
                <a:spcPct val="100000"/>
              </a:lnSpc>
              <a:spcBef>
                <a:spcPts val="600"/>
              </a:spcBef>
              <a:spcAft>
                <a:spcPts val="600"/>
              </a:spcAft>
              <a:buClrTx/>
              <a:buSzTx/>
              <a:buFontTx/>
              <a:buNone/>
              <a:tabLst/>
              <a:defRPr/>
            </a:pPr>
            <a:r>
              <a:rPr kumimoji="0" lang="en-GB" sz="1600" b="1" i="0" u="none" strike="noStrike" kern="1200" cap="none" spc="0" normalizeH="0" baseline="0" noProof="0">
                <a:ln>
                  <a:noFill/>
                </a:ln>
                <a:effectLst/>
                <a:highlight>
                  <a:srgbClr val="FFC000"/>
                </a:highlight>
                <a:uLnTx/>
                <a:uFillTx/>
                <a:latin typeface="Aptos" panose="020B0004020202020204"/>
                <a:ea typeface="+mn-ea"/>
                <a:cs typeface="+mn-cs"/>
              </a:rPr>
              <a:t>Significance level</a:t>
            </a:r>
          </a:p>
        </p:txBody>
      </p:sp>
      <p:sp>
        <p:nvSpPr>
          <p:cNvPr id="56" name="Oval 55">
            <a:extLst>
              <a:ext uri="{FF2B5EF4-FFF2-40B4-BE49-F238E27FC236}">
                <a16:creationId xmlns:a16="http://schemas.microsoft.com/office/drawing/2014/main" id="{67D951E2-C92C-4E64-7347-9153A1CDA532}"/>
              </a:ext>
            </a:extLst>
          </p:cNvPr>
          <p:cNvSpPr/>
          <p:nvPr/>
        </p:nvSpPr>
        <p:spPr>
          <a:xfrm>
            <a:off x="7541880" y="3587598"/>
            <a:ext cx="475354" cy="475354"/>
          </a:xfrm>
          <a:prstGeom prst="ellipse">
            <a:avLst/>
          </a:prstGeom>
          <a:solidFill>
            <a:srgbClr val="FF000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b="1" noProof="0">
                <a:solidFill>
                  <a:schemeClr val="bg1"/>
                </a:solidFill>
                <a:latin typeface="Aptos Black" panose="020B0004020202020204" pitchFamily="34" charset="0"/>
              </a:rPr>
              <a:t>2</a:t>
            </a:r>
            <a:endParaRPr kumimoji="0" lang="en-GB" sz="2000" b="1" i="0" u="none" strike="noStrike" kern="1200" cap="none" spc="0" normalizeH="0" baseline="0" noProof="0">
              <a:ln>
                <a:noFill/>
              </a:ln>
              <a:solidFill>
                <a:schemeClr val="bg1"/>
              </a:solidFill>
              <a:effectLst/>
              <a:uLnTx/>
              <a:uFillTx/>
              <a:latin typeface="Aptos Black" panose="020B0004020202020204" pitchFamily="34" charset="0"/>
            </a:endParaRPr>
          </a:p>
        </p:txBody>
      </p:sp>
      <p:sp>
        <p:nvSpPr>
          <p:cNvPr id="57" name="TextBox 56">
            <a:extLst>
              <a:ext uri="{FF2B5EF4-FFF2-40B4-BE49-F238E27FC236}">
                <a16:creationId xmlns:a16="http://schemas.microsoft.com/office/drawing/2014/main" id="{07081ED9-9EFD-31D7-8CE6-EDE32C4F3A28}"/>
              </a:ext>
            </a:extLst>
          </p:cNvPr>
          <p:cNvSpPr txBox="1"/>
          <p:nvPr/>
        </p:nvSpPr>
        <p:spPr>
          <a:xfrm>
            <a:off x="8092087" y="3575704"/>
            <a:ext cx="916131" cy="584775"/>
          </a:xfrm>
          <a:prstGeom prst="rect">
            <a:avLst/>
          </a:prstGeom>
          <a:noFill/>
        </p:spPr>
        <p:txBody>
          <a:bodyPr wrap="square">
            <a:spAutoFit/>
          </a:bodyPr>
          <a:lstStyle/>
          <a:p>
            <a:pPr marL="0" marR="0" lvl="0" indent="0" defTabSz="914400" rtl="0" eaLnBrk="1" fontAlgn="auto" latinLnBrk="0" hangingPunct="1">
              <a:lnSpc>
                <a:spcPct val="100000"/>
              </a:lnSpc>
              <a:spcBef>
                <a:spcPts val="600"/>
              </a:spcBef>
              <a:spcAft>
                <a:spcPts val="600"/>
              </a:spcAft>
              <a:buClrTx/>
              <a:buSzTx/>
              <a:buFontTx/>
              <a:buNone/>
              <a:tabLst/>
              <a:defRPr/>
            </a:pPr>
            <a:r>
              <a:rPr kumimoji="0" lang="en-GB" sz="1600" b="1" i="0" u="none" strike="noStrike" kern="1200" cap="none" spc="0" normalizeH="0" baseline="0" noProof="0">
                <a:ln>
                  <a:noFill/>
                </a:ln>
                <a:effectLst/>
                <a:highlight>
                  <a:srgbClr val="FFC000"/>
                </a:highlight>
                <a:uLnTx/>
                <a:uFillTx/>
                <a:latin typeface="Aptos" panose="020B0004020202020204"/>
                <a:ea typeface="+mn-ea"/>
                <a:cs typeface="+mn-cs"/>
              </a:rPr>
              <a:t>Test power</a:t>
            </a:r>
          </a:p>
        </p:txBody>
      </p:sp>
      <p:sp>
        <p:nvSpPr>
          <p:cNvPr id="58" name="Oval 57">
            <a:extLst>
              <a:ext uri="{FF2B5EF4-FFF2-40B4-BE49-F238E27FC236}">
                <a16:creationId xmlns:a16="http://schemas.microsoft.com/office/drawing/2014/main" id="{4DEFF020-2320-E1CD-8B17-07413C20A846}"/>
              </a:ext>
            </a:extLst>
          </p:cNvPr>
          <p:cNvSpPr/>
          <p:nvPr/>
        </p:nvSpPr>
        <p:spPr>
          <a:xfrm>
            <a:off x="7541880" y="4213846"/>
            <a:ext cx="475354" cy="475354"/>
          </a:xfrm>
          <a:prstGeom prst="ellipse">
            <a:avLst/>
          </a:prstGeom>
          <a:solidFill>
            <a:srgbClr val="FF000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a:ln>
                  <a:noFill/>
                </a:ln>
                <a:solidFill>
                  <a:schemeClr val="bg1"/>
                </a:solidFill>
                <a:effectLst/>
                <a:uLnTx/>
                <a:uFillTx/>
                <a:latin typeface="Aptos Black" panose="020B0004020202020204" pitchFamily="34" charset="0"/>
              </a:rPr>
              <a:t>3</a:t>
            </a:r>
          </a:p>
        </p:txBody>
      </p:sp>
      <p:sp>
        <p:nvSpPr>
          <p:cNvPr id="59" name="TextBox 58">
            <a:extLst>
              <a:ext uri="{FF2B5EF4-FFF2-40B4-BE49-F238E27FC236}">
                <a16:creationId xmlns:a16="http://schemas.microsoft.com/office/drawing/2014/main" id="{E7E6FC2F-D28B-B333-C72F-DEC2F75F21AF}"/>
              </a:ext>
            </a:extLst>
          </p:cNvPr>
          <p:cNvSpPr txBox="1"/>
          <p:nvPr/>
        </p:nvSpPr>
        <p:spPr>
          <a:xfrm>
            <a:off x="8092087" y="4201952"/>
            <a:ext cx="916131" cy="584775"/>
          </a:xfrm>
          <a:prstGeom prst="rect">
            <a:avLst/>
          </a:prstGeom>
          <a:noFill/>
        </p:spPr>
        <p:txBody>
          <a:bodyPr wrap="square">
            <a:spAutoFit/>
          </a:bodyPr>
          <a:lstStyle/>
          <a:p>
            <a:pPr marL="0" marR="0" lvl="0" indent="0" defTabSz="914400" rtl="0" eaLnBrk="1" fontAlgn="auto" latinLnBrk="0" hangingPunct="1">
              <a:lnSpc>
                <a:spcPct val="100000"/>
              </a:lnSpc>
              <a:spcBef>
                <a:spcPts val="600"/>
              </a:spcBef>
              <a:spcAft>
                <a:spcPts val="600"/>
              </a:spcAft>
              <a:buClrTx/>
              <a:buSzTx/>
              <a:buFontTx/>
              <a:buNone/>
              <a:tabLst/>
              <a:defRPr/>
            </a:pPr>
            <a:r>
              <a:rPr kumimoji="0" lang="en-GB" sz="1600" b="1" i="0" u="none" strike="noStrike" kern="1200" cap="none" spc="0" normalizeH="0" baseline="0" noProof="0">
                <a:ln>
                  <a:noFill/>
                </a:ln>
                <a:effectLst/>
                <a:highlight>
                  <a:srgbClr val="FFC000"/>
                </a:highlight>
                <a:uLnTx/>
                <a:uFillTx/>
                <a:latin typeface="Aptos" panose="020B0004020202020204"/>
                <a:ea typeface="+mn-ea"/>
                <a:cs typeface="+mn-cs"/>
              </a:rPr>
              <a:t>Effect size</a:t>
            </a:r>
          </a:p>
        </p:txBody>
      </p:sp>
      <p:sp>
        <p:nvSpPr>
          <p:cNvPr id="60" name="Slide Number Placeholder 5">
            <a:extLst>
              <a:ext uri="{FF2B5EF4-FFF2-40B4-BE49-F238E27FC236}">
                <a16:creationId xmlns:a16="http://schemas.microsoft.com/office/drawing/2014/main" id="{12A33602-8D3A-2318-3896-15C0FA857727}"/>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29</a:t>
            </a:fld>
            <a:endParaRPr lang="en-GB" noProof="0"/>
          </a:p>
        </p:txBody>
      </p:sp>
      <p:sp>
        <p:nvSpPr>
          <p:cNvPr id="61" name="Date Placeholder 3">
            <a:extLst>
              <a:ext uri="{FF2B5EF4-FFF2-40B4-BE49-F238E27FC236}">
                <a16:creationId xmlns:a16="http://schemas.microsoft.com/office/drawing/2014/main" id="{AFFF59F2-F91D-F858-9C83-FF11E5D778E2}"/>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Tree>
    <p:extLst>
      <p:ext uri="{BB962C8B-B14F-4D97-AF65-F5344CB8AC3E}">
        <p14:creationId xmlns:p14="http://schemas.microsoft.com/office/powerpoint/2010/main" val="22451378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500"/>
                                        <p:tgtEl>
                                          <p:spTgt spid="4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500"/>
                                        <p:tgtEl>
                                          <p:spTgt spid="4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4"/>
                                        </p:tgtEl>
                                        <p:attrNameLst>
                                          <p:attrName>style.visibility</p:attrName>
                                        </p:attrNameLst>
                                      </p:cBhvr>
                                      <p:to>
                                        <p:strVal val="visible"/>
                                      </p:to>
                                    </p:set>
                                    <p:animEffect transition="in" filter="fade">
                                      <p:cBhvr>
                                        <p:cTn id="37" dur="500"/>
                                        <p:tgtEl>
                                          <p:spTgt spid="5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5"/>
                                        </p:tgtEl>
                                        <p:attrNameLst>
                                          <p:attrName>style.visibility</p:attrName>
                                        </p:attrNameLst>
                                      </p:cBhvr>
                                      <p:to>
                                        <p:strVal val="visible"/>
                                      </p:to>
                                    </p:set>
                                    <p:animEffect transition="in" filter="fade">
                                      <p:cBhvr>
                                        <p:cTn id="40" dur="500"/>
                                        <p:tgtEl>
                                          <p:spTgt spid="5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56"/>
                                        </p:tgtEl>
                                        <p:attrNameLst>
                                          <p:attrName>style.visibility</p:attrName>
                                        </p:attrNameLst>
                                      </p:cBhvr>
                                      <p:to>
                                        <p:strVal val="visible"/>
                                      </p:to>
                                    </p:set>
                                    <p:animEffect transition="in" filter="fade">
                                      <p:cBhvr>
                                        <p:cTn id="45" dur="500"/>
                                        <p:tgtEl>
                                          <p:spTgt spid="5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57"/>
                                        </p:tgtEl>
                                        <p:attrNameLst>
                                          <p:attrName>style.visibility</p:attrName>
                                        </p:attrNameLst>
                                      </p:cBhvr>
                                      <p:to>
                                        <p:strVal val="visible"/>
                                      </p:to>
                                    </p:set>
                                    <p:animEffect transition="in" filter="fade">
                                      <p:cBhvr>
                                        <p:cTn id="48" dur="500"/>
                                        <p:tgtEl>
                                          <p:spTgt spid="5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58"/>
                                        </p:tgtEl>
                                        <p:attrNameLst>
                                          <p:attrName>style.visibility</p:attrName>
                                        </p:attrNameLst>
                                      </p:cBhvr>
                                      <p:to>
                                        <p:strVal val="visible"/>
                                      </p:to>
                                    </p:set>
                                    <p:animEffect transition="in" filter="fade">
                                      <p:cBhvr>
                                        <p:cTn id="53" dur="500"/>
                                        <p:tgtEl>
                                          <p:spTgt spid="5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59"/>
                                        </p:tgtEl>
                                        <p:attrNameLst>
                                          <p:attrName>style.visibility</p:attrName>
                                        </p:attrNameLst>
                                      </p:cBhvr>
                                      <p:to>
                                        <p:strVal val="visible"/>
                                      </p:to>
                                    </p:set>
                                    <p:animEffect transition="in" filter="fade">
                                      <p:cBhvr>
                                        <p:cTn id="56"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4" grpId="0" animBg="1"/>
      <p:bldP spid="55" grpId="0"/>
      <p:bldP spid="56" grpId="0" animBg="1"/>
      <p:bldP spid="57" grpId="0"/>
      <p:bldP spid="58" grpId="0" animBg="1"/>
      <p:bldP spid="59"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021B533D-7C15-25A0-9C8E-14BF93FB2AB9}"/>
            </a:ext>
          </a:extLst>
        </p:cNvPr>
        <p:cNvGrpSpPr/>
        <p:nvPr/>
      </p:nvGrpSpPr>
      <p:grpSpPr>
        <a:xfrm>
          <a:off x="0" y="0"/>
          <a:ext cx="0" cy="0"/>
          <a:chOff x="0" y="0"/>
          <a:chExt cx="0" cy="0"/>
        </a:xfrm>
      </p:grpSpPr>
      <p:sp>
        <p:nvSpPr>
          <p:cNvPr id="43" name="Slide Number Placeholder 5">
            <a:extLst>
              <a:ext uri="{FF2B5EF4-FFF2-40B4-BE49-F238E27FC236}">
                <a16:creationId xmlns:a16="http://schemas.microsoft.com/office/drawing/2014/main" id="{3B974211-01AA-F301-ACEE-E2583670334D}"/>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BBB7E061-7471-A75C-5E25-41F0DCF21748}"/>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 name="TextBox 2">
            <a:extLst>
              <a:ext uri="{FF2B5EF4-FFF2-40B4-BE49-F238E27FC236}">
                <a16:creationId xmlns:a16="http://schemas.microsoft.com/office/drawing/2014/main" id="{F9357916-E200-711B-FB1D-A5FF86231AFB}"/>
              </a:ext>
            </a:extLst>
          </p:cNvPr>
          <p:cNvSpPr txBox="1"/>
          <p:nvPr/>
        </p:nvSpPr>
        <p:spPr>
          <a:xfrm>
            <a:off x="1114844" y="1235822"/>
            <a:ext cx="3795293" cy="303096"/>
          </a:xfrm>
          <a:prstGeom prst="rect">
            <a:avLst/>
          </a:prstGeom>
          <a:noFill/>
        </p:spPr>
        <p:txBody>
          <a:bodyPr wrap="square">
            <a:spAutoFit/>
          </a:bodyPr>
          <a:lstStyle/>
          <a:p>
            <a:pPr>
              <a:lnSpc>
                <a:spcPts val="1600"/>
              </a:lnSpc>
            </a:pPr>
            <a:r>
              <a:rPr lang="en-GB" sz="1600" b="1" noProof="0">
                <a:solidFill>
                  <a:srgbClr val="FFFF00"/>
                </a:solidFill>
              </a:rPr>
              <a:t>Determination of Sample Size: Power</a:t>
            </a:r>
          </a:p>
        </p:txBody>
      </p:sp>
      <p:sp>
        <p:nvSpPr>
          <p:cNvPr id="8" name="Título 1">
            <a:extLst>
              <a:ext uri="{FF2B5EF4-FFF2-40B4-BE49-F238E27FC236}">
                <a16:creationId xmlns:a16="http://schemas.microsoft.com/office/drawing/2014/main" id="{546C4821-17B9-862A-3FCD-94A999BAEBCB}"/>
              </a:ext>
            </a:extLst>
          </p:cNvPr>
          <p:cNvSpPr txBox="1">
            <a:spLocks/>
          </p:cNvSpPr>
          <p:nvPr/>
        </p:nvSpPr>
        <p:spPr>
          <a:xfrm>
            <a:off x="1043989" y="6540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noProof="0">
                <a:solidFill>
                  <a:schemeClr val="bg1"/>
                </a:solidFill>
                <a:latin typeface="Aptos SemiBold" panose="020F0502020204030204" pitchFamily="34" charset="0"/>
              </a:rPr>
              <a:t>Quantitative designs</a:t>
            </a:r>
          </a:p>
        </p:txBody>
      </p:sp>
      <p:sp>
        <p:nvSpPr>
          <p:cNvPr id="11" name="Oval 10">
            <a:extLst>
              <a:ext uri="{FF2B5EF4-FFF2-40B4-BE49-F238E27FC236}">
                <a16:creationId xmlns:a16="http://schemas.microsoft.com/office/drawing/2014/main" id="{122783B7-173A-F0A6-84CC-597306D7FFC9}"/>
              </a:ext>
            </a:extLst>
          </p:cNvPr>
          <p:cNvSpPr/>
          <p:nvPr/>
        </p:nvSpPr>
        <p:spPr>
          <a:xfrm>
            <a:off x="1114844" y="1657229"/>
            <a:ext cx="475354" cy="47535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a:ln>
                  <a:noFill/>
                </a:ln>
                <a:solidFill>
                  <a:schemeClr val="tx1"/>
                </a:solidFill>
                <a:effectLst/>
                <a:uLnTx/>
                <a:uFillTx/>
                <a:latin typeface="Aptos Black" panose="020B0004020202020204" pitchFamily="34" charset="0"/>
              </a:rPr>
              <a:t>1</a:t>
            </a:r>
          </a:p>
        </p:txBody>
      </p:sp>
      <p:sp>
        <p:nvSpPr>
          <p:cNvPr id="12" name="TextBox 11">
            <a:extLst>
              <a:ext uri="{FF2B5EF4-FFF2-40B4-BE49-F238E27FC236}">
                <a16:creationId xmlns:a16="http://schemas.microsoft.com/office/drawing/2014/main" id="{DBBD3B2D-5FA3-1A57-BAA2-F6C47C89813B}"/>
              </a:ext>
            </a:extLst>
          </p:cNvPr>
          <p:cNvSpPr txBox="1"/>
          <p:nvPr/>
        </p:nvSpPr>
        <p:spPr>
          <a:xfrm>
            <a:off x="1665051" y="1645335"/>
            <a:ext cx="1390569" cy="584775"/>
          </a:xfrm>
          <a:prstGeom prst="rect">
            <a:avLst/>
          </a:prstGeom>
          <a:noFill/>
        </p:spPr>
        <p:txBody>
          <a:bodyPr wrap="square">
            <a:spAutoFit/>
          </a:bodyPr>
          <a:lstStyle/>
          <a:p>
            <a:pPr marL="0" marR="0" lvl="0" indent="0" defTabSz="914400" rtl="0" eaLnBrk="1" fontAlgn="auto" latinLnBrk="0" hangingPunct="1">
              <a:lnSpc>
                <a:spcPct val="100000"/>
              </a:lnSpc>
              <a:spcBef>
                <a:spcPts val="600"/>
              </a:spcBef>
              <a:spcAft>
                <a:spcPts val="600"/>
              </a:spcAft>
              <a:buClrTx/>
              <a:buSzTx/>
              <a:buFontTx/>
              <a:buNone/>
              <a:tabLst/>
              <a:defRPr/>
            </a:pPr>
            <a:r>
              <a:rPr kumimoji="0" lang="en-GB" sz="1600" b="1" i="0" u="none" strike="noStrike" kern="1200" cap="none" spc="0" normalizeH="0" baseline="0" noProof="0">
                <a:ln>
                  <a:noFill/>
                </a:ln>
                <a:effectLst/>
                <a:highlight>
                  <a:srgbClr val="FFC000"/>
                </a:highlight>
                <a:uLnTx/>
                <a:uFillTx/>
                <a:latin typeface="Aptos" panose="020B0004020202020204"/>
                <a:ea typeface="+mn-ea"/>
                <a:cs typeface="+mn-cs"/>
              </a:rPr>
              <a:t>Significance level</a:t>
            </a:r>
          </a:p>
        </p:txBody>
      </p:sp>
      <p:sp>
        <p:nvSpPr>
          <p:cNvPr id="13" name="TextBox 12">
            <a:extLst>
              <a:ext uri="{FF2B5EF4-FFF2-40B4-BE49-F238E27FC236}">
                <a16:creationId xmlns:a16="http://schemas.microsoft.com/office/drawing/2014/main" id="{FF165CC1-1B71-04FD-B7BE-10FD8164FCAF}"/>
              </a:ext>
            </a:extLst>
          </p:cNvPr>
          <p:cNvSpPr txBox="1"/>
          <p:nvPr/>
        </p:nvSpPr>
        <p:spPr>
          <a:xfrm>
            <a:off x="1014688" y="2348421"/>
            <a:ext cx="4555532" cy="1938992"/>
          </a:xfrm>
          <a:prstGeom prst="rect">
            <a:avLst/>
          </a:prstGeom>
          <a:noFill/>
        </p:spPr>
        <p:txBody>
          <a:bodyPr wrap="square">
            <a:spAutoFit/>
          </a:bodyPr>
          <a:lstStyle>
            <a:defPPr>
              <a:defRPr lang="en-US"/>
            </a:defPPr>
            <a:lvl1pPr>
              <a:defRPr sz="1600"/>
            </a:lvl1pPr>
          </a:lstStyle>
          <a:p>
            <a:pPr lvl="0">
              <a:defRPr/>
            </a:pPr>
            <a:r>
              <a:rPr lang="en-GB" sz="1200" b="1" noProof="0">
                <a:highlight>
                  <a:srgbClr val="FFC000"/>
                </a:highlight>
              </a:rPr>
              <a:t>α is the probability of committing a Type I error, </a:t>
            </a:r>
            <a:r>
              <a:rPr lang="en-GB" sz="1200" b="1" noProof="0">
                <a:solidFill>
                  <a:schemeClr val="bg1"/>
                </a:solidFill>
              </a:rPr>
              <a:t> that is, rejecting the null hypothesis (H₀) when it is true. </a:t>
            </a:r>
          </a:p>
          <a:p>
            <a:pPr lvl="0">
              <a:defRPr/>
            </a:pPr>
            <a:endParaRPr lang="en-GB" sz="1200" b="1" noProof="0">
              <a:solidFill>
                <a:schemeClr val="bg1"/>
              </a:solidFill>
            </a:endParaRPr>
          </a:p>
          <a:p>
            <a:pPr lvl="0">
              <a:defRPr/>
            </a:pPr>
            <a:r>
              <a:rPr lang="en-GB" sz="1200" b="1" noProof="0">
                <a:solidFill>
                  <a:schemeClr val="bg1"/>
                </a:solidFill>
              </a:rPr>
              <a:t>This corresponds to a false positive</a:t>
            </a:r>
            <a:r>
              <a:rPr lang="en-GB" sz="1200" noProof="0">
                <a:solidFill>
                  <a:schemeClr val="bg1"/>
                </a:solidFill>
              </a:rPr>
              <a:t>: concluding that there is a treatment effect (or a correlation) when there is none. </a:t>
            </a:r>
          </a:p>
          <a:p>
            <a:pPr lvl="0">
              <a:defRPr/>
            </a:pPr>
            <a:endParaRPr lang="en-GB" sz="1200" noProof="0">
              <a:solidFill>
                <a:schemeClr val="bg1"/>
              </a:solidFill>
            </a:endParaRPr>
          </a:p>
          <a:p>
            <a:pPr lvl="0">
              <a:defRPr/>
            </a:pPr>
            <a:r>
              <a:rPr lang="en-GB" sz="1200" noProof="0">
                <a:solidFill>
                  <a:schemeClr val="bg1"/>
                </a:solidFill>
              </a:rPr>
              <a:t>Therefore, it is essential</a:t>
            </a:r>
            <a:r>
              <a:rPr lang="en-GB" sz="1200" noProof="0"/>
              <a:t> </a:t>
            </a:r>
            <a:r>
              <a:rPr lang="en-GB" sz="1200" b="1" noProof="0">
                <a:highlight>
                  <a:srgbClr val="FFC000"/>
                </a:highlight>
              </a:rPr>
              <a:t>to choose an appropriate significance level for your tests to minimise the probability of such errors</a:t>
            </a:r>
            <a:r>
              <a:rPr lang="en-GB" sz="1200" noProof="0">
                <a:solidFill>
                  <a:schemeClr val="bg1"/>
                </a:solidFill>
              </a:rPr>
              <a:t>. </a:t>
            </a:r>
          </a:p>
          <a:p>
            <a:pPr lvl="0">
              <a:defRPr/>
            </a:pPr>
            <a:endParaRPr lang="en-GB" sz="1200" noProof="0">
              <a:solidFill>
                <a:schemeClr val="bg1"/>
              </a:solidFill>
            </a:endParaRPr>
          </a:p>
          <a:p>
            <a:pPr lvl="0">
              <a:defRPr/>
            </a:pPr>
            <a:r>
              <a:rPr lang="en-GB" sz="1200" noProof="0">
                <a:solidFill>
                  <a:schemeClr val="bg1"/>
                </a:solidFill>
              </a:rPr>
              <a:t>It is commonly set at 5%, although other levels may be used.</a:t>
            </a:r>
            <a:endParaRPr kumimoji="0" lang="en-GB" sz="1100" i="0" u="none" strike="noStrike" kern="1200" cap="none" spc="0" normalizeH="0" baseline="0" noProof="0">
              <a:ln>
                <a:noFill/>
              </a:ln>
              <a:solidFill>
                <a:schemeClr val="bg1"/>
              </a:solidFill>
              <a:effectLst/>
              <a:uLnTx/>
              <a:uFillTx/>
              <a:latin typeface="Aptos" panose="020B0004020202020204"/>
              <a:ea typeface="+mn-ea"/>
              <a:cs typeface="+mn-cs"/>
            </a:endParaRPr>
          </a:p>
        </p:txBody>
      </p:sp>
      <p:sp>
        <p:nvSpPr>
          <p:cNvPr id="15" name="Oval 14">
            <a:extLst>
              <a:ext uri="{FF2B5EF4-FFF2-40B4-BE49-F238E27FC236}">
                <a16:creationId xmlns:a16="http://schemas.microsoft.com/office/drawing/2014/main" id="{5FF9361A-1B84-7F86-7895-EBD3A66BC9C2}"/>
              </a:ext>
            </a:extLst>
          </p:cNvPr>
          <p:cNvSpPr/>
          <p:nvPr/>
        </p:nvSpPr>
        <p:spPr>
          <a:xfrm>
            <a:off x="7541880" y="3587598"/>
            <a:ext cx="475354" cy="47535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b="1" noProof="0">
                <a:solidFill>
                  <a:schemeClr val="tx1"/>
                </a:solidFill>
                <a:latin typeface="Aptos Black" panose="020B0004020202020204" pitchFamily="34" charset="0"/>
              </a:rPr>
              <a:t>2</a:t>
            </a:r>
            <a:endParaRPr kumimoji="0" lang="en-GB" sz="2000" b="1" i="0" u="none" strike="noStrike" kern="1200" cap="none" spc="0" normalizeH="0" baseline="0" noProof="0">
              <a:ln>
                <a:noFill/>
              </a:ln>
              <a:solidFill>
                <a:schemeClr val="tx1"/>
              </a:solidFill>
              <a:effectLst/>
              <a:uLnTx/>
              <a:uFillTx/>
              <a:latin typeface="Aptos Black" panose="020B0004020202020204" pitchFamily="34" charset="0"/>
            </a:endParaRPr>
          </a:p>
        </p:txBody>
      </p:sp>
      <p:sp>
        <p:nvSpPr>
          <p:cNvPr id="16" name="TextBox 15">
            <a:extLst>
              <a:ext uri="{FF2B5EF4-FFF2-40B4-BE49-F238E27FC236}">
                <a16:creationId xmlns:a16="http://schemas.microsoft.com/office/drawing/2014/main" id="{0EB4F0F9-85A9-C2B6-6300-836D35717E85}"/>
              </a:ext>
            </a:extLst>
          </p:cNvPr>
          <p:cNvSpPr txBox="1"/>
          <p:nvPr/>
        </p:nvSpPr>
        <p:spPr>
          <a:xfrm>
            <a:off x="8092087" y="3575704"/>
            <a:ext cx="916131" cy="584775"/>
          </a:xfrm>
          <a:prstGeom prst="rect">
            <a:avLst/>
          </a:prstGeom>
          <a:noFill/>
        </p:spPr>
        <p:txBody>
          <a:bodyPr wrap="square">
            <a:spAutoFit/>
          </a:bodyPr>
          <a:lstStyle/>
          <a:p>
            <a:pPr marL="0" marR="0" lvl="0" indent="0" defTabSz="914400" rtl="0" eaLnBrk="1" fontAlgn="auto" latinLnBrk="0" hangingPunct="1">
              <a:lnSpc>
                <a:spcPct val="100000"/>
              </a:lnSpc>
              <a:spcBef>
                <a:spcPts val="600"/>
              </a:spcBef>
              <a:spcAft>
                <a:spcPts val="600"/>
              </a:spcAft>
              <a:buClrTx/>
              <a:buSzTx/>
              <a:buFontTx/>
              <a:buNone/>
              <a:tabLst/>
              <a:defRPr/>
            </a:pPr>
            <a:r>
              <a:rPr kumimoji="0" lang="en-GB" sz="1600" b="1" i="0" u="none" strike="noStrike" kern="1200" cap="none" spc="0" normalizeH="0" baseline="0" noProof="0">
                <a:ln>
                  <a:noFill/>
                </a:ln>
                <a:effectLst/>
                <a:highlight>
                  <a:srgbClr val="FFC000"/>
                </a:highlight>
                <a:uLnTx/>
                <a:uFillTx/>
                <a:latin typeface="Aptos" panose="020B0004020202020204"/>
                <a:ea typeface="+mn-ea"/>
                <a:cs typeface="+mn-cs"/>
              </a:rPr>
              <a:t>Test power</a:t>
            </a:r>
          </a:p>
        </p:txBody>
      </p:sp>
      <p:sp>
        <p:nvSpPr>
          <p:cNvPr id="17" name="Oval 16">
            <a:extLst>
              <a:ext uri="{FF2B5EF4-FFF2-40B4-BE49-F238E27FC236}">
                <a16:creationId xmlns:a16="http://schemas.microsoft.com/office/drawing/2014/main" id="{5C0E4953-F359-11F6-87E3-47FE69DC5DDE}"/>
              </a:ext>
            </a:extLst>
          </p:cNvPr>
          <p:cNvSpPr/>
          <p:nvPr/>
        </p:nvSpPr>
        <p:spPr>
          <a:xfrm>
            <a:off x="7541880" y="4213846"/>
            <a:ext cx="475354" cy="47535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a:ln>
                  <a:noFill/>
                </a:ln>
                <a:solidFill>
                  <a:schemeClr val="tx1"/>
                </a:solidFill>
                <a:effectLst/>
                <a:uLnTx/>
                <a:uFillTx/>
                <a:latin typeface="Aptos Black" panose="020B0004020202020204" pitchFamily="34" charset="0"/>
              </a:rPr>
              <a:t>3</a:t>
            </a:r>
          </a:p>
        </p:txBody>
      </p:sp>
      <p:sp>
        <p:nvSpPr>
          <p:cNvPr id="18" name="TextBox 17">
            <a:extLst>
              <a:ext uri="{FF2B5EF4-FFF2-40B4-BE49-F238E27FC236}">
                <a16:creationId xmlns:a16="http://schemas.microsoft.com/office/drawing/2014/main" id="{8E694ACE-EAD5-86A4-3527-B1B80107A3F6}"/>
              </a:ext>
            </a:extLst>
          </p:cNvPr>
          <p:cNvSpPr txBox="1"/>
          <p:nvPr/>
        </p:nvSpPr>
        <p:spPr>
          <a:xfrm>
            <a:off x="8092087" y="4201952"/>
            <a:ext cx="916131" cy="584775"/>
          </a:xfrm>
          <a:prstGeom prst="rect">
            <a:avLst/>
          </a:prstGeom>
          <a:noFill/>
        </p:spPr>
        <p:txBody>
          <a:bodyPr wrap="square">
            <a:spAutoFit/>
          </a:bodyPr>
          <a:lstStyle/>
          <a:p>
            <a:pPr marL="0" marR="0" lvl="0" indent="0" defTabSz="914400" rtl="0" eaLnBrk="1" fontAlgn="auto" latinLnBrk="0" hangingPunct="1">
              <a:lnSpc>
                <a:spcPct val="100000"/>
              </a:lnSpc>
              <a:spcBef>
                <a:spcPts val="600"/>
              </a:spcBef>
              <a:spcAft>
                <a:spcPts val="600"/>
              </a:spcAft>
              <a:buClrTx/>
              <a:buSzTx/>
              <a:buFontTx/>
              <a:buNone/>
              <a:tabLst/>
              <a:defRPr/>
            </a:pPr>
            <a:r>
              <a:rPr kumimoji="0" lang="en-GB" sz="1600" b="1" i="0" u="none" strike="noStrike" kern="1200" cap="none" spc="0" normalizeH="0" baseline="0" noProof="0">
                <a:ln>
                  <a:noFill/>
                </a:ln>
                <a:effectLst/>
                <a:highlight>
                  <a:srgbClr val="FFC000"/>
                </a:highlight>
                <a:uLnTx/>
                <a:uFillTx/>
                <a:latin typeface="Aptos" panose="020B0004020202020204"/>
                <a:ea typeface="+mn-ea"/>
                <a:cs typeface="+mn-cs"/>
              </a:rPr>
              <a:t>Effect size</a:t>
            </a:r>
          </a:p>
        </p:txBody>
      </p:sp>
      <p:sp>
        <p:nvSpPr>
          <p:cNvPr id="22" name="Rectangle: Rounded Corners 21">
            <a:extLst>
              <a:ext uri="{FF2B5EF4-FFF2-40B4-BE49-F238E27FC236}">
                <a16:creationId xmlns:a16="http://schemas.microsoft.com/office/drawing/2014/main" id="{E5ACD788-B55A-0EDB-5B67-D8857CD6FA0E}"/>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spTree>
    <p:extLst>
      <p:ext uri="{BB962C8B-B14F-4D97-AF65-F5344CB8AC3E}">
        <p14:creationId xmlns:p14="http://schemas.microsoft.com/office/powerpoint/2010/main" val="6005777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260802A4-3098-D62E-AE23-AEAF2D70FF03}"/>
            </a:ext>
          </a:extLst>
        </p:cNvPr>
        <p:cNvGrpSpPr/>
        <p:nvPr/>
      </p:nvGrpSpPr>
      <p:grpSpPr>
        <a:xfrm>
          <a:off x="0" y="0"/>
          <a:ext cx="0" cy="0"/>
          <a:chOff x="0" y="0"/>
          <a:chExt cx="0" cy="0"/>
        </a:xfrm>
      </p:grpSpPr>
      <p:sp>
        <p:nvSpPr>
          <p:cNvPr id="43" name="Slide Number Placeholder 5">
            <a:extLst>
              <a:ext uri="{FF2B5EF4-FFF2-40B4-BE49-F238E27FC236}">
                <a16:creationId xmlns:a16="http://schemas.microsoft.com/office/drawing/2014/main" id="{87A4F0E4-CEDC-796C-9F55-43EE23C97606}"/>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FD199792-A550-3923-0C33-B70BCFE7DE21}"/>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 name="TextBox 2">
            <a:extLst>
              <a:ext uri="{FF2B5EF4-FFF2-40B4-BE49-F238E27FC236}">
                <a16:creationId xmlns:a16="http://schemas.microsoft.com/office/drawing/2014/main" id="{D78193A5-F00B-0411-9E23-70C965566F31}"/>
              </a:ext>
            </a:extLst>
          </p:cNvPr>
          <p:cNvSpPr txBox="1"/>
          <p:nvPr/>
        </p:nvSpPr>
        <p:spPr>
          <a:xfrm>
            <a:off x="1114844" y="1235822"/>
            <a:ext cx="3795293" cy="303096"/>
          </a:xfrm>
          <a:prstGeom prst="rect">
            <a:avLst/>
          </a:prstGeom>
          <a:noFill/>
        </p:spPr>
        <p:txBody>
          <a:bodyPr wrap="square">
            <a:spAutoFit/>
          </a:bodyPr>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00"/>
                </a:solidFill>
                <a:effectLst/>
                <a:uLnTx/>
                <a:uFillTx/>
                <a:latin typeface="Aptos" panose="020B0004020202020204"/>
                <a:ea typeface="+mn-ea"/>
                <a:cs typeface="+mn-cs"/>
              </a:rPr>
              <a:t>Determination of Sample Size: Power</a:t>
            </a:r>
          </a:p>
        </p:txBody>
      </p:sp>
      <p:sp>
        <p:nvSpPr>
          <p:cNvPr id="8" name="Título 1">
            <a:extLst>
              <a:ext uri="{FF2B5EF4-FFF2-40B4-BE49-F238E27FC236}">
                <a16:creationId xmlns:a16="http://schemas.microsoft.com/office/drawing/2014/main" id="{C634156B-F398-F4D5-3E38-B0415C99FFC4}"/>
              </a:ext>
            </a:extLst>
          </p:cNvPr>
          <p:cNvSpPr txBox="1">
            <a:spLocks/>
          </p:cNvSpPr>
          <p:nvPr/>
        </p:nvSpPr>
        <p:spPr>
          <a:xfrm>
            <a:off x="1043989" y="6540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Quantitative designs</a:t>
            </a:r>
          </a:p>
        </p:txBody>
      </p:sp>
      <p:sp>
        <p:nvSpPr>
          <p:cNvPr id="13" name="TextBox 12">
            <a:extLst>
              <a:ext uri="{FF2B5EF4-FFF2-40B4-BE49-F238E27FC236}">
                <a16:creationId xmlns:a16="http://schemas.microsoft.com/office/drawing/2014/main" id="{B563CD4F-590E-C79F-26D9-E1839B27B4AC}"/>
              </a:ext>
            </a:extLst>
          </p:cNvPr>
          <p:cNvSpPr txBox="1"/>
          <p:nvPr/>
        </p:nvSpPr>
        <p:spPr>
          <a:xfrm>
            <a:off x="1014688" y="2348421"/>
            <a:ext cx="4288832" cy="2246769"/>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Power of the test (1 − β)</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i="0" u="none" strike="noStrike" kern="1200" cap="none" spc="0" normalizeH="0" baseline="0" noProof="0">
                <a:ln>
                  <a:noFill/>
                </a:ln>
                <a:solidFill>
                  <a:schemeClr val="bg1"/>
                </a:solidFill>
                <a:effectLst/>
                <a:uLnTx/>
                <a:uFillTx/>
                <a:latin typeface="Aptos" panose="020B0004020202020204"/>
                <a:ea typeface="+mn-ea"/>
                <a:cs typeface="+mn-cs"/>
              </a:rPr>
              <a:t>Power is the probability of </a:t>
            </a:r>
            <a:r>
              <a:rPr kumimoji="0" lang="en-GB" sz="1200" b="1" i="0" u="none" strike="noStrike" kern="1200" cap="none" spc="0" normalizeH="0" baseline="0" noProof="0">
                <a:ln>
                  <a:noFill/>
                </a:ln>
                <a:solidFill>
                  <a:schemeClr val="bg1"/>
                </a:solidFill>
                <a:effectLst/>
                <a:uLnTx/>
                <a:uFillTx/>
                <a:latin typeface="Aptos" panose="020B0004020202020204"/>
                <a:ea typeface="+mn-ea"/>
                <a:cs typeface="+mn-cs"/>
              </a:rPr>
              <a:t>correctly rejecting the null hypothesis</a:t>
            </a:r>
            <a:r>
              <a:rPr kumimoji="0" lang="en-GB" sz="1200" i="0" u="none" strike="noStrike" kern="1200" cap="none" spc="0" normalizeH="0" baseline="0" noProof="0">
                <a:ln>
                  <a:noFill/>
                </a:ln>
                <a:solidFill>
                  <a:schemeClr val="bg1"/>
                </a:solidFill>
                <a:effectLst/>
                <a:uLnTx/>
                <a:uFillTx/>
                <a:latin typeface="Aptos" panose="020B0004020202020204"/>
                <a:ea typeface="+mn-ea"/>
                <a:cs typeface="+mn-cs"/>
              </a:rPr>
              <a:t> when the true effect is not zero (e.g., ATE ≠ 0 or the correlation is non‑zero).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noProof="0">
              <a:solidFill>
                <a:schemeClr val="bg1"/>
              </a:solidFill>
              <a:latin typeface="Aptos" panose="020B00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effectLst/>
                <a:highlight>
                  <a:srgbClr val="FFC000"/>
                </a:highlight>
                <a:uLnTx/>
                <a:uFillTx/>
                <a:latin typeface="Aptos" panose="020B0004020202020204"/>
                <a:ea typeface="+mn-ea"/>
                <a:cs typeface="+mn-cs"/>
              </a:rPr>
              <a:t>A conventional benchmark is 80% power</a:t>
            </a:r>
            <a:r>
              <a:rPr kumimoji="0" lang="en-GB" sz="1200" i="0" u="none" strike="noStrike" kern="1200" cap="none" spc="0" normalizeH="0" baseline="0" noProof="0">
                <a:ln>
                  <a:noFill/>
                </a:ln>
                <a:solidFill>
                  <a:schemeClr val="bg1"/>
                </a:solidFill>
                <a:effectLst/>
                <a:uLnTx/>
                <a:uFillTx/>
                <a:latin typeface="Aptos" panose="020B0004020202020204"/>
                <a:ea typeface="+mn-ea"/>
                <a:cs typeface="+mn-cs"/>
              </a:rPr>
              <a:t>: β is the Type II error, failing to reject H₀ when it is false (a false negative).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noProof="0">
              <a:solidFill>
                <a:schemeClr val="bg1"/>
              </a:solidFill>
              <a:latin typeface="Aptos" panose="020B00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i="1" u="none" strike="noStrike" kern="1200" cap="none" spc="0" normalizeH="0" baseline="0" noProof="0">
                <a:ln>
                  <a:noFill/>
                </a:ln>
                <a:solidFill>
                  <a:schemeClr val="bg1"/>
                </a:solidFill>
                <a:effectLst/>
                <a:uLnTx/>
                <a:uFillTx/>
                <a:latin typeface="Aptos" panose="020B0004020202020204"/>
                <a:ea typeface="+mn-ea"/>
                <a:cs typeface="+mn-cs"/>
              </a:rPr>
              <a:t>An experimental design is said to have 80% statistical power if 80% of all possible random assignments would produce observable results (i.e., allow detection of the effect) when the effect actually exists.</a:t>
            </a:r>
          </a:p>
        </p:txBody>
      </p:sp>
      <p:sp>
        <p:nvSpPr>
          <p:cNvPr id="17" name="Oval 16">
            <a:extLst>
              <a:ext uri="{FF2B5EF4-FFF2-40B4-BE49-F238E27FC236}">
                <a16:creationId xmlns:a16="http://schemas.microsoft.com/office/drawing/2014/main" id="{CDE39B09-2BE4-DEE8-1BA6-CD9FD9B551AE}"/>
              </a:ext>
            </a:extLst>
          </p:cNvPr>
          <p:cNvSpPr/>
          <p:nvPr/>
        </p:nvSpPr>
        <p:spPr>
          <a:xfrm>
            <a:off x="7541880" y="4213846"/>
            <a:ext cx="475354" cy="47535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a:ln>
                  <a:noFill/>
                </a:ln>
                <a:solidFill>
                  <a:prstClr val="black"/>
                </a:solidFill>
                <a:effectLst/>
                <a:uLnTx/>
                <a:uFillTx/>
                <a:latin typeface="Aptos Black" panose="020B0004020202020204" pitchFamily="34" charset="0"/>
                <a:ea typeface="+mn-ea"/>
                <a:cs typeface="+mn-cs"/>
              </a:rPr>
              <a:t>3</a:t>
            </a:r>
          </a:p>
        </p:txBody>
      </p:sp>
      <p:sp>
        <p:nvSpPr>
          <p:cNvPr id="18" name="TextBox 17">
            <a:extLst>
              <a:ext uri="{FF2B5EF4-FFF2-40B4-BE49-F238E27FC236}">
                <a16:creationId xmlns:a16="http://schemas.microsoft.com/office/drawing/2014/main" id="{F2327454-5C16-91F8-5912-BFDE208A44DE}"/>
              </a:ext>
            </a:extLst>
          </p:cNvPr>
          <p:cNvSpPr txBox="1"/>
          <p:nvPr/>
        </p:nvSpPr>
        <p:spPr>
          <a:xfrm>
            <a:off x="8092087" y="4201952"/>
            <a:ext cx="916131"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GB" sz="16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Effect size</a:t>
            </a:r>
          </a:p>
        </p:txBody>
      </p:sp>
      <p:sp>
        <p:nvSpPr>
          <p:cNvPr id="2" name="Oval 1">
            <a:extLst>
              <a:ext uri="{FF2B5EF4-FFF2-40B4-BE49-F238E27FC236}">
                <a16:creationId xmlns:a16="http://schemas.microsoft.com/office/drawing/2014/main" id="{A1270278-F216-C0DA-0A32-3B4F3F9F3F0D}"/>
              </a:ext>
            </a:extLst>
          </p:cNvPr>
          <p:cNvSpPr/>
          <p:nvPr/>
        </p:nvSpPr>
        <p:spPr>
          <a:xfrm>
            <a:off x="1114844" y="1657229"/>
            <a:ext cx="475354" cy="47535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a:ln>
                  <a:noFill/>
                </a:ln>
                <a:solidFill>
                  <a:prstClr val="black"/>
                </a:solidFill>
                <a:effectLst/>
                <a:uLnTx/>
                <a:uFillTx/>
                <a:latin typeface="Aptos Black" panose="020B0004020202020204" pitchFamily="34" charset="0"/>
                <a:ea typeface="+mn-ea"/>
                <a:cs typeface="+mn-cs"/>
              </a:rPr>
              <a:t>2</a:t>
            </a:r>
          </a:p>
        </p:txBody>
      </p:sp>
      <p:sp>
        <p:nvSpPr>
          <p:cNvPr id="4" name="TextBox 3">
            <a:extLst>
              <a:ext uri="{FF2B5EF4-FFF2-40B4-BE49-F238E27FC236}">
                <a16:creationId xmlns:a16="http://schemas.microsoft.com/office/drawing/2014/main" id="{17467CFE-AD47-3C58-B6D8-E7C0AB54657C}"/>
              </a:ext>
            </a:extLst>
          </p:cNvPr>
          <p:cNvSpPr txBox="1"/>
          <p:nvPr/>
        </p:nvSpPr>
        <p:spPr>
          <a:xfrm>
            <a:off x="1665051" y="1645335"/>
            <a:ext cx="916131"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GB" sz="16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Test power</a:t>
            </a:r>
          </a:p>
        </p:txBody>
      </p:sp>
      <p:sp>
        <p:nvSpPr>
          <p:cNvPr id="7" name="Oval 6">
            <a:extLst>
              <a:ext uri="{FF2B5EF4-FFF2-40B4-BE49-F238E27FC236}">
                <a16:creationId xmlns:a16="http://schemas.microsoft.com/office/drawing/2014/main" id="{F9198995-8EE3-1B08-B464-6EB8AD91AB54}"/>
              </a:ext>
            </a:extLst>
          </p:cNvPr>
          <p:cNvSpPr/>
          <p:nvPr/>
        </p:nvSpPr>
        <p:spPr>
          <a:xfrm>
            <a:off x="7541880" y="2885366"/>
            <a:ext cx="475354" cy="47535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a:ln>
                  <a:noFill/>
                </a:ln>
                <a:solidFill>
                  <a:prstClr val="black"/>
                </a:solidFill>
                <a:effectLst/>
                <a:uLnTx/>
                <a:uFillTx/>
                <a:latin typeface="Aptos Black" panose="020B0004020202020204" pitchFamily="34" charset="0"/>
                <a:ea typeface="+mn-ea"/>
                <a:cs typeface="+mn-cs"/>
              </a:rPr>
              <a:t>1</a:t>
            </a:r>
          </a:p>
        </p:txBody>
      </p:sp>
      <p:sp>
        <p:nvSpPr>
          <p:cNvPr id="9" name="TextBox 8">
            <a:extLst>
              <a:ext uri="{FF2B5EF4-FFF2-40B4-BE49-F238E27FC236}">
                <a16:creationId xmlns:a16="http://schemas.microsoft.com/office/drawing/2014/main" id="{09EAE275-E44E-8E33-D90F-9DA8B9B2F0E3}"/>
              </a:ext>
            </a:extLst>
          </p:cNvPr>
          <p:cNvSpPr txBox="1"/>
          <p:nvPr/>
        </p:nvSpPr>
        <p:spPr>
          <a:xfrm>
            <a:off x="8092087" y="2873472"/>
            <a:ext cx="1390569"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GB" sz="16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Significance level</a:t>
            </a:r>
          </a:p>
        </p:txBody>
      </p:sp>
      <p:sp>
        <p:nvSpPr>
          <p:cNvPr id="10" name="Rectangle: Rounded Corners 9">
            <a:extLst>
              <a:ext uri="{FF2B5EF4-FFF2-40B4-BE49-F238E27FC236}">
                <a16:creationId xmlns:a16="http://schemas.microsoft.com/office/drawing/2014/main" id="{879C761C-D803-1868-395C-B00B81FC6433}"/>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spTree>
    <p:extLst>
      <p:ext uri="{BB962C8B-B14F-4D97-AF65-F5344CB8AC3E}">
        <p14:creationId xmlns:p14="http://schemas.microsoft.com/office/powerpoint/2010/main" val="2859179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18A3EBE5-8EE4-986C-DE5B-171BCDA1A68D}"/>
            </a:ext>
          </a:extLst>
        </p:cNvPr>
        <p:cNvGrpSpPr/>
        <p:nvPr/>
      </p:nvGrpSpPr>
      <p:grpSpPr>
        <a:xfrm>
          <a:off x="0" y="0"/>
          <a:ext cx="0" cy="0"/>
          <a:chOff x="0" y="0"/>
          <a:chExt cx="0" cy="0"/>
        </a:xfrm>
      </p:grpSpPr>
      <p:sp>
        <p:nvSpPr>
          <p:cNvPr id="43" name="Slide Number Placeholder 5">
            <a:extLst>
              <a:ext uri="{FF2B5EF4-FFF2-40B4-BE49-F238E27FC236}">
                <a16:creationId xmlns:a16="http://schemas.microsoft.com/office/drawing/2014/main" id="{D966378D-42E5-C03C-ADCC-4964AAF2B193}"/>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5DC646A8-3797-D5B2-B9C3-CCA671B94E60}"/>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 name="TextBox 2">
            <a:extLst>
              <a:ext uri="{FF2B5EF4-FFF2-40B4-BE49-F238E27FC236}">
                <a16:creationId xmlns:a16="http://schemas.microsoft.com/office/drawing/2014/main" id="{991F9F89-8C07-00D0-349E-3450984603E3}"/>
              </a:ext>
            </a:extLst>
          </p:cNvPr>
          <p:cNvSpPr txBox="1"/>
          <p:nvPr/>
        </p:nvSpPr>
        <p:spPr>
          <a:xfrm>
            <a:off x="1114844" y="1235822"/>
            <a:ext cx="3795293" cy="303096"/>
          </a:xfrm>
          <a:prstGeom prst="rect">
            <a:avLst/>
          </a:prstGeom>
          <a:noFill/>
        </p:spPr>
        <p:txBody>
          <a:bodyPr wrap="square">
            <a:spAutoFit/>
          </a:bodyPr>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00"/>
                </a:solidFill>
                <a:effectLst/>
                <a:uLnTx/>
                <a:uFillTx/>
                <a:latin typeface="Aptos" panose="020B0004020202020204"/>
                <a:ea typeface="+mn-ea"/>
                <a:cs typeface="+mn-cs"/>
              </a:rPr>
              <a:t>Determination of Sample Size: Power</a:t>
            </a:r>
          </a:p>
        </p:txBody>
      </p:sp>
      <p:sp>
        <p:nvSpPr>
          <p:cNvPr id="8" name="Título 1">
            <a:extLst>
              <a:ext uri="{FF2B5EF4-FFF2-40B4-BE49-F238E27FC236}">
                <a16:creationId xmlns:a16="http://schemas.microsoft.com/office/drawing/2014/main" id="{4C74C0F7-480E-07B5-BB49-A2D869671F99}"/>
              </a:ext>
            </a:extLst>
          </p:cNvPr>
          <p:cNvSpPr txBox="1">
            <a:spLocks/>
          </p:cNvSpPr>
          <p:nvPr/>
        </p:nvSpPr>
        <p:spPr>
          <a:xfrm>
            <a:off x="1043989" y="6540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Quantitative designs</a:t>
            </a:r>
          </a:p>
        </p:txBody>
      </p:sp>
      <p:sp>
        <p:nvSpPr>
          <p:cNvPr id="13" name="TextBox 12">
            <a:extLst>
              <a:ext uri="{FF2B5EF4-FFF2-40B4-BE49-F238E27FC236}">
                <a16:creationId xmlns:a16="http://schemas.microsoft.com/office/drawing/2014/main" id="{B8B5BD31-12F3-15E4-C5AC-6F24EF3A4E3D}"/>
              </a:ext>
            </a:extLst>
          </p:cNvPr>
          <p:cNvSpPr txBox="1"/>
          <p:nvPr/>
        </p:nvSpPr>
        <p:spPr>
          <a:xfrm>
            <a:off x="1014688" y="2348421"/>
            <a:ext cx="5280856" cy="1877437"/>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Effect Size (relationship) and Minimum Detectable Effect (MDE)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noProof="0">
              <a:solidFill>
                <a:prstClr val="black"/>
              </a:solidFill>
              <a:highlight>
                <a:srgbClr val="FFC000"/>
              </a:highlight>
              <a:latin typeface="Aptos" panose="020B00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effectLst/>
                <a:highlight>
                  <a:srgbClr val="FFC000"/>
                </a:highlight>
                <a:uLnTx/>
                <a:uFillTx/>
                <a:latin typeface="Aptos" panose="020B0004020202020204"/>
                <a:ea typeface="+mn-ea"/>
                <a:cs typeface="+mn-cs"/>
              </a:rPr>
              <a:t>(SES or d) </a:t>
            </a:r>
            <a:r>
              <a:rPr kumimoji="0" lang="en-GB" sz="1200" b="1" i="0" u="none" strike="noStrike" kern="1200" cap="none" spc="0" normalizeH="0" baseline="0" noProof="0">
                <a:ln>
                  <a:noFill/>
                </a:ln>
                <a:solidFill>
                  <a:prstClr val="white"/>
                </a:solidFill>
                <a:effectLst/>
                <a:uLnTx/>
                <a:uFillTx/>
                <a:latin typeface="Aptos" panose="020B0004020202020204"/>
                <a:ea typeface="+mn-ea"/>
                <a:cs typeface="+mn-cs"/>
              </a:rPr>
              <a:t> The effect size is the magnitude of the relationship or difference that the study aims to detect</a:t>
            </a:r>
            <a:r>
              <a:rPr kumimoji="0" lang="en-GB" sz="1200" b="0" i="0" u="none" strike="noStrike" kern="1200" cap="none" spc="0" normalizeH="0" baseline="0" noProof="0">
                <a:ln>
                  <a:noFill/>
                </a:ln>
                <a:solidFill>
                  <a:prstClr val="white"/>
                </a:solidFill>
                <a:effectLst/>
                <a:uLnTx/>
                <a:uFillTx/>
                <a:latin typeface="Aptos" panose="020B0004020202020204"/>
                <a:ea typeface="+mn-ea"/>
                <a:cs typeface="+mn-cs"/>
              </a:rPr>
              <a:t>. Planning requires specifying a minimum detectable effect (MDE).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prstClr val="white"/>
              </a:solidFill>
              <a:effectLst/>
              <a:uLnTx/>
              <a:uFillTx/>
              <a:latin typeface="Aptos" panose="020B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prstClr val="white"/>
                </a:solidFill>
                <a:effectLst/>
                <a:uLnTx/>
                <a:uFillTx/>
                <a:latin typeface="Aptos" panose="020B0004020202020204"/>
                <a:ea typeface="+mn-ea"/>
                <a:cs typeface="+mn-cs"/>
              </a:rPr>
              <a:t>To compute it, one must first identify the minimum detectable effect (MDE).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100" b="0" i="1" u="none" strike="noStrike" kern="1200" cap="none" spc="0" normalizeH="0" baseline="0" noProof="0">
              <a:ln>
                <a:noFill/>
              </a:ln>
              <a:solidFill>
                <a:prstClr val="white"/>
              </a:solidFill>
              <a:effectLst/>
              <a:uLnTx/>
              <a:uFillTx/>
              <a:latin typeface="Aptos" panose="020B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prstClr val="white"/>
                </a:solidFill>
                <a:effectLst/>
                <a:uLnTx/>
                <a:uFillTx/>
                <a:latin typeface="Aptos" panose="020B0004020202020204"/>
                <a:ea typeface="+mn-ea"/>
                <a:cs typeface="+mn-cs"/>
              </a:rPr>
              <a:t>MDE: the minimum difference in outcomes between the treatment group (T) and the control group (C) that the study is designed to detect.</a:t>
            </a:r>
          </a:p>
        </p:txBody>
      </p:sp>
      <p:sp>
        <p:nvSpPr>
          <p:cNvPr id="2" name="Oval 1">
            <a:extLst>
              <a:ext uri="{FF2B5EF4-FFF2-40B4-BE49-F238E27FC236}">
                <a16:creationId xmlns:a16="http://schemas.microsoft.com/office/drawing/2014/main" id="{ADA2FD95-CB2B-3B5F-8A8D-0406BC01E32F}"/>
              </a:ext>
            </a:extLst>
          </p:cNvPr>
          <p:cNvSpPr/>
          <p:nvPr/>
        </p:nvSpPr>
        <p:spPr>
          <a:xfrm>
            <a:off x="7541880" y="3509175"/>
            <a:ext cx="475354" cy="47535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a:ln>
                  <a:noFill/>
                </a:ln>
                <a:solidFill>
                  <a:prstClr val="black"/>
                </a:solidFill>
                <a:effectLst/>
                <a:uLnTx/>
                <a:uFillTx/>
                <a:latin typeface="Aptos Black" panose="020B0004020202020204" pitchFamily="34" charset="0"/>
                <a:ea typeface="+mn-ea"/>
                <a:cs typeface="+mn-cs"/>
              </a:rPr>
              <a:t>2</a:t>
            </a:r>
          </a:p>
        </p:txBody>
      </p:sp>
      <p:sp>
        <p:nvSpPr>
          <p:cNvPr id="4" name="TextBox 3">
            <a:extLst>
              <a:ext uri="{FF2B5EF4-FFF2-40B4-BE49-F238E27FC236}">
                <a16:creationId xmlns:a16="http://schemas.microsoft.com/office/drawing/2014/main" id="{82742C72-F6F8-563A-3C09-B2B513FB6042}"/>
              </a:ext>
            </a:extLst>
          </p:cNvPr>
          <p:cNvSpPr txBox="1"/>
          <p:nvPr/>
        </p:nvSpPr>
        <p:spPr>
          <a:xfrm>
            <a:off x="8092087" y="3497281"/>
            <a:ext cx="916131"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GB" sz="16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Test power</a:t>
            </a:r>
          </a:p>
        </p:txBody>
      </p:sp>
      <p:sp>
        <p:nvSpPr>
          <p:cNvPr id="7" name="Oval 6">
            <a:extLst>
              <a:ext uri="{FF2B5EF4-FFF2-40B4-BE49-F238E27FC236}">
                <a16:creationId xmlns:a16="http://schemas.microsoft.com/office/drawing/2014/main" id="{39467D62-E4D6-01F7-8456-21376D22FC6D}"/>
              </a:ext>
            </a:extLst>
          </p:cNvPr>
          <p:cNvSpPr/>
          <p:nvPr/>
        </p:nvSpPr>
        <p:spPr>
          <a:xfrm>
            <a:off x="7541880" y="2885366"/>
            <a:ext cx="475354" cy="47535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a:ln>
                  <a:noFill/>
                </a:ln>
                <a:solidFill>
                  <a:prstClr val="black"/>
                </a:solidFill>
                <a:effectLst/>
                <a:uLnTx/>
                <a:uFillTx/>
                <a:latin typeface="Aptos Black" panose="020B0004020202020204" pitchFamily="34" charset="0"/>
                <a:ea typeface="+mn-ea"/>
                <a:cs typeface="+mn-cs"/>
              </a:rPr>
              <a:t>1</a:t>
            </a:r>
          </a:p>
        </p:txBody>
      </p:sp>
      <p:sp>
        <p:nvSpPr>
          <p:cNvPr id="9" name="TextBox 8">
            <a:extLst>
              <a:ext uri="{FF2B5EF4-FFF2-40B4-BE49-F238E27FC236}">
                <a16:creationId xmlns:a16="http://schemas.microsoft.com/office/drawing/2014/main" id="{84F300AE-5EFD-D8E5-B03D-F0820364836F}"/>
              </a:ext>
            </a:extLst>
          </p:cNvPr>
          <p:cNvSpPr txBox="1"/>
          <p:nvPr/>
        </p:nvSpPr>
        <p:spPr>
          <a:xfrm>
            <a:off x="8092087" y="2873472"/>
            <a:ext cx="1390569"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GB" sz="16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Significance level</a:t>
            </a:r>
          </a:p>
        </p:txBody>
      </p:sp>
      <p:sp>
        <p:nvSpPr>
          <p:cNvPr id="10" name="Rectangle: Rounded Corners 9">
            <a:extLst>
              <a:ext uri="{FF2B5EF4-FFF2-40B4-BE49-F238E27FC236}">
                <a16:creationId xmlns:a16="http://schemas.microsoft.com/office/drawing/2014/main" id="{13B5FA12-D854-CC32-314E-C0C88DD35E5F}"/>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 name="Oval 4">
            <a:extLst>
              <a:ext uri="{FF2B5EF4-FFF2-40B4-BE49-F238E27FC236}">
                <a16:creationId xmlns:a16="http://schemas.microsoft.com/office/drawing/2014/main" id="{F2FE6F29-BE33-F721-DC9B-1BE590A4C8DD}"/>
              </a:ext>
            </a:extLst>
          </p:cNvPr>
          <p:cNvSpPr/>
          <p:nvPr/>
        </p:nvSpPr>
        <p:spPr>
          <a:xfrm>
            <a:off x="1114844" y="1657229"/>
            <a:ext cx="475354" cy="47535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a:ln>
                  <a:noFill/>
                </a:ln>
                <a:solidFill>
                  <a:prstClr val="black"/>
                </a:solidFill>
                <a:effectLst/>
                <a:uLnTx/>
                <a:uFillTx/>
                <a:latin typeface="Aptos Black" panose="020B0004020202020204" pitchFamily="34" charset="0"/>
                <a:ea typeface="+mn-ea"/>
                <a:cs typeface="+mn-cs"/>
              </a:rPr>
              <a:t>3</a:t>
            </a:r>
          </a:p>
        </p:txBody>
      </p:sp>
      <p:sp>
        <p:nvSpPr>
          <p:cNvPr id="6" name="TextBox 5">
            <a:extLst>
              <a:ext uri="{FF2B5EF4-FFF2-40B4-BE49-F238E27FC236}">
                <a16:creationId xmlns:a16="http://schemas.microsoft.com/office/drawing/2014/main" id="{021C1109-957B-2A69-BCCC-38D3D2B93B4F}"/>
              </a:ext>
            </a:extLst>
          </p:cNvPr>
          <p:cNvSpPr txBox="1"/>
          <p:nvPr/>
        </p:nvSpPr>
        <p:spPr>
          <a:xfrm>
            <a:off x="1665051" y="1645335"/>
            <a:ext cx="916131"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GB" sz="16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Effect size</a:t>
            </a:r>
          </a:p>
        </p:txBody>
      </p:sp>
      <p:grpSp>
        <p:nvGrpSpPr>
          <p:cNvPr id="12" name="Group 11">
            <a:extLst>
              <a:ext uri="{FF2B5EF4-FFF2-40B4-BE49-F238E27FC236}">
                <a16:creationId xmlns:a16="http://schemas.microsoft.com/office/drawing/2014/main" id="{4C652668-4144-CF39-E9FB-13EC541FB8B3}"/>
              </a:ext>
            </a:extLst>
          </p:cNvPr>
          <p:cNvGrpSpPr>
            <a:grpSpLocks noChangeAspect="1"/>
          </p:cNvGrpSpPr>
          <p:nvPr>
            <p:custDataLst>
              <p:tags r:id="rId1"/>
            </p:custDataLst>
          </p:nvPr>
        </p:nvGrpSpPr>
        <p:grpSpPr>
          <a:xfrm>
            <a:off x="2180202" y="4709066"/>
            <a:ext cx="2601360" cy="310353"/>
            <a:chOff x="4306397" y="3826138"/>
            <a:chExt cx="2601360" cy="310353"/>
          </a:xfrm>
          <a:solidFill>
            <a:srgbClr val="FFFF00"/>
          </a:solidFill>
        </p:grpSpPr>
        <p:sp>
          <p:nvSpPr>
            <p:cNvPr id="14" name="Freeform: Shape 13">
              <a:extLst>
                <a:ext uri="{FF2B5EF4-FFF2-40B4-BE49-F238E27FC236}">
                  <a16:creationId xmlns:a16="http://schemas.microsoft.com/office/drawing/2014/main" id="{9F4C5A87-75A7-A3AD-CC67-CE21056AA2EF}"/>
                </a:ext>
              </a:extLst>
            </p:cNvPr>
            <p:cNvSpPr/>
            <p:nvPr>
              <p:custDataLst>
                <p:tags r:id="rId2"/>
              </p:custDataLst>
            </p:nvPr>
          </p:nvSpPr>
          <p:spPr>
            <a:xfrm>
              <a:off x="4306397" y="3863247"/>
              <a:ext cx="100891" cy="171939"/>
            </a:xfrm>
            <a:custGeom>
              <a:avLst/>
              <a:gdLst>
                <a:gd name="connsiteX0" fmla="*/ 66806 w 100891"/>
                <a:gd name="connsiteY0" fmla="*/ 75035 h 171939"/>
                <a:gd name="connsiteX1" fmla="*/ 37655 w 100891"/>
                <a:gd name="connsiteY1" fmla="*/ 67703 h 171939"/>
                <a:gd name="connsiteX2" fmla="*/ 14652 w 100891"/>
                <a:gd name="connsiteY2" fmla="*/ 37667 h 171939"/>
                <a:gd name="connsiteX3" fmla="*/ 44715 w 100891"/>
                <a:gd name="connsiteY3" fmla="*/ 6685 h 171939"/>
                <a:gd name="connsiteX4" fmla="*/ 89125 w 100891"/>
                <a:gd name="connsiteY4" fmla="*/ 56115 h 171939"/>
                <a:gd name="connsiteX5" fmla="*/ 91858 w 100891"/>
                <a:gd name="connsiteY5" fmla="*/ 58953 h 171939"/>
                <a:gd name="connsiteX6" fmla="*/ 94819 w 100891"/>
                <a:gd name="connsiteY6" fmla="*/ 53276 h 171939"/>
                <a:gd name="connsiteX7" fmla="*/ 94819 w 100891"/>
                <a:gd name="connsiteY7" fmla="*/ 5739 h 171939"/>
                <a:gd name="connsiteX8" fmla="*/ 92314 w 100891"/>
                <a:gd name="connsiteY8" fmla="*/ 63 h 171939"/>
                <a:gd name="connsiteX9" fmla="*/ 88898 w 100891"/>
                <a:gd name="connsiteY9" fmla="*/ 3137 h 171939"/>
                <a:gd name="connsiteX10" fmla="*/ 80927 w 100891"/>
                <a:gd name="connsiteY10" fmla="*/ 16618 h 171939"/>
                <a:gd name="connsiteX11" fmla="*/ 44487 w 100891"/>
                <a:gd name="connsiteY11" fmla="*/ 63 h 171939"/>
                <a:gd name="connsiteX12" fmla="*/ 77 w 100891"/>
                <a:gd name="connsiteY12" fmla="*/ 45945 h 171939"/>
                <a:gd name="connsiteX13" fmla="*/ 29911 w 100891"/>
                <a:gd name="connsiteY13" fmla="*/ 89225 h 171939"/>
                <a:gd name="connsiteX14" fmla="*/ 59974 w 100891"/>
                <a:gd name="connsiteY14" fmla="*/ 97030 h 171939"/>
                <a:gd name="connsiteX15" fmla="*/ 79332 w 100891"/>
                <a:gd name="connsiteY15" fmla="*/ 109092 h 171939"/>
                <a:gd name="connsiteX16" fmla="*/ 86392 w 100891"/>
                <a:gd name="connsiteY16" fmla="*/ 130850 h 171939"/>
                <a:gd name="connsiteX17" fmla="*/ 55874 w 100891"/>
                <a:gd name="connsiteY17" fmla="*/ 164671 h 171939"/>
                <a:gd name="connsiteX18" fmla="*/ 19891 w 100891"/>
                <a:gd name="connsiteY18" fmla="*/ 151899 h 171939"/>
                <a:gd name="connsiteX19" fmla="*/ 5770 w 100891"/>
                <a:gd name="connsiteY19" fmla="*/ 115477 h 171939"/>
                <a:gd name="connsiteX20" fmla="*/ 3037 w 100891"/>
                <a:gd name="connsiteY20" fmla="*/ 113112 h 171939"/>
                <a:gd name="connsiteX21" fmla="*/ 77 w 100891"/>
                <a:gd name="connsiteY21" fmla="*/ 119025 h 171939"/>
                <a:gd name="connsiteX22" fmla="*/ 77 w 100891"/>
                <a:gd name="connsiteY22" fmla="*/ 166326 h 171939"/>
                <a:gd name="connsiteX23" fmla="*/ 2582 w 100891"/>
                <a:gd name="connsiteY23" fmla="*/ 172002 h 171939"/>
                <a:gd name="connsiteX24" fmla="*/ 5998 w 100891"/>
                <a:gd name="connsiteY24" fmla="*/ 168928 h 171939"/>
                <a:gd name="connsiteX25" fmla="*/ 14197 w 100891"/>
                <a:gd name="connsiteY25" fmla="*/ 155447 h 171939"/>
                <a:gd name="connsiteX26" fmla="*/ 56102 w 100891"/>
                <a:gd name="connsiteY26" fmla="*/ 172002 h 171939"/>
                <a:gd name="connsiteX27" fmla="*/ 100968 w 100891"/>
                <a:gd name="connsiteY27" fmla="*/ 122809 h 171939"/>
                <a:gd name="connsiteX28" fmla="*/ 66806 w 100891"/>
                <a:gd name="connsiteY28" fmla="*/ 75035 h 171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891" h="171939">
                  <a:moveTo>
                    <a:pt x="66806" y="75035"/>
                  </a:moveTo>
                  <a:lnTo>
                    <a:pt x="37655" y="67703"/>
                  </a:lnTo>
                  <a:cubicBezTo>
                    <a:pt x="23535" y="64156"/>
                    <a:pt x="14652" y="51384"/>
                    <a:pt x="14652" y="37667"/>
                  </a:cubicBezTo>
                  <a:cubicBezTo>
                    <a:pt x="14652" y="21112"/>
                    <a:pt x="26951" y="6685"/>
                    <a:pt x="44715" y="6685"/>
                  </a:cubicBezTo>
                  <a:cubicBezTo>
                    <a:pt x="82748" y="6685"/>
                    <a:pt x="87759" y="45472"/>
                    <a:pt x="89125" y="56115"/>
                  </a:cubicBezTo>
                  <a:cubicBezTo>
                    <a:pt x="89353" y="57534"/>
                    <a:pt x="89353" y="58953"/>
                    <a:pt x="91858" y="58953"/>
                  </a:cubicBezTo>
                  <a:cubicBezTo>
                    <a:pt x="94819" y="58953"/>
                    <a:pt x="94819" y="57770"/>
                    <a:pt x="94819" y="53276"/>
                  </a:cubicBezTo>
                  <a:lnTo>
                    <a:pt x="94819" y="5739"/>
                  </a:lnTo>
                  <a:cubicBezTo>
                    <a:pt x="94819" y="1718"/>
                    <a:pt x="94819" y="63"/>
                    <a:pt x="92314" y="63"/>
                  </a:cubicBezTo>
                  <a:cubicBezTo>
                    <a:pt x="90720" y="63"/>
                    <a:pt x="90492" y="299"/>
                    <a:pt x="88898" y="3137"/>
                  </a:cubicBezTo>
                  <a:lnTo>
                    <a:pt x="80927" y="16618"/>
                  </a:lnTo>
                  <a:cubicBezTo>
                    <a:pt x="74094" y="9759"/>
                    <a:pt x="64757" y="63"/>
                    <a:pt x="44487" y="63"/>
                  </a:cubicBezTo>
                  <a:cubicBezTo>
                    <a:pt x="19207" y="63"/>
                    <a:pt x="77" y="20875"/>
                    <a:pt x="77" y="45945"/>
                  </a:cubicBezTo>
                  <a:cubicBezTo>
                    <a:pt x="77" y="65575"/>
                    <a:pt x="12147" y="82840"/>
                    <a:pt x="29911" y="89225"/>
                  </a:cubicBezTo>
                  <a:cubicBezTo>
                    <a:pt x="32417" y="90171"/>
                    <a:pt x="44032" y="93009"/>
                    <a:pt x="59974" y="97030"/>
                  </a:cubicBezTo>
                  <a:cubicBezTo>
                    <a:pt x="66123" y="98686"/>
                    <a:pt x="72955" y="100341"/>
                    <a:pt x="79332" y="109092"/>
                  </a:cubicBezTo>
                  <a:cubicBezTo>
                    <a:pt x="84115" y="115241"/>
                    <a:pt x="86392" y="123046"/>
                    <a:pt x="86392" y="130850"/>
                  </a:cubicBezTo>
                  <a:cubicBezTo>
                    <a:pt x="86392" y="147642"/>
                    <a:pt x="75005" y="164671"/>
                    <a:pt x="55874" y="164671"/>
                  </a:cubicBezTo>
                  <a:cubicBezTo>
                    <a:pt x="49270" y="164671"/>
                    <a:pt x="31961" y="163488"/>
                    <a:pt x="19891" y="151899"/>
                  </a:cubicBezTo>
                  <a:cubicBezTo>
                    <a:pt x="6681" y="139128"/>
                    <a:pt x="5998" y="123992"/>
                    <a:pt x="5770" y="115477"/>
                  </a:cubicBezTo>
                  <a:cubicBezTo>
                    <a:pt x="5543" y="113112"/>
                    <a:pt x="3721" y="113112"/>
                    <a:pt x="3037" y="113112"/>
                  </a:cubicBezTo>
                  <a:cubicBezTo>
                    <a:pt x="77" y="113112"/>
                    <a:pt x="77" y="114768"/>
                    <a:pt x="77" y="119025"/>
                  </a:cubicBezTo>
                  <a:lnTo>
                    <a:pt x="77" y="166326"/>
                  </a:lnTo>
                  <a:cubicBezTo>
                    <a:pt x="77" y="170347"/>
                    <a:pt x="77" y="172002"/>
                    <a:pt x="2582" y="172002"/>
                  </a:cubicBezTo>
                  <a:cubicBezTo>
                    <a:pt x="4176" y="172002"/>
                    <a:pt x="4404" y="171529"/>
                    <a:pt x="5998" y="168928"/>
                  </a:cubicBezTo>
                  <a:cubicBezTo>
                    <a:pt x="5998" y="168691"/>
                    <a:pt x="6681" y="167982"/>
                    <a:pt x="14197" y="155447"/>
                  </a:cubicBezTo>
                  <a:cubicBezTo>
                    <a:pt x="21257" y="163488"/>
                    <a:pt x="35833" y="172002"/>
                    <a:pt x="56102" y="172002"/>
                  </a:cubicBezTo>
                  <a:cubicBezTo>
                    <a:pt x="82748" y="172002"/>
                    <a:pt x="100968" y="148825"/>
                    <a:pt x="100968" y="122809"/>
                  </a:cubicBezTo>
                  <a:cubicBezTo>
                    <a:pt x="100968" y="99159"/>
                    <a:pt x="85937" y="79765"/>
                    <a:pt x="66806" y="75035"/>
                  </a:cubicBezTo>
                  <a:close/>
                </a:path>
              </a:pathLst>
            </a:custGeom>
            <a:grpFill/>
            <a:ln w="22810" cap="flat">
              <a:noFill/>
              <a:prstDash val="solid"/>
              <a:miter/>
            </a:ln>
          </p:spPr>
          <p:txBody>
            <a:bodyPr rtlCol="0" anchor="ctr"/>
            <a:lstStyle/>
            <a:p>
              <a:endParaRPr lang="en-GB" noProof="0">
                <a:solidFill>
                  <a:srgbClr val="FFFF00"/>
                </a:solidFill>
              </a:endParaRPr>
            </a:p>
          </p:txBody>
        </p:sp>
        <p:sp>
          <p:nvSpPr>
            <p:cNvPr id="15" name="Freeform: Shape 14">
              <a:extLst>
                <a:ext uri="{FF2B5EF4-FFF2-40B4-BE49-F238E27FC236}">
                  <a16:creationId xmlns:a16="http://schemas.microsoft.com/office/drawing/2014/main" id="{D100729C-74CA-4E86-D119-E6D048F2EA82}"/>
                </a:ext>
              </a:extLst>
            </p:cNvPr>
            <p:cNvSpPr/>
            <p:nvPr>
              <p:custDataLst>
                <p:tags r:id="rId3"/>
              </p:custDataLst>
            </p:nvPr>
          </p:nvSpPr>
          <p:spPr>
            <a:xfrm>
              <a:off x="4427685" y="3869160"/>
              <a:ext cx="140974" cy="160823"/>
            </a:xfrm>
            <a:custGeom>
              <a:avLst/>
              <a:gdLst>
                <a:gd name="connsiteX0" fmla="*/ 23540 w 140974"/>
                <a:gd name="connsiteY0" fmla="*/ 142439 h 160823"/>
                <a:gd name="connsiteX1" fmla="*/ 5548 w 140974"/>
                <a:gd name="connsiteY1" fmla="*/ 153555 h 160823"/>
                <a:gd name="connsiteX2" fmla="*/ 82 w 140974"/>
                <a:gd name="connsiteY2" fmla="*/ 153555 h 160823"/>
                <a:gd name="connsiteX3" fmla="*/ 82 w 140974"/>
                <a:gd name="connsiteY3" fmla="*/ 160886 h 160823"/>
                <a:gd name="connsiteX4" fmla="*/ 131492 w 140974"/>
                <a:gd name="connsiteY4" fmla="*/ 160886 h 160823"/>
                <a:gd name="connsiteX5" fmla="*/ 141057 w 140974"/>
                <a:gd name="connsiteY5" fmla="*/ 99868 h 160823"/>
                <a:gd name="connsiteX6" fmla="*/ 135363 w 140974"/>
                <a:gd name="connsiteY6" fmla="*/ 99868 h 160823"/>
                <a:gd name="connsiteX7" fmla="*/ 85259 w 140974"/>
                <a:gd name="connsiteY7" fmla="*/ 153555 h 160823"/>
                <a:gd name="connsiteX8" fmla="*/ 54969 w 140974"/>
                <a:gd name="connsiteY8" fmla="*/ 153555 h 160823"/>
                <a:gd name="connsiteX9" fmla="*/ 43809 w 140974"/>
                <a:gd name="connsiteY9" fmla="*/ 144095 h 160823"/>
                <a:gd name="connsiteX10" fmla="*/ 43809 w 140974"/>
                <a:gd name="connsiteY10" fmla="*/ 80948 h 160823"/>
                <a:gd name="connsiteX11" fmla="*/ 64307 w 140974"/>
                <a:gd name="connsiteY11" fmla="*/ 80948 h 160823"/>
                <a:gd name="connsiteX12" fmla="*/ 88903 w 140974"/>
                <a:gd name="connsiteY12" fmla="*/ 108619 h 160823"/>
                <a:gd name="connsiteX13" fmla="*/ 94597 w 140974"/>
                <a:gd name="connsiteY13" fmla="*/ 108619 h 160823"/>
                <a:gd name="connsiteX14" fmla="*/ 94597 w 140974"/>
                <a:gd name="connsiteY14" fmla="*/ 45945 h 160823"/>
                <a:gd name="connsiteX15" fmla="*/ 88903 w 140974"/>
                <a:gd name="connsiteY15" fmla="*/ 45945 h 160823"/>
                <a:gd name="connsiteX16" fmla="*/ 64307 w 140974"/>
                <a:gd name="connsiteY16" fmla="*/ 73616 h 160823"/>
                <a:gd name="connsiteX17" fmla="*/ 43809 w 140974"/>
                <a:gd name="connsiteY17" fmla="*/ 73616 h 160823"/>
                <a:gd name="connsiteX18" fmla="*/ 43809 w 140974"/>
                <a:gd name="connsiteY18" fmla="*/ 16855 h 160823"/>
                <a:gd name="connsiteX19" fmla="*/ 54969 w 140974"/>
                <a:gd name="connsiteY19" fmla="*/ 7394 h 160823"/>
                <a:gd name="connsiteX20" fmla="*/ 84348 w 140974"/>
                <a:gd name="connsiteY20" fmla="*/ 7394 h 160823"/>
                <a:gd name="connsiteX21" fmla="*/ 128986 w 140974"/>
                <a:gd name="connsiteY21" fmla="*/ 53276 h 160823"/>
                <a:gd name="connsiteX22" fmla="*/ 134680 w 140974"/>
                <a:gd name="connsiteY22" fmla="*/ 53276 h 160823"/>
                <a:gd name="connsiteX23" fmla="*/ 128303 w 140974"/>
                <a:gd name="connsiteY23" fmla="*/ 63 h 160823"/>
                <a:gd name="connsiteX24" fmla="*/ 82 w 140974"/>
                <a:gd name="connsiteY24" fmla="*/ 63 h 160823"/>
                <a:gd name="connsiteX25" fmla="*/ 82 w 140974"/>
                <a:gd name="connsiteY25" fmla="*/ 7394 h 160823"/>
                <a:gd name="connsiteX26" fmla="*/ 5548 w 140974"/>
                <a:gd name="connsiteY26" fmla="*/ 7394 h 160823"/>
                <a:gd name="connsiteX27" fmla="*/ 23540 w 140974"/>
                <a:gd name="connsiteY27" fmla="*/ 18510 h 160823"/>
                <a:gd name="connsiteX28" fmla="*/ 23540 w 140974"/>
                <a:gd name="connsiteY28" fmla="*/ 142439 h 160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974" h="160823">
                  <a:moveTo>
                    <a:pt x="23540" y="142439"/>
                  </a:moveTo>
                  <a:cubicBezTo>
                    <a:pt x="23540" y="150953"/>
                    <a:pt x="23085" y="153555"/>
                    <a:pt x="5548" y="153555"/>
                  </a:cubicBezTo>
                  <a:lnTo>
                    <a:pt x="82" y="153555"/>
                  </a:lnTo>
                  <a:lnTo>
                    <a:pt x="82" y="160886"/>
                  </a:lnTo>
                  <a:lnTo>
                    <a:pt x="131492" y="160886"/>
                  </a:lnTo>
                  <a:lnTo>
                    <a:pt x="141057" y="99868"/>
                  </a:lnTo>
                  <a:lnTo>
                    <a:pt x="135363" y="99868"/>
                  </a:lnTo>
                  <a:cubicBezTo>
                    <a:pt x="129670" y="136290"/>
                    <a:pt x="124432" y="153555"/>
                    <a:pt x="85259" y="153555"/>
                  </a:cubicBezTo>
                  <a:lnTo>
                    <a:pt x="54969" y="153555"/>
                  </a:lnTo>
                  <a:cubicBezTo>
                    <a:pt x="44265" y="153555"/>
                    <a:pt x="43809" y="151899"/>
                    <a:pt x="43809" y="144095"/>
                  </a:cubicBezTo>
                  <a:lnTo>
                    <a:pt x="43809" y="80948"/>
                  </a:lnTo>
                  <a:lnTo>
                    <a:pt x="64307" y="80948"/>
                  </a:lnTo>
                  <a:cubicBezTo>
                    <a:pt x="86398" y="80948"/>
                    <a:pt x="88903" y="88516"/>
                    <a:pt x="88903" y="108619"/>
                  </a:cubicBezTo>
                  <a:lnTo>
                    <a:pt x="94597" y="108619"/>
                  </a:lnTo>
                  <a:lnTo>
                    <a:pt x="94597" y="45945"/>
                  </a:lnTo>
                  <a:lnTo>
                    <a:pt x="88903" y="45945"/>
                  </a:lnTo>
                  <a:cubicBezTo>
                    <a:pt x="88903" y="66284"/>
                    <a:pt x="86398" y="73616"/>
                    <a:pt x="64307" y="73616"/>
                  </a:cubicBezTo>
                  <a:lnTo>
                    <a:pt x="43809" y="73616"/>
                  </a:lnTo>
                  <a:lnTo>
                    <a:pt x="43809" y="16855"/>
                  </a:lnTo>
                  <a:cubicBezTo>
                    <a:pt x="43809" y="9050"/>
                    <a:pt x="44265" y="7394"/>
                    <a:pt x="54969" y="7394"/>
                  </a:cubicBezTo>
                  <a:lnTo>
                    <a:pt x="84348" y="7394"/>
                  </a:lnTo>
                  <a:cubicBezTo>
                    <a:pt x="119193" y="7394"/>
                    <a:pt x="125343" y="20402"/>
                    <a:pt x="128986" y="53276"/>
                  </a:cubicBezTo>
                  <a:lnTo>
                    <a:pt x="134680" y="53276"/>
                  </a:lnTo>
                  <a:lnTo>
                    <a:pt x="128303" y="63"/>
                  </a:lnTo>
                  <a:lnTo>
                    <a:pt x="82" y="63"/>
                  </a:lnTo>
                  <a:lnTo>
                    <a:pt x="82" y="7394"/>
                  </a:lnTo>
                  <a:lnTo>
                    <a:pt x="5548" y="7394"/>
                  </a:lnTo>
                  <a:cubicBezTo>
                    <a:pt x="23085" y="7394"/>
                    <a:pt x="23540" y="9996"/>
                    <a:pt x="23540" y="18510"/>
                  </a:cubicBezTo>
                  <a:lnTo>
                    <a:pt x="23540" y="142439"/>
                  </a:lnTo>
                  <a:close/>
                </a:path>
              </a:pathLst>
            </a:custGeom>
            <a:grpFill/>
            <a:ln w="22810" cap="flat">
              <a:noFill/>
              <a:prstDash val="solid"/>
              <a:miter/>
            </a:ln>
          </p:spPr>
          <p:txBody>
            <a:bodyPr rtlCol="0" anchor="ctr"/>
            <a:lstStyle/>
            <a:p>
              <a:endParaRPr lang="en-GB" noProof="0">
                <a:solidFill>
                  <a:srgbClr val="FFFF00"/>
                </a:solidFill>
              </a:endParaRPr>
            </a:p>
          </p:txBody>
        </p:sp>
        <p:sp>
          <p:nvSpPr>
            <p:cNvPr id="16" name="Freeform: Shape 15">
              <a:extLst>
                <a:ext uri="{FF2B5EF4-FFF2-40B4-BE49-F238E27FC236}">
                  <a16:creationId xmlns:a16="http://schemas.microsoft.com/office/drawing/2014/main" id="{5B5A71C5-DFA1-CF33-6C0F-179A58274074}"/>
                </a:ext>
              </a:extLst>
            </p:cNvPr>
            <p:cNvSpPr/>
            <p:nvPr>
              <p:custDataLst>
                <p:tags r:id="rId4"/>
              </p:custDataLst>
            </p:nvPr>
          </p:nvSpPr>
          <p:spPr>
            <a:xfrm>
              <a:off x="4587917" y="3863247"/>
              <a:ext cx="100891" cy="171939"/>
            </a:xfrm>
            <a:custGeom>
              <a:avLst/>
              <a:gdLst>
                <a:gd name="connsiteX0" fmla="*/ 66819 w 100891"/>
                <a:gd name="connsiteY0" fmla="*/ 75035 h 171939"/>
                <a:gd name="connsiteX1" fmla="*/ 37667 w 100891"/>
                <a:gd name="connsiteY1" fmla="*/ 67703 h 171939"/>
                <a:gd name="connsiteX2" fmla="*/ 14665 w 100891"/>
                <a:gd name="connsiteY2" fmla="*/ 37667 h 171939"/>
                <a:gd name="connsiteX3" fmla="*/ 44727 w 100891"/>
                <a:gd name="connsiteY3" fmla="*/ 6685 h 171939"/>
                <a:gd name="connsiteX4" fmla="*/ 89138 w 100891"/>
                <a:gd name="connsiteY4" fmla="*/ 56115 h 171939"/>
                <a:gd name="connsiteX5" fmla="*/ 91871 w 100891"/>
                <a:gd name="connsiteY5" fmla="*/ 58953 h 171939"/>
                <a:gd name="connsiteX6" fmla="*/ 94831 w 100891"/>
                <a:gd name="connsiteY6" fmla="*/ 53276 h 171939"/>
                <a:gd name="connsiteX7" fmla="*/ 94831 w 100891"/>
                <a:gd name="connsiteY7" fmla="*/ 5739 h 171939"/>
                <a:gd name="connsiteX8" fmla="*/ 92326 w 100891"/>
                <a:gd name="connsiteY8" fmla="*/ 63 h 171939"/>
                <a:gd name="connsiteX9" fmla="*/ 88910 w 100891"/>
                <a:gd name="connsiteY9" fmla="*/ 3137 h 171939"/>
                <a:gd name="connsiteX10" fmla="*/ 80939 w 100891"/>
                <a:gd name="connsiteY10" fmla="*/ 16618 h 171939"/>
                <a:gd name="connsiteX11" fmla="*/ 44499 w 100891"/>
                <a:gd name="connsiteY11" fmla="*/ 63 h 171939"/>
                <a:gd name="connsiteX12" fmla="*/ 89 w 100891"/>
                <a:gd name="connsiteY12" fmla="*/ 45945 h 171939"/>
                <a:gd name="connsiteX13" fmla="*/ 29924 w 100891"/>
                <a:gd name="connsiteY13" fmla="*/ 89225 h 171939"/>
                <a:gd name="connsiteX14" fmla="*/ 59986 w 100891"/>
                <a:gd name="connsiteY14" fmla="*/ 97030 h 171939"/>
                <a:gd name="connsiteX15" fmla="*/ 79345 w 100891"/>
                <a:gd name="connsiteY15" fmla="*/ 109092 h 171939"/>
                <a:gd name="connsiteX16" fmla="*/ 86405 w 100891"/>
                <a:gd name="connsiteY16" fmla="*/ 130850 h 171939"/>
                <a:gd name="connsiteX17" fmla="*/ 55887 w 100891"/>
                <a:gd name="connsiteY17" fmla="*/ 164671 h 171939"/>
                <a:gd name="connsiteX18" fmla="*/ 19903 w 100891"/>
                <a:gd name="connsiteY18" fmla="*/ 151899 h 171939"/>
                <a:gd name="connsiteX19" fmla="*/ 5783 w 100891"/>
                <a:gd name="connsiteY19" fmla="*/ 115477 h 171939"/>
                <a:gd name="connsiteX20" fmla="*/ 3050 w 100891"/>
                <a:gd name="connsiteY20" fmla="*/ 113112 h 171939"/>
                <a:gd name="connsiteX21" fmla="*/ 89 w 100891"/>
                <a:gd name="connsiteY21" fmla="*/ 119025 h 171939"/>
                <a:gd name="connsiteX22" fmla="*/ 89 w 100891"/>
                <a:gd name="connsiteY22" fmla="*/ 166326 h 171939"/>
                <a:gd name="connsiteX23" fmla="*/ 2594 w 100891"/>
                <a:gd name="connsiteY23" fmla="*/ 172002 h 171939"/>
                <a:gd name="connsiteX24" fmla="*/ 6010 w 100891"/>
                <a:gd name="connsiteY24" fmla="*/ 168928 h 171939"/>
                <a:gd name="connsiteX25" fmla="*/ 14209 w 100891"/>
                <a:gd name="connsiteY25" fmla="*/ 155447 h 171939"/>
                <a:gd name="connsiteX26" fmla="*/ 56115 w 100891"/>
                <a:gd name="connsiteY26" fmla="*/ 172002 h 171939"/>
                <a:gd name="connsiteX27" fmla="*/ 100980 w 100891"/>
                <a:gd name="connsiteY27" fmla="*/ 122809 h 171939"/>
                <a:gd name="connsiteX28" fmla="*/ 66819 w 100891"/>
                <a:gd name="connsiteY28" fmla="*/ 75035 h 171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891" h="171939">
                  <a:moveTo>
                    <a:pt x="66819" y="75035"/>
                  </a:moveTo>
                  <a:lnTo>
                    <a:pt x="37667" y="67703"/>
                  </a:lnTo>
                  <a:cubicBezTo>
                    <a:pt x="23547" y="64156"/>
                    <a:pt x="14665" y="51384"/>
                    <a:pt x="14665" y="37667"/>
                  </a:cubicBezTo>
                  <a:cubicBezTo>
                    <a:pt x="14665" y="21112"/>
                    <a:pt x="26963" y="6685"/>
                    <a:pt x="44727" y="6685"/>
                  </a:cubicBezTo>
                  <a:cubicBezTo>
                    <a:pt x="82761" y="6685"/>
                    <a:pt x="87771" y="45472"/>
                    <a:pt x="89138" y="56115"/>
                  </a:cubicBezTo>
                  <a:cubicBezTo>
                    <a:pt x="89365" y="57534"/>
                    <a:pt x="89365" y="58953"/>
                    <a:pt x="91871" y="58953"/>
                  </a:cubicBezTo>
                  <a:cubicBezTo>
                    <a:pt x="94831" y="58953"/>
                    <a:pt x="94831" y="57770"/>
                    <a:pt x="94831" y="53276"/>
                  </a:cubicBezTo>
                  <a:lnTo>
                    <a:pt x="94831" y="5739"/>
                  </a:lnTo>
                  <a:cubicBezTo>
                    <a:pt x="94831" y="1718"/>
                    <a:pt x="94831" y="63"/>
                    <a:pt x="92326" y="63"/>
                  </a:cubicBezTo>
                  <a:cubicBezTo>
                    <a:pt x="90732" y="63"/>
                    <a:pt x="90504" y="299"/>
                    <a:pt x="88910" y="3137"/>
                  </a:cubicBezTo>
                  <a:lnTo>
                    <a:pt x="80939" y="16618"/>
                  </a:lnTo>
                  <a:cubicBezTo>
                    <a:pt x="74106" y="9759"/>
                    <a:pt x="64769" y="63"/>
                    <a:pt x="44499" y="63"/>
                  </a:cubicBezTo>
                  <a:cubicBezTo>
                    <a:pt x="19220" y="63"/>
                    <a:pt x="89" y="20875"/>
                    <a:pt x="89" y="45945"/>
                  </a:cubicBezTo>
                  <a:cubicBezTo>
                    <a:pt x="89" y="65575"/>
                    <a:pt x="12160" y="82840"/>
                    <a:pt x="29924" y="89225"/>
                  </a:cubicBezTo>
                  <a:cubicBezTo>
                    <a:pt x="32429" y="90171"/>
                    <a:pt x="44044" y="93009"/>
                    <a:pt x="59986" y="97030"/>
                  </a:cubicBezTo>
                  <a:cubicBezTo>
                    <a:pt x="66135" y="98686"/>
                    <a:pt x="72968" y="100341"/>
                    <a:pt x="79345" y="109092"/>
                  </a:cubicBezTo>
                  <a:cubicBezTo>
                    <a:pt x="84127" y="115241"/>
                    <a:pt x="86405" y="123046"/>
                    <a:pt x="86405" y="130850"/>
                  </a:cubicBezTo>
                  <a:cubicBezTo>
                    <a:pt x="86405" y="147642"/>
                    <a:pt x="75017" y="164671"/>
                    <a:pt x="55887" y="164671"/>
                  </a:cubicBezTo>
                  <a:cubicBezTo>
                    <a:pt x="49282" y="164671"/>
                    <a:pt x="31973" y="163488"/>
                    <a:pt x="19903" y="151899"/>
                  </a:cubicBezTo>
                  <a:cubicBezTo>
                    <a:pt x="6694" y="139128"/>
                    <a:pt x="6010" y="123992"/>
                    <a:pt x="5783" y="115477"/>
                  </a:cubicBezTo>
                  <a:cubicBezTo>
                    <a:pt x="5555" y="113112"/>
                    <a:pt x="3733" y="113112"/>
                    <a:pt x="3050" y="113112"/>
                  </a:cubicBezTo>
                  <a:cubicBezTo>
                    <a:pt x="89" y="113112"/>
                    <a:pt x="89" y="114768"/>
                    <a:pt x="89" y="119025"/>
                  </a:cubicBezTo>
                  <a:lnTo>
                    <a:pt x="89" y="166326"/>
                  </a:lnTo>
                  <a:cubicBezTo>
                    <a:pt x="89" y="170347"/>
                    <a:pt x="89" y="172002"/>
                    <a:pt x="2594" y="172002"/>
                  </a:cubicBezTo>
                  <a:cubicBezTo>
                    <a:pt x="4188" y="172002"/>
                    <a:pt x="4416" y="171529"/>
                    <a:pt x="6010" y="168928"/>
                  </a:cubicBezTo>
                  <a:cubicBezTo>
                    <a:pt x="6010" y="168691"/>
                    <a:pt x="6694" y="167982"/>
                    <a:pt x="14209" y="155447"/>
                  </a:cubicBezTo>
                  <a:cubicBezTo>
                    <a:pt x="21269" y="163488"/>
                    <a:pt x="35845" y="172002"/>
                    <a:pt x="56115" y="172002"/>
                  </a:cubicBezTo>
                  <a:cubicBezTo>
                    <a:pt x="82761" y="172002"/>
                    <a:pt x="100980" y="148825"/>
                    <a:pt x="100980" y="122809"/>
                  </a:cubicBezTo>
                  <a:cubicBezTo>
                    <a:pt x="100980" y="99159"/>
                    <a:pt x="85949" y="79765"/>
                    <a:pt x="66819" y="75035"/>
                  </a:cubicBezTo>
                  <a:close/>
                </a:path>
              </a:pathLst>
            </a:custGeom>
            <a:grpFill/>
            <a:ln w="22810" cap="flat">
              <a:noFill/>
              <a:prstDash val="solid"/>
              <a:miter/>
            </a:ln>
          </p:spPr>
          <p:txBody>
            <a:bodyPr rtlCol="0" anchor="ctr"/>
            <a:lstStyle/>
            <a:p>
              <a:endParaRPr lang="en-GB" noProof="0">
                <a:solidFill>
                  <a:srgbClr val="FFFF00"/>
                </a:solidFill>
              </a:endParaRPr>
            </a:p>
          </p:txBody>
        </p:sp>
        <p:sp>
          <p:nvSpPr>
            <p:cNvPr id="19" name="Freeform: Shape 18">
              <a:extLst>
                <a:ext uri="{FF2B5EF4-FFF2-40B4-BE49-F238E27FC236}">
                  <a16:creationId xmlns:a16="http://schemas.microsoft.com/office/drawing/2014/main" id="{42B8C750-F69B-1583-88B6-3DB65B7DB698}"/>
                </a:ext>
              </a:extLst>
            </p:cNvPr>
            <p:cNvSpPr/>
            <p:nvPr>
              <p:custDataLst>
                <p:tags r:id="rId5"/>
              </p:custDataLst>
            </p:nvPr>
          </p:nvSpPr>
          <p:spPr>
            <a:xfrm>
              <a:off x="4777704" y="3943186"/>
              <a:ext cx="151451" cy="55342"/>
            </a:xfrm>
            <a:custGeom>
              <a:avLst/>
              <a:gdLst>
                <a:gd name="connsiteX0" fmla="*/ 143805 w 151451"/>
                <a:gd name="connsiteY0" fmla="*/ 9523 h 55342"/>
                <a:gd name="connsiteX1" fmla="*/ 151548 w 151451"/>
                <a:gd name="connsiteY1" fmla="*/ 4793 h 55342"/>
                <a:gd name="connsiteX2" fmla="*/ 144033 w 151451"/>
                <a:gd name="connsiteY2" fmla="*/ 63 h 55342"/>
                <a:gd name="connsiteX3" fmla="*/ 7613 w 151451"/>
                <a:gd name="connsiteY3" fmla="*/ 63 h 55342"/>
                <a:gd name="connsiteX4" fmla="*/ 97 w 151451"/>
                <a:gd name="connsiteY4" fmla="*/ 4793 h 55342"/>
                <a:gd name="connsiteX5" fmla="*/ 7841 w 151451"/>
                <a:gd name="connsiteY5" fmla="*/ 9523 h 55342"/>
                <a:gd name="connsiteX6" fmla="*/ 143805 w 151451"/>
                <a:gd name="connsiteY6" fmla="*/ 9523 h 55342"/>
                <a:gd name="connsiteX7" fmla="*/ 144033 w 151451"/>
                <a:gd name="connsiteY7" fmla="*/ 55405 h 55342"/>
                <a:gd name="connsiteX8" fmla="*/ 151548 w 151451"/>
                <a:gd name="connsiteY8" fmla="*/ 50675 h 55342"/>
                <a:gd name="connsiteX9" fmla="*/ 143805 w 151451"/>
                <a:gd name="connsiteY9" fmla="*/ 45945 h 55342"/>
                <a:gd name="connsiteX10" fmla="*/ 7841 w 151451"/>
                <a:gd name="connsiteY10" fmla="*/ 45945 h 55342"/>
                <a:gd name="connsiteX11" fmla="*/ 97 w 151451"/>
                <a:gd name="connsiteY11" fmla="*/ 50675 h 55342"/>
                <a:gd name="connsiteX12" fmla="*/ 7613 w 151451"/>
                <a:gd name="connsiteY12" fmla="*/ 55405 h 55342"/>
                <a:gd name="connsiteX13" fmla="*/ 144033 w 151451"/>
                <a:gd name="connsiteY13" fmla="*/ 55405 h 55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451" h="55342">
                  <a:moveTo>
                    <a:pt x="143805" y="9523"/>
                  </a:moveTo>
                  <a:cubicBezTo>
                    <a:pt x="147221" y="9523"/>
                    <a:pt x="151548" y="9523"/>
                    <a:pt x="151548" y="4793"/>
                  </a:cubicBezTo>
                  <a:cubicBezTo>
                    <a:pt x="151548" y="63"/>
                    <a:pt x="147221" y="63"/>
                    <a:pt x="144033" y="63"/>
                  </a:cubicBezTo>
                  <a:lnTo>
                    <a:pt x="7613" y="63"/>
                  </a:lnTo>
                  <a:cubicBezTo>
                    <a:pt x="4424" y="63"/>
                    <a:pt x="97" y="63"/>
                    <a:pt x="97" y="4793"/>
                  </a:cubicBezTo>
                  <a:cubicBezTo>
                    <a:pt x="97" y="9523"/>
                    <a:pt x="4424" y="9523"/>
                    <a:pt x="7841" y="9523"/>
                  </a:cubicBezTo>
                  <a:lnTo>
                    <a:pt x="143805" y="9523"/>
                  </a:lnTo>
                  <a:close/>
                  <a:moveTo>
                    <a:pt x="144033" y="55405"/>
                  </a:moveTo>
                  <a:cubicBezTo>
                    <a:pt x="147221" y="55405"/>
                    <a:pt x="151548" y="55405"/>
                    <a:pt x="151548" y="50675"/>
                  </a:cubicBezTo>
                  <a:cubicBezTo>
                    <a:pt x="151548" y="45945"/>
                    <a:pt x="147221" y="45945"/>
                    <a:pt x="143805" y="45945"/>
                  </a:cubicBezTo>
                  <a:lnTo>
                    <a:pt x="7841" y="45945"/>
                  </a:lnTo>
                  <a:cubicBezTo>
                    <a:pt x="4424" y="45945"/>
                    <a:pt x="97" y="45945"/>
                    <a:pt x="97" y="50675"/>
                  </a:cubicBezTo>
                  <a:cubicBezTo>
                    <a:pt x="97" y="55405"/>
                    <a:pt x="4424" y="55405"/>
                    <a:pt x="7613" y="55405"/>
                  </a:cubicBezTo>
                  <a:lnTo>
                    <a:pt x="144033" y="55405"/>
                  </a:lnTo>
                  <a:close/>
                </a:path>
              </a:pathLst>
            </a:custGeom>
            <a:grpFill/>
            <a:ln w="22810" cap="flat">
              <a:noFill/>
              <a:prstDash val="solid"/>
              <a:miter/>
            </a:ln>
          </p:spPr>
          <p:txBody>
            <a:bodyPr rtlCol="0" anchor="ctr"/>
            <a:lstStyle/>
            <a:p>
              <a:endParaRPr lang="en-GB" noProof="0">
                <a:solidFill>
                  <a:srgbClr val="FFFF00"/>
                </a:solidFill>
              </a:endParaRPr>
            </a:p>
          </p:txBody>
        </p:sp>
        <p:sp>
          <p:nvSpPr>
            <p:cNvPr id="20" name="Freeform: Shape 19">
              <a:extLst>
                <a:ext uri="{FF2B5EF4-FFF2-40B4-BE49-F238E27FC236}">
                  <a16:creationId xmlns:a16="http://schemas.microsoft.com/office/drawing/2014/main" id="{E0F4CFD5-0E85-7D06-F656-961216DC3D9B}"/>
                </a:ext>
              </a:extLst>
            </p:cNvPr>
            <p:cNvSpPr/>
            <p:nvPr>
              <p:custDataLst>
                <p:tags r:id="rId6"/>
              </p:custDataLst>
            </p:nvPr>
          </p:nvSpPr>
          <p:spPr>
            <a:xfrm>
              <a:off x="5014913" y="3868450"/>
              <a:ext cx="228201" cy="161533"/>
            </a:xfrm>
            <a:custGeom>
              <a:avLst/>
              <a:gdLst>
                <a:gd name="connsiteX0" fmla="*/ 201435 w 228201"/>
                <a:gd name="connsiteY0" fmla="*/ 18274 h 161533"/>
                <a:gd name="connsiteX1" fmla="*/ 221021 w 228201"/>
                <a:gd name="connsiteY1" fmla="*/ 7394 h 161533"/>
                <a:gd name="connsiteX2" fmla="*/ 228309 w 228201"/>
                <a:gd name="connsiteY2" fmla="*/ 2664 h 161533"/>
                <a:gd name="connsiteX3" fmla="*/ 222160 w 228201"/>
                <a:gd name="connsiteY3" fmla="*/ 63 h 161533"/>
                <a:gd name="connsiteX4" fmla="*/ 192098 w 228201"/>
                <a:gd name="connsiteY4" fmla="*/ 63 h 161533"/>
                <a:gd name="connsiteX5" fmla="*/ 183216 w 228201"/>
                <a:gd name="connsiteY5" fmla="*/ 4556 h 161533"/>
                <a:gd name="connsiteX6" fmla="*/ 100088 w 228201"/>
                <a:gd name="connsiteY6" fmla="*/ 139364 h 161533"/>
                <a:gd name="connsiteX7" fmla="*/ 82324 w 228201"/>
                <a:gd name="connsiteY7" fmla="*/ 5502 h 161533"/>
                <a:gd name="connsiteX8" fmla="*/ 75264 w 228201"/>
                <a:gd name="connsiteY8" fmla="*/ 63 h 161533"/>
                <a:gd name="connsiteX9" fmla="*/ 44063 w 228201"/>
                <a:gd name="connsiteY9" fmla="*/ 63 h 161533"/>
                <a:gd name="connsiteX10" fmla="*/ 37230 w 228201"/>
                <a:gd name="connsiteY10" fmla="*/ 4556 h 161533"/>
                <a:gd name="connsiteX11" fmla="*/ 43835 w 228201"/>
                <a:gd name="connsiteY11" fmla="*/ 7394 h 161533"/>
                <a:gd name="connsiteX12" fmla="*/ 53628 w 228201"/>
                <a:gd name="connsiteY12" fmla="*/ 7867 h 161533"/>
                <a:gd name="connsiteX13" fmla="*/ 58639 w 228201"/>
                <a:gd name="connsiteY13" fmla="*/ 11652 h 161533"/>
                <a:gd name="connsiteX14" fmla="*/ 57728 w 228201"/>
                <a:gd name="connsiteY14" fmla="*/ 16145 h 161533"/>
                <a:gd name="connsiteX15" fmla="*/ 28804 w 228201"/>
                <a:gd name="connsiteY15" fmla="*/ 136526 h 161533"/>
                <a:gd name="connsiteX16" fmla="*/ 4207 w 228201"/>
                <a:gd name="connsiteY16" fmla="*/ 154264 h 161533"/>
                <a:gd name="connsiteX17" fmla="*/ 108 w 228201"/>
                <a:gd name="connsiteY17" fmla="*/ 158758 h 161533"/>
                <a:gd name="connsiteX18" fmla="*/ 3296 w 228201"/>
                <a:gd name="connsiteY18" fmla="*/ 161596 h 161533"/>
                <a:gd name="connsiteX19" fmla="*/ 26071 w 228201"/>
                <a:gd name="connsiteY19" fmla="*/ 160886 h 161533"/>
                <a:gd name="connsiteX20" fmla="*/ 49529 w 228201"/>
                <a:gd name="connsiteY20" fmla="*/ 161596 h 161533"/>
                <a:gd name="connsiteX21" fmla="*/ 53628 w 228201"/>
                <a:gd name="connsiteY21" fmla="*/ 156866 h 161533"/>
                <a:gd name="connsiteX22" fmla="*/ 49529 w 228201"/>
                <a:gd name="connsiteY22" fmla="*/ 154264 h 161533"/>
                <a:gd name="connsiteX23" fmla="*/ 34042 w 228201"/>
                <a:gd name="connsiteY23" fmla="*/ 143858 h 161533"/>
                <a:gd name="connsiteX24" fmla="*/ 34953 w 228201"/>
                <a:gd name="connsiteY24" fmla="*/ 138418 h 161533"/>
                <a:gd name="connsiteX25" fmla="*/ 65926 w 228201"/>
                <a:gd name="connsiteY25" fmla="*/ 9523 h 161533"/>
                <a:gd name="connsiteX26" fmla="*/ 66154 w 228201"/>
                <a:gd name="connsiteY26" fmla="*/ 9523 h 161533"/>
                <a:gd name="connsiteX27" fmla="*/ 85740 w 228201"/>
                <a:gd name="connsiteY27" fmla="*/ 156156 h 161533"/>
                <a:gd name="connsiteX28" fmla="*/ 89157 w 228201"/>
                <a:gd name="connsiteY28" fmla="*/ 161596 h 161533"/>
                <a:gd name="connsiteX29" fmla="*/ 94167 w 228201"/>
                <a:gd name="connsiteY29" fmla="*/ 157339 h 161533"/>
                <a:gd name="connsiteX30" fmla="*/ 186176 w 228201"/>
                <a:gd name="connsiteY30" fmla="*/ 7631 h 161533"/>
                <a:gd name="connsiteX31" fmla="*/ 186404 w 228201"/>
                <a:gd name="connsiteY31" fmla="*/ 7631 h 161533"/>
                <a:gd name="connsiteX32" fmla="*/ 153836 w 228201"/>
                <a:gd name="connsiteY32" fmla="*/ 143149 h 161533"/>
                <a:gd name="connsiteX33" fmla="*/ 133111 w 228201"/>
                <a:gd name="connsiteY33" fmla="*/ 154264 h 161533"/>
                <a:gd name="connsiteX34" fmla="*/ 126735 w 228201"/>
                <a:gd name="connsiteY34" fmla="*/ 158758 h 161533"/>
                <a:gd name="connsiteX35" fmla="*/ 130151 w 228201"/>
                <a:gd name="connsiteY35" fmla="*/ 161596 h 161533"/>
                <a:gd name="connsiteX36" fmla="*/ 158391 w 228201"/>
                <a:gd name="connsiteY36" fmla="*/ 160886 h 161533"/>
                <a:gd name="connsiteX37" fmla="*/ 186860 w 228201"/>
                <a:gd name="connsiteY37" fmla="*/ 161596 h 161533"/>
                <a:gd name="connsiteX38" fmla="*/ 191187 w 228201"/>
                <a:gd name="connsiteY38" fmla="*/ 156866 h 161533"/>
                <a:gd name="connsiteX39" fmla="*/ 184810 w 228201"/>
                <a:gd name="connsiteY39" fmla="*/ 154264 h 161533"/>
                <a:gd name="connsiteX40" fmla="*/ 170006 w 228201"/>
                <a:gd name="connsiteY40" fmla="*/ 150007 h 161533"/>
                <a:gd name="connsiteX41" fmla="*/ 171145 w 228201"/>
                <a:gd name="connsiteY41" fmla="*/ 144331 h 161533"/>
                <a:gd name="connsiteX42" fmla="*/ 201435 w 228201"/>
                <a:gd name="connsiteY42" fmla="*/ 18274 h 161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28201" h="161533">
                  <a:moveTo>
                    <a:pt x="201435" y="18274"/>
                  </a:moveTo>
                  <a:cubicBezTo>
                    <a:pt x="203485" y="9759"/>
                    <a:pt x="203940" y="7394"/>
                    <a:pt x="221021" y="7394"/>
                  </a:cubicBezTo>
                  <a:cubicBezTo>
                    <a:pt x="226260" y="7394"/>
                    <a:pt x="228309" y="7394"/>
                    <a:pt x="228309" y="2664"/>
                  </a:cubicBezTo>
                  <a:cubicBezTo>
                    <a:pt x="228309" y="63"/>
                    <a:pt x="226032" y="63"/>
                    <a:pt x="222160" y="63"/>
                  </a:cubicBezTo>
                  <a:lnTo>
                    <a:pt x="192098" y="63"/>
                  </a:lnTo>
                  <a:cubicBezTo>
                    <a:pt x="186176" y="63"/>
                    <a:pt x="185949" y="63"/>
                    <a:pt x="183216" y="4556"/>
                  </a:cubicBezTo>
                  <a:lnTo>
                    <a:pt x="100088" y="139364"/>
                  </a:lnTo>
                  <a:lnTo>
                    <a:pt x="82324" y="5502"/>
                  </a:lnTo>
                  <a:cubicBezTo>
                    <a:pt x="81641" y="63"/>
                    <a:pt x="81185" y="63"/>
                    <a:pt x="75264" y="63"/>
                  </a:cubicBezTo>
                  <a:lnTo>
                    <a:pt x="44063" y="63"/>
                  </a:lnTo>
                  <a:cubicBezTo>
                    <a:pt x="39736" y="63"/>
                    <a:pt x="37230" y="63"/>
                    <a:pt x="37230" y="4556"/>
                  </a:cubicBezTo>
                  <a:cubicBezTo>
                    <a:pt x="37230" y="7394"/>
                    <a:pt x="39280" y="7394"/>
                    <a:pt x="43835" y="7394"/>
                  </a:cubicBezTo>
                  <a:cubicBezTo>
                    <a:pt x="46796" y="7394"/>
                    <a:pt x="50895" y="7631"/>
                    <a:pt x="53628" y="7867"/>
                  </a:cubicBezTo>
                  <a:cubicBezTo>
                    <a:pt x="57272" y="8340"/>
                    <a:pt x="58639" y="9050"/>
                    <a:pt x="58639" y="11652"/>
                  </a:cubicBezTo>
                  <a:cubicBezTo>
                    <a:pt x="58639" y="12598"/>
                    <a:pt x="58411" y="13307"/>
                    <a:pt x="57728" y="16145"/>
                  </a:cubicBezTo>
                  <a:lnTo>
                    <a:pt x="28804" y="136526"/>
                  </a:lnTo>
                  <a:cubicBezTo>
                    <a:pt x="26526" y="145987"/>
                    <a:pt x="22655" y="153555"/>
                    <a:pt x="4207" y="154264"/>
                  </a:cubicBezTo>
                  <a:cubicBezTo>
                    <a:pt x="3069" y="154264"/>
                    <a:pt x="108" y="154501"/>
                    <a:pt x="108" y="158758"/>
                  </a:cubicBezTo>
                  <a:cubicBezTo>
                    <a:pt x="108" y="160886"/>
                    <a:pt x="1474" y="161596"/>
                    <a:pt x="3296" y="161596"/>
                  </a:cubicBezTo>
                  <a:cubicBezTo>
                    <a:pt x="10584" y="161596"/>
                    <a:pt x="18555" y="160886"/>
                    <a:pt x="26071" y="160886"/>
                  </a:cubicBezTo>
                  <a:cubicBezTo>
                    <a:pt x="33814" y="160886"/>
                    <a:pt x="42013" y="161596"/>
                    <a:pt x="49529" y="161596"/>
                  </a:cubicBezTo>
                  <a:cubicBezTo>
                    <a:pt x="50667" y="161596"/>
                    <a:pt x="53628" y="161596"/>
                    <a:pt x="53628" y="156866"/>
                  </a:cubicBezTo>
                  <a:cubicBezTo>
                    <a:pt x="53628" y="154264"/>
                    <a:pt x="51123" y="154264"/>
                    <a:pt x="49529" y="154264"/>
                  </a:cubicBezTo>
                  <a:cubicBezTo>
                    <a:pt x="36547" y="154028"/>
                    <a:pt x="34042" y="149298"/>
                    <a:pt x="34042" y="143858"/>
                  </a:cubicBezTo>
                  <a:cubicBezTo>
                    <a:pt x="34042" y="142203"/>
                    <a:pt x="34270" y="141020"/>
                    <a:pt x="34953" y="138418"/>
                  </a:cubicBezTo>
                  <a:lnTo>
                    <a:pt x="65926" y="9523"/>
                  </a:lnTo>
                  <a:lnTo>
                    <a:pt x="66154" y="9523"/>
                  </a:lnTo>
                  <a:lnTo>
                    <a:pt x="85740" y="156156"/>
                  </a:lnTo>
                  <a:cubicBezTo>
                    <a:pt x="86196" y="158994"/>
                    <a:pt x="86424" y="161596"/>
                    <a:pt x="89157" y="161596"/>
                  </a:cubicBezTo>
                  <a:cubicBezTo>
                    <a:pt x="91662" y="161596"/>
                    <a:pt x="93028" y="158994"/>
                    <a:pt x="94167" y="157339"/>
                  </a:cubicBezTo>
                  <a:lnTo>
                    <a:pt x="186176" y="7631"/>
                  </a:lnTo>
                  <a:lnTo>
                    <a:pt x="186404" y="7631"/>
                  </a:lnTo>
                  <a:lnTo>
                    <a:pt x="153836" y="143149"/>
                  </a:lnTo>
                  <a:cubicBezTo>
                    <a:pt x="151559" y="152372"/>
                    <a:pt x="151103" y="154264"/>
                    <a:pt x="133111" y="154264"/>
                  </a:cubicBezTo>
                  <a:cubicBezTo>
                    <a:pt x="129240" y="154264"/>
                    <a:pt x="126735" y="154264"/>
                    <a:pt x="126735" y="158758"/>
                  </a:cubicBezTo>
                  <a:cubicBezTo>
                    <a:pt x="126735" y="161596"/>
                    <a:pt x="129468" y="161596"/>
                    <a:pt x="130151" y="161596"/>
                  </a:cubicBezTo>
                  <a:cubicBezTo>
                    <a:pt x="136528" y="161596"/>
                    <a:pt x="152014" y="160886"/>
                    <a:pt x="158391" y="160886"/>
                  </a:cubicBezTo>
                  <a:cubicBezTo>
                    <a:pt x="167729" y="160886"/>
                    <a:pt x="177522" y="161596"/>
                    <a:pt x="186860" y="161596"/>
                  </a:cubicBezTo>
                  <a:cubicBezTo>
                    <a:pt x="188226" y="161596"/>
                    <a:pt x="191187" y="161596"/>
                    <a:pt x="191187" y="156866"/>
                  </a:cubicBezTo>
                  <a:cubicBezTo>
                    <a:pt x="191187" y="154264"/>
                    <a:pt x="189137" y="154264"/>
                    <a:pt x="184810" y="154264"/>
                  </a:cubicBezTo>
                  <a:cubicBezTo>
                    <a:pt x="176383" y="154264"/>
                    <a:pt x="170006" y="154264"/>
                    <a:pt x="170006" y="150007"/>
                  </a:cubicBezTo>
                  <a:cubicBezTo>
                    <a:pt x="170006" y="149061"/>
                    <a:pt x="170006" y="148588"/>
                    <a:pt x="171145" y="144331"/>
                  </a:cubicBezTo>
                  <a:lnTo>
                    <a:pt x="201435" y="18274"/>
                  </a:lnTo>
                  <a:close/>
                </a:path>
              </a:pathLst>
            </a:custGeom>
            <a:grpFill/>
            <a:ln w="22810" cap="flat">
              <a:noFill/>
              <a:prstDash val="solid"/>
              <a:miter/>
            </a:ln>
          </p:spPr>
          <p:txBody>
            <a:bodyPr rtlCol="0" anchor="ctr"/>
            <a:lstStyle/>
            <a:p>
              <a:endParaRPr lang="en-GB" noProof="0">
                <a:solidFill>
                  <a:srgbClr val="FFFF00"/>
                </a:solidFill>
              </a:endParaRPr>
            </a:p>
          </p:txBody>
        </p:sp>
        <p:sp>
          <p:nvSpPr>
            <p:cNvPr id="21" name="Freeform: Shape 20">
              <a:extLst>
                <a:ext uri="{FF2B5EF4-FFF2-40B4-BE49-F238E27FC236}">
                  <a16:creationId xmlns:a16="http://schemas.microsoft.com/office/drawing/2014/main" id="{1E099435-80E9-41D5-FB69-D1E3A737582B}"/>
                </a:ext>
              </a:extLst>
            </p:cNvPr>
            <p:cNvSpPr/>
            <p:nvPr>
              <p:custDataLst>
                <p:tags r:id="rId7"/>
              </p:custDataLst>
            </p:nvPr>
          </p:nvSpPr>
          <p:spPr>
            <a:xfrm>
              <a:off x="5260234" y="3868450"/>
              <a:ext cx="173997" cy="161533"/>
            </a:xfrm>
            <a:custGeom>
              <a:avLst/>
              <a:gdLst>
                <a:gd name="connsiteX0" fmla="*/ 27220 w 173997"/>
                <a:gd name="connsiteY0" fmla="*/ 143149 h 161533"/>
                <a:gd name="connsiteX1" fmla="*/ 6495 w 173997"/>
                <a:gd name="connsiteY1" fmla="*/ 154264 h 161533"/>
                <a:gd name="connsiteX2" fmla="*/ 119 w 173997"/>
                <a:gd name="connsiteY2" fmla="*/ 158758 h 161533"/>
                <a:gd name="connsiteX3" fmla="*/ 6495 w 173997"/>
                <a:gd name="connsiteY3" fmla="*/ 161596 h 161533"/>
                <a:gd name="connsiteX4" fmla="*/ 81879 w 173997"/>
                <a:gd name="connsiteY4" fmla="*/ 161596 h 161533"/>
                <a:gd name="connsiteX5" fmla="*/ 174117 w 173997"/>
                <a:gd name="connsiteY5" fmla="*/ 59899 h 161533"/>
                <a:gd name="connsiteX6" fmla="*/ 120596 w 173997"/>
                <a:gd name="connsiteY6" fmla="*/ 63 h 161533"/>
                <a:gd name="connsiteX7" fmla="*/ 44074 w 173997"/>
                <a:gd name="connsiteY7" fmla="*/ 63 h 161533"/>
                <a:gd name="connsiteX8" fmla="*/ 37241 w 173997"/>
                <a:gd name="connsiteY8" fmla="*/ 4556 h 161533"/>
                <a:gd name="connsiteX9" fmla="*/ 43846 w 173997"/>
                <a:gd name="connsiteY9" fmla="*/ 7394 h 161533"/>
                <a:gd name="connsiteX10" fmla="*/ 53639 w 173997"/>
                <a:gd name="connsiteY10" fmla="*/ 7867 h 161533"/>
                <a:gd name="connsiteX11" fmla="*/ 58649 w 173997"/>
                <a:gd name="connsiteY11" fmla="*/ 11652 h 161533"/>
                <a:gd name="connsiteX12" fmla="*/ 57738 w 173997"/>
                <a:gd name="connsiteY12" fmla="*/ 16145 h 161533"/>
                <a:gd name="connsiteX13" fmla="*/ 27220 w 173997"/>
                <a:gd name="connsiteY13" fmla="*/ 143149 h 161533"/>
                <a:gd name="connsiteX14" fmla="*/ 76413 w 173997"/>
                <a:gd name="connsiteY14" fmla="*/ 16382 h 161533"/>
                <a:gd name="connsiteX15" fmla="*/ 88712 w 173997"/>
                <a:gd name="connsiteY15" fmla="*/ 7394 h 161533"/>
                <a:gd name="connsiteX16" fmla="*/ 113081 w 173997"/>
                <a:gd name="connsiteY16" fmla="*/ 7394 h 161533"/>
                <a:gd name="connsiteX17" fmla="*/ 154303 w 173997"/>
                <a:gd name="connsiteY17" fmla="*/ 51148 h 161533"/>
                <a:gd name="connsiteX18" fmla="*/ 130389 w 173997"/>
                <a:gd name="connsiteY18" fmla="*/ 127539 h 161533"/>
                <a:gd name="connsiteX19" fmla="*/ 77780 w 173997"/>
                <a:gd name="connsiteY19" fmla="*/ 154264 h 161533"/>
                <a:gd name="connsiteX20" fmla="*/ 52045 w 173997"/>
                <a:gd name="connsiteY20" fmla="*/ 154264 h 161533"/>
                <a:gd name="connsiteX21" fmla="*/ 47034 w 173997"/>
                <a:gd name="connsiteY21" fmla="*/ 154028 h 161533"/>
                <a:gd name="connsiteX22" fmla="*/ 44074 w 173997"/>
                <a:gd name="connsiteY22" fmla="*/ 151663 h 161533"/>
                <a:gd name="connsiteX23" fmla="*/ 45212 w 173997"/>
                <a:gd name="connsiteY23" fmla="*/ 146223 h 161533"/>
                <a:gd name="connsiteX24" fmla="*/ 76413 w 173997"/>
                <a:gd name="connsiteY24" fmla="*/ 16382 h 161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3997" h="161533">
                  <a:moveTo>
                    <a:pt x="27220" y="143149"/>
                  </a:moveTo>
                  <a:cubicBezTo>
                    <a:pt x="24943" y="152372"/>
                    <a:pt x="24487" y="154264"/>
                    <a:pt x="6495" y="154264"/>
                  </a:cubicBezTo>
                  <a:cubicBezTo>
                    <a:pt x="2624" y="154264"/>
                    <a:pt x="119" y="154264"/>
                    <a:pt x="119" y="158758"/>
                  </a:cubicBezTo>
                  <a:cubicBezTo>
                    <a:pt x="119" y="161596"/>
                    <a:pt x="2168" y="161596"/>
                    <a:pt x="6495" y="161596"/>
                  </a:cubicBezTo>
                  <a:lnTo>
                    <a:pt x="81879" y="161596"/>
                  </a:lnTo>
                  <a:cubicBezTo>
                    <a:pt x="129251" y="161596"/>
                    <a:pt x="174117" y="111693"/>
                    <a:pt x="174117" y="59899"/>
                  </a:cubicBezTo>
                  <a:cubicBezTo>
                    <a:pt x="174117" y="26551"/>
                    <a:pt x="154758" y="63"/>
                    <a:pt x="120596" y="63"/>
                  </a:cubicBezTo>
                  <a:lnTo>
                    <a:pt x="44074" y="63"/>
                  </a:lnTo>
                  <a:cubicBezTo>
                    <a:pt x="39746" y="63"/>
                    <a:pt x="37241" y="63"/>
                    <a:pt x="37241" y="4556"/>
                  </a:cubicBezTo>
                  <a:cubicBezTo>
                    <a:pt x="37241" y="7394"/>
                    <a:pt x="39291" y="7394"/>
                    <a:pt x="43846" y="7394"/>
                  </a:cubicBezTo>
                  <a:cubicBezTo>
                    <a:pt x="46807" y="7394"/>
                    <a:pt x="50906" y="7631"/>
                    <a:pt x="53639" y="7867"/>
                  </a:cubicBezTo>
                  <a:cubicBezTo>
                    <a:pt x="57283" y="8340"/>
                    <a:pt x="58649" y="9050"/>
                    <a:pt x="58649" y="11652"/>
                  </a:cubicBezTo>
                  <a:cubicBezTo>
                    <a:pt x="58649" y="12598"/>
                    <a:pt x="58422" y="13307"/>
                    <a:pt x="57738" y="16145"/>
                  </a:cubicBezTo>
                  <a:lnTo>
                    <a:pt x="27220" y="143149"/>
                  </a:lnTo>
                  <a:close/>
                  <a:moveTo>
                    <a:pt x="76413" y="16382"/>
                  </a:moveTo>
                  <a:cubicBezTo>
                    <a:pt x="78463" y="8104"/>
                    <a:pt x="78919" y="7394"/>
                    <a:pt x="88712" y="7394"/>
                  </a:cubicBezTo>
                  <a:lnTo>
                    <a:pt x="113081" y="7394"/>
                  </a:lnTo>
                  <a:cubicBezTo>
                    <a:pt x="135400" y="7394"/>
                    <a:pt x="154303" y="19929"/>
                    <a:pt x="154303" y="51148"/>
                  </a:cubicBezTo>
                  <a:cubicBezTo>
                    <a:pt x="154303" y="62737"/>
                    <a:pt x="149748" y="101524"/>
                    <a:pt x="130389" y="127539"/>
                  </a:cubicBezTo>
                  <a:cubicBezTo>
                    <a:pt x="123785" y="136290"/>
                    <a:pt x="105793" y="154264"/>
                    <a:pt x="77780" y="154264"/>
                  </a:cubicBezTo>
                  <a:lnTo>
                    <a:pt x="52045" y="154264"/>
                  </a:lnTo>
                  <a:cubicBezTo>
                    <a:pt x="48856" y="154264"/>
                    <a:pt x="48401" y="154264"/>
                    <a:pt x="47034" y="154028"/>
                  </a:cubicBezTo>
                  <a:cubicBezTo>
                    <a:pt x="44757" y="153791"/>
                    <a:pt x="44074" y="153555"/>
                    <a:pt x="44074" y="151663"/>
                  </a:cubicBezTo>
                  <a:cubicBezTo>
                    <a:pt x="44074" y="150953"/>
                    <a:pt x="44074" y="150480"/>
                    <a:pt x="45212" y="146223"/>
                  </a:cubicBezTo>
                  <a:lnTo>
                    <a:pt x="76413" y="16382"/>
                  </a:lnTo>
                  <a:close/>
                </a:path>
              </a:pathLst>
            </a:custGeom>
            <a:grpFill/>
            <a:ln w="22810" cap="flat">
              <a:noFill/>
              <a:prstDash val="solid"/>
              <a:miter/>
            </a:ln>
          </p:spPr>
          <p:txBody>
            <a:bodyPr rtlCol="0" anchor="ctr"/>
            <a:lstStyle/>
            <a:p>
              <a:endParaRPr lang="en-GB" noProof="0">
                <a:solidFill>
                  <a:srgbClr val="FFFF00"/>
                </a:solidFill>
              </a:endParaRPr>
            </a:p>
          </p:txBody>
        </p:sp>
        <p:sp>
          <p:nvSpPr>
            <p:cNvPr id="22" name="Freeform: Shape 21">
              <a:extLst>
                <a:ext uri="{FF2B5EF4-FFF2-40B4-BE49-F238E27FC236}">
                  <a16:creationId xmlns:a16="http://schemas.microsoft.com/office/drawing/2014/main" id="{FA9368FB-81C3-CF28-39E9-BA8A53466CCF}"/>
                </a:ext>
              </a:extLst>
            </p:cNvPr>
            <p:cNvSpPr/>
            <p:nvPr>
              <p:custDataLst>
                <p:tags r:id="rId8"/>
              </p:custDataLst>
            </p:nvPr>
          </p:nvSpPr>
          <p:spPr>
            <a:xfrm>
              <a:off x="5454659" y="3869160"/>
              <a:ext cx="165292" cy="160823"/>
            </a:xfrm>
            <a:custGeom>
              <a:avLst/>
              <a:gdLst>
                <a:gd name="connsiteX0" fmla="*/ 152717 w 165292"/>
                <a:gd name="connsiteY0" fmla="*/ 105781 h 160823"/>
                <a:gd name="connsiteX1" fmla="*/ 153856 w 165292"/>
                <a:gd name="connsiteY1" fmla="*/ 102470 h 160823"/>
                <a:gd name="connsiteX2" fmla="*/ 151123 w 165292"/>
                <a:gd name="connsiteY2" fmla="*/ 99868 h 160823"/>
                <a:gd name="connsiteX3" fmla="*/ 148162 w 165292"/>
                <a:gd name="connsiteY3" fmla="*/ 102706 h 160823"/>
                <a:gd name="connsiteX4" fmla="*/ 85987 w 165292"/>
                <a:gd name="connsiteY4" fmla="*/ 153555 h 160823"/>
                <a:gd name="connsiteX5" fmla="*/ 52736 w 165292"/>
                <a:gd name="connsiteY5" fmla="*/ 153555 h 160823"/>
                <a:gd name="connsiteX6" fmla="*/ 47726 w 165292"/>
                <a:gd name="connsiteY6" fmla="*/ 153318 h 160823"/>
                <a:gd name="connsiteX7" fmla="*/ 44765 w 165292"/>
                <a:gd name="connsiteY7" fmla="*/ 150953 h 160823"/>
                <a:gd name="connsiteX8" fmla="*/ 45904 w 165292"/>
                <a:gd name="connsiteY8" fmla="*/ 145514 h 160823"/>
                <a:gd name="connsiteX9" fmla="*/ 61391 w 165292"/>
                <a:gd name="connsiteY9" fmla="*/ 80948 h 160823"/>
                <a:gd name="connsiteX10" fmla="*/ 83938 w 165292"/>
                <a:gd name="connsiteY10" fmla="*/ 80948 h 160823"/>
                <a:gd name="connsiteX11" fmla="*/ 103296 w 165292"/>
                <a:gd name="connsiteY11" fmla="*/ 91827 h 160823"/>
                <a:gd name="connsiteX12" fmla="*/ 101702 w 165292"/>
                <a:gd name="connsiteY12" fmla="*/ 103416 h 160823"/>
                <a:gd name="connsiteX13" fmla="*/ 101019 w 165292"/>
                <a:gd name="connsiteY13" fmla="*/ 106017 h 160823"/>
                <a:gd name="connsiteX14" fmla="*/ 103979 w 165292"/>
                <a:gd name="connsiteY14" fmla="*/ 108619 h 160823"/>
                <a:gd name="connsiteX15" fmla="*/ 107395 w 165292"/>
                <a:gd name="connsiteY15" fmla="*/ 103889 h 160823"/>
                <a:gd name="connsiteX16" fmla="*/ 120377 w 165292"/>
                <a:gd name="connsiteY16" fmla="*/ 48546 h 160823"/>
                <a:gd name="connsiteX17" fmla="*/ 117644 w 165292"/>
                <a:gd name="connsiteY17" fmla="*/ 45945 h 160823"/>
                <a:gd name="connsiteX18" fmla="*/ 114456 w 165292"/>
                <a:gd name="connsiteY18" fmla="*/ 50202 h 160823"/>
                <a:gd name="connsiteX19" fmla="*/ 84621 w 165292"/>
                <a:gd name="connsiteY19" fmla="*/ 73616 h 160823"/>
                <a:gd name="connsiteX20" fmla="*/ 63213 w 165292"/>
                <a:gd name="connsiteY20" fmla="*/ 73616 h 160823"/>
                <a:gd name="connsiteX21" fmla="*/ 76878 w 165292"/>
                <a:gd name="connsiteY21" fmla="*/ 16618 h 160823"/>
                <a:gd name="connsiteX22" fmla="*/ 89176 w 165292"/>
                <a:gd name="connsiteY22" fmla="*/ 7394 h 160823"/>
                <a:gd name="connsiteX23" fmla="*/ 121288 w 165292"/>
                <a:gd name="connsiteY23" fmla="*/ 7394 h 160823"/>
                <a:gd name="connsiteX24" fmla="*/ 155905 w 165292"/>
                <a:gd name="connsiteY24" fmla="*/ 33647 h 160823"/>
                <a:gd name="connsiteX25" fmla="*/ 154994 w 165292"/>
                <a:gd name="connsiteY25" fmla="*/ 46181 h 160823"/>
                <a:gd name="connsiteX26" fmla="*/ 154767 w 165292"/>
                <a:gd name="connsiteY26" fmla="*/ 50438 h 160823"/>
                <a:gd name="connsiteX27" fmla="*/ 157500 w 165292"/>
                <a:gd name="connsiteY27" fmla="*/ 53276 h 160823"/>
                <a:gd name="connsiteX28" fmla="*/ 160688 w 165292"/>
                <a:gd name="connsiteY28" fmla="*/ 47364 h 160823"/>
                <a:gd name="connsiteX29" fmla="*/ 165243 w 165292"/>
                <a:gd name="connsiteY29" fmla="*/ 6448 h 160823"/>
                <a:gd name="connsiteX30" fmla="*/ 159094 w 165292"/>
                <a:gd name="connsiteY30" fmla="*/ 63 h 160823"/>
                <a:gd name="connsiteX31" fmla="*/ 44082 w 165292"/>
                <a:gd name="connsiteY31" fmla="*/ 63 h 160823"/>
                <a:gd name="connsiteX32" fmla="*/ 37250 w 165292"/>
                <a:gd name="connsiteY32" fmla="*/ 4793 h 160823"/>
                <a:gd name="connsiteX33" fmla="*/ 43627 w 165292"/>
                <a:gd name="connsiteY33" fmla="*/ 7394 h 160823"/>
                <a:gd name="connsiteX34" fmla="*/ 58430 w 165292"/>
                <a:gd name="connsiteY34" fmla="*/ 11652 h 160823"/>
                <a:gd name="connsiteX35" fmla="*/ 57291 w 165292"/>
                <a:gd name="connsiteY35" fmla="*/ 17328 h 160823"/>
                <a:gd name="connsiteX36" fmla="*/ 27229 w 165292"/>
                <a:gd name="connsiteY36" fmla="*/ 142439 h 160823"/>
                <a:gd name="connsiteX37" fmla="*/ 6504 w 165292"/>
                <a:gd name="connsiteY37" fmla="*/ 153555 h 160823"/>
                <a:gd name="connsiteX38" fmla="*/ 127 w 165292"/>
                <a:gd name="connsiteY38" fmla="*/ 158048 h 160823"/>
                <a:gd name="connsiteX39" fmla="*/ 6504 w 165292"/>
                <a:gd name="connsiteY39" fmla="*/ 160886 h 160823"/>
                <a:gd name="connsiteX40" fmla="*/ 124704 w 165292"/>
                <a:gd name="connsiteY40" fmla="*/ 160886 h 160823"/>
                <a:gd name="connsiteX41" fmla="*/ 131764 w 165292"/>
                <a:gd name="connsiteY41" fmla="*/ 156866 h 160823"/>
                <a:gd name="connsiteX42" fmla="*/ 152717 w 165292"/>
                <a:gd name="connsiteY42" fmla="*/ 105781 h 160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5292" h="160823">
                  <a:moveTo>
                    <a:pt x="152717" y="105781"/>
                  </a:moveTo>
                  <a:cubicBezTo>
                    <a:pt x="153172" y="104598"/>
                    <a:pt x="153856" y="102943"/>
                    <a:pt x="153856" y="102470"/>
                  </a:cubicBezTo>
                  <a:cubicBezTo>
                    <a:pt x="153856" y="102233"/>
                    <a:pt x="153856" y="99868"/>
                    <a:pt x="151123" y="99868"/>
                  </a:cubicBezTo>
                  <a:cubicBezTo>
                    <a:pt x="149073" y="99868"/>
                    <a:pt x="148618" y="101287"/>
                    <a:pt x="148162" y="102706"/>
                  </a:cubicBezTo>
                  <a:cubicBezTo>
                    <a:pt x="133359" y="137709"/>
                    <a:pt x="124932" y="153555"/>
                    <a:pt x="85987" y="153555"/>
                  </a:cubicBezTo>
                  <a:lnTo>
                    <a:pt x="52736" y="153555"/>
                  </a:lnTo>
                  <a:cubicBezTo>
                    <a:pt x="49548" y="153555"/>
                    <a:pt x="49093" y="153555"/>
                    <a:pt x="47726" y="153318"/>
                  </a:cubicBezTo>
                  <a:cubicBezTo>
                    <a:pt x="45449" y="153082"/>
                    <a:pt x="44765" y="152845"/>
                    <a:pt x="44765" y="150953"/>
                  </a:cubicBezTo>
                  <a:cubicBezTo>
                    <a:pt x="44765" y="150244"/>
                    <a:pt x="44765" y="149771"/>
                    <a:pt x="45904" y="145514"/>
                  </a:cubicBezTo>
                  <a:lnTo>
                    <a:pt x="61391" y="80948"/>
                  </a:lnTo>
                  <a:lnTo>
                    <a:pt x="83938" y="80948"/>
                  </a:lnTo>
                  <a:cubicBezTo>
                    <a:pt x="103296" y="80948"/>
                    <a:pt x="103296" y="85914"/>
                    <a:pt x="103296" y="91827"/>
                  </a:cubicBezTo>
                  <a:cubicBezTo>
                    <a:pt x="103296" y="93482"/>
                    <a:pt x="103296" y="96320"/>
                    <a:pt x="101702" y="103416"/>
                  </a:cubicBezTo>
                  <a:cubicBezTo>
                    <a:pt x="101246" y="104598"/>
                    <a:pt x="101019" y="105308"/>
                    <a:pt x="101019" y="106017"/>
                  </a:cubicBezTo>
                  <a:cubicBezTo>
                    <a:pt x="101019" y="107200"/>
                    <a:pt x="101930" y="108619"/>
                    <a:pt x="103979" y="108619"/>
                  </a:cubicBezTo>
                  <a:cubicBezTo>
                    <a:pt x="105801" y="108619"/>
                    <a:pt x="106484" y="107436"/>
                    <a:pt x="107395" y="103889"/>
                  </a:cubicBezTo>
                  <a:lnTo>
                    <a:pt x="120377" y="48546"/>
                  </a:lnTo>
                  <a:cubicBezTo>
                    <a:pt x="120377" y="47127"/>
                    <a:pt x="119238" y="45945"/>
                    <a:pt x="117644" y="45945"/>
                  </a:cubicBezTo>
                  <a:cubicBezTo>
                    <a:pt x="115594" y="45945"/>
                    <a:pt x="115139" y="47364"/>
                    <a:pt x="114456" y="50202"/>
                  </a:cubicBezTo>
                  <a:cubicBezTo>
                    <a:pt x="109673" y="68176"/>
                    <a:pt x="105574" y="73616"/>
                    <a:pt x="84621" y="73616"/>
                  </a:cubicBezTo>
                  <a:lnTo>
                    <a:pt x="63213" y="73616"/>
                  </a:lnTo>
                  <a:lnTo>
                    <a:pt x="76878" y="16618"/>
                  </a:lnTo>
                  <a:cubicBezTo>
                    <a:pt x="78927" y="8340"/>
                    <a:pt x="79155" y="7394"/>
                    <a:pt x="89176" y="7394"/>
                  </a:cubicBezTo>
                  <a:lnTo>
                    <a:pt x="121288" y="7394"/>
                  </a:lnTo>
                  <a:cubicBezTo>
                    <a:pt x="149073" y="7394"/>
                    <a:pt x="155905" y="14253"/>
                    <a:pt x="155905" y="33647"/>
                  </a:cubicBezTo>
                  <a:cubicBezTo>
                    <a:pt x="155905" y="39323"/>
                    <a:pt x="155905" y="39796"/>
                    <a:pt x="154994" y="46181"/>
                  </a:cubicBezTo>
                  <a:cubicBezTo>
                    <a:pt x="154994" y="47600"/>
                    <a:pt x="154767" y="49256"/>
                    <a:pt x="154767" y="50438"/>
                  </a:cubicBezTo>
                  <a:cubicBezTo>
                    <a:pt x="154767" y="51621"/>
                    <a:pt x="155450" y="53276"/>
                    <a:pt x="157500" y="53276"/>
                  </a:cubicBezTo>
                  <a:cubicBezTo>
                    <a:pt x="160005" y="53276"/>
                    <a:pt x="160233" y="51857"/>
                    <a:pt x="160688" y="47364"/>
                  </a:cubicBezTo>
                  <a:lnTo>
                    <a:pt x="165243" y="6448"/>
                  </a:lnTo>
                  <a:cubicBezTo>
                    <a:pt x="165926" y="63"/>
                    <a:pt x="164787" y="63"/>
                    <a:pt x="159094" y="63"/>
                  </a:cubicBezTo>
                  <a:lnTo>
                    <a:pt x="44082" y="63"/>
                  </a:lnTo>
                  <a:cubicBezTo>
                    <a:pt x="39527" y="63"/>
                    <a:pt x="37250" y="63"/>
                    <a:pt x="37250" y="4793"/>
                  </a:cubicBezTo>
                  <a:cubicBezTo>
                    <a:pt x="37250" y="7394"/>
                    <a:pt x="39299" y="7394"/>
                    <a:pt x="43627" y="7394"/>
                  </a:cubicBezTo>
                  <a:cubicBezTo>
                    <a:pt x="52053" y="7394"/>
                    <a:pt x="58430" y="7394"/>
                    <a:pt x="58430" y="11652"/>
                  </a:cubicBezTo>
                  <a:cubicBezTo>
                    <a:pt x="58430" y="12598"/>
                    <a:pt x="58430" y="13071"/>
                    <a:pt x="57291" y="17328"/>
                  </a:cubicBezTo>
                  <a:lnTo>
                    <a:pt x="27229" y="142439"/>
                  </a:lnTo>
                  <a:cubicBezTo>
                    <a:pt x="24951" y="151663"/>
                    <a:pt x="24496" y="153555"/>
                    <a:pt x="6504" y="153555"/>
                  </a:cubicBezTo>
                  <a:cubicBezTo>
                    <a:pt x="2632" y="153555"/>
                    <a:pt x="127" y="153555"/>
                    <a:pt x="127" y="158048"/>
                  </a:cubicBezTo>
                  <a:cubicBezTo>
                    <a:pt x="127" y="160886"/>
                    <a:pt x="2177" y="160886"/>
                    <a:pt x="6504" y="160886"/>
                  </a:cubicBezTo>
                  <a:lnTo>
                    <a:pt x="124704" y="160886"/>
                  </a:lnTo>
                  <a:cubicBezTo>
                    <a:pt x="129942" y="160886"/>
                    <a:pt x="130170" y="160650"/>
                    <a:pt x="131764" y="156866"/>
                  </a:cubicBezTo>
                  <a:lnTo>
                    <a:pt x="152717" y="105781"/>
                  </a:lnTo>
                  <a:close/>
                </a:path>
              </a:pathLst>
            </a:custGeom>
            <a:grpFill/>
            <a:ln w="22810" cap="flat">
              <a:noFill/>
              <a:prstDash val="solid"/>
              <a:miter/>
            </a:ln>
          </p:spPr>
          <p:txBody>
            <a:bodyPr rtlCol="0" anchor="ctr"/>
            <a:lstStyle/>
            <a:p>
              <a:endParaRPr lang="en-GB" noProof="0">
                <a:solidFill>
                  <a:srgbClr val="FFFF00"/>
                </a:solidFill>
              </a:endParaRPr>
            </a:p>
          </p:txBody>
        </p:sp>
        <p:sp>
          <p:nvSpPr>
            <p:cNvPr id="23" name="Freeform: Shape 22">
              <a:extLst>
                <a:ext uri="{FF2B5EF4-FFF2-40B4-BE49-F238E27FC236}">
                  <a16:creationId xmlns:a16="http://schemas.microsoft.com/office/drawing/2014/main" id="{E69B6998-F5F0-FEEF-BB46-C44A997AA13D}"/>
                </a:ext>
              </a:extLst>
            </p:cNvPr>
            <p:cNvSpPr/>
            <p:nvPr>
              <p:custDataLst>
                <p:tags r:id="rId9"/>
              </p:custDataLst>
            </p:nvPr>
          </p:nvSpPr>
          <p:spPr>
            <a:xfrm>
              <a:off x="5639779" y="3852605"/>
              <a:ext cx="88593" cy="236505"/>
            </a:xfrm>
            <a:custGeom>
              <a:avLst/>
              <a:gdLst>
                <a:gd name="connsiteX0" fmla="*/ 87590 w 88593"/>
                <a:gd name="connsiteY0" fmla="*/ 9050 h 236505"/>
                <a:gd name="connsiteX1" fmla="*/ 88728 w 88593"/>
                <a:gd name="connsiteY1" fmla="*/ 4793 h 236505"/>
                <a:gd name="connsiteX2" fmla="*/ 84173 w 88593"/>
                <a:gd name="connsiteY2" fmla="*/ 63 h 236505"/>
                <a:gd name="connsiteX3" fmla="*/ 80302 w 88593"/>
                <a:gd name="connsiteY3" fmla="*/ 2191 h 236505"/>
                <a:gd name="connsiteX4" fmla="*/ 1274 w 88593"/>
                <a:gd name="connsiteY4" fmla="*/ 227581 h 236505"/>
                <a:gd name="connsiteX5" fmla="*/ 135 w 88593"/>
                <a:gd name="connsiteY5" fmla="*/ 231838 h 236505"/>
                <a:gd name="connsiteX6" fmla="*/ 4690 w 88593"/>
                <a:gd name="connsiteY6" fmla="*/ 236568 h 236505"/>
                <a:gd name="connsiteX7" fmla="*/ 9700 w 88593"/>
                <a:gd name="connsiteY7" fmla="*/ 230892 h 236505"/>
                <a:gd name="connsiteX8" fmla="*/ 87590 w 88593"/>
                <a:gd name="connsiteY8" fmla="*/ 9050 h 236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593" h="236505">
                  <a:moveTo>
                    <a:pt x="87590" y="9050"/>
                  </a:moveTo>
                  <a:cubicBezTo>
                    <a:pt x="88728" y="5975"/>
                    <a:pt x="88728" y="5029"/>
                    <a:pt x="88728" y="4793"/>
                  </a:cubicBezTo>
                  <a:cubicBezTo>
                    <a:pt x="88728" y="2191"/>
                    <a:pt x="86679" y="63"/>
                    <a:pt x="84173" y="63"/>
                  </a:cubicBezTo>
                  <a:cubicBezTo>
                    <a:pt x="82579" y="63"/>
                    <a:pt x="80985" y="772"/>
                    <a:pt x="80302" y="2191"/>
                  </a:cubicBezTo>
                  <a:lnTo>
                    <a:pt x="1274" y="227581"/>
                  </a:lnTo>
                  <a:cubicBezTo>
                    <a:pt x="135" y="230656"/>
                    <a:pt x="135" y="231602"/>
                    <a:pt x="135" y="231838"/>
                  </a:cubicBezTo>
                  <a:cubicBezTo>
                    <a:pt x="135" y="234440"/>
                    <a:pt x="2185" y="236568"/>
                    <a:pt x="4690" y="236568"/>
                  </a:cubicBezTo>
                  <a:cubicBezTo>
                    <a:pt x="7651" y="236568"/>
                    <a:pt x="8334" y="234913"/>
                    <a:pt x="9700" y="230892"/>
                  </a:cubicBezTo>
                  <a:lnTo>
                    <a:pt x="87590" y="9050"/>
                  </a:lnTo>
                  <a:close/>
                </a:path>
              </a:pathLst>
            </a:custGeom>
            <a:grpFill/>
            <a:ln w="22810" cap="flat">
              <a:noFill/>
              <a:prstDash val="solid"/>
              <a:miter/>
            </a:ln>
          </p:spPr>
          <p:txBody>
            <a:bodyPr rtlCol="0" anchor="ctr"/>
            <a:lstStyle/>
            <a:p>
              <a:endParaRPr lang="en-GB" noProof="0">
                <a:solidFill>
                  <a:srgbClr val="FFFF00"/>
                </a:solidFill>
              </a:endParaRPr>
            </a:p>
          </p:txBody>
        </p:sp>
        <p:sp>
          <p:nvSpPr>
            <p:cNvPr id="24" name="Freeform: Shape 23">
              <a:extLst>
                <a:ext uri="{FF2B5EF4-FFF2-40B4-BE49-F238E27FC236}">
                  <a16:creationId xmlns:a16="http://schemas.microsoft.com/office/drawing/2014/main" id="{408088E6-A8C1-E82E-608B-628CF37B35C3}"/>
                </a:ext>
              </a:extLst>
            </p:cNvPr>
            <p:cNvSpPr/>
            <p:nvPr>
              <p:custDataLst>
                <p:tags r:id="rId10"/>
              </p:custDataLst>
            </p:nvPr>
          </p:nvSpPr>
          <p:spPr>
            <a:xfrm>
              <a:off x="5752969" y="3863247"/>
              <a:ext cx="135053" cy="171939"/>
            </a:xfrm>
            <a:custGeom>
              <a:avLst/>
              <a:gdLst>
                <a:gd name="connsiteX0" fmla="*/ 135193 w 135053"/>
                <a:gd name="connsiteY0" fmla="*/ 2428 h 171939"/>
                <a:gd name="connsiteX1" fmla="*/ 132688 w 135053"/>
                <a:gd name="connsiteY1" fmla="*/ 63 h 171939"/>
                <a:gd name="connsiteX2" fmla="*/ 128589 w 135053"/>
                <a:gd name="connsiteY2" fmla="*/ 3610 h 171939"/>
                <a:gd name="connsiteX3" fmla="*/ 117657 w 135053"/>
                <a:gd name="connsiteY3" fmla="*/ 17091 h 171939"/>
                <a:gd name="connsiteX4" fmla="*/ 85089 w 135053"/>
                <a:gd name="connsiteY4" fmla="*/ 63 h 171939"/>
                <a:gd name="connsiteX5" fmla="*/ 28836 w 135053"/>
                <a:gd name="connsiteY5" fmla="*/ 55878 h 171939"/>
                <a:gd name="connsiteX6" fmla="*/ 52522 w 135053"/>
                <a:gd name="connsiteY6" fmla="*/ 89462 h 171939"/>
                <a:gd name="connsiteX7" fmla="*/ 76890 w 135053"/>
                <a:gd name="connsiteY7" fmla="*/ 96084 h 171939"/>
                <a:gd name="connsiteX8" fmla="*/ 97843 w 135053"/>
                <a:gd name="connsiteY8" fmla="*/ 121154 h 171939"/>
                <a:gd name="connsiteX9" fmla="*/ 56849 w 135053"/>
                <a:gd name="connsiteY9" fmla="*/ 164671 h 171939"/>
                <a:gd name="connsiteX10" fmla="*/ 16993 w 135053"/>
                <a:gd name="connsiteY10" fmla="*/ 130141 h 171939"/>
                <a:gd name="connsiteX11" fmla="*/ 18360 w 135053"/>
                <a:gd name="connsiteY11" fmla="*/ 117369 h 171939"/>
                <a:gd name="connsiteX12" fmla="*/ 18815 w 135053"/>
                <a:gd name="connsiteY12" fmla="*/ 115714 h 171939"/>
                <a:gd name="connsiteX13" fmla="*/ 16082 w 135053"/>
                <a:gd name="connsiteY13" fmla="*/ 113112 h 171939"/>
                <a:gd name="connsiteX14" fmla="*/ 13805 w 135053"/>
                <a:gd name="connsiteY14" fmla="*/ 114058 h 171939"/>
                <a:gd name="connsiteX15" fmla="*/ 140 w 135053"/>
                <a:gd name="connsiteY15" fmla="*/ 169637 h 171939"/>
                <a:gd name="connsiteX16" fmla="*/ 2645 w 135053"/>
                <a:gd name="connsiteY16" fmla="*/ 172002 h 171939"/>
                <a:gd name="connsiteX17" fmla="*/ 6745 w 135053"/>
                <a:gd name="connsiteY17" fmla="*/ 168455 h 171939"/>
                <a:gd name="connsiteX18" fmla="*/ 17904 w 135053"/>
                <a:gd name="connsiteY18" fmla="*/ 154974 h 171939"/>
                <a:gd name="connsiteX19" fmla="*/ 56393 w 135053"/>
                <a:gd name="connsiteY19" fmla="*/ 172002 h 171939"/>
                <a:gd name="connsiteX20" fmla="*/ 114241 w 135053"/>
                <a:gd name="connsiteY20" fmla="*/ 111220 h 171939"/>
                <a:gd name="connsiteX21" fmla="*/ 103081 w 135053"/>
                <a:gd name="connsiteY21" fmla="*/ 83549 h 171939"/>
                <a:gd name="connsiteX22" fmla="*/ 74157 w 135053"/>
                <a:gd name="connsiteY22" fmla="*/ 71724 h 171939"/>
                <a:gd name="connsiteX23" fmla="*/ 58898 w 135053"/>
                <a:gd name="connsiteY23" fmla="*/ 67467 h 171939"/>
                <a:gd name="connsiteX24" fmla="*/ 45006 w 135053"/>
                <a:gd name="connsiteY24" fmla="*/ 45945 h 171939"/>
                <a:gd name="connsiteX25" fmla="*/ 84862 w 135053"/>
                <a:gd name="connsiteY25" fmla="*/ 6685 h 171939"/>
                <a:gd name="connsiteX26" fmla="*/ 117657 w 135053"/>
                <a:gd name="connsiteY26" fmla="*/ 43343 h 171939"/>
                <a:gd name="connsiteX27" fmla="*/ 116746 w 135053"/>
                <a:gd name="connsiteY27" fmla="*/ 56588 h 171939"/>
                <a:gd name="connsiteX28" fmla="*/ 119479 w 135053"/>
                <a:gd name="connsiteY28" fmla="*/ 58953 h 171939"/>
                <a:gd name="connsiteX29" fmla="*/ 122895 w 135053"/>
                <a:gd name="connsiteY29" fmla="*/ 54222 h 171939"/>
                <a:gd name="connsiteX30" fmla="*/ 135193 w 135053"/>
                <a:gd name="connsiteY30" fmla="*/ 2428 h 171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35053" h="171939">
                  <a:moveTo>
                    <a:pt x="135193" y="2428"/>
                  </a:moveTo>
                  <a:cubicBezTo>
                    <a:pt x="135193" y="1718"/>
                    <a:pt x="134738" y="63"/>
                    <a:pt x="132688" y="63"/>
                  </a:cubicBezTo>
                  <a:cubicBezTo>
                    <a:pt x="131549" y="63"/>
                    <a:pt x="131322" y="299"/>
                    <a:pt x="128589" y="3610"/>
                  </a:cubicBezTo>
                  <a:lnTo>
                    <a:pt x="117657" y="17091"/>
                  </a:lnTo>
                  <a:cubicBezTo>
                    <a:pt x="111736" y="5975"/>
                    <a:pt x="99893" y="63"/>
                    <a:pt x="85089" y="63"/>
                  </a:cubicBezTo>
                  <a:cubicBezTo>
                    <a:pt x="56166" y="63"/>
                    <a:pt x="28836" y="27261"/>
                    <a:pt x="28836" y="55878"/>
                  </a:cubicBezTo>
                  <a:cubicBezTo>
                    <a:pt x="28836" y="75035"/>
                    <a:pt x="40907" y="85914"/>
                    <a:pt x="52522" y="89462"/>
                  </a:cubicBezTo>
                  <a:lnTo>
                    <a:pt x="76890" y="96084"/>
                  </a:lnTo>
                  <a:cubicBezTo>
                    <a:pt x="85317" y="98212"/>
                    <a:pt x="97843" y="101760"/>
                    <a:pt x="97843" y="121154"/>
                  </a:cubicBezTo>
                  <a:cubicBezTo>
                    <a:pt x="97843" y="142439"/>
                    <a:pt x="79168" y="164671"/>
                    <a:pt x="56849" y="164671"/>
                  </a:cubicBezTo>
                  <a:cubicBezTo>
                    <a:pt x="42273" y="164671"/>
                    <a:pt x="16993" y="159467"/>
                    <a:pt x="16993" y="130141"/>
                  </a:cubicBezTo>
                  <a:cubicBezTo>
                    <a:pt x="16993" y="124465"/>
                    <a:pt x="18132" y="118788"/>
                    <a:pt x="18360" y="117369"/>
                  </a:cubicBezTo>
                  <a:cubicBezTo>
                    <a:pt x="18587" y="116423"/>
                    <a:pt x="18815" y="116187"/>
                    <a:pt x="18815" y="115714"/>
                  </a:cubicBezTo>
                  <a:cubicBezTo>
                    <a:pt x="18815" y="113349"/>
                    <a:pt x="17221" y="113112"/>
                    <a:pt x="16082" y="113112"/>
                  </a:cubicBezTo>
                  <a:cubicBezTo>
                    <a:pt x="14944" y="113112"/>
                    <a:pt x="14488" y="113349"/>
                    <a:pt x="13805" y="114058"/>
                  </a:cubicBezTo>
                  <a:cubicBezTo>
                    <a:pt x="12894" y="115004"/>
                    <a:pt x="140" y="168928"/>
                    <a:pt x="140" y="169637"/>
                  </a:cubicBezTo>
                  <a:cubicBezTo>
                    <a:pt x="140" y="171056"/>
                    <a:pt x="1279" y="172002"/>
                    <a:pt x="2645" y="172002"/>
                  </a:cubicBezTo>
                  <a:cubicBezTo>
                    <a:pt x="3784" y="172002"/>
                    <a:pt x="4012" y="171766"/>
                    <a:pt x="6745" y="168455"/>
                  </a:cubicBezTo>
                  <a:lnTo>
                    <a:pt x="17904" y="154974"/>
                  </a:lnTo>
                  <a:cubicBezTo>
                    <a:pt x="27697" y="168691"/>
                    <a:pt x="43184" y="172002"/>
                    <a:pt x="56393" y="172002"/>
                  </a:cubicBezTo>
                  <a:cubicBezTo>
                    <a:pt x="87367" y="172002"/>
                    <a:pt x="114241" y="140547"/>
                    <a:pt x="114241" y="111220"/>
                  </a:cubicBezTo>
                  <a:cubicBezTo>
                    <a:pt x="114241" y="94901"/>
                    <a:pt x="106497" y="86860"/>
                    <a:pt x="103081" y="83549"/>
                  </a:cubicBezTo>
                  <a:cubicBezTo>
                    <a:pt x="97843" y="78110"/>
                    <a:pt x="94427" y="77164"/>
                    <a:pt x="74157" y="71724"/>
                  </a:cubicBezTo>
                  <a:cubicBezTo>
                    <a:pt x="69147" y="70305"/>
                    <a:pt x="60948" y="67940"/>
                    <a:pt x="58898" y="67467"/>
                  </a:cubicBezTo>
                  <a:cubicBezTo>
                    <a:pt x="52749" y="65338"/>
                    <a:pt x="45006" y="58480"/>
                    <a:pt x="45006" y="45945"/>
                  </a:cubicBezTo>
                  <a:cubicBezTo>
                    <a:pt x="45006" y="26788"/>
                    <a:pt x="63226" y="6685"/>
                    <a:pt x="84862" y="6685"/>
                  </a:cubicBezTo>
                  <a:cubicBezTo>
                    <a:pt x="103764" y="6685"/>
                    <a:pt x="117657" y="16855"/>
                    <a:pt x="117657" y="43343"/>
                  </a:cubicBezTo>
                  <a:cubicBezTo>
                    <a:pt x="117657" y="50911"/>
                    <a:pt x="116746" y="55169"/>
                    <a:pt x="116746" y="56588"/>
                  </a:cubicBezTo>
                  <a:cubicBezTo>
                    <a:pt x="116746" y="56824"/>
                    <a:pt x="116746" y="58953"/>
                    <a:pt x="119479" y="58953"/>
                  </a:cubicBezTo>
                  <a:cubicBezTo>
                    <a:pt x="121756" y="58953"/>
                    <a:pt x="121984" y="58243"/>
                    <a:pt x="122895" y="54222"/>
                  </a:cubicBezTo>
                  <a:lnTo>
                    <a:pt x="135193" y="2428"/>
                  </a:lnTo>
                  <a:close/>
                </a:path>
              </a:pathLst>
            </a:custGeom>
            <a:grpFill/>
            <a:ln w="22810" cap="flat">
              <a:noFill/>
              <a:prstDash val="solid"/>
              <a:miter/>
            </a:ln>
          </p:spPr>
          <p:txBody>
            <a:bodyPr rtlCol="0" anchor="ctr"/>
            <a:lstStyle/>
            <a:p>
              <a:endParaRPr lang="en-GB" noProof="0">
                <a:solidFill>
                  <a:srgbClr val="FFFF00"/>
                </a:solidFill>
              </a:endParaRPr>
            </a:p>
          </p:txBody>
        </p:sp>
        <p:sp>
          <p:nvSpPr>
            <p:cNvPr id="25" name="Freeform: Shape 24">
              <a:extLst>
                <a:ext uri="{FF2B5EF4-FFF2-40B4-BE49-F238E27FC236}">
                  <a16:creationId xmlns:a16="http://schemas.microsoft.com/office/drawing/2014/main" id="{7791285E-484C-3225-6601-D5511C4976EB}"/>
                </a:ext>
              </a:extLst>
            </p:cNvPr>
            <p:cNvSpPr/>
            <p:nvPr>
              <p:custDataLst>
                <p:tags r:id="rId11"/>
              </p:custDataLst>
            </p:nvPr>
          </p:nvSpPr>
          <p:spPr>
            <a:xfrm>
              <a:off x="5903015" y="3868450"/>
              <a:ext cx="173997" cy="161533"/>
            </a:xfrm>
            <a:custGeom>
              <a:avLst/>
              <a:gdLst>
                <a:gd name="connsiteX0" fmla="*/ 27248 w 173997"/>
                <a:gd name="connsiteY0" fmla="*/ 143149 h 161533"/>
                <a:gd name="connsiteX1" fmla="*/ 6524 w 173997"/>
                <a:gd name="connsiteY1" fmla="*/ 154264 h 161533"/>
                <a:gd name="connsiteX2" fmla="*/ 147 w 173997"/>
                <a:gd name="connsiteY2" fmla="*/ 158758 h 161533"/>
                <a:gd name="connsiteX3" fmla="*/ 6524 w 173997"/>
                <a:gd name="connsiteY3" fmla="*/ 161596 h 161533"/>
                <a:gd name="connsiteX4" fmla="*/ 81907 w 173997"/>
                <a:gd name="connsiteY4" fmla="*/ 161596 h 161533"/>
                <a:gd name="connsiteX5" fmla="*/ 174145 w 173997"/>
                <a:gd name="connsiteY5" fmla="*/ 59899 h 161533"/>
                <a:gd name="connsiteX6" fmla="*/ 120624 w 173997"/>
                <a:gd name="connsiteY6" fmla="*/ 63 h 161533"/>
                <a:gd name="connsiteX7" fmla="*/ 44102 w 173997"/>
                <a:gd name="connsiteY7" fmla="*/ 63 h 161533"/>
                <a:gd name="connsiteX8" fmla="*/ 37269 w 173997"/>
                <a:gd name="connsiteY8" fmla="*/ 4556 h 161533"/>
                <a:gd name="connsiteX9" fmla="*/ 43874 w 173997"/>
                <a:gd name="connsiteY9" fmla="*/ 7394 h 161533"/>
                <a:gd name="connsiteX10" fmla="*/ 53667 w 173997"/>
                <a:gd name="connsiteY10" fmla="*/ 7867 h 161533"/>
                <a:gd name="connsiteX11" fmla="*/ 58677 w 173997"/>
                <a:gd name="connsiteY11" fmla="*/ 11652 h 161533"/>
                <a:gd name="connsiteX12" fmla="*/ 57766 w 173997"/>
                <a:gd name="connsiteY12" fmla="*/ 16145 h 161533"/>
                <a:gd name="connsiteX13" fmla="*/ 27248 w 173997"/>
                <a:gd name="connsiteY13" fmla="*/ 143149 h 161533"/>
                <a:gd name="connsiteX14" fmla="*/ 76442 w 173997"/>
                <a:gd name="connsiteY14" fmla="*/ 16382 h 161533"/>
                <a:gd name="connsiteX15" fmla="*/ 88740 w 173997"/>
                <a:gd name="connsiteY15" fmla="*/ 7394 h 161533"/>
                <a:gd name="connsiteX16" fmla="*/ 113109 w 173997"/>
                <a:gd name="connsiteY16" fmla="*/ 7394 h 161533"/>
                <a:gd name="connsiteX17" fmla="*/ 154331 w 173997"/>
                <a:gd name="connsiteY17" fmla="*/ 51148 h 161533"/>
                <a:gd name="connsiteX18" fmla="*/ 130417 w 173997"/>
                <a:gd name="connsiteY18" fmla="*/ 127539 h 161533"/>
                <a:gd name="connsiteX19" fmla="*/ 77808 w 173997"/>
                <a:gd name="connsiteY19" fmla="*/ 154264 h 161533"/>
                <a:gd name="connsiteX20" fmla="*/ 52073 w 173997"/>
                <a:gd name="connsiteY20" fmla="*/ 154264 h 161533"/>
                <a:gd name="connsiteX21" fmla="*/ 47062 w 173997"/>
                <a:gd name="connsiteY21" fmla="*/ 154028 h 161533"/>
                <a:gd name="connsiteX22" fmla="*/ 44102 w 173997"/>
                <a:gd name="connsiteY22" fmla="*/ 151663 h 161533"/>
                <a:gd name="connsiteX23" fmla="*/ 45240 w 173997"/>
                <a:gd name="connsiteY23" fmla="*/ 146223 h 161533"/>
                <a:gd name="connsiteX24" fmla="*/ 76442 w 173997"/>
                <a:gd name="connsiteY24" fmla="*/ 16382 h 161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3997" h="161533">
                  <a:moveTo>
                    <a:pt x="27248" y="143149"/>
                  </a:moveTo>
                  <a:cubicBezTo>
                    <a:pt x="24971" y="152372"/>
                    <a:pt x="24516" y="154264"/>
                    <a:pt x="6524" y="154264"/>
                  </a:cubicBezTo>
                  <a:cubicBezTo>
                    <a:pt x="2652" y="154264"/>
                    <a:pt x="147" y="154264"/>
                    <a:pt x="147" y="158758"/>
                  </a:cubicBezTo>
                  <a:cubicBezTo>
                    <a:pt x="147" y="161596"/>
                    <a:pt x="2196" y="161596"/>
                    <a:pt x="6524" y="161596"/>
                  </a:cubicBezTo>
                  <a:lnTo>
                    <a:pt x="81907" y="161596"/>
                  </a:lnTo>
                  <a:cubicBezTo>
                    <a:pt x="129279" y="161596"/>
                    <a:pt x="174145" y="111693"/>
                    <a:pt x="174145" y="59899"/>
                  </a:cubicBezTo>
                  <a:cubicBezTo>
                    <a:pt x="174145" y="26551"/>
                    <a:pt x="154786" y="63"/>
                    <a:pt x="120624" y="63"/>
                  </a:cubicBezTo>
                  <a:lnTo>
                    <a:pt x="44102" y="63"/>
                  </a:lnTo>
                  <a:cubicBezTo>
                    <a:pt x="39775" y="63"/>
                    <a:pt x="37269" y="63"/>
                    <a:pt x="37269" y="4556"/>
                  </a:cubicBezTo>
                  <a:cubicBezTo>
                    <a:pt x="37269" y="7394"/>
                    <a:pt x="39319" y="7394"/>
                    <a:pt x="43874" y="7394"/>
                  </a:cubicBezTo>
                  <a:cubicBezTo>
                    <a:pt x="46835" y="7394"/>
                    <a:pt x="50934" y="7631"/>
                    <a:pt x="53667" y="7867"/>
                  </a:cubicBezTo>
                  <a:cubicBezTo>
                    <a:pt x="57311" y="8340"/>
                    <a:pt x="58677" y="9050"/>
                    <a:pt x="58677" y="11652"/>
                  </a:cubicBezTo>
                  <a:cubicBezTo>
                    <a:pt x="58677" y="12598"/>
                    <a:pt x="58450" y="13307"/>
                    <a:pt x="57766" y="16145"/>
                  </a:cubicBezTo>
                  <a:lnTo>
                    <a:pt x="27248" y="143149"/>
                  </a:lnTo>
                  <a:close/>
                  <a:moveTo>
                    <a:pt x="76442" y="16382"/>
                  </a:moveTo>
                  <a:cubicBezTo>
                    <a:pt x="78491" y="8104"/>
                    <a:pt x="78947" y="7394"/>
                    <a:pt x="88740" y="7394"/>
                  </a:cubicBezTo>
                  <a:lnTo>
                    <a:pt x="113109" y="7394"/>
                  </a:lnTo>
                  <a:cubicBezTo>
                    <a:pt x="135428" y="7394"/>
                    <a:pt x="154331" y="19929"/>
                    <a:pt x="154331" y="51148"/>
                  </a:cubicBezTo>
                  <a:cubicBezTo>
                    <a:pt x="154331" y="62737"/>
                    <a:pt x="149776" y="101524"/>
                    <a:pt x="130417" y="127539"/>
                  </a:cubicBezTo>
                  <a:cubicBezTo>
                    <a:pt x="123813" y="136290"/>
                    <a:pt x="105821" y="154264"/>
                    <a:pt x="77808" y="154264"/>
                  </a:cubicBezTo>
                  <a:lnTo>
                    <a:pt x="52073" y="154264"/>
                  </a:lnTo>
                  <a:cubicBezTo>
                    <a:pt x="48884" y="154264"/>
                    <a:pt x="48429" y="154264"/>
                    <a:pt x="47062" y="154028"/>
                  </a:cubicBezTo>
                  <a:cubicBezTo>
                    <a:pt x="44785" y="153791"/>
                    <a:pt x="44102" y="153555"/>
                    <a:pt x="44102" y="151663"/>
                  </a:cubicBezTo>
                  <a:cubicBezTo>
                    <a:pt x="44102" y="150953"/>
                    <a:pt x="44102" y="150480"/>
                    <a:pt x="45240" y="146223"/>
                  </a:cubicBezTo>
                  <a:lnTo>
                    <a:pt x="76442" y="16382"/>
                  </a:lnTo>
                  <a:close/>
                </a:path>
              </a:pathLst>
            </a:custGeom>
            <a:grpFill/>
            <a:ln w="22810" cap="flat">
              <a:noFill/>
              <a:prstDash val="solid"/>
              <a:miter/>
            </a:ln>
          </p:spPr>
          <p:txBody>
            <a:bodyPr rtlCol="0" anchor="ctr"/>
            <a:lstStyle/>
            <a:p>
              <a:endParaRPr lang="en-GB" noProof="0">
                <a:solidFill>
                  <a:srgbClr val="FFFF00"/>
                </a:solidFill>
              </a:endParaRPr>
            </a:p>
          </p:txBody>
        </p:sp>
        <p:sp>
          <p:nvSpPr>
            <p:cNvPr id="26" name="Freeform: Shape 25">
              <a:extLst>
                <a:ext uri="{FF2B5EF4-FFF2-40B4-BE49-F238E27FC236}">
                  <a16:creationId xmlns:a16="http://schemas.microsoft.com/office/drawing/2014/main" id="{118B9764-0BA5-55E4-F9F0-8A67E11C12C6}"/>
                </a:ext>
              </a:extLst>
            </p:cNvPr>
            <p:cNvSpPr/>
            <p:nvPr>
              <p:custDataLst>
                <p:tags r:id="rId12"/>
              </p:custDataLst>
            </p:nvPr>
          </p:nvSpPr>
          <p:spPr>
            <a:xfrm>
              <a:off x="6164802" y="3943186"/>
              <a:ext cx="151451" cy="55342"/>
            </a:xfrm>
            <a:custGeom>
              <a:avLst/>
              <a:gdLst>
                <a:gd name="connsiteX0" fmla="*/ 143866 w 151451"/>
                <a:gd name="connsiteY0" fmla="*/ 9523 h 55342"/>
                <a:gd name="connsiteX1" fmla="*/ 151609 w 151451"/>
                <a:gd name="connsiteY1" fmla="*/ 4793 h 55342"/>
                <a:gd name="connsiteX2" fmla="*/ 144093 w 151451"/>
                <a:gd name="connsiteY2" fmla="*/ 63 h 55342"/>
                <a:gd name="connsiteX3" fmla="*/ 7674 w 151451"/>
                <a:gd name="connsiteY3" fmla="*/ 63 h 55342"/>
                <a:gd name="connsiteX4" fmla="*/ 158 w 151451"/>
                <a:gd name="connsiteY4" fmla="*/ 4793 h 55342"/>
                <a:gd name="connsiteX5" fmla="*/ 7901 w 151451"/>
                <a:gd name="connsiteY5" fmla="*/ 9523 h 55342"/>
                <a:gd name="connsiteX6" fmla="*/ 143866 w 151451"/>
                <a:gd name="connsiteY6" fmla="*/ 9523 h 55342"/>
                <a:gd name="connsiteX7" fmla="*/ 144093 w 151451"/>
                <a:gd name="connsiteY7" fmla="*/ 55405 h 55342"/>
                <a:gd name="connsiteX8" fmla="*/ 151609 w 151451"/>
                <a:gd name="connsiteY8" fmla="*/ 50675 h 55342"/>
                <a:gd name="connsiteX9" fmla="*/ 143866 w 151451"/>
                <a:gd name="connsiteY9" fmla="*/ 45945 h 55342"/>
                <a:gd name="connsiteX10" fmla="*/ 7901 w 151451"/>
                <a:gd name="connsiteY10" fmla="*/ 45945 h 55342"/>
                <a:gd name="connsiteX11" fmla="*/ 158 w 151451"/>
                <a:gd name="connsiteY11" fmla="*/ 50675 h 55342"/>
                <a:gd name="connsiteX12" fmla="*/ 7674 w 151451"/>
                <a:gd name="connsiteY12" fmla="*/ 55405 h 55342"/>
                <a:gd name="connsiteX13" fmla="*/ 144093 w 151451"/>
                <a:gd name="connsiteY13" fmla="*/ 55405 h 55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451" h="55342">
                  <a:moveTo>
                    <a:pt x="143866" y="9523"/>
                  </a:moveTo>
                  <a:cubicBezTo>
                    <a:pt x="147282" y="9523"/>
                    <a:pt x="151609" y="9523"/>
                    <a:pt x="151609" y="4793"/>
                  </a:cubicBezTo>
                  <a:cubicBezTo>
                    <a:pt x="151609" y="63"/>
                    <a:pt x="147282" y="63"/>
                    <a:pt x="144093" y="63"/>
                  </a:cubicBezTo>
                  <a:lnTo>
                    <a:pt x="7674" y="63"/>
                  </a:lnTo>
                  <a:cubicBezTo>
                    <a:pt x="4485" y="63"/>
                    <a:pt x="158" y="63"/>
                    <a:pt x="158" y="4793"/>
                  </a:cubicBezTo>
                  <a:cubicBezTo>
                    <a:pt x="158" y="9523"/>
                    <a:pt x="4485" y="9523"/>
                    <a:pt x="7901" y="9523"/>
                  </a:cubicBezTo>
                  <a:lnTo>
                    <a:pt x="143866" y="9523"/>
                  </a:lnTo>
                  <a:close/>
                  <a:moveTo>
                    <a:pt x="144093" y="55405"/>
                  </a:moveTo>
                  <a:cubicBezTo>
                    <a:pt x="147282" y="55405"/>
                    <a:pt x="151609" y="55405"/>
                    <a:pt x="151609" y="50675"/>
                  </a:cubicBezTo>
                  <a:cubicBezTo>
                    <a:pt x="151609" y="45945"/>
                    <a:pt x="147282" y="45945"/>
                    <a:pt x="143866" y="45945"/>
                  </a:cubicBezTo>
                  <a:lnTo>
                    <a:pt x="7901" y="45945"/>
                  </a:lnTo>
                  <a:cubicBezTo>
                    <a:pt x="4485" y="45945"/>
                    <a:pt x="158" y="45945"/>
                    <a:pt x="158" y="50675"/>
                  </a:cubicBezTo>
                  <a:cubicBezTo>
                    <a:pt x="158" y="55405"/>
                    <a:pt x="4485" y="55405"/>
                    <a:pt x="7674" y="55405"/>
                  </a:cubicBezTo>
                  <a:lnTo>
                    <a:pt x="144093" y="55405"/>
                  </a:lnTo>
                  <a:close/>
                </a:path>
              </a:pathLst>
            </a:custGeom>
            <a:grpFill/>
            <a:ln w="22810" cap="flat">
              <a:noFill/>
              <a:prstDash val="solid"/>
              <a:miter/>
            </a:ln>
          </p:spPr>
          <p:txBody>
            <a:bodyPr rtlCol="0" anchor="ctr"/>
            <a:lstStyle/>
            <a:p>
              <a:endParaRPr lang="en-GB" noProof="0">
                <a:solidFill>
                  <a:srgbClr val="FFFF00"/>
                </a:solidFill>
              </a:endParaRPr>
            </a:p>
          </p:txBody>
        </p:sp>
        <p:sp>
          <p:nvSpPr>
            <p:cNvPr id="27" name="Freeform: Shape 26">
              <a:extLst>
                <a:ext uri="{FF2B5EF4-FFF2-40B4-BE49-F238E27FC236}">
                  <a16:creationId xmlns:a16="http://schemas.microsoft.com/office/drawing/2014/main" id="{E90077AB-2838-E1FD-9EF3-E8526848A249}"/>
                </a:ext>
              </a:extLst>
            </p:cNvPr>
            <p:cNvSpPr/>
            <p:nvPr>
              <p:custDataLst>
                <p:tags r:id="rId13"/>
              </p:custDataLst>
            </p:nvPr>
          </p:nvSpPr>
          <p:spPr>
            <a:xfrm>
              <a:off x="6471904" y="3826138"/>
              <a:ext cx="63450" cy="6291"/>
            </a:xfrm>
            <a:custGeom>
              <a:avLst/>
              <a:gdLst>
                <a:gd name="connsiteX0" fmla="*/ 63621 w 63450"/>
                <a:gd name="connsiteY0" fmla="*/ 6349 h 6291"/>
                <a:gd name="connsiteX1" fmla="*/ 63621 w 63450"/>
                <a:gd name="connsiteY1" fmla="*/ 58 h 6291"/>
                <a:gd name="connsiteX2" fmla="*/ 171 w 63450"/>
                <a:gd name="connsiteY2" fmla="*/ 58 h 6291"/>
                <a:gd name="connsiteX3" fmla="*/ 171 w 63450"/>
                <a:gd name="connsiteY3" fmla="*/ 6349 h 6291"/>
                <a:gd name="connsiteX4" fmla="*/ 63621 w 63450"/>
                <a:gd name="connsiteY4" fmla="*/ 6349 h 6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450" h="6291">
                  <a:moveTo>
                    <a:pt x="63621" y="6349"/>
                  </a:moveTo>
                  <a:lnTo>
                    <a:pt x="63621" y="58"/>
                  </a:lnTo>
                  <a:lnTo>
                    <a:pt x="171" y="58"/>
                  </a:lnTo>
                  <a:lnTo>
                    <a:pt x="171" y="6349"/>
                  </a:lnTo>
                  <a:lnTo>
                    <a:pt x="63621" y="6349"/>
                  </a:lnTo>
                  <a:close/>
                </a:path>
              </a:pathLst>
            </a:custGeom>
            <a:grpFill/>
            <a:ln w="22810" cap="flat">
              <a:noFill/>
              <a:prstDash val="solid"/>
              <a:miter/>
            </a:ln>
          </p:spPr>
          <p:txBody>
            <a:bodyPr rtlCol="0" anchor="ctr"/>
            <a:lstStyle/>
            <a:p>
              <a:endParaRPr lang="en-GB" noProof="0">
                <a:solidFill>
                  <a:srgbClr val="FFFF00"/>
                </a:solidFill>
              </a:endParaRPr>
            </a:p>
          </p:txBody>
        </p:sp>
        <p:sp>
          <p:nvSpPr>
            <p:cNvPr id="28" name="Freeform: Shape 27">
              <a:extLst>
                <a:ext uri="{FF2B5EF4-FFF2-40B4-BE49-F238E27FC236}">
                  <a16:creationId xmlns:a16="http://schemas.microsoft.com/office/drawing/2014/main" id="{9DC83FCB-0CAB-8052-EE6C-FAB2973E8A7F}"/>
                </a:ext>
              </a:extLst>
            </p:cNvPr>
            <p:cNvSpPr/>
            <p:nvPr>
              <p:custDataLst>
                <p:tags r:id="rId14"/>
              </p:custDataLst>
            </p:nvPr>
          </p:nvSpPr>
          <p:spPr>
            <a:xfrm>
              <a:off x="6427268" y="3851468"/>
              <a:ext cx="81783" cy="106782"/>
            </a:xfrm>
            <a:custGeom>
              <a:avLst/>
              <a:gdLst>
                <a:gd name="connsiteX0" fmla="*/ 81316 w 81783"/>
                <a:gd name="connsiteY0" fmla="*/ 10654 h 106782"/>
                <a:gd name="connsiteX1" fmla="*/ 81953 w 81783"/>
                <a:gd name="connsiteY1" fmla="*/ 7012 h 106782"/>
                <a:gd name="connsiteX2" fmla="*/ 76692 w 81783"/>
                <a:gd name="connsiteY2" fmla="*/ 1714 h 106782"/>
                <a:gd name="connsiteX3" fmla="*/ 70156 w 81783"/>
                <a:gd name="connsiteY3" fmla="*/ 5687 h 106782"/>
                <a:gd name="connsiteX4" fmla="*/ 67605 w 81783"/>
                <a:gd name="connsiteY4" fmla="*/ 15289 h 106782"/>
                <a:gd name="connsiteX5" fmla="*/ 64257 w 81783"/>
                <a:gd name="connsiteY5" fmla="*/ 29030 h 106782"/>
                <a:gd name="connsiteX6" fmla="*/ 57881 w 81783"/>
                <a:gd name="connsiteY6" fmla="*/ 55684 h 106782"/>
                <a:gd name="connsiteX7" fmla="*/ 38272 w 81783"/>
                <a:gd name="connsiteY7" fmla="*/ 70088 h 106782"/>
                <a:gd name="connsiteX8" fmla="*/ 27431 w 81783"/>
                <a:gd name="connsiteY8" fmla="*/ 56347 h 106782"/>
                <a:gd name="connsiteX9" fmla="*/ 35880 w 81783"/>
                <a:gd name="connsiteY9" fmla="*/ 24229 h 106782"/>
                <a:gd name="connsiteX10" fmla="*/ 38590 w 81783"/>
                <a:gd name="connsiteY10" fmla="*/ 14130 h 106782"/>
                <a:gd name="connsiteX11" fmla="*/ 23445 w 81783"/>
                <a:gd name="connsiteY11" fmla="*/ 58 h 106782"/>
                <a:gd name="connsiteX12" fmla="*/ 170 w 81783"/>
                <a:gd name="connsiteY12" fmla="*/ 25388 h 106782"/>
                <a:gd name="connsiteX13" fmla="*/ 2880 w 81783"/>
                <a:gd name="connsiteY13" fmla="*/ 27540 h 106782"/>
                <a:gd name="connsiteX14" fmla="*/ 5750 w 81783"/>
                <a:gd name="connsiteY14" fmla="*/ 24891 h 106782"/>
                <a:gd name="connsiteX15" fmla="*/ 22967 w 81783"/>
                <a:gd name="connsiteY15" fmla="*/ 4694 h 106782"/>
                <a:gd name="connsiteX16" fmla="*/ 26953 w 81783"/>
                <a:gd name="connsiteY16" fmla="*/ 10488 h 106782"/>
                <a:gd name="connsiteX17" fmla="*/ 24721 w 81783"/>
                <a:gd name="connsiteY17" fmla="*/ 20090 h 106782"/>
                <a:gd name="connsiteX18" fmla="*/ 15474 w 81783"/>
                <a:gd name="connsiteY18" fmla="*/ 53698 h 106782"/>
                <a:gd name="connsiteX19" fmla="*/ 21692 w 81783"/>
                <a:gd name="connsiteY19" fmla="*/ 69591 h 106782"/>
                <a:gd name="connsiteX20" fmla="*/ 37634 w 81783"/>
                <a:gd name="connsiteY20" fmla="*/ 74723 h 106782"/>
                <a:gd name="connsiteX21" fmla="*/ 55011 w 81783"/>
                <a:gd name="connsiteY21" fmla="*/ 67273 h 106782"/>
                <a:gd name="connsiteX22" fmla="*/ 44489 w 81783"/>
                <a:gd name="connsiteY22" fmla="*/ 91610 h 106782"/>
                <a:gd name="connsiteX23" fmla="*/ 25358 w 81783"/>
                <a:gd name="connsiteY23" fmla="*/ 102205 h 106782"/>
                <a:gd name="connsiteX24" fmla="*/ 13402 w 81783"/>
                <a:gd name="connsiteY24" fmla="*/ 96742 h 106782"/>
                <a:gd name="connsiteX25" fmla="*/ 22011 w 81783"/>
                <a:gd name="connsiteY25" fmla="*/ 87636 h 106782"/>
                <a:gd name="connsiteX26" fmla="*/ 15793 w 81783"/>
                <a:gd name="connsiteY26" fmla="*/ 81345 h 106782"/>
                <a:gd name="connsiteX27" fmla="*/ 6547 w 81783"/>
                <a:gd name="connsiteY27" fmla="*/ 92272 h 106782"/>
                <a:gd name="connsiteX28" fmla="*/ 25518 w 81783"/>
                <a:gd name="connsiteY28" fmla="*/ 106841 h 106782"/>
                <a:gd name="connsiteX29" fmla="*/ 66170 w 81783"/>
                <a:gd name="connsiteY29" fmla="*/ 73233 h 106782"/>
                <a:gd name="connsiteX30" fmla="*/ 81316 w 81783"/>
                <a:gd name="connsiteY30" fmla="*/ 10654 h 106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1783" h="106782">
                  <a:moveTo>
                    <a:pt x="81316" y="10654"/>
                  </a:moveTo>
                  <a:cubicBezTo>
                    <a:pt x="81953" y="8336"/>
                    <a:pt x="81953" y="8005"/>
                    <a:pt x="81953" y="7012"/>
                  </a:cubicBezTo>
                  <a:cubicBezTo>
                    <a:pt x="81953" y="3701"/>
                    <a:pt x="79403" y="1714"/>
                    <a:pt x="76692" y="1714"/>
                  </a:cubicBezTo>
                  <a:cubicBezTo>
                    <a:pt x="74939" y="1714"/>
                    <a:pt x="71910" y="2542"/>
                    <a:pt x="70156" y="5687"/>
                  </a:cubicBezTo>
                  <a:cubicBezTo>
                    <a:pt x="69678" y="6680"/>
                    <a:pt x="68402" y="11978"/>
                    <a:pt x="67605" y="15289"/>
                  </a:cubicBezTo>
                  <a:lnTo>
                    <a:pt x="64257" y="29030"/>
                  </a:lnTo>
                  <a:cubicBezTo>
                    <a:pt x="63301" y="33004"/>
                    <a:pt x="58359" y="53863"/>
                    <a:pt x="57881" y="55684"/>
                  </a:cubicBezTo>
                  <a:cubicBezTo>
                    <a:pt x="57721" y="55684"/>
                    <a:pt x="50707" y="70088"/>
                    <a:pt x="38272" y="70088"/>
                  </a:cubicBezTo>
                  <a:cubicBezTo>
                    <a:pt x="27431" y="70088"/>
                    <a:pt x="27431" y="59327"/>
                    <a:pt x="27431" y="56347"/>
                  </a:cubicBezTo>
                  <a:cubicBezTo>
                    <a:pt x="27431" y="47407"/>
                    <a:pt x="31098" y="36977"/>
                    <a:pt x="35880" y="24229"/>
                  </a:cubicBezTo>
                  <a:cubicBezTo>
                    <a:pt x="37793" y="18931"/>
                    <a:pt x="38590" y="16945"/>
                    <a:pt x="38590" y="14130"/>
                  </a:cubicBezTo>
                  <a:cubicBezTo>
                    <a:pt x="38590" y="6184"/>
                    <a:pt x="32054" y="58"/>
                    <a:pt x="23445" y="58"/>
                  </a:cubicBezTo>
                  <a:cubicBezTo>
                    <a:pt x="7344" y="58"/>
                    <a:pt x="170" y="22574"/>
                    <a:pt x="170" y="25388"/>
                  </a:cubicBezTo>
                  <a:cubicBezTo>
                    <a:pt x="170" y="27540"/>
                    <a:pt x="2402" y="27540"/>
                    <a:pt x="2880" y="27540"/>
                  </a:cubicBezTo>
                  <a:cubicBezTo>
                    <a:pt x="5112" y="27540"/>
                    <a:pt x="5271" y="26712"/>
                    <a:pt x="5750" y="24891"/>
                  </a:cubicBezTo>
                  <a:cubicBezTo>
                    <a:pt x="9735" y="11150"/>
                    <a:pt x="16590" y="4694"/>
                    <a:pt x="22967" y="4694"/>
                  </a:cubicBezTo>
                  <a:cubicBezTo>
                    <a:pt x="25677" y="4694"/>
                    <a:pt x="26953" y="6515"/>
                    <a:pt x="26953" y="10488"/>
                  </a:cubicBezTo>
                  <a:cubicBezTo>
                    <a:pt x="26953" y="14296"/>
                    <a:pt x="25518" y="17938"/>
                    <a:pt x="24721" y="20090"/>
                  </a:cubicBezTo>
                  <a:cubicBezTo>
                    <a:pt x="17068" y="40288"/>
                    <a:pt x="15474" y="46413"/>
                    <a:pt x="15474" y="53698"/>
                  </a:cubicBezTo>
                  <a:cubicBezTo>
                    <a:pt x="15474" y="56512"/>
                    <a:pt x="15474" y="64293"/>
                    <a:pt x="21692" y="69591"/>
                  </a:cubicBezTo>
                  <a:cubicBezTo>
                    <a:pt x="26634" y="73895"/>
                    <a:pt x="33330" y="74723"/>
                    <a:pt x="37634" y="74723"/>
                  </a:cubicBezTo>
                  <a:cubicBezTo>
                    <a:pt x="44011" y="74723"/>
                    <a:pt x="49750" y="72240"/>
                    <a:pt x="55011" y="67273"/>
                  </a:cubicBezTo>
                  <a:cubicBezTo>
                    <a:pt x="52938" y="76379"/>
                    <a:pt x="51185" y="83332"/>
                    <a:pt x="44489" y="91610"/>
                  </a:cubicBezTo>
                  <a:cubicBezTo>
                    <a:pt x="40185" y="96742"/>
                    <a:pt x="33808" y="102205"/>
                    <a:pt x="25358" y="102205"/>
                  </a:cubicBezTo>
                  <a:cubicBezTo>
                    <a:pt x="24242" y="102205"/>
                    <a:pt x="16750" y="102205"/>
                    <a:pt x="13402" y="96742"/>
                  </a:cubicBezTo>
                  <a:cubicBezTo>
                    <a:pt x="22011" y="95748"/>
                    <a:pt x="22011" y="87802"/>
                    <a:pt x="22011" y="87636"/>
                  </a:cubicBezTo>
                  <a:cubicBezTo>
                    <a:pt x="22011" y="82339"/>
                    <a:pt x="17387" y="81345"/>
                    <a:pt x="15793" y="81345"/>
                  </a:cubicBezTo>
                  <a:cubicBezTo>
                    <a:pt x="11808" y="81345"/>
                    <a:pt x="6547" y="84656"/>
                    <a:pt x="6547" y="92272"/>
                  </a:cubicBezTo>
                  <a:cubicBezTo>
                    <a:pt x="6547" y="100715"/>
                    <a:pt x="14199" y="106841"/>
                    <a:pt x="25518" y="106841"/>
                  </a:cubicBezTo>
                  <a:cubicBezTo>
                    <a:pt x="41619" y="106841"/>
                    <a:pt x="61228" y="93927"/>
                    <a:pt x="66170" y="73233"/>
                  </a:cubicBezTo>
                  <a:lnTo>
                    <a:pt x="81316" y="10654"/>
                  </a:lnTo>
                  <a:close/>
                </a:path>
              </a:pathLst>
            </a:custGeom>
            <a:grpFill/>
            <a:ln w="22810" cap="flat">
              <a:noFill/>
              <a:prstDash val="solid"/>
              <a:miter/>
            </a:ln>
          </p:spPr>
          <p:txBody>
            <a:bodyPr rtlCol="0" anchor="ctr"/>
            <a:lstStyle/>
            <a:p>
              <a:endParaRPr lang="en-GB" noProof="0">
                <a:solidFill>
                  <a:srgbClr val="FFFF00"/>
                </a:solidFill>
              </a:endParaRPr>
            </a:p>
          </p:txBody>
        </p:sp>
        <p:sp>
          <p:nvSpPr>
            <p:cNvPr id="29" name="Freeform: Shape 28">
              <a:extLst>
                <a:ext uri="{FF2B5EF4-FFF2-40B4-BE49-F238E27FC236}">
                  <a16:creationId xmlns:a16="http://schemas.microsoft.com/office/drawing/2014/main" id="{03BB81F6-141E-456C-DA04-DB64963A1ADC}"/>
                </a:ext>
              </a:extLst>
            </p:cNvPr>
            <p:cNvSpPr/>
            <p:nvPr>
              <p:custDataLst>
                <p:tags r:id="rId15"/>
              </p:custDataLst>
            </p:nvPr>
          </p:nvSpPr>
          <p:spPr>
            <a:xfrm>
              <a:off x="6521705" y="3874101"/>
              <a:ext cx="44296" cy="75326"/>
            </a:xfrm>
            <a:custGeom>
              <a:avLst/>
              <a:gdLst>
                <a:gd name="connsiteX0" fmla="*/ 26365 w 44296"/>
                <a:gd name="connsiteY0" fmla="*/ 28440 h 75326"/>
                <a:gd name="connsiteX1" fmla="*/ 39802 w 44296"/>
                <a:gd name="connsiteY1" fmla="*/ 28440 h 75326"/>
                <a:gd name="connsiteX2" fmla="*/ 42876 w 44296"/>
                <a:gd name="connsiteY2" fmla="*/ 27849 h 75326"/>
                <a:gd name="connsiteX3" fmla="*/ 43787 w 44296"/>
                <a:gd name="connsiteY3" fmla="*/ 25129 h 75326"/>
                <a:gd name="connsiteX4" fmla="*/ 40143 w 44296"/>
                <a:gd name="connsiteY4" fmla="*/ 23119 h 75326"/>
                <a:gd name="connsiteX5" fmla="*/ 27617 w 44296"/>
                <a:gd name="connsiteY5" fmla="*/ 23119 h 75326"/>
                <a:gd name="connsiteX6" fmla="*/ 30008 w 44296"/>
                <a:gd name="connsiteY6" fmla="*/ 13304 h 75326"/>
                <a:gd name="connsiteX7" fmla="*/ 32058 w 44296"/>
                <a:gd name="connsiteY7" fmla="*/ 4198 h 75326"/>
                <a:gd name="connsiteX8" fmla="*/ 27845 w 44296"/>
                <a:gd name="connsiteY8" fmla="*/ 59 h 75326"/>
                <a:gd name="connsiteX9" fmla="*/ 22265 w 44296"/>
                <a:gd name="connsiteY9" fmla="*/ 4553 h 75326"/>
                <a:gd name="connsiteX10" fmla="*/ 17710 w 44296"/>
                <a:gd name="connsiteY10" fmla="*/ 23119 h 75326"/>
                <a:gd name="connsiteX11" fmla="*/ 4159 w 44296"/>
                <a:gd name="connsiteY11" fmla="*/ 23119 h 75326"/>
                <a:gd name="connsiteX12" fmla="*/ 174 w 44296"/>
                <a:gd name="connsiteY12" fmla="*/ 26430 h 75326"/>
                <a:gd name="connsiteX13" fmla="*/ 3818 w 44296"/>
                <a:gd name="connsiteY13" fmla="*/ 28440 h 75326"/>
                <a:gd name="connsiteX14" fmla="*/ 16458 w 44296"/>
                <a:gd name="connsiteY14" fmla="*/ 28440 h 75326"/>
                <a:gd name="connsiteX15" fmla="*/ 9739 w 44296"/>
                <a:gd name="connsiteY15" fmla="*/ 56229 h 75326"/>
                <a:gd name="connsiteX16" fmla="*/ 8259 w 44296"/>
                <a:gd name="connsiteY16" fmla="*/ 63916 h 75326"/>
                <a:gd name="connsiteX17" fmla="*/ 22265 w 44296"/>
                <a:gd name="connsiteY17" fmla="*/ 75386 h 75326"/>
                <a:gd name="connsiteX18" fmla="*/ 44470 w 44296"/>
                <a:gd name="connsiteY18" fmla="*/ 57057 h 75326"/>
                <a:gd name="connsiteX19" fmla="*/ 42079 w 44296"/>
                <a:gd name="connsiteY19" fmla="*/ 55402 h 75326"/>
                <a:gd name="connsiteX20" fmla="*/ 39460 w 44296"/>
                <a:gd name="connsiteY20" fmla="*/ 57412 h 75326"/>
                <a:gd name="connsiteX21" fmla="*/ 22721 w 44296"/>
                <a:gd name="connsiteY21" fmla="*/ 71366 h 75326"/>
                <a:gd name="connsiteX22" fmla="*/ 17938 w 44296"/>
                <a:gd name="connsiteY22" fmla="*/ 65098 h 75326"/>
                <a:gd name="connsiteX23" fmla="*/ 18280 w 44296"/>
                <a:gd name="connsiteY23" fmla="*/ 61787 h 75326"/>
                <a:gd name="connsiteX24" fmla="*/ 26365 w 44296"/>
                <a:gd name="connsiteY24" fmla="*/ 28440 h 75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4296" h="75326">
                  <a:moveTo>
                    <a:pt x="26365" y="28440"/>
                  </a:moveTo>
                  <a:lnTo>
                    <a:pt x="39802" y="28440"/>
                  </a:lnTo>
                  <a:cubicBezTo>
                    <a:pt x="42193" y="28440"/>
                    <a:pt x="42307" y="28322"/>
                    <a:pt x="42876" y="27849"/>
                  </a:cubicBezTo>
                  <a:cubicBezTo>
                    <a:pt x="43445" y="27376"/>
                    <a:pt x="43787" y="25838"/>
                    <a:pt x="43787" y="25129"/>
                  </a:cubicBezTo>
                  <a:cubicBezTo>
                    <a:pt x="43787" y="23119"/>
                    <a:pt x="42079" y="23119"/>
                    <a:pt x="40143" y="23119"/>
                  </a:cubicBezTo>
                  <a:lnTo>
                    <a:pt x="27617" y="23119"/>
                  </a:lnTo>
                  <a:lnTo>
                    <a:pt x="30008" y="13304"/>
                  </a:lnTo>
                  <a:cubicBezTo>
                    <a:pt x="30692" y="10229"/>
                    <a:pt x="32058" y="4908"/>
                    <a:pt x="32058" y="4198"/>
                  </a:cubicBezTo>
                  <a:cubicBezTo>
                    <a:pt x="32058" y="2188"/>
                    <a:pt x="30578" y="59"/>
                    <a:pt x="27845" y="59"/>
                  </a:cubicBezTo>
                  <a:cubicBezTo>
                    <a:pt x="25909" y="59"/>
                    <a:pt x="23176" y="1360"/>
                    <a:pt x="22265" y="4553"/>
                  </a:cubicBezTo>
                  <a:cubicBezTo>
                    <a:pt x="21696" y="6563"/>
                    <a:pt x="23062" y="1005"/>
                    <a:pt x="17710" y="23119"/>
                  </a:cubicBezTo>
                  <a:lnTo>
                    <a:pt x="4159" y="23119"/>
                  </a:lnTo>
                  <a:cubicBezTo>
                    <a:pt x="1882" y="23119"/>
                    <a:pt x="174" y="23119"/>
                    <a:pt x="174" y="26430"/>
                  </a:cubicBezTo>
                  <a:cubicBezTo>
                    <a:pt x="174" y="28440"/>
                    <a:pt x="1768" y="28440"/>
                    <a:pt x="3818" y="28440"/>
                  </a:cubicBezTo>
                  <a:lnTo>
                    <a:pt x="16458" y="28440"/>
                  </a:lnTo>
                  <a:lnTo>
                    <a:pt x="9739" y="56229"/>
                  </a:lnTo>
                  <a:cubicBezTo>
                    <a:pt x="9170" y="58831"/>
                    <a:pt x="8259" y="62497"/>
                    <a:pt x="8259" y="63916"/>
                  </a:cubicBezTo>
                  <a:cubicBezTo>
                    <a:pt x="8259" y="70656"/>
                    <a:pt x="14294" y="75386"/>
                    <a:pt x="22265" y="75386"/>
                  </a:cubicBezTo>
                  <a:cubicBezTo>
                    <a:pt x="36044" y="75386"/>
                    <a:pt x="44470" y="59422"/>
                    <a:pt x="44470" y="57057"/>
                  </a:cubicBezTo>
                  <a:cubicBezTo>
                    <a:pt x="44470" y="55402"/>
                    <a:pt x="42535" y="55402"/>
                    <a:pt x="42079" y="55402"/>
                  </a:cubicBezTo>
                  <a:cubicBezTo>
                    <a:pt x="40257" y="55402"/>
                    <a:pt x="40029" y="55875"/>
                    <a:pt x="39460" y="57412"/>
                  </a:cubicBezTo>
                  <a:cubicBezTo>
                    <a:pt x="35702" y="65926"/>
                    <a:pt x="28642" y="71366"/>
                    <a:pt x="22721" y="71366"/>
                  </a:cubicBezTo>
                  <a:cubicBezTo>
                    <a:pt x="19077" y="71366"/>
                    <a:pt x="17938" y="68646"/>
                    <a:pt x="17938" y="65098"/>
                  </a:cubicBezTo>
                  <a:cubicBezTo>
                    <a:pt x="17938" y="63206"/>
                    <a:pt x="18052" y="62852"/>
                    <a:pt x="18280" y="61787"/>
                  </a:cubicBezTo>
                  <a:lnTo>
                    <a:pt x="26365" y="28440"/>
                  </a:lnTo>
                  <a:close/>
                </a:path>
              </a:pathLst>
            </a:custGeom>
            <a:grpFill/>
            <a:ln w="22810" cap="flat">
              <a:noFill/>
              <a:prstDash val="solid"/>
              <a:miter/>
            </a:ln>
          </p:spPr>
          <p:txBody>
            <a:bodyPr rtlCol="0" anchor="ctr"/>
            <a:lstStyle/>
            <a:p>
              <a:endParaRPr lang="en-GB" noProof="0">
                <a:solidFill>
                  <a:srgbClr val="FFFF00"/>
                </a:solidFill>
              </a:endParaRPr>
            </a:p>
          </p:txBody>
        </p:sp>
        <p:sp>
          <p:nvSpPr>
            <p:cNvPr id="30" name="Freeform: Shape 29">
              <a:extLst>
                <a:ext uri="{FF2B5EF4-FFF2-40B4-BE49-F238E27FC236}">
                  <a16:creationId xmlns:a16="http://schemas.microsoft.com/office/drawing/2014/main" id="{DE5F06B7-BAF5-3074-2F19-2F12E8041655}"/>
                </a:ext>
              </a:extLst>
            </p:cNvPr>
            <p:cNvSpPr/>
            <p:nvPr>
              <p:custDataLst>
                <p:tags r:id="rId16"/>
              </p:custDataLst>
            </p:nvPr>
          </p:nvSpPr>
          <p:spPr>
            <a:xfrm>
              <a:off x="6604930" y="3878949"/>
              <a:ext cx="107769" cy="8112"/>
            </a:xfrm>
            <a:custGeom>
              <a:avLst/>
              <a:gdLst>
                <a:gd name="connsiteX0" fmla="*/ 101570 w 107769"/>
                <a:gd name="connsiteY0" fmla="*/ 8170 h 8112"/>
                <a:gd name="connsiteX1" fmla="*/ 107946 w 107769"/>
                <a:gd name="connsiteY1" fmla="*/ 4197 h 8112"/>
                <a:gd name="connsiteX2" fmla="*/ 101570 w 107769"/>
                <a:gd name="connsiteY2" fmla="*/ 58 h 8112"/>
                <a:gd name="connsiteX3" fmla="*/ 6554 w 107769"/>
                <a:gd name="connsiteY3" fmla="*/ 58 h 8112"/>
                <a:gd name="connsiteX4" fmla="*/ 177 w 107769"/>
                <a:gd name="connsiteY4" fmla="*/ 4032 h 8112"/>
                <a:gd name="connsiteX5" fmla="*/ 6554 w 107769"/>
                <a:gd name="connsiteY5" fmla="*/ 8170 h 8112"/>
                <a:gd name="connsiteX6" fmla="*/ 101570 w 107769"/>
                <a:gd name="connsiteY6" fmla="*/ 8170 h 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769" h="8112">
                  <a:moveTo>
                    <a:pt x="101570" y="8170"/>
                  </a:moveTo>
                  <a:cubicBezTo>
                    <a:pt x="104120" y="8170"/>
                    <a:pt x="107946" y="8170"/>
                    <a:pt x="107946" y="4197"/>
                  </a:cubicBezTo>
                  <a:cubicBezTo>
                    <a:pt x="107946" y="58"/>
                    <a:pt x="104280" y="58"/>
                    <a:pt x="101570" y="58"/>
                  </a:cubicBezTo>
                  <a:lnTo>
                    <a:pt x="6554" y="58"/>
                  </a:lnTo>
                  <a:cubicBezTo>
                    <a:pt x="4003" y="58"/>
                    <a:pt x="177" y="58"/>
                    <a:pt x="177" y="4032"/>
                  </a:cubicBezTo>
                  <a:cubicBezTo>
                    <a:pt x="177" y="8170"/>
                    <a:pt x="3844" y="8170"/>
                    <a:pt x="6554" y="8170"/>
                  </a:cubicBezTo>
                  <a:lnTo>
                    <a:pt x="101570" y="8170"/>
                  </a:lnTo>
                  <a:close/>
                </a:path>
              </a:pathLst>
            </a:custGeom>
            <a:grpFill/>
            <a:ln w="22810" cap="flat">
              <a:noFill/>
              <a:prstDash val="solid"/>
              <a:miter/>
            </a:ln>
          </p:spPr>
          <p:txBody>
            <a:bodyPr rtlCol="0" anchor="ctr"/>
            <a:lstStyle/>
            <a:p>
              <a:endParaRPr lang="en-GB" noProof="0">
                <a:solidFill>
                  <a:srgbClr val="FFFF00"/>
                </a:solidFill>
              </a:endParaRPr>
            </a:p>
          </p:txBody>
        </p:sp>
        <p:sp>
          <p:nvSpPr>
            <p:cNvPr id="31" name="Freeform: Shape 30">
              <a:extLst>
                <a:ext uri="{FF2B5EF4-FFF2-40B4-BE49-F238E27FC236}">
                  <a16:creationId xmlns:a16="http://schemas.microsoft.com/office/drawing/2014/main" id="{5D556AC8-28ED-DC95-1CDC-A2E7E5C561B0}"/>
                </a:ext>
              </a:extLst>
            </p:cNvPr>
            <p:cNvSpPr/>
            <p:nvPr>
              <p:custDataLst>
                <p:tags r:id="rId17"/>
              </p:custDataLst>
            </p:nvPr>
          </p:nvSpPr>
          <p:spPr>
            <a:xfrm>
              <a:off x="6787066" y="3826138"/>
              <a:ext cx="63450" cy="6291"/>
            </a:xfrm>
            <a:custGeom>
              <a:avLst/>
              <a:gdLst>
                <a:gd name="connsiteX0" fmla="*/ 63635 w 63450"/>
                <a:gd name="connsiteY0" fmla="*/ 6349 h 6291"/>
                <a:gd name="connsiteX1" fmla="*/ 63635 w 63450"/>
                <a:gd name="connsiteY1" fmla="*/ 58 h 6291"/>
                <a:gd name="connsiteX2" fmla="*/ 185 w 63450"/>
                <a:gd name="connsiteY2" fmla="*/ 58 h 6291"/>
                <a:gd name="connsiteX3" fmla="*/ 185 w 63450"/>
                <a:gd name="connsiteY3" fmla="*/ 6349 h 6291"/>
                <a:gd name="connsiteX4" fmla="*/ 63635 w 63450"/>
                <a:gd name="connsiteY4" fmla="*/ 6349 h 6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450" h="6291">
                  <a:moveTo>
                    <a:pt x="63635" y="6349"/>
                  </a:moveTo>
                  <a:lnTo>
                    <a:pt x="63635" y="58"/>
                  </a:lnTo>
                  <a:lnTo>
                    <a:pt x="185" y="58"/>
                  </a:lnTo>
                  <a:lnTo>
                    <a:pt x="185" y="6349"/>
                  </a:lnTo>
                  <a:lnTo>
                    <a:pt x="63635" y="6349"/>
                  </a:lnTo>
                  <a:close/>
                </a:path>
              </a:pathLst>
            </a:custGeom>
            <a:grpFill/>
            <a:ln w="22810" cap="flat">
              <a:noFill/>
              <a:prstDash val="solid"/>
              <a:miter/>
            </a:ln>
          </p:spPr>
          <p:txBody>
            <a:bodyPr rtlCol="0" anchor="ctr"/>
            <a:lstStyle/>
            <a:p>
              <a:endParaRPr lang="en-GB" noProof="0">
                <a:solidFill>
                  <a:srgbClr val="FFFF00"/>
                </a:solidFill>
              </a:endParaRPr>
            </a:p>
          </p:txBody>
        </p:sp>
        <p:sp>
          <p:nvSpPr>
            <p:cNvPr id="32" name="Freeform: Shape 31">
              <a:extLst>
                <a:ext uri="{FF2B5EF4-FFF2-40B4-BE49-F238E27FC236}">
                  <a16:creationId xmlns:a16="http://schemas.microsoft.com/office/drawing/2014/main" id="{8FC51701-07AE-73DF-9A2A-30A720F44319}"/>
                </a:ext>
              </a:extLst>
            </p:cNvPr>
            <p:cNvSpPr/>
            <p:nvPr>
              <p:custDataLst>
                <p:tags r:id="rId18"/>
              </p:custDataLst>
            </p:nvPr>
          </p:nvSpPr>
          <p:spPr>
            <a:xfrm>
              <a:off x="6737547" y="3851468"/>
              <a:ext cx="81783" cy="106782"/>
            </a:xfrm>
            <a:custGeom>
              <a:avLst/>
              <a:gdLst>
                <a:gd name="connsiteX0" fmla="*/ 81329 w 81783"/>
                <a:gd name="connsiteY0" fmla="*/ 10654 h 106782"/>
                <a:gd name="connsiteX1" fmla="*/ 81967 w 81783"/>
                <a:gd name="connsiteY1" fmla="*/ 7012 h 106782"/>
                <a:gd name="connsiteX2" fmla="*/ 76706 w 81783"/>
                <a:gd name="connsiteY2" fmla="*/ 1714 h 106782"/>
                <a:gd name="connsiteX3" fmla="*/ 70170 w 81783"/>
                <a:gd name="connsiteY3" fmla="*/ 5687 h 106782"/>
                <a:gd name="connsiteX4" fmla="*/ 67619 w 81783"/>
                <a:gd name="connsiteY4" fmla="*/ 15289 h 106782"/>
                <a:gd name="connsiteX5" fmla="*/ 64271 w 81783"/>
                <a:gd name="connsiteY5" fmla="*/ 29030 h 106782"/>
                <a:gd name="connsiteX6" fmla="*/ 57894 w 81783"/>
                <a:gd name="connsiteY6" fmla="*/ 55684 h 106782"/>
                <a:gd name="connsiteX7" fmla="*/ 38285 w 81783"/>
                <a:gd name="connsiteY7" fmla="*/ 70088 h 106782"/>
                <a:gd name="connsiteX8" fmla="*/ 27444 w 81783"/>
                <a:gd name="connsiteY8" fmla="*/ 56347 h 106782"/>
                <a:gd name="connsiteX9" fmla="*/ 35894 w 81783"/>
                <a:gd name="connsiteY9" fmla="*/ 24229 h 106782"/>
                <a:gd name="connsiteX10" fmla="*/ 38604 w 81783"/>
                <a:gd name="connsiteY10" fmla="*/ 14130 h 106782"/>
                <a:gd name="connsiteX11" fmla="*/ 23459 w 81783"/>
                <a:gd name="connsiteY11" fmla="*/ 58 h 106782"/>
                <a:gd name="connsiteX12" fmla="*/ 183 w 81783"/>
                <a:gd name="connsiteY12" fmla="*/ 25388 h 106782"/>
                <a:gd name="connsiteX13" fmla="*/ 2893 w 81783"/>
                <a:gd name="connsiteY13" fmla="*/ 27540 h 106782"/>
                <a:gd name="connsiteX14" fmla="*/ 5763 w 81783"/>
                <a:gd name="connsiteY14" fmla="*/ 24891 h 106782"/>
                <a:gd name="connsiteX15" fmla="*/ 22981 w 81783"/>
                <a:gd name="connsiteY15" fmla="*/ 4694 h 106782"/>
                <a:gd name="connsiteX16" fmla="*/ 26966 w 81783"/>
                <a:gd name="connsiteY16" fmla="*/ 10488 h 106782"/>
                <a:gd name="connsiteX17" fmla="*/ 24734 w 81783"/>
                <a:gd name="connsiteY17" fmla="*/ 20090 h 106782"/>
                <a:gd name="connsiteX18" fmla="*/ 15488 w 81783"/>
                <a:gd name="connsiteY18" fmla="*/ 53698 h 106782"/>
                <a:gd name="connsiteX19" fmla="*/ 21705 w 81783"/>
                <a:gd name="connsiteY19" fmla="*/ 69591 h 106782"/>
                <a:gd name="connsiteX20" fmla="*/ 37647 w 81783"/>
                <a:gd name="connsiteY20" fmla="*/ 74723 h 106782"/>
                <a:gd name="connsiteX21" fmla="*/ 55025 w 81783"/>
                <a:gd name="connsiteY21" fmla="*/ 67273 h 106782"/>
                <a:gd name="connsiteX22" fmla="*/ 44503 w 81783"/>
                <a:gd name="connsiteY22" fmla="*/ 91610 h 106782"/>
                <a:gd name="connsiteX23" fmla="*/ 25372 w 81783"/>
                <a:gd name="connsiteY23" fmla="*/ 102205 h 106782"/>
                <a:gd name="connsiteX24" fmla="*/ 13415 w 81783"/>
                <a:gd name="connsiteY24" fmla="*/ 96742 h 106782"/>
                <a:gd name="connsiteX25" fmla="*/ 22024 w 81783"/>
                <a:gd name="connsiteY25" fmla="*/ 87636 h 106782"/>
                <a:gd name="connsiteX26" fmla="*/ 15807 w 81783"/>
                <a:gd name="connsiteY26" fmla="*/ 81345 h 106782"/>
                <a:gd name="connsiteX27" fmla="*/ 6560 w 81783"/>
                <a:gd name="connsiteY27" fmla="*/ 92272 h 106782"/>
                <a:gd name="connsiteX28" fmla="*/ 25531 w 81783"/>
                <a:gd name="connsiteY28" fmla="*/ 106841 h 106782"/>
                <a:gd name="connsiteX29" fmla="*/ 66184 w 81783"/>
                <a:gd name="connsiteY29" fmla="*/ 73233 h 106782"/>
                <a:gd name="connsiteX30" fmla="*/ 81329 w 81783"/>
                <a:gd name="connsiteY30" fmla="*/ 10654 h 106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1783" h="106782">
                  <a:moveTo>
                    <a:pt x="81329" y="10654"/>
                  </a:moveTo>
                  <a:cubicBezTo>
                    <a:pt x="81967" y="8336"/>
                    <a:pt x="81967" y="8005"/>
                    <a:pt x="81967" y="7012"/>
                  </a:cubicBezTo>
                  <a:cubicBezTo>
                    <a:pt x="81967" y="3701"/>
                    <a:pt x="79416" y="1714"/>
                    <a:pt x="76706" y="1714"/>
                  </a:cubicBezTo>
                  <a:cubicBezTo>
                    <a:pt x="74952" y="1714"/>
                    <a:pt x="71923" y="2542"/>
                    <a:pt x="70170" y="5687"/>
                  </a:cubicBezTo>
                  <a:cubicBezTo>
                    <a:pt x="69691" y="6680"/>
                    <a:pt x="68416" y="11978"/>
                    <a:pt x="67619" y="15289"/>
                  </a:cubicBezTo>
                  <a:lnTo>
                    <a:pt x="64271" y="29030"/>
                  </a:lnTo>
                  <a:cubicBezTo>
                    <a:pt x="63314" y="33004"/>
                    <a:pt x="58372" y="53863"/>
                    <a:pt x="57894" y="55684"/>
                  </a:cubicBezTo>
                  <a:cubicBezTo>
                    <a:pt x="57735" y="55684"/>
                    <a:pt x="50720" y="70088"/>
                    <a:pt x="38285" y="70088"/>
                  </a:cubicBezTo>
                  <a:cubicBezTo>
                    <a:pt x="27444" y="70088"/>
                    <a:pt x="27444" y="59327"/>
                    <a:pt x="27444" y="56347"/>
                  </a:cubicBezTo>
                  <a:cubicBezTo>
                    <a:pt x="27444" y="47407"/>
                    <a:pt x="31111" y="36977"/>
                    <a:pt x="35894" y="24229"/>
                  </a:cubicBezTo>
                  <a:cubicBezTo>
                    <a:pt x="37807" y="18931"/>
                    <a:pt x="38604" y="16945"/>
                    <a:pt x="38604" y="14130"/>
                  </a:cubicBezTo>
                  <a:cubicBezTo>
                    <a:pt x="38604" y="6184"/>
                    <a:pt x="32068" y="58"/>
                    <a:pt x="23459" y="58"/>
                  </a:cubicBezTo>
                  <a:cubicBezTo>
                    <a:pt x="7357" y="58"/>
                    <a:pt x="183" y="22574"/>
                    <a:pt x="183" y="25388"/>
                  </a:cubicBezTo>
                  <a:cubicBezTo>
                    <a:pt x="183" y="27540"/>
                    <a:pt x="2415" y="27540"/>
                    <a:pt x="2893" y="27540"/>
                  </a:cubicBezTo>
                  <a:cubicBezTo>
                    <a:pt x="5125" y="27540"/>
                    <a:pt x="5285" y="26712"/>
                    <a:pt x="5763" y="24891"/>
                  </a:cubicBezTo>
                  <a:cubicBezTo>
                    <a:pt x="9749" y="11150"/>
                    <a:pt x="16604" y="4694"/>
                    <a:pt x="22981" y="4694"/>
                  </a:cubicBezTo>
                  <a:cubicBezTo>
                    <a:pt x="25691" y="4694"/>
                    <a:pt x="26966" y="6515"/>
                    <a:pt x="26966" y="10488"/>
                  </a:cubicBezTo>
                  <a:cubicBezTo>
                    <a:pt x="26966" y="14296"/>
                    <a:pt x="25531" y="17938"/>
                    <a:pt x="24734" y="20090"/>
                  </a:cubicBezTo>
                  <a:cubicBezTo>
                    <a:pt x="17082" y="40288"/>
                    <a:pt x="15488" y="46413"/>
                    <a:pt x="15488" y="53698"/>
                  </a:cubicBezTo>
                  <a:cubicBezTo>
                    <a:pt x="15488" y="56512"/>
                    <a:pt x="15488" y="64293"/>
                    <a:pt x="21705" y="69591"/>
                  </a:cubicBezTo>
                  <a:cubicBezTo>
                    <a:pt x="26647" y="73895"/>
                    <a:pt x="33343" y="74723"/>
                    <a:pt x="37647" y="74723"/>
                  </a:cubicBezTo>
                  <a:cubicBezTo>
                    <a:pt x="44024" y="74723"/>
                    <a:pt x="49764" y="72240"/>
                    <a:pt x="55025" y="67273"/>
                  </a:cubicBezTo>
                  <a:cubicBezTo>
                    <a:pt x="52952" y="76379"/>
                    <a:pt x="51198" y="83332"/>
                    <a:pt x="44503" y="91610"/>
                  </a:cubicBezTo>
                  <a:cubicBezTo>
                    <a:pt x="40198" y="96742"/>
                    <a:pt x="33821" y="102205"/>
                    <a:pt x="25372" y="102205"/>
                  </a:cubicBezTo>
                  <a:cubicBezTo>
                    <a:pt x="24256" y="102205"/>
                    <a:pt x="16763" y="102205"/>
                    <a:pt x="13415" y="96742"/>
                  </a:cubicBezTo>
                  <a:cubicBezTo>
                    <a:pt x="22024" y="95748"/>
                    <a:pt x="22024" y="87802"/>
                    <a:pt x="22024" y="87636"/>
                  </a:cubicBezTo>
                  <a:cubicBezTo>
                    <a:pt x="22024" y="82339"/>
                    <a:pt x="17401" y="81345"/>
                    <a:pt x="15807" y="81345"/>
                  </a:cubicBezTo>
                  <a:cubicBezTo>
                    <a:pt x="11821" y="81345"/>
                    <a:pt x="6560" y="84656"/>
                    <a:pt x="6560" y="92272"/>
                  </a:cubicBezTo>
                  <a:cubicBezTo>
                    <a:pt x="6560" y="100715"/>
                    <a:pt x="14212" y="106841"/>
                    <a:pt x="25531" y="106841"/>
                  </a:cubicBezTo>
                  <a:cubicBezTo>
                    <a:pt x="41633" y="106841"/>
                    <a:pt x="61242" y="93927"/>
                    <a:pt x="66184" y="73233"/>
                  </a:cubicBezTo>
                  <a:lnTo>
                    <a:pt x="81329" y="10654"/>
                  </a:lnTo>
                  <a:close/>
                </a:path>
              </a:pathLst>
            </a:custGeom>
            <a:grpFill/>
            <a:ln w="22810" cap="flat">
              <a:noFill/>
              <a:prstDash val="solid"/>
              <a:miter/>
            </a:ln>
          </p:spPr>
          <p:txBody>
            <a:bodyPr rtlCol="0" anchor="ctr"/>
            <a:lstStyle/>
            <a:p>
              <a:endParaRPr lang="en-GB" noProof="0">
                <a:solidFill>
                  <a:srgbClr val="FFFF00"/>
                </a:solidFill>
              </a:endParaRPr>
            </a:p>
          </p:txBody>
        </p:sp>
        <p:sp>
          <p:nvSpPr>
            <p:cNvPr id="33" name="Freeform: Shape 32">
              <a:extLst>
                <a:ext uri="{FF2B5EF4-FFF2-40B4-BE49-F238E27FC236}">
                  <a16:creationId xmlns:a16="http://schemas.microsoft.com/office/drawing/2014/main" id="{B3875E06-AED9-2966-CB1B-BE1212B91493}"/>
                </a:ext>
              </a:extLst>
            </p:cNvPr>
            <p:cNvSpPr/>
            <p:nvPr>
              <p:custDataLst>
                <p:tags r:id="rId19"/>
              </p:custDataLst>
            </p:nvPr>
          </p:nvSpPr>
          <p:spPr>
            <a:xfrm>
              <a:off x="6834604" y="3895860"/>
              <a:ext cx="55683" cy="53568"/>
            </a:xfrm>
            <a:custGeom>
              <a:avLst/>
              <a:gdLst>
                <a:gd name="connsiteX0" fmla="*/ 46648 w 55683"/>
                <a:gd name="connsiteY0" fmla="*/ 6681 h 53568"/>
                <a:gd name="connsiteX1" fmla="*/ 41409 w 55683"/>
                <a:gd name="connsiteY1" fmla="*/ 13777 h 53568"/>
                <a:gd name="connsiteX2" fmla="*/ 46420 w 55683"/>
                <a:gd name="connsiteY2" fmla="*/ 18625 h 53568"/>
                <a:gd name="connsiteX3" fmla="*/ 53480 w 55683"/>
                <a:gd name="connsiteY3" fmla="*/ 10466 h 53568"/>
                <a:gd name="connsiteX4" fmla="*/ 36171 w 55683"/>
                <a:gd name="connsiteY4" fmla="*/ 59 h 53568"/>
                <a:gd name="connsiteX5" fmla="*/ 187 w 55683"/>
                <a:gd name="connsiteY5" fmla="*/ 32106 h 53568"/>
                <a:gd name="connsiteX6" fmla="*/ 24670 w 55683"/>
                <a:gd name="connsiteY6" fmla="*/ 53628 h 53568"/>
                <a:gd name="connsiteX7" fmla="*/ 43687 w 55683"/>
                <a:gd name="connsiteY7" fmla="*/ 50553 h 53568"/>
                <a:gd name="connsiteX8" fmla="*/ 55871 w 55683"/>
                <a:gd name="connsiteY8" fmla="*/ 40738 h 53568"/>
                <a:gd name="connsiteX9" fmla="*/ 53366 w 55683"/>
                <a:gd name="connsiteY9" fmla="*/ 38018 h 53568"/>
                <a:gd name="connsiteX10" fmla="*/ 50861 w 55683"/>
                <a:gd name="connsiteY10" fmla="*/ 40029 h 53568"/>
                <a:gd name="connsiteX11" fmla="*/ 24784 w 55683"/>
                <a:gd name="connsiteY11" fmla="*/ 49607 h 53568"/>
                <a:gd name="connsiteX12" fmla="*/ 10664 w 55683"/>
                <a:gd name="connsiteY12" fmla="*/ 35890 h 53568"/>
                <a:gd name="connsiteX13" fmla="*/ 36171 w 55683"/>
                <a:gd name="connsiteY13" fmla="*/ 4080 h 53568"/>
                <a:gd name="connsiteX14" fmla="*/ 46648 w 55683"/>
                <a:gd name="connsiteY14" fmla="*/ 6681 h 53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683" h="53568">
                  <a:moveTo>
                    <a:pt x="46648" y="6681"/>
                  </a:moveTo>
                  <a:cubicBezTo>
                    <a:pt x="44598" y="7273"/>
                    <a:pt x="41409" y="9756"/>
                    <a:pt x="41409" y="13777"/>
                  </a:cubicBezTo>
                  <a:cubicBezTo>
                    <a:pt x="41409" y="16851"/>
                    <a:pt x="43573" y="18625"/>
                    <a:pt x="46420" y="18625"/>
                  </a:cubicBezTo>
                  <a:cubicBezTo>
                    <a:pt x="49153" y="18625"/>
                    <a:pt x="53480" y="16378"/>
                    <a:pt x="53480" y="10466"/>
                  </a:cubicBezTo>
                  <a:cubicBezTo>
                    <a:pt x="53480" y="1597"/>
                    <a:pt x="42434" y="59"/>
                    <a:pt x="36171" y="59"/>
                  </a:cubicBezTo>
                  <a:cubicBezTo>
                    <a:pt x="16927" y="59"/>
                    <a:pt x="187" y="16378"/>
                    <a:pt x="187" y="32106"/>
                  </a:cubicBezTo>
                  <a:cubicBezTo>
                    <a:pt x="187" y="42394"/>
                    <a:pt x="7475" y="53628"/>
                    <a:pt x="24670" y="53628"/>
                  </a:cubicBezTo>
                  <a:cubicBezTo>
                    <a:pt x="26834" y="53628"/>
                    <a:pt x="35943" y="53628"/>
                    <a:pt x="43687" y="50553"/>
                  </a:cubicBezTo>
                  <a:cubicBezTo>
                    <a:pt x="51316" y="47479"/>
                    <a:pt x="55871" y="42039"/>
                    <a:pt x="55871" y="40738"/>
                  </a:cubicBezTo>
                  <a:cubicBezTo>
                    <a:pt x="55871" y="39792"/>
                    <a:pt x="54391" y="38018"/>
                    <a:pt x="53366" y="38018"/>
                  </a:cubicBezTo>
                  <a:cubicBezTo>
                    <a:pt x="52797" y="38018"/>
                    <a:pt x="52683" y="38137"/>
                    <a:pt x="50861" y="40029"/>
                  </a:cubicBezTo>
                  <a:cubicBezTo>
                    <a:pt x="45737" y="46060"/>
                    <a:pt x="36171" y="49607"/>
                    <a:pt x="24784" y="49607"/>
                  </a:cubicBezTo>
                  <a:cubicBezTo>
                    <a:pt x="15219" y="49607"/>
                    <a:pt x="10664" y="44049"/>
                    <a:pt x="10664" y="35890"/>
                  </a:cubicBezTo>
                  <a:cubicBezTo>
                    <a:pt x="10664" y="23828"/>
                    <a:pt x="18179" y="4080"/>
                    <a:pt x="36171" y="4080"/>
                  </a:cubicBezTo>
                  <a:cubicBezTo>
                    <a:pt x="37424" y="4080"/>
                    <a:pt x="43117" y="4080"/>
                    <a:pt x="46648" y="6681"/>
                  </a:cubicBezTo>
                  <a:close/>
                </a:path>
              </a:pathLst>
            </a:custGeom>
            <a:grpFill/>
            <a:ln w="22810" cap="flat">
              <a:noFill/>
              <a:prstDash val="solid"/>
              <a:miter/>
            </a:ln>
          </p:spPr>
          <p:txBody>
            <a:bodyPr rtlCol="0" anchor="ctr"/>
            <a:lstStyle/>
            <a:p>
              <a:endParaRPr lang="en-GB" noProof="0">
                <a:solidFill>
                  <a:srgbClr val="FFFF00"/>
                </a:solidFill>
              </a:endParaRPr>
            </a:p>
          </p:txBody>
        </p:sp>
        <p:sp>
          <p:nvSpPr>
            <p:cNvPr id="34" name="Freeform: Shape 33">
              <a:extLst>
                <a:ext uri="{FF2B5EF4-FFF2-40B4-BE49-F238E27FC236}">
                  <a16:creationId xmlns:a16="http://schemas.microsoft.com/office/drawing/2014/main" id="{EF5C92D5-C5E8-DD3F-2437-2B5007C8C1E5}"/>
                </a:ext>
              </a:extLst>
            </p:cNvPr>
            <p:cNvSpPr/>
            <p:nvPr>
              <p:custDataLst>
                <p:tags r:id="rId20"/>
              </p:custDataLst>
            </p:nvPr>
          </p:nvSpPr>
          <p:spPr>
            <a:xfrm>
              <a:off x="6419775" y="3966127"/>
              <a:ext cx="487982" cy="9459"/>
            </a:xfrm>
            <a:custGeom>
              <a:avLst/>
              <a:gdLst>
                <a:gd name="connsiteX0" fmla="*/ 0 w 487982"/>
                <a:gd name="connsiteY0" fmla="*/ 0 h 9459"/>
                <a:gd name="connsiteX1" fmla="*/ 487983 w 487982"/>
                <a:gd name="connsiteY1" fmla="*/ 0 h 9459"/>
                <a:gd name="connsiteX2" fmla="*/ 487983 w 487982"/>
                <a:gd name="connsiteY2" fmla="*/ 9460 h 9459"/>
                <a:gd name="connsiteX3" fmla="*/ 0 w 487982"/>
                <a:gd name="connsiteY3" fmla="*/ 9460 h 9459"/>
              </a:gdLst>
              <a:ahLst/>
              <a:cxnLst>
                <a:cxn ang="0">
                  <a:pos x="connsiteX0" y="connsiteY0"/>
                </a:cxn>
                <a:cxn ang="0">
                  <a:pos x="connsiteX1" y="connsiteY1"/>
                </a:cxn>
                <a:cxn ang="0">
                  <a:pos x="connsiteX2" y="connsiteY2"/>
                </a:cxn>
                <a:cxn ang="0">
                  <a:pos x="connsiteX3" y="connsiteY3"/>
                </a:cxn>
              </a:cxnLst>
              <a:rect l="l" t="t" r="r" b="b"/>
              <a:pathLst>
                <a:path w="487982" h="9459">
                  <a:moveTo>
                    <a:pt x="0" y="0"/>
                  </a:moveTo>
                  <a:lnTo>
                    <a:pt x="487983" y="0"/>
                  </a:lnTo>
                  <a:lnTo>
                    <a:pt x="487983" y="9460"/>
                  </a:lnTo>
                  <a:lnTo>
                    <a:pt x="0" y="9460"/>
                  </a:lnTo>
                  <a:close/>
                </a:path>
              </a:pathLst>
            </a:custGeom>
            <a:grpFill/>
            <a:ln w="22810" cap="flat">
              <a:noFill/>
              <a:prstDash val="solid"/>
              <a:miter/>
            </a:ln>
          </p:spPr>
          <p:txBody>
            <a:bodyPr rtlCol="0" anchor="ctr"/>
            <a:lstStyle/>
            <a:p>
              <a:endParaRPr lang="en-GB" noProof="0">
                <a:solidFill>
                  <a:srgbClr val="FFFF00"/>
                </a:solidFill>
              </a:endParaRPr>
            </a:p>
          </p:txBody>
        </p:sp>
        <p:sp>
          <p:nvSpPr>
            <p:cNvPr id="35" name="Freeform: Shape 34">
              <a:extLst>
                <a:ext uri="{FF2B5EF4-FFF2-40B4-BE49-F238E27FC236}">
                  <a16:creationId xmlns:a16="http://schemas.microsoft.com/office/drawing/2014/main" id="{19D9402D-D3D5-9CA5-8606-5104DD586188}"/>
                </a:ext>
              </a:extLst>
            </p:cNvPr>
            <p:cNvSpPr/>
            <p:nvPr>
              <p:custDataLst>
                <p:tags r:id="rId21"/>
              </p:custDataLst>
            </p:nvPr>
          </p:nvSpPr>
          <p:spPr>
            <a:xfrm>
              <a:off x="6577735" y="4040186"/>
              <a:ext cx="92305" cy="73009"/>
            </a:xfrm>
            <a:custGeom>
              <a:avLst/>
              <a:gdLst>
                <a:gd name="connsiteX0" fmla="*/ 84032 w 92305"/>
                <a:gd name="connsiteY0" fmla="*/ 11324 h 73009"/>
                <a:gd name="connsiteX1" fmla="*/ 89931 w 92305"/>
                <a:gd name="connsiteY1" fmla="*/ 9999 h 73009"/>
                <a:gd name="connsiteX2" fmla="*/ 92482 w 92305"/>
                <a:gd name="connsiteY2" fmla="*/ 4702 h 73009"/>
                <a:gd name="connsiteX3" fmla="*/ 85627 w 92305"/>
                <a:gd name="connsiteY3" fmla="*/ 66 h 73009"/>
                <a:gd name="connsiteX4" fmla="*/ 44814 w 92305"/>
                <a:gd name="connsiteY4" fmla="*/ 66 h 73009"/>
                <a:gd name="connsiteX5" fmla="*/ 176 w 92305"/>
                <a:gd name="connsiteY5" fmla="*/ 46090 h 73009"/>
                <a:gd name="connsiteX6" fmla="*/ 27437 w 92305"/>
                <a:gd name="connsiteY6" fmla="*/ 73075 h 73009"/>
                <a:gd name="connsiteX7" fmla="*/ 70481 w 92305"/>
                <a:gd name="connsiteY7" fmla="*/ 28873 h 73009"/>
                <a:gd name="connsiteX8" fmla="*/ 65699 w 92305"/>
                <a:gd name="connsiteY8" fmla="*/ 11324 h 73009"/>
                <a:gd name="connsiteX9" fmla="*/ 84032 w 92305"/>
                <a:gd name="connsiteY9" fmla="*/ 11324 h 73009"/>
                <a:gd name="connsiteX10" fmla="*/ 27597 w 92305"/>
                <a:gd name="connsiteY10" fmla="*/ 68440 h 73009"/>
                <a:gd name="connsiteX11" fmla="*/ 11814 w 92305"/>
                <a:gd name="connsiteY11" fmla="*/ 50726 h 73009"/>
                <a:gd name="connsiteX12" fmla="*/ 42104 w 92305"/>
                <a:gd name="connsiteY12" fmla="*/ 11324 h 73009"/>
                <a:gd name="connsiteX13" fmla="*/ 58525 w 92305"/>
                <a:gd name="connsiteY13" fmla="*/ 27051 h 73009"/>
                <a:gd name="connsiteX14" fmla="*/ 49278 w 92305"/>
                <a:gd name="connsiteY14" fmla="*/ 56023 h 73009"/>
                <a:gd name="connsiteX15" fmla="*/ 27597 w 92305"/>
                <a:gd name="connsiteY15" fmla="*/ 68440 h 7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2305" h="73009">
                  <a:moveTo>
                    <a:pt x="84032" y="11324"/>
                  </a:moveTo>
                  <a:cubicBezTo>
                    <a:pt x="86742" y="11324"/>
                    <a:pt x="88177" y="11324"/>
                    <a:pt x="89931" y="9999"/>
                  </a:cubicBezTo>
                  <a:cubicBezTo>
                    <a:pt x="92003" y="8178"/>
                    <a:pt x="92482" y="5861"/>
                    <a:pt x="92482" y="4702"/>
                  </a:cubicBezTo>
                  <a:cubicBezTo>
                    <a:pt x="92482" y="66"/>
                    <a:pt x="88337" y="66"/>
                    <a:pt x="85627" y="66"/>
                  </a:cubicBezTo>
                  <a:lnTo>
                    <a:pt x="44814" y="66"/>
                  </a:lnTo>
                  <a:cubicBezTo>
                    <a:pt x="19307" y="66"/>
                    <a:pt x="176" y="26224"/>
                    <a:pt x="176" y="46090"/>
                  </a:cubicBezTo>
                  <a:cubicBezTo>
                    <a:pt x="176" y="61487"/>
                    <a:pt x="11176" y="73075"/>
                    <a:pt x="27437" y="73075"/>
                  </a:cubicBezTo>
                  <a:cubicBezTo>
                    <a:pt x="47525" y="73075"/>
                    <a:pt x="70481" y="54202"/>
                    <a:pt x="70481" y="28873"/>
                  </a:cubicBezTo>
                  <a:cubicBezTo>
                    <a:pt x="70481" y="26224"/>
                    <a:pt x="70481" y="18774"/>
                    <a:pt x="65699" y="11324"/>
                  </a:cubicBezTo>
                  <a:lnTo>
                    <a:pt x="84032" y="11324"/>
                  </a:lnTo>
                  <a:close/>
                  <a:moveTo>
                    <a:pt x="27597" y="68440"/>
                  </a:moveTo>
                  <a:cubicBezTo>
                    <a:pt x="18988" y="68440"/>
                    <a:pt x="11814" y="62480"/>
                    <a:pt x="11814" y="50726"/>
                  </a:cubicBezTo>
                  <a:cubicBezTo>
                    <a:pt x="11814" y="45759"/>
                    <a:pt x="14684" y="11324"/>
                    <a:pt x="42104" y="11324"/>
                  </a:cubicBezTo>
                  <a:cubicBezTo>
                    <a:pt x="50235" y="11324"/>
                    <a:pt x="58525" y="14469"/>
                    <a:pt x="58525" y="27051"/>
                  </a:cubicBezTo>
                  <a:cubicBezTo>
                    <a:pt x="58525" y="30031"/>
                    <a:pt x="57090" y="44931"/>
                    <a:pt x="49278" y="56023"/>
                  </a:cubicBezTo>
                  <a:cubicBezTo>
                    <a:pt x="42583" y="65129"/>
                    <a:pt x="33655" y="68440"/>
                    <a:pt x="27597" y="68440"/>
                  </a:cubicBezTo>
                  <a:close/>
                </a:path>
              </a:pathLst>
            </a:custGeom>
            <a:grpFill/>
            <a:ln w="22810" cap="flat">
              <a:noFill/>
              <a:prstDash val="solid"/>
              <a:miter/>
            </a:ln>
          </p:spPr>
          <p:txBody>
            <a:bodyPr rtlCol="0" anchor="ctr"/>
            <a:lstStyle/>
            <a:p>
              <a:endParaRPr lang="en-GB" noProof="0">
                <a:solidFill>
                  <a:srgbClr val="FFFF00"/>
                </a:solidFill>
              </a:endParaRPr>
            </a:p>
          </p:txBody>
        </p:sp>
        <p:sp>
          <p:nvSpPr>
            <p:cNvPr id="36" name="Freeform: Shape 35">
              <a:extLst>
                <a:ext uri="{FF2B5EF4-FFF2-40B4-BE49-F238E27FC236}">
                  <a16:creationId xmlns:a16="http://schemas.microsoft.com/office/drawing/2014/main" id="{A2C25166-D479-0008-D83F-7AEF6ADC814B}"/>
                </a:ext>
              </a:extLst>
            </p:cNvPr>
            <p:cNvSpPr/>
            <p:nvPr>
              <p:custDataLst>
                <p:tags r:id="rId22"/>
              </p:custDataLst>
            </p:nvPr>
          </p:nvSpPr>
          <p:spPr>
            <a:xfrm>
              <a:off x="6686049" y="4082923"/>
              <a:ext cx="55683" cy="53568"/>
            </a:xfrm>
            <a:custGeom>
              <a:avLst/>
              <a:gdLst>
                <a:gd name="connsiteX0" fmla="*/ 46641 w 55683"/>
                <a:gd name="connsiteY0" fmla="*/ 6689 h 53568"/>
                <a:gd name="connsiteX1" fmla="*/ 41403 w 55683"/>
                <a:gd name="connsiteY1" fmla="*/ 13785 h 53568"/>
                <a:gd name="connsiteX2" fmla="*/ 46413 w 55683"/>
                <a:gd name="connsiteY2" fmla="*/ 18633 h 53568"/>
                <a:gd name="connsiteX3" fmla="*/ 53473 w 55683"/>
                <a:gd name="connsiteY3" fmla="*/ 10473 h 53568"/>
                <a:gd name="connsiteX4" fmla="*/ 36165 w 55683"/>
                <a:gd name="connsiteY4" fmla="*/ 67 h 53568"/>
                <a:gd name="connsiteX5" fmla="*/ 181 w 55683"/>
                <a:gd name="connsiteY5" fmla="*/ 32114 h 53568"/>
                <a:gd name="connsiteX6" fmla="*/ 24664 w 55683"/>
                <a:gd name="connsiteY6" fmla="*/ 53636 h 53568"/>
                <a:gd name="connsiteX7" fmla="*/ 43680 w 55683"/>
                <a:gd name="connsiteY7" fmla="*/ 50561 h 53568"/>
                <a:gd name="connsiteX8" fmla="*/ 55865 w 55683"/>
                <a:gd name="connsiteY8" fmla="*/ 40746 h 53568"/>
                <a:gd name="connsiteX9" fmla="*/ 53360 w 55683"/>
                <a:gd name="connsiteY9" fmla="*/ 38026 h 53568"/>
                <a:gd name="connsiteX10" fmla="*/ 50854 w 55683"/>
                <a:gd name="connsiteY10" fmla="*/ 40037 h 53568"/>
                <a:gd name="connsiteX11" fmla="*/ 24777 w 55683"/>
                <a:gd name="connsiteY11" fmla="*/ 49615 h 53568"/>
                <a:gd name="connsiteX12" fmla="*/ 10657 w 55683"/>
                <a:gd name="connsiteY12" fmla="*/ 35898 h 53568"/>
                <a:gd name="connsiteX13" fmla="*/ 36165 w 55683"/>
                <a:gd name="connsiteY13" fmla="*/ 4088 h 53568"/>
                <a:gd name="connsiteX14" fmla="*/ 46641 w 55683"/>
                <a:gd name="connsiteY14" fmla="*/ 6689 h 53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683" h="53568">
                  <a:moveTo>
                    <a:pt x="46641" y="6689"/>
                  </a:moveTo>
                  <a:cubicBezTo>
                    <a:pt x="44591" y="7281"/>
                    <a:pt x="41403" y="9764"/>
                    <a:pt x="41403" y="13785"/>
                  </a:cubicBezTo>
                  <a:cubicBezTo>
                    <a:pt x="41403" y="16859"/>
                    <a:pt x="43566" y="18633"/>
                    <a:pt x="46413" y="18633"/>
                  </a:cubicBezTo>
                  <a:cubicBezTo>
                    <a:pt x="49146" y="18633"/>
                    <a:pt x="53473" y="16386"/>
                    <a:pt x="53473" y="10473"/>
                  </a:cubicBezTo>
                  <a:cubicBezTo>
                    <a:pt x="53473" y="1604"/>
                    <a:pt x="42428" y="67"/>
                    <a:pt x="36165" y="67"/>
                  </a:cubicBezTo>
                  <a:cubicBezTo>
                    <a:pt x="16920" y="67"/>
                    <a:pt x="181" y="16386"/>
                    <a:pt x="181" y="32114"/>
                  </a:cubicBezTo>
                  <a:cubicBezTo>
                    <a:pt x="181" y="42402"/>
                    <a:pt x="7469" y="53636"/>
                    <a:pt x="24664" y="53636"/>
                  </a:cubicBezTo>
                  <a:cubicBezTo>
                    <a:pt x="26827" y="53636"/>
                    <a:pt x="35937" y="53636"/>
                    <a:pt x="43680" y="50561"/>
                  </a:cubicBezTo>
                  <a:cubicBezTo>
                    <a:pt x="51310" y="47487"/>
                    <a:pt x="55865" y="42047"/>
                    <a:pt x="55865" y="40746"/>
                  </a:cubicBezTo>
                  <a:cubicBezTo>
                    <a:pt x="55865" y="39800"/>
                    <a:pt x="54384" y="38026"/>
                    <a:pt x="53360" y="38026"/>
                  </a:cubicBezTo>
                  <a:cubicBezTo>
                    <a:pt x="52790" y="38026"/>
                    <a:pt x="52676" y="38145"/>
                    <a:pt x="50854" y="40037"/>
                  </a:cubicBezTo>
                  <a:cubicBezTo>
                    <a:pt x="45730" y="46067"/>
                    <a:pt x="36165" y="49615"/>
                    <a:pt x="24777" y="49615"/>
                  </a:cubicBezTo>
                  <a:cubicBezTo>
                    <a:pt x="15212" y="49615"/>
                    <a:pt x="10657" y="44057"/>
                    <a:pt x="10657" y="35898"/>
                  </a:cubicBezTo>
                  <a:cubicBezTo>
                    <a:pt x="10657" y="23836"/>
                    <a:pt x="18173" y="4088"/>
                    <a:pt x="36165" y="4088"/>
                  </a:cubicBezTo>
                  <a:cubicBezTo>
                    <a:pt x="37417" y="4088"/>
                    <a:pt x="43111" y="4088"/>
                    <a:pt x="46641" y="6689"/>
                  </a:cubicBezTo>
                  <a:close/>
                </a:path>
              </a:pathLst>
            </a:custGeom>
            <a:grpFill/>
            <a:ln w="22810" cap="flat">
              <a:noFill/>
              <a:prstDash val="solid"/>
              <a:miter/>
            </a:ln>
          </p:spPr>
          <p:txBody>
            <a:bodyPr rtlCol="0" anchor="ctr"/>
            <a:lstStyle/>
            <a:p>
              <a:endParaRPr lang="en-GB" noProof="0">
                <a:solidFill>
                  <a:srgbClr val="FFFF00"/>
                </a:solidFill>
              </a:endParaRPr>
            </a:p>
          </p:txBody>
        </p:sp>
      </p:grpSp>
      <p:pic>
        <p:nvPicPr>
          <p:cNvPr id="37" name="Picture 2" descr="Jacob Cohen">
            <a:extLst>
              <a:ext uri="{FF2B5EF4-FFF2-40B4-BE49-F238E27FC236}">
                <a16:creationId xmlns:a16="http://schemas.microsoft.com/office/drawing/2014/main" id="{5974D970-3CE1-B9E4-2D72-23F6D8028767}"/>
              </a:ext>
            </a:extLst>
          </p:cNvPr>
          <p:cNvPicPr preferRelativeResize="0">
            <a:picLocks noChangeArrowheads="1"/>
          </p:cNvPicPr>
          <p:nvPr/>
        </p:nvPicPr>
        <p:blipFill rotWithShape="1">
          <a:blip r:embed="rId25"/>
          <a:srcRect t="2034" b="19632"/>
          <a:stretch>
            <a:fillRect/>
          </a:stretch>
        </p:blipFill>
        <p:spPr bwMode="auto">
          <a:xfrm flipH="1">
            <a:off x="1274531" y="4530473"/>
            <a:ext cx="631333" cy="631333"/>
          </a:xfrm>
          <a:prstGeom prst="ellipse">
            <a:avLst/>
          </a:prstGeom>
          <a:solidFill>
            <a:srgbClr val="FFFF00"/>
          </a:solidFill>
        </p:spPr>
      </p:pic>
      <p:sp>
        <p:nvSpPr>
          <p:cNvPr id="38" name="TextBox 37">
            <a:extLst>
              <a:ext uri="{FF2B5EF4-FFF2-40B4-BE49-F238E27FC236}">
                <a16:creationId xmlns:a16="http://schemas.microsoft.com/office/drawing/2014/main" id="{F922EBD2-E61D-1EC8-7C49-AB18C9817461}"/>
              </a:ext>
            </a:extLst>
          </p:cNvPr>
          <p:cNvSpPr txBox="1"/>
          <p:nvPr/>
        </p:nvSpPr>
        <p:spPr>
          <a:xfrm>
            <a:off x="2103615" y="5013710"/>
            <a:ext cx="2903488" cy="1015663"/>
          </a:xfrm>
          <a:prstGeom prst="rect">
            <a:avLst/>
          </a:prstGeom>
          <a:noFill/>
        </p:spPr>
        <p:txBody>
          <a:bodyPr wrap="square">
            <a:spAutoFit/>
          </a:bodyPr>
          <a:lstStyle/>
          <a:p>
            <a:r>
              <a:rPr lang="en-GB" sz="1200" noProof="0">
                <a:solidFill>
                  <a:prstClr val="white"/>
                </a:solidFill>
                <a:latin typeface="Aptos" panose="020B0004020202020204"/>
              </a:rPr>
              <a:t>Rules of thumb :</a:t>
            </a:r>
          </a:p>
          <a:p>
            <a:endParaRPr lang="en-GB" sz="1200" noProof="0">
              <a:solidFill>
                <a:prstClr val="white"/>
              </a:solidFill>
              <a:latin typeface="Aptos" panose="020B0004020202020204"/>
            </a:endParaRPr>
          </a:p>
          <a:p>
            <a:pPr marL="171450" indent="-171450">
              <a:buFont typeface="Arial" panose="020B0604020202020204" pitchFamily="34" charset="0"/>
              <a:buChar char="•"/>
            </a:pPr>
            <a:r>
              <a:rPr lang="en-GB" sz="1200" noProof="0">
                <a:solidFill>
                  <a:prstClr val="white"/>
                </a:solidFill>
                <a:latin typeface="Aptos" panose="020B0004020202020204"/>
              </a:rPr>
              <a:t>If SES = 0.2, the effect size is small.</a:t>
            </a:r>
          </a:p>
          <a:p>
            <a:pPr marL="171450" indent="-171450">
              <a:buFont typeface="Arial" panose="020B0604020202020204" pitchFamily="34" charset="0"/>
              <a:buChar char="•"/>
            </a:pPr>
            <a:r>
              <a:rPr lang="en-GB" sz="1200" noProof="0">
                <a:solidFill>
                  <a:prstClr val="white"/>
                </a:solidFill>
                <a:latin typeface="Aptos" panose="020B0004020202020204"/>
              </a:rPr>
              <a:t>If SES = 0.5, the effect size is medium.</a:t>
            </a:r>
          </a:p>
          <a:p>
            <a:pPr marL="171450" indent="-171450">
              <a:buFont typeface="Arial" panose="020B0604020202020204" pitchFamily="34" charset="0"/>
              <a:buChar char="•"/>
            </a:pPr>
            <a:r>
              <a:rPr lang="en-GB" sz="1200" noProof="0">
                <a:solidFill>
                  <a:prstClr val="white"/>
                </a:solidFill>
                <a:latin typeface="Aptos" panose="020B0004020202020204"/>
              </a:rPr>
              <a:t>If SES = 0.8, the effect size is large.</a:t>
            </a:r>
          </a:p>
        </p:txBody>
      </p:sp>
      <p:sp>
        <p:nvSpPr>
          <p:cNvPr id="40" name="TextBox 39">
            <a:extLst>
              <a:ext uri="{FF2B5EF4-FFF2-40B4-BE49-F238E27FC236}">
                <a16:creationId xmlns:a16="http://schemas.microsoft.com/office/drawing/2014/main" id="{2D63731E-42E5-53CA-9108-E1205FEA10D1}"/>
              </a:ext>
            </a:extLst>
          </p:cNvPr>
          <p:cNvSpPr txBox="1"/>
          <p:nvPr/>
        </p:nvSpPr>
        <p:spPr>
          <a:xfrm>
            <a:off x="5300104" y="4695212"/>
            <a:ext cx="2448602" cy="1200329"/>
          </a:xfrm>
          <a:prstGeom prst="rect">
            <a:avLst/>
          </a:prstGeom>
          <a:noFill/>
        </p:spPr>
        <p:txBody>
          <a:bodyPr wrap="square">
            <a:spAutoFit/>
          </a:bodyPr>
          <a:lstStyle/>
          <a:p>
            <a:r>
              <a:rPr lang="en-GB" sz="1200" noProof="0">
                <a:solidFill>
                  <a:prstClr val="white"/>
                </a:solidFill>
                <a:latin typeface="Aptos" panose="020B0004020202020204"/>
              </a:rPr>
              <a:t>In practice, the sizes of MDE, SD and SES are often taken from:</a:t>
            </a:r>
          </a:p>
          <a:p>
            <a:endParaRPr lang="en-GB" sz="1200" noProof="0">
              <a:solidFill>
                <a:prstClr val="white"/>
              </a:solidFill>
              <a:latin typeface="Aptos" panose="020B0004020202020204"/>
            </a:endParaRPr>
          </a:p>
          <a:p>
            <a:pPr marL="171450" indent="-171450">
              <a:buFont typeface="Arial" panose="020B0604020202020204" pitchFamily="34" charset="0"/>
              <a:buChar char="•"/>
            </a:pPr>
            <a:r>
              <a:rPr lang="en-GB" sz="1200" noProof="0">
                <a:solidFill>
                  <a:prstClr val="white"/>
                </a:solidFill>
                <a:latin typeface="Aptos" panose="020B0004020202020204"/>
              </a:rPr>
              <a:t>Published studies with similar interventions or objectives</a:t>
            </a:r>
          </a:p>
          <a:p>
            <a:pPr marL="171450" indent="-171450">
              <a:buFont typeface="Arial" panose="020B0604020202020204" pitchFamily="34" charset="0"/>
              <a:buChar char="•"/>
            </a:pPr>
            <a:r>
              <a:rPr lang="en-GB" sz="1200" noProof="0">
                <a:solidFill>
                  <a:prstClr val="white"/>
                </a:solidFill>
                <a:latin typeface="Aptos" panose="020B0004020202020204"/>
              </a:rPr>
              <a:t>Pilots. </a:t>
            </a:r>
          </a:p>
        </p:txBody>
      </p:sp>
      <p:sp>
        <p:nvSpPr>
          <p:cNvPr id="41" name="Right Brace 40">
            <a:extLst>
              <a:ext uri="{FF2B5EF4-FFF2-40B4-BE49-F238E27FC236}">
                <a16:creationId xmlns:a16="http://schemas.microsoft.com/office/drawing/2014/main" id="{21B2BEE1-6CB5-EA52-52B7-0829761C0A98}"/>
              </a:ext>
            </a:extLst>
          </p:cNvPr>
          <p:cNvSpPr/>
          <p:nvPr/>
        </p:nvSpPr>
        <p:spPr>
          <a:xfrm rot="10800000" flipH="1">
            <a:off x="4983590" y="4695212"/>
            <a:ext cx="298739" cy="1356522"/>
          </a:xfrm>
          <a:prstGeom prst="rightBrace">
            <a:avLst>
              <a:gd name="adj1" fmla="val 40394"/>
              <a:gd name="adj2" fmla="val 82431"/>
            </a:avLst>
          </a:prstGeom>
          <a:ln w="95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noProof="0"/>
          </a:p>
        </p:txBody>
      </p:sp>
      <p:sp>
        <p:nvSpPr>
          <p:cNvPr id="47" name="TextBox 46">
            <a:extLst>
              <a:ext uri="{FF2B5EF4-FFF2-40B4-BE49-F238E27FC236}">
                <a16:creationId xmlns:a16="http://schemas.microsoft.com/office/drawing/2014/main" id="{939D55A3-0B6D-4D21-38E5-71B0C5B844CB}"/>
              </a:ext>
            </a:extLst>
          </p:cNvPr>
          <p:cNvSpPr txBox="1"/>
          <p:nvPr/>
        </p:nvSpPr>
        <p:spPr>
          <a:xfrm>
            <a:off x="1112831" y="5155938"/>
            <a:ext cx="1117552" cy="261610"/>
          </a:xfrm>
          <a:prstGeom prst="rect">
            <a:avLst/>
          </a:prstGeom>
          <a:noFill/>
        </p:spPr>
        <p:txBody>
          <a:bodyPr wrap="square">
            <a:spAutoFit/>
          </a:bodyPr>
          <a:lstStyle/>
          <a:p>
            <a:r>
              <a:rPr kumimoji="0" lang="en-GB" sz="1050" b="0" i="0" u="none" strike="noStrike" kern="1200" cap="none" spc="0" normalizeH="0" baseline="0" noProof="0">
                <a:ln>
                  <a:noFill/>
                </a:ln>
                <a:solidFill>
                  <a:srgbClr val="FFFF00"/>
                </a:solidFill>
                <a:effectLst/>
                <a:uLnTx/>
                <a:uFillTx/>
                <a:latin typeface="Aptos" panose="020B0004020202020204"/>
                <a:ea typeface="+mn-ea"/>
                <a:cs typeface="+mn-cs"/>
                <a:hlinkClick r:id="rId26">
                  <a:extLst>
                    <a:ext uri="{A12FA001-AC4F-418D-AE19-62706E023703}">
                      <ahyp:hlinkClr xmlns:ahyp="http://schemas.microsoft.com/office/drawing/2018/hyperlinkcolor" val="tx"/>
                    </a:ext>
                  </a:extLst>
                </a:hlinkClick>
              </a:rPr>
              <a:t>(Cohen, 1969)</a:t>
            </a:r>
            <a:endParaRPr lang="en-GB" sz="1400" noProof="0">
              <a:solidFill>
                <a:srgbClr val="FFFF00"/>
              </a:solidFill>
            </a:endParaRPr>
          </a:p>
        </p:txBody>
      </p:sp>
    </p:spTree>
    <p:extLst>
      <p:ext uri="{BB962C8B-B14F-4D97-AF65-F5344CB8AC3E}">
        <p14:creationId xmlns:p14="http://schemas.microsoft.com/office/powerpoint/2010/main" val="7670601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6E4A09C5-BE56-506C-50E9-946DB8A5E0F2}"/>
            </a:ext>
          </a:extLst>
        </p:cNvPr>
        <p:cNvGrpSpPr/>
        <p:nvPr/>
      </p:nvGrpSpPr>
      <p:grpSpPr>
        <a:xfrm>
          <a:off x="0" y="0"/>
          <a:ext cx="0" cy="0"/>
          <a:chOff x="0" y="0"/>
          <a:chExt cx="0" cy="0"/>
        </a:xfrm>
      </p:grpSpPr>
      <p:sp>
        <p:nvSpPr>
          <p:cNvPr id="43" name="Slide Number Placeholder 5">
            <a:extLst>
              <a:ext uri="{FF2B5EF4-FFF2-40B4-BE49-F238E27FC236}">
                <a16:creationId xmlns:a16="http://schemas.microsoft.com/office/drawing/2014/main" id="{49515832-90A0-5064-7163-F6DC60565225}"/>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115BC729-3C61-D6DD-BDCA-B7DF14266994}"/>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 name="TextBox 2">
            <a:extLst>
              <a:ext uri="{FF2B5EF4-FFF2-40B4-BE49-F238E27FC236}">
                <a16:creationId xmlns:a16="http://schemas.microsoft.com/office/drawing/2014/main" id="{1F13297E-CA95-E17F-FB44-1B685139E70F}"/>
              </a:ext>
            </a:extLst>
          </p:cNvPr>
          <p:cNvSpPr txBox="1"/>
          <p:nvPr/>
        </p:nvSpPr>
        <p:spPr>
          <a:xfrm>
            <a:off x="1114844" y="1235822"/>
            <a:ext cx="3795293" cy="303096"/>
          </a:xfrm>
          <a:prstGeom prst="rect">
            <a:avLst/>
          </a:prstGeom>
          <a:noFill/>
        </p:spPr>
        <p:txBody>
          <a:bodyPr wrap="square">
            <a:spAutoFit/>
          </a:bodyPr>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00"/>
                </a:solidFill>
                <a:effectLst/>
                <a:uLnTx/>
                <a:uFillTx/>
                <a:latin typeface="Aptos" panose="020B0004020202020204"/>
                <a:ea typeface="+mn-ea"/>
                <a:cs typeface="+mn-cs"/>
              </a:rPr>
              <a:t>Determination of Sample Size: Power</a:t>
            </a:r>
          </a:p>
        </p:txBody>
      </p:sp>
      <p:sp>
        <p:nvSpPr>
          <p:cNvPr id="8" name="Título 1">
            <a:extLst>
              <a:ext uri="{FF2B5EF4-FFF2-40B4-BE49-F238E27FC236}">
                <a16:creationId xmlns:a16="http://schemas.microsoft.com/office/drawing/2014/main" id="{61A1BAA6-8D80-ED2D-F61D-B0D17643C6AF}"/>
              </a:ext>
            </a:extLst>
          </p:cNvPr>
          <p:cNvSpPr txBox="1">
            <a:spLocks/>
          </p:cNvSpPr>
          <p:nvPr/>
        </p:nvSpPr>
        <p:spPr>
          <a:xfrm>
            <a:off x="1043989" y="6540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Quantitative designs</a:t>
            </a:r>
          </a:p>
        </p:txBody>
      </p:sp>
      <p:sp>
        <p:nvSpPr>
          <p:cNvPr id="10" name="Rectangle: Rounded Corners 9">
            <a:extLst>
              <a:ext uri="{FF2B5EF4-FFF2-40B4-BE49-F238E27FC236}">
                <a16:creationId xmlns:a16="http://schemas.microsoft.com/office/drawing/2014/main" id="{7282C48F-24A9-0FE7-ECBC-B7CF6908FA2F}"/>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 name="TextBox 10">
            <a:extLst>
              <a:ext uri="{FF2B5EF4-FFF2-40B4-BE49-F238E27FC236}">
                <a16:creationId xmlns:a16="http://schemas.microsoft.com/office/drawing/2014/main" id="{EB2B5C91-AF10-F577-8217-C447659D54FA}"/>
              </a:ext>
            </a:extLst>
          </p:cNvPr>
          <p:cNvSpPr txBox="1"/>
          <p:nvPr/>
        </p:nvSpPr>
        <p:spPr>
          <a:xfrm>
            <a:off x="1120589" y="1692124"/>
            <a:ext cx="4605469" cy="195438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solidFill>
                <a:effectLst/>
                <a:uLnTx/>
                <a:uFillTx/>
                <a:latin typeface="Aptos" panose="020B0004020202020204"/>
                <a:ea typeface="+mn-ea"/>
                <a:cs typeface="+mn-cs"/>
              </a:rPr>
              <a:t>If your analysis plan includes </a:t>
            </a:r>
            <a:r>
              <a:rPr kumimoji="0" lang="en-GB" sz="1100" b="1" i="0" u="none" strike="noStrike" kern="1200" cap="none" spc="0" normalizeH="0" baseline="0" noProof="0">
                <a:ln>
                  <a:noFill/>
                </a:ln>
                <a:solidFill>
                  <a:prstClr val="white"/>
                </a:solidFill>
                <a:effectLst/>
                <a:highlight>
                  <a:srgbClr val="000000"/>
                </a:highlight>
                <a:uLnTx/>
                <a:uFillTx/>
                <a:latin typeface="Aptos" panose="020B0004020202020204"/>
                <a:ea typeface="+mn-ea"/>
                <a:cs typeface="+mn-cs"/>
              </a:rPr>
              <a:t>detecting a significant association between variables of interest</a:t>
            </a:r>
            <a:r>
              <a:rPr kumimoji="0" lang="en-GB" sz="1100" b="0" i="0" u="none" strike="noStrike" kern="1200" cap="none" spc="0" normalizeH="0" baseline="0" noProof="0">
                <a:ln>
                  <a:noFill/>
                </a:ln>
                <a:solidFill>
                  <a:prstClr val="white"/>
                </a:solidFill>
                <a:effectLst/>
                <a:uLnTx/>
                <a:uFillTx/>
                <a:latin typeface="Aptos" panose="020B0004020202020204"/>
                <a:ea typeface="+mn-ea"/>
                <a:cs typeface="+mn-cs"/>
              </a:rPr>
              <a:t>, a power analysis can help estimate a target sample size.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a:noFill/>
                </a:ln>
                <a:solidFill>
                  <a:prstClr val="white"/>
                </a:solidFill>
                <a:effectLst/>
                <a:uLnTx/>
                <a:uFillTx/>
                <a:latin typeface="Aptos" panose="020B0004020202020204"/>
                <a:ea typeface="+mn-ea"/>
                <a:cs typeface="+mn-cs"/>
              </a:rPr>
              <a:t>The input values for a formal power analysis will </a:t>
            </a:r>
            <a:r>
              <a:rPr kumimoji="0" lang="en-GB" sz="1100" b="1" i="0" u="none" strike="noStrike" kern="1200" cap="none" spc="0" normalizeH="0" baseline="0" noProof="0">
                <a:ln>
                  <a:noFill/>
                </a:ln>
                <a:solidFill>
                  <a:prstClr val="white"/>
                </a:solidFill>
                <a:effectLst/>
                <a:uLnTx/>
                <a:uFillTx/>
                <a:latin typeface="Aptos" panose="020B0004020202020204"/>
                <a:ea typeface="+mn-ea"/>
                <a:cs typeface="+mn-cs"/>
              </a:rPr>
              <a:t>depend on the questions you wish to address in your design</a:t>
            </a:r>
            <a:r>
              <a:rPr kumimoji="0" lang="en-GB" sz="1100" b="0" i="0" u="none" strike="noStrike" kern="1200" cap="none" spc="0" normalizeH="0" baseline="0" noProof="0">
                <a:ln>
                  <a:noFill/>
                </a:ln>
                <a:solidFill>
                  <a:prstClr val="white"/>
                </a:solidFill>
                <a:effectLst/>
                <a:uLnTx/>
                <a:uFillTx/>
                <a:latin typeface="Aptos" panose="020B0004020202020204"/>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a:noFill/>
                </a:ln>
                <a:solidFill>
                  <a:prstClr val="white"/>
                </a:solidFill>
                <a:effectLst/>
                <a:uLnTx/>
                <a:uFillTx/>
                <a:latin typeface="Aptos" panose="020B0004020202020204"/>
                <a:ea typeface="+mn-ea"/>
                <a:cs typeface="+mn-cs"/>
              </a:rPr>
              <a:t>This power analysis for determining sample size must be </a:t>
            </a:r>
            <a:r>
              <a:rPr kumimoji="0" lang="en-GB" sz="1100" b="1" i="0" u="none" strike="noStrike" kern="1200" cap="none" spc="0" normalizeH="0" baseline="0" noProof="0">
                <a:ln>
                  <a:noFill/>
                </a:ln>
                <a:solidFill>
                  <a:prstClr val="white"/>
                </a:solidFill>
                <a:effectLst/>
                <a:highlight>
                  <a:srgbClr val="000000"/>
                </a:highlight>
                <a:uLnTx/>
                <a:uFillTx/>
                <a:latin typeface="Aptos" panose="020B0004020202020204"/>
                <a:ea typeface="+mn-ea"/>
                <a:cs typeface="+mn-cs"/>
              </a:rPr>
              <a:t>conducted during the planning phase of the study and before enrolling any participants</a:t>
            </a:r>
            <a:r>
              <a:rPr kumimoji="0" lang="en-GB" sz="1100" b="0" i="0" u="none" strike="noStrike" kern="1200" cap="none" spc="0" normalizeH="0" baseline="0" noProof="0">
                <a:ln>
                  <a:noFill/>
                </a:ln>
                <a:solidFill>
                  <a:prstClr val="white"/>
                </a:solidFill>
                <a:effectLst/>
                <a:uLnTx/>
                <a:uFillTx/>
                <a:latin typeface="Aptos" panose="020B0004020202020204"/>
                <a:ea typeface="+mn-ea"/>
                <a:cs typeface="+mn-cs"/>
              </a:rPr>
              <a:t>.</a:t>
            </a:r>
          </a:p>
        </p:txBody>
      </p:sp>
      <p:sp>
        <p:nvSpPr>
          <p:cNvPr id="17" name="TextBox 16">
            <a:extLst>
              <a:ext uri="{FF2B5EF4-FFF2-40B4-BE49-F238E27FC236}">
                <a16:creationId xmlns:a16="http://schemas.microsoft.com/office/drawing/2014/main" id="{00C03365-0356-8637-5444-E715D88DE4CA}"/>
              </a:ext>
            </a:extLst>
          </p:cNvPr>
          <p:cNvSpPr txBox="1"/>
          <p:nvPr/>
        </p:nvSpPr>
        <p:spPr>
          <a:xfrm>
            <a:off x="6476166" y="1647454"/>
            <a:ext cx="4476189" cy="6001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Nunito"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00"/>
                </a:solidFill>
                <a:effectLst/>
                <a:uLnTx/>
                <a:uFillTx/>
                <a:latin typeface="Nunito" pitchFamily="2" charset="0"/>
                <a:ea typeface="+mn-ea"/>
                <a:cs typeface="+mn-cs"/>
              </a:rPr>
              <a:t>Hypothesis: </a:t>
            </a:r>
            <a:r>
              <a:rPr kumimoji="0" lang="en-GB" sz="1100" i="0" u="none" strike="noStrike" kern="1200" cap="none" spc="0" normalizeH="0" baseline="0" noProof="0">
                <a:ln>
                  <a:noFill/>
                </a:ln>
                <a:solidFill>
                  <a:schemeClr val="bg1"/>
                </a:solidFill>
                <a:effectLst/>
                <a:uLnTx/>
                <a:uFillTx/>
                <a:latin typeface="Nunito" pitchFamily="2" charset="0"/>
                <a:ea typeface="+mn-ea"/>
                <a:cs typeface="+mn-cs"/>
              </a:rPr>
              <a:t>there exists an association between hours of class and subjective well‑being</a:t>
            </a:r>
            <a:r>
              <a:rPr kumimoji="0" lang="en-GB" sz="1100" b="1" i="0" u="none" strike="noStrike" kern="1200" cap="none" spc="0" normalizeH="0" baseline="0" noProof="0">
                <a:ln>
                  <a:noFill/>
                </a:ln>
                <a:solidFill>
                  <a:schemeClr val="bg1"/>
                </a:solidFill>
                <a:effectLst/>
                <a:uLnTx/>
                <a:uFillTx/>
                <a:latin typeface="Nunito" pitchFamily="2" charset="0"/>
                <a:ea typeface="+mn-ea"/>
                <a:cs typeface="+mn-cs"/>
              </a:rPr>
              <a:t>.</a:t>
            </a:r>
            <a:endParaRPr kumimoji="0" lang="en-GB" sz="1100" b="0" i="0" u="none" strike="noStrike" kern="1200" cap="none" spc="0" normalizeH="0" baseline="0" noProof="0">
              <a:ln>
                <a:noFill/>
              </a:ln>
              <a:solidFill>
                <a:schemeClr val="bg1"/>
              </a:solidFill>
              <a:effectLst/>
              <a:uLnTx/>
              <a:uFillTx/>
              <a:latin typeface="Nunito" pitchFamily="2" charset="0"/>
              <a:ea typeface="+mn-ea"/>
              <a:cs typeface="+mn-cs"/>
            </a:endParaRPr>
          </a:p>
        </p:txBody>
      </p:sp>
      <p:cxnSp>
        <p:nvCxnSpPr>
          <p:cNvPr id="18" name="Straight Connector 17">
            <a:extLst>
              <a:ext uri="{FF2B5EF4-FFF2-40B4-BE49-F238E27FC236}">
                <a16:creationId xmlns:a16="http://schemas.microsoft.com/office/drawing/2014/main" id="{47A2F01B-2E1F-DCE7-BFCB-670376D1825E}"/>
              </a:ext>
            </a:extLst>
          </p:cNvPr>
          <p:cNvCxnSpPr/>
          <p:nvPr/>
        </p:nvCxnSpPr>
        <p:spPr>
          <a:xfrm>
            <a:off x="6590466" y="2359587"/>
            <a:ext cx="448094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4AB341AE-AFCF-2C64-4C0A-B011BC5A2D5D}"/>
              </a:ext>
            </a:extLst>
          </p:cNvPr>
          <p:cNvSpPr txBox="1"/>
          <p:nvPr/>
        </p:nvSpPr>
        <p:spPr>
          <a:xfrm>
            <a:off x="6476166" y="2479300"/>
            <a:ext cx="4605469"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00"/>
                </a:solidFill>
                <a:effectLst/>
                <a:uLnTx/>
                <a:uFillTx/>
                <a:latin typeface="Aptos" panose="020B0004020202020204"/>
                <a:ea typeface="+mn-ea"/>
                <a:cs typeface="+mn-cs"/>
              </a:rPr>
              <a:t>Estimated correlation (r): </a:t>
            </a:r>
            <a:r>
              <a:rPr kumimoji="0" lang="en-GB" sz="1100" i="0" u="none" strike="noStrike" kern="1200" cap="none" spc="0" normalizeH="0" baseline="0" noProof="0">
                <a:ln>
                  <a:noFill/>
                </a:ln>
                <a:solidFill>
                  <a:schemeClr val="bg1"/>
                </a:solidFill>
                <a:effectLst/>
                <a:uLnTx/>
                <a:uFillTx/>
                <a:latin typeface="Aptos" panose="020B0004020202020204"/>
                <a:ea typeface="+mn-ea"/>
                <a:cs typeface="+mn-cs"/>
              </a:rPr>
              <a:t>can be obtained from prior, </a:t>
            </a:r>
            <a:br>
              <a:rPr kumimoji="0" lang="en-GB" sz="1100" i="0" u="none" strike="noStrike" kern="1200" cap="none" spc="0" normalizeH="0" baseline="0" noProof="0">
                <a:ln>
                  <a:noFill/>
                </a:ln>
                <a:solidFill>
                  <a:schemeClr val="bg1"/>
                </a:solidFill>
                <a:effectLst/>
                <a:uLnTx/>
                <a:uFillTx/>
                <a:latin typeface="Aptos" panose="020B0004020202020204"/>
                <a:ea typeface="+mn-ea"/>
                <a:cs typeface="+mn-cs"/>
              </a:rPr>
            </a:br>
            <a:r>
              <a:rPr kumimoji="0" lang="en-GB" sz="1100" i="0" u="none" strike="noStrike" kern="1200" cap="none" spc="0" normalizeH="0" baseline="0" noProof="0">
                <a:ln>
                  <a:noFill/>
                </a:ln>
                <a:solidFill>
                  <a:schemeClr val="bg1"/>
                </a:solidFill>
                <a:effectLst/>
                <a:uLnTx/>
                <a:uFillTx/>
                <a:latin typeface="Aptos" panose="020B0004020202020204"/>
                <a:ea typeface="+mn-ea"/>
                <a:cs typeface="+mn-cs"/>
              </a:rPr>
              <a:t>similar studies</a:t>
            </a:r>
            <a:r>
              <a:rPr kumimoji="0" lang="en-GB" sz="1100" b="1" i="0" u="none" strike="noStrike" kern="1200" cap="none" spc="0" normalizeH="0" baseline="0" noProof="0">
                <a:ln>
                  <a:noFill/>
                </a:ln>
                <a:solidFill>
                  <a:schemeClr val="bg1"/>
                </a:solidFill>
                <a:effectLst/>
                <a:uLnTx/>
                <a:uFillTx/>
                <a:latin typeface="Aptos" panose="020B0004020202020204"/>
                <a:ea typeface="+mn-ea"/>
                <a:cs typeface="+mn-cs"/>
              </a:rPr>
              <a:t>.</a:t>
            </a:r>
            <a:endParaRPr kumimoji="0" lang="en-GB" sz="1100" b="0" i="0" u="none" strike="noStrike" kern="1200" cap="none" spc="0" normalizeH="0" baseline="0" noProof="0">
              <a:ln>
                <a:noFill/>
              </a:ln>
              <a:solidFill>
                <a:schemeClr val="bg1"/>
              </a:solidFill>
              <a:effectLst/>
              <a:uLnTx/>
              <a:uFillTx/>
              <a:latin typeface="Aptos" panose="020B0004020202020204"/>
              <a:ea typeface="+mn-ea"/>
              <a:cs typeface="+mn-cs"/>
            </a:endParaRPr>
          </a:p>
        </p:txBody>
      </p:sp>
      <p:cxnSp>
        <p:nvCxnSpPr>
          <p:cNvPr id="42" name="Straight Connector 41">
            <a:extLst>
              <a:ext uri="{FF2B5EF4-FFF2-40B4-BE49-F238E27FC236}">
                <a16:creationId xmlns:a16="http://schemas.microsoft.com/office/drawing/2014/main" id="{E618BEE3-C88F-FFDA-CF30-33B7CA3BD03E}"/>
              </a:ext>
            </a:extLst>
          </p:cNvPr>
          <p:cNvCxnSpPr/>
          <p:nvPr/>
        </p:nvCxnSpPr>
        <p:spPr>
          <a:xfrm>
            <a:off x="6590466" y="3006345"/>
            <a:ext cx="448094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2DDCA639-47AD-5578-8925-8C6764307B9D}"/>
              </a:ext>
            </a:extLst>
          </p:cNvPr>
          <p:cNvSpPr txBox="1"/>
          <p:nvPr/>
        </p:nvSpPr>
        <p:spPr>
          <a:xfrm>
            <a:off x="6476166" y="3122917"/>
            <a:ext cx="4605469" cy="430887"/>
          </a:xfrm>
          <a:prstGeom prst="rect">
            <a:avLst/>
          </a:prstGeom>
          <a:noFill/>
        </p:spPr>
        <p:txBody>
          <a:bodyPr wrap="square">
            <a:spAutoFit/>
          </a:bodyPr>
          <a:lstStyle>
            <a:defPPr>
              <a:defRPr lang="en-US"/>
            </a:defPPr>
            <a:lvl1pPr>
              <a:defRPr sz="1100" b="0" i="0" u="none" strike="noStrike" baseline="0">
                <a:solidFill>
                  <a:srgbClr val="000000"/>
                </a:solidFill>
                <a:latin typeface="Nunito"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00"/>
                </a:solidFill>
                <a:effectLst/>
                <a:uLnTx/>
                <a:uFillTx/>
                <a:latin typeface="Nunito" pitchFamily="2" charset="0"/>
                <a:ea typeface="+mn-ea"/>
                <a:cs typeface="+mn-cs"/>
              </a:rPr>
              <a:t>Alpha (α) — significance: </a:t>
            </a:r>
            <a:r>
              <a:rPr kumimoji="0" lang="en-GB" sz="1100" i="0" u="none" strike="noStrike" kern="1200" cap="none" spc="0" normalizeH="0" baseline="0" noProof="0">
                <a:ln>
                  <a:noFill/>
                </a:ln>
                <a:solidFill>
                  <a:schemeClr val="bg1"/>
                </a:solidFill>
                <a:effectLst/>
                <a:uLnTx/>
                <a:uFillTx/>
                <a:latin typeface="Nunito" pitchFamily="2" charset="0"/>
                <a:ea typeface="+mn-ea"/>
                <a:cs typeface="+mn-cs"/>
              </a:rPr>
              <a:t>Type I error rate, commonly set at 0.05 (a 5% risk of a false positive).</a:t>
            </a:r>
          </a:p>
        </p:txBody>
      </p:sp>
      <p:cxnSp>
        <p:nvCxnSpPr>
          <p:cNvPr id="46" name="Straight Connector 45">
            <a:extLst>
              <a:ext uri="{FF2B5EF4-FFF2-40B4-BE49-F238E27FC236}">
                <a16:creationId xmlns:a16="http://schemas.microsoft.com/office/drawing/2014/main" id="{E539CDA1-F7C3-B0E6-EDF7-F0F5079D1830}"/>
              </a:ext>
            </a:extLst>
          </p:cNvPr>
          <p:cNvCxnSpPr/>
          <p:nvPr/>
        </p:nvCxnSpPr>
        <p:spPr>
          <a:xfrm>
            <a:off x="6590466" y="3649903"/>
            <a:ext cx="448094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53604D77-D7D8-FC82-FD77-889F98A4D71B}"/>
              </a:ext>
            </a:extLst>
          </p:cNvPr>
          <p:cNvSpPr txBox="1"/>
          <p:nvPr/>
        </p:nvSpPr>
        <p:spPr>
          <a:xfrm>
            <a:off x="6476166" y="3769616"/>
            <a:ext cx="4605469" cy="430887"/>
          </a:xfrm>
          <a:prstGeom prst="rect">
            <a:avLst/>
          </a:prstGeom>
          <a:noFill/>
        </p:spPr>
        <p:txBody>
          <a:bodyPr wrap="square">
            <a:spAutoFit/>
          </a:bodyPr>
          <a:lstStyle>
            <a:defPPr>
              <a:defRPr lang="en-US"/>
            </a:defPPr>
            <a:lvl1pPr>
              <a:defRPr sz="1100" b="0" i="0" u="none" strike="noStrike" baseline="0">
                <a:solidFill>
                  <a:srgbClr val="000000"/>
                </a:solidFill>
                <a:latin typeface="Nunito"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00"/>
                </a:solidFill>
                <a:effectLst/>
                <a:uLnTx/>
                <a:uFillTx/>
                <a:latin typeface="Nunito" pitchFamily="2" charset="0"/>
                <a:ea typeface="+mn-ea"/>
                <a:cs typeface="+mn-cs"/>
              </a:rPr>
              <a:t>Beta (β): </a:t>
            </a:r>
            <a:r>
              <a:rPr kumimoji="0" lang="en-GB" sz="1100" i="0" u="none" strike="noStrike" kern="1200" cap="none" spc="0" normalizeH="0" baseline="0" noProof="0">
                <a:ln>
                  <a:noFill/>
                </a:ln>
                <a:solidFill>
                  <a:schemeClr val="bg1"/>
                </a:solidFill>
                <a:effectLst/>
                <a:uLnTx/>
                <a:uFillTx/>
                <a:latin typeface="Nunito" pitchFamily="2" charset="0"/>
                <a:ea typeface="+mn-ea"/>
                <a:cs typeface="+mn-cs"/>
              </a:rPr>
              <a:t>Type II error rate, commonly set at 0.20 (80% statistical power — risk of a false negative).</a:t>
            </a:r>
          </a:p>
        </p:txBody>
      </p:sp>
      <p:pic>
        <p:nvPicPr>
          <p:cNvPr id="49" name="Picture 48">
            <a:extLst>
              <a:ext uri="{FF2B5EF4-FFF2-40B4-BE49-F238E27FC236}">
                <a16:creationId xmlns:a16="http://schemas.microsoft.com/office/drawing/2014/main" id="{1ED43921-1B32-634D-32F3-0748B996C5CC}"/>
              </a:ext>
            </a:extLst>
          </p:cNvPr>
          <p:cNvPicPr>
            <a:picLocks noChangeAspect="1"/>
          </p:cNvPicPr>
          <p:nvPr/>
        </p:nvPicPr>
        <p:blipFill>
          <a:blip r:embed="rId3"/>
          <a:srcRect t="41095" r="84" b="19293"/>
          <a:stretch/>
        </p:blipFill>
        <p:spPr>
          <a:xfrm>
            <a:off x="6590466" y="4199409"/>
            <a:ext cx="3142290" cy="1505333"/>
          </a:xfrm>
          <a:prstGeom prst="rect">
            <a:avLst/>
          </a:prstGeom>
        </p:spPr>
      </p:pic>
      <p:pic>
        <p:nvPicPr>
          <p:cNvPr id="50" name="Picture 49">
            <a:hlinkClick r:id="rId4"/>
            <a:extLst>
              <a:ext uri="{FF2B5EF4-FFF2-40B4-BE49-F238E27FC236}">
                <a16:creationId xmlns:a16="http://schemas.microsoft.com/office/drawing/2014/main" id="{B11A9868-68EC-F75A-0F55-D1B9E9774434}"/>
              </a:ext>
            </a:extLst>
          </p:cNvPr>
          <p:cNvPicPr>
            <a:picLocks noChangeAspect="1"/>
          </p:cNvPicPr>
          <p:nvPr/>
        </p:nvPicPr>
        <p:blipFill>
          <a:blip r:embed="rId5"/>
          <a:srcRect l="-22331" t="-22331" r="-22331" b="-22331"/>
          <a:stretch/>
        </p:blipFill>
        <p:spPr>
          <a:xfrm>
            <a:off x="9515999" y="4141985"/>
            <a:ext cx="548660" cy="548660"/>
          </a:xfrm>
          <a:prstGeom prst="ellipse">
            <a:avLst/>
          </a:prstGeom>
          <a:solidFill>
            <a:srgbClr val="FFFF00"/>
          </a:solidFill>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8593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500"/>
                                        <p:tgtEl>
                                          <p:spTgt spid="39"/>
                                        </p:tgtEl>
                                      </p:cBhvr>
                                    </p:animEffect>
                                  </p:childTnLst>
                                </p:cTn>
                              </p:par>
                              <p:par>
                                <p:cTn id="16" presetID="10" presetClass="entr" presetSubtype="0" fill="hold" nodeType="with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fade">
                                      <p:cBhvr>
                                        <p:cTn id="18" dur="500"/>
                                        <p:tgtEl>
                                          <p:spTgt spid="4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fade">
                                      <p:cBhvr>
                                        <p:cTn id="23" dur="500"/>
                                        <p:tgtEl>
                                          <p:spTgt spid="4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fade">
                                      <p:cBhvr>
                                        <p:cTn id="28" dur="500"/>
                                        <p:tgtEl>
                                          <p:spTgt spid="46"/>
                                        </p:tgtEl>
                                      </p:cBhvr>
                                    </p:animEffect>
                                  </p:childTnLst>
                                </p:cTn>
                              </p:par>
                              <p:par>
                                <p:cTn id="29" presetID="10" presetClass="entr" presetSubtype="0" fill="hold" nodeType="with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500"/>
                                        <p:tgtEl>
                                          <p:spTgt spid="49"/>
                                        </p:tgtEl>
                                      </p:cBhvr>
                                    </p:animEffect>
                                  </p:childTnLst>
                                </p:cTn>
                              </p:par>
                              <p:par>
                                <p:cTn id="32" presetID="10" presetClass="entr" presetSubtype="0" fill="hold" nodeType="with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fade">
                                      <p:cBhvr>
                                        <p:cTn id="34" dur="500"/>
                                        <p:tgtEl>
                                          <p:spTgt spid="5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fade">
                                      <p:cBhvr>
                                        <p:cTn id="3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9" grpId="0"/>
      <p:bldP spid="45" grpId="0"/>
      <p:bldP spid="4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36742-E3F7-CC98-C2E3-3E9C15BAB237}"/>
            </a:ext>
          </a:extLst>
        </p:cNvPr>
        <p:cNvGrpSpPr/>
        <p:nvPr/>
      </p:nvGrpSpPr>
      <p:grpSpPr>
        <a:xfrm>
          <a:off x="0" y="0"/>
          <a:ext cx="0" cy="0"/>
          <a:chOff x="0" y="0"/>
          <a:chExt cx="0" cy="0"/>
        </a:xfrm>
      </p:grpSpPr>
      <p:sp>
        <p:nvSpPr>
          <p:cNvPr id="117" name="TextBox 116">
            <a:extLst>
              <a:ext uri="{FF2B5EF4-FFF2-40B4-BE49-F238E27FC236}">
                <a16:creationId xmlns:a16="http://schemas.microsoft.com/office/drawing/2014/main" id="{40BBFF25-637A-6A86-B786-5627E5D9C008}"/>
              </a:ext>
            </a:extLst>
          </p:cNvPr>
          <p:cNvSpPr txBox="1"/>
          <p:nvPr/>
        </p:nvSpPr>
        <p:spPr>
          <a:xfrm>
            <a:off x="962444" y="1083422"/>
            <a:ext cx="3795293" cy="303096"/>
          </a:xfrm>
          <a:prstGeom prst="rect">
            <a:avLst/>
          </a:prstGeom>
          <a:noFill/>
        </p:spPr>
        <p:txBody>
          <a:bodyPr wrap="square">
            <a:spAutoFit/>
          </a:bodyPr>
          <a:lstStyle/>
          <a:p>
            <a:pPr>
              <a:lnSpc>
                <a:spcPts val="1600"/>
              </a:lnSpc>
            </a:pPr>
            <a:r>
              <a:rPr lang="en-GB" sz="1600" b="1" noProof="0"/>
              <a:t>Determination of Sample Size: </a:t>
            </a:r>
            <a:r>
              <a:rPr lang="en-GB" sz="1600" b="1" noProof="0">
                <a:solidFill>
                  <a:srgbClr val="FF0000"/>
                </a:solidFill>
              </a:rPr>
              <a:t>Power</a:t>
            </a:r>
          </a:p>
        </p:txBody>
      </p:sp>
      <p:sp>
        <p:nvSpPr>
          <p:cNvPr id="122" name="Título 1">
            <a:extLst>
              <a:ext uri="{FF2B5EF4-FFF2-40B4-BE49-F238E27FC236}">
                <a16:creationId xmlns:a16="http://schemas.microsoft.com/office/drawing/2014/main" id="{80AFF1E5-8346-9749-0E68-D8192AF1F3FB}"/>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noProof="0">
                <a:solidFill>
                  <a:srgbClr val="FF0000"/>
                </a:solidFill>
                <a:latin typeface="Aptos SemiBold" panose="020F0502020204030204" pitchFamily="34" charset="0"/>
              </a:rPr>
              <a:t>Quantitative designs</a:t>
            </a:r>
          </a:p>
        </p:txBody>
      </p:sp>
      <p:sp>
        <p:nvSpPr>
          <p:cNvPr id="4" name="TextBox 3">
            <a:extLst>
              <a:ext uri="{FF2B5EF4-FFF2-40B4-BE49-F238E27FC236}">
                <a16:creationId xmlns:a16="http://schemas.microsoft.com/office/drawing/2014/main" id="{DAA472F4-BD3C-8DDE-02F0-F79976D8C1B7}"/>
              </a:ext>
            </a:extLst>
          </p:cNvPr>
          <p:cNvSpPr txBox="1"/>
          <p:nvPr/>
        </p:nvSpPr>
        <p:spPr>
          <a:xfrm>
            <a:off x="1268101" y="1499979"/>
            <a:ext cx="1335975" cy="523220"/>
          </a:xfrm>
          <a:prstGeom prst="rect">
            <a:avLst/>
          </a:prstGeom>
          <a:noFill/>
        </p:spPr>
        <p:txBody>
          <a:bodyPr wrap="square">
            <a:spAutoFit/>
          </a:bodyPr>
          <a:lstStyle/>
          <a:p>
            <a:pPr>
              <a:spcBef>
                <a:spcPts val="600"/>
              </a:spcBef>
              <a:spcAft>
                <a:spcPts val="600"/>
              </a:spcAft>
            </a:pPr>
            <a:r>
              <a:rPr lang="en-GB" sz="1400" b="1" noProof="0">
                <a:solidFill>
                  <a:srgbClr val="FF0000"/>
                </a:solidFill>
              </a:rPr>
              <a:t>Define the</a:t>
            </a:r>
            <a:br>
              <a:rPr lang="en-GB" sz="1400" b="1" noProof="0">
                <a:solidFill>
                  <a:srgbClr val="FF0000"/>
                </a:solidFill>
              </a:rPr>
            </a:br>
            <a:r>
              <a:rPr lang="en-GB" sz="1400" b="1" noProof="0">
                <a:solidFill>
                  <a:srgbClr val="FF0000"/>
                </a:solidFill>
              </a:rPr>
              <a:t>test type</a:t>
            </a:r>
          </a:p>
        </p:txBody>
      </p:sp>
      <p:sp>
        <p:nvSpPr>
          <p:cNvPr id="5" name="TextBox 4">
            <a:extLst>
              <a:ext uri="{FF2B5EF4-FFF2-40B4-BE49-F238E27FC236}">
                <a16:creationId xmlns:a16="http://schemas.microsoft.com/office/drawing/2014/main" id="{F8082C67-0891-80B7-9996-A724E2D5D9A1}"/>
              </a:ext>
            </a:extLst>
          </p:cNvPr>
          <p:cNvSpPr txBox="1"/>
          <p:nvPr/>
        </p:nvSpPr>
        <p:spPr>
          <a:xfrm>
            <a:off x="1191045" y="2095869"/>
            <a:ext cx="4557573" cy="600164"/>
          </a:xfrm>
          <a:prstGeom prst="rect">
            <a:avLst/>
          </a:prstGeom>
          <a:noFill/>
        </p:spPr>
        <p:txBody>
          <a:bodyPr wrap="square">
            <a:spAutoFit/>
          </a:bodyPr>
          <a:lstStyle/>
          <a:p>
            <a:pPr marL="171450" indent="-171450">
              <a:buFont typeface="Arial" panose="020B0604020202020204" pitchFamily="34" charset="0"/>
              <a:buChar char="•"/>
            </a:pPr>
            <a:r>
              <a:rPr lang="en-GB" sz="1100" b="1" noProof="0"/>
              <a:t>Menu</a:t>
            </a:r>
            <a:r>
              <a:rPr lang="en-GB" sz="1100" noProof="0"/>
              <a:t> : Tests</a:t>
            </a:r>
          </a:p>
          <a:p>
            <a:pPr marL="628650" lvl="1" indent="-171450">
              <a:buFont typeface="Arial" panose="020B0604020202020204" pitchFamily="34" charset="0"/>
              <a:buChar char="•"/>
            </a:pPr>
            <a:r>
              <a:rPr lang="en-GB" sz="1100" b="1" noProof="0"/>
              <a:t>Tests</a:t>
            </a:r>
            <a:r>
              <a:rPr lang="en-GB" sz="1100" noProof="0"/>
              <a:t>: Means</a:t>
            </a:r>
          </a:p>
          <a:p>
            <a:pPr marL="628650" lvl="1" indent="-171450">
              <a:buFont typeface="Arial" panose="020B0604020202020204" pitchFamily="34" charset="0"/>
              <a:buChar char="•"/>
            </a:pPr>
            <a:r>
              <a:rPr lang="en-GB" sz="1100" b="1" noProof="0"/>
              <a:t>Medias</a:t>
            </a:r>
            <a:r>
              <a:rPr lang="en-GB" sz="1100" noProof="0"/>
              <a:t>: Two independent groups</a:t>
            </a:r>
          </a:p>
        </p:txBody>
      </p:sp>
      <p:pic>
        <p:nvPicPr>
          <p:cNvPr id="11" name="Picture 10">
            <a:extLst>
              <a:ext uri="{FF2B5EF4-FFF2-40B4-BE49-F238E27FC236}">
                <a16:creationId xmlns:a16="http://schemas.microsoft.com/office/drawing/2014/main" id="{5998785F-98E9-71E1-0F6D-A2D06591FDC0}"/>
              </a:ext>
            </a:extLst>
          </p:cNvPr>
          <p:cNvPicPr>
            <a:picLocks noChangeAspect="1"/>
          </p:cNvPicPr>
          <p:nvPr/>
        </p:nvPicPr>
        <p:blipFill>
          <a:blip r:embed="rId3"/>
          <a:stretch>
            <a:fillRect/>
          </a:stretch>
        </p:blipFill>
        <p:spPr>
          <a:xfrm>
            <a:off x="1188426" y="2964040"/>
            <a:ext cx="2554071" cy="3004790"/>
          </a:xfrm>
          <a:prstGeom prst="rect">
            <a:avLst/>
          </a:prstGeom>
          <a:effectLst>
            <a:outerShdw blurRad="50800" dist="38100" dir="5400000" algn="t" rotWithShape="0">
              <a:prstClr val="black">
                <a:alpha val="40000"/>
              </a:prstClr>
            </a:outerShdw>
          </a:effectLst>
        </p:spPr>
      </p:pic>
      <p:sp>
        <p:nvSpPr>
          <p:cNvPr id="12" name="TextBox 11">
            <a:extLst>
              <a:ext uri="{FF2B5EF4-FFF2-40B4-BE49-F238E27FC236}">
                <a16:creationId xmlns:a16="http://schemas.microsoft.com/office/drawing/2014/main" id="{AECF35CE-F9EB-BB5E-E666-B6D117209BE4}"/>
              </a:ext>
            </a:extLst>
          </p:cNvPr>
          <p:cNvSpPr txBox="1"/>
          <p:nvPr/>
        </p:nvSpPr>
        <p:spPr>
          <a:xfrm>
            <a:off x="6693502" y="2091854"/>
            <a:ext cx="4557573" cy="769441"/>
          </a:xfrm>
          <a:prstGeom prst="rect">
            <a:avLst/>
          </a:prstGeom>
          <a:noFill/>
        </p:spPr>
        <p:txBody>
          <a:bodyPr wrap="square">
            <a:spAutoFit/>
          </a:bodyPr>
          <a:lstStyle/>
          <a:p>
            <a:pPr marL="171450" indent="-171450">
              <a:buFont typeface="Arial" panose="020B0604020202020204" pitchFamily="34" charset="0"/>
              <a:buChar char="•"/>
            </a:pPr>
            <a:r>
              <a:rPr lang="en-GB" sz="1100" b="1" noProof="0"/>
              <a:t>Effect size</a:t>
            </a:r>
            <a:r>
              <a:rPr lang="en-GB" sz="1100" noProof="0"/>
              <a:t>: Medium ~ SES = 0.5</a:t>
            </a:r>
          </a:p>
          <a:p>
            <a:pPr marL="171450" indent="-171450">
              <a:buFont typeface="Arial" panose="020B0604020202020204" pitchFamily="34" charset="0"/>
              <a:buChar char="•"/>
            </a:pPr>
            <a:r>
              <a:rPr lang="en-GB" sz="1100" b="1" noProof="0"/>
              <a:t>Tests</a:t>
            </a:r>
            <a:r>
              <a:rPr lang="en-GB" sz="1100" noProof="0"/>
              <a:t>: Two tails ~ given the structure of the Null </a:t>
            </a:r>
            <a:r>
              <a:rPr lang="en-GB" sz="1100" b="1" noProof="0">
                <a:solidFill>
                  <a:srgbClr val="FF0000"/>
                </a:solidFill>
              </a:rPr>
              <a:t>H0: μ1 = μ0</a:t>
            </a:r>
          </a:p>
          <a:p>
            <a:pPr marL="171450" indent="-171450">
              <a:buFont typeface="Arial" panose="020B0604020202020204" pitchFamily="34" charset="0"/>
              <a:buChar char="•"/>
            </a:pPr>
            <a:r>
              <a:rPr lang="en-GB" sz="1100" b="1" noProof="0"/>
              <a:t>Power</a:t>
            </a:r>
            <a:r>
              <a:rPr lang="en-GB" sz="1100" noProof="0"/>
              <a:t>: (1- β)  = 0.8</a:t>
            </a:r>
          </a:p>
          <a:p>
            <a:pPr marL="171450" indent="-171450">
              <a:buFont typeface="Arial" panose="020B0604020202020204" pitchFamily="34" charset="0"/>
              <a:buChar char="•"/>
            </a:pPr>
            <a:r>
              <a:rPr lang="en-GB" sz="1100" b="1" noProof="0"/>
              <a:t>Significance: </a:t>
            </a:r>
            <a:r>
              <a:rPr lang="en-GB" sz="1100" noProof="0"/>
              <a:t>α = 0.5</a:t>
            </a:r>
          </a:p>
        </p:txBody>
      </p:sp>
      <p:pic>
        <p:nvPicPr>
          <p:cNvPr id="14" name="Picture 13">
            <a:extLst>
              <a:ext uri="{FF2B5EF4-FFF2-40B4-BE49-F238E27FC236}">
                <a16:creationId xmlns:a16="http://schemas.microsoft.com/office/drawing/2014/main" id="{2A94380B-6D5E-1892-028E-C96B17A50EB4}"/>
              </a:ext>
            </a:extLst>
          </p:cNvPr>
          <p:cNvPicPr>
            <a:picLocks noChangeAspect="1"/>
          </p:cNvPicPr>
          <p:nvPr/>
        </p:nvPicPr>
        <p:blipFill>
          <a:blip r:embed="rId4"/>
          <a:stretch>
            <a:fillRect/>
          </a:stretch>
        </p:blipFill>
        <p:spPr>
          <a:xfrm>
            <a:off x="6784270" y="2896058"/>
            <a:ext cx="2654716" cy="3126073"/>
          </a:xfrm>
          <a:prstGeom prst="rect">
            <a:avLst/>
          </a:prstGeom>
          <a:effectLst>
            <a:outerShdw blurRad="50800" dist="38100" dir="5400000" algn="t" rotWithShape="0">
              <a:prstClr val="black">
                <a:alpha val="40000"/>
              </a:prstClr>
            </a:outerShdw>
          </a:effectLst>
        </p:spPr>
      </p:pic>
      <p:sp>
        <p:nvSpPr>
          <p:cNvPr id="15" name="Título 1">
            <a:extLst>
              <a:ext uri="{FF2B5EF4-FFF2-40B4-BE49-F238E27FC236}">
                <a16:creationId xmlns:a16="http://schemas.microsoft.com/office/drawing/2014/main" id="{B03CAAA7-1559-274E-EB7D-2076A8AACF45}"/>
              </a:ext>
            </a:extLst>
          </p:cNvPr>
          <p:cNvSpPr txBox="1">
            <a:spLocks/>
          </p:cNvSpPr>
          <p:nvPr/>
        </p:nvSpPr>
        <p:spPr>
          <a:xfrm>
            <a:off x="962444" y="1547845"/>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Black" panose="020B0004020202020204" pitchFamily="34" charset="0"/>
              </a:rPr>
              <a:t>1</a:t>
            </a:r>
            <a:r>
              <a:rPr lang="en-GB" sz="1400" b="1" noProof="0">
                <a:solidFill>
                  <a:srgbClr val="FF0000"/>
                </a:solidFill>
                <a:latin typeface="Aptos Black" panose="020B0004020202020204" pitchFamily="34" charset="0"/>
              </a:rPr>
              <a:t>.</a:t>
            </a:r>
            <a:endParaRPr lang="en-GB" sz="2400" b="1" noProof="0">
              <a:solidFill>
                <a:srgbClr val="FF0000"/>
              </a:solidFill>
              <a:latin typeface="Aptos Black" panose="020B0004020202020204" pitchFamily="34" charset="0"/>
            </a:endParaRPr>
          </a:p>
        </p:txBody>
      </p:sp>
      <p:sp>
        <p:nvSpPr>
          <p:cNvPr id="17" name="TextBox 16">
            <a:extLst>
              <a:ext uri="{FF2B5EF4-FFF2-40B4-BE49-F238E27FC236}">
                <a16:creationId xmlns:a16="http://schemas.microsoft.com/office/drawing/2014/main" id="{2EDD26D4-750F-3131-34FB-EBB0C7C04368}"/>
              </a:ext>
            </a:extLst>
          </p:cNvPr>
          <p:cNvSpPr txBox="1"/>
          <p:nvPr/>
        </p:nvSpPr>
        <p:spPr>
          <a:xfrm>
            <a:off x="6749041" y="1460382"/>
            <a:ext cx="3202679" cy="523220"/>
          </a:xfrm>
          <a:prstGeom prst="rect">
            <a:avLst/>
          </a:prstGeom>
          <a:noFill/>
        </p:spPr>
        <p:txBody>
          <a:bodyPr wrap="square">
            <a:spAutoFit/>
          </a:bodyPr>
          <a:lstStyle/>
          <a:p>
            <a:pPr>
              <a:spcBef>
                <a:spcPts val="600"/>
              </a:spcBef>
              <a:spcAft>
                <a:spcPts val="600"/>
              </a:spcAft>
            </a:pPr>
            <a:r>
              <a:rPr lang="en-GB" sz="1400" b="1" noProof="0">
                <a:solidFill>
                  <a:srgbClr val="FF0000"/>
                </a:solidFill>
              </a:rPr>
              <a:t>Define the</a:t>
            </a:r>
            <a:br>
              <a:rPr lang="en-GB" sz="1400" b="1" noProof="0">
                <a:solidFill>
                  <a:srgbClr val="FF0000"/>
                </a:solidFill>
              </a:rPr>
            </a:br>
            <a:r>
              <a:rPr lang="en-GB" sz="1400" b="1" noProof="0">
                <a:solidFill>
                  <a:srgbClr val="FF0000"/>
                </a:solidFill>
              </a:rPr>
              <a:t>parameters for the power calculation</a:t>
            </a:r>
          </a:p>
        </p:txBody>
      </p:sp>
      <p:sp>
        <p:nvSpPr>
          <p:cNvPr id="18" name="Título 1">
            <a:extLst>
              <a:ext uri="{FF2B5EF4-FFF2-40B4-BE49-F238E27FC236}">
                <a16:creationId xmlns:a16="http://schemas.microsoft.com/office/drawing/2014/main" id="{2CF8A477-EED8-7793-86AB-FB329A6C09FC}"/>
              </a:ext>
            </a:extLst>
          </p:cNvPr>
          <p:cNvSpPr txBox="1">
            <a:spLocks/>
          </p:cNvSpPr>
          <p:nvPr/>
        </p:nvSpPr>
        <p:spPr>
          <a:xfrm>
            <a:off x="6443384" y="1508248"/>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Black" panose="020B0004020202020204" pitchFamily="34" charset="0"/>
              </a:rPr>
              <a:t>2</a:t>
            </a:r>
            <a:r>
              <a:rPr lang="en-GB" sz="1400" b="1" noProof="0">
                <a:solidFill>
                  <a:srgbClr val="FF0000"/>
                </a:solidFill>
                <a:latin typeface="Aptos Black" panose="020B0004020202020204" pitchFamily="34" charset="0"/>
              </a:rPr>
              <a:t>.</a:t>
            </a:r>
            <a:endParaRPr lang="en-GB" sz="2400" b="1" noProof="0">
              <a:solidFill>
                <a:srgbClr val="FF0000"/>
              </a:solidFill>
              <a:latin typeface="Aptos Black" panose="020B0004020202020204" pitchFamily="34" charset="0"/>
            </a:endParaRPr>
          </a:p>
        </p:txBody>
      </p:sp>
      <p:sp>
        <p:nvSpPr>
          <p:cNvPr id="22" name="Slide Number Placeholder 5">
            <a:extLst>
              <a:ext uri="{FF2B5EF4-FFF2-40B4-BE49-F238E27FC236}">
                <a16:creationId xmlns:a16="http://schemas.microsoft.com/office/drawing/2014/main" id="{8775D473-96EE-6023-507A-B4EC964BA1B7}"/>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34</a:t>
            </a:fld>
            <a:endParaRPr lang="en-GB" noProof="0"/>
          </a:p>
        </p:txBody>
      </p:sp>
      <p:sp>
        <p:nvSpPr>
          <p:cNvPr id="23" name="Date Placeholder 3">
            <a:extLst>
              <a:ext uri="{FF2B5EF4-FFF2-40B4-BE49-F238E27FC236}">
                <a16:creationId xmlns:a16="http://schemas.microsoft.com/office/drawing/2014/main" id="{7C3D3DF4-CD11-D9F4-BA90-ECF200C1A384}"/>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Tree>
    <p:extLst>
      <p:ext uri="{BB962C8B-B14F-4D97-AF65-F5344CB8AC3E}">
        <p14:creationId xmlns:p14="http://schemas.microsoft.com/office/powerpoint/2010/main" val="41329569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2" grpId="0"/>
      <p:bldP spid="17" grpId="0"/>
      <p:bldP spid="1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C70C3-1504-E76E-3D0B-6629A6268F80}"/>
            </a:ext>
          </a:extLst>
        </p:cNvPr>
        <p:cNvGrpSpPr/>
        <p:nvPr/>
      </p:nvGrpSpPr>
      <p:grpSpPr>
        <a:xfrm>
          <a:off x="0" y="0"/>
          <a:ext cx="0" cy="0"/>
          <a:chOff x="0" y="0"/>
          <a:chExt cx="0" cy="0"/>
        </a:xfrm>
      </p:grpSpPr>
      <p:sp>
        <p:nvSpPr>
          <p:cNvPr id="117" name="TextBox 116">
            <a:extLst>
              <a:ext uri="{FF2B5EF4-FFF2-40B4-BE49-F238E27FC236}">
                <a16:creationId xmlns:a16="http://schemas.microsoft.com/office/drawing/2014/main" id="{B43E5AEA-B41E-996E-896B-C36162EEF1CC}"/>
              </a:ext>
            </a:extLst>
          </p:cNvPr>
          <p:cNvSpPr txBox="1"/>
          <p:nvPr/>
        </p:nvSpPr>
        <p:spPr>
          <a:xfrm>
            <a:off x="962444" y="1083422"/>
            <a:ext cx="3795293" cy="303096"/>
          </a:xfrm>
          <a:prstGeom prst="rect">
            <a:avLst/>
          </a:prstGeom>
          <a:noFill/>
        </p:spPr>
        <p:txBody>
          <a:bodyPr wrap="square">
            <a:spAutoFit/>
          </a:bodyPr>
          <a:lstStyle/>
          <a:p>
            <a:pPr>
              <a:lnSpc>
                <a:spcPts val="1600"/>
              </a:lnSpc>
            </a:pPr>
            <a:r>
              <a:rPr lang="en-GB" sz="1600" b="1" noProof="0"/>
              <a:t>Determination of Sample Size: </a:t>
            </a:r>
            <a:r>
              <a:rPr lang="en-GB" sz="1600" b="1" noProof="0">
                <a:solidFill>
                  <a:srgbClr val="FF0000"/>
                </a:solidFill>
              </a:rPr>
              <a:t>Power</a:t>
            </a:r>
          </a:p>
        </p:txBody>
      </p:sp>
      <p:sp>
        <p:nvSpPr>
          <p:cNvPr id="122" name="Título 1">
            <a:extLst>
              <a:ext uri="{FF2B5EF4-FFF2-40B4-BE49-F238E27FC236}">
                <a16:creationId xmlns:a16="http://schemas.microsoft.com/office/drawing/2014/main" id="{3F8F532E-8B8F-F49C-7426-F01CABF25A89}"/>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noProof="0">
                <a:solidFill>
                  <a:srgbClr val="FF0000"/>
                </a:solidFill>
                <a:latin typeface="Aptos SemiBold" panose="020F0502020204030204" pitchFamily="34" charset="0"/>
              </a:rPr>
              <a:t>Quantitative designs</a:t>
            </a:r>
          </a:p>
        </p:txBody>
      </p:sp>
      <p:sp>
        <p:nvSpPr>
          <p:cNvPr id="4" name="TextBox 3">
            <a:extLst>
              <a:ext uri="{FF2B5EF4-FFF2-40B4-BE49-F238E27FC236}">
                <a16:creationId xmlns:a16="http://schemas.microsoft.com/office/drawing/2014/main" id="{27DF79CF-9F92-B055-B043-0C870CCEF7FA}"/>
              </a:ext>
            </a:extLst>
          </p:cNvPr>
          <p:cNvSpPr txBox="1"/>
          <p:nvPr/>
        </p:nvSpPr>
        <p:spPr>
          <a:xfrm>
            <a:off x="1268101" y="1499979"/>
            <a:ext cx="1335975" cy="523220"/>
          </a:xfrm>
          <a:prstGeom prst="rect">
            <a:avLst/>
          </a:prstGeom>
          <a:noFill/>
        </p:spPr>
        <p:txBody>
          <a:bodyPr wrap="square">
            <a:spAutoFit/>
          </a:bodyPr>
          <a:lstStyle/>
          <a:p>
            <a:pPr>
              <a:spcBef>
                <a:spcPts val="600"/>
              </a:spcBef>
              <a:spcAft>
                <a:spcPts val="600"/>
              </a:spcAft>
            </a:pPr>
            <a:r>
              <a:rPr lang="en-GB" sz="1400" b="1" noProof="0">
                <a:solidFill>
                  <a:srgbClr val="FF0000"/>
                </a:solidFill>
              </a:rPr>
              <a:t>Simulate the effect size</a:t>
            </a:r>
          </a:p>
        </p:txBody>
      </p:sp>
      <p:sp>
        <p:nvSpPr>
          <p:cNvPr id="15" name="Título 1">
            <a:extLst>
              <a:ext uri="{FF2B5EF4-FFF2-40B4-BE49-F238E27FC236}">
                <a16:creationId xmlns:a16="http://schemas.microsoft.com/office/drawing/2014/main" id="{FFA1642F-63F1-CB61-B71A-F9439ACFB068}"/>
              </a:ext>
            </a:extLst>
          </p:cNvPr>
          <p:cNvSpPr txBox="1">
            <a:spLocks/>
          </p:cNvSpPr>
          <p:nvPr/>
        </p:nvSpPr>
        <p:spPr>
          <a:xfrm>
            <a:off x="962444" y="1547845"/>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Black" panose="020B0004020202020204" pitchFamily="34" charset="0"/>
              </a:rPr>
              <a:t>3</a:t>
            </a:r>
            <a:r>
              <a:rPr lang="en-GB" sz="1400" b="1" noProof="0">
                <a:solidFill>
                  <a:srgbClr val="FF0000"/>
                </a:solidFill>
                <a:latin typeface="Aptos Black" panose="020B0004020202020204" pitchFamily="34" charset="0"/>
              </a:rPr>
              <a:t>.</a:t>
            </a:r>
            <a:endParaRPr lang="en-GB" sz="2400" b="1" noProof="0">
              <a:solidFill>
                <a:srgbClr val="FF0000"/>
              </a:solidFill>
              <a:latin typeface="Aptos Black" panose="020B0004020202020204" pitchFamily="34" charset="0"/>
            </a:endParaRPr>
          </a:p>
        </p:txBody>
      </p:sp>
      <p:sp>
        <p:nvSpPr>
          <p:cNvPr id="17" name="TextBox 16">
            <a:extLst>
              <a:ext uri="{FF2B5EF4-FFF2-40B4-BE49-F238E27FC236}">
                <a16:creationId xmlns:a16="http://schemas.microsoft.com/office/drawing/2014/main" id="{6D47D135-4FCE-A9A7-8C7C-AEF2E3B98C6F}"/>
              </a:ext>
            </a:extLst>
          </p:cNvPr>
          <p:cNvSpPr txBox="1"/>
          <p:nvPr/>
        </p:nvSpPr>
        <p:spPr>
          <a:xfrm>
            <a:off x="6749041" y="1460382"/>
            <a:ext cx="1762499" cy="523220"/>
          </a:xfrm>
          <a:prstGeom prst="rect">
            <a:avLst/>
          </a:prstGeom>
          <a:noFill/>
        </p:spPr>
        <p:txBody>
          <a:bodyPr wrap="square">
            <a:spAutoFit/>
          </a:bodyPr>
          <a:lstStyle/>
          <a:p>
            <a:pPr>
              <a:spcBef>
                <a:spcPts val="600"/>
              </a:spcBef>
              <a:spcAft>
                <a:spcPts val="600"/>
              </a:spcAft>
            </a:pPr>
            <a:r>
              <a:rPr lang="en-GB" sz="1400" b="1" noProof="0">
                <a:solidFill>
                  <a:srgbClr val="FF0000"/>
                </a:solidFill>
              </a:rPr>
              <a:t>Simulate sample size scenarios</a:t>
            </a:r>
          </a:p>
        </p:txBody>
      </p:sp>
      <p:sp>
        <p:nvSpPr>
          <p:cNvPr id="18" name="Título 1">
            <a:extLst>
              <a:ext uri="{FF2B5EF4-FFF2-40B4-BE49-F238E27FC236}">
                <a16:creationId xmlns:a16="http://schemas.microsoft.com/office/drawing/2014/main" id="{70EEA328-40AF-63D5-9278-B63831C861AE}"/>
              </a:ext>
            </a:extLst>
          </p:cNvPr>
          <p:cNvSpPr txBox="1">
            <a:spLocks/>
          </p:cNvSpPr>
          <p:nvPr/>
        </p:nvSpPr>
        <p:spPr>
          <a:xfrm>
            <a:off x="6443384" y="1508248"/>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Black" panose="020B0004020202020204" pitchFamily="34" charset="0"/>
              </a:rPr>
              <a:t>4</a:t>
            </a:r>
            <a:r>
              <a:rPr lang="en-GB" sz="1400" b="1" noProof="0">
                <a:solidFill>
                  <a:srgbClr val="FF0000"/>
                </a:solidFill>
                <a:latin typeface="Aptos Black" panose="020B0004020202020204" pitchFamily="34" charset="0"/>
              </a:rPr>
              <a:t>.</a:t>
            </a:r>
            <a:endParaRPr lang="en-GB" sz="2400" b="1" noProof="0">
              <a:solidFill>
                <a:srgbClr val="FF0000"/>
              </a:solidFill>
              <a:latin typeface="Aptos Black" panose="020B0004020202020204" pitchFamily="34" charset="0"/>
            </a:endParaRPr>
          </a:p>
        </p:txBody>
      </p:sp>
      <p:pic>
        <p:nvPicPr>
          <p:cNvPr id="2" name="Picture 1">
            <a:extLst>
              <a:ext uri="{FF2B5EF4-FFF2-40B4-BE49-F238E27FC236}">
                <a16:creationId xmlns:a16="http://schemas.microsoft.com/office/drawing/2014/main" id="{5688B292-34B8-EEF0-1E7C-E9D510140745}"/>
              </a:ext>
            </a:extLst>
          </p:cNvPr>
          <p:cNvPicPr>
            <a:picLocks noChangeAspect="1"/>
          </p:cNvPicPr>
          <p:nvPr/>
        </p:nvPicPr>
        <p:blipFill>
          <a:blip r:embed="rId3"/>
          <a:stretch>
            <a:fillRect/>
          </a:stretch>
        </p:blipFill>
        <p:spPr>
          <a:xfrm>
            <a:off x="1145325" y="2857360"/>
            <a:ext cx="3754916" cy="3004790"/>
          </a:xfrm>
          <a:prstGeom prst="rect">
            <a:avLst/>
          </a:prstGeom>
          <a:effectLst>
            <a:outerShdw blurRad="50800" dist="38100" dir="5400000" algn="t" rotWithShape="0">
              <a:prstClr val="black">
                <a:alpha val="40000"/>
              </a:prstClr>
            </a:outerShdw>
          </a:effectLst>
        </p:spPr>
      </p:pic>
      <p:pic>
        <p:nvPicPr>
          <p:cNvPr id="3" name="Picture 2">
            <a:extLst>
              <a:ext uri="{FF2B5EF4-FFF2-40B4-BE49-F238E27FC236}">
                <a16:creationId xmlns:a16="http://schemas.microsoft.com/office/drawing/2014/main" id="{58076D56-EB80-87BD-C972-1FD788694EF3}"/>
              </a:ext>
            </a:extLst>
          </p:cNvPr>
          <p:cNvPicPr>
            <a:picLocks noChangeAspect="1"/>
          </p:cNvPicPr>
          <p:nvPr/>
        </p:nvPicPr>
        <p:blipFill>
          <a:blip r:embed="rId4"/>
          <a:stretch>
            <a:fillRect/>
          </a:stretch>
        </p:blipFill>
        <p:spPr>
          <a:xfrm>
            <a:off x="6420703" y="2857360"/>
            <a:ext cx="3595354" cy="3004790"/>
          </a:xfrm>
          <a:prstGeom prst="rect">
            <a:avLst/>
          </a:prstGeom>
          <a:effectLst>
            <a:outerShdw blurRad="50800" dist="38100" dir="5400000" algn="t" rotWithShape="0">
              <a:prstClr val="black">
                <a:alpha val="40000"/>
              </a:prstClr>
            </a:outerShdw>
          </a:effectLst>
        </p:spPr>
      </p:pic>
      <p:sp>
        <p:nvSpPr>
          <p:cNvPr id="6" name="TextBox 5">
            <a:extLst>
              <a:ext uri="{FF2B5EF4-FFF2-40B4-BE49-F238E27FC236}">
                <a16:creationId xmlns:a16="http://schemas.microsoft.com/office/drawing/2014/main" id="{27DBAD65-89BA-44AF-F858-A84BF3D7A75A}"/>
              </a:ext>
            </a:extLst>
          </p:cNvPr>
          <p:cNvSpPr txBox="1"/>
          <p:nvPr/>
        </p:nvSpPr>
        <p:spPr>
          <a:xfrm>
            <a:off x="1015785" y="2023199"/>
            <a:ext cx="4557573" cy="769441"/>
          </a:xfrm>
          <a:prstGeom prst="rect">
            <a:avLst/>
          </a:prstGeom>
          <a:noFill/>
        </p:spPr>
        <p:txBody>
          <a:bodyPr wrap="square">
            <a:spAutoFit/>
          </a:bodyPr>
          <a:lstStyle/>
          <a:p>
            <a:pPr marL="171450" indent="-171450">
              <a:buFont typeface="Arial" panose="020B0604020202020204" pitchFamily="34" charset="0"/>
              <a:buChar char="•"/>
            </a:pPr>
            <a:r>
              <a:rPr lang="en-GB" sz="1100" b="1" noProof="0"/>
              <a:t>Input parameter</a:t>
            </a:r>
            <a:r>
              <a:rPr lang="en-GB" sz="1100" noProof="0"/>
              <a:t> : Determine</a:t>
            </a:r>
          </a:p>
          <a:p>
            <a:pPr marL="628650" lvl="1" indent="-171450">
              <a:buFont typeface="Arial" panose="020B0604020202020204" pitchFamily="34" charset="0"/>
              <a:buChar char="•"/>
            </a:pPr>
            <a:r>
              <a:rPr lang="en-GB" sz="1100" b="1" noProof="0"/>
              <a:t>Medias</a:t>
            </a:r>
            <a:r>
              <a:rPr lang="en-GB" sz="1100" noProof="0"/>
              <a:t>: by group</a:t>
            </a:r>
          </a:p>
          <a:p>
            <a:pPr marL="628650" lvl="1" indent="-171450">
              <a:buFont typeface="Arial" panose="020B0604020202020204" pitchFamily="34" charset="0"/>
              <a:buChar char="•"/>
            </a:pPr>
            <a:r>
              <a:rPr lang="en-GB" sz="1100" b="1" noProof="0"/>
              <a:t>Deviations: </a:t>
            </a:r>
            <a:r>
              <a:rPr lang="en-GB" sz="1100" noProof="0"/>
              <a:t>by group </a:t>
            </a:r>
          </a:p>
          <a:p>
            <a:pPr marL="628650" lvl="1" indent="-171450">
              <a:buFont typeface="Arial" panose="020B0604020202020204" pitchFamily="34" charset="0"/>
              <a:buChar char="•"/>
            </a:pPr>
            <a:r>
              <a:rPr lang="en-GB" sz="1100" b="1" noProof="0"/>
              <a:t>Individuals per group</a:t>
            </a:r>
            <a:r>
              <a:rPr lang="en-GB" sz="1100" noProof="0"/>
              <a:t>: by case</a:t>
            </a:r>
            <a:endParaRPr lang="en-GB" sz="1100" b="1" noProof="0"/>
          </a:p>
        </p:txBody>
      </p:sp>
      <p:sp>
        <p:nvSpPr>
          <p:cNvPr id="9" name="TextBox 8">
            <a:extLst>
              <a:ext uri="{FF2B5EF4-FFF2-40B4-BE49-F238E27FC236}">
                <a16:creationId xmlns:a16="http://schemas.microsoft.com/office/drawing/2014/main" id="{3350BE4D-9EF4-FA48-84C9-A88F88549C4B}"/>
              </a:ext>
            </a:extLst>
          </p:cNvPr>
          <p:cNvSpPr txBox="1"/>
          <p:nvPr/>
        </p:nvSpPr>
        <p:spPr>
          <a:xfrm>
            <a:off x="6331813" y="2023198"/>
            <a:ext cx="4557573" cy="769441"/>
          </a:xfrm>
          <a:prstGeom prst="rect">
            <a:avLst/>
          </a:prstGeom>
          <a:noFill/>
        </p:spPr>
        <p:txBody>
          <a:bodyPr wrap="square">
            <a:spAutoFit/>
          </a:bodyPr>
          <a:lstStyle/>
          <a:p>
            <a:pPr marL="171450" indent="-171450">
              <a:buFont typeface="Arial" panose="020B0604020202020204" pitchFamily="34" charset="0"/>
              <a:buChar char="•"/>
            </a:pPr>
            <a:r>
              <a:rPr lang="en-GB" sz="1100" b="1" noProof="0"/>
              <a:t>X Y plot for a range of values</a:t>
            </a:r>
            <a:r>
              <a:rPr lang="en-GB" sz="1100" noProof="0"/>
              <a:t>:</a:t>
            </a:r>
            <a:endParaRPr lang="en-GB" sz="1100" b="1" noProof="0"/>
          </a:p>
          <a:p>
            <a:pPr marL="628650" lvl="1" indent="-171450">
              <a:buFont typeface="Arial" panose="020B0604020202020204" pitchFamily="34" charset="0"/>
              <a:buChar char="•"/>
            </a:pPr>
            <a:r>
              <a:rPr lang="en-GB" sz="1100" b="1" noProof="0"/>
              <a:t>Power</a:t>
            </a:r>
            <a:r>
              <a:rPr lang="en-GB" sz="1100" noProof="0"/>
              <a:t>: (1- β) </a:t>
            </a:r>
          </a:p>
          <a:p>
            <a:pPr marL="628650" lvl="1" indent="-171450">
              <a:buFont typeface="Arial" panose="020B0604020202020204" pitchFamily="34" charset="0"/>
              <a:buChar char="•"/>
            </a:pPr>
            <a:r>
              <a:rPr lang="en-GB" sz="1100" b="1" noProof="0"/>
              <a:t>Significance: </a:t>
            </a:r>
            <a:r>
              <a:rPr lang="en-GB" sz="1100" noProof="0"/>
              <a:t>α </a:t>
            </a:r>
            <a:endParaRPr lang="en-GB" sz="1100" b="1" noProof="0"/>
          </a:p>
          <a:p>
            <a:pPr marL="628650" lvl="1" indent="-171450">
              <a:buFont typeface="Arial" panose="020B0604020202020204" pitchFamily="34" charset="0"/>
              <a:buChar char="•"/>
            </a:pPr>
            <a:r>
              <a:rPr lang="en-GB" sz="1100" b="1" noProof="0"/>
              <a:t>Effect size: </a:t>
            </a:r>
            <a:r>
              <a:rPr lang="en-GB" sz="1100" noProof="0"/>
              <a:t>SES/d</a:t>
            </a:r>
          </a:p>
        </p:txBody>
      </p:sp>
      <p:sp>
        <p:nvSpPr>
          <p:cNvPr id="10" name="Slide Number Placeholder 5">
            <a:extLst>
              <a:ext uri="{FF2B5EF4-FFF2-40B4-BE49-F238E27FC236}">
                <a16:creationId xmlns:a16="http://schemas.microsoft.com/office/drawing/2014/main" id="{D0A4E485-5BF3-DE46-A94D-11C61905AA09}"/>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35</a:t>
            </a:fld>
            <a:endParaRPr lang="en-GB" noProof="0"/>
          </a:p>
        </p:txBody>
      </p:sp>
      <p:sp>
        <p:nvSpPr>
          <p:cNvPr id="13" name="Date Placeholder 3">
            <a:extLst>
              <a:ext uri="{FF2B5EF4-FFF2-40B4-BE49-F238E27FC236}">
                <a16:creationId xmlns:a16="http://schemas.microsoft.com/office/drawing/2014/main" id="{60A292A7-E2D0-96D2-5C8E-CC98777EFC40}"/>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Tree>
    <p:extLst>
      <p:ext uri="{BB962C8B-B14F-4D97-AF65-F5344CB8AC3E}">
        <p14:creationId xmlns:p14="http://schemas.microsoft.com/office/powerpoint/2010/main" val="7218487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P spid="17" grpId="0"/>
      <p:bldP spid="18" grpId="0"/>
      <p:bldP spid="6" grpId="0"/>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CE14A-A025-28F5-A997-59628A41C321}"/>
            </a:ext>
          </a:extLst>
        </p:cNvPr>
        <p:cNvGrpSpPr/>
        <p:nvPr/>
      </p:nvGrpSpPr>
      <p:grpSpPr>
        <a:xfrm>
          <a:off x="0" y="0"/>
          <a:ext cx="0" cy="0"/>
          <a:chOff x="0" y="0"/>
          <a:chExt cx="0" cy="0"/>
        </a:xfrm>
      </p:grpSpPr>
      <p:sp>
        <p:nvSpPr>
          <p:cNvPr id="117" name="TextBox 116">
            <a:extLst>
              <a:ext uri="{FF2B5EF4-FFF2-40B4-BE49-F238E27FC236}">
                <a16:creationId xmlns:a16="http://schemas.microsoft.com/office/drawing/2014/main" id="{9FE806BB-23AE-0681-2DC4-74FC403248AE}"/>
              </a:ext>
            </a:extLst>
          </p:cNvPr>
          <p:cNvSpPr txBox="1"/>
          <p:nvPr/>
        </p:nvSpPr>
        <p:spPr>
          <a:xfrm>
            <a:off x="962444" y="1083422"/>
            <a:ext cx="3795293" cy="303096"/>
          </a:xfrm>
          <a:prstGeom prst="rect">
            <a:avLst/>
          </a:prstGeom>
          <a:noFill/>
        </p:spPr>
        <p:txBody>
          <a:bodyPr wrap="square">
            <a:spAutoFit/>
          </a:bodyPr>
          <a:lstStyle/>
          <a:p>
            <a:pPr>
              <a:lnSpc>
                <a:spcPts val="1600"/>
              </a:lnSpc>
            </a:pPr>
            <a:r>
              <a:rPr lang="en-GB" sz="1600" b="1" noProof="0"/>
              <a:t>Determination of Sample Size: </a:t>
            </a:r>
            <a:r>
              <a:rPr lang="en-GB" sz="1600" b="1" noProof="0">
                <a:solidFill>
                  <a:srgbClr val="FF0000"/>
                </a:solidFill>
              </a:rPr>
              <a:t>Power</a:t>
            </a:r>
          </a:p>
        </p:txBody>
      </p:sp>
      <p:sp>
        <p:nvSpPr>
          <p:cNvPr id="122" name="Título 1">
            <a:extLst>
              <a:ext uri="{FF2B5EF4-FFF2-40B4-BE49-F238E27FC236}">
                <a16:creationId xmlns:a16="http://schemas.microsoft.com/office/drawing/2014/main" id="{FBDE693B-16CE-2561-841D-C1981DF92FAB}"/>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noProof="0">
                <a:solidFill>
                  <a:srgbClr val="FF0000"/>
                </a:solidFill>
                <a:latin typeface="Aptos SemiBold" panose="020F0502020204030204" pitchFamily="34" charset="0"/>
              </a:rPr>
              <a:t>Quantitative designs</a:t>
            </a:r>
          </a:p>
        </p:txBody>
      </p:sp>
      <p:sp>
        <p:nvSpPr>
          <p:cNvPr id="4" name="TextBox 3">
            <a:extLst>
              <a:ext uri="{FF2B5EF4-FFF2-40B4-BE49-F238E27FC236}">
                <a16:creationId xmlns:a16="http://schemas.microsoft.com/office/drawing/2014/main" id="{6036566F-2ECF-733D-E052-D0BA0A123D33}"/>
              </a:ext>
            </a:extLst>
          </p:cNvPr>
          <p:cNvSpPr txBox="1"/>
          <p:nvPr/>
        </p:nvSpPr>
        <p:spPr>
          <a:xfrm>
            <a:off x="1268101" y="1499979"/>
            <a:ext cx="1335975" cy="523220"/>
          </a:xfrm>
          <a:prstGeom prst="rect">
            <a:avLst/>
          </a:prstGeom>
          <a:noFill/>
        </p:spPr>
        <p:txBody>
          <a:bodyPr wrap="square">
            <a:spAutoFit/>
          </a:bodyPr>
          <a:lstStyle/>
          <a:p>
            <a:pPr>
              <a:spcBef>
                <a:spcPts val="600"/>
              </a:spcBef>
              <a:spcAft>
                <a:spcPts val="600"/>
              </a:spcAft>
            </a:pPr>
            <a:r>
              <a:rPr lang="en-GB" sz="1400" b="1" noProof="0">
                <a:solidFill>
                  <a:srgbClr val="FF0000"/>
                </a:solidFill>
              </a:rPr>
              <a:t>Define the</a:t>
            </a:r>
            <a:br>
              <a:rPr lang="en-GB" sz="1400" b="1" noProof="0">
                <a:solidFill>
                  <a:srgbClr val="FF0000"/>
                </a:solidFill>
              </a:rPr>
            </a:br>
            <a:r>
              <a:rPr lang="en-GB" sz="1400" b="1" noProof="0">
                <a:solidFill>
                  <a:srgbClr val="FF0000"/>
                </a:solidFill>
              </a:rPr>
              <a:t>test type</a:t>
            </a:r>
          </a:p>
        </p:txBody>
      </p:sp>
      <p:sp>
        <p:nvSpPr>
          <p:cNvPr id="5" name="TextBox 4">
            <a:extLst>
              <a:ext uri="{FF2B5EF4-FFF2-40B4-BE49-F238E27FC236}">
                <a16:creationId xmlns:a16="http://schemas.microsoft.com/office/drawing/2014/main" id="{40F40992-83D0-7A7F-62DD-14A03C8E34A7}"/>
              </a:ext>
            </a:extLst>
          </p:cNvPr>
          <p:cNvSpPr txBox="1"/>
          <p:nvPr/>
        </p:nvSpPr>
        <p:spPr>
          <a:xfrm>
            <a:off x="1191045" y="2095869"/>
            <a:ext cx="4557573" cy="600164"/>
          </a:xfrm>
          <a:prstGeom prst="rect">
            <a:avLst/>
          </a:prstGeom>
          <a:noFill/>
        </p:spPr>
        <p:txBody>
          <a:bodyPr wrap="square">
            <a:spAutoFit/>
          </a:bodyPr>
          <a:lstStyle/>
          <a:p>
            <a:pPr marL="171450" indent="-171450">
              <a:buFont typeface="Arial" panose="020B0604020202020204" pitchFamily="34" charset="0"/>
              <a:buChar char="•"/>
            </a:pPr>
            <a:r>
              <a:rPr lang="en-GB" sz="1100" b="1" noProof="0"/>
              <a:t>Menu</a:t>
            </a:r>
            <a:r>
              <a:rPr lang="en-GB" sz="1100" noProof="0"/>
              <a:t> : Tests</a:t>
            </a:r>
          </a:p>
          <a:p>
            <a:pPr marL="628650" lvl="1" indent="-171450">
              <a:buFont typeface="Arial" panose="020B0604020202020204" pitchFamily="34" charset="0"/>
              <a:buChar char="•"/>
            </a:pPr>
            <a:r>
              <a:rPr lang="en-GB" sz="1100" b="1" noProof="0"/>
              <a:t>Tests</a:t>
            </a:r>
            <a:r>
              <a:rPr lang="en-GB" sz="1100" noProof="0"/>
              <a:t>: F tests</a:t>
            </a:r>
          </a:p>
          <a:p>
            <a:pPr marL="628650" lvl="1" indent="-171450">
              <a:buFont typeface="Arial" panose="020B0604020202020204" pitchFamily="34" charset="0"/>
              <a:buChar char="•"/>
            </a:pPr>
            <a:r>
              <a:rPr lang="en-GB" sz="1100" b="1" noProof="0"/>
              <a:t>Multiple linear regression</a:t>
            </a:r>
            <a:r>
              <a:rPr lang="en-GB" sz="1100" noProof="0"/>
              <a:t>: Fixed model, R² increase</a:t>
            </a:r>
          </a:p>
        </p:txBody>
      </p:sp>
      <p:sp>
        <p:nvSpPr>
          <p:cNvPr id="15" name="Título 1">
            <a:extLst>
              <a:ext uri="{FF2B5EF4-FFF2-40B4-BE49-F238E27FC236}">
                <a16:creationId xmlns:a16="http://schemas.microsoft.com/office/drawing/2014/main" id="{D11FE983-77ED-D1E9-29D7-F69727C6D16B}"/>
              </a:ext>
            </a:extLst>
          </p:cNvPr>
          <p:cNvSpPr txBox="1">
            <a:spLocks/>
          </p:cNvSpPr>
          <p:nvPr/>
        </p:nvSpPr>
        <p:spPr>
          <a:xfrm>
            <a:off x="962444" y="1547845"/>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Black" panose="020B0004020202020204" pitchFamily="34" charset="0"/>
              </a:rPr>
              <a:t>1</a:t>
            </a:r>
            <a:r>
              <a:rPr lang="en-GB" sz="1400" b="1" noProof="0">
                <a:solidFill>
                  <a:srgbClr val="FF0000"/>
                </a:solidFill>
                <a:latin typeface="Aptos Black" panose="020B0004020202020204" pitchFamily="34" charset="0"/>
              </a:rPr>
              <a:t>.</a:t>
            </a:r>
            <a:endParaRPr lang="en-GB" sz="2400" b="1" noProof="0">
              <a:solidFill>
                <a:srgbClr val="FF0000"/>
              </a:solidFill>
              <a:latin typeface="Aptos Black" panose="020B0004020202020204" pitchFamily="34" charset="0"/>
            </a:endParaRPr>
          </a:p>
        </p:txBody>
      </p:sp>
      <p:sp>
        <p:nvSpPr>
          <p:cNvPr id="17" name="TextBox 16">
            <a:extLst>
              <a:ext uri="{FF2B5EF4-FFF2-40B4-BE49-F238E27FC236}">
                <a16:creationId xmlns:a16="http://schemas.microsoft.com/office/drawing/2014/main" id="{399BF2FD-7E92-BA88-FD86-8000353495FE}"/>
              </a:ext>
            </a:extLst>
          </p:cNvPr>
          <p:cNvSpPr txBox="1"/>
          <p:nvPr/>
        </p:nvSpPr>
        <p:spPr>
          <a:xfrm>
            <a:off x="6749041" y="1460382"/>
            <a:ext cx="3202679" cy="523220"/>
          </a:xfrm>
          <a:prstGeom prst="rect">
            <a:avLst/>
          </a:prstGeom>
          <a:noFill/>
        </p:spPr>
        <p:txBody>
          <a:bodyPr wrap="square">
            <a:spAutoFit/>
          </a:bodyPr>
          <a:lstStyle/>
          <a:p>
            <a:pPr>
              <a:spcBef>
                <a:spcPts val="600"/>
              </a:spcBef>
              <a:spcAft>
                <a:spcPts val="600"/>
              </a:spcAft>
            </a:pPr>
            <a:r>
              <a:rPr lang="en-GB" sz="1400" b="1" noProof="0">
                <a:solidFill>
                  <a:srgbClr val="FF0000"/>
                </a:solidFill>
              </a:rPr>
              <a:t>Define the</a:t>
            </a:r>
            <a:br>
              <a:rPr lang="en-GB" sz="1400" b="1" noProof="0">
                <a:solidFill>
                  <a:srgbClr val="FF0000"/>
                </a:solidFill>
              </a:rPr>
            </a:br>
            <a:r>
              <a:rPr lang="en-GB" sz="1400" b="1" noProof="0">
                <a:solidFill>
                  <a:srgbClr val="FF0000"/>
                </a:solidFill>
              </a:rPr>
              <a:t>parameters for the power calculation</a:t>
            </a:r>
          </a:p>
        </p:txBody>
      </p:sp>
      <p:sp>
        <p:nvSpPr>
          <p:cNvPr id="18" name="Título 1">
            <a:extLst>
              <a:ext uri="{FF2B5EF4-FFF2-40B4-BE49-F238E27FC236}">
                <a16:creationId xmlns:a16="http://schemas.microsoft.com/office/drawing/2014/main" id="{616B36D6-9F92-C8A6-69A8-A73761097F8C}"/>
              </a:ext>
            </a:extLst>
          </p:cNvPr>
          <p:cNvSpPr txBox="1">
            <a:spLocks/>
          </p:cNvSpPr>
          <p:nvPr/>
        </p:nvSpPr>
        <p:spPr>
          <a:xfrm>
            <a:off x="6443384" y="1508248"/>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Black" panose="020B0004020202020204" pitchFamily="34" charset="0"/>
              </a:rPr>
              <a:t>2</a:t>
            </a:r>
            <a:r>
              <a:rPr lang="en-GB" sz="1400" b="1" noProof="0">
                <a:solidFill>
                  <a:srgbClr val="FF0000"/>
                </a:solidFill>
                <a:latin typeface="Aptos Black" panose="020B0004020202020204" pitchFamily="34" charset="0"/>
              </a:rPr>
              <a:t>.</a:t>
            </a:r>
            <a:endParaRPr lang="en-GB" sz="2400" b="1" noProof="0">
              <a:solidFill>
                <a:srgbClr val="FF0000"/>
              </a:solidFill>
              <a:latin typeface="Aptos Black" panose="020B00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D973E87D-7EE5-12A5-9DC1-943F1BF2ECD5}"/>
                  </a:ext>
                </a:extLst>
              </p:cNvPr>
              <p:cNvSpPr txBox="1"/>
              <p:nvPr/>
            </p:nvSpPr>
            <p:spPr>
              <a:xfrm>
                <a:off x="1135130" y="2861295"/>
                <a:ext cx="4272601" cy="600164"/>
              </a:xfrm>
              <a:prstGeom prst="rect">
                <a:avLst/>
              </a:prstGeom>
              <a:noFill/>
            </p:spPr>
            <p:txBody>
              <a:bodyPr wrap="square">
                <a:spAutoFit/>
              </a:bodyPr>
              <a:lstStyle/>
              <a:p>
                <a:r>
                  <a:rPr lang="en-GB" sz="1100" noProof="0"/>
                  <a:t>In the context of multiple linear regression, Cohen’s </a:t>
                </a:r>
                <a14:m>
                  <m:oMath xmlns:m="http://schemas.openxmlformats.org/officeDocument/2006/math">
                    <m:sSup>
                      <m:sSupPr>
                        <m:ctrlPr>
                          <a:rPr lang="en-GB" sz="1100" i="1" noProof="0" smtClean="0">
                            <a:latin typeface="Cambria Math" panose="02040503050406030204" pitchFamily="18" charset="0"/>
                          </a:rPr>
                        </m:ctrlPr>
                      </m:sSupPr>
                      <m:e>
                        <m:r>
                          <a:rPr lang="en-GB" sz="1100" i="1" noProof="0" smtClean="0">
                            <a:latin typeface="Cambria Math" panose="02040503050406030204" pitchFamily="18" charset="0"/>
                          </a:rPr>
                          <m:t>𝑓</m:t>
                        </m:r>
                      </m:e>
                      <m:sup>
                        <m:r>
                          <a:rPr lang="en-GB" sz="1100" i="1" noProof="0" smtClean="0">
                            <a:latin typeface="Cambria Math" panose="02040503050406030204" pitchFamily="18" charset="0"/>
                          </a:rPr>
                          <m:t>2</m:t>
                        </m:r>
                      </m:sup>
                    </m:sSup>
                  </m:oMath>
                </a14:m>
                <a:r>
                  <a:rPr lang="en-GB" sz="1100" b="1" noProof="0">
                    <a:highlight>
                      <a:srgbClr val="FFC000"/>
                    </a:highlight>
                  </a:rPr>
                  <a:t>is a measure of effect size that evaluates the proportion of variance explained by a set of predictors relative to the unexplained variance</a:t>
                </a:r>
                <a:r>
                  <a:rPr lang="en-GB" sz="1100" noProof="0"/>
                  <a:t>:</a:t>
                </a:r>
              </a:p>
            </p:txBody>
          </p:sp>
        </mc:Choice>
        <mc:Fallback>
          <p:sp>
            <p:nvSpPr>
              <p:cNvPr id="2" name="TextBox 1">
                <a:extLst>
                  <a:ext uri="{FF2B5EF4-FFF2-40B4-BE49-F238E27FC236}">
                    <a16:creationId xmlns:a16="http://schemas.microsoft.com/office/drawing/2014/main" id="{D973E87D-7EE5-12A5-9DC1-943F1BF2ECD5}"/>
                  </a:ext>
                </a:extLst>
              </p:cNvPr>
              <p:cNvSpPr txBox="1">
                <a:spLocks noRot="1" noChangeAspect="1" noMove="1" noResize="1" noEditPoints="1" noAdjustHandles="1" noChangeArrowheads="1" noChangeShapeType="1" noTextEdit="1"/>
              </p:cNvSpPr>
              <p:nvPr/>
            </p:nvSpPr>
            <p:spPr>
              <a:xfrm>
                <a:off x="1135130" y="2861295"/>
                <a:ext cx="4272601" cy="600164"/>
              </a:xfrm>
              <a:prstGeom prst="rect">
                <a:avLst/>
              </a:prstGeom>
              <a:blipFill>
                <a:blip r:embed="rId14"/>
                <a:stretch>
                  <a:fillRect r="-571" b="-5051"/>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E566C7DD-2845-2E09-BE51-9D4BBA1E549E}"/>
              </a:ext>
            </a:extLst>
          </p:cNvPr>
          <p:cNvGrpSpPr>
            <a:grpSpLocks noChangeAspect="1"/>
          </p:cNvGrpSpPr>
          <p:nvPr>
            <p:custDataLst>
              <p:tags r:id="rId1"/>
            </p:custDataLst>
          </p:nvPr>
        </p:nvGrpSpPr>
        <p:grpSpPr>
          <a:xfrm>
            <a:off x="2622125" y="3626721"/>
            <a:ext cx="841320" cy="266016"/>
            <a:chOff x="3949715" y="4874979"/>
            <a:chExt cx="841320" cy="266016"/>
          </a:xfrm>
        </p:grpSpPr>
        <p:sp>
          <p:nvSpPr>
            <p:cNvPr id="6" name="Freeform: Shape 5">
              <a:extLst>
                <a:ext uri="{FF2B5EF4-FFF2-40B4-BE49-F238E27FC236}">
                  <a16:creationId xmlns:a16="http://schemas.microsoft.com/office/drawing/2014/main" id="{CDB579B0-94F8-25AB-90A2-144A8A4C2BDE}"/>
                </a:ext>
              </a:extLst>
            </p:cNvPr>
            <p:cNvSpPr/>
            <p:nvPr>
              <p:custDataLst>
                <p:tags r:id="rId2"/>
              </p:custDataLst>
            </p:nvPr>
          </p:nvSpPr>
          <p:spPr>
            <a:xfrm>
              <a:off x="3949715" y="4937010"/>
              <a:ext cx="94001" cy="174487"/>
            </a:xfrm>
            <a:custGeom>
              <a:avLst/>
              <a:gdLst>
                <a:gd name="connsiteX0" fmla="*/ 59228 w 94001"/>
                <a:gd name="connsiteY0" fmla="*/ 58545 h 174487"/>
                <a:gd name="connsiteX1" fmla="*/ 75429 w 94001"/>
                <a:gd name="connsiteY1" fmla="*/ 58545 h 174487"/>
                <a:gd name="connsiteX2" fmla="*/ 81080 w 94001"/>
                <a:gd name="connsiteY2" fmla="*/ 54710 h 174487"/>
                <a:gd name="connsiteX3" fmla="*/ 75994 w 94001"/>
                <a:gd name="connsiteY3" fmla="*/ 52601 h 174487"/>
                <a:gd name="connsiteX4" fmla="*/ 60359 w 94001"/>
                <a:gd name="connsiteY4" fmla="*/ 52601 h 174487"/>
                <a:gd name="connsiteX5" fmla="*/ 64315 w 94001"/>
                <a:gd name="connsiteY5" fmla="*/ 30742 h 174487"/>
                <a:gd name="connsiteX6" fmla="*/ 68836 w 94001"/>
                <a:gd name="connsiteY6" fmla="*/ 10801 h 174487"/>
                <a:gd name="connsiteX7" fmla="*/ 77690 w 94001"/>
                <a:gd name="connsiteY7" fmla="*/ 4281 h 174487"/>
                <a:gd name="connsiteX8" fmla="*/ 86920 w 94001"/>
                <a:gd name="connsiteY8" fmla="*/ 7733 h 174487"/>
                <a:gd name="connsiteX9" fmla="*/ 76748 w 94001"/>
                <a:gd name="connsiteY9" fmla="*/ 18087 h 174487"/>
                <a:gd name="connsiteX10" fmla="*/ 83718 w 94001"/>
                <a:gd name="connsiteY10" fmla="*/ 24798 h 174487"/>
                <a:gd name="connsiteX11" fmla="*/ 94079 w 94001"/>
                <a:gd name="connsiteY11" fmla="*/ 13293 h 174487"/>
                <a:gd name="connsiteX12" fmla="*/ 77690 w 94001"/>
                <a:gd name="connsiteY12" fmla="*/ 63 h 174487"/>
                <a:gd name="connsiteX13" fmla="*/ 53765 w 94001"/>
                <a:gd name="connsiteY13" fmla="*/ 22497 h 174487"/>
                <a:gd name="connsiteX14" fmla="*/ 47549 w 94001"/>
                <a:gd name="connsiteY14" fmla="*/ 52601 h 174487"/>
                <a:gd name="connsiteX15" fmla="*/ 34550 w 94001"/>
                <a:gd name="connsiteY15" fmla="*/ 52601 h 174487"/>
                <a:gd name="connsiteX16" fmla="*/ 28899 w 94001"/>
                <a:gd name="connsiteY16" fmla="*/ 56244 h 174487"/>
                <a:gd name="connsiteX17" fmla="*/ 34174 w 94001"/>
                <a:gd name="connsiteY17" fmla="*/ 58545 h 174487"/>
                <a:gd name="connsiteX18" fmla="*/ 46607 w 94001"/>
                <a:gd name="connsiteY18" fmla="*/ 58545 h 174487"/>
                <a:gd name="connsiteX19" fmla="*/ 32478 w 94001"/>
                <a:gd name="connsiteY19" fmla="*/ 134284 h 174487"/>
                <a:gd name="connsiteX20" fmla="*/ 16089 w 94001"/>
                <a:gd name="connsiteY20" fmla="*/ 170332 h 174487"/>
                <a:gd name="connsiteX21" fmla="*/ 7047 w 94001"/>
                <a:gd name="connsiteY21" fmla="*/ 166881 h 174487"/>
                <a:gd name="connsiteX22" fmla="*/ 17408 w 94001"/>
                <a:gd name="connsiteY22" fmla="*/ 156526 h 174487"/>
                <a:gd name="connsiteX23" fmla="*/ 10438 w 94001"/>
                <a:gd name="connsiteY23" fmla="*/ 149815 h 174487"/>
                <a:gd name="connsiteX24" fmla="*/ 77 w 94001"/>
                <a:gd name="connsiteY24" fmla="*/ 161320 h 174487"/>
                <a:gd name="connsiteX25" fmla="*/ 16089 w 94001"/>
                <a:gd name="connsiteY25" fmla="*/ 174550 h 174487"/>
                <a:gd name="connsiteX26" fmla="*/ 37376 w 94001"/>
                <a:gd name="connsiteY26" fmla="*/ 155951 h 174487"/>
                <a:gd name="connsiteX27" fmla="*/ 47925 w 94001"/>
                <a:gd name="connsiteY27" fmla="*/ 119328 h 174487"/>
                <a:gd name="connsiteX28" fmla="*/ 59228 w 94001"/>
                <a:gd name="connsiteY28" fmla="*/ 58545 h 17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4001" h="174487">
                  <a:moveTo>
                    <a:pt x="59228" y="58545"/>
                  </a:moveTo>
                  <a:lnTo>
                    <a:pt x="75429" y="58545"/>
                  </a:lnTo>
                  <a:cubicBezTo>
                    <a:pt x="79197" y="58545"/>
                    <a:pt x="81080" y="58545"/>
                    <a:pt x="81080" y="54710"/>
                  </a:cubicBezTo>
                  <a:cubicBezTo>
                    <a:pt x="81080" y="52601"/>
                    <a:pt x="79197" y="52601"/>
                    <a:pt x="75994" y="52601"/>
                  </a:cubicBezTo>
                  <a:lnTo>
                    <a:pt x="60359" y="52601"/>
                  </a:lnTo>
                  <a:lnTo>
                    <a:pt x="64315" y="30742"/>
                  </a:lnTo>
                  <a:cubicBezTo>
                    <a:pt x="65068" y="26715"/>
                    <a:pt x="67705" y="13102"/>
                    <a:pt x="68836" y="10801"/>
                  </a:cubicBezTo>
                  <a:cubicBezTo>
                    <a:pt x="70531" y="7157"/>
                    <a:pt x="73734" y="4281"/>
                    <a:pt x="77690" y="4281"/>
                  </a:cubicBezTo>
                  <a:cubicBezTo>
                    <a:pt x="78443" y="4281"/>
                    <a:pt x="83341" y="4281"/>
                    <a:pt x="86920" y="7733"/>
                  </a:cubicBezTo>
                  <a:cubicBezTo>
                    <a:pt x="78631" y="8500"/>
                    <a:pt x="76748" y="15211"/>
                    <a:pt x="76748" y="18087"/>
                  </a:cubicBezTo>
                  <a:cubicBezTo>
                    <a:pt x="76748" y="22497"/>
                    <a:pt x="80139" y="24798"/>
                    <a:pt x="83718" y="24798"/>
                  </a:cubicBezTo>
                  <a:cubicBezTo>
                    <a:pt x="88616" y="24798"/>
                    <a:pt x="94079" y="20580"/>
                    <a:pt x="94079" y="13293"/>
                  </a:cubicBezTo>
                  <a:cubicBezTo>
                    <a:pt x="94079" y="4473"/>
                    <a:pt x="85413" y="63"/>
                    <a:pt x="77690" y="63"/>
                  </a:cubicBezTo>
                  <a:cubicBezTo>
                    <a:pt x="71285" y="63"/>
                    <a:pt x="59417" y="3514"/>
                    <a:pt x="53765" y="22497"/>
                  </a:cubicBezTo>
                  <a:cubicBezTo>
                    <a:pt x="52635" y="26524"/>
                    <a:pt x="52070" y="28441"/>
                    <a:pt x="47549" y="52601"/>
                  </a:cubicBezTo>
                  <a:lnTo>
                    <a:pt x="34550" y="52601"/>
                  </a:lnTo>
                  <a:cubicBezTo>
                    <a:pt x="30971" y="52601"/>
                    <a:pt x="28899" y="52601"/>
                    <a:pt x="28899" y="56244"/>
                  </a:cubicBezTo>
                  <a:cubicBezTo>
                    <a:pt x="28899" y="58545"/>
                    <a:pt x="30594" y="58545"/>
                    <a:pt x="34174" y="58545"/>
                  </a:cubicBezTo>
                  <a:lnTo>
                    <a:pt x="46607" y="58545"/>
                  </a:lnTo>
                  <a:lnTo>
                    <a:pt x="32478" y="134284"/>
                  </a:lnTo>
                  <a:cubicBezTo>
                    <a:pt x="29087" y="152883"/>
                    <a:pt x="25885" y="170332"/>
                    <a:pt x="16089" y="170332"/>
                  </a:cubicBezTo>
                  <a:cubicBezTo>
                    <a:pt x="15336" y="170332"/>
                    <a:pt x="10626" y="170332"/>
                    <a:pt x="7047" y="166881"/>
                  </a:cubicBezTo>
                  <a:cubicBezTo>
                    <a:pt x="15712" y="166305"/>
                    <a:pt x="17408" y="159403"/>
                    <a:pt x="17408" y="156526"/>
                  </a:cubicBezTo>
                  <a:cubicBezTo>
                    <a:pt x="17408" y="152116"/>
                    <a:pt x="14017" y="149815"/>
                    <a:pt x="10438" y="149815"/>
                  </a:cubicBezTo>
                  <a:cubicBezTo>
                    <a:pt x="5540" y="149815"/>
                    <a:pt x="77" y="154034"/>
                    <a:pt x="77" y="161320"/>
                  </a:cubicBezTo>
                  <a:cubicBezTo>
                    <a:pt x="77" y="169949"/>
                    <a:pt x="8365" y="174550"/>
                    <a:pt x="16089" y="174550"/>
                  </a:cubicBezTo>
                  <a:cubicBezTo>
                    <a:pt x="26450" y="174550"/>
                    <a:pt x="33985" y="163238"/>
                    <a:pt x="37376" y="155951"/>
                  </a:cubicBezTo>
                  <a:cubicBezTo>
                    <a:pt x="43404" y="143871"/>
                    <a:pt x="47737" y="120670"/>
                    <a:pt x="47925" y="119328"/>
                  </a:cubicBezTo>
                  <a:lnTo>
                    <a:pt x="59228" y="58545"/>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p>
          </p:txBody>
        </p:sp>
        <p:sp>
          <p:nvSpPr>
            <p:cNvPr id="9" name="Freeform: Shape 8">
              <a:extLst>
                <a:ext uri="{FF2B5EF4-FFF2-40B4-BE49-F238E27FC236}">
                  <a16:creationId xmlns:a16="http://schemas.microsoft.com/office/drawing/2014/main" id="{F87F0839-89C5-2D9E-4ED5-B4511836096D}"/>
                </a:ext>
              </a:extLst>
            </p:cNvPr>
            <p:cNvSpPr/>
            <p:nvPr>
              <p:custDataLst>
                <p:tags r:id="rId3"/>
              </p:custDataLst>
            </p:nvPr>
          </p:nvSpPr>
          <p:spPr>
            <a:xfrm>
              <a:off x="4060544" y="4913485"/>
              <a:ext cx="58284" cy="89122"/>
            </a:xfrm>
            <a:custGeom>
              <a:avLst/>
              <a:gdLst>
                <a:gd name="connsiteX0" fmla="*/ 58368 w 58284"/>
                <a:gd name="connsiteY0" fmla="*/ 64754 h 89122"/>
                <a:gd name="connsiteX1" fmla="*/ 53884 w 58284"/>
                <a:gd name="connsiteY1" fmla="*/ 64754 h 89122"/>
                <a:gd name="connsiteX2" fmla="*/ 50456 w 58284"/>
                <a:gd name="connsiteY2" fmla="*/ 76968 h 89122"/>
                <a:gd name="connsiteX3" fmla="*/ 37401 w 58284"/>
                <a:gd name="connsiteY3" fmla="*/ 77773 h 89122"/>
                <a:gd name="connsiteX4" fmla="*/ 13137 w 58284"/>
                <a:gd name="connsiteY4" fmla="*/ 77773 h 89122"/>
                <a:gd name="connsiteX5" fmla="*/ 39511 w 58284"/>
                <a:gd name="connsiteY5" fmla="*/ 55224 h 89122"/>
                <a:gd name="connsiteX6" fmla="*/ 58368 w 58284"/>
                <a:gd name="connsiteY6" fmla="*/ 26232 h 89122"/>
                <a:gd name="connsiteX7" fmla="*/ 27511 w 58284"/>
                <a:gd name="connsiteY7" fmla="*/ 59 h 89122"/>
                <a:gd name="connsiteX8" fmla="*/ 83 w 58284"/>
                <a:gd name="connsiteY8" fmla="*/ 24085 h 89122"/>
                <a:gd name="connsiteX9" fmla="*/ 7072 w 58284"/>
                <a:gd name="connsiteY9" fmla="*/ 31601 h 89122"/>
                <a:gd name="connsiteX10" fmla="*/ 14061 w 58284"/>
                <a:gd name="connsiteY10" fmla="*/ 24488 h 89122"/>
                <a:gd name="connsiteX11" fmla="*/ 6280 w 58284"/>
                <a:gd name="connsiteY11" fmla="*/ 17374 h 89122"/>
                <a:gd name="connsiteX12" fmla="*/ 25533 w 58284"/>
                <a:gd name="connsiteY12" fmla="*/ 4891 h 89122"/>
                <a:gd name="connsiteX13" fmla="*/ 45577 w 58284"/>
                <a:gd name="connsiteY13" fmla="*/ 26232 h 89122"/>
                <a:gd name="connsiteX14" fmla="*/ 33181 w 58284"/>
                <a:gd name="connsiteY14" fmla="*/ 52003 h 89122"/>
                <a:gd name="connsiteX15" fmla="*/ 1401 w 58284"/>
                <a:gd name="connsiteY15" fmla="*/ 83948 h 89122"/>
                <a:gd name="connsiteX16" fmla="*/ 83 w 58284"/>
                <a:gd name="connsiteY16" fmla="*/ 89182 h 89122"/>
                <a:gd name="connsiteX17" fmla="*/ 54412 w 58284"/>
                <a:gd name="connsiteY17" fmla="*/ 89182 h 89122"/>
                <a:gd name="connsiteX18" fmla="*/ 58368 w 58284"/>
                <a:gd name="connsiteY18" fmla="*/ 64754 h 89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284" h="89122">
                  <a:moveTo>
                    <a:pt x="58368" y="64754"/>
                  </a:moveTo>
                  <a:lnTo>
                    <a:pt x="53884" y="64754"/>
                  </a:lnTo>
                  <a:cubicBezTo>
                    <a:pt x="53489" y="67707"/>
                    <a:pt x="52170" y="75626"/>
                    <a:pt x="50456" y="76968"/>
                  </a:cubicBezTo>
                  <a:cubicBezTo>
                    <a:pt x="49401" y="77773"/>
                    <a:pt x="39247" y="77773"/>
                    <a:pt x="37401" y="77773"/>
                  </a:cubicBezTo>
                  <a:lnTo>
                    <a:pt x="13137" y="77773"/>
                  </a:lnTo>
                  <a:cubicBezTo>
                    <a:pt x="26983" y="65291"/>
                    <a:pt x="31599" y="61533"/>
                    <a:pt x="39511" y="55224"/>
                  </a:cubicBezTo>
                  <a:cubicBezTo>
                    <a:pt x="49269" y="47305"/>
                    <a:pt x="58368" y="38983"/>
                    <a:pt x="58368" y="26232"/>
                  </a:cubicBezTo>
                  <a:cubicBezTo>
                    <a:pt x="58368" y="9992"/>
                    <a:pt x="44390" y="59"/>
                    <a:pt x="27511" y="59"/>
                  </a:cubicBezTo>
                  <a:cubicBezTo>
                    <a:pt x="11159" y="59"/>
                    <a:pt x="83" y="11737"/>
                    <a:pt x="83" y="24085"/>
                  </a:cubicBezTo>
                  <a:cubicBezTo>
                    <a:pt x="83" y="30930"/>
                    <a:pt x="5753" y="31601"/>
                    <a:pt x="7072" y="31601"/>
                  </a:cubicBezTo>
                  <a:cubicBezTo>
                    <a:pt x="10236" y="31601"/>
                    <a:pt x="14061" y="29320"/>
                    <a:pt x="14061" y="24488"/>
                  </a:cubicBezTo>
                  <a:cubicBezTo>
                    <a:pt x="14061" y="22072"/>
                    <a:pt x="13137" y="17374"/>
                    <a:pt x="6280" y="17374"/>
                  </a:cubicBezTo>
                  <a:cubicBezTo>
                    <a:pt x="10368" y="7844"/>
                    <a:pt x="19335" y="4891"/>
                    <a:pt x="25533" y="4891"/>
                  </a:cubicBezTo>
                  <a:cubicBezTo>
                    <a:pt x="38720" y="4891"/>
                    <a:pt x="45577" y="15361"/>
                    <a:pt x="45577" y="26232"/>
                  </a:cubicBezTo>
                  <a:cubicBezTo>
                    <a:pt x="45577" y="37910"/>
                    <a:pt x="37401" y="47171"/>
                    <a:pt x="33181" y="52003"/>
                  </a:cubicBezTo>
                  <a:lnTo>
                    <a:pt x="1401" y="83948"/>
                  </a:lnTo>
                  <a:cubicBezTo>
                    <a:pt x="83" y="85156"/>
                    <a:pt x="83" y="85424"/>
                    <a:pt x="83" y="89182"/>
                  </a:cubicBezTo>
                  <a:lnTo>
                    <a:pt x="54412" y="89182"/>
                  </a:lnTo>
                  <a:lnTo>
                    <a:pt x="58368" y="64754"/>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p>
          </p:txBody>
        </p:sp>
        <p:sp>
          <p:nvSpPr>
            <p:cNvPr id="10" name="Freeform: Shape 9">
              <a:extLst>
                <a:ext uri="{FF2B5EF4-FFF2-40B4-BE49-F238E27FC236}">
                  <a16:creationId xmlns:a16="http://schemas.microsoft.com/office/drawing/2014/main" id="{508825A1-73E9-CCFA-78E1-808E1FA1F92E}"/>
                </a:ext>
              </a:extLst>
            </p:cNvPr>
            <p:cNvSpPr/>
            <p:nvPr>
              <p:custDataLst>
                <p:tags r:id="rId4"/>
              </p:custDataLst>
            </p:nvPr>
          </p:nvSpPr>
          <p:spPr>
            <a:xfrm>
              <a:off x="4199623" y="5001820"/>
              <a:ext cx="125273" cy="44868"/>
            </a:xfrm>
            <a:custGeom>
              <a:avLst/>
              <a:gdLst>
                <a:gd name="connsiteX0" fmla="*/ 118958 w 125273"/>
                <a:gd name="connsiteY0" fmla="*/ 7733 h 44868"/>
                <a:gd name="connsiteX1" fmla="*/ 125363 w 125273"/>
                <a:gd name="connsiteY1" fmla="*/ 3898 h 44868"/>
                <a:gd name="connsiteX2" fmla="*/ 119146 w 125273"/>
                <a:gd name="connsiteY2" fmla="*/ 63 h 44868"/>
                <a:gd name="connsiteX3" fmla="*/ 6306 w 125273"/>
                <a:gd name="connsiteY3" fmla="*/ 63 h 44868"/>
                <a:gd name="connsiteX4" fmla="*/ 90 w 125273"/>
                <a:gd name="connsiteY4" fmla="*/ 3898 h 44868"/>
                <a:gd name="connsiteX5" fmla="*/ 6495 w 125273"/>
                <a:gd name="connsiteY5" fmla="*/ 7733 h 44868"/>
                <a:gd name="connsiteX6" fmla="*/ 118958 w 125273"/>
                <a:gd name="connsiteY6" fmla="*/ 7733 h 44868"/>
                <a:gd name="connsiteX7" fmla="*/ 119146 w 125273"/>
                <a:gd name="connsiteY7" fmla="*/ 44931 h 44868"/>
                <a:gd name="connsiteX8" fmla="*/ 125363 w 125273"/>
                <a:gd name="connsiteY8" fmla="*/ 41096 h 44868"/>
                <a:gd name="connsiteX9" fmla="*/ 118958 w 125273"/>
                <a:gd name="connsiteY9" fmla="*/ 37261 h 44868"/>
                <a:gd name="connsiteX10" fmla="*/ 6495 w 125273"/>
                <a:gd name="connsiteY10" fmla="*/ 37261 h 44868"/>
                <a:gd name="connsiteX11" fmla="*/ 90 w 125273"/>
                <a:gd name="connsiteY11" fmla="*/ 41096 h 44868"/>
                <a:gd name="connsiteX12" fmla="*/ 6306 w 125273"/>
                <a:gd name="connsiteY12" fmla="*/ 44931 h 44868"/>
                <a:gd name="connsiteX13" fmla="*/ 119146 w 125273"/>
                <a:gd name="connsiteY13" fmla="*/ 44931 h 44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5273" h="44868">
                  <a:moveTo>
                    <a:pt x="118958" y="7733"/>
                  </a:moveTo>
                  <a:cubicBezTo>
                    <a:pt x="121784" y="7733"/>
                    <a:pt x="125363" y="7733"/>
                    <a:pt x="125363" y="3898"/>
                  </a:cubicBezTo>
                  <a:cubicBezTo>
                    <a:pt x="125363" y="63"/>
                    <a:pt x="121784" y="63"/>
                    <a:pt x="119146" y="63"/>
                  </a:cubicBezTo>
                  <a:lnTo>
                    <a:pt x="6306" y="63"/>
                  </a:lnTo>
                  <a:cubicBezTo>
                    <a:pt x="3669" y="63"/>
                    <a:pt x="90" y="63"/>
                    <a:pt x="90" y="3898"/>
                  </a:cubicBezTo>
                  <a:cubicBezTo>
                    <a:pt x="90" y="7733"/>
                    <a:pt x="3669" y="7733"/>
                    <a:pt x="6495" y="7733"/>
                  </a:cubicBezTo>
                  <a:lnTo>
                    <a:pt x="118958" y="7733"/>
                  </a:lnTo>
                  <a:close/>
                  <a:moveTo>
                    <a:pt x="119146" y="44931"/>
                  </a:moveTo>
                  <a:cubicBezTo>
                    <a:pt x="121784" y="44931"/>
                    <a:pt x="125363" y="44931"/>
                    <a:pt x="125363" y="41096"/>
                  </a:cubicBezTo>
                  <a:cubicBezTo>
                    <a:pt x="125363" y="37261"/>
                    <a:pt x="121784" y="37261"/>
                    <a:pt x="118958" y="37261"/>
                  </a:cubicBezTo>
                  <a:lnTo>
                    <a:pt x="6495" y="37261"/>
                  </a:lnTo>
                  <a:cubicBezTo>
                    <a:pt x="3669" y="37261"/>
                    <a:pt x="90" y="37261"/>
                    <a:pt x="90" y="41096"/>
                  </a:cubicBezTo>
                  <a:cubicBezTo>
                    <a:pt x="90" y="44931"/>
                    <a:pt x="3669" y="44931"/>
                    <a:pt x="6306" y="44931"/>
                  </a:cubicBezTo>
                  <a:lnTo>
                    <a:pt x="119146" y="44931"/>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p>
          </p:txBody>
        </p:sp>
        <p:sp>
          <p:nvSpPr>
            <p:cNvPr id="13" name="Freeform: Shape 12">
              <a:extLst>
                <a:ext uri="{FF2B5EF4-FFF2-40B4-BE49-F238E27FC236}">
                  <a16:creationId xmlns:a16="http://schemas.microsoft.com/office/drawing/2014/main" id="{5FEF3192-90F5-355C-7A76-3FD3D91CAC2F}"/>
                </a:ext>
              </a:extLst>
            </p:cNvPr>
            <p:cNvSpPr/>
            <p:nvPr>
              <p:custDataLst>
                <p:tags r:id="rId5"/>
              </p:custDataLst>
            </p:nvPr>
          </p:nvSpPr>
          <p:spPr>
            <a:xfrm>
              <a:off x="4516302" y="4905021"/>
              <a:ext cx="102592" cy="94357"/>
            </a:xfrm>
            <a:custGeom>
              <a:avLst/>
              <a:gdLst>
                <a:gd name="connsiteX0" fmla="*/ 45205 w 102592"/>
                <a:gd name="connsiteY0" fmla="*/ 9454 h 94357"/>
                <a:gd name="connsiteX1" fmla="*/ 49293 w 102592"/>
                <a:gd name="connsiteY1" fmla="*/ 4891 h 94357"/>
                <a:gd name="connsiteX2" fmla="*/ 57732 w 102592"/>
                <a:gd name="connsiteY2" fmla="*/ 4891 h 94357"/>
                <a:gd name="connsiteX3" fmla="*/ 85161 w 102592"/>
                <a:gd name="connsiteY3" fmla="*/ 18716 h 94357"/>
                <a:gd name="connsiteX4" fmla="*/ 76457 w 102592"/>
                <a:gd name="connsiteY4" fmla="*/ 37507 h 94357"/>
                <a:gd name="connsiteX5" fmla="*/ 53776 w 102592"/>
                <a:gd name="connsiteY5" fmla="*/ 43949 h 94357"/>
                <a:gd name="connsiteX6" fmla="*/ 36766 w 102592"/>
                <a:gd name="connsiteY6" fmla="*/ 43949 h 94357"/>
                <a:gd name="connsiteX7" fmla="*/ 45205 w 102592"/>
                <a:gd name="connsiteY7" fmla="*/ 9454 h 94357"/>
                <a:gd name="connsiteX8" fmla="*/ 69073 w 102592"/>
                <a:gd name="connsiteY8" fmla="*/ 46097 h 94357"/>
                <a:gd name="connsiteX9" fmla="*/ 98743 w 102592"/>
                <a:gd name="connsiteY9" fmla="*/ 20729 h 94357"/>
                <a:gd name="connsiteX10" fmla="*/ 66172 w 102592"/>
                <a:gd name="connsiteY10" fmla="*/ 59 h 94357"/>
                <a:gd name="connsiteX11" fmla="*/ 25689 w 102592"/>
                <a:gd name="connsiteY11" fmla="*/ 59 h 94357"/>
                <a:gd name="connsiteX12" fmla="*/ 21469 w 102592"/>
                <a:gd name="connsiteY12" fmla="*/ 3012 h 94357"/>
                <a:gd name="connsiteX13" fmla="*/ 25689 w 102592"/>
                <a:gd name="connsiteY13" fmla="*/ 4891 h 94357"/>
                <a:gd name="connsiteX14" fmla="*/ 30700 w 102592"/>
                <a:gd name="connsiteY14" fmla="*/ 5159 h 94357"/>
                <a:gd name="connsiteX15" fmla="*/ 33733 w 102592"/>
                <a:gd name="connsiteY15" fmla="*/ 7039 h 94357"/>
                <a:gd name="connsiteX16" fmla="*/ 33205 w 102592"/>
                <a:gd name="connsiteY16" fmla="*/ 9991 h 94357"/>
                <a:gd name="connsiteX17" fmla="*/ 15667 w 102592"/>
                <a:gd name="connsiteY17" fmla="*/ 81263 h 94357"/>
                <a:gd name="connsiteX18" fmla="*/ 4063 w 102592"/>
                <a:gd name="connsiteY18" fmla="*/ 86900 h 94357"/>
                <a:gd name="connsiteX19" fmla="*/ 107 w 102592"/>
                <a:gd name="connsiteY19" fmla="*/ 89719 h 94357"/>
                <a:gd name="connsiteX20" fmla="*/ 2217 w 102592"/>
                <a:gd name="connsiteY20" fmla="*/ 91732 h 94357"/>
                <a:gd name="connsiteX21" fmla="*/ 10392 w 102592"/>
                <a:gd name="connsiteY21" fmla="*/ 91329 h 94357"/>
                <a:gd name="connsiteX22" fmla="*/ 19095 w 102592"/>
                <a:gd name="connsiteY22" fmla="*/ 91195 h 94357"/>
                <a:gd name="connsiteX23" fmla="*/ 27535 w 102592"/>
                <a:gd name="connsiteY23" fmla="*/ 91329 h 94357"/>
                <a:gd name="connsiteX24" fmla="*/ 36370 w 102592"/>
                <a:gd name="connsiteY24" fmla="*/ 91732 h 94357"/>
                <a:gd name="connsiteX25" fmla="*/ 39139 w 102592"/>
                <a:gd name="connsiteY25" fmla="*/ 88913 h 94357"/>
                <a:gd name="connsiteX26" fmla="*/ 34788 w 102592"/>
                <a:gd name="connsiteY26" fmla="*/ 86900 h 94357"/>
                <a:gd name="connsiteX27" fmla="*/ 29777 w 102592"/>
                <a:gd name="connsiteY27" fmla="*/ 86632 h 94357"/>
                <a:gd name="connsiteX28" fmla="*/ 26876 w 102592"/>
                <a:gd name="connsiteY28" fmla="*/ 84618 h 94357"/>
                <a:gd name="connsiteX29" fmla="*/ 27403 w 102592"/>
                <a:gd name="connsiteY29" fmla="*/ 81665 h 94357"/>
                <a:gd name="connsiteX30" fmla="*/ 35711 w 102592"/>
                <a:gd name="connsiteY30" fmla="*/ 47708 h 94357"/>
                <a:gd name="connsiteX31" fmla="*/ 53645 w 102592"/>
                <a:gd name="connsiteY31" fmla="*/ 47708 h 94357"/>
                <a:gd name="connsiteX32" fmla="*/ 69864 w 102592"/>
                <a:gd name="connsiteY32" fmla="*/ 59787 h 94357"/>
                <a:gd name="connsiteX33" fmla="*/ 68018 w 102592"/>
                <a:gd name="connsiteY33" fmla="*/ 69183 h 94357"/>
                <a:gd name="connsiteX34" fmla="*/ 65908 w 102592"/>
                <a:gd name="connsiteY34" fmla="*/ 79652 h 94357"/>
                <a:gd name="connsiteX35" fmla="*/ 85292 w 102592"/>
                <a:gd name="connsiteY35" fmla="*/ 94416 h 94357"/>
                <a:gd name="connsiteX36" fmla="*/ 102699 w 102592"/>
                <a:gd name="connsiteY36" fmla="*/ 78847 h 94357"/>
                <a:gd name="connsiteX37" fmla="*/ 100457 w 102592"/>
                <a:gd name="connsiteY37" fmla="*/ 76968 h 94357"/>
                <a:gd name="connsiteX38" fmla="*/ 98084 w 102592"/>
                <a:gd name="connsiteY38" fmla="*/ 79250 h 94357"/>
                <a:gd name="connsiteX39" fmla="*/ 85820 w 102592"/>
                <a:gd name="connsiteY39" fmla="*/ 90658 h 94357"/>
                <a:gd name="connsiteX40" fmla="*/ 79886 w 102592"/>
                <a:gd name="connsiteY40" fmla="*/ 81934 h 94357"/>
                <a:gd name="connsiteX41" fmla="*/ 81205 w 102592"/>
                <a:gd name="connsiteY41" fmla="*/ 67975 h 94357"/>
                <a:gd name="connsiteX42" fmla="*/ 81732 w 102592"/>
                <a:gd name="connsiteY42" fmla="*/ 61667 h 94357"/>
                <a:gd name="connsiteX43" fmla="*/ 78040 w 102592"/>
                <a:gd name="connsiteY43" fmla="*/ 51734 h 94357"/>
                <a:gd name="connsiteX44" fmla="*/ 69073 w 102592"/>
                <a:gd name="connsiteY44" fmla="*/ 46097 h 94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2592" h="94357">
                  <a:moveTo>
                    <a:pt x="45205" y="9454"/>
                  </a:moveTo>
                  <a:cubicBezTo>
                    <a:pt x="46128" y="5696"/>
                    <a:pt x="46392" y="5294"/>
                    <a:pt x="49293" y="4891"/>
                  </a:cubicBezTo>
                  <a:lnTo>
                    <a:pt x="57732" y="4891"/>
                  </a:lnTo>
                  <a:cubicBezTo>
                    <a:pt x="69996" y="4891"/>
                    <a:pt x="85161" y="4891"/>
                    <a:pt x="85161" y="18716"/>
                  </a:cubicBezTo>
                  <a:cubicBezTo>
                    <a:pt x="85161" y="24219"/>
                    <a:pt x="82655" y="32675"/>
                    <a:pt x="76457" y="37507"/>
                  </a:cubicBezTo>
                  <a:cubicBezTo>
                    <a:pt x="71051" y="41802"/>
                    <a:pt x="62875" y="43949"/>
                    <a:pt x="53776" y="43949"/>
                  </a:cubicBezTo>
                  <a:lnTo>
                    <a:pt x="36766" y="43949"/>
                  </a:lnTo>
                  <a:lnTo>
                    <a:pt x="45205" y="9454"/>
                  </a:lnTo>
                  <a:close/>
                  <a:moveTo>
                    <a:pt x="69073" y="46097"/>
                  </a:moveTo>
                  <a:cubicBezTo>
                    <a:pt x="84765" y="42339"/>
                    <a:pt x="98743" y="32675"/>
                    <a:pt x="98743" y="20729"/>
                  </a:cubicBezTo>
                  <a:cubicBezTo>
                    <a:pt x="98743" y="9186"/>
                    <a:pt x="85292" y="59"/>
                    <a:pt x="66172" y="59"/>
                  </a:cubicBezTo>
                  <a:lnTo>
                    <a:pt x="25689" y="59"/>
                  </a:lnTo>
                  <a:cubicBezTo>
                    <a:pt x="23183" y="59"/>
                    <a:pt x="21469" y="59"/>
                    <a:pt x="21469" y="3012"/>
                  </a:cubicBezTo>
                  <a:cubicBezTo>
                    <a:pt x="21469" y="4891"/>
                    <a:pt x="23051" y="4891"/>
                    <a:pt x="25689" y="4891"/>
                  </a:cubicBezTo>
                  <a:cubicBezTo>
                    <a:pt x="25821" y="4891"/>
                    <a:pt x="28326" y="4891"/>
                    <a:pt x="30700" y="5159"/>
                  </a:cubicBezTo>
                  <a:cubicBezTo>
                    <a:pt x="33469" y="5428"/>
                    <a:pt x="33733" y="5696"/>
                    <a:pt x="33733" y="7039"/>
                  </a:cubicBezTo>
                  <a:cubicBezTo>
                    <a:pt x="33733" y="7307"/>
                    <a:pt x="33733" y="7978"/>
                    <a:pt x="33205" y="9991"/>
                  </a:cubicBezTo>
                  <a:lnTo>
                    <a:pt x="15667" y="81263"/>
                  </a:lnTo>
                  <a:cubicBezTo>
                    <a:pt x="14612" y="85826"/>
                    <a:pt x="14348" y="86900"/>
                    <a:pt x="4063" y="86900"/>
                  </a:cubicBezTo>
                  <a:cubicBezTo>
                    <a:pt x="1821" y="86900"/>
                    <a:pt x="107" y="86900"/>
                    <a:pt x="107" y="89719"/>
                  </a:cubicBezTo>
                  <a:cubicBezTo>
                    <a:pt x="107" y="91061"/>
                    <a:pt x="1030" y="91732"/>
                    <a:pt x="2217" y="91732"/>
                  </a:cubicBezTo>
                  <a:cubicBezTo>
                    <a:pt x="4722" y="91732"/>
                    <a:pt x="7755" y="91329"/>
                    <a:pt x="10392" y="91329"/>
                  </a:cubicBezTo>
                  <a:cubicBezTo>
                    <a:pt x="12898" y="91329"/>
                    <a:pt x="16722" y="91195"/>
                    <a:pt x="19095" y="91195"/>
                  </a:cubicBezTo>
                  <a:cubicBezTo>
                    <a:pt x="21733" y="91195"/>
                    <a:pt x="24766" y="91329"/>
                    <a:pt x="27535" y="91329"/>
                  </a:cubicBezTo>
                  <a:cubicBezTo>
                    <a:pt x="30304" y="91329"/>
                    <a:pt x="33601" y="91732"/>
                    <a:pt x="36370" y="91732"/>
                  </a:cubicBezTo>
                  <a:cubicBezTo>
                    <a:pt x="37029" y="91732"/>
                    <a:pt x="39139" y="91732"/>
                    <a:pt x="39139" y="88913"/>
                  </a:cubicBezTo>
                  <a:cubicBezTo>
                    <a:pt x="39139" y="86900"/>
                    <a:pt x="37821" y="86900"/>
                    <a:pt x="34788" y="86900"/>
                  </a:cubicBezTo>
                  <a:cubicBezTo>
                    <a:pt x="32678" y="86900"/>
                    <a:pt x="32150" y="86900"/>
                    <a:pt x="29777" y="86632"/>
                  </a:cubicBezTo>
                  <a:cubicBezTo>
                    <a:pt x="26876" y="86229"/>
                    <a:pt x="26876" y="85961"/>
                    <a:pt x="26876" y="84618"/>
                  </a:cubicBezTo>
                  <a:cubicBezTo>
                    <a:pt x="26876" y="84484"/>
                    <a:pt x="26876" y="83679"/>
                    <a:pt x="27403" y="81665"/>
                  </a:cubicBezTo>
                  <a:lnTo>
                    <a:pt x="35711" y="47708"/>
                  </a:lnTo>
                  <a:lnTo>
                    <a:pt x="53645" y="47708"/>
                  </a:lnTo>
                  <a:cubicBezTo>
                    <a:pt x="64985" y="47708"/>
                    <a:pt x="69864" y="53479"/>
                    <a:pt x="69864" y="59787"/>
                  </a:cubicBezTo>
                  <a:cubicBezTo>
                    <a:pt x="69864" y="61532"/>
                    <a:pt x="68677" y="66096"/>
                    <a:pt x="68018" y="69183"/>
                  </a:cubicBezTo>
                  <a:cubicBezTo>
                    <a:pt x="66436" y="75357"/>
                    <a:pt x="65908" y="77370"/>
                    <a:pt x="65908" y="79652"/>
                  </a:cubicBezTo>
                  <a:cubicBezTo>
                    <a:pt x="65908" y="90256"/>
                    <a:pt x="75534" y="94416"/>
                    <a:pt x="85292" y="94416"/>
                  </a:cubicBezTo>
                  <a:cubicBezTo>
                    <a:pt x="97424" y="94416"/>
                    <a:pt x="102699" y="81263"/>
                    <a:pt x="102699" y="78847"/>
                  </a:cubicBezTo>
                  <a:cubicBezTo>
                    <a:pt x="102699" y="78444"/>
                    <a:pt x="102435" y="76968"/>
                    <a:pt x="100457" y="76968"/>
                  </a:cubicBezTo>
                  <a:cubicBezTo>
                    <a:pt x="98743" y="76968"/>
                    <a:pt x="98479" y="77907"/>
                    <a:pt x="98084" y="79250"/>
                  </a:cubicBezTo>
                  <a:cubicBezTo>
                    <a:pt x="96237" y="85155"/>
                    <a:pt x="91358" y="90658"/>
                    <a:pt x="85820" y="90658"/>
                  </a:cubicBezTo>
                  <a:cubicBezTo>
                    <a:pt x="82391" y="90658"/>
                    <a:pt x="79886" y="89182"/>
                    <a:pt x="79886" y="81934"/>
                  </a:cubicBezTo>
                  <a:cubicBezTo>
                    <a:pt x="79886" y="78578"/>
                    <a:pt x="80677" y="71599"/>
                    <a:pt x="81205" y="67975"/>
                  </a:cubicBezTo>
                  <a:cubicBezTo>
                    <a:pt x="81732" y="64351"/>
                    <a:pt x="81732" y="63009"/>
                    <a:pt x="81732" y="61667"/>
                  </a:cubicBezTo>
                  <a:cubicBezTo>
                    <a:pt x="81732" y="60056"/>
                    <a:pt x="81732" y="55761"/>
                    <a:pt x="78040" y="51734"/>
                  </a:cubicBezTo>
                  <a:cubicBezTo>
                    <a:pt x="75534" y="48916"/>
                    <a:pt x="71974" y="47171"/>
                    <a:pt x="69073" y="46097"/>
                  </a:cubicBez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p>
          </p:txBody>
        </p:sp>
        <p:sp>
          <p:nvSpPr>
            <p:cNvPr id="16" name="Freeform: Shape 15">
              <a:extLst>
                <a:ext uri="{FF2B5EF4-FFF2-40B4-BE49-F238E27FC236}">
                  <a16:creationId xmlns:a16="http://schemas.microsoft.com/office/drawing/2014/main" id="{377E418D-0D45-758E-D1DD-DA983BF224E2}"/>
                </a:ext>
              </a:extLst>
            </p:cNvPr>
            <p:cNvSpPr/>
            <p:nvPr>
              <p:custDataLst>
                <p:tags r:id="rId6"/>
              </p:custDataLst>
            </p:nvPr>
          </p:nvSpPr>
          <p:spPr>
            <a:xfrm>
              <a:off x="4629671" y="4874979"/>
              <a:ext cx="46906" cy="63850"/>
            </a:xfrm>
            <a:custGeom>
              <a:avLst/>
              <a:gdLst>
                <a:gd name="connsiteX0" fmla="*/ 47020 w 46906"/>
                <a:gd name="connsiteY0" fmla="*/ 45404 h 63850"/>
                <a:gd name="connsiteX1" fmla="*/ 43064 w 46906"/>
                <a:gd name="connsiteY1" fmla="*/ 45404 h 63850"/>
                <a:gd name="connsiteX2" fmla="*/ 40332 w 46906"/>
                <a:gd name="connsiteY2" fmla="*/ 54128 h 63850"/>
                <a:gd name="connsiteX3" fmla="*/ 30254 w 46906"/>
                <a:gd name="connsiteY3" fmla="*/ 54703 h 63850"/>
                <a:gd name="connsiteX4" fmla="*/ 11792 w 46906"/>
                <a:gd name="connsiteY4" fmla="*/ 54703 h 63850"/>
                <a:gd name="connsiteX5" fmla="*/ 30630 w 46906"/>
                <a:gd name="connsiteY5" fmla="*/ 40802 h 63850"/>
                <a:gd name="connsiteX6" fmla="*/ 47020 w 46906"/>
                <a:gd name="connsiteY6" fmla="*/ 19135 h 63850"/>
                <a:gd name="connsiteX7" fmla="*/ 22153 w 46906"/>
                <a:gd name="connsiteY7" fmla="*/ 56 h 63850"/>
                <a:gd name="connsiteX8" fmla="*/ 113 w 46906"/>
                <a:gd name="connsiteY8" fmla="*/ 16930 h 63850"/>
                <a:gd name="connsiteX9" fmla="*/ 5576 w 46906"/>
                <a:gd name="connsiteY9" fmla="*/ 22778 h 63850"/>
                <a:gd name="connsiteX10" fmla="*/ 11133 w 46906"/>
                <a:gd name="connsiteY10" fmla="*/ 17121 h 63850"/>
                <a:gd name="connsiteX11" fmla="*/ 5764 w 46906"/>
                <a:gd name="connsiteY11" fmla="*/ 11465 h 63850"/>
                <a:gd name="connsiteX12" fmla="*/ 20175 w 46906"/>
                <a:gd name="connsiteY12" fmla="*/ 4274 h 63850"/>
                <a:gd name="connsiteX13" fmla="*/ 36941 w 46906"/>
                <a:gd name="connsiteY13" fmla="*/ 19230 h 63850"/>
                <a:gd name="connsiteX14" fmla="*/ 24225 w 46906"/>
                <a:gd name="connsiteY14" fmla="*/ 39651 h 63850"/>
                <a:gd name="connsiteX15" fmla="*/ 1243 w 46906"/>
                <a:gd name="connsiteY15" fmla="*/ 59497 h 63850"/>
                <a:gd name="connsiteX16" fmla="*/ 113 w 46906"/>
                <a:gd name="connsiteY16" fmla="*/ 61031 h 63850"/>
                <a:gd name="connsiteX17" fmla="*/ 113 w 46906"/>
                <a:gd name="connsiteY17" fmla="*/ 63907 h 63850"/>
                <a:gd name="connsiteX18" fmla="*/ 43911 w 46906"/>
                <a:gd name="connsiteY18" fmla="*/ 63907 h 63850"/>
                <a:gd name="connsiteX19" fmla="*/ 47020 w 46906"/>
                <a:gd name="connsiteY19" fmla="*/ 45404 h 6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6906" h="63850">
                  <a:moveTo>
                    <a:pt x="47020" y="45404"/>
                  </a:moveTo>
                  <a:lnTo>
                    <a:pt x="43064" y="45404"/>
                  </a:lnTo>
                  <a:cubicBezTo>
                    <a:pt x="42781" y="47225"/>
                    <a:pt x="41839" y="53169"/>
                    <a:pt x="40332" y="54128"/>
                  </a:cubicBezTo>
                  <a:cubicBezTo>
                    <a:pt x="39578" y="54703"/>
                    <a:pt x="31667" y="54703"/>
                    <a:pt x="30254" y="54703"/>
                  </a:cubicBezTo>
                  <a:lnTo>
                    <a:pt x="11792" y="54703"/>
                  </a:lnTo>
                  <a:cubicBezTo>
                    <a:pt x="18009" y="50005"/>
                    <a:pt x="24979" y="44637"/>
                    <a:pt x="30630" y="40802"/>
                  </a:cubicBezTo>
                  <a:cubicBezTo>
                    <a:pt x="39108" y="34858"/>
                    <a:pt x="47020" y="29297"/>
                    <a:pt x="47020" y="19135"/>
                  </a:cubicBezTo>
                  <a:cubicBezTo>
                    <a:pt x="47020" y="6863"/>
                    <a:pt x="35623" y="56"/>
                    <a:pt x="22153" y="56"/>
                  </a:cubicBezTo>
                  <a:cubicBezTo>
                    <a:pt x="9438" y="56"/>
                    <a:pt x="113" y="7534"/>
                    <a:pt x="113" y="16930"/>
                  </a:cubicBezTo>
                  <a:cubicBezTo>
                    <a:pt x="113" y="21915"/>
                    <a:pt x="4257" y="22778"/>
                    <a:pt x="5576" y="22778"/>
                  </a:cubicBezTo>
                  <a:cubicBezTo>
                    <a:pt x="8119" y="22778"/>
                    <a:pt x="11133" y="21052"/>
                    <a:pt x="11133" y="17121"/>
                  </a:cubicBezTo>
                  <a:cubicBezTo>
                    <a:pt x="11133" y="13670"/>
                    <a:pt x="8684" y="11752"/>
                    <a:pt x="5764" y="11465"/>
                  </a:cubicBezTo>
                  <a:cubicBezTo>
                    <a:pt x="8401" y="7151"/>
                    <a:pt x="13865" y="4274"/>
                    <a:pt x="20175" y="4274"/>
                  </a:cubicBezTo>
                  <a:cubicBezTo>
                    <a:pt x="29312" y="4274"/>
                    <a:pt x="36941" y="9835"/>
                    <a:pt x="36941" y="19230"/>
                  </a:cubicBezTo>
                  <a:cubicBezTo>
                    <a:pt x="36941" y="27284"/>
                    <a:pt x="31478" y="33420"/>
                    <a:pt x="24225" y="39651"/>
                  </a:cubicBezTo>
                  <a:lnTo>
                    <a:pt x="1243" y="59497"/>
                  </a:lnTo>
                  <a:cubicBezTo>
                    <a:pt x="301" y="60360"/>
                    <a:pt x="207" y="60360"/>
                    <a:pt x="113" y="61031"/>
                  </a:cubicBezTo>
                  <a:lnTo>
                    <a:pt x="113" y="63907"/>
                  </a:lnTo>
                  <a:lnTo>
                    <a:pt x="43911" y="63907"/>
                  </a:lnTo>
                  <a:lnTo>
                    <a:pt x="47020" y="45404"/>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p>
          </p:txBody>
        </p:sp>
        <p:sp>
          <p:nvSpPr>
            <p:cNvPr id="19" name="Freeform: Shape 18">
              <a:extLst>
                <a:ext uri="{FF2B5EF4-FFF2-40B4-BE49-F238E27FC236}">
                  <a16:creationId xmlns:a16="http://schemas.microsoft.com/office/drawing/2014/main" id="{C1163568-B577-8513-3040-4A6CE45C08D7}"/>
                </a:ext>
              </a:extLst>
            </p:cNvPr>
            <p:cNvSpPr/>
            <p:nvPr>
              <p:custDataLst>
                <p:tags r:id="rId7"/>
              </p:custDataLst>
            </p:nvPr>
          </p:nvSpPr>
          <p:spPr>
            <a:xfrm>
              <a:off x="4410524" y="5020419"/>
              <a:ext cx="380511" cy="7669"/>
            </a:xfrm>
            <a:custGeom>
              <a:avLst/>
              <a:gdLst>
                <a:gd name="connsiteX0" fmla="*/ 0 w 380511"/>
                <a:gd name="connsiteY0" fmla="*/ 0 h 7669"/>
                <a:gd name="connsiteX1" fmla="*/ 380511 w 380511"/>
                <a:gd name="connsiteY1" fmla="*/ 0 h 7669"/>
                <a:gd name="connsiteX2" fmla="*/ 380511 w 380511"/>
                <a:gd name="connsiteY2" fmla="*/ 7669 h 7669"/>
                <a:gd name="connsiteX3" fmla="*/ 0 w 380511"/>
                <a:gd name="connsiteY3" fmla="*/ 7669 h 7669"/>
              </a:gdLst>
              <a:ahLst/>
              <a:cxnLst>
                <a:cxn ang="0">
                  <a:pos x="connsiteX0" y="connsiteY0"/>
                </a:cxn>
                <a:cxn ang="0">
                  <a:pos x="connsiteX1" y="connsiteY1"/>
                </a:cxn>
                <a:cxn ang="0">
                  <a:pos x="connsiteX2" y="connsiteY2"/>
                </a:cxn>
                <a:cxn ang="0">
                  <a:pos x="connsiteX3" y="connsiteY3"/>
                </a:cxn>
              </a:cxnLst>
              <a:rect l="l" t="t" r="r" b="b"/>
              <a:pathLst>
                <a:path w="380511" h="7669">
                  <a:moveTo>
                    <a:pt x="0" y="0"/>
                  </a:moveTo>
                  <a:lnTo>
                    <a:pt x="380511" y="0"/>
                  </a:lnTo>
                  <a:lnTo>
                    <a:pt x="380511" y="7669"/>
                  </a:lnTo>
                  <a:lnTo>
                    <a:pt x="0" y="7669"/>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p>
          </p:txBody>
        </p:sp>
        <p:sp>
          <p:nvSpPr>
            <p:cNvPr id="20" name="Freeform: Shape 19">
              <a:extLst>
                <a:ext uri="{FF2B5EF4-FFF2-40B4-BE49-F238E27FC236}">
                  <a16:creationId xmlns:a16="http://schemas.microsoft.com/office/drawing/2014/main" id="{DEE25943-69D8-9BD6-59B2-CA156B5A0408}"/>
                </a:ext>
              </a:extLst>
            </p:cNvPr>
            <p:cNvSpPr/>
            <p:nvPr>
              <p:custDataLst>
                <p:tags r:id="rId8"/>
              </p:custDataLst>
            </p:nvPr>
          </p:nvSpPr>
          <p:spPr>
            <a:xfrm>
              <a:off x="4424898" y="5049188"/>
              <a:ext cx="47999" cy="89122"/>
            </a:xfrm>
            <a:custGeom>
              <a:avLst/>
              <a:gdLst>
                <a:gd name="connsiteX0" fmla="*/ 29903 w 47999"/>
                <a:gd name="connsiteY0" fmla="*/ 3825 h 89122"/>
                <a:gd name="connsiteX1" fmla="*/ 25947 w 47999"/>
                <a:gd name="connsiteY1" fmla="*/ 66 h 89122"/>
                <a:gd name="connsiteX2" fmla="*/ 102 w 47999"/>
                <a:gd name="connsiteY2" fmla="*/ 8657 h 89122"/>
                <a:gd name="connsiteX3" fmla="*/ 102 w 47999"/>
                <a:gd name="connsiteY3" fmla="*/ 13488 h 89122"/>
                <a:gd name="connsiteX4" fmla="*/ 19222 w 47999"/>
                <a:gd name="connsiteY4" fmla="*/ 9730 h 89122"/>
                <a:gd name="connsiteX5" fmla="*/ 19222 w 47999"/>
                <a:gd name="connsiteY5" fmla="*/ 78183 h 89122"/>
                <a:gd name="connsiteX6" fmla="*/ 6036 w 47999"/>
                <a:gd name="connsiteY6" fmla="*/ 84357 h 89122"/>
                <a:gd name="connsiteX7" fmla="*/ 1025 w 47999"/>
                <a:gd name="connsiteY7" fmla="*/ 84357 h 89122"/>
                <a:gd name="connsiteX8" fmla="*/ 1025 w 47999"/>
                <a:gd name="connsiteY8" fmla="*/ 89189 h 89122"/>
                <a:gd name="connsiteX9" fmla="*/ 24497 w 47999"/>
                <a:gd name="connsiteY9" fmla="*/ 88652 h 89122"/>
                <a:gd name="connsiteX10" fmla="*/ 48101 w 47999"/>
                <a:gd name="connsiteY10" fmla="*/ 89189 h 89122"/>
                <a:gd name="connsiteX11" fmla="*/ 48101 w 47999"/>
                <a:gd name="connsiteY11" fmla="*/ 84357 h 89122"/>
                <a:gd name="connsiteX12" fmla="*/ 43090 w 47999"/>
                <a:gd name="connsiteY12" fmla="*/ 84357 h 89122"/>
                <a:gd name="connsiteX13" fmla="*/ 29903 w 47999"/>
                <a:gd name="connsiteY13" fmla="*/ 78183 h 89122"/>
                <a:gd name="connsiteX14" fmla="*/ 29903 w 47999"/>
                <a:gd name="connsiteY14" fmla="*/ 3825 h 89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999" h="89122">
                  <a:moveTo>
                    <a:pt x="29903" y="3825"/>
                  </a:moveTo>
                  <a:cubicBezTo>
                    <a:pt x="29903" y="201"/>
                    <a:pt x="29640" y="66"/>
                    <a:pt x="25947" y="66"/>
                  </a:cubicBezTo>
                  <a:cubicBezTo>
                    <a:pt x="17508" y="8522"/>
                    <a:pt x="5508" y="8657"/>
                    <a:pt x="102" y="8657"/>
                  </a:cubicBezTo>
                  <a:lnTo>
                    <a:pt x="102" y="13488"/>
                  </a:lnTo>
                  <a:cubicBezTo>
                    <a:pt x="3266" y="13488"/>
                    <a:pt x="11970" y="13488"/>
                    <a:pt x="19222" y="9730"/>
                  </a:cubicBezTo>
                  <a:lnTo>
                    <a:pt x="19222" y="78183"/>
                  </a:lnTo>
                  <a:cubicBezTo>
                    <a:pt x="19222" y="82612"/>
                    <a:pt x="19222" y="84357"/>
                    <a:pt x="6036" y="84357"/>
                  </a:cubicBezTo>
                  <a:lnTo>
                    <a:pt x="1025" y="84357"/>
                  </a:lnTo>
                  <a:lnTo>
                    <a:pt x="1025" y="89189"/>
                  </a:lnTo>
                  <a:cubicBezTo>
                    <a:pt x="3398" y="89055"/>
                    <a:pt x="19618" y="88652"/>
                    <a:pt x="24497" y="88652"/>
                  </a:cubicBezTo>
                  <a:cubicBezTo>
                    <a:pt x="28585" y="88652"/>
                    <a:pt x="45200" y="89055"/>
                    <a:pt x="48101" y="89189"/>
                  </a:cubicBezTo>
                  <a:lnTo>
                    <a:pt x="48101" y="84357"/>
                  </a:lnTo>
                  <a:lnTo>
                    <a:pt x="43090" y="84357"/>
                  </a:lnTo>
                  <a:cubicBezTo>
                    <a:pt x="29903" y="84357"/>
                    <a:pt x="29903" y="82612"/>
                    <a:pt x="29903" y="78183"/>
                  </a:cubicBezTo>
                  <a:lnTo>
                    <a:pt x="29903" y="3825"/>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p>
          </p:txBody>
        </p:sp>
        <p:sp>
          <p:nvSpPr>
            <p:cNvPr id="21" name="Freeform: Shape 20">
              <a:extLst>
                <a:ext uri="{FF2B5EF4-FFF2-40B4-BE49-F238E27FC236}">
                  <a16:creationId xmlns:a16="http://schemas.microsoft.com/office/drawing/2014/main" id="{9B4CD0CE-5A3D-81DF-EA5C-A5E30BC62360}"/>
                </a:ext>
              </a:extLst>
            </p:cNvPr>
            <p:cNvSpPr/>
            <p:nvPr>
              <p:custDataLst>
                <p:tags r:id="rId9"/>
              </p:custDataLst>
            </p:nvPr>
          </p:nvSpPr>
          <p:spPr>
            <a:xfrm>
              <a:off x="4499857" y="5101400"/>
              <a:ext cx="89141" cy="6576"/>
            </a:xfrm>
            <a:custGeom>
              <a:avLst/>
              <a:gdLst>
                <a:gd name="connsiteX0" fmla="*/ 83973 w 89141"/>
                <a:gd name="connsiteY0" fmla="*/ 6643 h 6576"/>
                <a:gd name="connsiteX1" fmla="*/ 89247 w 89141"/>
                <a:gd name="connsiteY1" fmla="*/ 3422 h 6576"/>
                <a:gd name="connsiteX2" fmla="*/ 83973 w 89141"/>
                <a:gd name="connsiteY2" fmla="*/ 66 h 6576"/>
                <a:gd name="connsiteX3" fmla="*/ 5380 w 89141"/>
                <a:gd name="connsiteY3" fmla="*/ 66 h 6576"/>
                <a:gd name="connsiteX4" fmla="*/ 106 w 89141"/>
                <a:gd name="connsiteY4" fmla="*/ 3288 h 6576"/>
                <a:gd name="connsiteX5" fmla="*/ 5380 w 89141"/>
                <a:gd name="connsiteY5" fmla="*/ 6643 h 6576"/>
                <a:gd name="connsiteX6" fmla="*/ 83973 w 89141"/>
                <a:gd name="connsiteY6" fmla="*/ 6643 h 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1" h="6576">
                  <a:moveTo>
                    <a:pt x="83973" y="6643"/>
                  </a:moveTo>
                  <a:cubicBezTo>
                    <a:pt x="86083" y="6643"/>
                    <a:pt x="89247" y="6643"/>
                    <a:pt x="89247" y="3422"/>
                  </a:cubicBezTo>
                  <a:cubicBezTo>
                    <a:pt x="89247" y="66"/>
                    <a:pt x="86214" y="66"/>
                    <a:pt x="83973" y="66"/>
                  </a:cubicBezTo>
                  <a:lnTo>
                    <a:pt x="5380" y="66"/>
                  </a:lnTo>
                  <a:cubicBezTo>
                    <a:pt x="3270" y="66"/>
                    <a:pt x="106" y="66"/>
                    <a:pt x="106" y="3288"/>
                  </a:cubicBezTo>
                  <a:cubicBezTo>
                    <a:pt x="106" y="6643"/>
                    <a:pt x="3139" y="6643"/>
                    <a:pt x="5380" y="6643"/>
                  </a:cubicBezTo>
                  <a:lnTo>
                    <a:pt x="83973" y="6643"/>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p>
          </p:txBody>
        </p:sp>
        <p:sp>
          <p:nvSpPr>
            <p:cNvPr id="22" name="Freeform: Shape 21">
              <a:extLst>
                <a:ext uri="{FF2B5EF4-FFF2-40B4-BE49-F238E27FC236}">
                  <a16:creationId xmlns:a16="http://schemas.microsoft.com/office/drawing/2014/main" id="{F61DFF4E-7B59-5A1E-491D-97E1AE309DE4}"/>
                </a:ext>
              </a:extLst>
            </p:cNvPr>
            <p:cNvSpPr/>
            <p:nvPr>
              <p:custDataLst>
                <p:tags r:id="rId10"/>
              </p:custDataLst>
            </p:nvPr>
          </p:nvSpPr>
          <p:spPr>
            <a:xfrm>
              <a:off x="4612716" y="5046638"/>
              <a:ext cx="102592" cy="94357"/>
            </a:xfrm>
            <a:custGeom>
              <a:avLst/>
              <a:gdLst>
                <a:gd name="connsiteX0" fmla="*/ 45210 w 102592"/>
                <a:gd name="connsiteY0" fmla="*/ 9462 h 94357"/>
                <a:gd name="connsiteX1" fmla="*/ 49298 w 102592"/>
                <a:gd name="connsiteY1" fmla="*/ 4898 h 94357"/>
                <a:gd name="connsiteX2" fmla="*/ 57737 w 102592"/>
                <a:gd name="connsiteY2" fmla="*/ 4898 h 94357"/>
                <a:gd name="connsiteX3" fmla="*/ 85166 w 102592"/>
                <a:gd name="connsiteY3" fmla="*/ 18723 h 94357"/>
                <a:gd name="connsiteX4" fmla="*/ 76463 w 102592"/>
                <a:gd name="connsiteY4" fmla="*/ 37514 h 94357"/>
                <a:gd name="connsiteX5" fmla="*/ 53781 w 102592"/>
                <a:gd name="connsiteY5" fmla="*/ 43957 h 94357"/>
                <a:gd name="connsiteX6" fmla="*/ 36771 w 102592"/>
                <a:gd name="connsiteY6" fmla="*/ 43957 h 94357"/>
                <a:gd name="connsiteX7" fmla="*/ 45210 w 102592"/>
                <a:gd name="connsiteY7" fmla="*/ 9462 h 94357"/>
                <a:gd name="connsiteX8" fmla="*/ 69078 w 102592"/>
                <a:gd name="connsiteY8" fmla="*/ 46104 h 94357"/>
                <a:gd name="connsiteX9" fmla="*/ 98748 w 102592"/>
                <a:gd name="connsiteY9" fmla="*/ 20736 h 94357"/>
                <a:gd name="connsiteX10" fmla="*/ 66177 w 102592"/>
                <a:gd name="connsiteY10" fmla="*/ 66 h 94357"/>
                <a:gd name="connsiteX11" fmla="*/ 25694 w 102592"/>
                <a:gd name="connsiteY11" fmla="*/ 66 h 94357"/>
                <a:gd name="connsiteX12" fmla="*/ 21474 w 102592"/>
                <a:gd name="connsiteY12" fmla="*/ 3019 h 94357"/>
                <a:gd name="connsiteX13" fmla="*/ 25694 w 102592"/>
                <a:gd name="connsiteY13" fmla="*/ 4898 h 94357"/>
                <a:gd name="connsiteX14" fmla="*/ 30705 w 102592"/>
                <a:gd name="connsiteY14" fmla="*/ 5167 h 94357"/>
                <a:gd name="connsiteX15" fmla="*/ 33738 w 102592"/>
                <a:gd name="connsiteY15" fmla="*/ 7046 h 94357"/>
                <a:gd name="connsiteX16" fmla="*/ 33210 w 102592"/>
                <a:gd name="connsiteY16" fmla="*/ 9999 h 94357"/>
                <a:gd name="connsiteX17" fmla="*/ 15672 w 102592"/>
                <a:gd name="connsiteY17" fmla="*/ 81270 h 94357"/>
                <a:gd name="connsiteX18" fmla="*/ 4068 w 102592"/>
                <a:gd name="connsiteY18" fmla="*/ 86907 h 94357"/>
                <a:gd name="connsiteX19" fmla="*/ 112 w 102592"/>
                <a:gd name="connsiteY19" fmla="*/ 89726 h 94357"/>
                <a:gd name="connsiteX20" fmla="*/ 2222 w 102592"/>
                <a:gd name="connsiteY20" fmla="*/ 91739 h 94357"/>
                <a:gd name="connsiteX21" fmla="*/ 10397 w 102592"/>
                <a:gd name="connsiteY21" fmla="*/ 91337 h 94357"/>
                <a:gd name="connsiteX22" fmla="*/ 19101 w 102592"/>
                <a:gd name="connsiteY22" fmla="*/ 91203 h 94357"/>
                <a:gd name="connsiteX23" fmla="*/ 27540 w 102592"/>
                <a:gd name="connsiteY23" fmla="*/ 91337 h 94357"/>
                <a:gd name="connsiteX24" fmla="*/ 36375 w 102592"/>
                <a:gd name="connsiteY24" fmla="*/ 91739 h 94357"/>
                <a:gd name="connsiteX25" fmla="*/ 39144 w 102592"/>
                <a:gd name="connsiteY25" fmla="*/ 88921 h 94357"/>
                <a:gd name="connsiteX26" fmla="*/ 34793 w 102592"/>
                <a:gd name="connsiteY26" fmla="*/ 86907 h 94357"/>
                <a:gd name="connsiteX27" fmla="*/ 29782 w 102592"/>
                <a:gd name="connsiteY27" fmla="*/ 86639 h 94357"/>
                <a:gd name="connsiteX28" fmla="*/ 26881 w 102592"/>
                <a:gd name="connsiteY28" fmla="*/ 84626 h 94357"/>
                <a:gd name="connsiteX29" fmla="*/ 27408 w 102592"/>
                <a:gd name="connsiteY29" fmla="*/ 81673 h 94357"/>
                <a:gd name="connsiteX30" fmla="*/ 35716 w 102592"/>
                <a:gd name="connsiteY30" fmla="*/ 47715 h 94357"/>
                <a:gd name="connsiteX31" fmla="*/ 53650 w 102592"/>
                <a:gd name="connsiteY31" fmla="*/ 47715 h 94357"/>
                <a:gd name="connsiteX32" fmla="*/ 69869 w 102592"/>
                <a:gd name="connsiteY32" fmla="*/ 59795 h 94357"/>
                <a:gd name="connsiteX33" fmla="*/ 68023 w 102592"/>
                <a:gd name="connsiteY33" fmla="*/ 69190 h 94357"/>
                <a:gd name="connsiteX34" fmla="*/ 65913 w 102592"/>
                <a:gd name="connsiteY34" fmla="*/ 79660 h 94357"/>
                <a:gd name="connsiteX35" fmla="*/ 85298 w 102592"/>
                <a:gd name="connsiteY35" fmla="*/ 94424 h 94357"/>
                <a:gd name="connsiteX36" fmla="*/ 102704 w 102592"/>
                <a:gd name="connsiteY36" fmla="*/ 78854 h 94357"/>
                <a:gd name="connsiteX37" fmla="*/ 100462 w 102592"/>
                <a:gd name="connsiteY37" fmla="*/ 76975 h 94357"/>
                <a:gd name="connsiteX38" fmla="*/ 98089 w 102592"/>
                <a:gd name="connsiteY38" fmla="*/ 79257 h 94357"/>
                <a:gd name="connsiteX39" fmla="*/ 85825 w 102592"/>
                <a:gd name="connsiteY39" fmla="*/ 90666 h 94357"/>
                <a:gd name="connsiteX40" fmla="*/ 79891 w 102592"/>
                <a:gd name="connsiteY40" fmla="*/ 81941 h 94357"/>
                <a:gd name="connsiteX41" fmla="*/ 81210 w 102592"/>
                <a:gd name="connsiteY41" fmla="*/ 67982 h 94357"/>
                <a:gd name="connsiteX42" fmla="*/ 81737 w 102592"/>
                <a:gd name="connsiteY42" fmla="*/ 61674 h 94357"/>
                <a:gd name="connsiteX43" fmla="*/ 78045 w 102592"/>
                <a:gd name="connsiteY43" fmla="*/ 51742 h 94357"/>
                <a:gd name="connsiteX44" fmla="*/ 69078 w 102592"/>
                <a:gd name="connsiteY44" fmla="*/ 46104 h 94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2592" h="94357">
                  <a:moveTo>
                    <a:pt x="45210" y="9462"/>
                  </a:moveTo>
                  <a:cubicBezTo>
                    <a:pt x="46133" y="5704"/>
                    <a:pt x="46397" y="5301"/>
                    <a:pt x="49298" y="4898"/>
                  </a:cubicBezTo>
                  <a:lnTo>
                    <a:pt x="57737" y="4898"/>
                  </a:lnTo>
                  <a:cubicBezTo>
                    <a:pt x="70001" y="4898"/>
                    <a:pt x="85166" y="4898"/>
                    <a:pt x="85166" y="18723"/>
                  </a:cubicBezTo>
                  <a:cubicBezTo>
                    <a:pt x="85166" y="24226"/>
                    <a:pt x="82660" y="32682"/>
                    <a:pt x="76463" y="37514"/>
                  </a:cubicBezTo>
                  <a:cubicBezTo>
                    <a:pt x="71056" y="41809"/>
                    <a:pt x="62880" y="43957"/>
                    <a:pt x="53781" y="43957"/>
                  </a:cubicBezTo>
                  <a:lnTo>
                    <a:pt x="36771" y="43957"/>
                  </a:lnTo>
                  <a:lnTo>
                    <a:pt x="45210" y="9462"/>
                  </a:lnTo>
                  <a:close/>
                  <a:moveTo>
                    <a:pt x="69078" y="46104"/>
                  </a:moveTo>
                  <a:cubicBezTo>
                    <a:pt x="84770" y="42346"/>
                    <a:pt x="98748" y="32682"/>
                    <a:pt x="98748" y="20736"/>
                  </a:cubicBezTo>
                  <a:cubicBezTo>
                    <a:pt x="98748" y="9193"/>
                    <a:pt x="85298" y="66"/>
                    <a:pt x="66177" y="66"/>
                  </a:cubicBezTo>
                  <a:lnTo>
                    <a:pt x="25694" y="66"/>
                  </a:lnTo>
                  <a:cubicBezTo>
                    <a:pt x="23188" y="66"/>
                    <a:pt x="21474" y="66"/>
                    <a:pt x="21474" y="3019"/>
                  </a:cubicBezTo>
                  <a:cubicBezTo>
                    <a:pt x="21474" y="4898"/>
                    <a:pt x="23057" y="4898"/>
                    <a:pt x="25694" y="4898"/>
                  </a:cubicBezTo>
                  <a:cubicBezTo>
                    <a:pt x="25826" y="4898"/>
                    <a:pt x="28331" y="4898"/>
                    <a:pt x="30705" y="5167"/>
                  </a:cubicBezTo>
                  <a:cubicBezTo>
                    <a:pt x="33474" y="5435"/>
                    <a:pt x="33738" y="5704"/>
                    <a:pt x="33738" y="7046"/>
                  </a:cubicBezTo>
                  <a:cubicBezTo>
                    <a:pt x="33738" y="7314"/>
                    <a:pt x="33738" y="7985"/>
                    <a:pt x="33210" y="9999"/>
                  </a:cubicBezTo>
                  <a:lnTo>
                    <a:pt x="15672" y="81270"/>
                  </a:lnTo>
                  <a:cubicBezTo>
                    <a:pt x="14617" y="85834"/>
                    <a:pt x="14353" y="86907"/>
                    <a:pt x="4068" y="86907"/>
                  </a:cubicBezTo>
                  <a:cubicBezTo>
                    <a:pt x="1826" y="86907"/>
                    <a:pt x="112" y="86907"/>
                    <a:pt x="112" y="89726"/>
                  </a:cubicBezTo>
                  <a:cubicBezTo>
                    <a:pt x="112" y="91068"/>
                    <a:pt x="1035" y="91739"/>
                    <a:pt x="2222" y="91739"/>
                  </a:cubicBezTo>
                  <a:cubicBezTo>
                    <a:pt x="4727" y="91739"/>
                    <a:pt x="7760" y="91337"/>
                    <a:pt x="10397" y="91337"/>
                  </a:cubicBezTo>
                  <a:cubicBezTo>
                    <a:pt x="12903" y="91337"/>
                    <a:pt x="16727" y="91203"/>
                    <a:pt x="19101" y="91203"/>
                  </a:cubicBezTo>
                  <a:cubicBezTo>
                    <a:pt x="21738" y="91203"/>
                    <a:pt x="24771" y="91337"/>
                    <a:pt x="27540" y="91337"/>
                  </a:cubicBezTo>
                  <a:cubicBezTo>
                    <a:pt x="30309" y="91337"/>
                    <a:pt x="33606" y="91739"/>
                    <a:pt x="36375" y="91739"/>
                  </a:cubicBezTo>
                  <a:cubicBezTo>
                    <a:pt x="37034" y="91739"/>
                    <a:pt x="39144" y="91739"/>
                    <a:pt x="39144" y="88921"/>
                  </a:cubicBezTo>
                  <a:cubicBezTo>
                    <a:pt x="39144" y="86907"/>
                    <a:pt x="37826" y="86907"/>
                    <a:pt x="34793" y="86907"/>
                  </a:cubicBezTo>
                  <a:cubicBezTo>
                    <a:pt x="32683" y="86907"/>
                    <a:pt x="32155" y="86907"/>
                    <a:pt x="29782" y="86639"/>
                  </a:cubicBezTo>
                  <a:cubicBezTo>
                    <a:pt x="26881" y="86236"/>
                    <a:pt x="26881" y="85968"/>
                    <a:pt x="26881" y="84626"/>
                  </a:cubicBezTo>
                  <a:cubicBezTo>
                    <a:pt x="26881" y="84491"/>
                    <a:pt x="26881" y="83686"/>
                    <a:pt x="27408" y="81673"/>
                  </a:cubicBezTo>
                  <a:lnTo>
                    <a:pt x="35716" y="47715"/>
                  </a:lnTo>
                  <a:lnTo>
                    <a:pt x="53650" y="47715"/>
                  </a:lnTo>
                  <a:cubicBezTo>
                    <a:pt x="64990" y="47715"/>
                    <a:pt x="69869" y="53486"/>
                    <a:pt x="69869" y="59795"/>
                  </a:cubicBezTo>
                  <a:cubicBezTo>
                    <a:pt x="69869" y="61540"/>
                    <a:pt x="68682" y="66103"/>
                    <a:pt x="68023" y="69190"/>
                  </a:cubicBezTo>
                  <a:cubicBezTo>
                    <a:pt x="66441" y="75364"/>
                    <a:pt x="65913" y="77378"/>
                    <a:pt x="65913" y="79660"/>
                  </a:cubicBezTo>
                  <a:cubicBezTo>
                    <a:pt x="65913" y="90263"/>
                    <a:pt x="75539" y="94424"/>
                    <a:pt x="85298" y="94424"/>
                  </a:cubicBezTo>
                  <a:cubicBezTo>
                    <a:pt x="97429" y="94424"/>
                    <a:pt x="102704" y="81270"/>
                    <a:pt x="102704" y="78854"/>
                  </a:cubicBezTo>
                  <a:cubicBezTo>
                    <a:pt x="102704" y="78452"/>
                    <a:pt x="102440" y="76975"/>
                    <a:pt x="100462" y="76975"/>
                  </a:cubicBezTo>
                  <a:cubicBezTo>
                    <a:pt x="98748" y="76975"/>
                    <a:pt x="98484" y="77915"/>
                    <a:pt x="98089" y="79257"/>
                  </a:cubicBezTo>
                  <a:cubicBezTo>
                    <a:pt x="96242" y="85163"/>
                    <a:pt x="91363" y="90666"/>
                    <a:pt x="85825" y="90666"/>
                  </a:cubicBezTo>
                  <a:cubicBezTo>
                    <a:pt x="82396" y="90666"/>
                    <a:pt x="79891" y="89189"/>
                    <a:pt x="79891" y="81941"/>
                  </a:cubicBezTo>
                  <a:cubicBezTo>
                    <a:pt x="79891" y="78586"/>
                    <a:pt x="80682" y="71606"/>
                    <a:pt x="81210" y="67982"/>
                  </a:cubicBezTo>
                  <a:cubicBezTo>
                    <a:pt x="81737" y="64358"/>
                    <a:pt x="81737" y="63016"/>
                    <a:pt x="81737" y="61674"/>
                  </a:cubicBezTo>
                  <a:cubicBezTo>
                    <a:pt x="81737" y="60063"/>
                    <a:pt x="81737" y="55768"/>
                    <a:pt x="78045" y="51742"/>
                  </a:cubicBezTo>
                  <a:cubicBezTo>
                    <a:pt x="75539" y="48923"/>
                    <a:pt x="71979" y="47178"/>
                    <a:pt x="69078" y="46104"/>
                  </a:cubicBez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p>
          </p:txBody>
        </p:sp>
        <p:sp>
          <p:nvSpPr>
            <p:cNvPr id="23" name="Freeform: Shape 22">
              <a:extLst>
                <a:ext uri="{FF2B5EF4-FFF2-40B4-BE49-F238E27FC236}">
                  <a16:creationId xmlns:a16="http://schemas.microsoft.com/office/drawing/2014/main" id="{7368DFC0-6BC4-D285-A0E7-A74AC6BF6FEF}"/>
                </a:ext>
              </a:extLst>
            </p:cNvPr>
            <p:cNvSpPr/>
            <p:nvPr>
              <p:custDataLst>
                <p:tags r:id="rId11"/>
              </p:custDataLst>
            </p:nvPr>
          </p:nvSpPr>
          <p:spPr>
            <a:xfrm>
              <a:off x="4726086" y="5036112"/>
              <a:ext cx="46906" cy="63850"/>
            </a:xfrm>
            <a:custGeom>
              <a:avLst/>
              <a:gdLst>
                <a:gd name="connsiteX0" fmla="*/ 47025 w 46906"/>
                <a:gd name="connsiteY0" fmla="*/ 45412 h 63850"/>
                <a:gd name="connsiteX1" fmla="*/ 43069 w 46906"/>
                <a:gd name="connsiteY1" fmla="*/ 45412 h 63850"/>
                <a:gd name="connsiteX2" fmla="*/ 40337 w 46906"/>
                <a:gd name="connsiteY2" fmla="*/ 54136 h 63850"/>
                <a:gd name="connsiteX3" fmla="*/ 30259 w 46906"/>
                <a:gd name="connsiteY3" fmla="*/ 54712 h 63850"/>
                <a:gd name="connsiteX4" fmla="*/ 11797 w 46906"/>
                <a:gd name="connsiteY4" fmla="*/ 54712 h 63850"/>
                <a:gd name="connsiteX5" fmla="*/ 30636 w 46906"/>
                <a:gd name="connsiteY5" fmla="*/ 40810 h 63850"/>
                <a:gd name="connsiteX6" fmla="*/ 47025 w 46906"/>
                <a:gd name="connsiteY6" fmla="*/ 19143 h 63850"/>
                <a:gd name="connsiteX7" fmla="*/ 22158 w 46906"/>
                <a:gd name="connsiteY7" fmla="*/ 64 h 63850"/>
                <a:gd name="connsiteX8" fmla="*/ 118 w 46906"/>
                <a:gd name="connsiteY8" fmla="*/ 16938 h 63850"/>
                <a:gd name="connsiteX9" fmla="*/ 5581 w 46906"/>
                <a:gd name="connsiteY9" fmla="*/ 22786 h 63850"/>
                <a:gd name="connsiteX10" fmla="*/ 11138 w 46906"/>
                <a:gd name="connsiteY10" fmla="*/ 17130 h 63850"/>
                <a:gd name="connsiteX11" fmla="*/ 5769 w 46906"/>
                <a:gd name="connsiteY11" fmla="*/ 11473 h 63850"/>
                <a:gd name="connsiteX12" fmla="*/ 20180 w 46906"/>
                <a:gd name="connsiteY12" fmla="*/ 4283 h 63850"/>
                <a:gd name="connsiteX13" fmla="*/ 36946 w 46906"/>
                <a:gd name="connsiteY13" fmla="*/ 19239 h 63850"/>
                <a:gd name="connsiteX14" fmla="*/ 24231 w 46906"/>
                <a:gd name="connsiteY14" fmla="*/ 39660 h 63850"/>
                <a:gd name="connsiteX15" fmla="*/ 1248 w 46906"/>
                <a:gd name="connsiteY15" fmla="*/ 59505 h 63850"/>
                <a:gd name="connsiteX16" fmla="*/ 118 w 46906"/>
                <a:gd name="connsiteY16" fmla="*/ 61039 h 63850"/>
                <a:gd name="connsiteX17" fmla="*/ 118 w 46906"/>
                <a:gd name="connsiteY17" fmla="*/ 63915 h 63850"/>
                <a:gd name="connsiteX18" fmla="*/ 43916 w 46906"/>
                <a:gd name="connsiteY18" fmla="*/ 63915 h 63850"/>
                <a:gd name="connsiteX19" fmla="*/ 47025 w 46906"/>
                <a:gd name="connsiteY19" fmla="*/ 45412 h 6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6906" h="63850">
                  <a:moveTo>
                    <a:pt x="47025" y="45412"/>
                  </a:moveTo>
                  <a:lnTo>
                    <a:pt x="43069" y="45412"/>
                  </a:lnTo>
                  <a:cubicBezTo>
                    <a:pt x="42786" y="47234"/>
                    <a:pt x="41844" y="53178"/>
                    <a:pt x="40337" y="54136"/>
                  </a:cubicBezTo>
                  <a:cubicBezTo>
                    <a:pt x="39584" y="54712"/>
                    <a:pt x="31672" y="54712"/>
                    <a:pt x="30259" y="54712"/>
                  </a:cubicBezTo>
                  <a:lnTo>
                    <a:pt x="11797" y="54712"/>
                  </a:lnTo>
                  <a:cubicBezTo>
                    <a:pt x="18014" y="50014"/>
                    <a:pt x="24984" y="44645"/>
                    <a:pt x="30636" y="40810"/>
                  </a:cubicBezTo>
                  <a:cubicBezTo>
                    <a:pt x="39113" y="34866"/>
                    <a:pt x="47025" y="29305"/>
                    <a:pt x="47025" y="19143"/>
                  </a:cubicBezTo>
                  <a:cubicBezTo>
                    <a:pt x="47025" y="6871"/>
                    <a:pt x="35628" y="64"/>
                    <a:pt x="22158" y="64"/>
                  </a:cubicBezTo>
                  <a:cubicBezTo>
                    <a:pt x="9443" y="64"/>
                    <a:pt x="118" y="7542"/>
                    <a:pt x="118" y="16938"/>
                  </a:cubicBezTo>
                  <a:cubicBezTo>
                    <a:pt x="118" y="21923"/>
                    <a:pt x="4262" y="22786"/>
                    <a:pt x="5581" y="22786"/>
                  </a:cubicBezTo>
                  <a:cubicBezTo>
                    <a:pt x="8124" y="22786"/>
                    <a:pt x="11138" y="21060"/>
                    <a:pt x="11138" y="17130"/>
                  </a:cubicBezTo>
                  <a:cubicBezTo>
                    <a:pt x="11138" y="13678"/>
                    <a:pt x="8689" y="11761"/>
                    <a:pt x="5769" y="11473"/>
                  </a:cubicBezTo>
                  <a:cubicBezTo>
                    <a:pt x="8407" y="7159"/>
                    <a:pt x="13870" y="4283"/>
                    <a:pt x="20180" y="4283"/>
                  </a:cubicBezTo>
                  <a:cubicBezTo>
                    <a:pt x="29317" y="4283"/>
                    <a:pt x="36946" y="9843"/>
                    <a:pt x="36946" y="19239"/>
                  </a:cubicBezTo>
                  <a:cubicBezTo>
                    <a:pt x="36946" y="27292"/>
                    <a:pt x="31483" y="33428"/>
                    <a:pt x="24231" y="39660"/>
                  </a:cubicBezTo>
                  <a:lnTo>
                    <a:pt x="1248" y="59505"/>
                  </a:lnTo>
                  <a:cubicBezTo>
                    <a:pt x="306" y="60368"/>
                    <a:pt x="212" y="60368"/>
                    <a:pt x="118" y="61039"/>
                  </a:cubicBezTo>
                  <a:lnTo>
                    <a:pt x="118" y="63915"/>
                  </a:lnTo>
                  <a:lnTo>
                    <a:pt x="43916" y="63915"/>
                  </a:lnTo>
                  <a:lnTo>
                    <a:pt x="47025" y="45412"/>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p>
          </p:txBody>
        </p:sp>
      </p:grpSp>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A3AA6CE4-4CE5-1C84-E1B8-51A623253219}"/>
                  </a:ext>
                </a:extLst>
              </p:cNvPr>
              <p:cNvSpPr txBox="1"/>
              <p:nvPr/>
            </p:nvSpPr>
            <p:spPr>
              <a:xfrm>
                <a:off x="1135130" y="4036328"/>
                <a:ext cx="4272601" cy="1277273"/>
              </a:xfrm>
              <a:prstGeom prst="rect">
                <a:avLst/>
              </a:prstGeom>
              <a:noFill/>
            </p:spPr>
            <p:txBody>
              <a:bodyPr wrap="square">
                <a:spAutoFit/>
              </a:bodyPr>
              <a:lstStyle/>
              <a:p>
                <a:pPr marL="171450" indent="-171450">
                  <a:buFont typeface="Arial" panose="020B0604020202020204" pitchFamily="34" charset="0"/>
                  <a:buChar char="•"/>
                </a:pPr>
                <a14:m>
                  <m:oMath xmlns:m="http://schemas.openxmlformats.org/officeDocument/2006/math">
                    <m:sSup>
                      <m:sSupPr>
                        <m:ctrlPr>
                          <a:rPr lang="en-GB" sz="1100" i="1" noProof="0" smtClean="0">
                            <a:latin typeface="Cambria Math" panose="02040503050406030204" pitchFamily="18" charset="0"/>
                          </a:rPr>
                        </m:ctrlPr>
                      </m:sSupPr>
                      <m:e>
                        <m:r>
                          <a:rPr lang="en-GB" sz="1100" i="1" noProof="0" smtClean="0">
                            <a:latin typeface="Cambria Math" panose="02040503050406030204" pitchFamily="18" charset="0"/>
                          </a:rPr>
                          <m:t>𝑓</m:t>
                        </m:r>
                      </m:e>
                      <m:sup>
                        <m:r>
                          <a:rPr lang="en-GB" sz="1100" i="1" noProof="0" smtClean="0">
                            <a:latin typeface="Cambria Math" panose="02040503050406030204" pitchFamily="18" charset="0"/>
                          </a:rPr>
                          <m:t>2</m:t>
                        </m:r>
                      </m:sup>
                    </m:sSup>
                    <m:r>
                      <a:rPr lang="en-GB" sz="1100" i="1" noProof="0" smtClean="0">
                        <a:latin typeface="Cambria Math" panose="02040503050406030204" pitchFamily="18" charset="0"/>
                      </a:rPr>
                      <m:t> </m:t>
                    </m:r>
                  </m:oMath>
                </a14:m>
                <a:r>
                  <a:rPr lang="en-GB" sz="1100" i="1" noProof="0"/>
                  <a:t>=0.02: </a:t>
                </a:r>
                <a:r>
                  <a:rPr lang="en-GB" sz="1100" b="1" i="1" noProof="0">
                    <a:highlight>
                      <a:srgbClr val="FFC000"/>
                    </a:highlight>
                  </a:rPr>
                  <a:t>small effect</a:t>
                </a:r>
              </a:p>
              <a:p>
                <a:pPr marL="171450" indent="-171450">
                  <a:buFont typeface="Arial" panose="020B0604020202020204" pitchFamily="34" charset="0"/>
                  <a:buChar char="•"/>
                </a:pPr>
                <a14:m>
                  <m:oMath xmlns:m="http://schemas.openxmlformats.org/officeDocument/2006/math">
                    <m:sSup>
                      <m:sSupPr>
                        <m:ctrlPr>
                          <a:rPr lang="en-GB" sz="1100" i="1" noProof="0" smtClean="0">
                            <a:latin typeface="Cambria Math" panose="02040503050406030204" pitchFamily="18" charset="0"/>
                          </a:rPr>
                        </m:ctrlPr>
                      </m:sSupPr>
                      <m:e>
                        <m:r>
                          <a:rPr lang="en-GB" sz="1100" i="1" noProof="0" smtClean="0">
                            <a:latin typeface="Cambria Math" panose="02040503050406030204" pitchFamily="18" charset="0"/>
                          </a:rPr>
                          <m:t>𝑓</m:t>
                        </m:r>
                      </m:e>
                      <m:sup>
                        <m:r>
                          <a:rPr lang="en-GB" sz="1100" i="1" noProof="0" smtClean="0">
                            <a:latin typeface="Cambria Math" panose="02040503050406030204" pitchFamily="18" charset="0"/>
                          </a:rPr>
                          <m:t>2</m:t>
                        </m:r>
                      </m:sup>
                    </m:sSup>
                  </m:oMath>
                </a14:m>
                <a:r>
                  <a:rPr lang="en-GB" sz="1100" i="1" noProof="0"/>
                  <a:t> = 0.15: </a:t>
                </a:r>
                <a:r>
                  <a:rPr lang="en-GB" sz="1100" b="1" i="1" noProof="0">
                    <a:highlight>
                      <a:srgbClr val="FFC000"/>
                    </a:highlight>
                  </a:rPr>
                  <a:t>medium effect</a:t>
                </a:r>
              </a:p>
              <a:p>
                <a:pPr marL="171450" indent="-171450">
                  <a:buFont typeface="Arial" panose="020B0604020202020204" pitchFamily="34" charset="0"/>
                  <a:buChar char="•"/>
                </a:pPr>
                <a14:m>
                  <m:oMath xmlns:m="http://schemas.openxmlformats.org/officeDocument/2006/math">
                    <m:sSup>
                      <m:sSupPr>
                        <m:ctrlPr>
                          <a:rPr lang="en-GB" sz="1100" i="1" noProof="0" smtClean="0">
                            <a:latin typeface="Cambria Math" panose="02040503050406030204" pitchFamily="18" charset="0"/>
                          </a:rPr>
                        </m:ctrlPr>
                      </m:sSupPr>
                      <m:e>
                        <m:r>
                          <a:rPr lang="en-GB" sz="1100" i="1" noProof="0" smtClean="0">
                            <a:latin typeface="Cambria Math" panose="02040503050406030204" pitchFamily="18" charset="0"/>
                          </a:rPr>
                          <m:t>𝑓</m:t>
                        </m:r>
                      </m:e>
                      <m:sup>
                        <m:r>
                          <a:rPr lang="en-GB" sz="1100" i="1" noProof="0" smtClean="0">
                            <a:latin typeface="Cambria Math" panose="02040503050406030204" pitchFamily="18" charset="0"/>
                          </a:rPr>
                          <m:t>2</m:t>
                        </m:r>
                      </m:sup>
                    </m:sSup>
                    <m:r>
                      <a:rPr lang="en-GB" sz="1100" i="1" noProof="0" smtClean="0">
                        <a:latin typeface="Cambria Math" panose="02040503050406030204" pitchFamily="18" charset="0"/>
                      </a:rPr>
                      <m:t> </m:t>
                    </m:r>
                  </m:oMath>
                </a14:m>
                <a:r>
                  <a:rPr lang="en-GB" sz="1100" i="1" noProof="0"/>
                  <a:t>= 0.35: </a:t>
                </a:r>
                <a:r>
                  <a:rPr lang="en-GB" sz="1100" b="1" i="1" noProof="0">
                    <a:highlight>
                      <a:srgbClr val="FFC000"/>
                    </a:highlight>
                  </a:rPr>
                  <a:t>large effect</a:t>
                </a:r>
              </a:p>
              <a:p>
                <a:pPr marL="171450" indent="-171450">
                  <a:buFont typeface="Arial" panose="020B0604020202020204" pitchFamily="34" charset="0"/>
                  <a:buChar char="•"/>
                </a:pPr>
                <a:endParaRPr lang="en-GB" sz="1100" noProof="0"/>
              </a:p>
              <a:p>
                <a:r>
                  <a:rPr lang="en-GB" sz="1100" noProof="0"/>
                  <a:t>When conducting a power analysis to calculate sample size, </a:t>
                </a:r>
                <a14:m>
                  <m:oMath xmlns:m="http://schemas.openxmlformats.org/officeDocument/2006/math">
                    <m:sSup>
                      <m:sSupPr>
                        <m:ctrlPr>
                          <a:rPr lang="en-GB" sz="1100" i="1" noProof="0" smtClean="0">
                            <a:latin typeface="Cambria Math" panose="02040503050406030204" pitchFamily="18" charset="0"/>
                          </a:rPr>
                        </m:ctrlPr>
                      </m:sSupPr>
                      <m:e>
                        <m:r>
                          <a:rPr lang="en-GB" sz="1100" i="1" noProof="0" smtClean="0">
                            <a:latin typeface="Cambria Math" panose="02040503050406030204" pitchFamily="18" charset="0"/>
                          </a:rPr>
                          <m:t>𝑓</m:t>
                        </m:r>
                      </m:e>
                      <m:sup>
                        <m:r>
                          <a:rPr lang="en-GB" sz="1100" i="1" noProof="0" smtClean="0">
                            <a:latin typeface="Cambria Math" panose="02040503050406030204" pitchFamily="18" charset="0"/>
                          </a:rPr>
                          <m:t>2</m:t>
                        </m:r>
                      </m:sup>
                    </m:sSup>
                    <m:r>
                      <a:rPr lang="en-GB" sz="1100" i="1" noProof="0" smtClean="0">
                        <a:latin typeface="Cambria Math" panose="02040503050406030204" pitchFamily="18" charset="0"/>
                      </a:rPr>
                      <m:t> </m:t>
                    </m:r>
                  </m:oMath>
                </a14:m>
                <a:r>
                  <a:rPr lang="en-GB" sz="1100" noProof="0"/>
                  <a:t>is a key input for determining </a:t>
                </a:r>
                <a:r>
                  <a:rPr lang="en-GB" sz="1100" b="1" noProof="0"/>
                  <a:t>how many participants are needed to achieve adequate statistical power </a:t>
                </a:r>
                <a:r>
                  <a:rPr lang="en-GB" sz="1100" noProof="0"/>
                  <a:t>(e.g., 80%).</a:t>
                </a:r>
              </a:p>
            </p:txBody>
          </p:sp>
        </mc:Choice>
        <mc:Fallback>
          <p:sp>
            <p:nvSpPr>
              <p:cNvPr id="24" name="TextBox 23">
                <a:extLst>
                  <a:ext uri="{FF2B5EF4-FFF2-40B4-BE49-F238E27FC236}">
                    <a16:creationId xmlns:a16="http://schemas.microsoft.com/office/drawing/2014/main" id="{A3AA6CE4-4CE5-1C84-E1B8-51A623253219}"/>
                  </a:ext>
                </a:extLst>
              </p:cNvPr>
              <p:cNvSpPr txBox="1">
                <a:spLocks noRot="1" noChangeAspect="1" noMove="1" noResize="1" noEditPoints="1" noAdjustHandles="1" noChangeArrowheads="1" noChangeShapeType="1" noTextEdit="1"/>
              </p:cNvSpPr>
              <p:nvPr/>
            </p:nvSpPr>
            <p:spPr>
              <a:xfrm>
                <a:off x="1135130" y="4036328"/>
                <a:ext cx="4272601" cy="1277273"/>
              </a:xfrm>
              <a:prstGeom prst="rect">
                <a:avLst/>
              </a:prstGeom>
              <a:blipFill>
                <a:blip r:embed="rId15"/>
                <a:stretch>
                  <a:fillRect b="-1905"/>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95A7C48A-855E-4CEE-7BE8-116D7AAD4465}"/>
              </a:ext>
            </a:extLst>
          </p:cNvPr>
          <p:cNvSpPr txBox="1"/>
          <p:nvPr/>
        </p:nvSpPr>
        <p:spPr>
          <a:xfrm>
            <a:off x="6693502" y="2110122"/>
            <a:ext cx="4557573" cy="769441"/>
          </a:xfrm>
          <a:prstGeom prst="rect">
            <a:avLst/>
          </a:prstGeom>
          <a:noFill/>
        </p:spPr>
        <p:txBody>
          <a:bodyPr wrap="square">
            <a:spAutoFit/>
          </a:bodyPr>
          <a:lstStyle/>
          <a:p>
            <a:pPr marL="171450" indent="-171450">
              <a:buFont typeface="Arial" panose="020B0604020202020204" pitchFamily="34" charset="0"/>
              <a:buChar char="•"/>
            </a:pPr>
            <a:r>
              <a:rPr lang="en-GB" sz="1100" b="1" noProof="0"/>
              <a:t>Number of predictors</a:t>
            </a:r>
            <a:r>
              <a:rPr lang="en-GB" sz="1100" noProof="0"/>
              <a:t>: 3</a:t>
            </a:r>
          </a:p>
          <a:p>
            <a:pPr marL="171450" indent="-171450">
              <a:buFont typeface="Arial" panose="020B0604020202020204" pitchFamily="34" charset="0"/>
              <a:buChar char="•"/>
            </a:pPr>
            <a:r>
              <a:rPr lang="en-GB" sz="1100" b="1" noProof="0"/>
              <a:t>Number of tested predictors</a:t>
            </a:r>
            <a:r>
              <a:rPr lang="en-GB" sz="1100" noProof="0"/>
              <a:t>:1</a:t>
            </a:r>
            <a:endParaRPr lang="en-GB" sz="1100" b="1" noProof="0">
              <a:solidFill>
                <a:srgbClr val="FF0000"/>
              </a:solidFill>
            </a:endParaRPr>
          </a:p>
          <a:p>
            <a:pPr marL="171450" indent="-171450">
              <a:buFont typeface="Arial" panose="020B0604020202020204" pitchFamily="34" charset="0"/>
              <a:buChar char="•"/>
            </a:pPr>
            <a:r>
              <a:rPr lang="en-GB" sz="1100" b="1" noProof="0"/>
              <a:t>Power</a:t>
            </a:r>
            <a:r>
              <a:rPr lang="en-GB" sz="1100" noProof="0"/>
              <a:t>: (1- β)  = 0.8</a:t>
            </a:r>
          </a:p>
          <a:p>
            <a:pPr marL="171450" indent="-171450">
              <a:buFont typeface="Arial" panose="020B0604020202020204" pitchFamily="34" charset="0"/>
              <a:buChar char="•"/>
            </a:pPr>
            <a:r>
              <a:rPr lang="en-GB" sz="1100" b="1" noProof="0"/>
              <a:t>Significance: </a:t>
            </a:r>
            <a:r>
              <a:rPr lang="en-GB" sz="1100" noProof="0"/>
              <a:t>α = 0.5</a:t>
            </a:r>
          </a:p>
        </p:txBody>
      </p:sp>
      <p:pic>
        <p:nvPicPr>
          <p:cNvPr id="28" name="Picture 27">
            <a:extLst>
              <a:ext uri="{FF2B5EF4-FFF2-40B4-BE49-F238E27FC236}">
                <a16:creationId xmlns:a16="http://schemas.microsoft.com/office/drawing/2014/main" id="{E00D983C-925F-7737-4430-2C0D7CA4EA7E}"/>
              </a:ext>
            </a:extLst>
          </p:cNvPr>
          <p:cNvPicPr>
            <a:picLocks noChangeAspect="1"/>
          </p:cNvPicPr>
          <p:nvPr/>
        </p:nvPicPr>
        <p:blipFill>
          <a:blip r:embed="rId16"/>
          <a:stretch>
            <a:fillRect/>
          </a:stretch>
        </p:blipFill>
        <p:spPr>
          <a:xfrm>
            <a:off x="6802314" y="2909023"/>
            <a:ext cx="2665437" cy="3126074"/>
          </a:xfrm>
          <a:prstGeom prst="rect">
            <a:avLst/>
          </a:prstGeom>
          <a:effectLst>
            <a:outerShdw blurRad="50800" dist="38100" dir="5400000" algn="t" rotWithShape="0">
              <a:prstClr val="black">
                <a:alpha val="40000"/>
              </a:prstClr>
            </a:outerShdw>
          </a:effectLst>
        </p:spPr>
      </p:pic>
      <p:sp>
        <p:nvSpPr>
          <p:cNvPr id="29" name="Slide Number Placeholder 5">
            <a:extLst>
              <a:ext uri="{FF2B5EF4-FFF2-40B4-BE49-F238E27FC236}">
                <a16:creationId xmlns:a16="http://schemas.microsoft.com/office/drawing/2014/main" id="{09D42B9E-09C2-6917-A5AA-C7E72450F8C2}"/>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36</a:t>
            </a:fld>
            <a:endParaRPr lang="en-GB" noProof="0"/>
          </a:p>
        </p:txBody>
      </p:sp>
      <p:sp>
        <p:nvSpPr>
          <p:cNvPr id="30" name="Date Placeholder 3">
            <a:extLst>
              <a:ext uri="{FF2B5EF4-FFF2-40B4-BE49-F238E27FC236}">
                <a16:creationId xmlns:a16="http://schemas.microsoft.com/office/drawing/2014/main" id="{1C7934F8-37B4-119B-285D-00365C4D989A}"/>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Tree>
    <p:extLst>
      <p:ext uri="{BB962C8B-B14F-4D97-AF65-F5344CB8AC3E}">
        <p14:creationId xmlns:p14="http://schemas.microsoft.com/office/powerpoint/2010/main" val="13003234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par>
                                <p:cTn id="19" presetID="10"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500"/>
                                        <p:tgtEl>
                                          <p:spTgt spid="27"/>
                                        </p:tgtEl>
                                      </p:cBhvr>
                                    </p:animEffect>
                                  </p:childTnLst>
                                </p:cTn>
                              </p:par>
                              <p:par>
                                <p:cTn id="40" presetID="10" presetClass="entr" presetSubtype="0"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5" grpId="0"/>
      <p:bldP spid="17" grpId="0"/>
      <p:bldP spid="18" grpId="0"/>
      <p:bldP spid="2" grpId="0"/>
      <p:bldP spid="24" grpId="0"/>
      <p:bldP spid="2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CC0CE-7112-A087-6D5D-AADD6BAE933F}"/>
            </a:ext>
          </a:extLst>
        </p:cNvPr>
        <p:cNvGrpSpPr/>
        <p:nvPr/>
      </p:nvGrpSpPr>
      <p:grpSpPr>
        <a:xfrm>
          <a:off x="0" y="0"/>
          <a:ext cx="0" cy="0"/>
          <a:chOff x="0" y="0"/>
          <a:chExt cx="0" cy="0"/>
        </a:xfrm>
      </p:grpSpPr>
      <p:sp>
        <p:nvSpPr>
          <p:cNvPr id="117" name="TextBox 116">
            <a:extLst>
              <a:ext uri="{FF2B5EF4-FFF2-40B4-BE49-F238E27FC236}">
                <a16:creationId xmlns:a16="http://schemas.microsoft.com/office/drawing/2014/main" id="{5B0DC96A-A06C-9E50-C9F9-9248ABBC095A}"/>
              </a:ext>
            </a:extLst>
          </p:cNvPr>
          <p:cNvSpPr txBox="1"/>
          <p:nvPr/>
        </p:nvSpPr>
        <p:spPr>
          <a:xfrm>
            <a:off x="962444" y="1083422"/>
            <a:ext cx="3795293" cy="303096"/>
          </a:xfrm>
          <a:prstGeom prst="rect">
            <a:avLst/>
          </a:prstGeom>
          <a:noFill/>
        </p:spPr>
        <p:txBody>
          <a:bodyPr wrap="square">
            <a:spAutoFit/>
          </a:bodyPr>
          <a:lstStyle/>
          <a:p>
            <a:pPr>
              <a:lnSpc>
                <a:spcPts val="1600"/>
              </a:lnSpc>
            </a:pPr>
            <a:r>
              <a:rPr lang="en-GB" sz="1600" b="1" noProof="0"/>
              <a:t>Determination of Sample Size: </a:t>
            </a:r>
            <a:r>
              <a:rPr lang="en-GB" sz="1600" b="1" noProof="0">
                <a:solidFill>
                  <a:srgbClr val="FF0000"/>
                </a:solidFill>
              </a:rPr>
              <a:t>Power</a:t>
            </a:r>
          </a:p>
        </p:txBody>
      </p:sp>
      <p:sp>
        <p:nvSpPr>
          <p:cNvPr id="122" name="Título 1">
            <a:extLst>
              <a:ext uri="{FF2B5EF4-FFF2-40B4-BE49-F238E27FC236}">
                <a16:creationId xmlns:a16="http://schemas.microsoft.com/office/drawing/2014/main" id="{A33F7827-830C-78B0-4281-2F09EF0EDF54}"/>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noProof="0">
                <a:solidFill>
                  <a:srgbClr val="FF0000"/>
                </a:solidFill>
                <a:latin typeface="Aptos SemiBold" panose="020F0502020204030204" pitchFamily="34" charset="0"/>
              </a:rPr>
              <a:t>Quantitative designs</a:t>
            </a:r>
          </a:p>
        </p:txBody>
      </p:sp>
      <p:sp>
        <p:nvSpPr>
          <p:cNvPr id="4" name="TextBox 3">
            <a:extLst>
              <a:ext uri="{FF2B5EF4-FFF2-40B4-BE49-F238E27FC236}">
                <a16:creationId xmlns:a16="http://schemas.microsoft.com/office/drawing/2014/main" id="{A22F1EDE-AAAF-42A6-55F8-4284CE4479DA}"/>
              </a:ext>
            </a:extLst>
          </p:cNvPr>
          <p:cNvSpPr txBox="1"/>
          <p:nvPr/>
        </p:nvSpPr>
        <p:spPr>
          <a:xfrm>
            <a:off x="995504" y="1492935"/>
            <a:ext cx="4174859" cy="523220"/>
          </a:xfrm>
          <a:prstGeom prst="rect">
            <a:avLst/>
          </a:prstGeom>
          <a:noFill/>
        </p:spPr>
        <p:txBody>
          <a:bodyPr wrap="square">
            <a:spAutoFit/>
          </a:bodyPr>
          <a:lstStyle/>
          <a:p>
            <a:pPr>
              <a:spcBef>
                <a:spcPts val="600"/>
              </a:spcBef>
              <a:spcAft>
                <a:spcPts val="600"/>
              </a:spcAft>
            </a:pPr>
            <a:r>
              <a:rPr lang="en-GB" sz="1400" b="1" noProof="0">
                <a:solidFill>
                  <a:srgbClr val="FF0000"/>
                </a:solidFill>
              </a:rPr>
              <a:t>What happens if the number of participants is limited by the available resources?</a:t>
            </a:r>
          </a:p>
        </p:txBody>
      </p:sp>
      <p:sp>
        <p:nvSpPr>
          <p:cNvPr id="17" name="TextBox 16">
            <a:extLst>
              <a:ext uri="{FF2B5EF4-FFF2-40B4-BE49-F238E27FC236}">
                <a16:creationId xmlns:a16="http://schemas.microsoft.com/office/drawing/2014/main" id="{C6260464-4969-4D4D-0EFF-016DB46EB67E}"/>
              </a:ext>
            </a:extLst>
          </p:cNvPr>
          <p:cNvSpPr txBox="1"/>
          <p:nvPr/>
        </p:nvSpPr>
        <p:spPr>
          <a:xfrm>
            <a:off x="5963223" y="1460382"/>
            <a:ext cx="3202679" cy="523220"/>
          </a:xfrm>
          <a:prstGeom prst="rect">
            <a:avLst/>
          </a:prstGeom>
          <a:noFill/>
        </p:spPr>
        <p:txBody>
          <a:bodyPr wrap="square">
            <a:spAutoFit/>
          </a:bodyPr>
          <a:lstStyle/>
          <a:p>
            <a:pPr>
              <a:spcBef>
                <a:spcPts val="600"/>
              </a:spcBef>
              <a:spcAft>
                <a:spcPts val="600"/>
              </a:spcAft>
            </a:pPr>
            <a:r>
              <a:rPr lang="en-GB" sz="1400" b="1" noProof="0">
                <a:solidFill>
                  <a:srgbClr val="FF0000"/>
                </a:solidFill>
              </a:rPr>
              <a:t>Define the</a:t>
            </a:r>
            <a:br>
              <a:rPr lang="en-GB" sz="1400" b="1" noProof="0">
                <a:solidFill>
                  <a:srgbClr val="FF0000"/>
                </a:solidFill>
              </a:rPr>
            </a:br>
            <a:r>
              <a:rPr lang="en-GB" sz="1400" b="1" noProof="0">
                <a:solidFill>
                  <a:srgbClr val="FF0000"/>
                </a:solidFill>
              </a:rPr>
              <a:t>parameters for the power calculation</a:t>
            </a:r>
          </a:p>
        </p:txBody>
      </p:sp>
      <p:sp>
        <p:nvSpPr>
          <p:cNvPr id="29" name="Slide Number Placeholder 5">
            <a:extLst>
              <a:ext uri="{FF2B5EF4-FFF2-40B4-BE49-F238E27FC236}">
                <a16:creationId xmlns:a16="http://schemas.microsoft.com/office/drawing/2014/main" id="{A56AB221-730F-2814-2FF4-C4300B93B891}"/>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37</a:t>
            </a:fld>
            <a:endParaRPr lang="en-GB" noProof="0"/>
          </a:p>
        </p:txBody>
      </p:sp>
      <p:sp>
        <p:nvSpPr>
          <p:cNvPr id="30" name="Date Placeholder 3">
            <a:extLst>
              <a:ext uri="{FF2B5EF4-FFF2-40B4-BE49-F238E27FC236}">
                <a16:creationId xmlns:a16="http://schemas.microsoft.com/office/drawing/2014/main" id="{0E3A6556-65E7-A383-11D4-D55F61176C93}"/>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pic>
        <p:nvPicPr>
          <p:cNvPr id="31" name="Picture 30">
            <a:extLst>
              <a:ext uri="{FF2B5EF4-FFF2-40B4-BE49-F238E27FC236}">
                <a16:creationId xmlns:a16="http://schemas.microsoft.com/office/drawing/2014/main" id="{00BC4BC8-F370-1267-8FE8-C57FB664637A}"/>
              </a:ext>
            </a:extLst>
          </p:cNvPr>
          <p:cNvPicPr>
            <a:picLocks noChangeAspect="1"/>
          </p:cNvPicPr>
          <p:nvPr/>
        </p:nvPicPr>
        <p:blipFill>
          <a:blip r:embed="rId3"/>
          <a:stretch>
            <a:fillRect/>
          </a:stretch>
        </p:blipFill>
        <p:spPr>
          <a:xfrm>
            <a:off x="5966676" y="2890963"/>
            <a:ext cx="2665437" cy="3120838"/>
          </a:xfrm>
          <a:prstGeom prst="rect">
            <a:avLst/>
          </a:prstGeom>
          <a:effectLst>
            <a:outerShdw blurRad="50800" dist="38100" dir="5400000" algn="t" rotWithShape="0">
              <a:prstClr val="black">
                <a:alpha val="40000"/>
              </a:prstClr>
            </a:outerShdw>
          </a:effectLst>
        </p:spPr>
      </p:pic>
      <p:pic>
        <p:nvPicPr>
          <p:cNvPr id="32" name="Picture 31">
            <a:extLst>
              <a:ext uri="{FF2B5EF4-FFF2-40B4-BE49-F238E27FC236}">
                <a16:creationId xmlns:a16="http://schemas.microsoft.com/office/drawing/2014/main" id="{F4A3843C-657C-80B5-8B3E-9033BF53A467}"/>
              </a:ext>
            </a:extLst>
          </p:cNvPr>
          <p:cNvPicPr>
            <a:picLocks noChangeAspect="1"/>
          </p:cNvPicPr>
          <p:nvPr/>
        </p:nvPicPr>
        <p:blipFill>
          <a:blip r:embed="rId4"/>
          <a:stretch>
            <a:fillRect/>
          </a:stretch>
        </p:blipFill>
        <p:spPr>
          <a:xfrm>
            <a:off x="8869591" y="2962871"/>
            <a:ext cx="2665438" cy="2216559"/>
          </a:xfrm>
          <a:prstGeom prst="rect">
            <a:avLst/>
          </a:prstGeom>
          <a:effectLst>
            <a:outerShdw blurRad="50800" dist="38100" dir="5400000" algn="t" rotWithShape="0">
              <a:prstClr val="black">
                <a:alpha val="40000"/>
              </a:prstClr>
            </a:outerShdw>
          </a:effectLst>
        </p:spPr>
      </p:pic>
      <p:sp>
        <p:nvSpPr>
          <p:cNvPr id="34" name="TextBox 33">
            <a:extLst>
              <a:ext uri="{FF2B5EF4-FFF2-40B4-BE49-F238E27FC236}">
                <a16:creationId xmlns:a16="http://schemas.microsoft.com/office/drawing/2014/main" id="{F2DBFF07-0753-93F8-94BD-31C4872F8FC2}"/>
              </a:ext>
            </a:extLst>
          </p:cNvPr>
          <p:cNvSpPr txBox="1"/>
          <p:nvPr/>
        </p:nvSpPr>
        <p:spPr>
          <a:xfrm>
            <a:off x="995504" y="2089206"/>
            <a:ext cx="4009394" cy="600164"/>
          </a:xfrm>
          <a:prstGeom prst="rect">
            <a:avLst/>
          </a:prstGeom>
          <a:noFill/>
        </p:spPr>
        <p:txBody>
          <a:bodyPr wrap="square">
            <a:spAutoFit/>
          </a:bodyPr>
          <a:lstStyle>
            <a:defPPr>
              <a:defRPr lang="en-US"/>
            </a:defPPr>
            <a:lvl1pPr lvl="0">
              <a:defRPr sz="1100"/>
            </a:lvl1pPr>
          </a:lstStyle>
          <a:p>
            <a:r>
              <a:rPr lang="en-GB" noProof="0"/>
              <a:t>Sometimes, limited resources (e.g., time, budget, or participant availability) </a:t>
            </a:r>
            <a:r>
              <a:rPr lang="en-GB" b="1" noProof="0">
                <a:highlight>
                  <a:srgbClr val="FFC000"/>
                </a:highlight>
              </a:rPr>
              <a:t>determine the maximum number of participants you can include in your study</a:t>
            </a:r>
            <a:r>
              <a:rPr lang="en-GB" noProof="0"/>
              <a:t>.</a:t>
            </a:r>
          </a:p>
        </p:txBody>
      </p:sp>
      <p:grpSp>
        <p:nvGrpSpPr>
          <p:cNvPr id="36" name="Group 35">
            <a:extLst>
              <a:ext uri="{FF2B5EF4-FFF2-40B4-BE49-F238E27FC236}">
                <a16:creationId xmlns:a16="http://schemas.microsoft.com/office/drawing/2014/main" id="{28EBB0B5-18DA-ACA3-AEB9-8F22089FD3BC}"/>
              </a:ext>
            </a:extLst>
          </p:cNvPr>
          <p:cNvGrpSpPr/>
          <p:nvPr/>
        </p:nvGrpSpPr>
        <p:grpSpPr>
          <a:xfrm>
            <a:off x="1104911" y="2831920"/>
            <a:ext cx="3956043" cy="769441"/>
            <a:chOff x="6663071" y="4746141"/>
            <a:chExt cx="3956043" cy="769441"/>
          </a:xfrm>
        </p:grpSpPr>
        <p:sp>
          <p:nvSpPr>
            <p:cNvPr id="37" name="TextBox 36">
              <a:extLst>
                <a:ext uri="{FF2B5EF4-FFF2-40B4-BE49-F238E27FC236}">
                  <a16:creationId xmlns:a16="http://schemas.microsoft.com/office/drawing/2014/main" id="{9E8DBAB6-C557-8EDC-38CC-9069EC3833A7}"/>
                </a:ext>
              </a:extLst>
            </p:cNvPr>
            <p:cNvSpPr txBox="1"/>
            <p:nvPr/>
          </p:nvSpPr>
          <p:spPr>
            <a:xfrm>
              <a:off x="6819524" y="4746141"/>
              <a:ext cx="3799590" cy="769441"/>
            </a:xfrm>
            <a:prstGeom prst="rect">
              <a:avLst/>
            </a:prstGeom>
            <a:noFill/>
          </p:spPr>
          <p:txBody>
            <a:bodyPr wrap="square">
              <a:spAutoFit/>
            </a:bodyPr>
            <a:lstStyle>
              <a:defPPr>
                <a:defRPr lang="en-US"/>
              </a:defPPr>
              <a:lvl1pPr lvl="0">
                <a:defRPr sz="1100"/>
              </a:lvl1pPr>
            </a:lstStyle>
            <a:p>
              <a:r>
                <a:rPr lang="en-GB" b="1" noProof="0"/>
                <a:t>Sensitivity and power analysis is used to compute the minimum effect size that can be reliably detected with the available sample size</a:t>
              </a:r>
              <a:r>
                <a:rPr lang="en-GB" noProof="0"/>
                <a:t>, while maintaining, for example, 80% power and a significance level of α = 0.05.</a:t>
              </a:r>
            </a:p>
          </p:txBody>
        </p:sp>
        <p:sp>
          <p:nvSpPr>
            <p:cNvPr id="38" name="Freeform: Shape 37">
              <a:extLst>
                <a:ext uri="{FF2B5EF4-FFF2-40B4-BE49-F238E27FC236}">
                  <a16:creationId xmlns:a16="http://schemas.microsoft.com/office/drawing/2014/main" id="{4757D2FA-3708-6150-80BE-1D1E9F2087BD}"/>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sp>
        <p:nvSpPr>
          <p:cNvPr id="40" name="TextBox 39">
            <a:extLst>
              <a:ext uri="{FF2B5EF4-FFF2-40B4-BE49-F238E27FC236}">
                <a16:creationId xmlns:a16="http://schemas.microsoft.com/office/drawing/2014/main" id="{8A7BC959-550F-C097-E6F2-10155998A790}"/>
              </a:ext>
            </a:extLst>
          </p:cNvPr>
          <p:cNvSpPr txBox="1"/>
          <p:nvPr/>
        </p:nvSpPr>
        <p:spPr>
          <a:xfrm>
            <a:off x="5940181" y="2187996"/>
            <a:ext cx="2410199" cy="430887"/>
          </a:xfrm>
          <a:prstGeom prst="rect">
            <a:avLst/>
          </a:prstGeom>
          <a:noFill/>
        </p:spPr>
        <p:txBody>
          <a:bodyPr wrap="square">
            <a:spAutoFit/>
          </a:bodyPr>
          <a:lstStyle/>
          <a:p>
            <a:pPr marL="171450" indent="-171450">
              <a:buFont typeface="Arial" panose="020B0604020202020204" pitchFamily="34" charset="0"/>
              <a:buChar char="•"/>
            </a:pPr>
            <a:r>
              <a:rPr lang="en-GB" sz="1100" b="1" noProof="0"/>
              <a:t>Number of predictors</a:t>
            </a:r>
            <a:r>
              <a:rPr lang="en-GB" sz="1100" noProof="0"/>
              <a:t>: 3</a:t>
            </a:r>
          </a:p>
          <a:p>
            <a:pPr marL="171450" indent="-171450">
              <a:buFont typeface="Arial" panose="020B0604020202020204" pitchFamily="34" charset="0"/>
              <a:buChar char="•"/>
            </a:pPr>
            <a:r>
              <a:rPr lang="en-GB" sz="1100" b="1" noProof="0"/>
              <a:t>Number of tested predictors</a:t>
            </a:r>
            <a:r>
              <a:rPr lang="en-GB" sz="1100" noProof="0"/>
              <a:t>:1</a:t>
            </a:r>
            <a:endParaRPr lang="en-GB" sz="1100" b="1" noProof="0">
              <a:solidFill>
                <a:srgbClr val="FF0000"/>
              </a:solidFill>
            </a:endParaRPr>
          </a:p>
        </p:txBody>
      </p:sp>
      <p:sp>
        <p:nvSpPr>
          <p:cNvPr id="41" name="TextBox 40">
            <a:extLst>
              <a:ext uri="{FF2B5EF4-FFF2-40B4-BE49-F238E27FC236}">
                <a16:creationId xmlns:a16="http://schemas.microsoft.com/office/drawing/2014/main" id="{CCE9F256-4D11-F2FB-175C-F3BB82D6BC48}"/>
              </a:ext>
            </a:extLst>
          </p:cNvPr>
          <p:cNvSpPr txBox="1"/>
          <p:nvPr/>
        </p:nvSpPr>
        <p:spPr>
          <a:xfrm>
            <a:off x="8350380" y="2086405"/>
            <a:ext cx="2410199" cy="600164"/>
          </a:xfrm>
          <a:prstGeom prst="rect">
            <a:avLst/>
          </a:prstGeom>
          <a:noFill/>
        </p:spPr>
        <p:txBody>
          <a:bodyPr wrap="square">
            <a:spAutoFit/>
          </a:bodyPr>
          <a:lstStyle/>
          <a:p>
            <a:pPr marL="171450" indent="-171450">
              <a:buFont typeface="Arial" panose="020B0604020202020204" pitchFamily="34" charset="0"/>
              <a:buChar char="•"/>
            </a:pPr>
            <a:r>
              <a:rPr lang="en-GB" sz="1100" b="1" noProof="0"/>
              <a:t>Sample </a:t>
            </a:r>
            <a:r>
              <a:rPr lang="en-GB" sz="1100" noProof="0"/>
              <a:t>:100</a:t>
            </a:r>
            <a:endParaRPr lang="en-GB" sz="1100" b="1" noProof="0">
              <a:solidFill>
                <a:srgbClr val="FF0000"/>
              </a:solidFill>
            </a:endParaRPr>
          </a:p>
          <a:p>
            <a:pPr marL="171450" indent="-171450">
              <a:buFont typeface="Arial" panose="020B0604020202020204" pitchFamily="34" charset="0"/>
              <a:buChar char="•"/>
            </a:pPr>
            <a:r>
              <a:rPr lang="en-GB" sz="1100" b="1" noProof="0"/>
              <a:t>Power</a:t>
            </a:r>
            <a:r>
              <a:rPr lang="en-GB" sz="1100" noProof="0"/>
              <a:t>: (1- β)  = 0.8</a:t>
            </a:r>
          </a:p>
          <a:p>
            <a:pPr marL="171450" indent="-171450">
              <a:buFont typeface="Arial" panose="020B0604020202020204" pitchFamily="34" charset="0"/>
              <a:buChar char="•"/>
            </a:pPr>
            <a:r>
              <a:rPr lang="en-GB" sz="1100" b="1" noProof="0"/>
              <a:t>Significance: </a:t>
            </a:r>
            <a:r>
              <a:rPr lang="en-GB" sz="1100" noProof="0"/>
              <a:t>α = 0.5</a:t>
            </a:r>
          </a:p>
        </p:txBody>
      </p:sp>
    </p:spTree>
    <p:extLst>
      <p:ext uri="{BB962C8B-B14F-4D97-AF65-F5344CB8AC3E}">
        <p14:creationId xmlns:p14="http://schemas.microsoft.com/office/powerpoint/2010/main" val="23739755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fade">
                                      <p:cBhvr>
                                        <p:cTn id="15" dur="500"/>
                                        <p:tgtEl>
                                          <p:spTgt spid="3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500"/>
                                        <p:tgtEl>
                                          <p:spTgt spid="4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1"/>
                                        </p:tgtEl>
                                        <p:attrNameLst>
                                          <p:attrName>style.visibility</p:attrName>
                                        </p:attrNameLst>
                                      </p:cBhvr>
                                      <p:to>
                                        <p:strVal val="visible"/>
                                      </p:to>
                                    </p:set>
                                    <p:animEffect transition="in" filter="fade">
                                      <p:cBhvr>
                                        <p:cTn id="26" dur="500"/>
                                        <p:tgtEl>
                                          <p:spTgt spid="41"/>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500"/>
                                        <p:tgtEl>
                                          <p:spTgt spid="31"/>
                                        </p:tgtEl>
                                      </p:cBhvr>
                                    </p:animEffect>
                                  </p:childTnLst>
                                </p:cTn>
                              </p:par>
                              <p:par>
                                <p:cTn id="30" presetID="10" presetClass="entr" presetSubtype="0" fill="hold"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7" grpId="0"/>
      <p:bldP spid="34" grpId="0"/>
      <p:bldP spid="40" grpId="0"/>
      <p:bldP spid="41"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D7426A2A-07B7-69A9-D1B8-95458AA3431D}"/>
            </a:ext>
          </a:extLst>
        </p:cNvPr>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4530CEB5-B524-BE25-ACBE-CABB4ADBCB74}"/>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 name="Slide Number Placeholder 5">
            <a:extLst>
              <a:ext uri="{FF2B5EF4-FFF2-40B4-BE49-F238E27FC236}">
                <a16:creationId xmlns:a16="http://schemas.microsoft.com/office/drawing/2014/main" id="{0B52B16F-8FA4-BB8C-168F-2A52B69C07E6}"/>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D6989F34-94D4-BC71-50EA-B47302CB5145}"/>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 name="Título 1">
            <a:extLst>
              <a:ext uri="{FF2B5EF4-FFF2-40B4-BE49-F238E27FC236}">
                <a16:creationId xmlns:a16="http://schemas.microsoft.com/office/drawing/2014/main" id="{424727A4-285C-CEFB-0CC1-EB675D0C9F76}"/>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Quantitative designs</a:t>
            </a:r>
          </a:p>
        </p:txBody>
      </p:sp>
      <p:sp>
        <p:nvSpPr>
          <p:cNvPr id="3" name="Título 1">
            <a:extLst>
              <a:ext uri="{FF2B5EF4-FFF2-40B4-BE49-F238E27FC236}">
                <a16:creationId xmlns:a16="http://schemas.microsoft.com/office/drawing/2014/main" id="{50390AFD-199A-CCE1-15F1-B15F540071AB}"/>
              </a:ext>
            </a:extLst>
          </p:cNvPr>
          <p:cNvSpPr txBox="1">
            <a:spLocks/>
          </p:cNvSpPr>
          <p:nvPr/>
        </p:nvSpPr>
        <p:spPr>
          <a:xfrm>
            <a:off x="891589" y="1073129"/>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24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Surveys</a:t>
            </a:r>
          </a:p>
        </p:txBody>
      </p:sp>
      <p:sp>
        <p:nvSpPr>
          <p:cNvPr id="5" name="Oval 4">
            <a:extLst>
              <a:ext uri="{FF2B5EF4-FFF2-40B4-BE49-F238E27FC236}">
                <a16:creationId xmlns:a16="http://schemas.microsoft.com/office/drawing/2014/main" id="{B05841EF-CC69-F816-2B39-4E5548930A8C}"/>
              </a:ext>
            </a:extLst>
          </p:cNvPr>
          <p:cNvSpPr/>
          <p:nvPr/>
        </p:nvSpPr>
        <p:spPr>
          <a:xfrm>
            <a:off x="3882089" y="2980515"/>
            <a:ext cx="475354" cy="475354"/>
          </a:xfrm>
          <a:prstGeom prst="ellipse">
            <a:avLst/>
          </a:prstGeom>
          <a:solidFill>
            <a:srgbClr val="FF000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a:ln>
                  <a:noFill/>
                </a:ln>
                <a:solidFill>
                  <a:srgbClr val="F55245"/>
                </a:solidFill>
                <a:effectLst/>
                <a:uLnTx/>
                <a:uFillTx/>
                <a:latin typeface="Aptos Black" panose="020B0004020202020204" pitchFamily="34" charset="0"/>
                <a:ea typeface="+mn-ea"/>
                <a:cs typeface="+mn-cs"/>
              </a:rPr>
              <a:t>1</a:t>
            </a:r>
          </a:p>
        </p:txBody>
      </p:sp>
      <p:sp>
        <p:nvSpPr>
          <p:cNvPr id="8" name="TextBox 7">
            <a:extLst>
              <a:ext uri="{FF2B5EF4-FFF2-40B4-BE49-F238E27FC236}">
                <a16:creationId xmlns:a16="http://schemas.microsoft.com/office/drawing/2014/main" id="{5569114B-695B-AC70-791C-8A95B5EA73B4}"/>
              </a:ext>
            </a:extLst>
          </p:cNvPr>
          <p:cNvSpPr txBox="1"/>
          <p:nvPr/>
        </p:nvSpPr>
        <p:spPr>
          <a:xfrm>
            <a:off x="3204842" y="3530313"/>
            <a:ext cx="1829849" cy="584775"/>
          </a:xfrm>
          <a:prstGeom prst="rect">
            <a:avLst/>
          </a:prstGeom>
          <a:noFill/>
        </p:spPr>
        <p:txBody>
          <a:bodyPr wrap="square">
            <a:spAutoFit/>
          </a:bodyPr>
          <a:lstStyle>
            <a:defPPr>
              <a:defRPr lang="en-US"/>
            </a:defPPr>
            <a:lvl1pPr marR="0" lvl="0" indent="0" algn="ctr" fontAlgn="auto">
              <a:lnSpc>
                <a:spcPct val="100000"/>
              </a:lnSpc>
              <a:spcBef>
                <a:spcPts val="600"/>
              </a:spcBef>
              <a:spcAft>
                <a:spcPts val="600"/>
              </a:spcAft>
              <a:buClrTx/>
              <a:buSzTx/>
              <a:buFontTx/>
              <a:buNone/>
              <a:tabLst/>
              <a:defRPr kumimoji="0" sz="1600" b="0" i="0" u="none" strike="noStrike" cap="none" spc="0" normalizeH="0" baseline="0">
                <a:ln>
                  <a:noFill/>
                </a:ln>
                <a:solidFill>
                  <a:srgbClr val="F55245"/>
                </a:solidFill>
                <a:effectLst/>
                <a:uLnTx/>
                <a:uFillTx/>
                <a:latin typeface="Aptos" panose="020B0004020202020204"/>
              </a:defRPr>
            </a:lvl1p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GB" sz="1600" b="0" i="0" u="none" strike="noStrike" kern="1200" cap="none" spc="0" normalizeH="0" baseline="0" noProof="0">
                <a:ln>
                  <a:noFill/>
                </a:ln>
                <a:solidFill>
                  <a:srgbClr val="F55245"/>
                </a:solidFill>
                <a:effectLst/>
                <a:uLnTx/>
                <a:uFillTx/>
                <a:latin typeface="Aptos" panose="020B0004020202020204"/>
                <a:ea typeface="+mn-ea"/>
                <a:cs typeface="+mn-cs"/>
              </a:rPr>
              <a:t>Purpose of the Instrument</a:t>
            </a:r>
          </a:p>
        </p:txBody>
      </p:sp>
      <p:sp>
        <p:nvSpPr>
          <p:cNvPr id="20" name="Oval 19">
            <a:extLst>
              <a:ext uri="{FF2B5EF4-FFF2-40B4-BE49-F238E27FC236}">
                <a16:creationId xmlns:a16="http://schemas.microsoft.com/office/drawing/2014/main" id="{09147557-09AA-6AF8-F5A3-7E76B55731D5}"/>
              </a:ext>
            </a:extLst>
          </p:cNvPr>
          <p:cNvSpPr/>
          <p:nvPr/>
        </p:nvSpPr>
        <p:spPr>
          <a:xfrm>
            <a:off x="5735004" y="2989246"/>
            <a:ext cx="475354" cy="475354"/>
          </a:xfrm>
          <a:prstGeom prst="ellipse">
            <a:avLst/>
          </a:prstGeom>
          <a:solidFill>
            <a:srgbClr val="FF000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noProof="0">
                <a:solidFill>
                  <a:srgbClr val="F55245"/>
                </a:solidFill>
                <a:latin typeface="Aptos Black" panose="020B0004020202020204" pitchFamily="34" charset="0"/>
              </a:rPr>
              <a:t>2</a:t>
            </a:r>
          </a:p>
        </p:txBody>
      </p:sp>
      <p:sp>
        <p:nvSpPr>
          <p:cNvPr id="21" name="TextBox 20">
            <a:extLst>
              <a:ext uri="{FF2B5EF4-FFF2-40B4-BE49-F238E27FC236}">
                <a16:creationId xmlns:a16="http://schemas.microsoft.com/office/drawing/2014/main" id="{37181F50-331D-8B6D-A67C-1D6186CB752B}"/>
              </a:ext>
            </a:extLst>
          </p:cNvPr>
          <p:cNvSpPr txBox="1"/>
          <p:nvPr/>
        </p:nvSpPr>
        <p:spPr>
          <a:xfrm>
            <a:off x="5424167" y="3529353"/>
            <a:ext cx="1125923" cy="584775"/>
          </a:xfrm>
          <a:prstGeom prst="rect">
            <a:avLst/>
          </a:prstGeom>
          <a:noFill/>
        </p:spPr>
        <p:txBody>
          <a:bodyPr wrap="square">
            <a:spAutoFit/>
          </a:bodyPr>
          <a:lstStyle/>
          <a:p>
            <a:pPr algn="ctr">
              <a:spcBef>
                <a:spcPts val="600"/>
              </a:spcBef>
              <a:spcAft>
                <a:spcPts val="600"/>
              </a:spcAft>
            </a:pPr>
            <a:r>
              <a:rPr lang="en-GB" sz="1600" noProof="0">
                <a:solidFill>
                  <a:srgbClr val="F55245"/>
                </a:solidFill>
                <a:latin typeface="Aptos" panose="020B0004020202020204"/>
              </a:rPr>
              <a:t>Sampling </a:t>
            </a:r>
            <a:br>
              <a:rPr lang="en-GB" sz="1600" noProof="0">
                <a:solidFill>
                  <a:srgbClr val="F55245"/>
                </a:solidFill>
                <a:latin typeface="Aptos" panose="020B0004020202020204"/>
              </a:rPr>
            </a:br>
            <a:r>
              <a:rPr lang="en-GB" sz="1600" noProof="0">
                <a:solidFill>
                  <a:srgbClr val="F55245"/>
                </a:solidFill>
                <a:latin typeface="Aptos" panose="020B0004020202020204"/>
              </a:rPr>
              <a:t>Process</a:t>
            </a:r>
          </a:p>
        </p:txBody>
      </p:sp>
      <p:sp>
        <p:nvSpPr>
          <p:cNvPr id="22" name="Oval 21">
            <a:extLst>
              <a:ext uri="{FF2B5EF4-FFF2-40B4-BE49-F238E27FC236}">
                <a16:creationId xmlns:a16="http://schemas.microsoft.com/office/drawing/2014/main" id="{BADFE3C9-21F1-79EF-F2C2-123A8BA5847C}"/>
              </a:ext>
            </a:extLst>
          </p:cNvPr>
          <p:cNvSpPr/>
          <p:nvPr/>
        </p:nvSpPr>
        <p:spPr>
          <a:xfrm>
            <a:off x="8138075" y="2980515"/>
            <a:ext cx="475354" cy="475354"/>
          </a:xfrm>
          <a:prstGeom prst="ellipse">
            <a:avLst/>
          </a:prstGeom>
          <a:solidFill>
            <a:srgbClr val="FFFF0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noProof="0">
                <a:solidFill>
                  <a:prstClr val="black"/>
                </a:solidFill>
                <a:latin typeface="Aptos Black" panose="020B0004020202020204" pitchFamily="34" charset="0"/>
              </a:rPr>
              <a:t>3</a:t>
            </a:r>
          </a:p>
        </p:txBody>
      </p:sp>
      <p:sp>
        <p:nvSpPr>
          <p:cNvPr id="23" name="TextBox 22">
            <a:extLst>
              <a:ext uri="{FF2B5EF4-FFF2-40B4-BE49-F238E27FC236}">
                <a16:creationId xmlns:a16="http://schemas.microsoft.com/office/drawing/2014/main" id="{A887FE83-988D-5E8A-960E-E310FF376DCA}"/>
              </a:ext>
            </a:extLst>
          </p:cNvPr>
          <p:cNvSpPr txBox="1"/>
          <p:nvPr/>
        </p:nvSpPr>
        <p:spPr>
          <a:xfrm>
            <a:off x="7643492" y="3529351"/>
            <a:ext cx="1519557" cy="584775"/>
          </a:xfrm>
          <a:prstGeom prst="rect">
            <a:avLst/>
          </a:prstGeom>
          <a:noFill/>
        </p:spPr>
        <p:txBody>
          <a:bodyPr wrap="square">
            <a:spAutoFit/>
          </a:bodyPr>
          <a:lstStyle/>
          <a:p>
            <a:pPr algn="ctr">
              <a:spcBef>
                <a:spcPts val="600"/>
              </a:spcBef>
              <a:spcAft>
                <a:spcPts val="600"/>
              </a:spcAft>
              <a:defRPr/>
            </a:pPr>
            <a:r>
              <a:rPr lang="en-GB" sz="1600" b="1" noProof="0">
                <a:solidFill>
                  <a:srgbClr val="FFFF00"/>
                </a:solidFill>
                <a:latin typeface="Aptos" panose="020B0004020202020204"/>
              </a:rPr>
              <a:t>Instrument Development</a:t>
            </a:r>
          </a:p>
        </p:txBody>
      </p:sp>
    </p:spTree>
    <p:extLst>
      <p:ext uri="{BB962C8B-B14F-4D97-AF65-F5344CB8AC3E}">
        <p14:creationId xmlns:p14="http://schemas.microsoft.com/office/powerpoint/2010/main" val="39523340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09EC8-8FB0-AD92-7817-9E40500B14B6}"/>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84942E1D-38E0-2EAA-B3D2-550DB66E29F6}"/>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15" name="TextBox 14">
            <a:extLst>
              <a:ext uri="{FF2B5EF4-FFF2-40B4-BE49-F238E27FC236}">
                <a16:creationId xmlns:a16="http://schemas.microsoft.com/office/drawing/2014/main" id="{C0DD9B3B-96D8-1263-7952-AC3B468ED96E}"/>
              </a:ext>
            </a:extLst>
          </p:cNvPr>
          <p:cNvSpPr txBox="1"/>
          <p:nvPr/>
        </p:nvSpPr>
        <p:spPr>
          <a:xfrm>
            <a:off x="962445" y="1051470"/>
            <a:ext cx="4882093" cy="769441"/>
          </a:xfrm>
          <a:prstGeom prst="rect">
            <a:avLst/>
          </a:prstGeom>
          <a:noFill/>
        </p:spPr>
        <p:txBody>
          <a:bodyPr wrap="square">
            <a:spAutoFit/>
          </a:bodyPr>
          <a:lstStyle/>
          <a:p>
            <a:pPr lvl="0">
              <a:defRPr/>
            </a:pPr>
            <a:r>
              <a:rPr lang="en-GB" sz="1100" noProof="0"/>
              <a:t>In a survey, questions and answers are </a:t>
            </a:r>
            <a:r>
              <a:rPr lang="en-GB" sz="1100" b="1" noProof="0"/>
              <a:t>relevant because of their relationship to what they are supposed to measure</a:t>
            </a:r>
            <a:r>
              <a:rPr lang="en-GB" sz="1100" noProof="0"/>
              <a:t>.</a:t>
            </a:r>
          </a:p>
          <a:p>
            <a:pPr lvl="0">
              <a:defRPr/>
            </a:pPr>
            <a:endParaRPr lang="en-GB" sz="1100" noProof="0"/>
          </a:p>
          <a:p>
            <a:pPr lvl="0">
              <a:defRPr/>
            </a:pPr>
            <a:r>
              <a:rPr lang="en-GB" sz="1100" b="1" noProof="0">
                <a:solidFill>
                  <a:schemeClr val="bg1"/>
                </a:solidFill>
                <a:highlight>
                  <a:srgbClr val="00B050"/>
                </a:highlight>
              </a:rPr>
              <a:t>Good questions </a:t>
            </a:r>
            <a:r>
              <a:rPr lang="en-GB" sz="1100" noProof="0"/>
              <a:t>are:</a:t>
            </a:r>
          </a:p>
        </p:txBody>
      </p:sp>
      <p:sp>
        <p:nvSpPr>
          <p:cNvPr id="7" name="TextBox 6">
            <a:extLst>
              <a:ext uri="{FF2B5EF4-FFF2-40B4-BE49-F238E27FC236}">
                <a16:creationId xmlns:a16="http://schemas.microsoft.com/office/drawing/2014/main" id="{9001AD53-D2C9-AFBC-1450-C30FF573607A}"/>
              </a:ext>
            </a:extLst>
          </p:cNvPr>
          <p:cNvSpPr txBox="1"/>
          <p:nvPr/>
        </p:nvSpPr>
        <p:spPr>
          <a:xfrm>
            <a:off x="941568" y="2837380"/>
            <a:ext cx="4143664" cy="1046440"/>
          </a:xfrm>
          <a:prstGeom prst="rect">
            <a:avLst/>
          </a:prstGeom>
          <a:noFill/>
        </p:spPr>
        <p:txBody>
          <a:bodyPr wrap="square">
            <a:spAutoFit/>
          </a:bodyPr>
          <a:lstStyle/>
          <a:p>
            <a:r>
              <a:rPr lang="en-US" sz="1100"/>
              <a:t>Designing a survey question means </a:t>
            </a:r>
            <a:r>
              <a:rPr lang="en-US" sz="1100" b="1"/>
              <a:t>designing a measurement</a:t>
            </a:r>
            <a:r>
              <a:rPr lang="en-US" sz="1100"/>
              <a:t>, </a:t>
            </a:r>
            <a:r>
              <a:rPr lang="en-US" sz="1100" b="1"/>
              <a:t>not engaging in a conversational inquiry</a:t>
            </a:r>
            <a:r>
              <a:rPr lang="en-US" sz="1100"/>
              <a:t>.</a:t>
            </a:r>
          </a:p>
          <a:p>
            <a:endParaRPr lang="en-US" sz="1100">
              <a:solidFill>
                <a:schemeClr val="bg1">
                  <a:lumMod val="75000"/>
                </a:schemeClr>
              </a:solidFill>
            </a:endParaRPr>
          </a:p>
          <a:p>
            <a:pPr marL="171450" indent="-171450">
              <a:buFont typeface="Arial" panose="020B0604020202020204" pitchFamily="34" charset="0"/>
              <a:buChar char="•"/>
            </a:pPr>
            <a:r>
              <a:rPr lang="en-US" sz="900">
                <a:solidFill>
                  <a:schemeClr val="bg1">
                    <a:lumMod val="75000"/>
                  </a:schemeClr>
                </a:solidFill>
              </a:rPr>
              <a:t>The value of the response depends on whether it can be shown to have a predictable relationship with the facts or subjective states of interest.</a:t>
            </a:r>
            <a:endParaRPr lang="en-US" sz="900" noProof="0">
              <a:solidFill>
                <a:schemeClr val="bg1">
                  <a:lumMod val="75000"/>
                </a:schemeClr>
              </a:solidFill>
            </a:endParaRPr>
          </a:p>
          <a:p>
            <a:endParaRPr lang="en-GB" sz="1100" noProof="0"/>
          </a:p>
        </p:txBody>
      </p:sp>
      <p:sp>
        <p:nvSpPr>
          <p:cNvPr id="18" name="TextBox 17">
            <a:extLst>
              <a:ext uri="{FF2B5EF4-FFF2-40B4-BE49-F238E27FC236}">
                <a16:creationId xmlns:a16="http://schemas.microsoft.com/office/drawing/2014/main" id="{4D7882F2-9CB9-D24C-165C-5598F7AAF8F5}"/>
              </a:ext>
            </a:extLst>
          </p:cNvPr>
          <p:cNvSpPr txBox="1"/>
          <p:nvPr/>
        </p:nvSpPr>
        <p:spPr>
          <a:xfrm>
            <a:off x="962445" y="3910969"/>
            <a:ext cx="4882094" cy="430887"/>
          </a:xfrm>
          <a:prstGeom prst="rect">
            <a:avLst/>
          </a:prstGeom>
          <a:noFill/>
        </p:spPr>
        <p:txBody>
          <a:bodyPr wrap="square">
            <a:spAutoFit/>
          </a:bodyPr>
          <a:lstStyle/>
          <a:p>
            <a:r>
              <a:rPr lang="en-US" sz="1100" b="1">
                <a:solidFill>
                  <a:schemeClr val="bg1"/>
                </a:solidFill>
                <a:highlight>
                  <a:srgbClr val="00B050"/>
                </a:highlight>
              </a:rPr>
              <a:t>Good questions </a:t>
            </a:r>
            <a:r>
              <a:rPr lang="en-US" sz="1100"/>
              <a:t>maximise the relationship between the </a:t>
            </a:r>
            <a:r>
              <a:rPr lang="en-US" sz="1100" b="1"/>
              <a:t>recorded</a:t>
            </a:r>
            <a:r>
              <a:rPr lang="en-US" sz="1100"/>
              <a:t> </a:t>
            </a:r>
            <a:r>
              <a:rPr lang="en-US" sz="1100" b="1"/>
              <a:t>answers</a:t>
            </a:r>
            <a:r>
              <a:rPr lang="en-US" sz="1100"/>
              <a:t> and what the researcher </a:t>
            </a:r>
            <a:r>
              <a:rPr lang="en-US" sz="1100" b="1"/>
              <a:t>seeks</a:t>
            </a:r>
            <a:r>
              <a:rPr lang="en-US" sz="1100"/>
              <a:t> </a:t>
            </a:r>
            <a:r>
              <a:rPr lang="en-US" sz="1100" b="1"/>
              <a:t>to measure</a:t>
            </a:r>
            <a:r>
              <a:rPr lang="en-US" sz="1100"/>
              <a:t>.</a:t>
            </a:r>
            <a:endParaRPr lang="en-GB" sz="1100"/>
          </a:p>
        </p:txBody>
      </p:sp>
      <p:sp>
        <p:nvSpPr>
          <p:cNvPr id="9" name="Rectangle: Rounded Corners 8">
            <a:extLst>
              <a:ext uri="{FF2B5EF4-FFF2-40B4-BE49-F238E27FC236}">
                <a16:creationId xmlns:a16="http://schemas.microsoft.com/office/drawing/2014/main" id="{A0C52BB5-2459-BF14-B70F-A8123FF98728}"/>
              </a:ext>
            </a:extLst>
          </p:cNvPr>
          <p:cNvSpPr/>
          <p:nvPr/>
        </p:nvSpPr>
        <p:spPr>
          <a:xfrm>
            <a:off x="1009909" y="4585447"/>
            <a:ext cx="4834629" cy="1093827"/>
          </a:xfrm>
          <a:prstGeom prst="round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tx1"/>
                </a:solidFill>
              </a:rPr>
              <a:t>Survey responses </a:t>
            </a:r>
            <a:r>
              <a:rPr lang="en-US" sz="1050" b="1">
                <a:solidFill>
                  <a:schemeClr val="tx1"/>
                </a:solidFill>
                <a:highlight>
                  <a:srgbClr val="FFC000"/>
                </a:highlight>
              </a:rPr>
              <a:t>are reactions</a:t>
            </a:r>
          </a:p>
          <a:p>
            <a:pPr algn="ctr"/>
            <a:r>
              <a:rPr lang="en-US" sz="1050" b="1">
                <a:solidFill>
                  <a:schemeClr val="tx1"/>
                </a:solidFill>
                <a:highlight>
                  <a:srgbClr val="FFC000"/>
                </a:highlight>
              </a:rPr>
              <a:t> evoked in an artificial situation </a:t>
            </a:r>
            <a:r>
              <a:rPr lang="en-US" sz="1050" b="1">
                <a:solidFill>
                  <a:schemeClr val="tx1"/>
                </a:solidFill>
              </a:rPr>
              <a:t>designed by the researcher.</a:t>
            </a:r>
            <a:endParaRPr lang="en-GB" sz="1050" noProof="0">
              <a:solidFill>
                <a:schemeClr val="tx1"/>
              </a:solidFill>
            </a:endParaRPr>
          </a:p>
        </p:txBody>
      </p:sp>
      <p:grpSp>
        <p:nvGrpSpPr>
          <p:cNvPr id="11" name="Group 10">
            <a:extLst>
              <a:ext uri="{FF2B5EF4-FFF2-40B4-BE49-F238E27FC236}">
                <a16:creationId xmlns:a16="http://schemas.microsoft.com/office/drawing/2014/main" id="{16766E0B-1DC1-8FE1-0257-05B57D874B4E}"/>
              </a:ext>
            </a:extLst>
          </p:cNvPr>
          <p:cNvGrpSpPr/>
          <p:nvPr/>
        </p:nvGrpSpPr>
        <p:grpSpPr>
          <a:xfrm>
            <a:off x="676623" y="5329705"/>
            <a:ext cx="1023605" cy="709161"/>
            <a:chOff x="7393389" y="1726097"/>
            <a:chExt cx="1023605" cy="709161"/>
          </a:xfrm>
        </p:grpSpPr>
        <p:pic>
          <p:nvPicPr>
            <p:cNvPr id="12" name="Picture 11">
              <a:hlinkClick r:id="rId2"/>
              <a:extLst>
                <a:ext uri="{FF2B5EF4-FFF2-40B4-BE49-F238E27FC236}">
                  <a16:creationId xmlns:a16="http://schemas.microsoft.com/office/drawing/2014/main" id="{C5F8E104-A2F8-A9AA-11B4-B8A043A50B9A}"/>
                </a:ext>
              </a:extLst>
            </p:cNvPr>
            <p:cNvPicPr preferRelativeResize="0">
              <a:picLocks/>
            </p:cNvPicPr>
            <p:nvPr/>
          </p:nvPicPr>
          <p:blipFill>
            <a:blip r:embed="rId3"/>
            <a:srcRect t="-5555" b="16667"/>
            <a:stretch/>
          </p:blipFill>
          <p:spPr>
            <a:xfrm>
              <a:off x="7658334" y="1726097"/>
              <a:ext cx="493717" cy="493717"/>
            </a:xfrm>
            <a:prstGeom prst="ellipse">
              <a:avLst/>
            </a:prstGeom>
            <a:solidFill>
              <a:schemeClr val="accent2"/>
            </a:solidFill>
            <a:effectLst>
              <a:outerShdw blurRad="50800" dist="38100" dir="5400000" algn="t" rotWithShape="0">
                <a:prstClr val="black">
                  <a:alpha val="40000"/>
                </a:prstClr>
              </a:outerShdw>
            </a:effectLst>
          </p:spPr>
        </p:pic>
        <p:sp>
          <p:nvSpPr>
            <p:cNvPr id="16" name="TextBox 15">
              <a:extLst>
                <a:ext uri="{FF2B5EF4-FFF2-40B4-BE49-F238E27FC236}">
                  <a16:creationId xmlns:a16="http://schemas.microsoft.com/office/drawing/2014/main" id="{C0137816-8097-6C00-7DCE-763F8178FEB4}"/>
                </a:ext>
              </a:extLst>
            </p:cNvPr>
            <p:cNvSpPr txBox="1"/>
            <p:nvPr/>
          </p:nvSpPr>
          <p:spPr>
            <a:xfrm>
              <a:off x="7393389" y="2219814"/>
              <a:ext cx="1023605" cy="215444"/>
            </a:xfrm>
            <a:prstGeom prst="rect">
              <a:avLst/>
            </a:prstGeom>
            <a:noFill/>
          </p:spPr>
          <p:txBody>
            <a:bodyPr wrap="square">
              <a:spAutoFit/>
            </a:bodyPr>
            <a:lstStyle/>
            <a:p>
              <a:pPr algn="ctr"/>
              <a:r>
                <a:rPr lang="en-GB" sz="800" b="1" noProof="0">
                  <a:solidFill>
                    <a:srgbClr val="00B0F0"/>
                  </a:solidFill>
                  <a:hlinkClick r:id="rId2">
                    <a:extLst>
                      <a:ext uri="{A12FA001-AC4F-418D-AE19-62706E023703}">
                        <ahyp:hlinkClr xmlns:ahyp="http://schemas.microsoft.com/office/drawing/2018/hyperlinkcolor" val="tx"/>
                      </a:ext>
                    </a:extLst>
                  </a:hlinkClick>
                </a:rPr>
                <a:t> Fowler (2014)</a:t>
              </a:r>
              <a:endParaRPr lang="en-GB" sz="800" b="1" noProof="0">
                <a:solidFill>
                  <a:srgbClr val="00B0F0"/>
                </a:solidFill>
              </a:endParaRPr>
            </a:p>
          </p:txBody>
        </p:sp>
      </p:grpSp>
      <p:sp>
        <p:nvSpPr>
          <p:cNvPr id="17" name="Rectangle: Rounded Corners 16">
            <a:extLst>
              <a:ext uri="{FF2B5EF4-FFF2-40B4-BE49-F238E27FC236}">
                <a16:creationId xmlns:a16="http://schemas.microsoft.com/office/drawing/2014/main" id="{5FE37EAD-9239-A2FD-FC4B-215E1D8905A0}"/>
              </a:ext>
            </a:extLst>
          </p:cNvPr>
          <p:cNvSpPr/>
          <p:nvPr/>
        </p:nvSpPr>
        <p:spPr>
          <a:xfrm>
            <a:off x="6406621" y="1383868"/>
            <a:ext cx="4834629" cy="2275363"/>
          </a:xfrm>
          <a:prstGeom prst="roundRect">
            <a:avLst>
              <a:gd name="adj" fmla="val 5397"/>
            </a:avLst>
          </a:prstGeom>
          <a:solidFill>
            <a:srgbClr val="F2F2F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1050" b="1">
                <a:solidFill>
                  <a:schemeClr val="tx1"/>
                </a:solidFill>
                <a:highlight>
                  <a:srgbClr val="FFC000"/>
                </a:highlight>
              </a:rPr>
            </a:br>
            <a:r>
              <a:rPr lang="en-US" sz="1050" b="1">
                <a:solidFill>
                  <a:schemeClr val="tx1"/>
                </a:solidFill>
                <a:highlight>
                  <a:srgbClr val="FFC000"/>
                </a:highlight>
              </a:rPr>
              <a:t>A respondent tells us that they voted for Rodolfo instead </a:t>
            </a:r>
            <a:br>
              <a:rPr lang="en-US" sz="1050" b="1">
                <a:solidFill>
                  <a:schemeClr val="tx1"/>
                </a:solidFill>
                <a:highlight>
                  <a:srgbClr val="FFC000"/>
                </a:highlight>
              </a:rPr>
            </a:br>
            <a:r>
              <a:rPr lang="en-US" sz="1050" b="1">
                <a:solidFill>
                  <a:schemeClr val="tx1"/>
                </a:solidFill>
                <a:highlight>
                  <a:srgbClr val="FFC000"/>
                </a:highlight>
              </a:rPr>
              <a:t>of Petro in the 2022 presidential election.</a:t>
            </a:r>
          </a:p>
          <a:p>
            <a:pPr algn="ctr"/>
            <a:endParaRPr lang="en-GB" sz="1050" b="1" noProof="0">
              <a:solidFill>
                <a:schemeClr val="tx1"/>
              </a:solidFill>
            </a:endParaRPr>
          </a:p>
          <a:p>
            <a:pPr algn="just"/>
            <a:r>
              <a:rPr lang="en-US" sz="900">
                <a:solidFill>
                  <a:schemeClr val="tx1"/>
                </a:solidFill>
              </a:rPr>
              <a:t>We care about is </a:t>
            </a:r>
            <a:r>
              <a:rPr lang="en-US" sz="900" b="1">
                <a:solidFill>
                  <a:schemeClr val="bg1"/>
                </a:solidFill>
                <a:highlight>
                  <a:srgbClr val="00B050"/>
                </a:highlight>
              </a:rPr>
              <a:t>which box they marked in the voting booth</a:t>
            </a:r>
            <a:r>
              <a:rPr lang="en-US" sz="900">
                <a:solidFill>
                  <a:schemeClr val="tx1"/>
                </a:solidFill>
              </a:rPr>
              <a:t>.</a:t>
            </a:r>
          </a:p>
          <a:p>
            <a:r>
              <a:rPr lang="en-US" sz="900">
                <a:solidFill>
                  <a:schemeClr val="tx1"/>
                </a:solidFill>
              </a:rPr>
              <a:t>The response given in the </a:t>
            </a:r>
            <a:r>
              <a:rPr lang="en-US" sz="900" b="1">
                <a:solidFill>
                  <a:schemeClr val="tx1"/>
                </a:solidFill>
              </a:rPr>
              <a:t>survey may differ from what truly happened </a:t>
            </a:r>
            <a:br>
              <a:rPr lang="en-US" sz="900" b="1">
                <a:solidFill>
                  <a:schemeClr val="tx1"/>
                </a:solidFill>
              </a:rPr>
            </a:br>
            <a:r>
              <a:rPr lang="en-US" sz="900">
                <a:solidFill>
                  <a:schemeClr val="tx1"/>
                </a:solidFill>
              </a:rPr>
              <a:t>for several reasons:</a:t>
            </a:r>
          </a:p>
          <a:p>
            <a:pPr algn="just"/>
            <a:endParaRPr lang="en-US" sz="900">
              <a:solidFill>
                <a:schemeClr val="tx1"/>
              </a:solidFill>
            </a:endParaRPr>
          </a:p>
          <a:p>
            <a:pPr algn="just"/>
            <a:endParaRPr lang="en-US" sz="900">
              <a:solidFill>
                <a:schemeClr val="tx1"/>
              </a:solidFill>
            </a:endParaRPr>
          </a:p>
          <a:p>
            <a:pPr algn="just"/>
            <a:endParaRPr lang="en-US" sz="900">
              <a:solidFill>
                <a:schemeClr val="tx1"/>
              </a:solidFill>
            </a:endParaRPr>
          </a:p>
          <a:p>
            <a:pPr algn="just"/>
            <a:endParaRPr lang="en-US" sz="900">
              <a:solidFill>
                <a:schemeClr val="tx1"/>
              </a:solidFill>
            </a:endParaRPr>
          </a:p>
          <a:p>
            <a:pPr algn="just"/>
            <a:endParaRPr lang="en-US" sz="900">
              <a:solidFill>
                <a:schemeClr val="tx1"/>
              </a:solidFill>
            </a:endParaRPr>
          </a:p>
          <a:p>
            <a:pPr algn="just"/>
            <a:endParaRPr lang="en-US" sz="900">
              <a:solidFill>
                <a:schemeClr val="tx1"/>
              </a:solidFill>
            </a:endParaRPr>
          </a:p>
          <a:p>
            <a:pPr algn="just"/>
            <a:endParaRPr lang="en-US" sz="900">
              <a:solidFill>
                <a:schemeClr val="tx1"/>
              </a:solidFill>
            </a:endParaRPr>
          </a:p>
          <a:p>
            <a:pPr algn="just"/>
            <a:endParaRPr lang="en-US" sz="900">
              <a:solidFill>
                <a:schemeClr val="tx1"/>
              </a:solidFill>
            </a:endParaRPr>
          </a:p>
          <a:p>
            <a:pPr algn="just"/>
            <a:endParaRPr lang="en-US" sz="900">
              <a:solidFill>
                <a:schemeClr val="tx1"/>
              </a:solidFill>
            </a:endParaRPr>
          </a:p>
        </p:txBody>
      </p:sp>
      <p:sp>
        <p:nvSpPr>
          <p:cNvPr id="5" name="Slide Number Placeholder 5">
            <a:extLst>
              <a:ext uri="{FF2B5EF4-FFF2-40B4-BE49-F238E27FC236}">
                <a16:creationId xmlns:a16="http://schemas.microsoft.com/office/drawing/2014/main" id="{9F0EB4AA-C73A-A6CF-8698-ACE36C07ECC5}"/>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39</a:t>
            </a:fld>
            <a:endParaRPr lang="en-GB" noProof="0"/>
          </a:p>
        </p:txBody>
      </p:sp>
      <p:sp>
        <p:nvSpPr>
          <p:cNvPr id="8" name="Date Placeholder 3">
            <a:extLst>
              <a:ext uri="{FF2B5EF4-FFF2-40B4-BE49-F238E27FC236}">
                <a16:creationId xmlns:a16="http://schemas.microsoft.com/office/drawing/2014/main" id="{E5714D4F-9DE5-13F8-7C24-76B5FDC36E46}"/>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grpSp>
        <p:nvGrpSpPr>
          <p:cNvPr id="20" name="Group 19">
            <a:extLst>
              <a:ext uri="{FF2B5EF4-FFF2-40B4-BE49-F238E27FC236}">
                <a16:creationId xmlns:a16="http://schemas.microsoft.com/office/drawing/2014/main" id="{1C0D2926-B1CB-4EDD-F96F-12D349A91632}"/>
              </a:ext>
            </a:extLst>
          </p:cNvPr>
          <p:cNvGrpSpPr/>
          <p:nvPr/>
        </p:nvGrpSpPr>
        <p:grpSpPr>
          <a:xfrm>
            <a:off x="1485263" y="1895776"/>
            <a:ext cx="2603109" cy="400110"/>
            <a:chOff x="6663071" y="4746141"/>
            <a:chExt cx="2603109" cy="400110"/>
          </a:xfrm>
        </p:grpSpPr>
        <p:sp>
          <p:nvSpPr>
            <p:cNvPr id="24" name="TextBox 23">
              <a:extLst>
                <a:ext uri="{FF2B5EF4-FFF2-40B4-BE49-F238E27FC236}">
                  <a16:creationId xmlns:a16="http://schemas.microsoft.com/office/drawing/2014/main" id="{676776EF-FE2D-4FE4-69DB-1F2F8B008253}"/>
                </a:ext>
              </a:extLst>
            </p:cNvPr>
            <p:cNvSpPr txBox="1"/>
            <p:nvPr/>
          </p:nvSpPr>
          <p:spPr>
            <a:xfrm>
              <a:off x="6819523" y="4746141"/>
              <a:ext cx="2446657" cy="400110"/>
            </a:xfrm>
            <a:prstGeom prst="rect">
              <a:avLst/>
            </a:prstGeom>
            <a:noFill/>
          </p:spPr>
          <p:txBody>
            <a:bodyPr wrap="square">
              <a:spAutoFit/>
            </a:bodyPr>
            <a:lstStyle>
              <a:defPPr>
                <a:defRPr lang="en-US"/>
              </a:defPPr>
              <a:lvl1pPr lvl="0">
                <a:defRPr sz="1100"/>
              </a:lvl1pPr>
            </a:lstStyle>
            <a:p>
              <a:r>
                <a:rPr lang="en-US" sz="1000" b="1" noProof="0"/>
                <a:t>Reliable </a:t>
              </a:r>
              <a:r>
                <a:rPr lang="en-US" sz="1000" noProof="0"/>
                <a:t>(they provide consistent measurements in comparable situations)</a:t>
              </a:r>
              <a:endParaRPr lang="en-GB" sz="1000" noProof="0"/>
            </a:p>
          </p:txBody>
        </p:sp>
        <p:sp>
          <p:nvSpPr>
            <p:cNvPr id="25" name="Freeform: Shape 24">
              <a:extLst>
                <a:ext uri="{FF2B5EF4-FFF2-40B4-BE49-F238E27FC236}">
                  <a16:creationId xmlns:a16="http://schemas.microsoft.com/office/drawing/2014/main" id="{6B052023-90AB-D4C7-2CDD-5E724240BEEC}"/>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grpSp>
        <p:nvGrpSpPr>
          <p:cNvPr id="26" name="Group 25">
            <a:extLst>
              <a:ext uri="{FF2B5EF4-FFF2-40B4-BE49-F238E27FC236}">
                <a16:creationId xmlns:a16="http://schemas.microsoft.com/office/drawing/2014/main" id="{8B8AB95F-FDF6-6DF7-0BEC-0D9015085219}"/>
              </a:ext>
            </a:extLst>
          </p:cNvPr>
          <p:cNvGrpSpPr/>
          <p:nvPr/>
        </p:nvGrpSpPr>
        <p:grpSpPr>
          <a:xfrm>
            <a:off x="1485263" y="2398923"/>
            <a:ext cx="2603109" cy="400110"/>
            <a:chOff x="6663071" y="4746141"/>
            <a:chExt cx="2446657" cy="400110"/>
          </a:xfrm>
        </p:grpSpPr>
        <p:sp>
          <p:nvSpPr>
            <p:cNvPr id="27" name="TextBox 26">
              <a:extLst>
                <a:ext uri="{FF2B5EF4-FFF2-40B4-BE49-F238E27FC236}">
                  <a16:creationId xmlns:a16="http://schemas.microsoft.com/office/drawing/2014/main" id="{CC368C76-1CB7-610C-E92C-F10CE924E098}"/>
                </a:ext>
              </a:extLst>
            </p:cNvPr>
            <p:cNvSpPr txBox="1"/>
            <p:nvPr/>
          </p:nvSpPr>
          <p:spPr>
            <a:xfrm>
              <a:off x="6819524" y="4746141"/>
              <a:ext cx="2290204" cy="400110"/>
            </a:xfrm>
            <a:prstGeom prst="rect">
              <a:avLst/>
            </a:prstGeom>
            <a:noFill/>
          </p:spPr>
          <p:txBody>
            <a:bodyPr wrap="square">
              <a:spAutoFit/>
            </a:bodyPr>
            <a:lstStyle>
              <a:defPPr>
                <a:defRPr lang="en-US"/>
              </a:defPPr>
              <a:lvl1pPr lvl="0">
                <a:defRPr sz="1100"/>
              </a:lvl1pPr>
            </a:lstStyle>
            <a:p>
              <a:r>
                <a:rPr lang="en-US" sz="1000" b="1" noProof="0"/>
                <a:t>Valid </a:t>
              </a:r>
              <a:r>
                <a:rPr lang="en-US" sz="1000" noProof="0"/>
                <a:t>(the answers correspond to what they are intended to measure)</a:t>
              </a:r>
              <a:endParaRPr lang="en-GB" sz="1000" noProof="0"/>
            </a:p>
          </p:txBody>
        </p:sp>
        <p:sp>
          <p:nvSpPr>
            <p:cNvPr id="28" name="Freeform: Shape 27">
              <a:extLst>
                <a:ext uri="{FF2B5EF4-FFF2-40B4-BE49-F238E27FC236}">
                  <a16:creationId xmlns:a16="http://schemas.microsoft.com/office/drawing/2014/main" id="{C4124A4A-906E-94E5-1174-5A87709DFAB1}"/>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pic>
        <p:nvPicPr>
          <p:cNvPr id="1026" name="Picture 2" descr="En la Casa de Nariño se reunieron el presidente Gustavo Petro y senador ...">
            <a:extLst>
              <a:ext uri="{FF2B5EF4-FFF2-40B4-BE49-F238E27FC236}">
                <a16:creationId xmlns:a16="http://schemas.microsoft.com/office/drawing/2014/main" id="{FF2FC0FA-98B6-A5E5-1E51-F583050DD0DF}"/>
              </a:ext>
            </a:extLst>
          </p:cNvPr>
          <p:cNvPicPr preferRelativeResize="0">
            <a:picLocks noChangeArrowheads="1"/>
          </p:cNvPicPr>
          <p:nvPr/>
        </p:nvPicPr>
        <p:blipFill rotWithShape="1">
          <a:blip r:embed="rId4"/>
          <a:srcRect l="15715" t="-22222" r="27143" b="11111"/>
          <a:stretch>
            <a:fillRect/>
          </a:stretch>
        </p:blipFill>
        <p:spPr bwMode="auto">
          <a:xfrm>
            <a:off x="10706736" y="1228743"/>
            <a:ext cx="645310" cy="645310"/>
          </a:xfrm>
          <a:prstGeom prst="ellipse">
            <a:avLst/>
          </a:prstGeom>
          <a:solidFill>
            <a:schemeClr val="accent2"/>
          </a:solidFill>
          <a:effectLst>
            <a:outerShdw blurRad="50800" dist="38100" dir="5400000" algn="t" rotWithShape="0">
              <a:prstClr val="black">
                <a:alpha val="40000"/>
              </a:prstClr>
            </a:outerShdw>
          </a:effectLst>
        </p:spPr>
      </p:pic>
      <p:grpSp>
        <p:nvGrpSpPr>
          <p:cNvPr id="37" name="Group 36">
            <a:extLst>
              <a:ext uri="{FF2B5EF4-FFF2-40B4-BE49-F238E27FC236}">
                <a16:creationId xmlns:a16="http://schemas.microsoft.com/office/drawing/2014/main" id="{FC05AC9B-F3DE-63FA-7DC2-0FCC2FDAFE2C}"/>
              </a:ext>
            </a:extLst>
          </p:cNvPr>
          <p:cNvGrpSpPr/>
          <p:nvPr/>
        </p:nvGrpSpPr>
        <p:grpSpPr>
          <a:xfrm>
            <a:off x="6880018" y="2507251"/>
            <a:ext cx="3910389" cy="369332"/>
            <a:chOff x="6992560" y="2438849"/>
            <a:chExt cx="3910389" cy="369332"/>
          </a:xfrm>
        </p:grpSpPr>
        <p:sp>
          <p:nvSpPr>
            <p:cNvPr id="30" name="Freeform: Shape 29">
              <a:extLst>
                <a:ext uri="{FF2B5EF4-FFF2-40B4-BE49-F238E27FC236}">
                  <a16:creationId xmlns:a16="http://schemas.microsoft.com/office/drawing/2014/main" id="{552295BB-B064-AD00-A7AB-C18DC93E2C8D}"/>
                </a:ext>
              </a:extLst>
            </p:cNvPr>
            <p:cNvSpPr/>
            <p:nvPr/>
          </p:nvSpPr>
          <p:spPr>
            <a:xfrm>
              <a:off x="6992560" y="2492464"/>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31" name="TextBox 30">
              <a:extLst>
                <a:ext uri="{FF2B5EF4-FFF2-40B4-BE49-F238E27FC236}">
                  <a16:creationId xmlns:a16="http://schemas.microsoft.com/office/drawing/2014/main" id="{EE1431BF-CB40-D910-64D3-F4DB1CBFD6C2}"/>
                </a:ext>
              </a:extLst>
            </p:cNvPr>
            <p:cNvSpPr txBox="1"/>
            <p:nvPr/>
          </p:nvSpPr>
          <p:spPr>
            <a:xfrm>
              <a:off x="7103358" y="2438849"/>
              <a:ext cx="3799591" cy="369332"/>
            </a:xfrm>
            <a:prstGeom prst="rect">
              <a:avLst/>
            </a:prstGeom>
            <a:noFill/>
          </p:spPr>
          <p:txBody>
            <a:bodyPr wrap="square">
              <a:spAutoFit/>
            </a:bodyPr>
            <a:lstStyle>
              <a:defPPr>
                <a:defRPr lang="en-US"/>
              </a:defPPr>
              <a:lvl1pPr lvl="0">
                <a:defRPr sz="1100"/>
              </a:lvl1pPr>
            </a:lstStyle>
            <a:p>
              <a:r>
                <a:rPr lang="en-US" sz="900"/>
                <a:t>The respondent may have </a:t>
              </a:r>
              <a:r>
                <a:rPr lang="en-US" sz="900" b="1"/>
                <a:t>ticked the wrong box </a:t>
              </a:r>
              <a:r>
                <a:rPr lang="en-US" sz="900"/>
                <a:t>and therefore may not actually know who they voted for.</a:t>
              </a:r>
              <a:endParaRPr lang="en-GB" sz="900"/>
            </a:p>
          </p:txBody>
        </p:sp>
      </p:grpSp>
      <p:grpSp>
        <p:nvGrpSpPr>
          <p:cNvPr id="38" name="Group 37">
            <a:extLst>
              <a:ext uri="{FF2B5EF4-FFF2-40B4-BE49-F238E27FC236}">
                <a16:creationId xmlns:a16="http://schemas.microsoft.com/office/drawing/2014/main" id="{660EB2D9-DDFC-FCB0-ED2D-5F0706C384E8}"/>
              </a:ext>
            </a:extLst>
          </p:cNvPr>
          <p:cNvGrpSpPr/>
          <p:nvPr/>
        </p:nvGrpSpPr>
        <p:grpSpPr>
          <a:xfrm>
            <a:off x="6880017" y="2901769"/>
            <a:ext cx="3910390" cy="230832"/>
            <a:chOff x="6992559" y="2833367"/>
            <a:chExt cx="3910390" cy="230832"/>
          </a:xfrm>
        </p:grpSpPr>
        <p:sp>
          <p:nvSpPr>
            <p:cNvPr id="32" name="Freeform: Shape 31">
              <a:extLst>
                <a:ext uri="{FF2B5EF4-FFF2-40B4-BE49-F238E27FC236}">
                  <a16:creationId xmlns:a16="http://schemas.microsoft.com/office/drawing/2014/main" id="{A6189432-E399-E7D4-0D82-47C26C80A8BF}"/>
                </a:ext>
              </a:extLst>
            </p:cNvPr>
            <p:cNvSpPr/>
            <p:nvPr/>
          </p:nvSpPr>
          <p:spPr>
            <a:xfrm>
              <a:off x="6992559" y="2860760"/>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33" name="TextBox 32">
              <a:extLst>
                <a:ext uri="{FF2B5EF4-FFF2-40B4-BE49-F238E27FC236}">
                  <a16:creationId xmlns:a16="http://schemas.microsoft.com/office/drawing/2014/main" id="{7FDD2CA1-6C3B-FC23-17EC-9F7C070F29F3}"/>
                </a:ext>
              </a:extLst>
            </p:cNvPr>
            <p:cNvSpPr txBox="1"/>
            <p:nvPr/>
          </p:nvSpPr>
          <p:spPr>
            <a:xfrm>
              <a:off x="7103358" y="2833367"/>
              <a:ext cx="3799591" cy="230832"/>
            </a:xfrm>
            <a:prstGeom prst="rect">
              <a:avLst/>
            </a:prstGeom>
            <a:noFill/>
          </p:spPr>
          <p:txBody>
            <a:bodyPr wrap="square">
              <a:spAutoFit/>
            </a:bodyPr>
            <a:lstStyle>
              <a:defPPr>
                <a:defRPr lang="en-US"/>
              </a:defPPr>
              <a:lvl1pPr lvl="0">
                <a:defRPr sz="1100"/>
              </a:lvl1pPr>
            </a:lstStyle>
            <a:p>
              <a:r>
                <a:rPr lang="en-US" sz="900"/>
                <a:t>The respondent may have </a:t>
              </a:r>
              <a:r>
                <a:rPr lang="en-US" sz="900" b="1"/>
                <a:t>forgotten</a:t>
              </a:r>
              <a:r>
                <a:rPr lang="en-US" sz="900"/>
                <a:t> who they voted for.</a:t>
              </a:r>
              <a:endParaRPr lang="en-GB" sz="900"/>
            </a:p>
          </p:txBody>
        </p:sp>
      </p:grpSp>
      <p:grpSp>
        <p:nvGrpSpPr>
          <p:cNvPr id="39" name="Group 38">
            <a:extLst>
              <a:ext uri="{FF2B5EF4-FFF2-40B4-BE49-F238E27FC236}">
                <a16:creationId xmlns:a16="http://schemas.microsoft.com/office/drawing/2014/main" id="{0727DD48-1194-1CC1-3AF6-A1D511ADE424}"/>
              </a:ext>
            </a:extLst>
          </p:cNvPr>
          <p:cNvGrpSpPr/>
          <p:nvPr/>
        </p:nvGrpSpPr>
        <p:grpSpPr>
          <a:xfrm>
            <a:off x="6880017" y="3185180"/>
            <a:ext cx="3630198" cy="369332"/>
            <a:chOff x="6992558" y="3116778"/>
            <a:chExt cx="3630198" cy="369332"/>
          </a:xfrm>
        </p:grpSpPr>
        <p:sp>
          <p:nvSpPr>
            <p:cNvPr id="34" name="Freeform: Shape 33">
              <a:extLst>
                <a:ext uri="{FF2B5EF4-FFF2-40B4-BE49-F238E27FC236}">
                  <a16:creationId xmlns:a16="http://schemas.microsoft.com/office/drawing/2014/main" id="{FFB73A36-C898-2FF6-E3C1-8ACC4BBBC95D}"/>
                </a:ext>
              </a:extLst>
            </p:cNvPr>
            <p:cNvSpPr/>
            <p:nvPr/>
          </p:nvSpPr>
          <p:spPr>
            <a:xfrm>
              <a:off x="6992558" y="3145509"/>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35" name="TextBox 34">
              <a:extLst>
                <a:ext uri="{FF2B5EF4-FFF2-40B4-BE49-F238E27FC236}">
                  <a16:creationId xmlns:a16="http://schemas.microsoft.com/office/drawing/2014/main" id="{C7CFF654-CAD4-1FBF-1113-97A5D2DC7507}"/>
                </a:ext>
              </a:extLst>
            </p:cNvPr>
            <p:cNvSpPr txBox="1"/>
            <p:nvPr/>
          </p:nvSpPr>
          <p:spPr>
            <a:xfrm>
              <a:off x="7103358" y="3116778"/>
              <a:ext cx="3519398" cy="369332"/>
            </a:xfrm>
            <a:prstGeom prst="rect">
              <a:avLst/>
            </a:prstGeom>
            <a:noFill/>
          </p:spPr>
          <p:txBody>
            <a:bodyPr wrap="square">
              <a:spAutoFit/>
            </a:bodyPr>
            <a:lstStyle>
              <a:defPPr>
                <a:defRPr lang="en-US"/>
              </a:defPPr>
              <a:lvl1pPr lvl="0">
                <a:defRPr sz="1100"/>
              </a:lvl1pPr>
            </a:lstStyle>
            <a:p>
              <a:r>
                <a:rPr lang="en-US" sz="900"/>
                <a:t>The respondent may have </a:t>
              </a:r>
              <a:r>
                <a:rPr lang="en-US" sz="900" b="1"/>
                <a:t>intentionally altered their answer </a:t>
              </a:r>
              <a:r>
                <a:rPr lang="en-US" sz="900"/>
                <a:t>for some reason.</a:t>
              </a:r>
              <a:endParaRPr lang="en-GB" sz="900"/>
            </a:p>
          </p:txBody>
        </p:sp>
      </p:grpSp>
      <p:sp>
        <p:nvSpPr>
          <p:cNvPr id="36" name="Rectangle: Rounded Corners 35">
            <a:extLst>
              <a:ext uri="{FF2B5EF4-FFF2-40B4-BE49-F238E27FC236}">
                <a16:creationId xmlns:a16="http://schemas.microsoft.com/office/drawing/2014/main" id="{05A77389-74EE-8B3C-85EB-1046079E2DCD}"/>
              </a:ext>
            </a:extLst>
          </p:cNvPr>
          <p:cNvSpPr/>
          <p:nvPr/>
        </p:nvSpPr>
        <p:spPr>
          <a:xfrm>
            <a:off x="6415803" y="3814356"/>
            <a:ext cx="4834629" cy="2058906"/>
          </a:xfrm>
          <a:prstGeom prst="roundRect">
            <a:avLst>
              <a:gd name="adj" fmla="val 5397"/>
            </a:avLst>
          </a:prstGeom>
          <a:solidFill>
            <a:srgbClr val="F2F2F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50" b="1">
                <a:solidFill>
                  <a:schemeClr val="tx1"/>
                </a:solidFill>
                <a:highlight>
                  <a:srgbClr val="FFC000"/>
                </a:highlight>
              </a:rPr>
              <a:t>A respondent tells us how many times they </a:t>
            </a:r>
            <a:br>
              <a:rPr lang="en-US" sz="1050" b="1">
                <a:solidFill>
                  <a:schemeClr val="tx1"/>
                </a:solidFill>
                <a:highlight>
                  <a:srgbClr val="FFC000"/>
                </a:highlight>
              </a:rPr>
            </a:br>
            <a:r>
              <a:rPr lang="en-US" sz="1050" b="1">
                <a:solidFill>
                  <a:schemeClr val="tx1"/>
                </a:solidFill>
                <a:highlight>
                  <a:srgbClr val="FFC000"/>
                </a:highlight>
              </a:rPr>
              <a:t>visited a doctor for medical care in the past year</a:t>
            </a:r>
          </a:p>
          <a:p>
            <a:endParaRPr lang="en-US" sz="1050" b="1">
              <a:solidFill>
                <a:schemeClr val="tx1"/>
              </a:solidFill>
              <a:highlight>
                <a:srgbClr val="FFC000"/>
              </a:highlight>
            </a:endParaRPr>
          </a:p>
          <a:p>
            <a:pPr algn="just"/>
            <a:endParaRPr lang="en-US" sz="900">
              <a:solidFill>
                <a:schemeClr val="tx1"/>
              </a:solidFill>
            </a:endParaRPr>
          </a:p>
          <a:p>
            <a:pPr algn="just"/>
            <a:endParaRPr lang="en-US" sz="900">
              <a:solidFill>
                <a:schemeClr val="tx1"/>
              </a:solidFill>
            </a:endParaRPr>
          </a:p>
          <a:p>
            <a:pPr algn="just"/>
            <a:endParaRPr lang="en-US" sz="900">
              <a:solidFill>
                <a:schemeClr val="tx1"/>
              </a:solidFill>
            </a:endParaRPr>
          </a:p>
          <a:p>
            <a:pPr algn="just"/>
            <a:endParaRPr lang="en-US" sz="900">
              <a:solidFill>
                <a:schemeClr val="tx1"/>
              </a:solidFill>
            </a:endParaRPr>
          </a:p>
          <a:p>
            <a:pPr algn="just"/>
            <a:endParaRPr lang="en-US" sz="900">
              <a:solidFill>
                <a:schemeClr val="tx1"/>
              </a:solidFill>
            </a:endParaRPr>
          </a:p>
          <a:p>
            <a:pPr algn="just"/>
            <a:endParaRPr lang="en-US" sz="900">
              <a:solidFill>
                <a:schemeClr val="tx1"/>
              </a:solidFill>
            </a:endParaRPr>
          </a:p>
          <a:p>
            <a:pPr algn="just"/>
            <a:endParaRPr lang="en-US" sz="900">
              <a:solidFill>
                <a:schemeClr val="tx1"/>
              </a:solidFill>
            </a:endParaRPr>
          </a:p>
          <a:p>
            <a:pPr algn="just"/>
            <a:endParaRPr lang="en-US" sz="900">
              <a:solidFill>
                <a:schemeClr val="tx1"/>
              </a:solidFill>
            </a:endParaRPr>
          </a:p>
          <a:p>
            <a:pPr algn="just"/>
            <a:endParaRPr lang="en-US" sz="900">
              <a:solidFill>
                <a:schemeClr val="tx1"/>
              </a:solidFill>
            </a:endParaRPr>
          </a:p>
        </p:txBody>
      </p:sp>
      <p:grpSp>
        <p:nvGrpSpPr>
          <p:cNvPr id="40" name="Group 39">
            <a:extLst>
              <a:ext uri="{FF2B5EF4-FFF2-40B4-BE49-F238E27FC236}">
                <a16:creationId xmlns:a16="http://schemas.microsoft.com/office/drawing/2014/main" id="{09E992EB-827F-1EA3-2571-D674F6B09A36}"/>
              </a:ext>
            </a:extLst>
          </p:cNvPr>
          <p:cNvGrpSpPr/>
          <p:nvPr/>
        </p:nvGrpSpPr>
        <p:grpSpPr>
          <a:xfrm>
            <a:off x="6880017" y="4405950"/>
            <a:ext cx="3630198" cy="507831"/>
            <a:chOff x="6992558" y="3116778"/>
            <a:chExt cx="3630198" cy="507831"/>
          </a:xfrm>
        </p:grpSpPr>
        <p:sp>
          <p:nvSpPr>
            <p:cNvPr id="41" name="Freeform: Shape 40">
              <a:extLst>
                <a:ext uri="{FF2B5EF4-FFF2-40B4-BE49-F238E27FC236}">
                  <a16:creationId xmlns:a16="http://schemas.microsoft.com/office/drawing/2014/main" id="{74F4E767-2F22-7A18-6222-0B29E330EFB4}"/>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42" name="TextBox 41">
              <a:extLst>
                <a:ext uri="{FF2B5EF4-FFF2-40B4-BE49-F238E27FC236}">
                  <a16:creationId xmlns:a16="http://schemas.microsoft.com/office/drawing/2014/main" id="{3BCD95A2-9A49-86BA-CEC1-92CBBC306EC6}"/>
                </a:ext>
              </a:extLst>
            </p:cNvPr>
            <p:cNvSpPr txBox="1"/>
            <p:nvPr/>
          </p:nvSpPr>
          <p:spPr>
            <a:xfrm>
              <a:off x="7103358" y="3116778"/>
              <a:ext cx="3519398" cy="507831"/>
            </a:xfrm>
            <a:prstGeom prst="rect">
              <a:avLst/>
            </a:prstGeom>
            <a:noFill/>
          </p:spPr>
          <p:txBody>
            <a:bodyPr wrap="square">
              <a:spAutoFit/>
            </a:bodyPr>
            <a:lstStyle>
              <a:defPPr>
                <a:defRPr lang="en-US"/>
              </a:defPPr>
              <a:lvl1pPr lvl="0">
                <a:defRPr sz="1100"/>
              </a:lvl1pPr>
            </a:lstStyle>
            <a:p>
              <a:r>
                <a:rPr lang="en-US" sz="900"/>
                <a:t>Would this number be the same as what the researcher would calculate if they </a:t>
              </a:r>
              <a:r>
                <a:rPr lang="en-US" sz="900" b="1"/>
                <a:t>followed the respondent 24 hours a day over the past year</a:t>
              </a:r>
              <a:r>
                <a:rPr lang="en-US" sz="900"/>
                <a:t>, or checked administrative records?</a:t>
              </a:r>
              <a:endParaRPr lang="en-GB" sz="900"/>
            </a:p>
          </p:txBody>
        </p:sp>
      </p:grpSp>
      <p:grpSp>
        <p:nvGrpSpPr>
          <p:cNvPr id="43" name="Group 42">
            <a:extLst>
              <a:ext uri="{FF2B5EF4-FFF2-40B4-BE49-F238E27FC236}">
                <a16:creationId xmlns:a16="http://schemas.microsoft.com/office/drawing/2014/main" id="{5B3460A5-EC9A-542F-BAC3-0AA197D2204D}"/>
              </a:ext>
            </a:extLst>
          </p:cNvPr>
          <p:cNvGrpSpPr/>
          <p:nvPr/>
        </p:nvGrpSpPr>
        <p:grpSpPr>
          <a:xfrm>
            <a:off x="6880017" y="5017603"/>
            <a:ext cx="3630198" cy="646331"/>
            <a:chOff x="6992558" y="3116778"/>
            <a:chExt cx="3630198" cy="646331"/>
          </a:xfrm>
        </p:grpSpPr>
        <p:sp>
          <p:nvSpPr>
            <p:cNvPr id="44" name="Freeform: Shape 43">
              <a:extLst>
                <a:ext uri="{FF2B5EF4-FFF2-40B4-BE49-F238E27FC236}">
                  <a16:creationId xmlns:a16="http://schemas.microsoft.com/office/drawing/2014/main" id="{2B10534B-AE25-25B0-FAA4-FDE18AA08713}"/>
                </a:ext>
              </a:extLst>
            </p:cNvPr>
            <p:cNvSpPr/>
            <p:nvPr/>
          </p:nvSpPr>
          <p:spPr>
            <a:xfrm>
              <a:off x="6992558" y="3142807"/>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45" name="TextBox 44">
              <a:extLst>
                <a:ext uri="{FF2B5EF4-FFF2-40B4-BE49-F238E27FC236}">
                  <a16:creationId xmlns:a16="http://schemas.microsoft.com/office/drawing/2014/main" id="{B4E8EE4C-411D-2251-8E57-5CF5C11EA309}"/>
                </a:ext>
              </a:extLst>
            </p:cNvPr>
            <p:cNvSpPr txBox="1"/>
            <p:nvPr/>
          </p:nvSpPr>
          <p:spPr>
            <a:xfrm>
              <a:off x="7103358" y="3116778"/>
              <a:ext cx="3519398" cy="646331"/>
            </a:xfrm>
            <a:prstGeom prst="rect">
              <a:avLst/>
            </a:prstGeom>
            <a:noFill/>
          </p:spPr>
          <p:txBody>
            <a:bodyPr wrap="square">
              <a:spAutoFit/>
            </a:bodyPr>
            <a:lstStyle>
              <a:defPPr>
                <a:defRPr lang="en-US"/>
              </a:defPPr>
              <a:lvl1pPr lvl="0">
                <a:defRPr sz="1100"/>
              </a:lvl1pPr>
            </a:lstStyle>
            <a:p>
              <a:r>
                <a:rPr lang="en-US" sz="900"/>
                <a:t>Memory problems, uncertainty about </a:t>
              </a:r>
              <a:r>
                <a:rPr lang="en-US" sz="900" b="1"/>
                <a:t>what counts as a doctor’s visit</a:t>
              </a:r>
              <a:r>
                <a:rPr lang="en-US" sz="900"/>
                <a:t>, and willingness to report accurately may affect the correspondence between the respondent’s answer and the count the researcher would independently obtain.</a:t>
              </a:r>
              <a:endParaRPr lang="en-GB" sz="900"/>
            </a:p>
          </p:txBody>
        </p:sp>
      </p:grpSp>
    </p:spTree>
    <p:extLst>
      <p:ext uri="{BB962C8B-B14F-4D97-AF65-F5344CB8AC3E}">
        <p14:creationId xmlns:p14="http://schemas.microsoft.com/office/powerpoint/2010/main" val="36908651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10"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026"/>
                                        </p:tgtEl>
                                        <p:attrNameLst>
                                          <p:attrName>style.visibility</p:attrName>
                                        </p:attrNameLst>
                                      </p:cBhvr>
                                      <p:to>
                                        <p:strVal val="visible"/>
                                      </p:to>
                                    </p:set>
                                    <p:animEffect transition="in" filter="fade">
                                      <p:cBhvr>
                                        <p:cTn id="40" dur="500"/>
                                        <p:tgtEl>
                                          <p:spTgt spid="10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7">
                                            <p:txEl>
                                              <p:pRg st="0" end="0"/>
                                            </p:txEl>
                                          </p:spTgt>
                                        </p:tgtEl>
                                        <p:attrNameLst>
                                          <p:attrName>style.visibility</p:attrName>
                                        </p:attrNameLst>
                                      </p:cBhvr>
                                      <p:to>
                                        <p:strVal val="visible"/>
                                      </p:to>
                                    </p:set>
                                    <p:animEffect transition="in" filter="fade">
                                      <p:cBhvr>
                                        <p:cTn id="48" dur="500"/>
                                        <p:tgtEl>
                                          <p:spTgt spid="17">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7">
                                            <p:txEl>
                                              <p:pRg st="2" end="2"/>
                                            </p:txEl>
                                          </p:spTgt>
                                        </p:tgtEl>
                                        <p:attrNameLst>
                                          <p:attrName>style.visibility</p:attrName>
                                        </p:attrNameLst>
                                      </p:cBhvr>
                                      <p:to>
                                        <p:strVal val="visible"/>
                                      </p:to>
                                    </p:set>
                                    <p:animEffect transition="in" filter="fade">
                                      <p:cBhvr>
                                        <p:cTn id="53" dur="500"/>
                                        <p:tgtEl>
                                          <p:spTgt spid="17">
                                            <p:txEl>
                                              <p:pRg st="2" end="2"/>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17">
                                            <p:txEl>
                                              <p:pRg st="3" end="3"/>
                                            </p:txEl>
                                          </p:spTgt>
                                        </p:tgtEl>
                                        <p:attrNameLst>
                                          <p:attrName>style.visibility</p:attrName>
                                        </p:attrNameLst>
                                      </p:cBhvr>
                                      <p:to>
                                        <p:strVal val="visible"/>
                                      </p:to>
                                    </p:set>
                                    <p:animEffect transition="in" filter="fade">
                                      <p:cBhvr>
                                        <p:cTn id="56" dur="500"/>
                                        <p:tgtEl>
                                          <p:spTgt spid="17">
                                            <p:txEl>
                                              <p:pRg st="3" end="3"/>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fade">
                                      <p:cBhvr>
                                        <p:cTn id="61" dur="500"/>
                                        <p:tgtEl>
                                          <p:spTgt spid="37"/>
                                        </p:tgtEl>
                                      </p:cBhvr>
                                    </p:animEffect>
                                  </p:childTnLst>
                                </p:cTn>
                              </p:par>
                              <p:par>
                                <p:cTn id="62" presetID="10" presetClass="entr" presetSubtype="0" fill="hold" nodeType="with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fade">
                                      <p:cBhvr>
                                        <p:cTn id="64" dur="500"/>
                                        <p:tgtEl>
                                          <p:spTgt spid="38"/>
                                        </p:tgtEl>
                                      </p:cBhvr>
                                    </p:animEffect>
                                  </p:childTnLst>
                                </p:cTn>
                              </p:par>
                              <p:par>
                                <p:cTn id="65" presetID="10" presetClass="entr" presetSubtype="0" fill="hold" nodeType="withEffect">
                                  <p:stCondLst>
                                    <p:cond delay="0"/>
                                  </p:stCondLst>
                                  <p:childTnLst>
                                    <p:set>
                                      <p:cBhvr>
                                        <p:cTn id="66" dur="1" fill="hold">
                                          <p:stCondLst>
                                            <p:cond delay="0"/>
                                          </p:stCondLst>
                                        </p:cTn>
                                        <p:tgtEl>
                                          <p:spTgt spid="39"/>
                                        </p:tgtEl>
                                        <p:attrNameLst>
                                          <p:attrName>style.visibility</p:attrName>
                                        </p:attrNameLst>
                                      </p:cBhvr>
                                      <p:to>
                                        <p:strVal val="visible"/>
                                      </p:to>
                                    </p:set>
                                    <p:animEffect transition="in" filter="fade">
                                      <p:cBhvr>
                                        <p:cTn id="67" dur="500"/>
                                        <p:tgtEl>
                                          <p:spTgt spid="3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6">
                                            <p:txEl>
                                              <p:pRg st="0" end="0"/>
                                            </p:txEl>
                                          </p:spTgt>
                                        </p:tgtEl>
                                        <p:attrNameLst>
                                          <p:attrName>style.visibility</p:attrName>
                                        </p:attrNameLst>
                                      </p:cBhvr>
                                      <p:to>
                                        <p:strVal val="visible"/>
                                      </p:to>
                                    </p:set>
                                    <p:animEffect transition="in" filter="fade">
                                      <p:cBhvr>
                                        <p:cTn id="72" dur="500"/>
                                        <p:tgtEl>
                                          <p:spTgt spid="36">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40"/>
                                        </p:tgtEl>
                                        <p:attrNameLst>
                                          <p:attrName>style.visibility</p:attrName>
                                        </p:attrNameLst>
                                      </p:cBhvr>
                                      <p:to>
                                        <p:strVal val="visible"/>
                                      </p:to>
                                    </p:set>
                                    <p:animEffect transition="in" filter="fade">
                                      <p:cBhvr>
                                        <p:cTn id="77" dur="500"/>
                                        <p:tgtEl>
                                          <p:spTgt spid="40"/>
                                        </p:tgtEl>
                                      </p:cBhvr>
                                    </p:animEffect>
                                  </p:childTnLst>
                                </p:cTn>
                              </p:par>
                              <p:par>
                                <p:cTn id="78" presetID="10" presetClass="entr" presetSubtype="0" fill="hold" nodeType="withEffect">
                                  <p:stCondLst>
                                    <p:cond delay="0"/>
                                  </p:stCondLst>
                                  <p:childTnLst>
                                    <p:set>
                                      <p:cBhvr>
                                        <p:cTn id="79" dur="1" fill="hold">
                                          <p:stCondLst>
                                            <p:cond delay="0"/>
                                          </p:stCondLst>
                                        </p:cTn>
                                        <p:tgtEl>
                                          <p:spTgt spid="43"/>
                                        </p:tgtEl>
                                        <p:attrNameLst>
                                          <p:attrName>style.visibility</p:attrName>
                                        </p:attrNameLst>
                                      </p:cBhvr>
                                      <p:to>
                                        <p:strVal val="visible"/>
                                      </p:to>
                                    </p:set>
                                    <p:animEffect transition="in" filter="fade">
                                      <p:cBhvr>
                                        <p:cTn id="80"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7" grpId="0"/>
      <p:bldP spid="18" grpId="0"/>
      <p:bldP spid="9" grpId="0" animBg="1"/>
      <p:bldP spid="1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F3D33-B262-A136-65C4-2736A19C45EE}"/>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764858E4-5D10-60CC-259B-7954F8D67E74}"/>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15" name="TextBox 14">
            <a:extLst>
              <a:ext uri="{FF2B5EF4-FFF2-40B4-BE49-F238E27FC236}">
                <a16:creationId xmlns:a16="http://schemas.microsoft.com/office/drawing/2014/main" id="{973FF553-F96F-9155-6774-3B54C25E8A41}"/>
              </a:ext>
            </a:extLst>
          </p:cNvPr>
          <p:cNvSpPr txBox="1"/>
          <p:nvPr/>
        </p:nvSpPr>
        <p:spPr>
          <a:xfrm>
            <a:off x="962445" y="1051470"/>
            <a:ext cx="4882093" cy="769441"/>
          </a:xfrm>
          <a:prstGeom prst="rect">
            <a:avLst/>
          </a:prstGeom>
          <a:noFill/>
        </p:spPr>
        <p:txBody>
          <a:bodyPr wrap="square">
            <a:spAutoFit/>
          </a:bodyPr>
          <a:lstStyle/>
          <a:p>
            <a:pPr lvl="0">
              <a:defRPr/>
            </a:pPr>
            <a:r>
              <a:rPr lang="en-GB" sz="1100" noProof="0"/>
              <a:t>In a survey, questions and answers are </a:t>
            </a:r>
            <a:r>
              <a:rPr lang="en-GB" sz="1100" b="1" noProof="0"/>
              <a:t>relevant because of their relationship to what they are supposed to measure</a:t>
            </a:r>
            <a:r>
              <a:rPr lang="en-GB" sz="1100" noProof="0"/>
              <a:t>.</a:t>
            </a:r>
          </a:p>
          <a:p>
            <a:pPr lvl="0">
              <a:defRPr/>
            </a:pPr>
            <a:endParaRPr lang="en-GB" sz="1100" noProof="0"/>
          </a:p>
          <a:p>
            <a:pPr lvl="0">
              <a:defRPr/>
            </a:pPr>
            <a:r>
              <a:rPr lang="en-GB" sz="1100" b="1" noProof="0">
                <a:solidFill>
                  <a:schemeClr val="bg1"/>
                </a:solidFill>
                <a:highlight>
                  <a:srgbClr val="00B050"/>
                </a:highlight>
              </a:rPr>
              <a:t>Good questions </a:t>
            </a:r>
            <a:r>
              <a:rPr lang="en-GB" sz="1100" noProof="0"/>
              <a:t>are:</a:t>
            </a:r>
          </a:p>
        </p:txBody>
      </p:sp>
      <p:sp>
        <p:nvSpPr>
          <p:cNvPr id="7" name="TextBox 6">
            <a:extLst>
              <a:ext uri="{FF2B5EF4-FFF2-40B4-BE49-F238E27FC236}">
                <a16:creationId xmlns:a16="http://schemas.microsoft.com/office/drawing/2014/main" id="{FFCF1F52-CAC4-1007-E9A4-7F0EE24E82AF}"/>
              </a:ext>
            </a:extLst>
          </p:cNvPr>
          <p:cNvSpPr txBox="1"/>
          <p:nvPr/>
        </p:nvSpPr>
        <p:spPr>
          <a:xfrm>
            <a:off x="941568" y="2837380"/>
            <a:ext cx="4143664" cy="1046440"/>
          </a:xfrm>
          <a:prstGeom prst="rect">
            <a:avLst/>
          </a:prstGeom>
          <a:noFill/>
        </p:spPr>
        <p:txBody>
          <a:bodyPr wrap="square">
            <a:spAutoFit/>
          </a:bodyPr>
          <a:lstStyle/>
          <a:p>
            <a:r>
              <a:rPr lang="en-US" sz="1100"/>
              <a:t>Designing a survey question means </a:t>
            </a:r>
            <a:r>
              <a:rPr lang="en-US" sz="1100" b="1"/>
              <a:t>designing a measurement</a:t>
            </a:r>
            <a:r>
              <a:rPr lang="en-US" sz="1100"/>
              <a:t>, </a:t>
            </a:r>
            <a:r>
              <a:rPr lang="en-US" sz="1100" b="1"/>
              <a:t>not engaging in a conversational inquiry</a:t>
            </a:r>
            <a:r>
              <a:rPr lang="en-US" sz="1100"/>
              <a:t>.</a:t>
            </a:r>
          </a:p>
          <a:p>
            <a:endParaRPr lang="en-US" sz="1100">
              <a:solidFill>
                <a:schemeClr val="bg1">
                  <a:lumMod val="75000"/>
                </a:schemeClr>
              </a:solidFill>
            </a:endParaRPr>
          </a:p>
          <a:p>
            <a:pPr marL="171450" indent="-171450">
              <a:buFont typeface="Arial" panose="020B0604020202020204" pitchFamily="34" charset="0"/>
              <a:buChar char="•"/>
            </a:pPr>
            <a:r>
              <a:rPr lang="en-US" sz="900">
                <a:solidFill>
                  <a:schemeClr val="bg1">
                    <a:lumMod val="75000"/>
                  </a:schemeClr>
                </a:solidFill>
              </a:rPr>
              <a:t>The value of the response depends on whether it can be shown to have a predictable relationship with the facts or subjective states of interest.</a:t>
            </a:r>
            <a:endParaRPr lang="en-US" sz="900" noProof="0">
              <a:solidFill>
                <a:schemeClr val="bg1">
                  <a:lumMod val="75000"/>
                </a:schemeClr>
              </a:solidFill>
            </a:endParaRPr>
          </a:p>
          <a:p>
            <a:endParaRPr lang="en-GB" sz="1100" noProof="0"/>
          </a:p>
        </p:txBody>
      </p:sp>
      <p:sp>
        <p:nvSpPr>
          <p:cNvPr id="18" name="TextBox 17">
            <a:extLst>
              <a:ext uri="{FF2B5EF4-FFF2-40B4-BE49-F238E27FC236}">
                <a16:creationId xmlns:a16="http://schemas.microsoft.com/office/drawing/2014/main" id="{709AB31B-1183-1279-BA35-1C2694D3BDA8}"/>
              </a:ext>
            </a:extLst>
          </p:cNvPr>
          <p:cNvSpPr txBox="1"/>
          <p:nvPr/>
        </p:nvSpPr>
        <p:spPr>
          <a:xfrm>
            <a:off x="962445" y="3910969"/>
            <a:ext cx="4882094" cy="430887"/>
          </a:xfrm>
          <a:prstGeom prst="rect">
            <a:avLst/>
          </a:prstGeom>
          <a:noFill/>
        </p:spPr>
        <p:txBody>
          <a:bodyPr wrap="square">
            <a:spAutoFit/>
          </a:bodyPr>
          <a:lstStyle/>
          <a:p>
            <a:r>
              <a:rPr lang="en-US" sz="1100" b="1">
                <a:solidFill>
                  <a:schemeClr val="bg1"/>
                </a:solidFill>
                <a:highlight>
                  <a:srgbClr val="00B050"/>
                </a:highlight>
              </a:rPr>
              <a:t>Good questions </a:t>
            </a:r>
            <a:r>
              <a:rPr lang="en-US" sz="1100"/>
              <a:t>maximise the relationship between the </a:t>
            </a:r>
            <a:r>
              <a:rPr lang="en-US" sz="1100" b="1"/>
              <a:t>recorded</a:t>
            </a:r>
            <a:r>
              <a:rPr lang="en-US" sz="1100"/>
              <a:t> </a:t>
            </a:r>
            <a:r>
              <a:rPr lang="en-US" sz="1100" b="1"/>
              <a:t>answers</a:t>
            </a:r>
            <a:r>
              <a:rPr lang="en-US" sz="1100"/>
              <a:t> and what the researcher </a:t>
            </a:r>
            <a:r>
              <a:rPr lang="en-US" sz="1100" b="1"/>
              <a:t>seeks</a:t>
            </a:r>
            <a:r>
              <a:rPr lang="en-US" sz="1100"/>
              <a:t> </a:t>
            </a:r>
            <a:r>
              <a:rPr lang="en-US" sz="1100" b="1"/>
              <a:t>to measure</a:t>
            </a:r>
            <a:r>
              <a:rPr lang="en-US" sz="1100"/>
              <a:t>.</a:t>
            </a:r>
            <a:endParaRPr lang="en-GB" sz="1100"/>
          </a:p>
        </p:txBody>
      </p:sp>
      <p:sp>
        <p:nvSpPr>
          <p:cNvPr id="9" name="Rectangle: Rounded Corners 8">
            <a:extLst>
              <a:ext uri="{FF2B5EF4-FFF2-40B4-BE49-F238E27FC236}">
                <a16:creationId xmlns:a16="http://schemas.microsoft.com/office/drawing/2014/main" id="{97003920-AF0F-C48F-9CE6-E57BA8BDD487}"/>
              </a:ext>
            </a:extLst>
          </p:cNvPr>
          <p:cNvSpPr/>
          <p:nvPr/>
        </p:nvSpPr>
        <p:spPr>
          <a:xfrm>
            <a:off x="1009909" y="4585447"/>
            <a:ext cx="4834629" cy="1093827"/>
          </a:xfrm>
          <a:prstGeom prst="round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tx1"/>
                </a:solidFill>
              </a:rPr>
              <a:t>Survey responses </a:t>
            </a:r>
            <a:r>
              <a:rPr lang="en-US" sz="1050" b="1">
                <a:solidFill>
                  <a:schemeClr val="tx1"/>
                </a:solidFill>
                <a:highlight>
                  <a:srgbClr val="FFC000"/>
                </a:highlight>
              </a:rPr>
              <a:t>are reactions</a:t>
            </a:r>
          </a:p>
          <a:p>
            <a:pPr algn="ctr"/>
            <a:r>
              <a:rPr lang="en-US" sz="1050" b="1">
                <a:solidFill>
                  <a:schemeClr val="tx1"/>
                </a:solidFill>
                <a:highlight>
                  <a:srgbClr val="FFC000"/>
                </a:highlight>
              </a:rPr>
              <a:t> evoked in an artificial situation </a:t>
            </a:r>
            <a:r>
              <a:rPr lang="en-US" sz="1050" b="1">
                <a:solidFill>
                  <a:schemeClr val="tx1"/>
                </a:solidFill>
              </a:rPr>
              <a:t>designed by the researcher.</a:t>
            </a:r>
            <a:endParaRPr lang="en-GB" sz="1050" noProof="0">
              <a:solidFill>
                <a:schemeClr val="tx1"/>
              </a:solidFill>
            </a:endParaRPr>
          </a:p>
        </p:txBody>
      </p:sp>
      <p:grpSp>
        <p:nvGrpSpPr>
          <p:cNvPr id="11" name="Group 10">
            <a:extLst>
              <a:ext uri="{FF2B5EF4-FFF2-40B4-BE49-F238E27FC236}">
                <a16:creationId xmlns:a16="http://schemas.microsoft.com/office/drawing/2014/main" id="{6FABB369-8101-83E0-4393-73DEE219DFB7}"/>
              </a:ext>
            </a:extLst>
          </p:cNvPr>
          <p:cNvGrpSpPr/>
          <p:nvPr/>
        </p:nvGrpSpPr>
        <p:grpSpPr>
          <a:xfrm>
            <a:off x="676623" y="5329705"/>
            <a:ext cx="1023605" cy="709161"/>
            <a:chOff x="7393389" y="1726097"/>
            <a:chExt cx="1023605" cy="709161"/>
          </a:xfrm>
        </p:grpSpPr>
        <p:pic>
          <p:nvPicPr>
            <p:cNvPr id="12" name="Picture 11">
              <a:hlinkClick r:id="rId2"/>
              <a:extLst>
                <a:ext uri="{FF2B5EF4-FFF2-40B4-BE49-F238E27FC236}">
                  <a16:creationId xmlns:a16="http://schemas.microsoft.com/office/drawing/2014/main" id="{81ACABE7-B400-5D3E-FC28-4465FADDCF82}"/>
                </a:ext>
              </a:extLst>
            </p:cNvPr>
            <p:cNvPicPr preferRelativeResize="0">
              <a:picLocks/>
            </p:cNvPicPr>
            <p:nvPr/>
          </p:nvPicPr>
          <p:blipFill>
            <a:blip r:embed="rId3"/>
            <a:srcRect t="-5555" b="16667"/>
            <a:stretch/>
          </p:blipFill>
          <p:spPr>
            <a:xfrm>
              <a:off x="7658334" y="1726097"/>
              <a:ext cx="493717" cy="493717"/>
            </a:xfrm>
            <a:prstGeom prst="ellipse">
              <a:avLst/>
            </a:prstGeom>
            <a:solidFill>
              <a:schemeClr val="accent2"/>
            </a:solidFill>
            <a:effectLst>
              <a:outerShdw blurRad="50800" dist="38100" dir="5400000" algn="t" rotWithShape="0">
                <a:prstClr val="black">
                  <a:alpha val="40000"/>
                </a:prstClr>
              </a:outerShdw>
            </a:effectLst>
          </p:spPr>
        </p:pic>
        <p:sp>
          <p:nvSpPr>
            <p:cNvPr id="16" name="TextBox 15">
              <a:extLst>
                <a:ext uri="{FF2B5EF4-FFF2-40B4-BE49-F238E27FC236}">
                  <a16:creationId xmlns:a16="http://schemas.microsoft.com/office/drawing/2014/main" id="{059FD928-3D87-F10C-7754-AEF4BB00E193}"/>
                </a:ext>
              </a:extLst>
            </p:cNvPr>
            <p:cNvSpPr txBox="1"/>
            <p:nvPr/>
          </p:nvSpPr>
          <p:spPr>
            <a:xfrm>
              <a:off x="7393389" y="2219814"/>
              <a:ext cx="1023605" cy="215444"/>
            </a:xfrm>
            <a:prstGeom prst="rect">
              <a:avLst/>
            </a:prstGeom>
            <a:noFill/>
          </p:spPr>
          <p:txBody>
            <a:bodyPr wrap="square">
              <a:spAutoFit/>
            </a:bodyPr>
            <a:lstStyle/>
            <a:p>
              <a:pPr algn="ctr"/>
              <a:r>
                <a:rPr lang="en-GB" sz="800" b="1" noProof="0">
                  <a:solidFill>
                    <a:srgbClr val="00B0F0"/>
                  </a:solidFill>
                  <a:hlinkClick r:id="rId2">
                    <a:extLst>
                      <a:ext uri="{A12FA001-AC4F-418D-AE19-62706E023703}">
                        <ahyp:hlinkClr xmlns:ahyp="http://schemas.microsoft.com/office/drawing/2018/hyperlinkcolor" val="tx"/>
                      </a:ext>
                    </a:extLst>
                  </a:hlinkClick>
                </a:rPr>
                <a:t> Fowler (2014)</a:t>
              </a:r>
              <a:endParaRPr lang="en-GB" sz="800" b="1" noProof="0">
                <a:solidFill>
                  <a:srgbClr val="00B0F0"/>
                </a:solidFill>
              </a:endParaRPr>
            </a:p>
          </p:txBody>
        </p:sp>
      </p:grpSp>
      <p:sp>
        <p:nvSpPr>
          <p:cNvPr id="5" name="Slide Number Placeholder 5">
            <a:extLst>
              <a:ext uri="{FF2B5EF4-FFF2-40B4-BE49-F238E27FC236}">
                <a16:creationId xmlns:a16="http://schemas.microsoft.com/office/drawing/2014/main" id="{36344878-59E0-018D-BA7F-CB32C010856D}"/>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40</a:t>
            </a:fld>
            <a:endParaRPr lang="en-GB" noProof="0"/>
          </a:p>
        </p:txBody>
      </p:sp>
      <p:sp>
        <p:nvSpPr>
          <p:cNvPr id="8" name="Date Placeholder 3">
            <a:extLst>
              <a:ext uri="{FF2B5EF4-FFF2-40B4-BE49-F238E27FC236}">
                <a16:creationId xmlns:a16="http://schemas.microsoft.com/office/drawing/2014/main" id="{E2C35519-6B2E-203F-B6EB-CEAAA3D8F8EC}"/>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grpSp>
        <p:nvGrpSpPr>
          <p:cNvPr id="20" name="Group 19">
            <a:extLst>
              <a:ext uri="{FF2B5EF4-FFF2-40B4-BE49-F238E27FC236}">
                <a16:creationId xmlns:a16="http://schemas.microsoft.com/office/drawing/2014/main" id="{448E99CF-CAF8-E85E-E363-55FA68D8B6E9}"/>
              </a:ext>
            </a:extLst>
          </p:cNvPr>
          <p:cNvGrpSpPr/>
          <p:nvPr/>
        </p:nvGrpSpPr>
        <p:grpSpPr>
          <a:xfrm>
            <a:off x="1485263" y="1895776"/>
            <a:ext cx="2603109" cy="400110"/>
            <a:chOff x="6663071" y="4746141"/>
            <a:chExt cx="2603109" cy="400110"/>
          </a:xfrm>
        </p:grpSpPr>
        <p:sp>
          <p:nvSpPr>
            <p:cNvPr id="24" name="TextBox 23">
              <a:extLst>
                <a:ext uri="{FF2B5EF4-FFF2-40B4-BE49-F238E27FC236}">
                  <a16:creationId xmlns:a16="http://schemas.microsoft.com/office/drawing/2014/main" id="{D470148D-0370-8A49-8B60-BFBCEA970269}"/>
                </a:ext>
              </a:extLst>
            </p:cNvPr>
            <p:cNvSpPr txBox="1"/>
            <p:nvPr/>
          </p:nvSpPr>
          <p:spPr>
            <a:xfrm>
              <a:off x="6819523" y="4746141"/>
              <a:ext cx="2446657" cy="400110"/>
            </a:xfrm>
            <a:prstGeom prst="rect">
              <a:avLst/>
            </a:prstGeom>
            <a:noFill/>
          </p:spPr>
          <p:txBody>
            <a:bodyPr wrap="square">
              <a:spAutoFit/>
            </a:bodyPr>
            <a:lstStyle>
              <a:defPPr>
                <a:defRPr lang="en-US"/>
              </a:defPPr>
              <a:lvl1pPr lvl="0">
                <a:defRPr sz="1100"/>
              </a:lvl1pPr>
            </a:lstStyle>
            <a:p>
              <a:r>
                <a:rPr lang="en-US" sz="1000" b="1" noProof="0"/>
                <a:t>Reliable </a:t>
              </a:r>
              <a:r>
                <a:rPr lang="en-US" sz="1000" noProof="0"/>
                <a:t>(they provide consistent measurements in comparable situations)</a:t>
              </a:r>
              <a:endParaRPr lang="en-GB" sz="1000" noProof="0"/>
            </a:p>
          </p:txBody>
        </p:sp>
        <p:sp>
          <p:nvSpPr>
            <p:cNvPr id="25" name="Freeform: Shape 24">
              <a:extLst>
                <a:ext uri="{FF2B5EF4-FFF2-40B4-BE49-F238E27FC236}">
                  <a16:creationId xmlns:a16="http://schemas.microsoft.com/office/drawing/2014/main" id="{392EA4C3-1555-BFBC-4B82-3611FFC8D116}"/>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grpSp>
        <p:nvGrpSpPr>
          <p:cNvPr id="26" name="Group 25">
            <a:extLst>
              <a:ext uri="{FF2B5EF4-FFF2-40B4-BE49-F238E27FC236}">
                <a16:creationId xmlns:a16="http://schemas.microsoft.com/office/drawing/2014/main" id="{AB19D59F-0E66-567C-B69F-FE004C2DDC59}"/>
              </a:ext>
            </a:extLst>
          </p:cNvPr>
          <p:cNvGrpSpPr/>
          <p:nvPr/>
        </p:nvGrpSpPr>
        <p:grpSpPr>
          <a:xfrm>
            <a:off x="1485263" y="2398923"/>
            <a:ext cx="2603109" cy="400110"/>
            <a:chOff x="6663071" y="4746141"/>
            <a:chExt cx="2446657" cy="400110"/>
          </a:xfrm>
        </p:grpSpPr>
        <p:sp>
          <p:nvSpPr>
            <p:cNvPr id="27" name="TextBox 26">
              <a:extLst>
                <a:ext uri="{FF2B5EF4-FFF2-40B4-BE49-F238E27FC236}">
                  <a16:creationId xmlns:a16="http://schemas.microsoft.com/office/drawing/2014/main" id="{E6D02049-C4D6-439E-FA94-DB066AEA4A8C}"/>
                </a:ext>
              </a:extLst>
            </p:cNvPr>
            <p:cNvSpPr txBox="1"/>
            <p:nvPr/>
          </p:nvSpPr>
          <p:spPr>
            <a:xfrm>
              <a:off x="6819524" y="4746141"/>
              <a:ext cx="2290204" cy="400110"/>
            </a:xfrm>
            <a:prstGeom prst="rect">
              <a:avLst/>
            </a:prstGeom>
            <a:noFill/>
          </p:spPr>
          <p:txBody>
            <a:bodyPr wrap="square">
              <a:spAutoFit/>
            </a:bodyPr>
            <a:lstStyle>
              <a:defPPr>
                <a:defRPr lang="en-US"/>
              </a:defPPr>
              <a:lvl1pPr lvl="0">
                <a:defRPr sz="1100"/>
              </a:lvl1pPr>
            </a:lstStyle>
            <a:p>
              <a:r>
                <a:rPr lang="en-US" sz="1000" b="1" noProof="0"/>
                <a:t>Valid </a:t>
              </a:r>
              <a:r>
                <a:rPr lang="en-US" sz="1000" noProof="0"/>
                <a:t>(the answers correspond to what they are intended to measure)</a:t>
              </a:r>
              <a:endParaRPr lang="en-GB" sz="1000" noProof="0"/>
            </a:p>
          </p:txBody>
        </p:sp>
        <p:sp>
          <p:nvSpPr>
            <p:cNvPr id="28" name="Freeform: Shape 27">
              <a:extLst>
                <a:ext uri="{FF2B5EF4-FFF2-40B4-BE49-F238E27FC236}">
                  <a16:creationId xmlns:a16="http://schemas.microsoft.com/office/drawing/2014/main" id="{F2255FCC-377C-90A7-E419-C3613CBFB4E1}"/>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sp>
        <p:nvSpPr>
          <p:cNvPr id="60" name="TextBox 59">
            <a:extLst>
              <a:ext uri="{FF2B5EF4-FFF2-40B4-BE49-F238E27FC236}">
                <a16:creationId xmlns:a16="http://schemas.microsoft.com/office/drawing/2014/main" id="{2C4F5843-D3C0-0D28-EE79-C00366EB7F0E}"/>
              </a:ext>
            </a:extLst>
          </p:cNvPr>
          <p:cNvSpPr txBox="1"/>
          <p:nvPr/>
        </p:nvSpPr>
        <p:spPr>
          <a:xfrm>
            <a:off x="6537962" y="1605467"/>
            <a:ext cx="4882093" cy="430887"/>
          </a:xfrm>
          <a:prstGeom prst="rect">
            <a:avLst/>
          </a:prstGeom>
          <a:noFill/>
        </p:spPr>
        <p:txBody>
          <a:bodyPr wrap="square">
            <a:spAutoFit/>
          </a:bodyPr>
          <a:lstStyle/>
          <a:p>
            <a:pPr lvl="0" algn="ctr">
              <a:defRPr/>
            </a:pPr>
            <a:r>
              <a:rPr lang="en-US" sz="1100" b="1"/>
              <a:t>Many surveys are analyzed and interpreted as if the researcher knew with certainty what the respondent’s answer means</a:t>
            </a:r>
            <a:r>
              <a:rPr lang="en-US" sz="1100"/>
              <a:t>.</a:t>
            </a:r>
            <a:endParaRPr lang="en-GB" sz="1100" noProof="0"/>
          </a:p>
        </p:txBody>
      </p:sp>
      <p:grpSp>
        <p:nvGrpSpPr>
          <p:cNvPr id="61" name="Group 60">
            <a:extLst>
              <a:ext uri="{FF2B5EF4-FFF2-40B4-BE49-F238E27FC236}">
                <a16:creationId xmlns:a16="http://schemas.microsoft.com/office/drawing/2014/main" id="{8CE73A57-B8BC-018A-09BD-15F1AB38DE91}"/>
              </a:ext>
            </a:extLst>
          </p:cNvPr>
          <p:cNvGrpSpPr/>
          <p:nvPr/>
        </p:nvGrpSpPr>
        <p:grpSpPr>
          <a:xfrm>
            <a:off x="6672286" y="2088508"/>
            <a:ext cx="4747769" cy="577081"/>
            <a:chOff x="6992558" y="3094467"/>
            <a:chExt cx="4747769" cy="577081"/>
          </a:xfrm>
        </p:grpSpPr>
        <p:sp>
          <p:nvSpPr>
            <p:cNvPr id="62" name="Freeform: Shape 61">
              <a:extLst>
                <a:ext uri="{FF2B5EF4-FFF2-40B4-BE49-F238E27FC236}">
                  <a16:creationId xmlns:a16="http://schemas.microsoft.com/office/drawing/2014/main" id="{77B2F448-66C3-EFB9-04DF-2BB0D70145B0}"/>
                </a:ext>
              </a:extLst>
            </p:cNvPr>
            <p:cNvSpPr/>
            <p:nvPr/>
          </p:nvSpPr>
          <p:spPr>
            <a:xfrm>
              <a:off x="6992558" y="3145509"/>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63" name="TextBox 62">
              <a:extLst>
                <a:ext uri="{FF2B5EF4-FFF2-40B4-BE49-F238E27FC236}">
                  <a16:creationId xmlns:a16="http://schemas.microsoft.com/office/drawing/2014/main" id="{7ADA5440-C493-74B0-6303-D7991466BEE2}"/>
                </a:ext>
              </a:extLst>
            </p:cNvPr>
            <p:cNvSpPr txBox="1"/>
            <p:nvPr/>
          </p:nvSpPr>
          <p:spPr>
            <a:xfrm>
              <a:off x="7103368" y="3094467"/>
              <a:ext cx="4636959" cy="577081"/>
            </a:xfrm>
            <a:prstGeom prst="rect">
              <a:avLst/>
            </a:prstGeom>
            <a:noFill/>
          </p:spPr>
          <p:txBody>
            <a:bodyPr wrap="square">
              <a:spAutoFit/>
            </a:bodyPr>
            <a:lstStyle>
              <a:defPPr>
                <a:defRPr lang="en-US"/>
              </a:defPPr>
              <a:lvl1pPr lvl="0">
                <a:defRPr sz="1100"/>
              </a:lvl1pPr>
            </a:lstStyle>
            <a:p>
              <a:r>
                <a:rPr lang="en-US" sz="1050"/>
                <a:t>It is strongly recommended</a:t>
              </a:r>
              <a:r>
                <a:rPr lang="en-US" sz="1050">
                  <a:solidFill>
                    <a:schemeClr val="bg1"/>
                  </a:solidFill>
                </a:rPr>
                <a:t> </a:t>
              </a:r>
              <a:r>
                <a:rPr lang="en-US" sz="1050" b="1">
                  <a:solidFill>
                    <a:schemeClr val="bg1"/>
                  </a:solidFill>
                  <a:highlight>
                    <a:srgbClr val="F20000"/>
                  </a:highlight>
                </a:rPr>
                <a:t>NOT to assume a perfect correspondence between respondents’ answers and the real phenomena those answers are supposed to represent</a:t>
              </a:r>
              <a:r>
                <a:rPr lang="en-US" sz="1050">
                  <a:solidFill>
                    <a:schemeClr val="bg1"/>
                  </a:solidFill>
                </a:rPr>
                <a:t>.</a:t>
              </a:r>
              <a:endParaRPr lang="en-GB" sz="1050">
                <a:solidFill>
                  <a:schemeClr val="bg1"/>
                </a:solidFill>
              </a:endParaRPr>
            </a:p>
          </p:txBody>
        </p:sp>
      </p:grpSp>
      <p:sp>
        <p:nvSpPr>
          <p:cNvPr id="1024" name="TextBox 1023">
            <a:extLst>
              <a:ext uri="{FF2B5EF4-FFF2-40B4-BE49-F238E27FC236}">
                <a16:creationId xmlns:a16="http://schemas.microsoft.com/office/drawing/2014/main" id="{9EF7E5F9-1AA1-D90D-EEA4-E203D74291D4}"/>
              </a:ext>
            </a:extLst>
          </p:cNvPr>
          <p:cNvSpPr txBox="1"/>
          <p:nvPr/>
        </p:nvSpPr>
        <p:spPr>
          <a:xfrm>
            <a:off x="7043387" y="2999086"/>
            <a:ext cx="1935621" cy="307777"/>
          </a:xfrm>
          <a:prstGeom prst="rect">
            <a:avLst/>
          </a:prstGeom>
          <a:noFill/>
        </p:spPr>
        <p:txBody>
          <a:bodyPr wrap="square">
            <a:spAutoFit/>
          </a:bodyPr>
          <a:lstStyle>
            <a:defPPr>
              <a:defRPr lang="en-US"/>
            </a:defPPr>
            <a:lvl1pPr lvl="0">
              <a:defRPr sz="1400"/>
            </a:lvl1pPr>
          </a:lstStyle>
          <a:p>
            <a:r>
              <a:rPr lang="en-GB" b="1" noProof="0"/>
              <a:t>Reliability</a:t>
            </a:r>
            <a:endParaRPr lang="en-GB" sz="1200" noProof="0"/>
          </a:p>
        </p:txBody>
      </p:sp>
      <p:sp>
        <p:nvSpPr>
          <p:cNvPr id="1025" name="Título 1">
            <a:extLst>
              <a:ext uri="{FF2B5EF4-FFF2-40B4-BE49-F238E27FC236}">
                <a16:creationId xmlns:a16="http://schemas.microsoft.com/office/drawing/2014/main" id="{A2FCC194-FC81-6932-D496-EFDBF598A019}"/>
              </a:ext>
            </a:extLst>
          </p:cNvPr>
          <p:cNvSpPr txBox="1">
            <a:spLocks/>
          </p:cNvSpPr>
          <p:nvPr/>
        </p:nvSpPr>
        <p:spPr>
          <a:xfrm>
            <a:off x="6672286" y="2956802"/>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Black" panose="020B0004020202020204" pitchFamily="34" charset="0"/>
              </a:rPr>
              <a:t>1.</a:t>
            </a:r>
          </a:p>
        </p:txBody>
      </p:sp>
      <p:sp>
        <p:nvSpPr>
          <p:cNvPr id="1027" name="TextBox 1026">
            <a:extLst>
              <a:ext uri="{FF2B5EF4-FFF2-40B4-BE49-F238E27FC236}">
                <a16:creationId xmlns:a16="http://schemas.microsoft.com/office/drawing/2014/main" id="{E173631E-46DB-A912-499A-13C9F5D14D80}"/>
              </a:ext>
            </a:extLst>
          </p:cNvPr>
          <p:cNvSpPr txBox="1"/>
          <p:nvPr/>
        </p:nvSpPr>
        <p:spPr>
          <a:xfrm>
            <a:off x="6660529" y="3377129"/>
            <a:ext cx="3413018" cy="1061829"/>
          </a:xfrm>
          <a:prstGeom prst="rect">
            <a:avLst/>
          </a:prstGeom>
          <a:noFill/>
        </p:spPr>
        <p:txBody>
          <a:bodyPr wrap="square">
            <a:spAutoFit/>
          </a:bodyPr>
          <a:lstStyle>
            <a:defPPr>
              <a:defRPr lang="en-US"/>
            </a:defPPr>
            <a:lvl1pPr lvl="0">
              <a:defRPr sz="1100"/>
            </a:lvl1pPr>
          </a:lstStyle>
          <a:p>
            <a:r>
              <a:rPr lang="en-US" sz="1050"/>
              <a:t>When two respondents are in the same situation, </a:t>
            </a:r>
            <a:r>
              <a:rPr lang="en-US" sz="1050" b="1">
                <a:highlight>
                  <a:srgbClr val="FFC000"/>
                </a:highlight>
              </a:rPr>
              <a:t>they should respond to the question in the same way</a:t>
            </a:r>
            <a:r>
              <a:rPr lang="en-US" sz="1050"/>
              <a:t>.</a:t>
            </a:r>
          </a:p>
          <a:p>
            <a:endParaRPr lang="en-US" sz="1050"/>
          </a:p>
          <a:p>
            <a:r>
              <a:rPr lang="en-US" sz="1050"/>
              <a:t>Whenever inconsistency arises among respondents</a:t>
            </a:r>
            <a:r>
              <a:rPr lang="en-US" sz="1050" b="1"/>
              <a:t>, random error is introduced and the measurement becomes less precise</a:t>
            </a:r>
            <a:r>
              <a:rPr lang="en-US" sz="1050"/>
              <a:t>.</a:t>
            </a:r>
            <a:endParaRPr lang="en-GB" sz="1050">
              <a:solidFill>
                <a:schemeClr val="bg1"/>
              </a:solidFill>
            </a:endParaRPr>
          </a:p>
        </p:txBody>
      </p:sp>
      <p:sp>
        <p:nvSpPr>
          <p:cNvPr id="1028" name="TextBox 1027">
            <a:extLst>
              <a:ext uri="{FF2B5EF4-FFF2-40B4-BE49-F238E27FC236}">
                <a16:creationId xmlns:a16="http://schemas.microsoft.com/office/drawing/2014/main" id="{C0C5DE55-C220-D94B-CCA0-DCDD65930A9C}"/>
              </a:ext>
            </a:extLst>
          </p:cNvPr>
          <p:cNvSpPr txBox="1"/>
          <p:nvPr/>
        </p:nvSpPr>
        <p:spPr>
          <a:xfrm>
            <a:off x="7055145" y="4576765"/>
            <a:ext cx="1935621" cy="307777"/>
          </a:xfrm>
          <a:prstGeom prst="rect">
            <a:avLst/>
          </a:prstGeom>
          <a:noFill/>
        </p:spPr>
        <p:txBody>
          <a:bodyPr wrap="square">
            <a:spAutoFit/>
          </a:bodyPr>
          <a:lstStyle>
            <a:defPPr>
              <a:defRPr lang="en-US"/>
            </a:defPPr>
            <a:lvl1pPr lvl="0">
              <a:defRPr sz="1400"/>
            </a:lvl1pPr>
          </a:lstStyle>
          <a:p>
            <a:r>
              <a:rPr lang="en-GB" b="1" noProof="0"/>
              <a:t>Validity</a:t>
            </a:r>
            <a:endParaRPr lang="en-GB" sz="1200" noProof="0"/>
          </a:p>
        </p:txBody>
      </p:sp>
      <p:sp>
        <p:nvSpPr>
          <p:cNvPr id="1029" name="Título 1">
            <a:extLst>
              <a:ext uri="{FF2B5EF4-FFF2-40B4-BE49-F238E27FC236}">
                <a16:creationId xmlns:a16="http://schemas.microsoft.com/office/drawing/2014/main" id="{CC781BB1-9CBF-3709-2F28-EAEF6EAEFEBA}"/>
              </a:ext>
            </a:extLst>
          </p:cNvPr>
          <p:cNvSpPr txBox="1">
            <a:spLocks/>
          </p:cNvSpPr>
          <p:nvPr/>
        </p:nvSpPr>
        <p:spPr>
          <a:xfrm>
            <a:off x="6660529" y="4527399"/>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a:solidFill>
                  <a:srgbClr val="FF0000"/>
                </a:solidFill>
                <a:latin typeface="Aptos Black" panose="020B0004020202020204" pitchFamily="34" charset="0"/>
              </a:rPr>
              <a:t>2</a:t>
            </a:r>
            <a:r>
              <a:rPr lang="en-GB" sz="2400" b="1" noProof="0">
                <a:solidFill>
                  <a:srgbClr val="FF0000"/>
                </a:solidFill>
                <a:latin typeface="Aptos Black" panose="020B0004020202020204" pitchFamily="34" charset="0"/>
              </a:rPr>
              <a:t>.</a:t>
            </a:r>
          </a:p>
        </p:txBody>
      </p:sp>
      <p:sp>
        <p:nvSpPr>
          <p:cNvPr id="1030" name="TextBox 1029">
            <a:extLst>
              <a:ext uri="{FF2B5EF4-FFF2-40B4-BE49-F238E27FC236}">
                <a16:creationId xmlns:a16="http://schemas.microsoft.com/office/drawing/2014/main" id="{33354460-E52F-64BB-6DC3-B480FB0A45F7}"/>
              </a:ext>
            </a:extLst>
          </p:cNvPr>
          <p:cNvSpPr txBox="1"/>
          <p:nvPr/>
        </p:nvSpPr>
        <p:spPr>
          <a:xfrm>
            <a:off x="6672286" y="4954808"/>
            <a:ext cx="3413019" cy="738664"/>
          </a:xfrm>
          <a:prstGeom prst="rect">
            <a:avLst/>
          </a:prstGeom>
          <a:noFill/>
        </p:spPr>
        <p:txBody>
          <a:bodyPr wrap="square">
            <a:spAutoFit/>
          </a:bodyPr>
          <a:lstStyle>
            <a:defPPr>
              <a:defRPr lang="en-US"/>
            </a:defPPr>
            <a:lvl1pPr lvl="0">
              <a:defRPr sz="1100"/>
            </a:lvl1pPr>
          </a:lstStyle>
          <a:p>
            <a:r>
              <a:rPr lang="en-US" sz="1050"/>
              <a:t>Validity refers </a:t>
            </a:r>
            <a:r>
              <a:rPr lang="en-US" sz="1050" b="1">
                <a:highlight>
                  <a:srgbClr val="FFC000"/>
                </a:highlight>
              </a:rPr>
              <a:t>to what a response means in relation to what the researcher intends to measure</a:t>
            </a:r>
            <a:r>
              <a:rPr lang="en-US" sz="1050"/>
              <a:t>, that is, the correspondence between the response and the true value, and how this correspondence can be improved.</a:t>
            </a:r>
            <a:endParaRPr lang="en-GB" sz="1050">
              <a:solidFill>
                <a:schemeClr val="bg1"/>
              </a:solidFill>
            </a:endParaRPr>
          </a:p>
        </p:txBody>
      </p:sp>
    </p:spTree>
    <p:extLst>
      <p:ext uri="{BB962C8B-B14F-4D97-AF65-F5344CB8AC3E}">
        <p14:creationId xmlns:p14="http://schemas.microsoft.com/office/powerpoint/2010/main" val="4168729142"/>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
                                        </p:tgtEl>
                                        <p:attrNameLst>
                                          <p:attrName>style.visibility</p:attrName>
                                        </p:attrNameLst>
                                      </p:cBhvr>
                                      <p:to>
                                        <p:strVal val="visible"/>
                                      </p:to>
                                    </p:set>
                                    <p:animEffect transition="in" filter="fade">
                                      <p:cBhvr>
                                        <p:cTn id="12" dur="500"/>
                                        <p:tgtEl>
                                          <p:spTgt spid="6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5"/>
                                        </p:tgtEl>
                                        <p:attrNameLst>
                                          <p:attrName>style.visibility</p:attrName>
                                        </p:attrNameLst>
                                      </p:cBhvr>
                                      <p:to>
                                        <p:strVal val="visible"/>
                                      </p:to>
                                    </p:set>
                                    <p:animEffect transition="in" filter="fade">
                                      <p:cBhvr>
                                        <p:cTn id="17" dur="500"/>
                                        <p:tgtEl>
                                          <p:spTgt spid="10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24"/>
                                        </p:tgtEl>
                                        <p:attrNameLst>
                                          <p:attrName>style.visibility</p:attrName>
                                        </p:attrNameLst>
                                      </p:cBhvr>
                                      <p:to>
                                        <p:strVal val="visible"/>
                                      </p:to>
                                    </p:set>
                                    <p:animEffect transition="in" filter="fade">
                                      <p:cBhvr>
                                        <p:cTn id="20" dur="500"/>
                                        <p:tgtEl>
                                          <p:spTgt spid="102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27"/>
                                        </p:tgtEl>
                                        <p:attrNameLst>
                                          <p:attrName>style.visibility</p:attrName>
                                        </p:attrNameLst>
                                      </p:cBhvr>
                                      <p:to>
                                        <p:strVal val="visible"/>
                                      </p:to>
                                    </p:set>
                                    <p:animEffect transition="in" filter="fade">
                                      <p:cBhvr>
                                        <p:cTn id="25" dur="500"/>
                                        <p:tgtEl>
                                          <p:spTgt spid="102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29"/>
                                        </p:tgtEl>
                                        <p:attrNameLst>
                                          <p:attrName>style.visibility</p:attrName>
                                        </p:attrNameLst>
                                      </p:cBhvr>
                                      <p:to>
                                        <p:strVal val="visible"/>
                                      </p:to>
                                    </p:set>
                                    <p:animEffect transition="in" filter="fade">
                                      <p:cBhvr>
                                        <p:cTn id="30" dur="500"/>
                                        <p:tgtEl>
                                          <p:spTgt spid="102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28"/>
                                        </p:tgtEl>
                                        <p:attrNameLst>
                                          <p:attrName>style.visibility</p:attrName>
                                        </p:attrNameLst>
                                      </p:cBhvr>
                                      <p:to>
                                        <p:strVal val="visible"/>
                                      </p:to>
                                    </p:set>
                                    <p:animEffect transition="in" filter="fade">
                                      <p:cBhvr>
                                        <p:cTn id="33" dur="500"/>
                                        <p:tgtEl>
                                          <p:spTgt spid="102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30"/>
                                        </p:tgtEl>
                                        <p:attrNameLst>
                                          <p:attrName>style.visibility</p:attrName>
                                        </p:attrNameLst>
                                      </p:cBhvr>
                                      <p:to>
                                        <p:strVal val="visible"/>
                                      </p:to>
                                    </p:set>
                                    <p:animEffect transition="in" filter="fade">
                                      <p:cBhvr>
                                        <p:cTn id="36" dur="5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1024" grpId="0"/>
      <p:bldP spid="1025" grpId="0"/>
      <p:bldP spid="1027" grpId="0"/>
      <p:bldP spid="1028" grpId="0"/>
      <p:bldP spid="1029" grpId="0"/>
      <p:bldP spid="103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8EE1A-A6BB-5E71-7557-757CA4FA643C}"/>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352CEFDD-76D6-2E1B-A636-7F1A742309E5}"/>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15" name="TextBox 14">
            <a:extLst>
              <a:ext uri="{FF2B5EF4-FFF2-40B4-BE49-F238E27FC236}">
                <a16:creationId xmlns:a16="http://schemas.microsoft.com/office/drawing/2014/main" id="{03C6C408-DC2B-AB52-94A5-01321E62EAAC}"/>
              </a:ext>
            </a:extLst>
          </p:cNvPr>
          <p:cNvSpPr txBox="1"/>
          <p:nvPr/>
        </p:nvSpPr>
        <p:spPr>
          <a:xfrm>
            <a:off x="933343" y="1001680"/>
            <a:ext cx="4122787" cy="400110"/>
          </a:xfrm>
          <a:prstGeom prst="rect">
            <a:avLst/>
          </a:prstGeom>
          <a:noFill/>
        </p:spPr>
        <p:txBody>
          <a:bodyPr wrap="square">
            <a:spAutoFit/>
          </a:bodyPr>
          <a:lstStyle/>
          <a:p>
            <a:pPr lvl="0">
              <a:defRPr/>
            </a:pPr>
            <a:r>
              <a:rPr lang="en-GB" sz="2000" b="1">
                <a:highlight>
                  <a:srgbClr val="FFC000"/>
                </a:highlight>
              </a:rPr>
              <a:t>Reliability</a:t>
            </a:r>
            <a:endParaRPr lang="en-GB" sz="1100" b="1" noProof="0">
              <a:highlight>
                <a:srgbClr val="FFC000"/>
              </a:highlight>
            </a:endParaRPr>
          </a:p>
        </p:txBody>
      </p:sp>
      <p:sp>
        <p:nvSpPr>
          <p:cNvPr id="7" name="TextBox 6">
            <a:extLst>
              <a:ext uri="{FF2B5EF4-FFF2-40B4-BE49-F238E27FC236}">
                <a16:creationId xmlns:a16="http://schemas.microsoft.com/office/drawing/2014/main" id="{4BDF2987-A731-CCA7-185B-5C0ED6D40D37}"/>
              </a:ext>
            </a:extLst>
          </p:cNvPr>
          <p:cNvSpPr txBox="1"/>
          <p:nvPr/>
        </p:nvSpPr>
        <p:spPr>
          <a:xfrm>
            <a:off x="891589" y="1877465"/>
            <a:ext cx="4143664" cy="1107996"/>
          </a:xfrm>
          <a:prstGeom prst="rect">
            <a:avLst/>
          </a:prstGeom>
          <a:noFill/>
        </p:spPr>
        <p:txBody>
          <a:bodyPr wrap="square">
            <a:spAutoFit/>
          </a:bodyPr>
          <a:lstStyle/>
          <a:p>
            <a:r>
              <a:rPr lang="en-US" sz="1100"/>
              <a:t>In an ideal setting, it is assumed </a:t>
            </a:r>
            <a:r>
              <a:rPr lang="en-US" sz="1100" b="1"/>
              <a:t>that differences in respondents’ answers </a:t>
            </a:r>
            <a:r>
              <a:rPr lang="en-US" sz="1100"/>
              <a:t>are due to differences in what respondents have to say, and </a:t>
            </a:r>
            <a:r>
              <a:rPr lang="en-US" sz="1100" b="1">
                <a:highlight>
                  <a:srgbClr val="FFC000"/>
                </a:highlight>
              </a:rPr>
              <a:t>not due to differences in the stimuli to which they have been exposed</a:t>
            </a:r>
            <a:r>
              <a:rPr lang="en-US" sz="1100"/>
              <a:t>.</a:t>
            </a:r>
          </a:p>
          <a:p>
            <a:endParaRPr lang="en-US" sz="1100"/>
          </a:p>
          <a:p>
            <a:endParaRPr lang="en-GB" sz="1100" noProof="0"/>
          </a:p>
        </p:txBody>
      </p:sp>
      <p:sp>
        <p:nvSpPr>
          <p:cNvPr id="5" name="Slide Number Placeholder 5">
            <a:extLst>
              <a:ext uri="{FF2B5EF4-FFF2-40B4-BE49-F238E27FC236}">
                <a16:creationId xmlns:a16="http://schemas.microsoft.com/office/drawing/2014/main" id="{DA8973DF-FE78-736D-DD0D-B6DD71F58BE9}"/>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41</a:t>
            </a:fld>
            <a:endParaRPr lang="en-GB" noProof="0"/>
          </a:p>
        </p:txBody>
      </p:sp>
      <p:sp>
        <p:nvSpPr>
          <p:cNvPr id="8" name="Date Placeholder 3">
            <a:extLst>
              <a:ext uri="{FF2B5EF4-FFF2-40B4-BE49-F238E27FC236}">
                <a16:creationId xmlns:a16="http://schemas.microsoft.com/office/drawing/2014/main" id="{5F459585-35A0-D62D-04CA-E9C0D7032E99}"/>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
        <p:nvSpPr>
          <p:cNvPr id="22" name="TextBox 21">
            <a:extLst>
              <a:ext uri="{FF2B5EF4-FFF2-40B4-BE49-F238E27FC236}">
                <a16:creationId xmlns:a16="http://schemas.microsoft.com/office/drawing/2014/main" id="{0FE0B4B6-75B9-C8E2-FB7F-5C292FE2BE1C}"/>
              </a:ext>
            </a:extLst>
          </p:cNvPr>
          <p:cNvSpPr txBox="1"/>
          <p:nvPr/>
        </p:nvSpPr>
        <p:spPr>
          <a:xfrm>
            <a:off x="5889318" y="2895120"/>
            <a:ext cx="4214901" cy="600164"/>
          </a:xfrm>
          <a:prstGeom prst="rect">
            <a:avLst/>
          </a:prstGeom>
          <a:noFill/>
        </p:spPr>
        <p:txBody>
          <a:bodyPr wrap="square">
            <a:spAutoFit/>
          </a:bodyPr>
          <a:lstStyle>
            <a:defPPr>
              <a:defRPr lang="en-US"/>
            </a:defPPr>
            <a:lvl1pPr lvl="0">
              <a:defRPr sz="1400"/>
            </a:lvl1pPr>
          </a:lstStyle>
          <a:p>
            <a:r>
              <a:rPr lang="en-US" sz="1100" b="1" noProof="0"/>
              <a:t>The types of responses that constitute an adequate answer to the question are communicated consistently to all respondents. </a:t>
            </a:r>
            <a:endParaRPr lang="en-GB" sz="1100" noProof="0"/>
          </a:p>
        </p:txBody>
      </p:sp>
      <p:sp>
        <p:nvSpPr>
          <p:cNvPr id="29" name="Título 1">
            <a:extLst>
              <a:ext uri="{FF2B5EF4-FFF2-40B4-BE49-F238E27FC236}">
                <a16:creationId xmlns:a16="http://schemas.microsoft.com/office/drawing/2014/main" id="{6FDDFD04-518E-DA75-60E9-F9914CE1D9FD}"/>
              </a:ext>
            </a:extLst>
          </p:cNvPr>
          <p:cNvSpPr txBox="1">
            <a:spLocks/>
          </p:cNvSpPr>
          <p:nvPr/>
        </p:nvSpPr>
        <p:spPr>
          <a:xfrm>
            <a:off x="5518217" y="2877325"/>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Black" panose="020B0004020202020204" pitchFamily="34" charset="0"/>
              </a:rPr>
              <a:t>1.</a:t>
            </a:r>
          </a:p>
        </p:txBody>
      </p:sp>
      <p:sp>
        <p:nvSpPr>
          <p:cNvPr id="3" name="TextBox 2">
            <a:extLst>
              <a:ext uri="{FF2B5EF4-FFF2-40B4-BE49-F238E27FC236}">
                <a16:creationId xmlns:a16="http://schemas.microsoft.com/office/drawing/2014/main" id="{803D7C36-CA83-039A-7EA6-F03ADF4122A7}"/>
              </a:ext>
            </a:extLst>
          </p:cNvPr>
          <p:cNvSpPr txBox="1"/>
          <p:nvPr/>
        </p:nvSpPr>
        <p:spPr>
          <a:xfrm>
            <a:off x="912466" y="2748881"/>
            <a:ext cx="2893978" cy="338554"/>
          </a:xfrm>
          <a:prstGeom prst="rect">
            <a:avLst/>
          </a:prstGeom>
          <a:noFill/>
        </p:spPr>
        <p:txBody>
          <a:bodyPr wrap="square">
            <a:spAutoFit/>
          </a:bodyPr>
          <a:lstStyle/>
          <a:p>
            <a:r>
              <a:rPr lang="en-GB" sz="1600" b="1" noProof="0">
                <a:solidFill>
                  <a:srgbClr val="FF0000"/>
                </a:solidFill>
              </a:rPr>
              <a:t>Data/information collection</a:t>
            </a:r>
          </a:p>
        </p:txBody>
      </p:sp>
      <p:sp>
        <p:nvSpPr>
          <p:cNvPr id="4" name="TextBox 3">
            <a:extLst>
              <a:ext uri="{FF2B5EF4-FFF2-40B4-BE49-F238E27FC236}">
                <a16:creationId xmlns:a16="http://schemas.microsoft.com/office/drawing/2014/main" id="{43AB9937-BC4C-D7B8-692B-0F7788EF3871}"/>
              </a:ext>
            </a:extLst>
          </p:cNvPr>
          <p:cNvSpPr txBox="1"/>
          <p:nvPr/>
        </p:nvSpPr>
        <p:spPr>
          <a:xfrm>
            <a:off x="912466" y="3164378"/>
            <a:ext cx="4143664" cy="430887"/>
          </a:xfrm>
          <a:prstGeom prst="rect">
            <a:avLst/>
          </a:prstGeom>
          <a:noFill/>
        </p:spPr>
        <p:txBody>
          <a:bodyPr wrap="square">
            <a:spAutoFit/>
          </a:bodyPr>
          <a:lstStyle/>
          <a:p>
            <a:r>
              <a:rPr lang="en-US" sz="1100"/>
              <a:t>Data collection in a survey is an </a:t>
            </a:r>
            <a:r>
              <a:rPr lang="en-US" sz="1100" b="1">
                <a:highlight>
                  <a:srgbClr val="FFC000"/>
                </a:highlight>
              </a:rPr>
              <a:t>interaction between a researcher and a respondent.</a:t>
            </a:r>
          </a:p>
        </p:txBody>
      </p:sp>
      <p:grpSp>
        <p:nvGrpSpPr>
          <p:cNvPr id="17" name="Group 16">
            <a:extLst>
              <a:ext uri="{FF2B5EF4-FFF2-40B4-BE49-F238E27FC236}">
                <a16:creationId xmlns:a16="http://schemas.microsoft.com/office/drawing/2014/main" id="{4E64ED0F-D7D1-A546-47F1-9186AE1D3486}"/>
              </a:ext>
            </a:extLst>
          </p:cNvPr>
          <p:cNvGrpSpPr/>
          <p:nvPr/>
        </p:nvGrpSpPr>
        <p:grpSpPr>
          <a:xfrm>
            <a:off x="1238979" y="3708736"/>
            <a:ext cx="3275895" cy="769441"/>
            <a:chOff x="6663071" y="4746141"/>
            <a:chExt cx="3275895" cy="769441"/>
          </a:xfrm>
        </p:grpSpPr>
        <p:sp>
          <p:nvSpPr>
            <p:cNvPr id="21" name="TextBox 20">
              <a:extLst>
                <a:ext uri="{FF2B5EF4-FFF2-40B4-BE49-F238E27FC236}">
                  <a16:creationId xmlns:a16="http://schemas.microsoft.com/office/drawing/2014/main" id="{E20318FE-82D7-EDC3-231B-D8FC1626F37C}"/>
                </a:ext>
              </a:extLst>
            </p:cNvPr>
            <p:cNvSpPr txBox="1"/>
            <p:nvPr/>
          </p:nvSpPr>
          <p:spPr>
            <a:xfrm>
              <a:off x="6819524" y="4746141"/>
              <a:ext cx="3119442" cy="769441"/>
            </a:xfrm>
            <a:prstGeom prst="rect">
              <a:avLst/>
            </a:prstGeom>
            <a:noFill/>
          </p:spPr>
          <p:txBody>
            <a:bodyPr wrap="square">
              <a:spAutoFit/>
            </a:bodyPr>
            <a:lstStyle>
              <a:defPPr>
                <a:defRPr lang="en-US"/>
              </a:defPPr>
              <a:lvl1pPr lvl="0">
                <a:defRPr sz="1100"/>
              </a:lvl1pPr>
            </a:lstStyle>
            <a:p>
              <a:r>
                <a:rPr lang="en-US" b="1" noProof="0"/>
                <a:t>In a self‑administered survey</a:t>
              </a:r>
              <a:r>
                <a:rPr lang="en-US" noProof="0">
                  <a:solidFill>
                    <a:schemeClr val="bg1">
                      <a:lumMod val="85000"/>
                    </a:schemeClr>
                  </a:solidFill>
                </a:rPr>
                <a:t>, whether on paper or digitally, the researcher communicates directly with the respondent through the written questionnaire or the words on the device screen</a:t>
              </a:r>
              <a:endParaRPr lang="en-GB" noProof="0">
                <a:solidFill>
                  <a:schemeClr val="bg1">
                    <a:lumMod val="85000"/>
                  </a:schemeClr>
                </a:solidFill>
              </a:endParaRPr>
            </a:p>
          </p:txBody>
        </p:sp>
        <p:sp>
          <p:nvSpPr>
            <p:cNvPr id="23" name="Freeform: Shape 22">
              <a:extLst>
                <a:ext uri="{FF2B5EF4-FFF2-40B4-BE49-F238E27FC236}">
                  <a16:creationId xmlns:a16="http://schemas.microsoft.com/office/drawing/2014/main" id="{34DCB4FA-2B48-84CB-8CD8-86A8529D42A0}"/>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grpSp>
        <p:nvGrpSpPr>
          <p:cNvPr id="32" name="Group 31">
            <a:extLst>
              <a:ext uri="{FF2B5EF4-FFF2-40B4-BE49-F238E27FC236}">
                <a16:creationId xmlns:a16="http://schemas.microsoft.com/office/drawing/2014/main" id="{DEE62A28-45FF-FAAE-24E6-D991526E4945}"/>
              </a:ext>
            </a:extLst>
          </p:cNvPr>
          <p:cNvGrpSpPr/>
          <p:nvPr/>
        </p:nvGrpSpPr>
        <p:grpSpPr>
          <a:xfrm>
            <a:off x="1238979" y="4591648"/>
            <a:ext cx="3275893" cy="600164"/>
            <a:chOff x="6663071" y="4746141"/>
            <a:chExt cx="3275893" cy="600164"/>
          </a:xfrm>
        </p:grpSpPr>
        <p:sp>
          <p:nvSpPr>
            <p:cNvPr id="33" name="TextBox 32">
              <a:extLst>
                <a:ext uri="{FF2B5EF4-FFF2-40B4-BE49-F238E27FC236}">
                  <a16:creationId xmlns:a16="http://schemas.microsoft.com/office/drawing/2014/main" id="{B9F60AC8-C9C6-880E-4524-0B85F6963075}"/>
                </a:ext>
              </a:extLst>
            </p:cNvPr>
            <p:cNvSpPr txBox="1"/>
            <p:nvPr/>
          </p:nvSpPr>
          <p:spPr>
            <a:xfrm>
              <a:off x="6819524" y="4746141"/>
              <a:ext cx="3119440" cy="600164"/>
            </a:xfrm>
            <a:prstGeom prst="rect">
              <a:avLst/>
            </a:prstGeom>
            <a:noFill/>
          </p:spPr>
          <p:txBody>
            <a:bodyPr wrap="square">
              <a:spAutoFit/>
            </a:bodyPr>
            <a:lstStyle>
              <a:defPPr>
                <a:defRPr lang="en-US"/>
              </a:defPPr>
              <a:lvl1pPr lvl="0">
                <a:defRPr sz="1100"/>
              </a:lvl1pPr>
            </a:lstStyle>
            <a:p>
              <a:r>
                <a:rPr lang="en-US" b="1" noProof="0"/>
                <a:t>In interviewer‑administered surveys, </a:t>
              </a:r>
              <a:r>
                <a:rPr lang="en-US">
                  <a:solidFill>
                    <a:schemeClr val="bg1">
                      <a:lumMod val="85000"/>
                    </a:schemeClr>
                  </a:solidFill>
                </a:rPr>
                <a:t>the interviewer reads the researcher’s scripted words to the respondent. </a:t>
              </a:r>
              <a:endParaRPr lang="en-GB">
                <a:solidFill>
                  <a:schemeClr val="bg1">
                    <a:lumMod val="85000"/>
                  </a:schemeClr>
                </a:solidFill>
              </a:endParaRPr>
            </a:p>
          </p:txBody>
        </p:sp>
        <p:sp>
          <p:nvSpPr>
            <p:cNvPr id="34" name="Freeform: Shape 33">
              <a:extLst>
                <a:ext uri="{FF2B5EF4-FFF2-40B4-BE49-F238E27FC236}">
                  <a16:creationId xmlns:a16="http://schemas.microsoft.com/office/drawing/2014/main" id="{D77422A6-3D5E-7F35-94F0-690FACD0ED49}"/>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GB" noProof="0"/>
            </a:p>
          </p:txBody>
        </p:sp>
      </p:grpSp>
      <p:sp>
        <p:nvSpPr>
          <p:cNvPr id="36" name="TextBox 35">
            <a:extLst>
              <a:ext uri="{FF2B5EF4-FFF2-40B4-BE49-F238E27FC236}">
                <a16:creationId xmlns:a16="http://schemas.microsoft.com/office/drawing/2014/main" id="{F5042E52-F53F-63E2-0A4C-D7572FF848AC}"/>
              </a:ext>
            </a:extLst>
          </p:cNvPr>
          <p:cNvSpPr txBox="1"/>
          <p:nvPr/>
        </p:nvSpPr>
        <p:spPr>
          <a:xfrm>
            <a:off x="912467" y="5204636"/>
            <a:ext cx="4143664" cy="430887"/>
          </a:xfrm>
          <a:prstGeom prst="rect">
            <a:avLst/>
          </a:prstGeom>
          <a:noFill/>
        </p:spPr>
        <p:txBody>
          <a:bodyPr wrap="square">
            <a:spAutoFit/>
          </a:bodyPr>
          <a:lstStyle/>
          <a:p>
            <a:r>
              <a:rPr lang="en-US" sz="1100"/>
              <a:t>In both cases, the survey instrument is the protocol governing part of the interaction</a:t>
            </a:r>
          </a:p>
        </p:txBody>
      </p:sp>
      <p:sp>
        <p:nvSpPr>
          <p:cNvPr id="37" name="Right Brace 36">
            <a:extLst>
              <a:ext uri="{FF2B5EF4-FFF2-40B4-BE49-F238E27FC236}">
                <a16:creationId xmlns:a16="http://schemas.microsoft.com/office/drawing/2014/main" id="{FFE273CD-12E3-7B57-2230-C8A675CB6A9F}"/>
              </a:ext>
            </a:extLst>
          </p:cNvPr>
          <p:cNvSpPr/>
          <p:nvPr/>
        </p:nvSpPr>
        <p:spPr>
          <a:xfrm rot="10800000" flipH="1">
            <a:off x="5035253" y="1826576"/>
            <a:ext cx="298739" cy="3866895"/>
          </a:xfrm>
          <a:prstGeom prst="rightBrace">
            <a:avLst>
              <a:gd name="adj1" fmla="val 40394"/>
              <a:gd name="adj2" fmla="val 82431"/>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noProof="0"/>
          </a:p>
        </p:txBody>
      </p:sp>
      <p:sp>
        <p:nvSpPr>
          <p:cNvPr id="39" name="TextBox 38">
            <a:extLst>
              <a:ext uri="{FF2B5EF4-FFF2-40B4-BE49-F238E27FC236}">
                <a16:creationId xmlns:a16="http://schemas.microsoft.com/office/drawing/2014/main" id="{B4E2AA5A-9F86-486D-C463-63BD8EFB2381}"/>
              </a:ext>
            </a:extLst>
          </p:cNvPr>
          <p:cNvSpPr txBox="1"/>
          <p:nvPr/>
        </p:nvSpPr>
        <p:spPr>
          <a:xfrm>
            <a:off x="5414874" y="2289059"/>
            <a:ext cx="4214901" cy="430887"/>
          </a:xfrm>
          <a:prstGeom prst="rect">
            <a:avLst/>
          </a:prstGeom>
          <a:noFill/>
        </p:spPr>
        <p:txBody>
          <a:bodyPr wrap="square">
            <a:spAutoFit/>
          </a:bodyPr>
          <a:lstStyle>
            <a:defPPr>
              <a:defRPr lang="en-US"/>
            </a:defPPr>
            <a:lvl1pPr>
              <a:defRPr sz="1100"/>
            </a:lvl1pPr>
          </a:lstStyle>
          <a:p>
            <a:r>
              <a:rPr lang="en-US"/>
              <a:t>For the data collection experience to be </a:t>
            </a:r>
            <a:r>
              <a:rPr lang="en-US" b="1">
                <a:highlight>
                  <a:srgbClr val="FFC000"/>
                </a:highlight>
              </a:rPr>
              <a:t>consistent for all respondents</a:t>
            </a:r>
            <a:r>
              <a:rPr lang="en-US"/>
              <a:t>, a </a:t>
            </a:r>
            <a:r>
              <a:rPr lang="en-US" b="1">
                <a:solidFill>
                  <a:schemeClr val="bg1"/>
                </a:solidFill>
                <a:highlight>
                  <a:srgbClr val="00B050"/>
                </a:highlight>
              </a:rPr>
              <a:t>good question </a:t>
            </a:r>
            <a:r>
              <a:rPr lang="en-US"/>
              <a:t>must have the following properties:</a:t>
            </a:r>
          </a:p>
        </p:txBody>
      </p:sp>
      <p:sp>
        <p:nvSpPr>
          <p:cNvPr id="40" name="TextBox 39">
            <a:extLst>
              <a:ext uri="{FF2B5EF4-FFF2-40B4-BE49-F238E27FC236}">
                <a16:creationId xmlns:a16="http://schemas.microsoft.com/office/drawing/2014/main" id="{EA3BEF38-0131-691C-0D2C-6073DD9916B5}"/>
              </a:ext>
            </a:extLst>
          </p:cNvPr>
          <p:cNvSpPr txBox="1"/>
          <p:nvPr/>
        </p:nvSpPr>
        <p:spPr>
          <a:xfrm>
            <a:off x="5889319" y="3595265"/>
            <a:ext cx="2568882" cy="430887"/>
          </a:xfrm>
          <a:prstGeom prst="rect">
            <a:avLst/>
          </a:prstGeom>
          <a:noFill/>
        </p:spPr>
        <p:txBody>
          <a:bodyPr wrap="square">
            <a:spAutoFit/>
          </a:bodyPr>
          <a:lstStyle>
            <a:defPPr>
              <a:defRPr lang="en-US"/>
            </a:defPPr>
            <a:lvl1pPr lvl="0">
              <a:defRPr sz="1400"/>
            </a:lvl1pPr>
          </a:lstStyle>
          <a:p>
            <a:r>
              <a:rPr lang="en-US" sz="1100" b="1" noProof="0"/>
              <a:t>The question means the same thing for all respondents.</a:t>
            </a:r>
            <a:endParaRPr lang="en-GB" sz="1100" noProof="0"/>
          </a:p>
        </p:txBody>
      </p:sp>
      <p:sp>
        <p:nvSpPr>
          <p:cNvPr id="41" name="Título 1">
            <a:extLst>
              <a:ext uri="{FF2B5EF4-FFF2-40B4-BE49-F238E27FC236}">
                <a16:creationId xmlns:a16="http://schemas.microsoft.com/office/drawing/2014/main" id="{C30828B0-1A2C-B56F-D38A-0C0B68BEA9BD}"/>
              </a:ext>
            </a:extLst>
          </p:cNvPr>
          <p:cNvSpPr txBox="1">
            <a:spLocks/>
          </p:cNvSpPr>
          <p:nvPr/>
        </p:nvSpPr>
        <p:spPr>
          <a:xfrm>
            <a:off x="5518217" y="3577470"/>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a:solidFill>
                  <a:srgbClr val="FF0000"/>
                </a:solidFill>
                <a:latin typeface="Aptos Black" panose="020B0004020202020204" pitchFamily="34" charset="0"/>
              </a:rPr>
              <a:t>2</a:t>
            </a:r>
            <a:r>
              <a:rPr lang="en-GB" sz="2400" b="1" noProof="0">
                <a:solidFill>
                  <a:srgbClr val="FF0000"/>
                </a:solidFill>
                <a:latin typeface="Aptos Black" panose="020B0004020202020204" pitchFamily="34" charset="0"/>
              </a:rPr>
              <a:t>.</a:t>
            </a:r>
          </a:p>
        </p:txBody>
      </p:sp>
      <p:sp>
        <p:nvSpPr>
          <p:cNvPr id="43" name="TextBox 42">
            <a:extLst>
              <a:ext uri="{FF2B5EF4-FFF2-40B4-BE49-F238E27FC236}">
                <a16:creationId xmlns:a16="http://schemas.microsoft.com/office/drawing/2014/main" id="{43D38BDB-5E26-F198-1B42-AF025D13E940}"/>
              </a:ext>
            </a:extLst>
          </p:cNvPr>
          <p:cNvSpPr txBox="1"/>
          <p:nvPr/>
        </p:nvSpPr>
        <p:spPr>
          <a:xfrm>
            <a:off x="5889318" y="4262733"/>
            <a:ext cx="3811895" cy="600164"/>
          </a:xfrm>
          <a:prstGeom prst="rect">
            <a:avLst/>
          </a:prstGeom>
          <a:noFill/>
        </p:spPr>
        <p:txBody>
          <a:bodyPr wrap="square">
            <a:spAutoFit/>
          </a:bodyPr>
          <a:lstStyle>
            <a:defPPr>
              <a:defRPr lang="en-US"/>
            </a:defPPr>
            <a:lvl1pPr lvl="0">
              <a:defRPr sz="1400"/>
            </a:lvl1pPr>
          </a:lstStyle>
          <a:p>
            <a:r>
              <a:rPr lang="en-US" sz="1100" b="1" noProof="0"/>
              <a:t>The question‑and‑answer process is fully scripted, so that the questions, exactly as written, fully prepare the respondent to answer.</a:t>
            </a:r>
            <a:endParaRPr lang="en-GB" sz="1100" noProof="0"/>
          </a:p>
        </p:txBody>
      </p:sp>
      <p:sp>
        <p:nvSpPr>
          <p:cNvPr id="44" name="Título 1">
            <a:extLst>
              <a:ext uri="{FF2B5EF4-FFF2-40B4-BE49-F238E27FC236}">
                <a16:creationId xmlns:a16="http://schemas.microsoft.com/office/drawing/2014/main" id="{DAF4FEBE-A29E-7317-CE5B-86CC7678B6B0}"/>
              </a:ext>
            </a:extLst>
          </p:cNvPr>
          <p:cNvSpPr txBox="1">
            <a:spLocks/>
          </p:cNvSpPr>
          <p:nvPr/>
        </p:nvSpPr>
        <p:spPr>
          <a:xfrm>
            <a:off x="5518217" y="4244938"/>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Black" panose="020B0004020202020204" pitchFamily="34" charset="0"/>
              </a:rPr>
              <a:t>3.</a:t>
            </a:r>
          </a:p>
        </p:txBody>
      </p:sp>
    </p:spTree>
    <p:extLst>
      <p:ext uri="{BB962C8B-B14F-4D97-AF65-F5344CB8AC3E}">
        <p14:creationId xmlns:p14="http://schemas.microsoft.com/office/powerpoint/2010/main" val="7044064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6BF51-27DF-BC82-70AE-6D07BAFF1B4D}"/>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8C14389A-2CAD-5FA9-150A-6CADFE8CF010}"/>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5" name="Slide Number Placeholder 5">
            <a:extLst>
              <a:ext uri="{FF2B5EF4-FFF2-40B4-BE49-F238E27FC236}">
                <a16:creationId xmlns:a16="http://schemas.microsoft.com/office/drawing/2014/main" id="{5EF61CE0-B89F-0E93-FD9D-1626B3C6D613}"/>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42</a:t>
            </a:fld>
            <a:endParaRPr lang="en-GB" noProof="0"/>
          </a:p>
        </p:txBody>
      </p:sp>
      <p:sp>
        <p:nvSpPr>
          <p:cNvPr id="8" name="Date Placeholder 3">
            <a:extLst>
              <a:ext uri="{FF2B5EF4-FFF2-40B4-BE49-F238E27FC236}">
                <a16:creationId xmlns:a16="http://schemas.microsoft.com/office/drawing/2014/main" id="{D468F480-30E6-42DC-161F-6C3F9FD59CEF}"/>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
        <p:nvSpPr>
          <p:cNvPr id="2" name="TextBox 1">
            <a:extLst>
              <a:ext uri="{FF2B5EF4-FFF2-40B4-BE49-F238E27FC236}">
                <a16:creationId xmlns:a16="http://schemas.microsoft.com/office/drawing/2014/main" id="{5A15DBA3-0C08-FFBF-C104-B51B8EF1DBA6}"/>
              </a:ext>
            </a:extLst>
          </p:cNvPr>
          <p:cNvSpPr txBox="1"/>
          <p:nvPr/>
        </p:nvSpPr>
        <p:spPr>
          <a:xfrm>
            <a:off x="933343" y="1001680"/>
            <a:ext cx="4122787" cy="400110"/>
          </a:xfrm>
          <a:prstGeom prst="rect">
            <a:avLst/>
          </a:prstGeom>
          <a:noFill/>
        </p:spPr>
        <p:txBody>
          <a:bodyPr wrap="square">
            <a:spAutoFit/>
          </a:bodyPr>
          <a:lstStyle/>
          <a:p>
            <a:pPr lvl="0">
              <a:defRPr/>
            </a:pPr>
            <a:r>
              <a:rPr lang="en-GB" sz="2000" b="1">
                <a:highlight>
                  <a:srgbClr val="FFC000"/>
                </a:highlight>
              </a:rPr>
              <a:t>Reliability</a:t>
            </a:r>
            <a:endParaRPr lang="en-GB" sz="1100" b="1" noProof="0">
              <a:highlight>
                <a:srgbClr val="FFC000"/>
              </a:highlight>
            </a:endParaRPr>
          </a:p>
        </p:txBody>
      </p:sp>
      <p:sp>
        <p:nvSpPr>
          <p:cNvPr id="9" name="TextBox 8">
            <a:extLst>
              <a:ext uri="{FF2B5EF4-FFF2-40B4-BE49-F238E27FC236}">
                <a16:creationId xmlns:a16="http://schemas.microsoft.com/office/drawing/2014/main" id="{976618D1-DD82-D998-AE5D-3FAF99C16BF1}"/>
              </a:ext>
            </a:extLst>
          </p:cNvPr>
          <p:cNvSpPr txBox="1"/>
          <p:nvPr/>
        </p:nvSpPr>
        <p:spPr>
          <a:xfrm>
            <a:off x="877521" y="2062839"/>
            <a:ext cx="5133554" cy="307777"/>
          </a:xfrm>
          <a:prstGeom prst="rect">
            <a:avLst/>
          </a:prstGeom>
          <a:noFill/>
        </p:spPr>
        <p:txBody>
          <a:bodyPr wrap="square">
            <a:spAutoFit/>
          </a:bodyPr>
          <a:lstStyle/>
          <a:p>
            <a:r>
              <a:rPr lang="en-GB" sz="1400" b="1" noProof="0">
                <a:solidFill>
                  <a:srgbClr val="FF0000"/>
                </a:solidFill>
              </a:rPr>
              <a:t> Inadequate Wording</a:t>
            </a:r>
          </a:p>
        </p:txBody>
      </p:sp>
      <p:sp>
        <p:nvSpPr>
          <p:cNvPr id="10" name="Rectangle: Rounded Corners 9">
            <a:extLst>
              <a:ext uri="{FF2B5EF4-FFF2-40B4-BE49-F238E27FC236}">
                <a16:creationId xmlns:a16="http://schemas.microsoft.com/office/drawing/2014/main" id="{C6AB8F70-6AC6-E29B-50DD-B9C81D1EBAA3}"/>
              </a:ext>
            </a:extLst>
          </p:cNvPr>
          <p:cNvSpPr/>
          <p:nvPr/>
        </p:nvSpPr>
        <p:spPr>
          <a:xfrm>
            <a:off x="900002" y="2802217"/>
            <a:ext cx="2390775" cy="535247"/>
          </a:xfrm>
          <a:prstGeom prst="roundRect">
            <a:avLst>
              <a:gd name="adj" fmla="val 17557"/>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100">
                <a:solidFill>
                  <a:schemeClr val="tx1"/>
                </a:solidFill>
              </a:rPr>
              <a:t>Age</a:t>
            </a:r>
            <a:r>
              <a:rPr lang="en-GB" sz="1100" noProof="0">
                <a:solidFill>
                  <a:schemeClr val="tx1"/>
                </a:solidFill>
              </a:rPr>
              <a:t>?</a:t>
            </a:r>
          </a:p>
        </p:txBody>
      </p:sp>
      <p:sp>
        <p:nvSpPr>
          <p:cNvPr id="12" name="TextBox 11">
            <a:extLst>
              <a:ext uri="{FF2B5EF4-FFF2-40B4-BE49-F238E27FC236}">
                <a16:creationId xmlns:a16="http://schemas.microsoft.com/office/drawing/2014/main" id="{49ACA20A-E8E2-C8E4-8D4C-9448272BBAAB}"/>
              </a:ext>
            </a:extLst>
          </p:cNvPr>
          <p:cNvSpPr txBox="1"/>
          <p:nvPr/>
        </p:nvSpPr>
        <p:spPr>
          <a:xfrm>
            <a:off x="900002" y="2327267"/>
            <a:ext cx="4364689" cy="261610"/>
          </a:xfrm>
          <a:prstGeom prst="rect">
            <a:avLst/>
          </a:prstGeom>
          <a:noFill/>
        </p:spPr>
        <p:txBody>
          <a:bodyPr wrap="square">
            <a:spAutoFit/>
          </a:bodyPr>
          <a:lstStyle/>
          <a:p>
            <a:r>
              <a:rPr lang="en-US" sz="1100" noProof="0"/>
              <a:t>Wording does not constitute a complete question.</a:t>
            </a:r>
            <a:endParaRPr lang="en-GB" sz="1100" noProof="0"/>
          </a:p>
        </p:txBody>
      </p:sp>
      <p:sp>
        <p:nvSpPr>
          <p:cNvPr id="14" name="Rectangle: Rounded Corners 13">
            <a:extLst>
              <a:ext uri="{FF2B5EF4-FFF2-40B4-BE49-F238E27FC236}">
                <a16:creationId xmlns:a16="http://schemas.microsoft.com/office/drawing/2014/main" id="{863931E4-275F-9663-2B39-C38F4B72FDAF}"/>
              </a:ext>
            </a:extLst>
          </p:cNvPr>
          <p:cNvSpPr/>
          <p:nvPr/>
        </p:nvSpPr>
        <p:spPr>
          <a:xfrm>
            <a:off x="3444299" y="2802218"/>
            <a:ext cx="2462002" cy="554278"/>
          </a:xfrm>
          <a:prstGeom prst="roundRect">
            <a:avLst>
              <a:gd name="adj" fmla="val 16667"/>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How old were you on your last birthday?</a:t>
            </a:r>
            <a:endParaRPr lang="en-GB" sz="1100" noProof="0">
              <a:solidFill>
                <a:schemeClr val="tx1"/>
              </a:solidFill>
            </a:endParaRPr>
          </a:p>
        </p:txBody>
      </p:sp>
      <p:sp>
        <p:nvSpPr>
          <p:cNvPr id="18" name="Rectangle: Rounded Corners 17">
            <a:extLst>
              <a:ext uri="{FF2B5EF4-FFF2-40B4-BE49-F238E27FC236}">
                <a16:creationId xmlns:a16="http://schemas.microsoft.com/office/drawing/2014/main" id="{31881FB8-F44F-11D6-FCE9-5895F00384E3}"/>
              </a:ext>
            </a:extLst>
          </p:cNvPr>
          <p:cNvSpPr/>
          <p:nvPr/>
        </p:nvSpPr>
        <p:spPr>
          <a:xfrm>
            <a:off x="900002" y="3478808"/>
            <a:ext cx="2390775" cy="1174454"/>
          </a:xfrm>
          <a:prstGeom prst="roundRect">
            <a:avLst>
              <a:gd name="adj" fmla="val 8082"/>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Reason for going to</a:t>
            </a:r>
            <a:br>
              <a:rPr lang="en-US" sz="1100">
                <a:solidFill>
                  <a:schemeClr val="tx1"/>
                </a:solidFill>
              </a:rPr>
            </a:br>
            <a:r>
              <a:rPr lang="en-US" sz="1100">
                <a:solidFill>
                  <a:schemeClr val="tx1"/>
                </a:solidFill>
              </a:rPr>
              <a:t> the doctor?</a:t>
            </a:r>
            <a:endParaRPr lang="en-GB" sz="1100" noProof="0">
              <a:solidFill>
                <a:schemeClr val="tx1"/>
              </a:solidFill>
            </a:endParaRPr>
          </a:p>
        </p:txBody>
      </p:sp>
      <p:sp>
        <p:nvSpPr>
          <p:cNvPr id="20" name="Rectangle: Rounded Corners 19">
            <a:extLst>
              <a:ext uri="{FF2B5EF4-FFF2-40B4-BE49-F238E27FC236}">
                <a16:creationId xmlns:a16="http://schemas.microsoft.com/office/drawing/2014/main" id="{F48CD8E3-33BA-B133-6362-7F0C53B87F72}"/>
              </a:ext>
            </a:extLst>
          </p:cNvPr>
          <p:cNvSpPr/>
          <p:nvPr/>
        </p:nvSpPr>
        <p:spPr>
          <a:xfrm>
            <a:off x="3444298" y="3478808"/>
            <a:ext cx="2462002" cy="1192734"/>
          </a:xfrm>
          <a:prstGeom prst="roundRect">
            <a:avLst>
              <a:gd name="adj" fmla="val 808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What was the main medical problem or reason for which you most recently visited the doctor?</a:t>
            </a:r>
            <a:endParaRPr lang="en-GB" sz="1100" noProof="0">
              <a:solidFill>
                <a:schemeClr val="tx1"/>
              </a:solidFill>
            </a:endParaRPr>
          </a:p>
        </p:txBody>
      </p:sp>
      <p:sp>
        <p:nvSpPr>
          <p:cNvPr id="25" name="TextBox 24">
            <a:extLst>
              <a:ext uri="{FF2B5EF4-FFF2-40B4-BE49-F238E27FC236}">
                <a16:creationId xmlns:a16="http://schemas.microsoft.com/office/drawing/2014/main" id="{9D7FCAA6-11BD-D1F7-DECC-572B708A98DD}"/>
              </a:ext>
            </a:extLst>
          </p:cNvPr>
          <p:cNvSpPr txBox="1"/>
          <p:nvPr/>
        </p:nvSpPr>
        <p:spPr>
          <a:xfrm>
            <a:off x="6781162" y="2331173"/>
            <a:ext cx="4895429" cy="430887"/>
          </a:xfrm>
          <a:prstGeom prst="rect">
            <a:avLst/>
          </a:prstGeom>
          <a:noFill/>
        </p:spPr>
        <p:txBody>
          <a:bodyPr wrap="square">
            <a:spAutoFit/>
          </a:bodyPr>
          <a:lstStyle>
            <a:defPPr>
              <a:defRPr lang="en-US"/>
            </a:defPPr>
            <a:lvl1pPr>
              <a:defRPr sz="1200"/>
            </a:lvl1pPr>
          </a:lstStyle>
          <a:p>
            <a:r>
              <a:rPr lang="en-US" sz="1100"/>
              <a:t>At times, optional wording is necessary to adapt to respondents’ circumstances.</a:t>
            </a:r>
            <a:endParaRPr lang="en-GB" sz="1100" noProof="0"/>
          </a:p>
        </p:txBody>
      </p:sp>
      <p:sp>
        <p:nvSpPr>
          <p:cNvPr id="26" name="TextBox 25">
            <a:extLst>
              <a:ext uri="{FF2B5EF4-FFF2-40B4-BE49-F238E27FC236}">
                <a16:creationId xmlns:a16="http://schemas.microsoft.com/office/drawing/2014/main" id="{79A47510-72E3-7CC9-429F-93F72D43CDA2}"/>
              </a:ext>
            </a:extLst>
          </p:cNvPr>
          <p:cNvSpPr txBox="1"/>
          <p:nvPr/>
        </p:nvSpPr>
        <p:spPr>
          <a:xfrm>
            <a:off x="832357" y="4793855"/>
            <a:ext cx="4133538" cy="600164"/>
          </a:xfrm>
          <a:prstGeom prst="rect">
            <a:avLst/>
          </a:prstGeom>
          <a:noFill/>
        </p:spPr>
        <p:txBody>
          <a:bodyPr wrap="square">
            <a:spAutoFit/>
          </a:bodyPr>
          <a:lstStyle/>
          <a:p>
            <a:pPr lvl="0">
              <a:defRPr/>
            </a:pPr>
            <a:r>
              <a:rPr lang="en-US" sz="1100">
                <a:solidFill>
                  <a:prstClr val="black"/>
                </a:solidFill>
              </a:rPr>
              <a:t>Interviewers (or respondents) may </a:t>
            </a:r>
            <a:r>
              <a:rPr lang="en-US" sz="1100" b="1">
                <a:solidFill>
                  <a:prstClr val="black"/>
                </a:solidFill>
                <a:highlight>
                  <a:srgbClr val="FFC000"/>
                </a:highlight>
              </a:rPr>
              <a:t>need to add or modify words </a:t>
            </a:r>
            <a:r>
              <a:rPr lang="en-US" sz="1100">
                <a:solidFill>
                  <a:prstClr val="black"/>
                </a:solidFill>
              </a:rPr>
              <a:t>in order to answer the questions based on the wording provided in the left‑hand column.</a:t>
            </a:r>
            <a:endParaRPr kumimoji="0" lang="en-GB" sz="1100" i="0" u="none" strike="noStrike" kern="1200" cap="none" spc="0" normalizeH="0" baseline="0" noProof="0">
              <a:ln>
                <a:noFill/>
              </a:ln>
              <a:solidFill>
                <a:prstClr val="black"/>
              </a:solidFill>
              <a:effectLst/>
              <a:uLnTx/>
              <a:uFillTx/>
              <a:latin typeface="Aptos" panose="020B0004020202020204"/>
            </a:endParaRPr>
          </a:p>
        </p:txBody>
      </p:sp>
      <p:sp>
        <p:nvSpPr>
          <p:cNvPr id="28" name="TextBox 27">
            <a:extLst>
              <a:ext uri="{FF2B5EF4-FFF2-40B4-BE49-F238E27FC236}">
                <a16:creationId xmlns:a16="http://schemas.microsoft.com/office/drawing/2014/main" id="{79C3951D-A284-0401-1AF8-C292588ED22B}"/>
              </a:ext>
            </a:extLst>
          </p:cNvPr>
          <p:cNvSpPr txBox="1"/>
          <p:nvPr/>
        </p:nvSpPr>
        <p:spPr>
          <a:xfrm>
            <a:off x="6695238" y="2062839"/>
            <a:ext cx="4596760" cy="307777"/>
          </a:xfrm>
          <a:prstGeom prst="rect">
            <a:avLst/>
          </a:prstGeom>
          <a:noFill/>
        </p:spPr>
        <p:txBody>
          <a:bodyPr wrap="square">
            <a:spAutoFit/>
          </a:bodyPr>
          <a:lstStyle/>
          <a:p>
            <a:r>
              <a:rPr lang="en-GB" sz="1400" b="1" noProof="0">
                <a:solidFill>
                  <a:srgbClr val="FF0000"/>
                </a:solidFill>
              </a:rPr>
              <a:t> Optional Wording</a:t>
            </a:r>
          </a:p>
        </p:txBody>
      </p:sp>
      <p:sp>
        <p:nvSpPr>
          <p:cNvPr id="31" name="Freeform: Shape 30">
            <a:extLst>
              <a:ext uri="{FF2B5EF4-FFF2-40B4-BE49-F238E27FC236}">
                <a16:creationId xmlns:a16="http://schemas.microsoft.com/office/drawing/2014/main" id="{DE6F0C08-7BA4-97BC-339A-8DAA38511A61}"/>
              </a:ext>
            </a:extLst>
          </p:cNvPr>
          <p:cNvSpPr/>
          <p:nvPr/>
        </p:nvSpPr>
        <p:spPr>
          <a:xfrm>
            <a:off x="5686844" y="2802217"/>
            <a:ext cx="219456" cy="220758"/>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sp>
        <p:nvSpPr>
          <p:cNvPr id="35" name="Freeform: Shape 34">
            <a:extLst>
              <a:ext uri="{FF2B5EF4-FFF2-40B4-BE49-F238E27FC236}">
                <a16:creationId xmlns:a16="http://schemas.microsoft.com/office/drawing/2014/main" id="{CCD28BDD-E704-9429-7B76-AB5940A795BC}"/>
              </a:ext>
            </a:extLst>
          </p:cNvPr>
          <p:cNvSpPr/>
          <p:nvPr/>
        </p:nvSpPr>
        <p:spPr>
          <a:xfrm>
            <a:off x="3070019" y="2802217"/>
            <a:ext cx="220758" cy="220758"/>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38" name="Freeform: Shape 37">
            <a:extLst>
              <a:ext uri="{FF2B5EF4-FFF2-40B4-BE49-F238E27FC236}">
                <a16:creationId xmlns:a16="http://schemas.microsoft.com/office/drawing/2014/main" id="{244595E9-0C8C-0B1D-A8C6-1449C3A68555}"/>
              </a:ext>
            </a:extLst>
          </p:cNvPr>
          <p:cNvSpPr/>
          <p:nvPr/>
        </p:nvSpPr>
        <p:spPr>
          <a:xfrm>
            <a:off x="5686844" y="3478808"/>
            <a:ext cx="219456" cy="220758"/>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sp>
        <p:nvSpPr>
          <p:cNvPr id="42" name="Freeform: Shape 41">
            <a:extLst>
              <a:ext uri="{FF2B5EF4-FFF2-40B4-BE49-F238E27FC236}">
                <a16:creationId xmlns:a16="http://schemas.microsoft.com/office/drawing/2014/main" id="{3709A9C9-04F4-3905-AFBB-0A3854A66547}"/>
              </a:ext>
            </a:extLst>
          </p:cNvPr>
          <p:cNvSpPr/>
          <p:nvPr/>
        </p:nvSpPr>
        <p:spPr>
          <a:xfrm>
            <a:off x="3070019" y="3480402"/>
            <a:ext cx="220758" cy="220758"/>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46" name="TextBox 45">
            <a:extLst>
              <a:ext uri="{FF2B5EF4-FFF2-40B4-BE49-F238E27FC236}">
                <a16:creationId xmlns:a16="http://schemas.microsoft.com/office/drawing/2014/main" id="{705C71F3-7256-46E1-AD64-0E4A6B06E8C6}"/>
              </a:ext>
            </a:extLst>
          </p:cNvPr>
          <p:cNvSpPr txBox="1"/>
          <p:nvPr/>
        </p:nvSpPr>
        <p:spPr>
          <a:xfrm>
            <a:off x="7051300" y="2866042"/>
            <a:ext cx="3799590" cy="430887"/>
          </a:xfrm>
          <a:prstGeom prst="rect">
            <a:avLst/>
          </a:prstGeom>
          <a:noFill/>
        </p:spPr>
        <p:txBody>
          <a:bodyPr wrap="square">
            <a:spAutoFit/>
          </a:bodyPr>
          <a:lstStyle>
            <a:defPPr>
              <a:defRPr lang="en-US"/>
            </a:defPPr>
            <a:lvl1pPr lvl="0">
              <a:defRPr sz="1100"/>
            </a:lvl1pPr>
          </a:lstStyle>
          <a:p>
            <a:r>
              <a:rPr lang="en-US" noProof="0"/>
              <a:t>In virtual interviews, it is possible to </a:t>
            </a:r>
            <a:r>
              <a:rPr lang="en-US" b="1" noProof="0">
                <a:highlight>
                  <a:srgbClr val="FFC000"/>
                </a:highlight>
              </a:rPr>
              <a:t>design multiple versions of the questions</a:t>
            </a:r>
            <a:r>
              <a:rPr lang="en-US" noProof="0"/>
              <a:t>.</a:t>
            </a:r>
            <a:endParaRPr lang="en-GB" noProof="0"/>
          </a:p>
        </p:txBody>
      </p:sp>
      <p:sp>
        <p:nvSpPr>
          <p:cNvPr id="52" name="TextBox 51">
            <a:extLst>
              <a:ext uri="{FF2B5EF4-FFF2-40B4-BE49-F238E27FC236}">
                <a16:creationId xmlns:a16="http://schemas.microsoft.com/office/drawing/2014/main" id="{8771D130-6AB6-57BF-0732-53DE39C63F82}"/>
              </a:ext>
            </a:extLst>
          </p:cNvPr>
          <p:cNvSpPr txBox="1"/>
          <p:nvPr/>
        </p:nvSpPr>
        <p:spPr>
          <a:xfrm>
            <a:off x="7051300" y="3337917"/>
            <a:ext cx="3799590" cy="430887"/>
          </a:xfrm>
          <a:prstGeom prst="rect">
            <a:avLst/>
          </a:prstGeom>
          <a:noFill/>
        </p:spPr>
        <p:txBody>
          <a:bodyPr wrap="square">
            <a:spAutoFit/>
          </a:bodyPr>
          <a:lstStyle>
            <a:defPPr>
              <a:defRPr lang="en-US"/>
            </a:defPPr>
            <a:lvl1pPr lvl="0">
              <a:defRPr sz="1100"/>
            </a:lvl1pPr>
          </a:lstStyle>
          <a:p>
            <a:r>
              <a:rPr lang="en-US" noProof="0"/>
              <a:t>In paper questionnaires, </a:t>
            </a:r>
            <a:r>
              <a:rPr lang="en-US" b="1" noProof="0">
                <a:highlight>
                  <a:srgbClr val="FFC000"/>
                </a:highlight>
              </a:rPr>
              <a:t>a common convention is to place optional text in parentheses</a:t>
            </a:r>
            <a:r>
              <a:rPr lang="en-US" noProof="0"/>
              <a:t>.</a:t>
            </a:r>
            <a:endParaRPr lang="en-GB" noProof="0"/>
          </a:p>
        </p:txBody>
      </p:sp>
      <p:sp>
        <p:nvSpPr>
          <p:cNvPr id="55" name="Rectangle: Rounded Corners 54">
            <a:extLst>
              <a:ext uri="{FF2B5EF4-FFF2-40B4-BE49-F238E27FC236}">
                <a16:creationId xmlns:a16="http://schemas.microsoft.com/office/drawing/2014/main" id="{0467553B-E513-7BC9-3E4C-5857EB28537E}"/>
              </a:ext>
            </a:extLst>
          </p:cNvPr>
          <p:cNvSpPr/>
          <p:nvPr/>
        </p:nvSpPr>
        <p:spPr>
          <a:xfrm>
            <a:off x="6814300" y="3900141"/>
            <a:ext cx="4036590" cy="1488973"/>
          </a:xfrm>
          <a:prstGeom prst="roundRect">
            <a:avLst>
              <a:gd name="adj" fmla="val 808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1100" noProof="0">
              <a:solidFill>
                <a:schemeClr val="tx1"/>
              </a:solidFill>
            </a:endParaRPr>
          </a:p>
        </p:txBody>
      </p:sp>
      <p:grpSp>
        <p:nvGrpSpPr>
          <p:cNvPr id="57" name="Group 56">
            <a:extLst>
              <a:ext uri="{FF2B5EF4-FFF2-40B4-BE49-F238E27FC236}">
                <a16:creationId xmlns:a16="http://schemas.microsoft.com/office/drawing/2014/main" id="{C323AA1E-C2DA-8FBD-05F1-F93E02E9243B}"/>
              </a:ext>
            </a:extLst>
          </p:cNvPr>
          <p:cNvGrpSpPr/>
          <p:nvPr/>
        </p:nvGrpSpPr>
        <p:grpSpPr>
          <a:xfrm>
            <a:off x="7166168" y="4058830"/>
            <a:ext cx="3021027" cy="430887"/>
            <a:chOff x="6537970" y="3578645"/>
            <a:chExt cx="3021027" cy="430887"/>
          </a:xfrm>
        </p:grpSpPr>
        <p:sp>
          <p:nvSpPr>
            <p:cNvPr id="56" name="TextBox 55">
              <a:extLst>
                <a:ext uri="{FF2B5EF4-FFF2-40B4-BE49-F238E27FC236}">
                  <a16:creationId xmlns:a16="http://schemas.microsoft.com/office/drawing/2014/main" id="{AC680FD5-2737-26DD-86EE-458FCD189EC4}"/>
                </a:ext>
              </a:extLst>
            </p:cNvPr>
            <p:cNvSpPr txBox="1"/>
            <p:nvPr/>
          </p:nvSpPr>
          <p:spPr>
            <a:xfrm>
              <a:off x="6694423" y="3578645"/>
              <a:ext cx="2864574" cy="430887"/>
            </a:xfrm>
            <a:prstGeom prst="rect">
              <a:avLst/>
            </a:prstGeom>
            <a:noFill/>
          </p:spPr>
          <p:txBody>
            <a:bodyPr wrap="square">
              <a:spAutoFit/>
            </a:bodyPr>
            <a:lstStyle>
              <a:defPPr>
                <a:defRPr lang="en-US"/>
              </a:defPPr>
              <a:lvl1pPr lvl="0">
                <a:defRPr sz="1100"/>
              </a:lvl1pPr>
            </a:lstStyle>
            <a:p>
              <a:r>
                <a:rPr lang="en-US" sz="1050" noProof="0"/>
                <a:t>Were you (or anyone living with you) assaulted or struck by a stranger during the past year?</a:t>
              </a:r>
              <a:endParaRPr lang="en-GB" sz="1050" noProof="0"/>
            </a:p>
          </p:txBody>
        </p:sp>
        <p:sp>
          <p:nvSpPr>
            <p:cNvPr id="54" name="Oval 53">
              <a:extLst>
                <a:ext uri="{FF2B5EF4-FFF2-40B4-BE49-F238E27FC236}">
                  <a16:creationId xmlns:a16="http://schemas.microsoft.com/office/drawing/2014/main" id="{9C0A9120-4234-DA94-E272-51CF596F05FC}"/>
                </a:ext>
              </a:extLst>
            </p:cNvPr>
            <p:cNvSpPr/>
            <p:nvPr/>
          </p:nvSpPr>
          <p:spPr>
            <a:xfrm>
              <a:off x="6537970" y="3622480"/>
              <a:ext cx="156453" cy="156453"/>
            </a:xfrm>
            <a:prstGeom prst="ellipse">
              <a:avLst/>
            </a:prstGeom>
            <a:solidFill>
              <a:srgbClr val="FFC000"/>
            </a:solidFill>
            <a:ln w="5358"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0" i="0" u="none" strike="noStrike" kern="1200" cap="none" spc="0" normalizeH="0" baseline="0" noProof="0">
                  <a:ln>
                    <a:noFill/>
                  </a:ln>
                  <a:solidFill>
                    <a:prstClr val="black"/>
                  </a:solidFill>
                  <a:effectLst/>
                  <a:uLnTx/>
                  <a:uFillTx/>
                  <a:latin typeface="Aptos Black" panose="020B0004020202020204" pitchFamily="34" charset="0"/>
                  <a:ea typeface="+mn-ea"/>
                  <a:cs typeface="+mn-cs"/>
                </a:rPr>
                <a:t>?</a:t>
              </a:r>
              <a:endParaRPr kumimoji="0" lang="en-US" sz="1050" b="0" i="0" u="none" strike="noStrike" kern="1200" cap="none" spc="0" normalizeH="0" baseline="0" noProof="0">
                <a:ln>
                  <a:noFill/>
                </a:ln>
                <a:solidFill>
                  <a:prstClr val="black"/>
                </a:solidFill>
                <a:effectLst/>
                <a:uLnTx/>
                <a:uFillTx/>
                <a:latin typeface="Aptos Black" panose="020B0004020202020204" pitchFamily="34" charset="0"/>
                <a:ea typeface="+mn-ea"/>
                <a:cs typeface="+mn-cs"/>
              </a:endParaRPr>
            </a:p>
          </p:txBody>
        </p:sp>
      </p:grpSp>
      <p:grpSp>
        <p:nvGrpSpPr>
          <p:cNvPr id="58" name="Group 57">
            <a:extLst>
              <a:ext uri="{FF2B5EF4-FFF2-40B4-BE49-F238E27FC236}">
                <a16:creationId xmlns:a16="http://schemas.microsoft.com/office/drawing/2014/main" id="{C0709AE3-29E4-E30D-7E00-DED9D38C5EE8}"/>
              </a:ext>
            </a:extLst>
          </p:cNvPr>
          <p:cNvGrpSpPr/>
          <p:nvPr/>
        </p:nvGrpSpPr>
        <p:grpSpPr>
          <a:xfrm>
            <a:off x="7170389" y="4440310"/>
            <a:ext cx="3016806" cy="415498"/>
            <a:chOff x="6542191" y="3578645"/>
            <a:chExt cx="3016806" cy="415498"/>
          </a:xfrm>
        </p:grpSpPr>
        <p:sp>
          <p:nvSpPr>
            <p:cNvPr id="59" name="TextBox 58">
              <a:extLst>
                <a:ext uri="{FF2B5EF4-FFF2-40B4-BE49-F238E27FC236}">
                  <a16:creationId xmlns:a16="http://schemas.microsoft.com/office/drawing/2014/main" id="{A1CFE27E-B6AE-2F47-229B-D57C80793F33}"/>
                </a:ext>
              </a:extLst>
            </p:cNvPr>
            <p:cNvSpPr txBox="1"/>
            <p:nvPr/>
          </p:nvSpPr>
          <p:spPr>
            <a:xfrm>
              <a:off x="6694423" y="3578645"/>
              <a:ext cx="2864574" cy="415498"/>
            </a:xfrm>
            <a:prstGeom prst="rect">
              <a:avLst/>
            </a:prstGeom>
            <a:noFill/>
          </p:spPr>
          <p:txBody>
            <a:bodyPr wrap="square">
              <a:spAutoFit/>
            </a:bodyPr>
            <a:lstStyle>
              <a:defPPr>
                <a:defRPr lang="en-US"/>
              </a:defPPr>
              <a:lvl1pPr lvl="0">
                <a:defRPr sz="1100"/>
              </a:lvl1pPr>
            </a:lstStyle>
            <a:p>
              <a:r>
                <a:rPr lang="en-US" sz="1050" noProof="0"/>
                <a:t>Did (you/he/she) report the assault to the police?</a:t>
              </a:r>
              <a:endParaRPr lang="en-GB" sz="1050" noProof="0"/>
            </a:p>
          </p:txBody>
        </p:sp>
        <p:sp>
          <p:nvSpPr>
            <p:cNvPr id="60" name="Oval 59">
              <a:extLst>
                <a:ext uri="{FF2B5EF4-FFF2-40B4-BE49-F238E27FC236}">
                  <a16:creationId xmlns:a16="http://schemas.microsoft.com/office/drawing/2014/main" id="{994AF25D-6F42-4638-1331-D7C1CEDFFA00}"/>
                </a:ext>
              </a:extLst>
            </p:cNvPr>
            <p:cNvSpPr/>
            <p:nvPr/>
          </p:nvSpPr>
          <p:spPr>
            <a:xfrm>
              <a:off x="6542191" y="3604862"/>
              <a:ext cx="156453" cy="156453"/>
            </a:xfrm>
            <a:prstGeom prst="ellipse">
              <a:avLst/>
            </a:prstGeom>
            <a:solidFill>
              <a:srgbClr val="FFC000"/>
            </a:solidFill>
            <a:ln w="5358"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0" i="0" u="none" strike="noStrike" kern="1200" cap="none" spc="0" normalizeH="0" baseline="0" noProof="0">
                  <a:ln>
                    <a:noFill/>
                  </a:ln>
                  <a:solidFill>
                    <a:prstClr val="black"/>
                  </a:solidFill>
                  <a:effectLst/>
                  <a:uLnTx/>
                  <a:uFillTx/>
                  <a:latin typeface="Aptos Black" panose="020B0004020202020204" pitchFamily="34" charset="0"/>
                  <a:ea typeface="+mn-ea"/>
                  <a:cs typeface="+mn-cs"/>
                </a:rPr>
                <a:t>?</a:t>
              </a:r>
              <a:endParaRPr kumimoji="0" lang="en-US" sz="1050" b="0" i="0" u="none" strike="noStrike" kern="1200" cap="none" spc="0" normalizeH="0" baseline="0" noProof="0">
                <a:ln>
                  <a:noFill/>
                </a:ln>
                <a:solidFill>
                  <a:prstClr val="black"/>
                </a:solidFill>
                <a:effectLst/>
                <a:uLnTx/>
                <a:uFillTx/>
                <a:latin typeface="Aptos Black" panose="020B0004020202020204" pitchFamily="34" charset="0"/>
                <a:ea typeface="+mn-ea"/>
                <a:cs typeface="+mn-cs"/>
              </a:endParaRPr>
            </a:p>
          </p:txBody>
        </p:sp>
      </p:grpSp>
      <p:grpSp>
        <p:nvGrpSpPr>
          <p:cNvPr id="61" name="Group 60">
            <a:extLst>
              <a:ext uri="{FF2B5EF4-FFF2-40B4-BE49-F238E27FC236}">
                <a16:creationId xmlns:a16="http://schemas.microsoft.com/office/drawing/2014/main" id="{107D52E3-E428-D036-1E08-CCF127B4A39D}"/>
              </a:ext>
            </a:extLst>
          </p:cNvPr>
          <p:cNvGrpSpPr/>
          <p:nvPr/>
        </p:nvGrpSpPr>
        <p:grpSpPr>
          <a:xfrm>
            <a:off x="7170389" y="4806401"/>
            <a:ext cx="3016806" cy="415498"/>
            <a:chOff x="6542191" y="3578645"/>
            <a:chExt cx="3016806" cy="415498"/>
          </a:xfrm>
        </p:grpSpPr>
        <p:sp>
          <p:nvSpPr>
            <p:cNvPr id="62" name="TextBox 61">
              <a:extLst>
                <a:ext uri="{FF2B5EF4-FFF2-40B4-BE49-F238E27FC236}">
                  <a16:creationId xmlns:a16="http://schemas.microsoft.com/office/drawing/2014/main" id="{DE82D8EE-29CA-BEF2-5915-4461B9BFEA69}"/>
                </a:ext>
              </a:extLst>
            </p:cNvPr>
            <p:cNvSpPr txBox="1"/>
            <p:nvPr/>
          </p:nvSpPr>
          <p:spPr>
            <a:xfrm>
              <a:off x="6694423" y="3578645"/>
              <a:ext cx="2864574" cy="415498"/>
            </a:xfrm>
            <a:prstGeom prst="rect">
              <a:avLst/>
            </a:prstGeom>
            <a:noFill/>
          </p:spPr>
          <p:txBody>
            <a:bodyPr wrap="square">
              <a:spAutoFit/>
            </a:bodyPr>
            <a:lstStyle>
              <a:defPPr>
                <a:defRPr lang="en-US"/>
              </a:defPPr>
              <a:lvl1pPr lvl="0">
                <a:defRPr sz="1100"/>
              </a:lvl1pPr>
            </a:lstStyle>
            <a:p>
              <a:r>
                <a:rPr lang="en-US" sz="1050" noProof="0"/>
                <a:t>How old was (EACH PERSON) on their last birthday?</a:t>
              </a:r>
              <a:endParaRPr lang="en-GB" sz="1050" noProof="0"/>
            </a:p>
          </p:txBody>
        </p:sp>
        <p:sp>
          <p:nvSpPr>
            <p:cNvPr id="63" name="Oval 62">
              <a:extLst>
                <a:ext uri="{FF2B5EF4-FFF2-40B4-BE49-F238E27FC236}">
                  <a16:creationId xmlns:a16="http://schemas.microsoft.com/office/drawing/2014/main" id="{3EE7F56B-47BB-F912-9320-A4D6B6869A7C}"/>
                </a:ext>
              </a:extLst>
            </p:cNvPr>
            <p:cNvSpPr/>
            <p:nvPr/>
          </p:nvSpPr>
          <p:spPr>
            <a:xfrm>
              <a:off x="6542191" y="3603676"/>
              <a:ext cx="156453" cy="156453"/>
            </a:xfrm>
            <a:prstGeom prst="ellipse">
              <a:avLst/>
            </a:prstGeom>
            <a:solidFill>
              <a:srgbClr val="FFC000"/>
            </a:solidFill>
            <a:ln w="5358" cap="flat">
              <a:noFill/>
              <a:prstDash val="solid"/>
              <a:miter/>
            </a:ln>
          </p:spPr>
          <p:txBody>
            <a:bodyPr rtlCol="0" anchor="ctr"/>
            <a:lstStyle/>
            <a:p>
              <a:pPr algn="ctr"/>
              <a:r>
                <a:rPr lang="es-CO" sz="1050">
                  <a:latin typeface="Aptos Black" panose="020B0004020202020204" pitchFamily="34" charset="0"/>
                </a:rPr>
                <a:t>?</a:t>
              </a:r>
              <a:endParaRPr lang="en-US" sz="1050">
                <a:latin typeface="Aptos Black" panose="020B0004020202020204" pitchFamily="34" charset="0"/>
              </a:endParaRPr>
            </a:p>
          </p:txBody>
        </p:sp>
      </p:grpSp>
    </p:spTree>
    <p:extLst>
      <p:ext uri="{BB962C8B-B14F-4D97-AF65-F5344CB8AC3E}">
        <p14:creationId xmlns:p14="http://schemas.microsoft.com/office/powerpoint/2010/main" val="1532599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500"/>
                                        <p:tgtEl>
                                          <p:spTgt spid="3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fade">
                                      <p:cBhvr>
                                        <p:cTn id="28" dur="500"/>
                                        <p:tgtEl>
                                          <p:spTgt spid="4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500"/>
                                        <p:tgtEl>
                                          <p:spTgt spid="3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fade">
                                      <p:cBhvr>
                                        <p:cTn id="39" dur="500"/>
                                        <p:tgtEl>
                                          <p:spTgt spid="3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500"/>
                                        <p:tgtEl>
                                          <p:spTgt spid="2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500"/>
                                        <p:tgtEl>
                                          <p:spTgt spid="2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500"/>
                                        <p:tgtEl>
                                          <p:spTgt spid="2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6"/>
                                        </p:tgtEl>
                                        <p:attrNameLst>
                                          <p:attrName>style.visibility</p:attrName>
                                        </p:attrNameLst>
                                      </p:cBhvr>
                                      <p:to>
                                        <p:strVal val="visible"/>
                                      </p:to>
                                    </p:set>
                                    <p:animEffect transition="in" filter="fade">
                                      <p:cBhvr>
                                        <p:cTn id="58" dur="500"/>
                                        <p:tgtEl>
                                          <p:spTgt spid="4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2"/>
                                        </p:tgtEl>
                                        <p:attrNameLst>
                                          <p:attrName>style.visibility</p:attrName>
                                        </p:attrNameLst>
                                      </p:cBhvr>
                                      <p:to>
                                        <p:strVal val="visible"/>
                                      </p:to>
                                    </p:set>
                                    <p:animEffect transition="in" filter="fade">
                                      <p:cBhvr>
                                        <p:cTn id="61" dur="500"/>
                                        <p:tgtEl>
                                          <p:spTgt spid="52"/>
                                        </p:tgtEl>
                                      </p:cBhvr>
                                    </p:animEffect>
                                  </p:childTnLst>
                                </p:cTn>
                              </p:par>
                              <p:par>
                                <p:cTn id="62" presetID="10" presetClass="entr" presetSubtype="0" fill="hold" nodeType="withEffect">
                                  <p:stCondLst>
                                    <p:cond delay="0"/>
                                  </p:stCondLst>
                                  <p:childTnLst>
                                    <p:set>
                                      <p:cBhvr>
                                        <p:cTn id="63" dur="1" fill="hold">
                                          <p:stCondLst>
                                            <p:cond delay="0"/>
                                          </p:stCondLst>
                                        </p:cTn>
                                        <p:tgtEl>
                                          <p:spTgt spid="57"/>
                                        </p:tgtEl>
                                        <p:attrNameLst>
                                          <p:attrName>style.visibility</p:attrName>
                                        </p:attrNameLst>
                                      </p:cBhvr>
                                      <p:to>
                                        <p:strVal val="visible"/>
                                      </p:to>
                                    </p:set>
                                    <p:animEffect transition="in" filter="fade">
                                      <p:cBhvr>
                                        <p:cTn id="64" dur="500"/>
                                        <p:tgtEl>
                                          <p:spTgt spid="57"/>
                                        </p:tgtEl>
                                      </p:cBhvr>
                                    </p:animEffect>
                                  </p:childTnLst>
                                </p:cTn>
                              </p:par>
                              <p:par>
                                <p:cTn id="65" presetID="10" presetClass="entr" presetSubtype="0" fill="hold" nodeType="withEffect">
                                  <p:stCondLst>
                                    <p:cond delay="0"/>
                                  </p:stCondLst>
                                  <p:childTnLst>
                                    <p:set>
                                      <p:cBhvr>
                                        <p:cTn id="66" dur="1" fill="hold">
                                          <p:stCondLst>
                                            <p:cond delay="0"/>
                                          </p:stCondLst>
                                        </p:cTn>
                                        <p:tgtEl>
                                          <p:spTgt spid="58"/>
                                        </p:tgtEl>
                                        <p:attrNameLst>
                                          <p:attrName>style.visibility</p:attrName>
                                        </p:attrNameLst>
                                      </p:cBhvr>
                                      <p:to>
                                        <p:strVal val="visible"/>
                                      </p:to>
                                    </p:set>
                                    <p:animEffect transition="in" filter="fade">
                                      <p:cBhvr>
                                        <p:cTn id="67" dur="500"/>
                                        <p:tgtEl>
                                          <p:spTgt spid="58"/>
                                        </p:tgtEl>
                                      </p:cBhvr>
                                    </p:animEffect>
                                  </p:childTnLst>
                                </p:cTn>
                              </p:par>
                              <p:par>
                                <p:cTn id="68" presetID="10" presetClass="entr" presetSubtype="0" fill="hold" nodeType="withEffect">
                                  <p:stCondLst>
                                    <p:cond delay="0"/>
                                  </p:stCondLst>
                                  <p:childTnLst>
                                    <p:set>
                                      <p:cBhvr>
                                        <p:cTn id="69" dur="1" fill="hold">
                                          <p:stCondLst>
                                            <p:cond delay="0"/>
                                          </p:stCondLst>
                                        </p:cTn>
                                        <p:tgtEl>
                                          <p:spTgt spid="61"/>
                                        </p:tgtEl>
                                        <p:attrNameLst>
                                          <p:attrName>style.visibility</p:attrName>
                                        </p:attrNameLst>
                                      </p:cBhvr>
                                      <p:to>
                                        <p:strVal val="visible"/>
                                      </p:to>
                                    </p:set>
                                    <p:animEffect transition="in" filter="fade">
                                      <p:cBhvr>
                                        <p:cTn id="70" dur="500"/>
                                        <p:tgtEl>
                                          <p:spTgt spid="61"/>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55"/>
                                        </p:tgtEl>
                                        <p:attrNameLst>
                                          <p:attrName>style.visibility</p:attrName>
                                        </p:attrNameLst>
                                      </p:cBhvr>
                                      <p:to>
                                        <p:strVal val="visible"/>
                                      </p:to>
                                    </p:set>
                                    <p:animEffect transition="in" filter="fade">
                                      <p:cBhvr>
                                        <p:cTn id="75"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2" grpId="0"/>
      <p:bldP spid="14" grpId="0" animBg="1"/>
      <p:bldP spid="18" grpId="0" animBg="1"/>
      <p:bldP spid="20" grpId="0" animBg="1"/>
      <p:bldP spid="25" grpId="0"/>
      <p:bldP spid="26" grpId="0"/>
      <p:bldP spid="28" grpId="0"/>
      <p:bldP spid="31" grpId="0" animBg="1"/>
      <p:bldP spid="35" grpId="0" animBg="1"/>
      <p:bldP spid="38" grpId="0" animBg="1"/>
      <p:bldP spid="42" grpId="0" animBg="1"/>
      <p:bldP spid="46" grpId="0"/>
      <p:bldP spid="52" grpId="0"/>
      <p:bldP spid="5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379BE-22D8-AD61-3862-69C6E168A533}"/>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35628A03-A046-21B5-F1D6-3D8F51343DF3}"/>
              </a:ext>
            </a:extLst>
          </p:cNvPr>
          <p:cNvGrpSpPr/>
          <p:nvPr/>
        </p:nvGrpSpPr>
        <p:grpSpPr>
          <a:xfrm>
            <a:off x="6695238" y="2430844"/>
            <a:ext cx="4364688" cy="1276762"/>
            <a:chOff x="6695238" y="2430844"/>
            <a:chExt cx="4364688" cy="1276762"/>
          </a:xfrm>
        </p:grpSpPr>
        <p:sp>
          <p:nvSpPr>
            <p:cNvPr id="23" name="Rectangle: Rounded Corners 22">
              <a:extLst>
                <a:ext uri="{FF2B5EF4-FFF2-40B4-BE49-F238E27FC236}">
                  <a16:creationId xmlns:a16="http://schemas.microsoft.com/office/drawing/2014/main" id="{7CCE1C74-0E8C-E74C-2E8A-6587809AE58E}"/>
                </a:ext>
              </a:extLst>
            </p:cNvPr>
            <p:cNvSpPr/>
            <p:nvPr/>
          </p:nvSpPr>
          <p:spPr>
            <a:xfrm>
              <a:off x="6695238" y="2430844"/>
              <a:ext cx="4364688" cy="1276762"/>
            </a:xfrm>
            <a:prstGeom prst="roundRect">
              <a:avLst>
                <a:gd name="adj" fmla="val 17557"/>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I would like you to rate different characteristics of your neighborhood as very good, good, fair, or poor. Please think carefully about each item as I read them.</a:t>
              </a:r>
            </a:p>
            <a:p>
              <a:endParaRPr lang="en-US" sz="1100" noProof="0">
                <a:solidFill>
                  <a:schemeClr val="tx1"/>
                </a:solidFill>
              </a:endParaRPr>
            </a:p>
            <a:p>
              <a:pPr marL="171450" indent="-171450">
                <a:buFont typeface="Arial" panose="020B0604020202020204" pitchFamily="34" charset="0"/>
                <a:buChar char="•"/>
              </a:pPr>
              <a:r>
                <a:rPr lang="en-GB" sz="1100">
                  <a:solidFill>
                    <a:schemeClr val="tx1"/>
                  </a:solidFill>
                </a:rPr>
                <a:t>Public schools</a:t>
              </a:r>
            </a:p>
            <a:p>
              <a:pPr marL="171450" indent="-171450">
                <a:buFont typeface="Arial" panose="020B0604020202020204" pitchFamily="34" charset="0"/>
                <a:buChar char="•"/>
              </a:pPr>
              <a:r>
                <a:rPr lang="en-GB" sz="1100">
                  <a:solidFill>
                    <a:schemeClr val="tx1"/>
                  </a:solidFill>
                </a:rPr>
                <a:t>Parks</a:t>
              </a:r>
            </a:p>
          </p:txBody>
        </p:sp>
        <p:sp>
          <p:nvSpPr>
            <p:cNvPr id="32" name="TextBox 31">
              <a:extLst>
                <a:ext uri="{FF2B5EF4-FFF2-40B4-BE49-F238E27FC236}">
                  <a16:creationId xmlns:a16="http://schemas.microsoft.com/office/drawing/2014/main" id="{79C425E5-5381-DDD7-4840-6DCE62AF9188}"/>
                </a:ext>
              </a:extLst>
            </p:cNvPr>
            <p:cNvSpPr txBox="1"/>
            <p:nvPr/>
          </p:nvSpPr>
          <p:spPr>
            <a:xfrm>
              <a:off x="7926384" y="3209777"/>
              <a:ext cx="2134467" cy="43088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Public transport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Others</a:t>
              </a:r>
            </a:p>
          </p:txBody>
        </p:sp>
      </p:grpSp>
      <p:sp>
        <p:nvSpPr>
          <p:cNvPr id="6" name="Título 1">
            <a:extLst>
              <a:ext uri="{FF2B5EF4-FFF2-40B4-BE49-F238E27FC236}">
                <a16:creationId xmlns:a16="http://schemas.microsoft.com/office/drawing/2014/main" id="{2227E271-4EC5-8C8B-D512-8BB44EB86B15}"/>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5" name="Slide Number Placeholder 5">
            <a:extLst>
              <a:ext uri="{FF2B5EF4-FFF2-40B4-BE49-F238E27FC236}">
                <a16:creationId xmlns:a16="http://schemas.microsoft.com/office/drawing/2014/main" id="{CFFA272F-DA5F-CBB4-D9CD-4C604712A123}"/>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43</a:t>
            </a:fld>
            <a:endParaRPr lang="en-GB" noProof="0"/>
          </a:p>
        </p:txBody>
      </p:sp>
      <p:sp>
        <p:nvSpPr>
          <p:cNvPr id="8" name="Date Placeholder 3">
            <a:extLst>
              <a:ext uri="{FF2B5EF4-FFF2-40B4-BE49-F238E27FC236}">
                <a16:creationId xmlns:a16="http://schemas.microsoft.com/office/drawing/2014/main" id="{2C9C6CAE-3F61-EB72-EBA0-9A787E166D90}"/>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
        <p:nvSpPr>
          <p:cNvPr id="2" name="TextBox 1">
            <a:extLst>
              <a:ext uri="{FF2B5EF4-FFF2-40B4-BE49-F238E27FC236}">
                <a16:creationId xmlns:a16="http://schemas.microsoft.com/office/drawing/2014/main" id="{EF1CDB23-7B86-57B0-770C-BF2A3352041F}"/>
              </a:ext>
            </a:extLst>
          </p:cNvPr>
          <p:cNvSpPr txBox="1"/>
          <p:nvPr/>
        </p:nvSpPr>
        <p:spPr>
          <a:xfrm>
            <a:off x="933343" y="1001680"/>
            <a:ext cx="4122787" cy="400110"/>
          </a:xfrm>
          <a:prstGeom prst="rect">
            <a:avLst/>
          </a:prstGeom>
          <a:noFill/>
        </p:spPr>
        <p:txBody>
          <a:bodyPr wrap="square">
            <a:spAutoFit/>
          </a:bodyPr>
          <a:lstStyle/>
          <a:p>
            <a:pPr lvl="0">
              <a:defRPr/>
            </a:pPr>
            <a:r>
              <a:rPr lang="en-GB" sz="2000" b="1">
                <a:highlight>
                  <a:srgbClr val="FFC000"/>
                </a:highlight>
              </a:rPr>
              <a:t>Reliability</a:t>
            </a:r>
            <a:endParaRPr lang="en-GB" sz="1100" b="1" noProof="0">
              <a:highlight>
                <a:srgbClr val="FFC000"/>
              </a:highlight>
            </a:endParaRPr>
          </a:p>
        </p:txBody>
      </p:sp>
      <p:sp>
        <p:nvSpPr>
          <p:cNvPr id="9" name="TextBox 8">
            <a:extLst>
              <a:ext uri="{FF2B5EF4-FFF2-40B4-BE49-F238E27FC236}">
                <a16:creationId xmlns:a16="http://schemas.microsoft.com/office/drawing/2014/main" id="{6ACF0342-DB19-75F6-7A1C-81B3039D6EA1}"/>
              </a:ext>
            </a:extLst>
          </p:cNvPr>
          <p:cNvSpPr txBox="1"/>
          <p:nvPr/>
        </p:nvSpPr>
        <p:spPr>
          <a:xfrm>
            <a:off x="962446" y="2062839"/>
            <a:ext cx="5133554" cy="215444"/>
          </a:xfrm>
          <a:prstGeom prst="rect">
            <a:avLst/>
          </a:prstGeom>
          <a:noFill/>
        </p:spPr>
        <p:txBody>
          <a:bodyPr wrap="square" lIns="0" tIns="0" rIns="0" bIns="0">
            <a:spAutoFit/>
          </a:bodyPr>
          <a:lstStyle/>
          <a:p>
            <a:r>
              <a:rPr lang="en-GB" sz="1400" b="1" noProof="0">
                <a:solidFill>
                  <a:srgbClr val="FF0000"/>
                </a:solidFill>
              </a:rPr>
              <a:t>Unacceptable Phrasing</a:t>
            </a:r>
          </a:p>
        </p:txBody>
      </p:sp>
      <p:sp>
        <p:nvSpPr>
          <p:cNvPr id="10" name="Rectangle: Rounded Corners 9">
            <a:extLst>
              <a:ext uri="{FF2B5EF4-FFF2-40B4-BE49-F238E27FC236}">
                <a16:creationId xmlns:a16="http://schemas.microsoft.com/office/drawing/2014/main" id="{46A14A07-2128-4BE2-1B4D-54B7E94F156B}"/>
              </a:ext>
            </a:extLst>
          </p:cNvPr>
          <p:cNvSpPr/>
          <p:nvPr/>
        </p:nvSpPr>
        <p:spPr>
          <a:xfrm>
            <a:off x="984927" y="2689675"/>
            <a:ext cx="4734109" cy="535247"/>
          </a:xfrm>
          <a:prstGeom prst="roundRect">
            <a:avLst>
              <a:gd name="adj" fmla="val 17557"/>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What do you like most about this neighborhood? (We are interested in </a:t>
            </a:r>
            <a:br>
              <a:rPr lang="en-US" sz="1100">
                <a:solidFill>
                  <a:schemeClr val="tx1"/>
                </a:solidFill>
              </a:rPr>
            </a:br>
            <a:r>
              <a:rPr lang="en-US" sz="1100">
                <a:solidFill>
                  <a:schemeClr val="tx1"/>
                </a:solidFill>
              </a:rPr>
              <a:t>anything such as the houses, the people, the parks, or whatever it may be.)</a:t>
            </a:r>
            <a:endParaRPr lang="en-GB" sz="1100" noProof="0">
              <a:solidFill>
                <a:schemeClr val="tx1"/>
              </a:solidFill>
            </a:endParaRPr>
          </a:p>
        </p:txBody>
      </p:sp>
      <p:sp>
        <p:nvSpPr>
          <p:cNvPr id="12" name="TextBox 11">
            <a:extLst>
              <a:ext uri="{FF2B5EF4-FFF2-40B4-BE49-F238E27FC236}">
                <a16:creationId xmlns:a16="http://schemas.microsoft.com/office/drawing/2014/main" id="{8A0643C1-4F12-55CA-66A6-7A326F935945}"/>
              </a:ext>
            </a:extLst>
          </p:cNvPr>
          <p:cNvSpPr txBox="1"/>
          <p:nvPr/>
        </p:nvSpPr>
        <p:spPr>
          <a:xfrm>
            <a:off x="984927" y="2327267"/>
            <a:ext cx="4364689" cy="261610"/>
          </a:xfrm>
          <a:prstGeom prst="rect">
            <a:avLst/>
          </a:prstGeom>
          <a:noFill/>
        </p:spPr>
        <p:txBody>
          <a:bodyPr wrap="square">
            <a:spAutoFit/>
          </a:bodyPr>
          <a:lstStyle/>
          <a:p>
            <a:r>
              <a:rPr lang="en-US" sz="1100" noProof="0"/>
              <a:t>Wording does not constitute a complete question.</a:t>
            </a:r>
            <a:endParaRPr lang="en-GB" sz="1100" noProof="0"/>
          </a:p>
        </p:txBody>
      </p:sp>
      <p:sp>
        <p:nvSpPr>
          <p:cNvPr id="26" name="TextBox 25">
            <a:extLst>
              <a:ext uri="{FF2B5EF4-FFF2-40B4-BE49-F238E27FC236}">
                <a16:creationId xmlns:a16="http://schemas.microsoft.com/office/drawing/2014/main" id="{87BF2CB2-4AAE-D4CE-4086-6F299D3D14E3}"/>
              </a:ext>
            </a:extLst>
          </p:cNvPr>
          <p:cNvSpPr txBox="1"/>
          <p:nvPr/>
        </p:nvSpPr>
        <p:spPr>
          <a:xfrm>
            <a:off x="944027" y="3325720"/>
            <a:ext cx="4775009" cy="430887"/>
          </a:xfrm>
          <a:prstGeom prst="rect">
            <a:avLst/>
          </a:prstGeom>
          <a:noFill/>
        </p:spPr>
        <p:txBody>
          <a:bodyPr wrap="square">
            <a:spAutoFit/>
          </a:bodyPr>
          <a:lstStyle/>
          <a:p>
            <a:pPr lvl="0">
              <a:defRPr/>
            </a:pPr>
            <a:r>
              <a:rPr lang="en-US" sz="1100">
                <a:solidFill>
                  <a:prstClr val="black"/>
                </a:solidFill>
              </a:rPr>
              <a:t>From a measurement perspective, the use of clarifying text in parentheses </a:t>
            </a:r>
            <a:r>
              <a:rPr lang="en-US" sz="1100" b="1">
                <a:solidFill>
                  <a:prstClr val="black"/>
                </a:solidFill>
                <a:highlight>
                  <a:srgbClr val="FFC000"/>
                </a:highlight>
              </a:rPr>
              <a:t>undermines the principle of the </a:t>
            </a:r>
            <a:r>
              <a:rPr lang="en-US" sz="1100" b="1" err="1">
                <a:solidFill>
                  <a:prstClr val="black"/>
                </a:solidFill>
                <a:highlight>
                  <a:srgbClr val="FFC000"/>
                </a:highlight>
              </a:rPr>
              <a:t>standardised</a:t>
            </a:r>
            <a:r>
              <a:rPr lang="en-US" sz="1100" b="1">
                <a:solidFill>
                  <a:prstClr val="black"/>
                </a:solidFill>
                <a:highlight>
                  <a:srgbClr val="FFC000"/>
                </a:highlight>
              </a:rPr>
              <a:t> interview</a:t>
            </a:r>
            <a:r>
              <a:rPr lang="en-US" sz="1100">
                <a:solidFill>
                  <a:prstClr val="black"/>
                </a:solidFill>
              </a:rPr>
              <a:t>. </a:t>
            </a:r>
          </a:p>
        </p:txBody>
      </p:sp>
      <p:sp>
        <p:nvSpPr>
          <p:cNvPr id="28" name="TextBox 27">
            <a:extLst>
              <a:ext uri="{FF2B5EF4-FFF2-40B4-BE49-F238E27FC236}">
                <a16:creationId xmlns:a16="http://schemas.microsoft.com/office/drawing/2014/main" id="{C6B9631D-0E2E-316A-0845-52CDF5E77B99}"/>
              </a:ext>
            </a:extLst>
          </p:cNvPr>
          <p:cNvSpPr txBox="1"/>
          <p:nvPr/>
        </p:nvSpPr>
        <p:spPr>
          <a:xfrm>
            <a:off x="6695238" y="2062839"/>
            <a:ext cx="4596760" cy="307777"/>
          </a:xfrm>
          <a:prstGeom prst="rect">
            <a:avLst/>
          </a:prstGeom>
          <a:noFill/>
        </p:spPr>
        <p:txBody>
          <a:bodyPr wrap="square" lIns="0" tIns="0" rIns="0" bIns="0">
            <a:spAutoFit/>
          </a:bodyPr>
          <a:lstStyle>
            <a:defPPr>
              <a:defRPr lang="en-US"/>
            </a:defPPr>
            <a:lvl1pPr>
              <a:defRPr sz="1400" b="1">
                <a:solidFill>
                  <a:srgbClr val="FF0000"/>
                </a:solidFill>
              </a:defRPr>
            </a:lvl1pPr>
          </a:lstStyle>
          <a:p>
            <a:r>
              <a:rPr lang="en-GB"/>
              <a:t>Incomplete phrasing</a:t>
            </a:r>
          </a:p>
        </p:txBody>
      </p:sp>
      <p:sp>
        <p:nvSpPr>
          <p:cNvPr id="35" name="Freeform: Shape 34">
            <a:extLst>
              <a:ext uri="{FF2B5EF4-FFF2-40B4-BE49-F238E27FC236}">
                <a16:creationId xmlns:a16="http://schemas.microsoft.com/office/drawing/2014/main" id="{8A70A415-E832-1127-7C89-989B526DA6B1}"/>
              </a:ext>
            </a:extLst>
          </p:cNvPr>
          <p:cNvSpPr/>
          <p:nvPr/>
        </p:nvSpPr>
        <p:spPr>
          <a:xfrm>
            <a:off x="5498278" y="2688237"/>
            <a:ext cx="220758" cy="220758"/>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grpSp>
        <p:nvGrpSpPr>
          <p:cNvPr id="3" name="Group 2">
            <a:extLst>
              <a:ext uri="{FF2B5EF4-FFF2-40B4-BE49-F238E27FC236}">
                <a16:creationId xmlns:a16="http://schemas.microsoft.com/office/drawing/2014/main" id="{B622F41F-CA65-5FB8-1224-2283B4D76769}"/>
              </a:ext>
            </a:extLst>
          </p:cNvPr>
          <p:cNvGrpSpPr/>
          <p:nvPr/>
        </p:nvGrpSpPr>
        <p:grpSpPr>
          <a:xfrm>
            <a:off x="1088716" y="3855906"/>
            <a:ext cx="4260899" cy="553998"/>
            <a:chOff x="6992558" y="3116778"/>
            <a:chExt cx="4260899" cy="553998"/>
          </a:xfrm>
        </p:grpSpPr>
        <p:sp>
          <p:nvSpPr>
            <p:cNvPr id="4" name="Freeform: Shape 3">
              <a:extLst>
                <a:ext uri="{FF2B5EF4-FFF2-40B4-BE49-F238E27FC236}">
                  <a16:creationId xmlns:a16="http://schemas.microsoft.com/office/drawing/2014/main" id="{DCA9CE8E-D36A-DD16-B4E9-43930F490D40}"/>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7" name="TextBox 6">
              <a:extLst>
                <a:ext uri="{FF2B5EF4-FFF2-40B4-BE49-F238E27FC236}">
                  <a16:creationId xmlns:a16="http://schemas.microsoft.com/office/drawing/2014/main" id="{26028104-E834-79A5-4432-B64A514962A9}"/>
                </a:ext>
              </a:extLst>
            </p:cNvPr>
            <p:cNvSpPr txBox="1"/>
            <p:nvPr/>
          </p:nvSpPr>
          <p:spPr>
            <a:xfrm>
              <a:off x="7149010" y="3116778"/>
              <a:ext cx="4104447" cy="553998"/>
            </a:xfrm>
            <a:prstGeom prst="rect">
              <a:avLst/>
            </a:prstGeom>
            <a:noFill/>
          </p:spPr>
          <p:txBody>
            <a:bodyPr wrap="square">
              <a:spAutoFit/>
            </a:bodyPr>
            <a:lstStyle>
              <a:defPPr>
                <a:defRPr lang="en-US"/>
              </a:defPPr>
              <a:lvl1pPr lvl="0">
                <a:defRPr sz="1100"/>
              </a:lvl1pPr>
            </a:lstStyle>
            <a:p>
              <a:r>
                <a:rPr lang="en-US" sz="1000"/>
                <a:t>If interviewers rely on parenthetical questions when a respondent does not answer easily, </a:t>
              </a:r>
              <a:r>
                <a:rPr lang="en-US" sz="1000" b="1"/>
                <a:t>that subset of respondents will have effectively answered a different question</a:t>
              </a:r>
              <a:r>
                <a:rPr lang="en-US" sz="1000"/>
                <a:t>. </a:t>
              </a:r>
              <a:endParaRPr lang="en-GB" sz="1000"/>
            </a:p>
          </p:txBody>
        </p:sp>
      </p:grpSp>
      <p:sp>
        <p:nvSpPr>
          <p:cNvPr id="13" name="TextBox 12">
            <a:extLst>
              <a:ext uri="{FF2B5EF4-FFF2-40B4-BE49-F238E27FC236}">
                <a16:creationId xmlns:a16="http://schemas.microsoft.com/office/drawing/2014/main" id="{653C4936-6EB6-D45E-B7AE-52D242227A53}"/>
              </a:ext>
            </a:extLst>
          </p:cNvPr>
          <p:cNvSpPr txBox="1"/>
          <p:nvPr/>
        </p:nvSpPr>
        <p:spPr>
          <a:xfrm>
            <a:off x="1018267" y="5095919"/>
            <a:ext cx="4700769" cy="430887"/>
          </a:xfrm>
          <a:prstGeom prst="rect">
            <a:avLst/>
          </a:prstGeom>
          <a:noFill/>
        </p:spPr>
        <p:txBody>
          <a:bodyPr wrap="square">
            <a:spAutoFit/>
          </a:bodyPr>
          <a:lstStyle>
            <a:defPPr>
              <a:defRPr lang="en-US"/>
            </a:defPPr>
            <a:lvl1pPr lvl="0">
              <a:defRPr sz="1100">
                <a:solidFill>
                  <a:prstClr val="black"/>
                </a:solidFill>
              </a:defRPr>
            </a:lvl1pPr>
          </a:lstStyle>
          <a:p>
            <a:r>
              <a:rPr lang="en-US"/>
              <a:t>The correct procedure is to </a:t>
            </a:r>
            <a:r>
              <a:rPr lang="en-US" b="1">
                <a:solidFill>
                  <a:schemeClr val="bg1"/>
                </a:solidFill>
                <a:highlight>
                  <a:srgbClr val="00B050"/>
                </a:highlight>
              </a:rPr>
              <a:t>formulate a well‑designed question from the outset</a:t>
            </a:r>
            <a:r>
              <a:rPr lang="en-US"/>
              <a:t>.</a:t>
            </a:r>
            <a:endParaRPr lang="en-GB"/>
          </a:p>
        </p:txBody>
      </p:sp>
      <p:grpSp>
        <p:nvGrpSpPr>
          <p:cNvPr id="19" name="Group 18">
            <a:extLst>
              <a:ext uri="{FF2B5EF4-FFF2-40B4-BE49-F238E27FC236}">
                <a16:creationId xmlns:a16="http://schemas.microsoft.com/office/drawing/2014/main" id="{0999DEC1-8FF4-477F-92D9-28DE6736CD93}"/>
              </a:ext>
            </a:extLst>
          </p:cNvPr>
          <p:cNvGrpSpPr/>
          <p:nvPr/>
        </p:nvGrpSpPr>
        <p:grpSpPr>
          <a:xfrm>
            <a:off x="1088716" y="4466659"/>
            <a:ext cx="4260900" cy="553998"/>
            <a:chOff x="6992558" y="3116778"/>
            <a:chExt cx="4260900" cy="553998"/>
          </a:xfrm>
        </p:grpSpPr>
        <p:sp>
          <p:nvSpPr>
            <p:cNvPr id="21" name="Freeform: Shape 20">
              <a:extLst>
                <a:ext uri="{FF2B5EF4-FFF2-40B4-BE49-F238E27FC236}">
                  <a16:creationId xmlns:a16="http://schemas.microsoft.com/office/drawing/2014/main" id="{151B667F-DCCB-E3A0-CB47-E1A3A2025E61}"/>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22" name="TextBox 21">
              <a:extLst>
                <a:ext uri="{FF2B5EF4-FFF2-40B4-BE49-F238E27FC236}">
                  <a16:creationId xmlns:a16="http://schemas.microsoft.com/office/drawing/2014/main" id="{C27ABD95-19C8-3502-0E0B-A4587C9D2B40}"/>
                </a:ext>
              </a:extLst>
            </p:cNvPr>
            <p:cNvSpPr txBox="1"/>
            <p:nvPr/>
          </p:nvSpPr>
          <p:spPr>
            <a:xfrm>
              <a:off x="7149010" y="3116778"/>
              <a:ext cx="4104448" cy="553998"/>
            </a:xfrm>
            <a:prstGeom prst="rect">
              <a:avLst/>
            </a:prstGeom>
            <a:noFill/>
          </p:spPr>
          <p:txBody>
            <a:bodyPr wrap="square">
              <a:spAutoFit/>
            </a:bodyPr>
            <a:lstStyle>
              <a:defPPr>
                <a:defRPr lang="en-US"/>
              </a:defPPr>
              <a:lvl1pPr lvl="0">
                <a:defRPr sz="1100"/>
              </a:lvl1pPr>
            </a:lstStyle>
            <a:p>
              <a:r>
                <a:rPr lang="en-US" sz="1000" b="1">
                  <a:highlight>
                    <a:srgbClr val="FFC000"/>
                  </a:highlight>
                </a:rPr>
                <a:t>Interviewers must not be given discretion regarding which questions to read or how to read them</a:t>
              </a:r>
              <a:r>
                <a:rPr lang="en-US" sz="1000"/>
                <a:t>, except where wording must be standardly adapted to a respondent’s specific circumstances.</a:t>
              </a:r>
            </a:p>
          </p:txBody>
        </p:sp>
      </p:grpSp>
      <p:sp>
        <p:nvSpPr>
          <p:cNvPr id="24" name="Freeform: Shape 23">
            <a:extLst>
              <a:ext uri="{FF2B5EF4-FFF2-40B4-BE49-F238E27FC236}">
                <a16:creationId xmlns:a16="http://schemas.microsoft.com/office/drawing/2014/main" id="{93357809-77D2-563A-C339-2BA1830ACCC8}"/>
              </a:ext>
            </a:extLst>
          </p:cNvPr>
          <p:cNvSpPr/>
          <p:nvPr/>
        </p:nvSpPr>
        <p:spPr>
          <a:xfrm>
            <a:off x="10854529" y="2430844"/>
            <a:ext cx="220758" cy="220758"/>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grpSp>
        <p:nvGrpSpPr>
          <p:cNvPr id="33" name="Group 32">
            <a:extLst>
              <a:ext uri="{FF2B5EF4-FFF2-40B4-BE49-F238E27FC236}">
                <a16:creationId xmlns:a16="http://schemas.microsoft.com/office/drawing/2014/main" id="{17B08727-AA4A-5900-BA69-B23956919F53}"/>
              </a:ext>
            </a:extLst>
          </p:cNvPr>
          <p:cNvGrpSpPr/>
          <p:nvPr/>
        </p:nvGrpSpPr>
        <p:grpSpPr>
          <a:xfrm>
            <a:off x="6927311" y="3855906"/>
            <a:ext cx="3733069" cy="400110"/>
            <a:chOff x="6992558" y="3116778"/>
            <a:chExt cx="3733069" cy="400110"/>
          </a:xfrm>
        </p:grpSpPr>
        <p:sp>
          <p:nvSpPr>
            <p:cNvPr id="34" name="Freeform: Shape 33">
              <a:extLst>
                <a:ext uri="{FF2B5EF4-FFF2-40B4-BE49-F238E27FC236}">
                  <a16:creationId xmlns:a16="http://schemas.microsoft.com/office/drawing/2014/main" id="{3FD4F6C6-7963-BFF4-8059-24ACE55F5EC5}"/>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36" name="TextBox 35">
              <a:extLst>
                <a:ext uri="{FF2B5EF4-FFF2-40B4-BE49-F238E27FC236}">
                  <a16:creationId xmlns:a16="http://schemas.microsoft.com/office/drawing/2014/main" id="{8060342F-5749-5D11-1C81-BF54FAB426B1}"/>
                </a:ext>
              </a:extLst>
            </p:cNvPr>
            <p:cNvSpPr txBox="1"/>
            <p:nvPr/>
          </p:nvSpPr>
          <p:spPr>
            <a:xfrm>
              <a:off x="7149011" y="3116778"/>
              <a:ext cx="3576616" cy="400110"/>
            </a:xfrm>
            <a:prstGeom prst="rect">
              <a:avLst/>
            </a:prstGeom>
            <a:noFill/>
          </p:spPr>
          <p:txBody>
            <a:bodyPr wrap="square">
              <a:spAutoFit/>
            </a:bodyPr>
            <a:lstStyle>
              <a:defPPr>
                <a:defRPr lang="en-US"/>
              </a:defPPr>
              <a:lvl1pPr lvl="0">
                <a:defRPr sz="1100"/>
              </a:lvl1pPr>
            </a:lstStyle>
            <a:p>
              <a:r>
                <a:rPr lang="en-US" sz="1000"/>
                <a:t>The response options are read before the instruction to reflect carefully on the specific items.</a:t>
              </a:r>
              <a:endParaRPr lang="en-GB" sz="1000"/>
            </a:p>
          </p:txBody>
        </p:sp>
      </p:grpSp>
      <p:grpSp>
        <p:nvGrpSpPr>
          <p:cNvPr id="37" name="Group 36">
            <a:extLst>
              <a:ext uri="{FF2B5EF4-FFF2-40B4-BE49-F238E27FC236}">
                <a16:creationId xmlns:a16="http://schemas.microsoft.com/office/drawing/2014/main" id="{35BA1778-2A9B-05E2-A9D4-EB27D1A3A5F1}"/>
              </a:ext>
            </a:extLst>
          </p:cNvPr>
          <p:cNvGrpSpPr/>
          <p:nvPr/>
        </p:nvGrpSpPr>
        <p:grpSpPr>
          <a:xfrm>
            <a:off x="6927311" y="4250386"/>
            <a:ext cx="3733069" cy="246221"/>
            <a:chOff x="6992558" y="3116778"/>
            <a:chExt cx="3733069" cy="246221"/>
          </a:xfrm>
        </p:grpSpPr>
        <p:sp>
          <p:nvSpPr>
            <p:cNvPr id="39" name="Freeform: Shape 38">
              <a:extLst>
                <a:ext uri="{FF2B5EF4-FFF2-40B4-BE49-F238E27FC236}">
                  <a16:creationId xmlns:a16="http://schemas.microsoft.com/office/drawing/2014/main" id="{0FC16D78-748B-86BC-AAD1-0E5ACC391CC2}"/>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40" name="TextBox 39">
              <a:extLst>
                <a:ext uri="{FF2B5EF4-FFF2-40B4-BE49-F238E27FC236}">
                  <a16:creationId xmlns:a16="http://schemas.microsoft.com/office/drawing/2014/main" id="{DD45AF7A-BBB7-DB76-01F8-7FE4B6DAA25C}"/>
                </a:ext>
              </a:extLst>
            </p:cNvPr>
            <p:cNvSpPr txBox="1"/>
            <p:nvPr/>
          </p:nvSpPr>
          <p:spPr>
            <a:xfrm>
              <a:off x="7149011" y="3116778"/>
              <a:ext cx="3576616" cy="246221"/>
            </a:xfrm>
            <a:prstGeom prst="rect">
              <a:avLst/>
            </a:prstGeom>
            <a:noFill/>
          </p:spPr>
          <p:txBody>
            <a:bodyPr wrap="square">
              <a:spAutoFit/>
            </a:bodyPr>
            <a:lstStyle>
              <a:defPPr>
                <a:defRPr lang="en-US"/>
              </a:defPPr>
              <a:lvl1pPr lvl="0">
                <a:defRPr sz="1100"/>
              </a:lvl1pPr>
            </a:lstStyle>
            <a:p>
              <a:r>
                <a:rPr lang="en-US" sz="1000"/>
                <a:t>The respondent is likely to forget the question.</a:t>
              </a:r>
              <a:endParaRPr lang="en-GB" sz="1000"/>
            </a:p>
          </p:txBody>
        </p:sp>
      </p:grpSp>
      <p:grpSp>
        <p:nvGrpSpPr>
          <p:cNvPr id="43" name="Group 42">
            <a:extLst>
              <a:ext uri="{FF2B5EF4-FFF2-40B4-BE49-F238E27FC236}">
                <a16:creationId xmlns:a16="http://schemas.microsoft.com/office/drawing/2014/main" id="{DD3ACC10-34BF-02D5-0BC6-D67890713370}"/>
              </a:ext>
            </a:extLst>
          </p:cNvPr>
          <p:cNvGrpSpPr/>
          <p:nvPr/>
        </p:nvGrpSpPr>
        <p:grpSpPr>
          <a:xfrm>
            <a:off x="6927311" y="4544885"/>
            <a:ext cx="3733069" cy="400110"/>
            <a:chOff x="6992558" y="3116778"/>
            <a:chExt cx="3733069" cy="400110"/>
          </a:xfrm>
        </p:grpSpPr>
        <p:sp>
          <p:nvSpPr>
            <p:cNvPr id="44" name="Freeform: Shape 43">
              <a:extLst>
                <a:ext uri="{FF2B5EF4-FFF2-40B4-BE49-F238E27FC236}">
                  <a16:creationId xmlns:a16="http://schemas.microsoft.com/office/drawing/2014/main" id="{BF90DC0B-1280-468C-3A08-9E22C8A7D8BD}"/>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45" name="TextBox 44">
              <a:extLst>
                <a:ext uri="{FF2B5EF4-FFF2-40B4-BE49-F238E27FC236}">
                  <a16:creationId xmlns:a16="http://schemas.microsoft.com/office/drawing/2014/main" id="{B1057D33-70A6-9AB5-0F1D-5BF0CC28F44E}"/>
                </a:ext>
              </a:extLst>
            </p:cNvPr>
            <p:cNvSpPr txBox="1"/>
            <p:nvPr/>
          </p:nvSpPr>
          <p:spPr>
            <a:xfrm>
              <a:off x="7149011" y="3116778"/>
              <a:ext cx="3576616" cy="400110"/>
            </a:xfrm>
            <a:prstGeom prst="rect">
              <a:avLst/>
            </a:prstGeom>
            <a:noFill/>
          </p:spPr>
          <p:txBody>
            <a:bodyPr wrap="square">
              <a:spAutoFit/>
            </a:bodyPr>
            <a:lstStyle>
              <a:defPPr>
                <a:defRPr lang="en-US"/>
              </a:defPPr>
              <a:lvl1pPr lvl="0">
                <a:defRPr sz="1100"/>
              </a:lvl1pPr>
            </a:lstStyle>
            <a:p>
              <a:r>
                <a:rPr lang="en-US" sz="1000"/>
                <a:t>The interviewer will likely need to explain or rephrase the question before the respondent is prepared to answer.</a:t>
              </a:r>
              <a:endParaRPr lang="en-GB" sz="1000"/>
            </a:p>
          </p:txBody>
        </p:sp>
      </p:grpSp>
      <p:sp>
        <p:nvSpPr>
          <p:cNvPr id="47" name="Rectangle: Rounded Corners 46">
            <a:extLst>
              <a:ext uri="{FF2B5EF4-FFF2-40B4-BE49-F238E27FC236}">
                <a16:creationId xmlns:a16="http://schemas.microsoft.com/office/drawing/2014/main" id="{CB16A188-10DD-094F-A9DF-4FF4DE2C3AFD}"/>
              </a:ext>
            </a:extLst>
          </p:cNvPr>
          <p:cNvSpPr/>
          <p:nvPr/>
        </p:nvSpPr>
        <p:spPr>
          <a:xfrm>
            <a:off x="6695238" y="5095919"/>
            <a:ext cx="4364688" cy="1032258"/>
          </a:xfrm>
          <a:prstGeom prst="roundRect">
            <a:avLst>
              <a:gd name="adj" fmla="val 17557"/>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I am going to ask you to evaluate different characteristics of your neighborhood. I want you to think carefully about your responses. How would you rate (CHARACTERISTIC)?</a:t>
            </a:r>
          </a:p>
          <a:p>
            <a:endParaRPr lang="en-US" sz="1100">
              <a:solidFill>
                <a:schemeClr val="tx1"/>
              </a:solidFill>
            </a:endParaRPr>
          </a:p>
          <a:p>
            <a:pPr marL="171450" indent="-171450">
              <a:buFont typeface="Arial" panose="020B0604020202020204" pitchFamily="34" charset="0"/>
              <a:buChar char="•"/>
            </a:pPr>
            <a:r>
              <a:rPr lang="en-US" sz="1100">
                <a:solidFill>
                  <a:schemeClr val="tx1"/>
                </a:solidFill>
              </a:rPr>
              <a:t>good, fair, or poor</a:t>
            </a:r>
            <a:endParaRPr lang="en-GB" sz="1100">
              <a:solidFill>
                <a:schemeClr val="tx1"/>
              </a:solidFill>
            </a:endParaRPr>
          </a:p>
        </p:txBody>
      </p:sp>
      <p:sp>
        <p:nvSpPr>
          <p:cNvPr id="48" name="Freeform: Shape 47">
            <a:extLst>
              <a:ext uri="{FF2B5EF4-FFF2-40B4-BE49-F238E27FC236}">
                <a16:creationId xmlns:a16="http://schemas.microsoft.com/office/drawing/2014/main" id="{40CC6B23-76CA-094F-A5DB-80200145DF12}"/>
              </a:ext>
            </a:extLst>
          </p:cNvPr>
          <p:cNvSpPr/>
          <p:nvPr/>
        </p:nvSpPr>
        <p:spPr>
          <a:xfrm>
            <a:off x="10840470" y="5095919"/>
            <a:ext cx="219456" cy="220758"/>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spTree>
    <p:extLst>
      <p:ext uri="{BB962C8B-B14F-4D97-AF65-F5344CB8AC3E}">
        <p14:creationId xmlns:p14="http://schemas.microsoft.com/office/powerpoint/2010/main" val="24744145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fade">
                                      <p:cBhvr>
                                        <p:cTn id="18" dur="500"/>
                                        <p:tgtEl>
                                          <p:spTgt spid="3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500"/>
                                        <p:tgtEl>
                                          <p:spTgt spid="3"/>
                                        </p:tgtEl>
                                      </p:cBhvr>
                                    </p:animEffect>
                                  </p:childTnLst>
                                </p:cTn>
                              </p:par>
                              <p:par>
                                <p:cTn id="27" presetID="10"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5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500"/>
                                        <p:tgtEl>
                                          <p:spTgt spid="33"/>
                                        </p:tgtEl>
                                      </p:cBhvr>
                                    </p:animEffect>
                                  </p:childTnLst>
                                </p:cTn>
                              </p:par>
                              <p:par>
                                <p:cTn id="53" presetID="10" presetClass="entr" presetSubtype="0" fill="hold"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500"/>
                                        <p:tgtEl>
                                          <p:spTgt spid="37"/>
                                        </p:tgtEl>
                                      </p:cBhvr>
                                    </p:animEffect>
                                  </p:childTnLst>
                                </p:cTn>
                              </p:par>
                              <p:par>
                                <p:cTn id="56" presetID="10" presetClass="entr" presetSubtype="0" fill="hold" nodeType="withEffect">
                                  <p:stCondLst>
                                    <p:cond delay="0"/>
                                  </p:stCondLst>
                                  <p:childTnLst>
                                    <p:set>
                                      <p:cBhvr>
                                        <p:cTn id="57" dur="1" fill="hold">
                                          <p:stCondLst>
                                            <p:cond delay="0"/>
                                          </p:stCondLst>
                                        </p:cTn>
                                        <p:tgtEl>
                                          <p:spTgt spid="43"/>
                                        </p:tgtEl>
                                        <p:attrNameLst>
                                          <p:attrName>style.visibility</p:attrName>
                                        </p:attrNameLst>
                                      </p:cBhvr>
                                      <p:to>
                                        <p:strVal val="visible"/>
                                      </p:to>
                                    </p:set>
                                    <p:animEffect transition="in" filter="fade">
                                      <p:cBhvr>
                                        <p:cTn id="58" dur="500"/>
                                        <p:tgtEl>
                                          <p:spTgt spid="4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500"/>
                                        <p:tgtEl>
                                          <p:spTgt spid="4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2" grpId="0"/>
      <p:bldP spid="26" grpId="0"/>
      <p:bldP spid="28" grpId="0"/>
      <p:bldP spid="35" grpId="0" animBg="1"/>
      <p:bldP spid="13" grpId="0"/>
      <p:bldP spid="24" grpId="0" animBg="1"/>
      <p:bldP spid="47" grpId="0" animBg="1"/>
      <p:bldP spid="4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23502-CDD3-1650-9BF7-E1C6B0E30538}"/>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1A36ED4C-9F1E-164D-1073-E11EC0171170}"/>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5" name="Slide Number Placeholder 5">
            <a:extLst>
              <a:ext uri="{FF2B5EF4-FFF2-40B4-BE49-F238E27FC236}">
                <a16:creationId xmlns:a16="http://schemas.microsoft.com/office/drawing/2014/main" id="{E4349AB4-4EA5-A726-C55D-DA690925D698}"/>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44</a:t>
            </a:fld>
            <a:endParaRPr lang="en-GB" noProof="0"/>
          </a:p>
        </p:txBody>
      </p:sp>
      <p:sp>
        <p:nvSpPr>
          <p:cNvPr id="8" name="Date Placeholder 3">
            <a:extLst>
              <a:ext uri="{FF2B5EF4-FFF2-40B4-BE49-F238E27FC236}">
                <a16:creationId xmlns:a16="http://schemas.microsoft.com/office/drawing/2014/main" id="{4E427AAB-B17E-A0E3-F455-DDB94CC397B7}"/>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
        <p:nvSpPr>
          <p:cNvPr id="2" name="TextBox 1">
            <a:extLst>
              <a:ext uri="{FF2B5EF4-FFF2-40B4-BE49-F238E27FC236}">
                <a16:creationId xmlns:a16="http://schemas.microsoft.com/office/drawing/2014/main" id="{FE1C0969-E8D5-C2D2-7859-C0BB8C220BE3}"/>
              </a:ext>
            </a:extLst>
          </p:cNvPr>
          <p:cNvSpPr txBox="1"/>
          <p:nvPr/>
        </p:nvSpPr>
        <p:spPr>
          <a:xfrm>
            <a:off x="933343" y="1001680"/>
            <a:ext cx="4122787" cy="400110"/>
          </a:xfrm>
          <a:prstGeom prst="rect">
            <a:avLst/>
          </a:prstGeom>
          <a:noFill/>
        </p:spPr>
        <p:txBody>
          <a:bodyPr wrap="square">
            <a:spAutoFit/>
          </a:bodyPr>
          <a:lstStyle/>
          <a:p>
            <a:pPr lvl="0">
              <a:defRPr/>
            </a:pPr>
            <a:r>
              <a:rPr lang="en-GB" sz="2000" b="1">
                <a:highlight>
                  <a:srgbClr val="FFC000"/>
                </a:highlight>
              </a:rPr>
              <a:t>Reliability</a:t>
            </a:r>
            <a:endParaRPr lang="en-GB" sz="1100" b="1" noProof="0">
              <a:highlight>
                <a:srgbClr val="FFC000"/>
              </a:highlight>
            </a:endParaRPr>
          </a:p>
        </p:txBody>
      </p:sp>
      <p:sp>
        <p:nvSpPr>
          <p:cNvPr id="9" name="TextBox 8">
            <a:extLst>
              <a:ext uri="{FF2B5EF4-FFF2-40B4-BE49-F238E27FC236}">
                <a16:creationId xmlns:a16="http://schemas.microsoft.com/office/drawing/2014/main" id="{FBE17189-D492-B3BD-F26A-E1B265865A15}"/>
              </a:ext>
            </a:extLst>
          </p:cNvPr>
          <p:cNvSpPr txBox="1"/>
          <p:nvPr/>
        </p:nvSpPr>
        <p:spPr>
          <a:xfrm>
            <a:off x="962446" y="2062839"/>
            <a:ext cx="5133554" cy="215444"/>
          </a:xfrm>
          <a:prstGeom prst="rect">
            <a:avLst/>
          </a:prstGeom>
          <a:noFill/>
        </p:spPr>
        <p:txBody>
          <a:bodyPr wrap="square" lIns="0" tIns="0" rIns="0" bIns="0">
            <a:spAutoFit/>
          </a:bodyPr>
          <a:lstStyle/>
          <a:p>
            <a:r>
              <a:rPr lang="en-GB" sz="1400" b="1" noProof="0">
                <a:solidFill>
                  <a:srgbClr val="FF0000"/>
                </a:solidFill>
              </a:rPr>
              <a:t> Poorly Defined Items</a:t>
            </a:r>
          </a:p>
        </p:txBody>
      </p:sp>
      <p:sp>
        <p:nvSpPr>
          <p:cNvPr id="12" name="TextBox 11">
            <a:extLst>
              <a:ext uri="{FF2B5EF4-FFF2-40B4-BE49-F238E27FC236}">
                <a16:creationId xmlns:a16="http://schemas.microsoft.com/office/drawing/2014/main" id="{8F5A7B79-55DC-C041-D9EF-CFFC04D0D709}"/>
              </a:ext>
            </a:extLst>
          </p:cNvPr>
          <p:cNvSpPr txBox="1"/>
          <p:nvPr/>
        </p:nvSpPr>
        <p:spPr>
          <a:xfrm>
            <a:off x="984927" y="2327267"/>
            <a:ext cx="4364689" cy="769441"/>
          </a:xfrm>
          <a:prstGeom prst="rect">
            <a:avLst/>
          </a:prstGeom>
          <a:noFill/>
        </p:spPr>
        <p:txBody>
          <a:bodyPr wrap="square">
            <a:spAutoFit/>
          </a:bodyPr>
          <a:lstStyle/>
          <a:p>
            <a:r>
              <a:rPr lang="en-US" sz="1100" b="1" noProof="0">
                <a:highlight>
                  <a:srgbClr val="FFC000"/>
                </a:highlight>
              </a:rPr>
              <a:t>Questions must mean the same thing for all respondents</a:t>
            </a:r>
            <a:r>
              <a:rPr lang="en-US" sz="1100" noProof="0"/>
              <a:t>. If two respondents interpret the meaning of the question differently, their answers </a:t>
            </a:r>
            <a:r>
              <a:rPr lang="en-US" sz="1100" b="1" noProof="0"/>
              <a:t>may differ solely for that reason</a:t>
            </a:r>
            <a:r>
              <a:rPr lang="en-US" sz="1100" noProof="0"/>
              <a:t>, rather than because of substantive differences in their experiences or views.</a:t>
            </a:r>
            <a:endParaRPr lang="en-GB" sz="1100" noProof="0"/>
          </a:p>
        </p:txBody>
      </p:sp>
      <p:grpSp>
        <p:nvGrpSpPr>
          <p:cNvPr id="3" name="Group 2">
            <a:extLst>
              <a:ext uri="{FF2B5EF4-FFF2-40B4-BE49-F238E27FC236}">
                <a16:creationId xmlns:a16="http://schemas.microsoft.com/office/drawing/2014/main" id="{A7676C65-8B42-349C-AF9C-F883E9D8629C}"/>
              </a:ext>
            </a:extLst>
          </p:cNvPr>
          <p:cNvGrpSpPr/>
          <p:nvPr/>
        </p:nvGrpSpPr>
        <p:grpSpPr>
          <a:xfrm>
            <a:off x="1088716" y="3171399"/>
            <a:ext cx="4260900" cy="861774"/>
            <a:chOff x="6992558" y="3116778"/>
            <a:chExt cx="4260900" cy="861774"/>
          </a:xfrm>
        </p:grpSpPr>
        <p:sp>
          <p:nvSpPr>
            <p:cNvPr id="4" name="Freeform: Shape 3">
              <a:extLst>
                <a:ext uri="{FF2B5EF4-FFF2-40B4-BE49-F238E27FC236}">
                  <a16:creationId xmlns:a16="http://schemas.microsoft.com/office/drawing/2014/main" id="{7AD4D7B4-A11A-EA23-6B2A-935EED232D6F}"/>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7" name="TextBox 6">
              <a:extLst>
                <a:ext uri="{FF2B5EF4-FFF2-40B4-BE49-F238E27FC236}">
                  <a16:creationId xmlns:a16="http://schemas.microsoft.com/office/drawing/2014/main" id="{BE3F5064-E0DB-7F2E-7DFD-4FF0A1EF6F4B}"/>
                </a:ext>
              </a:extLst>
            </p:cNvPr>
            <p:cNvSpPr txBox="1"/>
            <p:nvPr/>
          </p:nvSpPr>
          <p:spPr>
            <a:xfrm>
              <a:off x="7149010" y="3116778"/>
              <a:ext cx="4104448" cy="861774"/>
            </a:xfrm>
            <a:prstGeom prst="rect">
              <a:avLst/>
            </a:prstGeom>
            <a:noFill/>
          </p:spPr>
          <p:txBody>
            <a:bodyPr wrap="square">
              <a:spAutoFit/>
            </a:bodyPr>
            <a:lstStyle>
              <a:defPPr>
                <a:defRPr lang="en-US"/>
              </a:defPPr>
              <a:lvl1pPr lvl="0">
                <a:defRPr sz="1100"/>
              </a:lvl1pPr>
            </a:lstStyle>
            <a:p>
              <a:r>
                <a:rPr lang="en-US" sz="1000" b="1"/>
                <a:t>Use of words that are not universally understood. </a:t>
              </a:r>
              <a:r>
                <a:rPr lang="en-US" sz="1000"/>
                <a:t>In general population samples, a wide variety of educational backgrounds and cultural contexts will be represented. Even among highly educated respondents, </a:t>
              </a:r>
              <a:r>
                <a:rPr lang="en-US" sz="1000" b="1">
                  <a:solidFill>
                    <a:schemeClr val="bg1"/>
                  </a:solidFill>
                  <a:highlight>
                    <a:srgbClr val="00B050"/>
                  </a:highlight>
                </a:rPr>
                <a:t>using simple, short, and easily understood words is a sound approach to questionnaire design</a:t>
              </a:r>
              <a:r>
                <a:rPr lang="en-US" sz="1000"/>
                <a:t>.</a:t>
              </a:r>
              <a:endParaRPr lang="en-GB" sz="1000"/>
            </a:p>
          </p:txBody>
        </p:sp>
      </p:grpSp>
      <p:grpSp>
        <p:nvGrpSpPr>
          <p:cNvPr id="33" name="Group 32">
            <a:extLst>
              <a:ext uri="{FF2B5EF4-FFF2-40B4-BE49-F238E27FC236}">
                <a16:creationId xmlns:a16="http://schemas.microsoft.com/office/drawing/2014/main" id="{CD858EDF-B10F-CECF-83A4-8DF68F87B7A3}"/>
              </a:ext>
            </a:extLst>
          </p:cNvPr>
          <p:cNvGrpSpPr/>
          <p:nvPr/>
        </p:nvGrpSpPr>
        <p:grpSpPr>
          <a:xfrm>
            <a:off x="6842386" y="2278283"/>
            <a:ext cx="3733069" cy="707886"/>
            <a:chOff x="6992558" y="3116778"/>
            <a:chExt cx="3733069" cy="707886"/>
          </a:xfrm>
        </p:grpSpPr>
        <p:sp>
          <p:nvSpPr>
            <p:cNvPr id="34" name="Freeform: Shape 33">
              <a:extLst>
                <a:ext uri="{FF2B5EF4-FFF2-40B4-BE49-F238E27FC236}">
                  <a16:creationId xmlns:a16="http://schemas.microsoft.com/office/drawing/2014/main" id="{D323A6D0-FA84-AB79-85CE-ADC26C0A0A9F}"/>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36" name="TextBox 35">
              <a:extLst>
                <a:ext uri="{FF2B5EF4-FFF2-40B4-BE49-F238E27FC236}">
                  <a16:creationId xmlns:a16="http://schemas.microsoft.com/office/drawing/2014/main" id="{2EC43336-9354-10BC-E363-1DD49533BD75}"/>
                </a:ext>
              </a:extLst>
            </p:cNvPr>
            <p:cNvSpPr txBox="1"/>
            <p:nvPr/>
          </p:nvSpPr>
          <p:spPr>
            <a:xfrm>
              <a:off x="7149011" y="3116778"/>
              <a:ext cx="3576616" cy="707886"/>
            </a:xfrm>
            <a:prstGeom prst="rect">
              <a:avLst/>
            </a:prstGeom>
            <a:noFill/>
          </p:spPr>
          <p:txBody>
            <a:bodyPr wrap="square">
              <a:spAutoFit/>
            </a:bodyPr>
            <a:lstStyle>
              <a:defPPr>
                <a:defRPr lang="en-US"/>
              </a:defPPr>
              <a:lvl1pPr lvl="0">
                <a:defRPr sz="1100"/>
              </a:lvl1pPr>
            </a:lstStyle>
            <a:p>
              <a:r>
                <a:rPr lang="en-US" sz="1000" b="1" i="1"/>
                <a:t>What counts as a doctor? </a:t>
              </a:r>
              <a:r>
                <a:rPr lang="en-US" sz="1000"/>
                <a:t>Does it include only those with a medical degree? Are psychiatrists included? Are psychologists, chiropractors, osteopaths, or podiatrists excluded?</a:t>
              </a:r>
              <a:endParaRPr lang="en-GB" sz="1000"/>
            </a:p>
          </p:txBody>
        </p:sp>
      </p:grpSp>
      <p:sp>
        <p:nvSpPr>
          <p:cNvPr id="47" name="Rectangle: Rounded Corners 46">
            <a:extLst>
              <a:ext uri="{FF2B5EF4-FFF2-40B4-BE49-F238E27FC236}">
                <a16:creationId xmlns:a16="http://schemas.microsoft.com/office/drawing/2014/main" id="{4DFFB225-2094-86E3-2B0F-BF1094596089}"/>
              </a:ext>
            </a:extLst>
          </p:cNvPr>
          <p:cNvSpPr/>
          <p:nvPr/>
        </p:nvSpPr>
        <p:spPr>
          <a:xfrm>
            <a:off x="6738596" y="3898827"/>
            <a:ext cx="4364688" cy="1032258"/>
          </a:xfrm>
          <a:prstGeom prst="roundRect">
            <a:avLst>
              <a:gd name="adj" fmla="val 17557"/>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a:solidFill>
                  <a:schemeClr val="tx1"/>
                </a:solidFill>
              </a:rPr>
              <a:t>We would like to ask you about your visits to a doctor and the medical advice you have received</a:t>
            </a:r>
            <a:r>
              <a:rPr lang="en-US" sz="1100">
                <a:solidFill>
                  <a:schemeClr val="tx1"/>
                </a:solidFill>
              </a:rPr>
              <a:t>. In this question, we are interested in all professional staff who hold a medical degree or who work directly for a doctor in the practice, such as nurses or physician assistants</a:t>
            </a:r>
            <a:endParaRPr lang="en-GB" sz="1100">
              <a:solidFill>
                <a:schemeClr val="tx1"/>
              </a:solidFill>
            </a:endParaRPr>
          </a:p>
        </p:txBody>
      </p:sp>
      <p:sp>
        <p:nvSpPr>
          <p:cNvPr id="48" name="Freeform: Shape 47">
            <a:extLst>
              <a:ext uri="{FF2B5EF4-FFF2-40B4-BE49-F238E27FC236}">
                <a16:creationId xmlns:a16="http://schemas.microsoft.com/office/drawing/2014/main" id="{8ACB2EC9-75FE-7021-B811-663C4C485054}"/>
              </a:ext>
            </a:extLst>
          </p:cNvPr>
          <p:cNvSpPr/>
          <p:nvPr/>
        </p:nvSpPr>
        <p:spPr>
          <a:xfrm>
            <a:off x="10883828" y="3898827"/>
            <a:ext cx="219456" cy="220758"/>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nvGrpSpPr>
          <p:cNvPr id="11" name="Group 10">
            <a:extLst>
              <a:ext uri="{FF2B5EF4-FFF2-40B4-BE49-F238E27FC236}">
                <a16:creationId xmlns:a16="http://schemas.microsoft.com/office/drawing/2014/main" id="{A5D10953-AF3E-4715-F1D4-194BA0546777}"/>
              </a:ext>
            </a:extLst>
          </p:cNvPr>
          <p:cNvGrpSpPr/>
          <p:nvPr/>
        </p:nvGrpSpPr>
        <p:grpSpPr>
          <a:xfrm>
            <a:off x="1088716" y="4119585"/>
            <a:ext cx="4260899" cy="246221"/>
            <a:chOff x="6992558" y="3116778"/>
            <a:chExt cx="4260899" cy="246221"/>
          </a:xfrm>
        </p:grpSpPr>
        <p:sp>
          <p:nvSpPr>
            <p:cNvPr id="14" name="Freeform: Shape 13">
              <a:extLst>
                <a:ext uri="{FF2B5EF4-FFF2-40B4-BE49-F238E27FC236}">
                  <a16:creationId xmlns:a16="http://schemas.microsoft.com/office/drawing/2014/main" id="{3DB62A44-E964-3DCD-C80B-BDC3088ABCA0}"/>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15" name="TextBox 14">
              <a:extLst>
                <a:ext uri="{FF2B5EF4-FFF2-40B4-BE49-F238E27FC236}">
                  <a16:creationId xmlns:a16="http://schemas.microsoft.com/office/drawing/2014/main" id="{C309B0AD-9426-7928-296E-EDC0B49648C6}"/>
                </a:ext>
              </a:extLst>
            </p:cNvPr>
            <p:cNvSpPr txBox="1"/>
            <p:nvPr/>
          </p:nvSpPr>
          <p:spPr>
            <a:xfrm>
              <a:off x="7149010" y="3116778"/>
              <a:ext cx="4104447" cy="246221"/>
            </a:xfrm>
            <a:prstGeom prst="rect">
              <a:avLst/>
            </a:prstGeom>
            <a:noFill/>
          </p:spPr>
          <p:txBody>
            <a:bodyPr wrap="square">
              <a:spAutoFit/>
            </a:bodyPr>
            <a:lstStyle>
              <a:defPPr>
                <a:defRPr lang="en-US"/>
              </a:defPPr>
              <a:lvl1pPr lvl="0">
                <a:defRPr sz="1100"/>
              </a:lvl1pPr>
            </a:lstStyle>
            <a:p>
              <a:r>
                <a:rPr lang="en-US" sz="1000" b="1"/>
                <a:t>Use of terms or concepts that may have multiple meanings.</a:t>
              </a:r>
              <a:endParaRPr lang="en-GB" sz="1000"/>
            </a:p>
          </p:txBody>
        </p:sp>
      </p:grpSp>
      <p:sp>
        <p:nvSpPr>
          <p:cNvPr id="16" name="Rectangle: Rounded Corners 15">
            <a:extLst>
              <a:ext uri="{FF2B5EF4-FFF2-40B4-BE49-F238E27FC236}">
                <a16:creationId xmlns:a16="http://schemas.microsoft.com/office/drawing/2014/main" id="{3111E4AA-9B2E-EE53-D53A-1277FB3AB748}"/>
              </a:ext>
            </a:extLst>
          </p:cNvPr>
          <p:cNvSpPr/>
          <p:nvPr/>
        </p:nvSpPr>
        <p:spPr>
          <a:xfrm>
            <a:off x="891589" y="4525493"/>
            <a:ext cx="4734109" cy="535247"/>
          </a:xfrm>
          <a:prstGeom prst="roundRect">
            <a:avLst>
              <a:gd name="adj" fmla="val 17557"/>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How many times in the last year have you visited or spoken to a doctor about your health?</a:t>
            </a:r>
            <a:endParaRPr lang="en-GB" sz="1100" noProof="0">
              <a:solidFill>
                <a:schemeClr val="tx1"/>
              </a:solidFill>
            </a:endParaRPr>
          </a:p>
        </p:txBody>
      </p:sp>
      <p:sp>
        <p:nvSpPr>
          <p:cNvPr id="17" name="Freeform: Shape 16">
            <a:extLst>
              <a:ext uri="{FF2B5EF4-FFF2-40B4-BE49-F238E27FC236}">
                <a16:creationId xmlns:a16="http://schemas.microsoft.com/office/drawing/2014/main" id="{CBBDC39A-BC62-F6C8-EFF4-2B6F590C699E}"/>
              </a:ext>
            </a:extLst>
          </p:cNvPr>
          <p:cNvSpPr/>
          <p:nvPr/>
        </p:nvSpPr>
        <p:spPr>
          <a:xfrm>
            <a:off x="5404940" y="4524055"/>
            <a:ext cx="220758" cy="220758"/>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grpSp>
        <p:nvGrpSpPr>
          <p:cNvPr id="18" name="Group 17">
            <a:extLst>
              <a:ext uri="{FF2B5EF4-FFF2-40B4-BE49-F238E27FC236}">
                <a16:creationId xmlns:a16="http://schemas.microsoft.com/office/drawing/2014/main" id="{95FB1BA5-29FE-F5EB-BAD6-3E973789BD42}"/>
              </a:ext>
            </a:extLst>
          </p:cNvPr>
          <p:cNvGrpSpPr/>
          <p:nvPr/>
        </p:nvGrpSpPr>
        <p:grpSpPr>
          <a:xfrm>
            <a:off x="6842386" y="2871942"/>
            <a:ext cx="3733069" cy="400110"/>
            <a:chOff x="6992558" y="3116778"/>
            <a:chExt cx="3733069" cy="400110"/>
          </a:xfrm>
        </p:grpSpPr>
        <p:sp>
          <p:nvSpPr>
            <p:cNvPr id="20" name="Freeform: Shape 19">
              <a:extLst>
                <a:ext uri="{FF2B5EF4-FFF2-40B4-BE49-F238E27FC236}">
                  <a16:creationId xmlns:a16="http://schemas.microsoft.com/office/drawing/2014/main" id="{C191E77C-A511-C189-72C0-7CD931D6F5BA}"/>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25" name="TextBox 24">
              <a:extLst>
                <a:ext uri="{FF2B5EF4-FFF2-40B4-BE49-F238E27FC236}">
                  <a16:creationId xmlns:a16="http://schemas.microsoft.com/office/drawing/2014/main" id="{2E819D03-0E1E-CDD6-BB55-91A24D583230}"/>
                </a:ext>
              </a:extLst>
            </p:cNvPr>
            <p:cNvSpPr txBox="1"/>
            <p:nvPr/>
          </p:nvSpPr>
          <p:spPr>
            <a:xfrm>
              <a:off x="7149011" y="3116778"/>
              <a:ext cx="3576616" cy="400110"/>
            </a:xfrm>
            <a:prstGeom prst="rect">
              <a:avLst/>
            </a:prstGeom>
            <a:noFill/>
          </p:spPr>
          <p:txBody>
            <a:bodyPr wrap="square">
              <a:spAutoFit/>
            </a:bodyPr>
            <a:lstStyle>
              <a:defPPr>
                <a:defRPr lang="en-US"/>
              </a:defPPr>
              <a:lvl1pPr lvl="0">
                <a:defRPr sz="1100"/>
              </a:lvl1pPr>
            </a:lstStyle>
            <a:p>
              <a:r>
                <a:rPr lang="en-US" sz="1000" b="1" i="1"/>
                <a:t>What counts as seeing or speaking to a doctor? </a:t>
              </a:r>
              <a:r>
                <a:rPr lang="en-US" sz="1000"/>
                <a:t>Does a nurse’s visit count? Does email communication count?</a:t>
              </a:r>
              <a:endParaRPr lang="en-GB" sz="1000"/>
            </a:p>
          </p:txBody>
        </p:sp>
      </p:grpSp>
      <p:grpSp>
        <p:nvGrpSpPr>
          <p:cNvPr id="27" name="Group 26">
            <a:extLst>
              <a:ext uri="{FF2B5EF4-FFF2-40B4-BE49-F238E27FC236}">
                <a16:creationId xmlns:a16="http://schemas.microsoft.com/office/drawing/2014/main" id="{C9D80316-4DFB-1E84-94E7-708F0C9EE489}"/>
              </a:ext>
            </a:extLst>
          </p:cNvPr>
          <p:cNvGrpSpPr/>
          <p:nvPr/>
        </p:nvGrpSpPr>
        <p:grpSpPr>
          <a:xfrm>
            <a:off x="6842386" y="3324979"/>
            <a:ext cx="3733069" cy="400110"/>
            <a:chOff x="6992558" y="3116778"/>
            <a:chExt cx="3733069" cy="400110"/>
          </a:xfrm>
        </p:grpSpPr>
        <p:sp>
          <p:nvSpPr>
            <p:cNvPr id="29" name="Freeform: Shape 28">
              <a:extLst>
                <a:ext uri="{FF2B5EF4-FFF2-40B4-BE49-F238E27FC236}">
                  <a16:creationId xmlns:a16="http://schemas.microsoft.com/office/drawing/2014/main" id="{77ADD739-84D2-7973-57ED-CDCBC46CDD99}"/>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30" name="TextBox 29">
              <a:extLst>
                <a:ext uri="{FF2B5EF4-FFF2-40B4-BE49-F238E27FC236}">
                  <a16:creationId xmlns:a16="http://schemas.microsoft.com/office/drawing/2014/main" id="{2C90FB2E-2DF0-402C-51CA-D6F480070F8F}"/>
                </a:ext>
              </a:extLst>
            </p:cNvPr>
            <p:cNvSpPr txBox="1"/>
            <p:nvPr/>
          </p:nvSpPr>
          <p:spPr>
            <a:xfrm>
              <a:off x="7149011" y="3116778"/>
              <a:ext cx="3576616" cy="400110"/>
            </a:xfrm>
            <a:prstGeom prst="rect">
              <a:avLst/>
            </a:prstGeom>
            <a:noFill/>
          </p:spPr>
          <p:txBody>
            <a:bodyPr wrap="square">
              <a:spAutoFit/>
            </a:bodyPr>
            <a:lstStyle>
              <a:defPPr>
                <a:defRPr lang="en-US"/>
              </a:defPPr>
              <a:lvl1pPr lvl="0">
                <a:defRPr sz="1100"/>
              </a:lvl1pPr>
            </a:lstStyle>
            <a:p>
              <a:r>
                <a:rPr lang="en-US" sz="1000"/>
                <a:t>If an individual goes to a doctor’s office for a nurse to administer a vaccine, does that count?</a:t>
              </a:r>
              <a:endParaRPr lang="en-GB" sz="1000"/>
            </a:p>
          </p:txBody>
        </p:sp>
      </p:grpSp>
      <p:sp>
        <p:nvSpPr>
          <p:cNvPr id="38" name="TextBox 37">
            <a:extLst>
              <a:ext uri="{FF2B5EF4-FFF2-40B4-BE49-F238E27FC236}">
                <a16:creationId xmlns:a16="http://schemas.microsoft.com/office/drawing/2014/main" id="{A2DDDEDD-C650-369D-616F-8EA07E88D05F}"/>
              </a:ext>
            </a:extLst>
          </p:cNvPr>
          <p:cNvSpPr txBox="1"/>
          <p:nvPr/>
        </p:nvSpPr>
        <p:spPr>
          <a:xfrm>
            <a:off x="6738596" y="5104823"/>
            <a:ext cx="4364688" cy="430887"/>
          </a:xfrm>
          <a:prstGeom prst="rect">
            <a:avLst/>
          </a:prstGeom>
          <a:noFill/>
        </p:spPr>
        <p:txBody>
          <a:bodyPr wrap="square">
            <a:spAutoFit/>
          </a:bodyPr>
          <a:lstStyle>
            <a:defPPr>
              <a:defRPr lang="en-US"/>
            </a:defPPr>
            <a:lvl1pPr>
              <a:defRPr sz="1100" b="1">
                <a:highlight>
                  <a:srgbClr val="FFC000"/>
                </a:highlight>
              </a:defRPr>
            </a:lvl1pPr>
          </a:lstStyle>
          <a:p>
            <a:r>
              <a:rPr lang="en-US"/>
              <a:t>An additional approach is to include follow‑up questions about events that respondents are especially likely to omit.</a:t>
            </a:r>
          </a:p>
        </p:txBody>
      </p:sp>
    </p:spTree>
    <p:extLst>
      <p:ext uri="{BB962C8B-B14F-4D97-AF65-F5344CB8AC3E}">
        <p14:creationId xmlns:p14="http://schemas.microsoft.com/office/powerpoint/2010/main" val="39358231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500"/>
                                        <p:tgtEl>
                                          <p:spTgt spid="33"/>
                                        </p:tgtEl>
                                      </p:cBhvr>
                                    </p:animEffect>
                                  </p:childTnLst>
                                </p:cTn>
                              </p:par>
                              <p:par>
                                <p:cTn id="34" presetID="10" presetClass="entr" presetSubtype="0"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par>
                                <p:cTn id="37" presetID="10"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500"/>
                                        <p:tgtEl>
                                          <p:spTgt spid="2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8"/>
                                        </p:tgtEl>
                                        <p:attrNameLst>
                                          <p:attrName>style.visibility</p:attrName>
                                        </p:attrNameLst>
                                      </p:cBhvr>
                                      <p:to>
                                        <p:strVal val="visible"/>
                                      </p:to>
                                    </p:set>
                                    <p:animEffect transition="in" filter="fade">
                                      <p:cBhvr>
                                        <p:cTn id="44" dur="500"/>
                                        <p:tgtEl>
                                          <p:spTgt spid="4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fade">
                                      <p:cBhvr>
                                        <p:cTn id="47" dur="500"/>
                                        <p:tgtEl>
                                          <p:spTgt spid="4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47" grpId="0" animBg="1"/>
      <p:bldP spid="48" grpId="0" animBg="1"/>
      <p:bldP spid="16" grpId="0" animBg="1"/>
      <p:bldP spid="17" grpId="0" animBg="1"/>
      <p:bldP spid="3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C8543-DF80-14CF-CC5A-513A2573E9F8}"/>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DEC5DA78-4B19-36E8-B6E1-0B2AE760D19F}"/>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5" name="Slide Number Placeholder 5">
            <a:extLst>
              <a:ext uri="{FF2B5EF4-FFF2-40B4-BE49-F238E27FC236}">
                <a16:creationId xmlns:a16="http://schemas.microsoft.com/office/drawing/2014/main" id="{7C988F97-A7F5-89F1-185A-25F83D86483A}"/>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45</a:t>
            </a:fld>
            <a:endParaRPr lang="en-GB" noProof="0"/>
          </a:p>
        </p:txBody>
      </p:sp>
      <p:sp>
        <p:nvSpPr>
          <p:cNvPr id="8" name="Date Placeholder 3">
            <a:extLst>
              <a:ext uri="{FF2B5EF4-FFF2-40B4-BE49-F238E27FC236}">
                <a16:creationId xmlns:a16="http://schemas.microsoft.com/office/drawing/2014/main" id="{0C3F312D-3C8F-389C-CE48-87A799241A04}"/>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
        <p:nvSpPr>
          <p:cNvPr id="2" name="TextBox 1">
            <a:extLst>
              <a:ext uri="{FF2B5EF4-FFF2-40B4-BE49-F238E27FC236}">
                <a16:creationId xmlns:a16="http://schemas.microsoft.com/office/drawing/2014/main" id="{323A63B3-69B8-6FAD-EEAE-8F3D2F846BCC}"/>
              </a:ext>
            </a:extLst>
          </p:cNvPr>
          <p:cNvSpPr txBox="1"/>
          <p:nvPr/>
        </p:nvSpPr>
        <p:spPr>
          <a:xfrm>
            <a:off x="933343" y="1001680"/>
            <a:ext cx="4122787" cy="400110"/>
          </a:xfrm>
          <a:prstGeom prst="rect">
            <a:avLst/>
          </a:prstGeom>
          <a:noFill/>
        </p:spPr>
        <p:txBody>
          <a:bodyPr wrap="square">
            <a:spAutoFit/>
          </a:bodyPr>
          <a:lstStyle/>
          <a:p>
            <a:pPr lvl="0">
              <a:defRPr/>
            </a:pPr>
            <a:r>
              <a:rPr lang="en-GB" sz="2000" b="1">
                <a:highlight>
                  <a:srgbClr val="FFC000"/>
                </a:highlight>
              </a:rPr>
              <a:t>Reliability</a:t>
            </a:r>
            <a:endParaRPr lang="en-GB" sz="1100" b="1" noProof="0">
              <a:highlight>
                <a:srgbClr val="FFC000"/>
              </a:highlight>
            </a:endParaRPr>
          </a:p>
        </p:txBody>
      </p:sp>
      <p:sp>
        <p:nvSpPr>
          <p:cNvPr id="9" name="TextBox 8">
            <a:extLst>
              <a:ext uri="{FF2B5EF4-FFF2-40B4-BE49-F238E27FC236}">
                <a16:creationId xmlns:a16="http://schemas.microsoft.com/office/drawing/2014/main" id="{483D47C6-6794-04CE-EA07-0CCF1E0375D7}"/>
              </a:ext>
            </a:extLst>
          </p:cNvPr>
          <p:cNvSpPr txBox="1"/>
          <p:nvPr/>
        </p:nvSpPr>
        <p:spPr>
          <a:xfrm>
            <a:off x="962446" y="2062839"/>
            <a:ext cx="5133554" cy="215444"/>
          </a:xfrm>
          <a:prstGeom prst="rect">
            <a:avLst/>
          </a:prstGeom>
          <a:noFill/>
        </p:spPr>
        <p:txBody>
          <a:bodyPr wrap="square" lIns="0" tIns="0" rIns="0" bIns="0">
            <a:spAutoFit/>
          </a:bodyPr>
          <a:lstStyle/>
          <a:p>
            <a:r>
              <a:rPr lang="en-GB" sz="1400" b="1" noProof="0">
                <a:solidFill>
                  <a:srgbClr val="FF0000"/>
                </a:solidFill>
              </a:rPr>
              <a:t> Poorly Defined Items</a:t>
            </a:r>
          </a:p>
        </p:txBody>
      </p:sp>
      <p:grpSp>
        <p:nvGrpSpPr>
          <p:cNvPr id="33" name="Group 32">
            <a:extLst>
              <a:ext uri="{FF2B5EF4-FFF2-40B4-BE49-F238E27FC236}">
                <a16:creationId xmlns:a16="http://schemas.microsoft.com/office/drawing/2014/main" id="{8B503C95-9161-5438-C289-6644D9D66F31}"/>
              </a:ext>
            </a:extLst>
          </p:cNvPr>
          <p:cNvGrpSpPr/>
          <p:nvPr/>
        </p:nvGrpSpPr>
        <p:grpSpPr>
          <a:xfrm>
            <a:off x="1128201" y="3150533"/>
            <a:ext cx="4318493" cy="553998"/>
            <a:chOff x="6992558" y="3116778"/>
            <a:chExt cx="4318493" cy="553998"/>
          </a:xfrm>
        </p:grpSpPr>
        <p:sp>
          <p:nvSpPr>
            <p:cNvPr id="34" name="Freeform: Shape 33">
              <a:extLst>
                <a:ext uri="{FF2B5EF4-FFF2-40B4-BE49-F238E27FC236}">
                  <a16:creationId xmlns:a16="http://schemas.microsoft.com/office/drawing/2014/main" id="{CD9E4AA8-08E7-210E-BB0D-53E0D6A67687}"/>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36" name="TextBox 35">
              <a:extLst>
                <a:ext uri="{FF2B5EF4-FFF2-40B4-BE49-F238E27FC236}">
                  <a16:creationId xmlns:a16="http://schemas.microsoft.com/office/drawing/2014/main" id="{A015452A-53C8-A6ED-2805-E97089B91302}"/>
                </a:ext>
              </a:extLst>
            </p:cNvPr>
            <p:cNvSpPr txBox="1"/>
            <p:nvPr/>
          </p:nvSpPr>
          <p:spPr>
            <a:xfrm>
              <a:off x="7149011" y="3116778"/>
              <a:ext cx="4162040" cy="553998"/>
            </a:xfrm>
            <a:prstGeom prst="rect">
              <a:avLst/>
            </a:prstGeom>
            <a:noFill/>
          </p:spPr>
          <p:txBody>
            <a:bodyPr wrap="square">
              <a:spAutoFit/>
            </a:bodyPr>
            <a:lstStyle>
              <a:defPPr>
                <a:defRPr lang="en-US"/>
              </a:defPPr>
              <a:lvl1pPr lvl="0">
                <a:defRPr sz="1100"/>
              </a:lvl1pPr>
            </a:lstStyle>
            <a:p>
              <a:r>
                <a:rPr lang="en-US" sz="1000" b="1" i="1"/>
                <a:t>The definition of breakfast varies considerably across respondents. </a:t>
              </a:r>
            </a:p>
            <a:p>
              <a:pPr marL="171450" indent="-171450">
                <a:buFont typeface="Arial" panose="020B0604020202020204" pitchFamily="34" charset="0"/>
                <a:buChar char="•"/>
              </a:pPr>
              <a:r>
                <a:rPr lang="en-US" sz="1000"/>
                <a:t>Coffee and a pastry at any time before noon</a:t>
              </a:r>
            </a:p>
            <a:p>
              <a:pPr marL="171450" indent="-171450">
                <a:buFont typeface="Arial" panose="020B0604020202020204" pitchFamily="34" charset="0"/>
                <a:buChar char="•"/>
              </a:pPr>
              <a:r>
                <a:rPr lang="en-US" sz="1000"/>
                <a:t>It MUST include a main dish such as eggs, eaten early in the morning.</a:t>
              </a:r>
              <a:endParaRPr lang="en-GB" sz="1000"/>
            </a:p>
          </p:txBody>
        </p:sp>
      </p:grpSp>
      <p:sp>
        <p:nvSpPr>
          <p:cNvPr id="16" name="Rectangle: Rounded Corners 15">
            <a:extLst>
              <a:ext uri="{FF2B5EF4-FFF2-40B4-BE49-F238E27FC236}">
                <a16:creationId xmlns:a16="http://schemas.microsoft.com/office/drawing/2014/main" id="{0DC9958D-A2C9-671C-1E5F-201FF0E48DD8}"/>
              </a:ext>
            </a:extLst>
          </p:cNvPr>
          <p:cNvSpPr/>
          <p:nvPr/>
        </p:nvSpPr>
        <p:spPr>
          <a:xfrm>
            <a:off x="933343" y="2457780"/>
            <a:ext cx="4734109" cy="535247"/>
          </a:xfrm>
          <a:prstGeom prst="roundRect">
            <a:avLst>
              <a:gd name="adj" fmla="val 17557"/>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Did you have breakfast yesterday?</a:t>
            </a:r>
            <a:endParaRPr lang="en-GB" sz="1100" noProof="0">
              <a:solidFill>
                <a:schemeClr val="tx1"/>
              </a:solidFill>
            </a:endParaRPr>
          </a:p>
        </p:txBody>
      </p:sp>
      <p:sp>
        <p:nvSpPr>
          <p:cNvPr id="17" name="Freeform: Shape 16">
            <a:extLst>
              <a:ext uri="{FF2B5EF4-FFF2-40B4-BE49-F238E27FC236}">
                <a16:creationId xmlns:a16="http://schemas.microsoft.com/office/drawing/2014/main" id="{05C617E7-8E9F-2694-2E93-58AE130C5C8C}"/>
              </a:ext>
            </a:extLst>
          </p:cNvPr>
          <p:cNvSpPr/>
          <p:nvPr/>
        </p:nvSpPr>
        <p:spPr>
          <a:xfrm>
            <a:off x="5446694" y="2456342"/>
            <a:ext cx="220758" cy="220758"/>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13" name="TextBox 12">
            <a:extLst>
              <a:ext uri="{FF2B5EF4-FFF2-40B4-BE49-F238E27FC236}">
                <a16:creationId xmlns:a16="http://schemas.microsoft.com/office/drawing/2014/main" id="{BDD89933-12E0-9424-A8B0-876C7795B660}"/>
              </a:ext>
            </a:extLst>
          </p:cNvPr>
          <p:cNvSpPr txBox="1"/>
          <p:nvPr/>
        </p:nvSpPr>
        <p:spPr>
          <a:xfrm>
            <a:off x="962446" y="3748935"/>
            <a:ext cx="4705006" cy="600164"/>
          </a:xfrm>
          <a:prstGeom prst="rect">
            <a:avLst/>
          </a:prstGeom>
          <a:noFill/>
        </p:spPr>
        <p:txBody>
          <a:bodyPr wrap="square">
            <a:spAutoFit/>
          </a:bodyPr>
          <a:lstStyle>
            <a:defPPr>
              <a:defRPr lang="en-US"/>
            </a:defPPr>
            <a:lvl1pPr>
              <a:defRPr sz="1100" b="1">
                <a:highlight>
                  <a:srgbClr val="FFC000"/>
                </a:highlight>
              </a:defRPr>
            </a:lvl1pPr>
          </a:lstStyle>
          <a:p>
            <a:r>
              <a:rPr lang="en-US" b="0"/>
              <a:t>If the objective is to </a:t>
            </a:r>
            <a:r>
              <a:rPr lang="en-US"/>
              <a:t>measure morning food consumption</a:t>
            </a:r>
            <a:r>
              <a:rPr lang="en-US" b="0"/>
              <a:t>, the results will likely contain error due to inconsistent interpretations of what “breakfast” means.</a:t>
            </a:r>
          </a:p>
        </p:txBody>
      </p:sp>
      <p:sp>
        <p:nvSpPr>
          <p:cNvPr id="19" name="Rectangle: Rounded Corners 18">
            <a:extLst>
              <a:ext uri="{FF2B5EF4-FFF2-40B4-BE49-F238E27FC236}">
                <a16:creationId xmlns:a16="http://schemas.microsoft.com/office/drawing/2014/main" id="{2AA51DB9-71E6-2DB9-975C-320C1F5B7CD5}"/>
              </a:ext>
            </a:extLst>
          </p:cNvPr>
          <p:cNvSpPr/>
          <p:nvPr/>
        </p:nvSpPr>
        <p:spPr>
          <a:xfrm>
            <a:off x="6096000" y="2452021"/>
            <a:ext cx="4734109" cy="976979"/>
          </a:xfrm>
          <a:prstGeom prst="roundRect">
            <a:avLst>
              <a:gd name="adj" fmla="val 17557"/>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For our purposes, consider breakfast to be a meal eaten before 10:00 a.m. that includes a protein (such as eggs, meat, or milk), a cereal (such as toast or cereal), and a fruit or vegetable, including juice. According to this definition, did you have breakfast yesterday?</a:t>
            </a:r>
            <a:endParaRPr lang="en-GB" sz="1100" noProof="0">
              <a:solidFill>
                <a:schemeClr val="tx1"/>
              </a:solidFill>
            </a:endParaRPr>
          </a:p>
        </p:txBody>
      </p:sp>
      <p:sp>
        <p:nvSpPr>
          <p:cNvPr id="23" name="Freeform: Shape 22">
            <a:extLst>
              <a:ext uri="{FF2B5EF4-FFF2-40B4-BE49-F238E27FC236}">
                <a16:creationId xmlns:a16="http://schemas.microsoft.com/office/drawing/2014/main" id="{500F4DE8-4B54-5E67-6D0C-6901855873FD}"/>
              </a:ext>
            </a:extLst>
          </p:cNvPr>
          <p:cNvSpPr/>
          <p:nvPr/>
        </p:nvSpPr>
        <p:spPr>
          <a:xfrm>
            <a:off x="10609351" y="2449933"/>
            <a:ext cx="219456" cy="220758"/>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nvGrpSpPr>
          <p:cNvPr id="37" name="Group 36">
            <a:extLst>
              <a:ext uri="{FF2B5EF4-FFF2-40B4-BE49-F238E27FC236}">
                <a16:creationId xmlns:a16="http://schemas.microsoft.com/office/drawing/2014/main" id="{714AC608-5128-3FCB-63B0-B34A83712E99}"/>
              </a:ext>
            </a:extLst>
          </p:cNvPr>
          <p:cNvGrpSpPr/>
          <p:nvPr/>
        </p:nvGrpSpPr>
        <p:grpSpPr>
          <a:xfrm>
            <a:off x="6409428" y="3602738"/>
            <a:ext cx="4309651" cy="400110"/>
            <a:chOff x="6409428" y="3602738"/>
            <a:chExt cx="4309651" cy="400110"/>
          </a:xfrm>
        </p:grpSpPr>
        <p:sp>
          <p:nvSpPr>
            <p:cNvPr id="28" name="TextBox 27">
              <a:extLst>
                <a:ext uri="{FF2B5EF4-FFF2-40B4-BE49-F238E27FC236}">
                  <a16:creationId xmlns:a16="http://schemas.microsoft.com/office/drawing/2014/main" id="{B163F8B7-C2DE-BCA6-87CF-F433F862D91A}"/>
                </a:ext>
              </a:extLst>
            </p:cNvPr>
            <p:cNvSpPr txBox="1"/>
            <p:nvPr/>
          </p:nvSpPr>
          <p:spPr>
            <a:xfrm>
              <a:off x="6557039" y="3602738"/>
              <a:ext cx="4162040" cy="400110"/>
            </a:xfrm>
            <a:prstGeom prst="rect">
              <a:avLst/>
            </a:prstGeom>
            <a:noFill/>
          </p:spPr>
          <p:txBody>
            <a:bodyPr wrap="square">
              <a:spAutoFit/>
            </a:bodyPr>
            <a:lstStyle>
              <a:defPPr>
                <a:defRPr lang="en-US"/>
              </a:defPPr>
              <a:lvl1pPr lvl="0">
                <a:defRPr sz="1100"/>
              </a:lvl1pPr>
            </a:lstStyle>
            <a:p>
              <a:r>
                <a:rPr lang="en-US" sz="1000"/>
                <a:t>This approach provides a shared definition that standardizes the measurement.</a:t>
              </a:r>
              <a:endParaRPr lang="en-GB" sz="1000"/>
            </a:p>
          </p:txBody>
        </p:sp>
        <p:sp>
          <p:nvSpPr>
            <p:cNvPr id="32" name="Freeform: Shape 31">
              <a:extLst>
                <a:ext uri="{FF2B5EF4-FFF2-40B4-BE49-F238E27FC236}">
                  <a16:creationId xmlns:a16="http://schemas.microsoft.com/office/drawing/2014/main" id="{6643806E-87E2-3525-CD92-B0FA9722A0FA}"/>
                </a:ext>
              </a:extLst>
            </p:cNvPr>
            <p:cNvSpPr/>
            <p:nvPr/>
          </p:nvSpPr>
          <p:spPr>
            <a:xfrm>
              <a:off x="6409428" y="3624679"/>
              <a:ext cx="147611" cy="148487"/>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sp>
        <p:nvSpPr>
          <p:cNvPr id="35" name="TextBox 34">
            <a:extLst>
              <a:ext uri="{FF2B5EF4-FFF2-40B4-BE49-F238E27FC236}">
                <a16:creationId xmlns:a16="http://schemas.microsoft.com/office/drawing/2014/main" id="{75AEC506-846A-8B10-1F72-0FA2E72C93A1}"/>
              </a:ext>
            </a:extLst>
          </p:cNvPr>
          <p:cNvSpPr txBox="1"/>
          <p:nvPr/>
        </p:nvSpPr>
        <p:spPr>
          <a:xfrm>
            <a:off x="6096000" y="4054940"/>
            <a:ext cx="4705006" cy="1446550"/>
          </a:xfrm>
          <a:prstGeom prst="rect">
            <a:avLst/>
          </a:prstGeom>
          <a:noFill/>
        </p:spPr>
        <p:txBody>
          <a:bodyPr wrap="square">
            <a:spAutoFit/>
          </a:bodyPr>
          <a:lstStyle>
            <a:defPPr>
              <a:defRPr lang="en-US"/>
            </a:defPPr>
            <a:lvl1pPr>
              <a:defRPr sz="1100" b="1">
                <a:highlight>
                  <a:srgbClr val="FFC000"/>
                </a:highlight>
              </a:defRPr>
            </a:lvl1pPr>
          </a:lstStyle>
          <a:p>
            <a:r>
              <a:rPr lang="en-US" b="0"/>
              <a:t>Instead of attempting to impose a definition on respondents, the researcher </a:t>
            </a:r>
            <a:r>
              <a:rPr lang="en-US"/>
              <a:t>may simply ask respondents to report everything they consumed before 10:00 a.m</a:t>
            </a:r>
            <a:r>
              <a:rPr lang="en-US" b="0"/>
              <a:t>.</a:t>
            </a:r>
          </a:p>
          <a:p>
            <a:endParaRPr lang="en-US" b="0"/>
          </a:p>
          <a:p>
            <a:r>
              <a:rPr lang="en-US" b="0"/>
              <a:t>During coding, the researcher </a:t>
            </a:r>
            <a:r>
              <a:rPr lang="en-US"/>
              <a:t>can then evaluate objectively whether the respondent’s food intake meets the established definition of breakfast</a:t>
            </a:r>
            <a:r>
              <a:rPr lang="en-US" b="0"/>
              <a:t>, without requiring all respondents to share the same understanding of the term.</a:t>
            </a:r>
          </a:p>
        </p:txBody>
      </p:sp>
    </p:spTree>
    <p:extLst>
      <p:ext uri="{BB962C8B-B14F-4D97-AF65-F5344CB8AC3E}">
        <p14:creationId xmlns:p14="http://schemas.microsoft.com/office/powerpoint/2010/main" val="2111892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nodeType="with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par>
                                <p:cTn id="29" presetID="10" presetClass="entr" presetSubtype="0" fill="hold" nodeType="with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500"/>
                                        <p:tgtEl>
                                          <p:spTgt spid="3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3" grpId="0"/>
      <p:bldP spid="19" grpId="0" animBg="1"/>
      <p:bldP spid="23" grpId="0" animBg="1"/>
      <p:bldP spid="3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22369-0ADE-4335-231E-CD7E590AD3D5}"/>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8D90FE36-1A69-AB35-0377-EFD8D8DCD6DF}"/>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5" name="Slide Number Placeholder 5">
            <a:extLst>
              <a:ext uri="{FF2B5EF4-FFF2-40B4-BE49-F238E27FC236}">
                <a16:creationId xmlns:a16="http://schemas.microsoft.com/office/drawing/2014/main" id="{932290CB-C660-7A2F-35B3-7EAA2FCFD2E7}"/>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46</a:t>
            </a:fld>
            <a:endParaRPr lang="en-GB" noProof="0"/>
          </a:p>
        </p:txBody>
      </p:sp>
      <p:sp>
        <p:nvSpPr>
          <p:cNvPr id="8" name="Date Placeholder 3">
            <a:extLst>
              <a:ext uri="{FF2B5EF4-FFF2-40B4-BE49-F238E27FC236}">
                <a16:creationId xmlns:a16="http://schemas.microsoft.com/office/drawing/2014/main" id="{53C96BEE-7DB7-4193-EE30-14CE201A44AA}"/>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
        <p:nvSpPr>
          <p:cNvPr id="2" name="TextBox 1">
            <a:extLst>
              <a:ext uri="{FF2B5EF4-FFF2-40B4-BE49-F238E27FC236}">
                <a16:creationId xmlns:a16="http://schemas.microsoft.com/office/drawing/2014/main" id="{E9616286-3FF2-AFE9-D939-8767A0B91977}"/>
              </a:ext>
            </a:extLst>
          </p:cNvPr>
          <p:cNvSpPr txBox="1"/>
          <p:nvPr/>
        </p:nvSpPr>
        <p:spPr>
          <a:xfrm>
            <a:off x="933343" y="1001680"/>
            <a:ext cx="4122787" cy="400110"/>
          </a:xfrm>
          <a:prstGeom prst="rect">
            <a:avLst/>
          </a:prstGeom>
          <a:noFill/>
        </p:spPr>
        <p:txBody>
          <a:bodyPr wrap="square">
            <a:spAutoFit/>
          </a:bodyPr>
          <a:lstStyle/>
          <a:p>
            <a:pPr lvl="0">
              <a:defRPr/>
            </a:pPr>
            <a:r>
              <a:rPr lang="en-GB" sz="2000" b="1">
                <a:highlight>
                  <a:srgbClr val="FFC000"/>
                </a:highlight>
              </a:rPr>
              <a:t>Reliability</a:t>
            </a:r>
            <a:endParaRPr lang="en-GB" sz="1100" b="1" noProof="0">
              <a:highlight>
                <a:srgbClr val="FFC000"/>
              </a:highlight>
            </a:endParaRPr>
          </a:p>
        </p:txBody>
      </p:sp>
      <p:sp>
        <p:nvSpPr>
          <p:cNvPr id="9" name="TextBox 8">
            <a:extLst>
              <a:ext uri="{FF2B5EF4-FFF2-40B4-BE49-F238E27FC236}">
                <a16:creationId xmlns:a16="http://schemas.microsoft.com/office/drawing/2014/main" id="{8504A4F0-0E1C-D5A3-5B87-DE24612E0344}"/>
              </a:ext>
            </a:extLst>
          </p:cNvPr>
          <p:cNvSpPr txBox="1"/>
          <p:nvPr/>
        </p:nvSpPr>
        <p:spPr>
          <a:xfrm>
            <a:off x="962446" y="2062839"/>
            <a:ext cx="5133554" cy="215444"/>
          </a:xfrm>
          <a:prstGeom prst="rect">
            <a:avLst/>
          </a:prstGeom>
          <a:noFill/>
        </p:spPr>
        <p:txBody>
          <a:bodyPr wrap="square" lIns="0" tIns="0" rIns="0" bIns="0">
            <a:spAutoFit/>
          </a:bodyPr>
          <a:lstStyle/>
          <a:p>
            <a:r>
              <a:rPr lang="en-GB" sz="1400" b="1" noProof="0">
                <a:solidFill>
                  <a:srgbClr val="FF0000"/>
                </a:solidFill>
              </a:rPr>
              <a:t> Poorly Defined Items</a:t>
            </a:r>
          </a:p>
        </p:txBody>
      </p:sp>
      <p:sp>
        <p:nvSpPr>
          <p:cNvPr id="16" name="Rectangle: Rounded Corners 15">
            <a:extLst>
              <a:ext uri="{FF2B5EF4-FFF2-40B4-BE49-F238E27FC236}">
                <a16:creationId xmlns:a16="http://schemas.microsoft.com/office/drawing/2014/main" id="{C6EB94B6-6F25-AE09-A3D8-81531EF84A5C}"/>
              </a:ext>
            </a:extLst>
          </p:cNvPr>
          <p:cNvSpPr/>
          <p:nvPr/>
        </p:nvSpPr>
        <p:spPr>
          <a:xfrm>
            <a:off x="933343" y="2457780"/>
            <a:ext cx="4734109" cy="535247"/>
          </a:xfrm>
          <a:prstGeom prst="roundRect">
            <a:avLst>
              <a:gd name="adj" fmla="val 17557"/>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Are you in </a:t>
            </a:r>
            <a:r>
              <a:rPr lang="en-US" sz="1100" err="1">
                <a:solidFill>
                  <a:schemeClr val="tx1"/>
                </a:solidFill>
              </a:rPr>
              <a:t>favour</a:t>
            </a:r>
            <a:r>
              <a:rPr lang="en-US" sz="1100">
                <a:solidFill>
                  <a:schemeClr val="tx1"/>
                </a:solidFill>
              </a:rPr>
              <a:t> of or against legislation on front‑of‑package </a:t>
            </a:r>
            <a:br>
              <a:rPr lang="en-US" sz="1100">
                <a:solidFill>
                  <a:schemeClr val="tx1"/>
                </a:solidFill>
              </a:rPr>
            </a:br>
            <a:r>
              <a:rPr lang="en-US" sz="1100">
                <a:solidFill>
                  <a:schemeClr val="tx1"/>
                </a:solidFill>
              </a:rPr>
              <a:t>nutritional labelling?</a:t>
            </a:r>
            <a:endParaRPr lang="en-GB" sz="1100" noProof="0">
              <a:solidFill>
                <a:schemeClr val="tx1"/>
              </a:solidFill>
            </a:endParaRPr>
          </a:p>
        </p:txBody>
      </p:sp>
      <p:sp>
        <p:nvSpPr>
          <p:cNvPr id="17" name="Freeform: Shape 16">
            <a:extLst>
              <a:ext uri="{FF2B5EF4-FFF2-40B4-BE49-F238E27FC236}">
                <a16:creationId xmlns:a16="http://schemas.microsoft.com/office/drawing/2014/main" id="{9358AD3E-ED58-03A6-78C0-B4E71B44A8A7}"/>
              </a:ext>
            </a:extLst>
          </p:cNvPr>
          <p:cNvSpPr/>
          <p:nvPr/>
        </p:nvSpPr>
        <p:spPr>
          <a:xfrm>
            <a:off x="5446694" y="2456342"/>
            <a:ext cx="220758" cy="220758"/>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13" name="TextBox 12">
            <a:extLst>
              <a:ext uri="{FF2B5EF4-FFF2-40B4-BE49-F238E27FC236}">
                <a16:creationId xmlns:a16="http://schemas.microsoft.com/office/drawing/2014/main" id="{71B9EF03-BEF6-C46D-AEC4-CFC330830758}"/>
              </a:ext>
            </a:extLst>
          </p:cNvPr>
          <p:cNvSpPr txBox="1"/>
          <p:nvPr/>
        </p:nvSpPr>
        <p:spPr>
          <a:xfrm>
            <a:off x="1472921" y="3180160"/>
            <a:ext cx="2113590" cy="430887"/>
          </a:xfrm>
          <a:prstGeom prst="rect">
            <a:avLst/>
          </a:prstGeom>
          <a:noFill/>
        </p:spPr>
        <p:txBody>
          <a:bodyPr wrap="square">
            <a:spAutoFit/>
          </a:bodyPr>
          <a:lstStyle>
            <a:defPPr>
              <a:defRPr lang="en-US"/>
            </a:defPPr>
            <a:lvl1pPr>
              <a:defRPr sz="1100" b="1">
                <a:highlight>
                  <a:srgbClr val="FFC000"/>
                </a:highlight>
              </a:defRPr>
            </a:lvl1pPr>
          </a:lstStyle>
          <a:p>
            <a:r>
              <a:rPr lang="en-US" b="0"/>
              <a:t>Legislation on food‑labelling warnings may involve:</a:t>
            </a:r>
          </a:p>
        </p:txBody>
      </p:sp>
      <p:sp>
        <p:nvSpPr>
          <p:cNvPr id="19" name="Rectangle: Rounded Corners 18">
            <a:extLst>
              <a:ext uri="{FF2B5EF4-FFF2-40B4-BE49-F238E27FC236}">
                <a16:creationId xmlns:a16="http://schemas.microsoft.com/office/drawing/2014/main" id="{462DC2F3-47D6-E608-5E38-DC2911C3504B}"/>
              </a:ext>
            </a:extLst>
          </p:cNvPr>
          <p:cNvSpPr/>
          <p:nvPr/>
        </p:nvSpPr>
        <p:spPr>
          <a:xfrm>
            <a:off x="6096000" y="2452021"/>
            <a:ext cx="4734109" cy="976979"/>
          </a:xfrm>
          <a:prstGeom prst="roundRect">
            <a:avLst>
              <a:gd name="adj" fmla="val 17557"/>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A proposal for food‑control policy is that no food product exceeding certain permitted levels of sugar, fat, or sodium may be sold without a clear nutritional warning label. Would you be in </a:t>
            </a:r>
            <a:r>
              <a:rPr lang="en-US" sz="1100" err="1">
                <a:solidFill>
                  <a:schemeClr val="tx1"/>
                </a:solidFill>
              </a:rPr>
              <a:t>favour</a:t>
            </a:r>
            <a:r>
              <a:rPr lang="en-US" sz="1100">
                <a:solidFill>
                  <a:schemeClr val="tx1"/>
                </a:solidFill>
              </a:rPr>
              <a:t> of or against legislation of this kind?</a:t>
            </a:r>
            <a:endParaRPr lang="en-GB" sz="1100" noProof="0">
              <a:solidFill>
                <a:schemeClr val="tx1"/>
              </a:solidFill>
            </a:endParaRPr>
          </a:p>
        </p:txBody>
      </p:sp>
      <p:sp>
        <p:nvSpPr>
          <p:cNvPr id="23" name="Freeform: Shape 22">
            <a:extLst>
              <a:ext uri="{FF2B5EF4-FFF2-40B4-BE49-F238E27FC236}">
                <a16:creationId xmlns:a16="http://schemas.microsoft.com/office/drawing/2014/main" id="{93C7810A-1743-2812-9244-47C7018E7185}"/>
              </a:ext>
            </a:extLst>
          </p:cNvPr>
          <p:cNvSpPr/>
          <p:nvPr/>
        </p:nvSpPr>
        <p:spPr>
          <a:xfrm>
            <a:off x="10609351" y="2449933"/>
            <a:ext cx="219456" cy="220758"/>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sp>
        <p:nvSpPr>
          <p:cNvPr id="28" name="TextBox 27">
            <a:extLst>
              <a:ext uri="{FF2B5EF4-FFF2-40B4-BE49-F238E27FC236}">
                <a16:creationId xmlns:a16="http://schemas.microsoft.com/office/drawing/2014/main" id="{5F293594-7C4E-B8B9-8B0B-722BC5EC5B2B}"/>
              </a:ext>
            </a:extLst>
          </p:cNvPr>
          <p:cNvSpPr txBox="1"/>
          <p:nvPr/>
        </p:nvSpPr>
        <p:spPr>
          <a:xfrm>
            <a:off x="6589612" y="3602738"/>
            <a:ext cx="4129467" cy="400110"/>
          </a:xfrm>
          <a:prstGeom prst="rect">
            <a:avLst/>
          </a:prstGeom>
          <a:noFill/>
        </p:spPr>
        <p:txBody>
          <a:bodyPr wrap="square">
            <a:spAutoFit/>
          </a:bodyPr>
          <a:lstStyle>
            <a:defPPr>
              <a:defRPr lang="en-US"/>
            </a:defPPr>
            <a:lvl1pPr lvl="0">
              <a:defRPr sz="1100"/>
            </a:lvl1pPr>
          </a:lstStyle>
          <a:p>
            <a:r>
              <a:rPr lang="en-US" sz="1000"/>
              <a:t> This is only </a:t>
            </a:r>
            <a:r>
              <a:rPr lang="en-US" sz="1000" b="1"/>
              <a:t>one of several possible strategies </a:t>
            </a:r>
            <a:r>
              <a:rPr lang="en-US" sz="1000"/>
              <a:t>for regulating food products through nutritional warning labels.</a:t>
            </a:r>
            <a:endParaRPr lang="en-GB" sz="1000"/>
          </a:p>
        </p:txBody>
      </p:sp>
      <p:sp>
        <p:nvSpPr>
          <p:cNvPr id="35" name="TextBox 34">
            <a:extLst>
              <a:ext uri="{FF2B5EF4-FFF2-40B4-BE49-F238E27FC236}">
                <a16:creationId xmlns:a16="http://schemas.microsoft.com/office/drawing/2014/main" id="{2B065DF0-4EA1-CE95-80A7-6EEE3FFA3CDE}"/>
              </a:ext>
            </a:extLst>
          </p:cNvPr>
          <p:cNvSpPr txBox="1"/>
          <p:nvPr/>
        </p:nvSpPr>
        <p:spPr>
          <a:xfrm>
            <a:off x="6096000" y="4145707"/>
            <a:ext cx="4705006" cy="1107996"/>
          </a:xfrm>
          <a:prstGeom prst="rect">
            <a:avLst/>
          </a:prstGeom>
          <a:noFill/>
        </p:spPr>
        <p:txBody>
          <a:bodyPr wrap="square">
            <a:spAutoFit/>
          </a:bodyPr>
          <a:lstStyle>
            <a:defPPr>
              <a:defRPr lang="en-US"/>
            </a:defPPr>
            <a:lvl1pPr>
              <a:defRPr sz="1100" b="1">
                <a:highlight>
                  <a:srgbClr val="FFC000"/>
                </a:highlight>
              </a:defRPr>
            </a:lvl1pPr>
          </a:lstStyle>
          <a:p>
            <a:r>
              <a:rPr lang="en-US"/>
              <a:t>That is precisely the point:</a:t>
            </a:r>
            <a:r>
              <a:rPr lang="en-US" b="0"/>
              <a:t> </a:t>
            </a:r>
          </a:p>
          <a:p>
            <a:endParaRPr lang="en-US" b="0"/>
          </a:p>
          <a:p>
            <a:r>
              <a:rPr lang="en-US" b="0"/>
              <a:t>if multiple questions about </a:t>
            </a:r>
            <a:r>
              <a:rPr lang="en-US"/>
              <a:t>different regulatory strategies are required, they should be separate, specific, and phrased in a way that all respondents can understand </a:t>
            </a:r>
            <a:r>
              <a:rPr lang="en-US" b="0"/>
              <a:t>uniformly and that researchers can interpret correctly.</a:t>
            </a:r>
          </a:p>
        </p:txBody>
      </p:sp>
      <p:pic>
        <p:nvPicPr>
          <p:cNvPr id="2050" name="Picture 2" descr="Pingüinos Marinela México - Es una decisión difícil pero alguien la ...">
            <a:extLst>
              <a:ext uri="{FF2B5EF4-FFF2-40B4-BE49-F238E27FC236}">
                <a16:creationId xmlns:a16="http://schemas.microsoft.com/office/drawing/2014/main" id="{13F5F2F8-BDF3-B0D2-C6C2-089D57EE0BF7}"/>
              </a:ext>
            </a:extLst>
          </p:cNvPr>
          <p:cNvPicPr>
            <a:picLocks noChangeAspect="1" noChangeArrowheads="1"/>
          </p:cNvPicPr>
          <p:nvPr/>
        </p:nvPicPr>
        <p:blipFill>
          <a:blip r:embed="rId2"/>
          <a:srcRect l="5155" t="-9845" r="5155" b="20154"/>
          <a:stretch>
            <a:fillRect/>
          </a:stretch>
        </p:blipFill>
        <p:spPr bwMode="auto">
          <a:xfrm>
            <a:off x="937673" y="3089431"/>
            <a:ext cx="535248" cy="535248"/>
          </a:xfrm>
          <a:prstGeom prst="ellipse">
            <a:avLst/>
          </a:prstGeom>
          <a:solidFill>
            <a:srgbClr val="FFC000"/>
          </a:solidFill>
        </p:spPr>
      </p:pic>
      <p:sp>
        <p:nvSpPr>
          <p:cNvPr id="3" name="TextBox 2">
            <a:extLst>
              <a:ext uri="{FF2B5EF4-FFF2-40B4-BE49-F238E27FC236}">
                <a16:creationId xmlns:a16="http://schemas.microsoft.com/office/drawing/2014/main" id="{FD3F4118-A9A8-6533-5F5E-BFB7202C913C}"/>
              </a:ext>
            </a:extLst>
          </p:cNvPr>
          <p:cNvSpPr txBox="1"/>
          <p:nvPr/>
        </p:nvSpPr>
        <p:spPr>
          <a:xfrm>
            <a:off x="1252026" y="3654171"/>
            <a:ext cx="3923417" cy="1215717"/>
          </a:xfrm>
          <a:prstGeom prst="rect">
            <a:avLst/>
          </a:prstGeom>
          <a:solidFill>
            <a:srgbClr val="FFFFFF"/>
          </a:solidFill>
        </p:spPr>
        <p:txBody>
          <a:bodyPr wrap="square">
            <a:spAutoFit/>
          </a:bodyPr>
          <a:lstStyle>
            <a:defPPr>
              <a:defRPr lang="en-US"/>
            </a:defPPr>
            <a:lvl1pPr>
              <a:defRPr sz="1100" b="1">
                <a:highlight>
                  <a:srgbClr val="FFC000"/>
                </a:highlight>
              </a:defRPr>
            </a:lvl1pPr>
          </a:lstStyle>
          <a:p>
            <a:pPr marL="171450" indent="-171450">
              <a:spcBef>
                <a:spcPts val="600"/>
              </a:spcBef>
              <a:buFont typeface="Arial" panose="020B0604020202020204" pitchFamily="34" charset="0"/>
              <a:buChar char="•"/>
            </a:pPr>
            <a:r>
              <a:rPr lang="en-US" sz="1050" b="0">
                <a:highlight>
                  <a:srgbClr val="FFFFFF"/>
                </a:highlight>
              </a:rPr>
              <a:t>Requiring producers to label their food products clearly and accurately.</a:t>
            </a:r>
          </a:p>
          <a:p>
            <a:pPr marL="171450" indent="-171450">
              <a:spcBef>
                <a:spcPts val="600"/>
              </a:spcBef>
              <a:buFont typeface="Arial" panose="020B0604020202020204" pitchFamily="34" charset="0"/>
              <a:buChar char="•"/>
            </a:pPr>
            <a:r>
              <a:rPr lang="en-US" sz="1050" b="0">
                <a:highlight>
                  <a:srgbClr val="FFFFFF"/>
                </a:highlight>
              </a:rPr>
              <a:t>Setting limits on the permitted levels of components such as sugars, fats, or sodium in food products.</a:t>
            </a:r>
          </a:p>
          <a:p>
            <a:pPr marL="171450" indent="-171450">
              <a:spcBef>
                <a:spcPts val="600"/>
              </a:spcBef>
              <a:buFont typeface="Arial" panose="020B0604020202020204" pitchFamily="34" charset="0"/>
              <a:buChar char="•"/>
            </a:pPr>
            <a:r>
              <a:rPr lang="en-US" sz="1050" b="0">
                <a:highlight>
                  <a:srgbClr val="FFFFFF"/>
                </a:highlight>
              </a:rPr>
              <a:t>Establishing restrictions on the types of products that may be marketed to the public.</a:t>
            </a:r>
          </a:p>
        </p:txBody>
      </p:sp>
      <p:sp>
        <p:nvSpPr>
          <p:cNvPr id="7" name="TextBox 6">
            <a:extLst>
              <a:ext uri="{FF2B5EF4-FFF2-40B4-BE49-F238E27FC236}">
                <a16:creationId xmlns:a16="http://schemas.microsoft.com/office/drawing/2014/main" id="{7FED2C97-06C9-5D7A-D02A-187B450C798D}"/>
              </a:ext>
            </a:extLst>
          </p:cNvPr>
          <p:cNvSpPr txBox="1"/>
          <p:nvPr/>
        </p:nvSpPr>
        <p:spPr>
          <a:xfrm>
            <a:off x="933343" y="4957443"/>
            <a:ext cx="4734109" cy="430887"/>
          </a:xfrm>
          <a:prstGeom prst="rect">
            <a:avLst/>
          </a:prstGeom>
          <a:noFill/>
        </p:spPr>
        <p:txBody>
          <a:bodyPr wrap="square">
            <a:spAutoFit/>
          </a:bodyPr>
          <a:lstStyle>
            <a:defPPr>
              <a:defRPr lang="en-US"/>
            </a:defPPr>
            <a:lvl1pPr marL="171450" indent="-171450">
              <a:buFont typeface="Arial" panose="020B0604020202020204" pitchFamily="34" charset="0"/>
              <a:buChar char="•"/>
              <a:defRPr sz="1100" b="0"/>
            </a:lvl1pPr>
          </a:lstStyle>
          <a:p>
            <a:pPr marL="0" indent="0">
              <a:buNone/>
            </a:pPr>
            <a:r>
              <a:rPr lang="en-US"/>
              <a:t>Consumers’ </a:t>
            </a:r>
            <a:r>
              <a:rPr lang="en-US" b="1">
                <a:highlight>
                  <a:srgbClr val="FFC000"/>
                </a:highlight>
              </a:rPr>
              <a:t>responses cannot be interpreted without making assumptions about how they understand the meaning of the labelling</a:t>
            </a:r>
            <a:r>
              <a:rPr lang="en-US"/>
              <a:t>. </a:t>
            </a:r>
          </a:p>
        </p:txBody>
      </p:sp>
      <p:sp>
        <p:nvSpPr>
          <p:cNvPr id="41" name="Oval 40">
            <a:extLst>
              <a:ext uri="{FF2B5EF4-FFF2-40B4-BE49-F238E27FC236}">
                <a16:creationId xmlns:a16="http://schemas.microsoft.com/office/drawing/2014/main" id="{CBDB4CA7-8612-47C4-91F4-009776EBF083}"/>
              </a:ext>
            </a:extLst>
          </p:cNvPr>
          <p:cNvSpPr/>
          <p:nvPr/>
        </p:nvSpPr>
        <p:spPr>
          <a:xfrm>
            <a:off x="6433159" y="3646340"/>
            <a:ext cx="156453" cy="156453"/>
          </a:xfrm>
          <a:prstGeom prst="ellipse">
            <a:avLst/>
          </a:prstGeom>
          <a:solidFill>
            <a:srgbClr val="FFC000"/>
          </a:solidFill>
          <a:ln w="5358" cap="flat">
            <a:noFill/>
            <a:prstDash val="solid"/>
            <a:miter/>
          </a:ln>
        </p:spPr>
        <p:txBody>
          <a:bodyPr rtlCol="0" anchor="ctr"/>
          <a:lstStyle/>
          <a:p>
            <a:pPr algn="ctr"/>
            <a:r>
              <a:rPr lang="es-CO" sz="1050">
                <a:latin typeface="Aptos Black" panose="020B0004020202020204" pitchFamily="34" charset="0"/>
              </a:rPr>
              <a:t>?</a:t>
            </a:r>
            <a:endParaRPr lang="en-US" sz="1050">
              <a:latin typeface="Aptos Black" panose="020B0004020202020204" pitchFamily="34" charset="0"/>
            </a:endParaRPr>
          </a:p>
        </p:txBody>
      </p:sp>
    </p:spTree>
    <p:extLst>
      <p:ext uri="{BB962C8B-B14F-4D97-AF65-F5344CB8AC3E}">
        <p14:creationId xmlns:p14="http://schemas.microsoft.com/office/powerpoint/2010/main" val="15662596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50"/>
                                        </p:tgtEl>
                                        <p:attrNameLst>
                                          <p:attrName>style.visibility</p:attrName>
                                        </p:attrNameLst>
                                      </p:cBhvr>
                                      <p:to>
                                        <p:strVal val="visible"/>
                                      </p:to>
                                    </p:set>
                                    <p:animEffect transition="in" filter="fade">
                                      <p:cBhvr>
                                        <p:cTn id="17" dur="500"/>
                                        <p:tgtEl>
                                          <p:spTgt spid="205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500"/>
                                        <p:tgtEl>
                                          <p:spTgt spid="4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3" grpId="0"/>
      <p:bldP spid="19" grpId="0" animBg="1"/>
      <p:bldP spid="23" grpId="0" animBg="1"/>
      <p:bldP spid="28" grpId="0"/>
      <p:bldP spid="35" grpId="0"/>
      <p:bldP spid="3" grpId="0" animBg="1"/>
      <p:bldP spid="7" grpId="0"/>
      <p:bldP spid="41"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A8B4C-4E41-796A-A30E-2C0D0FB497FE}"/>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09EC33D7-5D8C-84DE-9917-14C3CAFBC567}"/>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5" name="Slide Number Placeholder 5">
            <a:extLst>
              <a:ext uri="{FF2B5EF4-FFF2-40B4-BE49-F238E27FC236}">
                <a16:creationId xmlns:a16="http://schemas.microsoft.com/office/drawing/2014/main" id="{3F6BC182-E410-D3DE-0DE7-423BF7CDDB0C}"/>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47</a:t>
            </a:fld>
            <a:endParaRPr lang="en-GB" noProof="0"/>
          </a:p>
        </p:txBody>
      </p:sp>
      <p:sp>
        <p:nvSpPr>
          <p:cNvPr id="8" name="Date Placeholder 3">
            <a:extLst>
              <a:ext uri="{FF2B5EF4-FFF2-40B4-BE49-F238E27FC236}">
                <a16:creationId xmlns:a16="http://schemas.microsoft.com/office/drawing/2014/main" id="{6C8472B2-E6D7-A8DF-1795-192BB3877CF2}"/>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
        <p:nvSpPr>
          <p:cNvPr id="2" name="TextBox 1">
            <a:extLst>
              <a:ext uri="{FF2B5EF4-FFF2-40B4-BE49-F238E27FC236}">
                <a16:creationId xmlns:a16="http://schemas.microsoft.com/office/drawing/2014/main" id="{4731E460-40E1-E012-EA06-CA950DB5E105}"/>
              </a:ext>
            </a:extLst>
          </p:cNvPr>
          <p:cNvSpPr txBox="1"/>
          <p:nvPr/>
        </p:nvSpPr>
        <p:spPr>
          <a:xfrm>
            <a:off x="933343" y="1001680"/>
            <a:ext cx="4122787" cy="400110"/>
          </a:xfrm>
          <a:prstGeom prst="rect">
            <a:avLst/>
          </a:prstGeom>
          <a:noFill/>
        </p:spPr>
        <p:txBody>
          <a:bodyPr wrap="square">
            <a:spAutoFit/>
          </a:bodyPr>
          <a:lstStyle/>
          <a:p>
            <a:pPr lvl="0">
              <a:defRPr/>
            </a:pPr>
            <a:r>
              <a:rPr lang="en-GB" sz="2000" b="1">
                <a:highlight>
                  <a:srgbClr val="FFC000"/>
                </a:highlight>
              </a:rPr>
              <a:t>Reliability</a:t>
            </a:r>
            <a:endParaRPr lang="en-GB" sz="1100" b="1" noProof="0">
              <a:highlight>
                <a:srgbClr val="FFC000"/>
              </a:highlight>
            </a:endParaRPr>
          </a:p>
        </p:txBody>
      </p:sp>
      <p:sp>
        <p:nvSpPr>
          <p:cNvPr id="9" name="TextBox 8">
            <a:extLst>
              <a:ext uri="{FF2B5EF4-FFF2-40B4-BE49-F238E27FC236}">
                <a16:creationId xmlns:a16="http://schemas.microsoft.com/office/drawing/2014/main" id="{629FE454-A89B-C3BD-DA06-0914A215E2F2}"/>
              </a:ext>
            </a:extLst>
          </p:cNvPr>
          <p:cNvSpPr txBox="1"/>
          <p:nvPr/>
        </p:nvSpPr>
        <p:spPr>
          <a:xfrm>
            <a:off x="962446" y="2062839"/>
            <a:ext cx="5133554" cy="215444"/>
          </a:xfrm>
          <a:prstGeom prst="rect">
            <a:avLst/>
          </a:prstGeom>
          <a:noFill/>
        </p:spPr>
        <p:txBody>
          <a:bodyPr wrap="square" lIns="0" tIns="0" rIns="0" bIns="0">
            <a:spAutoFit/>
          </a:bodyPr>
          <a:lstStyle/>
          <a:p>
            <a:r>
              <a:rPr lang="en-GB" sz="1400" b="1" noProof="0">
                <a:solidFill>
                  <a:srgbClr val="FF0000"/>
                </a:solidFill>
              </a:rPr>
              <a:t> Poorly Defined Items</a:t>
            </a:r>
          </a:p>
        </p:txBody>
      </p:sp>
      <p:sp>
        <p:nvSpPr>
          <p:cNvPr id="16" name="Rectangle: Rounded Corners 15">
            <a:extLst>
              <a:ext uri="{FF2B5EF4-FFF2-40B4-BE49-F238E27FC236}">
                <a16:creationId xmlns:a16="http://schemas.microsoft.com/office/drawing/2014/main" id="{732870BA-6FDB-DC54-CDA2-62B3BCEE65B4}"/>
              </a:ext>
            </a:extLst>
          </p:cNvPr>
          <p:cNvSpPr/>
          <p:nvPr/>
        </p:nvSpPr>
        <p:spPr>
          <a:xfrm>
            <a:off x="933343" y="2457780"/>
            <a:ext cx="4734109" cy="535247"/>
          </a:xfrm>
          <a:prstGeom prst="roundRect">
            <a:avLst>
              <a:gd name="adj" fmla="val 17557"/>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Do you want to be rich and famous?</a:t>
            </a:r>
            <a:endParaRPr lang="en-GB" sz="1100" noProof="0">
              <a:solidFill>
                <a:schemeClr val="tx1"/>
              </a:solidFill>
            </a:endParaRPr>
          </a:p>
        </p:txBody>
      </p:sp>
      <p:sp>
        <p:nvSpPr>
          <p:cNvPr id="17" name="Freeform: Shape 16">
            <a:extLst>
              <a:ext uri="{FF2B5EF4-FFF2-40B4-BE49-F238E27FC236}">
                <a16:creationId xmlns:a16="http://schemas.microsoft.com/office/drawing/2014/main" id="{2ECED02E-02B7-AC8C-F957-EC3E153F63BC}"/>
              </a:ext>
            </a:extLst>
          </p:cNvPr>
          <p:cNvSpPr/>
          <p:nvPr/>
        </p:nvSpPr>
        <p:spPr>
          <a:xfrm>
            <a:off x="5446694" y="2456342"/>
            <a:ext cx="220758" cy="220758"/>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13" name="TextBox 12">
            <a:extLst>
              <a:ext uri="{FF2B5EF4-FFF2-40B4-BE49-F238E27FC236}">
                <a16:creationId xmlns:a16="http://schemas.microsoft.com/office/drawing/2014/main" id="{019FA572-24F0-D753-ED53-ECC61964D4DA}"/>
              </a:ext>
            </a:extLst>
          </p:cNvPr>
          <p:cNvSpPr txBox="1"/>
          <p:nvPr/>
        </p:nvSpPr>
        <p:spPr>
          <a:xfrm>
            <a:off x="881146" y="3724566"/>
            <a:ext cx="4786306" cy="600164"/>
          </a:xfrm>
          <a:prstGeom prst="rect">
            <a:avLst/>
          </a:prstGeom>
          <a:noFill/>
        </p:spPr>
        <p:txBody>
          <a:bodyPr wrap="square">
            <a:spAutoFit/>
          </a:bodyPr>
          <a:lstStyle>
            <a:defPPr>
              <a:defRPr lang="en-US"/>
            </a:defPPr>
            <a:lvl1pPr>
              <a:defRPr sz="1100" b="1">
                <a:highlight>
                  <a:srgbClr val="FFC000"/>
                </a:highlight>
              </a:defRPr>
            </a:lvl1pPr>
          </a:lstStyle>
          <a:p>
            <a:r>
              <a:rPr lang="en-US" b="0"/>
              <a:t>Some questions that appear to be single items </a:t>
            </a:r>
            <a:r>
              <a:rPr lang="en-US"/>
              <a:t>actually require the respondent to answer several sub‑questions before producing a response</a:t>
            </a:r>
            <a:r>
              <a:rPr lang="en-US" b="0"/>
              <a:t>.</a:t>
            </a:r>
          </a:p>
        </p:txBody>
      </p:sp>
      <p:sp>
        <p:nvSpPr>
          <p:cNvPr id="19" name="Rectangle: Rounded Corners 18">
            <a:extLst>
              <a:ext uri="{FF2B5EF4-FFF2-40B4-BE49-F238E27FC236}">
                <a16:creationId xmlns:a16="http://schemas.microsoft.com/office/drawing/2014/main" id="{06B38FCD-0722-43C0-6FEE-4D9BBC805DF6}"/>
              </a:ext>
            </a:extLst>
          </p:cNvPr>
          <p:cNvSpPr/>
          <p:nvPr/>
        </p:nvSpPr>
        <p:spPr>
          <a:xfrm>
            <a:off x="6096000" y="2452021"/>
            <a:ext cx="4734109" cy="535247"/>
          </a:xfrm>
          <a:prstGeom prst="roundRect">
            <a:avLst>
              <a:gd name="adj" fmla="val 17557"/>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In the past 30 days, how many times did you withdraw </a:t>
            </a:r>
            <a:br>
              <a:rPr lang="en-US" sz="1100">
                <a:solidFill>
                  <a:schemeClr val="tx1"/>
                </a:solidFill>
              </a:rPr>
            </a:br>
            <a:r>
              <a:rPr lang="en-US" sz="1100">
                <a:solidFill>
                  <a:schemeClr val="tx1"/>
                </a:solidFill>
              </a:rPr>
              <a:t>money from an ATM</a:t>
            </a:r>
            <a:endParaRPr lang="en-GB" sz="1100" noProof="0">
              <a:solidFill>
                <a:schemeClr val="tx1"/>
              </a:solidFill>
            </a:endParaRPr>
          </a:p>
        </p:txBody>
      </p:sp>
      <p:sp>
        <p:nvSpPr>
          <p:cNvPr id="23" name="Freeform: Shape 22">
            <a:extLst>
              <a:ext uri="{FF2B5EF4-FFF2-40B4-BE49-F238E27FC236}">
                <a16:creationId xmlns:a16="http://schemas.microsoft.com/office/drawing/2014/main" id="{4AD1DAE9-0FBF-8D73-F8B1-36F8359F66E0}"/>
              </a:ext>
            </a:extLst>
          </p:cNvPr>
          <p:cNvSpPr/>
          <p:nvPr/>
        </p:nvSpPr>
        <p:spPr>
          <a:xfrm>
            <a:off x="10609351" y="2449933"/>
            <a:ext cx="219456" cy="220758"/>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nvGrpSpPr>
          <p:cNvPr id="11" name="Group 10">
            <a:extLst>
              <a:ext uri="{FF2B5EF4-FFF2-40B4-BE49-F238E27FC236}">
                <a16:creationId xmlns:a16="http://schemas.microsoft.com/office/drawing/2014/main" id="{43A9A158-4674-2EAF-9537-C1A0D2069831}"/>
              </a:ext>
            </a:extLst>
          </p:cNvPr>
          <p:cNvGrpSpPr/>
          <p:nvPr/>
        </p:nvGrpSpPr>
        <p:grpSpPr>
          <a:xfrm>
            <a:off x="1160774" y="4401004"/>
            <a:ext cx="4285920" cy="246221"/>
            <a:chOff x="1160774" y="4401004"/>
            <a:chExt cx="4285920" cy="246221"/>
          </a:xfrm>
        </p:grpSpPr>
        <p:sp>
          <p:nvSpPr>
            <p:cNvPr id="28" name="TextBox 27">
              <a:extLst>
                <a:ext uri="{FF2B5EF4-FFF2-40B4-BE49-F238E27FC236}">
                  <a16:creationId xmlns:a16="http://schemas.microsoft.com/office/drawing/2014/main" id="{1EF3AB9D-787A-336F-178E-D7A73C6D3009}"/>
                </a:ext>
              </a:extLst>
            </p:cNvPr>
            <p:cNvSpPr txBox="1"/>
            <p:nvPr/>
          </p:nvSpPr>
          <p:spPr>
            <a:xfrm>
              <a:off x="1317227" y="4401004"/>
              <a:ext cx="4129467" cy="246221"/>
            </a:xfrm>
            <a:prstGeom prst="rect">
              <a:avLst/>
            </a:prstGeom>
            <a:noFill/>
          </p:spPr>
          <p:txBody>
            <a:bodyPr wrap="square">
              <a:spAutoFit/>
            </a:bodyPr>
            <a:lstStyle>
              <a:defPPr>
                <a:defRPr lang="en-US"/>
              </a:defPPr>
              <a:lvl1pPr lvl="0">
                <a:defRPr sz="1100"/>
              </a:lvl1pPr>
            </a:lstStyle>
            <a:p>
              <a:r>
                <a:rPr lang="en-US" sz="1000"/>
                <a:t>The number of ATM visits</a:t>
              </a:r>
              <a:endParaRPr lang="en-GB" sz="1000"/>
            </a:p>
          </p:txBody>
        </p:sp>
        <p:sp>
          <p:nvSpPr>
            <p:cNvPr id="41" name="Oval 40">
              <a:extLst>
                <a:ext uri="{FF2B5EF4-FFF2-40B4-BE49-F238E27FC236}">
                  <a16:creationId xmlns:a16="http://schemas.microsoft.com/office/drawing/2014/main" id="{98A4CFF0-AA6B-716E-7C36-FF6C95F8446C}"/>
                </a:ext>
              </a:extLst>
            </p:cNvPr>
            <p:cNvSpPr/>
            <p:nvPr/>
          </p:nvSpPr>
          <p:spPr>
            <a:xfrm>
              <a:off x="1160774" y="4444606"/>
              <a:ext cx="156453" cy="156453"/>
            </a:xfrm>
            <a:prstGeom prst="ellipse">
              <a:avLst/>
            </a:prstGeom>
            <a:solidFill>
              <a:srgbClr val="FFC000"/>
            </a:solidFill>
            <a:ln w="5358" cap="flat">
              <a:noFill/>
              <a:prstDash val="solid"/>
              <a:miter/>
            </a:ln>
          </p:spPr>
          <p:txBody>
            <a:bodyPr rtlCol="0" anchor="ctr"/>
            <a:lstStyle/>
            <a:p>
              <a:pPr algn="ctr"/>
              <a:r>
                <a:rPr lang="es-CO" sz="1050">
                  <a:latin typeface="Aptos Black" panose="020B0004020202020204" pitchFamily="34" charset="0"/>
                </a:rPr>
                <a:t>?</a:t>
              </a:r>
              <a:endParaRPr lang="en-US" sz="1050">
                <a:latin typeface="Aptos Black" panose="020B0004020202020204" pitchFamily="34" charset="0"/>
              </a:endParaRPr>
            </a:p>
          </p:txBody>
        </p:sp>
      </p:grpSp>
      <p:sp>
        <p:nvSpPr>
          <p:cNvPr id="4" name="Rectangle: Rounded Corners 3">
            <a:extLst>
              <a:ext uri="{FF2B5EF4-FFF2-40B4-BE49-F238E27FC236}">
                <a16:creationId xmlns:a16="http://schemas.microsoft.com/office/drawing/2014/main" id="{16608EF0-61AE-E9C5-D127-CDC10EB6D6E5}"/>
              </a:ext>
            </a:extLst>
          </p:cNvPr>
          <p:cNvSpPr/>
          <p:nvPr/>
        </p:nvSpPr>
        <p:spPr>
          <a:xfrm>
            <a:off x="933343" y="3067491"/>
            <a:ext cx="4734109" cy="535247"/>
          </a:xfrm>
          <a:prstGeom prst="roundRect">
            <a:avLst>
              <a:gd name="adj" fmla="val 17557"/>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In the past 30 days, when you withdrew money from an ATM, how often was it less than 100,000 pesos: always, usually, sometimes, never?</a:t>
            </a:r>
            <a:endParaRPr lang="en-GB" sz="1100" noProof="0">
              <a:solidFill>
                <a:schemeClr val="tx1"/>
              </a:solidFill>
            </a:endParaRPr>
          </a:p>
        </p:txBody>
      </p:sp>
      <p:sp>
        <p:nvSpPr>
          <p:cNvPr id="10" name="Freeform: Shape 9">
            <a:extLst>
              <a:ext uri="{FF2B5EF4-FFF2-40B4-BE49-F238E27FC236}">
                <a16:creationId xmlns:a16="http://schemas.microsoft.com/office/drawing/2014/main" id="{3B74C334-1563-A1C4-70B7-75D578E7C14C}"/>
              </a:ext>
            </a:extLst>
          </p:cNvPr>
          <p:cNvSpPr/>
          <p:nvPr/>
        </p:nvSpPr>
        <p:spPr>
          <a:xfrm>
            <a:off x="5446694" y="3066053"/>
            <a:ext cx="220758" cy="220758"/>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grpSp>
        <p:nvGrpSpPr>
          <p:cNvPr id="12" name="Group 11">
            <a:extLst>
              <a:ext uri="{FF2B5EF4-FFF2-40B4-BE49-F238E27FC236}">
                <a16:creationId xmlns:a16="http://schemas.microsoft.com/office/drawing/2014/main" id="{76D87967-7D64-7244-255A-7392865F20B0}"/>
              </a:ext>
            </a:extLst>
          </p:cNvPr>
          <p:cNvGrpSpPr/>
          <p:nvPr/>
        </p:nvGrpSpPr>
        <p:grpSpPr>
          <a:xfrm>
            <a:off x="1157437" y="4644661"/>
            <a:ext cx="4285920" cy="246221"/>
            <a:chOff x="1160774" y="4401004"/>
            <a:chExt cx="4285920" cy="246221"/>
          </a:xfrm>
        </p:grpSpPr>
        <p:sp>
          <p:nvSpPr>
            <p:cNvPr id="14" name="TextBox 13">
              <a:extLst>
                <a:ext uri="{FF2B5EF4-FFF2-40B4-BE49-F238E27FC236}">
                  <a16:creationId xmlns:a16="http://schemas.microsoft.com/office/drawing/2014/main" id="{B4BD13B5-61D4-DBA3-3701-A3010902428B}"/>
                </a:ext>
              </a:extLst>
            </p:cNvPr>
            <p:cNvSpPr txBox="1"/>
            <p:nvPr/>
          </p:nvSpPr>
          <p:spPr>
            <a:xfrm>
              <a:off x="1317227" y="4401004"/>
              <a:ext cx="4129467" cy="246221"/>
            </a:xfrm>
            <a:prstGeom prst="rect">
              <a:avLst/>
            </a:prstGeom>
            <a:noFill/>
          </p:spPr>
          <p:txBody>
            <a:bodyPr wrap="square">
              <a:spAutoFit/>
            </a:bodyPr>
            <a:lstStyle>
              <a:defPPr>
                <a:defRPr lang="en-US"/>
              </a:defPPr>
              <a:lvl1pPr lvl="0">
                <a:defRPr sz="1100"/>
              </a:lvl1pPr>
            </a:lstStyle>
            <a:p>
              <a:r>
                <a:rPr lang="en-US" sz="1000"/>
                <a:t>The  number of times they withdrew less than 100,000 pesos</a:t>
              </a:r>
              <a:endParaRPr lang="en-GB" sz="1000"/>
            </a:p>
          </p:txBody>
        </p:sp>
        <p:sp>
          <p:nvSpPr>
            <p:cNvPr id="15" name="Oval 14">
              <a:extLst>
                <a:ext uri="{FF2B5EF4-FFF2-40B4-BE49-F238E27FC236}">
                  <a16:creationId xmlns:a16="http://schemas.microsoft.com/office/drawing/2014/main" id="{2FE11411-DC01-FBC4-24CF-85B593E0DB49}"/>
                </a:ext>
              </a:extLst>
            </p:cNvPr>
            <p:cNvSpPr/>
            <p:nvPr/>
          </p:nvSpPr>
          <p:spPr>
            <a:xfrm>
              <a:off x="1160774" y="4444606"/>
              <a:ext cx="156453" cy="156453"/>
            </a:xfrm>
            <a:prstGeom prst="ellipse">
              <a:avLst/>
            </a:prstGeom>
            <a:solidFill>
              <a:srgbClr val="FFC000"/>
            </a:solidFill>
            <a:ln w="5358" cap="flat">
              <a:noFill/>
              <a:prstDash val="solid"/>
              <a:miter/>
            </a:ln>
          </p:spPr>
          <p:txBody>
            <a:bodyPr rtlCol="0" anchor="ctr"/>
            <a:lstStyle/>
            <a:p>
              <a:pPr algn="ctr"/>
              <a:r>
                <a:rPr lang="es-CO" sz="1050">
                  <a:latin typeface="Aptos Black" panose="020B0004020202020204" pitchFamily="34" charset="0"/>
                </a:rPr>
                <a:t>?</a:t>
              </a:r>
              <a:endParaRPr lang="en-US" sz="1050">
                <a:latin typeface="Aptos Black" panose="020B0004020202020204" pitchFamily="34" charset="0"/>
              </a:endParaRPr>
            </a:p>
          </p:txBody>
        </p:sp>
      </p:grpSp>
      <p:grpSp>
        <p:nvGrpSpPr>
          <p:cNvPr id="18" name="Group 17">
            <a:extLst>
              <a:ext uri="{FF2B5EF4-FFF2-40B4-BE49-F238E27FC236}">
                <a16:creationId xmlns:a16="http://schemas.microsoft.com/office/drawing/2014/main" id="{E35AFEEF-7FD5-8EC7-FD52-A8444F81ADF0}"/>
              </a:ext>
            </a:extLst>
          </p:cNvPr>
          <p:cNvGrpSpPr/>
          <p:nvPr/>
        </p:nvGrpSpPr>
        <p:grpSpPr>
          <a:xfrm>
            <a:off x="1157437" y="4931920"/>
            <a:ext cx="4285920" cy="246221"/>
            <a:chOff x="1160774" y="4401004"/>
            <a:chExt cx="4285920" cy="246221"/>
          </a:xfrm>
        </p:grpSpPr>
        <p:sp>
          <p:nvSpPr>
            <p:cNvPr id="20" name="TextBox 19">
              <a:extLst>
                <a:ext uri="{FF2B5EF4-FFF2-40B4-BE49-F238E27FC236}">
                  <a16:creationId xmlns:a16="http://schemas.microsoft.com/office/drawing/2014/main" id="{7C68708A-70C1-A17A-4405-5582172CED72}"/>
                </a:ext>
              </a:extLst>
            </p:cNvPr>
            <p:cNvSpPr txBox="1"/>
            <p:nvPr/>
          </p:nvSpPr>
          <p:spPr>
            <a:xfrm>
              <a:off x="1317227" y="4401004"/>
              <a:ext cx="4129467" cy="246221"/>
            </a:xfrm>
            <a:prstGeom prst="rect">
              <a:avLst/>
            </a:prstGeom>
            <a:noFill/>
          </p:spPr>
          <p:txBody>
            <a:bodyPr wrap="square">
              <a:spAutoFit/>
            </a:bodyPr>
            <a:lstStyle>
              <a:defPPr>
                <a:defRPr lang="en-US"/>
              </a:defPPr>
              <a:lvl1pPr lvl="0">
                <a:defRPr sz="1100"/>
              </a:lvl1pPr>
            </a:lstStyle>
            <a:p>
              <a:r>
                <a:rPr lang="en-US" sz="1000"/>
                <a:t>The  relationship between the two quantities</a:t>
              </a:r>
              <a:endParaRPr lang="en-GB" sz="1000"/>
            </a:p>
          </p:txBody>
        </p:sp>
        <p:sp>
          <p:nvSpPr>
            <p:cNvPr id="21" name="Oval 20">
              <a:extLst>
                <a:ext uri="{FF2B5EF4-FFF2-40B4-BE49-F238E27FC236}">
                  <a16:creationId xmlns:a16="http://schemas.microsoft.com/office/drawing/2014/main" id="{70525CB4-33C4-41B5-EAC7-0B0FFAD6B900}"/>
                </a:ext>
              </a:extLst>
            </p:cNvPr>
            <p:cNvSpPr/>
            <p:nvPr/>
          </p:nvSpPr>
          <p:spPr>
            <a:xfrm>
              <a:off x="1160774" y="4444606"/>
              <a:ext cx="156453" cy="156453"/>
            </a:xfrm>
            <a:prstGeom prst="ellipse">
              <a:avLst/>
            </a:prstGeom>
            <a:solidFill>
              <a:srgbClr val="FFC000"/>
            </a:solidFill>
            <a:ln w="5358" cap="flat">
              <a:noFill/>
              <a:prstDash val="solid"/>
              <a:miter/>
            </a:ln>
          </p:spPr>
          <p:txBody>
            <a:bodyPr rtlCol="0" anchor="ctr"/>
            <a:lstStyle/>
            <a:p>
              <a:pPr algn="ctr"/>
              <a:r>
                <a:rPr lang="es-CO" sz="1050">
                  <a:latin typeface="Aptos Black" panose="020B0004020202020204" pitchFamily="34" charset="0"/>
                </a:rPr>
                <a:t>?</a:t>
              </a:r>
              <a:endParaRPr lang="en-US" sz="1050">
                <a:latin typeface="Aptos Black" panose="020B0004020202020204" pitchFamily="34" charset="0"/>
              </a:endParaRPr>
            </a:p>
          </p:txBody>
        </p:sp>
      </p:grpSp>
      <p:sp>
        <p:nvSpPr>
          <p:cNvPr id="24" name="TextBox 23">
            <a:extLst>
              <a:ext uri="{FF2B5EF4-FFF2-40B4-BE49-F238E27FC236}">
                <a16:creationId xmlns:a16="http://schemas.microsoft.com/office/drawing/2014/main" id="{286E139D-BC22-15F2-992B-06387EC93DEE}"/>
              </a:ext>
            </a:extLst>
          </p:cNvPr>
          <p:cNvSpPr txBox="1"/>
          <p:nvPr/>
        </p:nvSpPr>
        <p:spPr>
          <a:xfrm>
            <a:off x="933343" y="5281916"/>
            <a:ext cx="4869580" cy="430887"/>
          </a:xfrm>
          <a:prstGeom prst="rect">
            <a:avLst/>
          </a:prstGeom>
          <a:noFill/>
        </p:spPr>
        <p:txBody>
          <a:bodyPr wrap="square">
            <a:spAutoFit/>
          </a:bodyPr>
          <a:lstStyle>
            <a:defPPr>
              <a:defRPr lang="en-US"/>
            </a:defPPr>
            <a:lvl1pPr>
              <a:defRPr sz="1100" b="0"/>
            </a:lvl1pPr>
          </a:lstStyle>
          <a:p>
            <a:r>
              <a:rPr lang="en-US"/>
              <a:t>Although technically one question</a:t>
            </a:r>
            <a:r>
              <a:rPr lang="en-US" b="1">
                <a:highlight>
                  <a:srgbClr val="FFC000"/>
                </a:highlight>
              </a:rPr>
              <a:t>, it requires multiple mental calculations</a:t>
            </a:r>
            <a:r>
              <a:rPr lang="en-US"/>
              <a:t>, compromising reliability. </a:t>
            </a:r>
          </a:p>
        </p:txBody>
      </p:sp>
      <p:sp>
        <p:nvSpPr>
          <p:cNvPr id="25" name="Rectangle: Rounded Corners 24">
            <a:extLst>
              <a:ext uri="{FF2B5EF4-FFF2-40B4-BE49-F238E27FC236}">
                <a16:creationId xmlns:a16="http://schemas.microsoft.com/office/drawing/2014/main" id="{62817E64-1E0D-D72B-72D7-2FD8231F4E13}"/>
              </a:ext>
            </a:extLst>
          </p:cNvPr>
          <p:cNvSpPr/>
          <p:nvPr/>
        </p:nvSpPr>
        <p:spPr>
          <a:xfrm>
            <a:off x="6094698" y="3068141"/>
            <a:ext cx="4734109" cy="535247"/>
          </a:xfrm>
          <a:prstGeom prst="roundRect">
            <a:avLst>
              <a:gd name="adj" fmla="val 17557"/>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(IF APPLICABLE) In how many of those times did you withdraw less than 100,000 pesos?</a:t>
            </a:r>
            <a:endParaRPr lang="en-GB" sz="1100" noProof="0">
              <a:solidFill>
                <a:schemeClr val="tx1"/>
              </a:solidFill>
            </a:endParaRPr>
          </a:p>
        </p:txBody>
      </p:sp>
      <p:sp>
        <p:nvSpPr>
          <p:cNvPr id="26" name="Freeform: Shape 25">
            <a:extLst>
              <a:ext uri="{FF2B5EF4-FFF2-40B4-BE49-F238E27FC236}">
                <a16:creationId xmlns:a16="http://schemas.microsoft.com/office/drawing/2014/main" id="{08C13AAB-824C-8E94-1F34-C6326105FF7C}"/>
              </a:ext>
            </a:extLst>
          </p:cNvPr>
          <p:cNvSpPr/>
          <p:nvPr/>
        </p:nvSpPr>
        <p:spPr>
          <a:xfrm>
            <a:off x="10608049" y="3066053"/>
            <a:ext cx="219456" cy="220758"/>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spTree>
    <p:extLst>
      <p:ext uri="{BB962C8B-B14F-4D97-AF65-F5344CB8AC3E}">
        <p14:creationId xmlns:p14="http://schemas.microsoft.com/office/powerpoint/2010/main" val="15986735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500"/>
                                        <p:tgtEl>
                                          <p:spTgt spid="2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3" grpId="0"/>
      <p:bldP spid="19" grpId="0" animBg="1"/>
      <p:bldP spid="23" grpId="0" animBg="1"/>
      <p:bldP spid="4" grpId="0" animBg="1"/>
      <p:bldP spid="10" grpId="0" animBg="1"/>
      <p:bldP spid="24" grpId="0"/>
      <p:bldP spid="25" grpId="0" animBg="1"/>
      <p:bldP spid="2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19605-13D8-AF55-84CD-CE8C5AA5011A}"/>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BAD57E3B-4D35-299D-50B4-B6FDC592AE83}"/>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5" name="Slide Number Placeholder 5">
            <a:extLst>
              <a:ext uri="{FF2B5EF4-FFF2-40B4-BE49-F238E27FC236}">
                <a16:creationId xmlns:a16="http://schemas.microsoft.com/office/drawing/2014/main" id="{E4865A92-2087-762E-4E0C-385237D6C74F}"/>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48</a:t>
            </a:fld>
            <a:endParaRPr lang="en-GB" noProof="0"/>
          </a:p>
        </p:txBody>
      </p:sp>
      <p:sp>
        <p:nvSpPr>
          <p:cNvPr id="8" name="Date Placeholder 3">
            <a:extLst>
              <a:ext uri="{FF2B5EF4-FFF2-40B4-BE49-F238E27FC236}">
                <a16:creationId xmlns:a16="http://schemas.microsoft.com/office/drawing/2014/main" id="{873222D9-B905-A143-0385-B04BE8B6EBDA}"/>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
        <p:nvSpPr>
          <p:cNvPr id="2" name="TextBox 1">
            <a:extLst>
              <a:ext uri="{FF2B5EF4-FFF2-40B4-BE49-F238E27FC236}">
                <a16:creationId xmlns:a16="http://schemas.microsoft.com/office/drawing/2014/main" id="{9C8240D4-AD05-056B-1FE0-F5DD09A94F45}"/>
              </a:ext>
            </a:extLst>
          </p:cNvPr>
          <p:cNvSpPr txBox="1"/>
          <p:nvPr/>
        </p:nvSpPr>
        <p:spPr>
          <a:xfrm>
            <a:off x="933343" y="1001680"/>
            <a:ext cx="4122787" cy="400110"/>
          </a:xfrm>
          <a:prstGeom prst="rect">
            <a:avLst/>
          </a:prstGeom>
          <a:noFill/>
        </p:spPr>
        <p:txBody>
          <a:bodyPr wrap="square">
            <a:spAutoFit/>
          </a:bodyPr>
          <a:lstStyle/>
          <a:p>
            <a:pPr lvl="0">
              <a:defRPr/>
            </a:pPr>
            <a:r>
              <a:rPr lang="en-GB" sz="2000" b="1">
                <a:highlight>
                  <a:srgbClr val="FFC000"/>
                </a:highlight>
              </a:rPr>
              <a:t>Reliability</a:t>
            </a:r>
            <a:endParaRPr lang="en-GB" sz="1100" b="1" noProof="0">
              <a:highlight>
                <a:srgbClr val="FFC000"/>
              </a:highlight>
            </a:endParaRPr>
          </a:p>
        </p:txBody>
      </p:sp>
      <p:sp>
        <p:nvSpPr>
          <p:cNvPr id="9" name="TextBox 8">
            <a:extLst>
              <a:ext uri="{FF2B5EF4-FFF2-40B4-BE49-F238E27FC236}">
                <a16:creationId xmlns:a16="http://schemas.microsoft.com/office/drawing/2014/main" id="{44D47C03-050A-C38F-51D0-1164C19C1A57}"/>
              </a:ext>
            </a:extLst>
          </p:cNvPr>
          <p:cNvSpPr txBox="1"/>
          <p:nvPr/>
        </p:nvSpPr>
        <p:spPr>
          <a:xfrm>
            <a:off x="962446" y="2062839"/>
            <a:ext cx="5133554" cy="215444"/>
          </a:xfrm>
          <a:prstGeom prst="rect">
            <a:avLst/>
          </a:prstGeom>
          <a:noFill/>
        </p:spPr>
        <p:txBody>
          <a:bodyPr wrap="square" lIns="0" tIns="0" rIns="0" bIns="0">
            <a:spAutoFit/>
          </a:bodyPr>
          <a:lstStyle/>
          <a:p>
            <a:r>
              <a:rPr lang="en-GB" sz="1400" b="1" noProof="0">
                <a:solidFill>
                  <a:srgbClr val="FF0000"/>
                </a:solidFill>
              </a:rPr>
              <a:t>Response Options: “Don’t know”</a:t>
            </a:r>
          </a:p>
        </p:txBody>
      </p:sp>
      <p:sp>
        <p:nvSpPr>
          <p:cNvPr id="13" name="TextBox 12">
            <a:extLst>
              <a:ext uri="{FF2B5EF4-FFF2-40B4-BE49-F238E27FC236}">
                <a16:creationId xmlns:a16="http://schemas.microsoft.com/office/drawing/2014/main" id="{C1DE9296-3A90-222D-AAC6-43A8EDC3E108}"/>
              </a:ext>
            </a:extLst>
          </p:cNvPr>
          <p:cNvSpPr txBox="1"/>
          <p:nvPr/>
        </p:nvSpPr>
        <p:spPr>
          <a:xfrm>
            <a:off x="891589" y="2373130"/>
            <a:ext cx="4551768" cy="769441"/>
          </a:xfrm>
          <a:prstGeom prst="rect">
            <a:avLst/>
          </a:prstGeom>
          <a:noFill/>
        </p:spPr>
        <p:txBody>
          <a:bodyPr wrap="square">
            <a:spAutoFit/>
          </a:bodyPr>
          <a:lstStyle>
            <a:defPPr>
              <a:defRPr lang="en-US"/>
            </a:defPPr>
            <a:lvl1pPr>
              <a:defRPr sz="1100" b="1">
                <a:highlight>
                  <a:srgbClr val="FFC000"/>
                </a:highlight>
              </a:defRPr>
            </a:lvl1pPr>
          </a:lstStyle>
          <a:p>
            <a:r>
              <a:rPr lang="en-US" b="0"/>
              <a:t>When respondents are asked about their own lives, feelings, or experiences, a “don’t know” response is often an indication that</a:t>
            </a:r>
            <a:r>
              <a:rPr lang="en-US"/>
              <a:t> they are not willing to invest the cognitive effort required to provide an answer</a:t>
            </a:r>
            <a:r>
              <a:rPr lang="en-US" b="0"/>
              <a:t>.</a:t>
            </a:r>
          </a:p>
        </p:txBody>
      </p:sp>
      <p:sp>
        <p:nvSpPr>
          <p:cNvPr id="24" name="TextBox 23">
            <a:extLst>
              <a:ext uri="{FF2B5EF4-FFF2-40B4-BE49-F238E27FC236}">
                <a16:creationId xmlns:a16="http://schemas.microsoft.com/office/drawing/2014/main" id="{110709A9-C3C1-57BF-4DAB-B9E587DEE064}"/>
              </a:ext>
            </a:extLst>
          </p:cNvPr>
          <p:cNvSpPr txBox="1"/>
          <p:nvPr/>
        </p:nvSpPr>
        <p:spPr>
          <a:xfrm>
            <a:off x="927547" y="3803150"/>
            <a:ext cx="4515810" cy="600164"/>
          </a:xfrm>
          <a:prstGeom prst="rect">
            <a:avLst/>
          </a:prstGeom>
          <a:noFill/>
        </p:spPr>
        <p:txBody>
          <a:bodyPr wrap="square">
            <a:spAutoFit/>
          </a:bodyPr>
          <a:lstStyle>
            <a:defPPr>
              <a:defRPr lang="en-US"/>
            </a:defPPr>
            <a:lvl1pPr>
              <a:defRPr sz="1100" b="0"/>
            </a:lvl1pPr>
          </a:lstStyle>
          <a:p>
            <a:r>
              <a:rPr lang="en-US"/>
              <a:t>However, in some cases, </a:t>
            </a:r>
            <a:r>
              <a:rPr lang="en-US" b="1">
                <a:highlight>
                  <a:srgbClr val="FFC000"/>
                </a:highlight>
              </a:rPr>
              <a:t>respondents are legitimately unaware of the topic</a:t>
            </a:r>
            <a:r>
              <a:rPr lang="en-US"/>
              <a:t>. The further the topic is from their immediate lives, the more plausible it becomes that respondents lack the information needed.</a:t>
            </a:r>
          </a:p>
        </p:txBody>
      </p:sp>
      <p:grpSp>
        <p:nvGrpSpPr>
          <p:cNvPr id="3" name="Group 2">
            <a:extLst>
              <a:ext uri="{FF2B5EF4-FFF2-40B4-BE49-F238E27FC236}">
                <a16:creationId xmlns:a16="http://schemas.microsoft.com/office/drawing/2014/main" id="{1D37310C-6263-DC29-08B7-540BA36446BF}"/>
              </a:ext>
            </a:extLst>
          </p:cNvPr>
          <p:cNvGrpSpPr/>
          <p:nvPr/>
        </p:nvGrpSpPr>
        <p:grpSpPr>
          <a:xfrm>
            <a:off x="1133706" y="3227211"/>
            <a:ext cx="3248380" cy="553998"/>
            <a:chOff x="6409428" y="3602738"/>
            <a:chExt cx="3248380" cy="553998"/>
          </a:xfrm>
        </p:grpSpPr>
        <p:sp>
          <p:nvSpPr>
            <p:cNvPr id="7" name="TextBox 6">
              <a:extLst>
                <a:ext uri="{FF2B5EF4-FFF2-40B4-BE49-F238E27FC236}">
                  <a16:creationId xmlns:a16="http://schemas.microsoft.com/office/drawing/2014/main" id="{B798B0C5-DBAD-4E4E-55CC-BC51FBC5C233}"/>
                </a:ext>
              </a:extLst>
            </p:cNvPr>
            <p:cNvSpPr txBox="1"/>
            <p:nvPr/>
          </p:nvSpPr>
          <p:spPr>
            <a:xfrm>
              <a:off x="6557039" y="3602738"/>
              <a:ext cx="3100769" cy="553998"/>
            </a:xfrm>
            <a:prstGeom prst="rect">
              <a:avLst/>
            </a:prstGeom>
            <a:noFill/>
          </p:spPr>
          <p:txBody>
            <a:bodyPr wrap="square">
              <a:spAutoFit/>
            </a:bodyPr>
            <a:lstStyle>
              <a:defPPr>
                <a:defRPr lang="en-US"/>
              </a:defPPr>
              <a:lvl1pPr lvl="0">
                <a:defRPr sz="1100"/>
              </a:lvl1pPr>
            </a:lstStyle>
            <a:p>
              <a:r>
                <a:rPr lang="en-US" sz="1000"/>
                <a:t>Offering the option “</a:t>
              </a:r>
              <a:r>
                <a:rPr lang="en-US" sz="1000" b="1">
                  <a:solidFill>
                    <a:schemeClr val="bg1"/>
                  </a:solidFill>
                  <a:highlight>
                    <a:srgbClr val="00B050"/>
                  </a:highlight>
                </a:rPr>
                <a:t>no opinion</a:t>
              </a:r>
              <a:r>
                <a:rPr lang="en-US" sz="1000"/>
                <a:t>” tends to improve measurement by inducing a greater number of respondents to answer.</a:t>
              </a:r>
              <a:endParaRPr lang="en-GB" sz="1000"/>
            </a:p>
          </p:txBody>
        </p:sp>
        <p:sp>
          <p:nvSpPr>
            <p:cNvPr id="22" name="Freeform: Shape 21">
              <a:extLst>
                <a:ext uri="{FF2B5EF4-FFF2-40B4-BE49-F238E27FC236}">
                  <a16:creationId xmlns:a16="http://schemas.microsoft.com/office/drawing/2014/main" id="{FD163D39-BF58-651A-7E32-F05762EB4FA8}"/>
                </a:ext>
              </a:extLst>
            </p:cNvPr>
            <p:cNvSpPr/>
            <p:nvPr/>
          </p:nvSpPr>
          <p:spPr>
            <a:xfrm>
              <a:off x="6409428" y="3624679"/>
              <a:ext cx="147611" cy="148487"/>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grpSp>
        <p:nvGrpSpPr>
          <p:cNvPr id="27" name="Group 26">
            <a:extLst>
              <a:ext uri="{FF2B5EF4-FFF2-40B4-BE49-F238E27FC236}">
                <a16:creationId xmlns:a16="http://schemas.microsoft.com/office/drawing/2014/main" id="{B5EB1B1B-1FA0-634D-F1D5-38BD7666271E}"/>
              </a:ext>
            </a:extLst>
          </p:cNvPr>
          <p:cNvGrpSpPr/>
          <p:nvPr/>
        </p:nvGrpSpPr>
        <p:grpSpPr>
          <a:xfrm>
            <a:off x="1133706" y="4487954"/>
            <a:ext cx="3248380" cy="707886"/>
            <a:chOff x="6409428" y="3602738"/>
            <a:chExt cx="3248380" cy="707886"/>
          </a:xfrm>
        </p:grpSpPr>
        <p:sp>
          <p:nvSpPr>
            <p:cNvPr id="29" name="TextBox 28">
              <a:extLst>
                <a:ext uri="{FF2B5EF4-FFF2-40B4-BE49-F238E27FC236}">
                  <a16:creationId xmlns:a16="http://schemas.microsoft.com/office/drawing/2014/main" id="{51084240-0C61-C8D0-47A8-7A998E61765E}"/>
                </a:ext>
              </a:extLst>
            </p:cNvPr>
            <p:cNvSpPr txBox="1"/>
            <p:nvPr/>
          </p:nvSpPr>
          <p:spPr>
            <a:xfrm>
              <a:off x="6557039" y="3602738"/>
              <a:ext cx="3100769" cy="707886"/>
            </a:xfrm>
            <a:prstGeom prst="rect">
              <a:avLst/>
            </a:prstGeom>
            <a:noFill/>
          </p:spPr>
          <p:txBody>
            <a:bodyPr wrap="square">
              <a:spAutoFit/>
            </a:bodyPr>
            <a:lstStyle>
              <a:defPPr>
                <a:defRPr lang="en-US"/>
              </a:defPPr>
              <a:lvl1pPr lvl="0">
                <a:defRPr sz="1100"/>
              </a:lvl1pPr>
            </a:lstStyle>
            <a:p>
              <a:r>
                <a:rPr lang="en-US" sz="1000"/>
                <a:t>When a notable proportion of respondents lacks the necessary information to answer a factual question, it is often best to</a:t>
              </a:r>
              <a:r>
                <a:rPr lang="en-US" sz="1000" b="1">
                  <a:solidFill>
                    <a:schemeClr val="bg1"/>
                  </a:solidFill>
                  <a:highlight>
                    <a:srgbClr val="00B050"/>
                  </a:highlight>
                </a:rPr>
                <a:t> include a filter (screening) question</a:t>
              </a:r>
              <a:r>
                <a:rPr lang="en-US" sz="1000">
                  <a:solidFill>
                    <a:schemeClr val="bg1"/>
                  </a:solidFill>
                </a:rPr>
                <a:t>.</a:t>
              </a:r>
              <a:endParaRPr lang="en-GB" sz="1000">
                <a:solidFill>
                  <a:schemeClr val="bg1"/>
                </a:solidFill>
              </a:endParaRPr>
            </a:p>
          </p:txBody>
        </p:sp>
        <p:sp>
          <p:nvSpPr>
            <p:cNvPr id="30" name="Freeform: Shape 29">
              <a:extLst>
                <a:ext uri="{FF2B5EF4-FFF2-40B4-BE49-F238E27FC236}">
                  <a16:creationId xmlns:a16="http://schemas.microsoft.com/office/drawing/2014/main" id="{C8CC1317-B22C-C39E-7280-C01B152159F6}"/>
                </a:ext>
              </a:extLst>
            </p:cNvPr>
            <p:cNvSpPr/>
            <p:nvPr/>
          </p:nvSpPr>
          <p:spPr>
            <a:xfrm>
              <a:off x="6409428" y="3624679"/>
              <a:ext cx="147611" cy="148487"/>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sp>
        <p:nvSpPr>
          <p:cNvPr id="31" name="TextBox 30">
            <a:extLst>
              <a:ext uri="{FF2B5EF4-FFF2-40B4-BE49-F238E27FC236}">
                <a16:creationId xmlns:a16="http://schemas.microsoft.com/office/drawing/2014/main" id="{B9712BAB-7813-1D85-5114-E0A39C8CAD4D}"/>
              </a:ext>
            </a:extLst>
          </p:cNvPr>
          <p:cNvSpPr txBox="1"/>
          <p:nvPr/>
        </p:nvSpPr>
        <p:spPr>
          <a:xfrm>
            <a:off x="6718055" y="2887561"/>
            <a:ext cx="4214901" cy="430887"/>
          </a:xfrm>
          <a:prstGeom prst="rect">
            <a:avLst/>
          </a:prstGeom>
          <a:noFill/>
        </p:spPr>
        <p:txBody>
          <a:bodyPr wrap="square">
            <a:spAutoFit/>
          </a:bodyPr>
          <a:lstStyle>
            <a:defPPr>
              <a:defRPr lang="en-US"/>
            </a:defPPr>
            <a:lvl1pPr lvl="0">
              <a:defRPr sz="1400"/>
            </a:lvl1pPr>
          </a:lstStyle>
          <a:p>
            <a:r>
              <a:rPr lang="en-US" sz="1100" b="1" noProof="0"/>
              <a:t>Do you have the information necessary to answer this question?</a:t>
            </a:r>
            <a:endParaRPr lang="en-GB" sz="1100" noProof="0"/>
          </a:p>
        </p:txBody>
      </p:sp>
      <p:sp>
        <p:nvSpPr>
          <p:cNvPr id="32" name="Título 1">
            <a:extLst>
              <a:ext uri="{FF2B5EF4-FFF2-40B4-BE49-F238E27FC236}">
                <a16:creationId xmlns:a16="http://schemas.microsoft.com/office/drawing/2014/main" id="{E5D90445-F94C-3559-8999-8E1903E116A4}"/>
              </a:ext>
            </a:extLst>
          </p:cNvPr>
          <p:cNvSpPr txBox="1">
            <a:spLocks/>
          </p:cNvSpPr>
          <p:nvPr/>
        </p:nvSpPr>
        <p:spPr>
          <a:xfrm>
            <a:off x="6346954" y="2869766"/>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Black" panose="020B0004020202020204" pitchFamily="34" charset="0"/>
              </a:rPr>
              <a:t>1.</a:t>
            </a:r>
          </a:p>
        </p:txBody>
      </p:sp>
      <p:sp>
        <p:nvSpPr>
          <p:cNvPr id="33" name="TextBox 32">
            <a:extLst>
              <a:ext uri="{FF2B5EF4-FFF2-40B4-BE49-F238E27FC236}">
                <a16:creationId xmlns:a16="http://schemas.microsoft.com/office/drawing/2014/main" id="{5EBDA9F5-1AF3-5A51-716E-896FED72AC96}"/>
              </a:ext>
            </a:extLst>
          </p:cNvPr>
          <p:cNvSpPr txBox="1"/>
          <p:nvPr/>
        </p:nvSpPr>
        <p:spPr>
          <a:xfrm>
            <a:off x="6243611" y="2281500"/>
            <a:ext cx="4214901" cy="430887"/>
          </a:xfrm>
          <a:prstGeom prst="rect">
            <a:avLst/>
          </a:prstGeom>
          <a:noFill/>
        </p:spPr>
        <p:txBody>
          <a:bodyPr wrap="square">
            <a:spAutoFit/>
          </a:bodyPr>
          <a:lstStyle>
            <a:defPPr>
              <a:defRPr lang="en-US"/>
            </a:defPPr>
            <a:lvl1pPr>
              <a:defRPr sz="1100"/>
            </a:lvl1pPr>
          </a:lstStyle>
          <a:p>
            <a:r>
              <a:rPr lang="en-US"/>
              <a:t>In such cases, the question effectively contains two questions at once:</a:t>
            </a:r>
          </a:p>
        </p:txBody>
      </p:sp>
      <p:sp>
        <p:nvSpPr>
          <p:cNvPr id="34" name="TextBox 33">
            <a:extLst>
              <a:ext uri="{FF2B5EF4-FFF2-40B4-BE49-F238E27FC236}">
                <a16:creationId xmlns:a16="http://schemas.microsoft.com/office/drawing/2014/main" id="{B6D6D66E-AC35-9EDB-114D-368685B81596}"/>
              </a:ext>
            </a:extLst>
          </p:cNvPr>
          <p:cNvSpPr txBox="1"/>
          <p:nvPr/>
        </p:nvSpPr>
        <p:spPr>
          <a:xfrm>
            <a:off x="6718055" y="3408748"/>
            <a:ext cx="2568882" cy="261610"/>
          </a:xfrm>
          <a:prstGeom prst="rect">
            <a:avLst/>
          </a:prstGeom>
          <a:noFill/>
        </p:spPr>
        <p:txBody>
          <a:bodyPr wrap="square">
            <a:spAutoFit/>
          </a:bodyPr>
          <a:lstStyle>
            <a:defPPr>
              <a:defRPr lang="en-US"/>
            </a:defPPr>
            <a:lvl1pPr lvl="0">
              <a:defRPr sz="1400"/>
            </a:lvl1pPr>
          </a:lstStyle>
          <a:p>
            <a:r>
              <a:rPr lang="en-US" sz="1100" b="1" noProof="0"/>
              <a:t>If so, what is your answer?</a:t>
            </a:r>
            <a:endParaRPr lang="en-GB" sz="1100" noProof="0"/>
          </a:p>
        </p:txBody>
      </p:sp>
      <p:sp>
        <p:nvSpPr>
          <p:cNvPr id="35" name="Título 1">
            <a:extLst>
              <a:ext uri="{FF2B5EF4-FFF2-40B4-BE49-F238E27FC236}">
                <a16:creationId xmlns:a16="http://schemas.microsoft.com/office/drawing/2014/main" id="{3B089819-B9B3-B8C8-E78B-C3EAF8D146AE}"/>
              </a:ext>
            </a:extLst>
          </p:cNvPr>
          <p:cNvSpPr txBox="1">
            <a:spLocks/>
          </p:cNvSpPr>
          <p:nvPr/>
        </p:nvSpPr>
        <p:spPr>
          <a:xfrm>
            <a:off x="6346954" y="3328255"/>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a:solidFill>
                  <a:srgbClr val="FF0000"/>
                </a:solidFill>
                <a:latin typeface="Aptos Black" panose="020B0004020202020204" pitchFamily="34" charset="0"/>
              </a:rPr>
              <a:t>2</a:t>
            </a:r>
            <a:r>
              <a:rPr lang="en-GB" sz="2400" b="1" noProof="0">
                <a:solidFill>
                  <a:srgbClr val="FF0000"/>
                </a:solidFill>
                <a:latin typeface="Aptos Black" panose="020B0004020202020204" pitchFamily="34" charset="0"/>
              </a:rPr>
              <a:t>.</a:t>
            </a:r>
          </a:p>
        </p:txBody>
      </p:sp>
    </p:spTree>
    <p:extLst>
      <p:ext uri="{BB962C8B-B14F-4D97-AF65-F5344CB8AC3E}">
        <p14:creationId xmlns:p14="http://schemas.microsoft.com/office/powerpoint/2010/main" val="36068048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fade">
                                      <p:cBhvr>
                                        <p:cTn id="18" dur="500"/>
                                        <p:tgtEl>
                                          <p:spTgt spid="3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3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B5007-F117-0715-5007-EF6DC93B7B42}"/>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672862BC-34A0-054F-60B7-26E820BDE507}"/>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5" name="Slide Number Placeholder 5">
            <a:extLst>
              <a:ext uri="{FF2B5EF4-FFF2-40B4-BE49-F238E27FC236}">
                <a16:creationId xmlns:a16="http://schemas.microsoft.com/office/drawing/2014/main" id="{840EDFF6-97CD-176C-455D-4E2C93F7E4D0}"/>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49</a:t>
            </a:fld>
            <a:endParaRPr lang="en-GB" noProof="0"/>
          </a:p>
        </p:txBody>
      </p:sp>
      <p:sp>
        <p:nvSpPr>
          <p:cNvPr id="8" name="Date Placeholder 3">
            <a:extLst>
              <a:ext uri="{FF2B5EF4-FFF2-40B4-BE49-F238E27FC236}">
                <a16:creationId xmlns:a16="http://schemas.microsoft.com/office/drawing/2014/main" id="{8B895BF0-EC46-712E-2430-D68F593D6D64}"/>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
        <p:nvSpPr>
          <p:cNvPr id="2" name="TextBox 1">
            <a:extLst>
              <a:ext uri="{FF2B5EF4-FFF2-40B4-BE49-F238E27FC236}">
                <a16:creationId xmlns:a16="http://schemas.microsoft.com/office/drawing/2014/main" id="{4DC63729-2F6C-3838-C9B1-1DBC5524E83D}"/>
              </a:ext>
            </a:extLst>
          </p:cNvPr>
          <p:cNvSpPr txBox="1"/>
          <p:nvPr/>
        </p:nvSpPr>
        <p:spPr>
          <a:xfrm>
            <a:off x="933343" y="1001680"/>
            <a:ext cx="4122787" cy="400110"/>
          </a:xfrm>
          <a:prstGeom prst="rect">
            <a:avLst/>
          </a:prstGeom>
          <a:noFill/>
        </p:spPr>
        <p:txBody>
          <a:bodyPr wrap="square">
            <a:spAutoFit/>
          </a:bodyPr>
          <a:lstStyle/>
          <a:p>
            <a:pPr lvl="0">
              <a:defRPr/>
            </a:pPr>
            <a:r>
              <a:rPr lang="en-GB" sz="2000" b="1">
                <a:highlight>
                  <a:srgbClr val="FFC000"/>
                </a:highlight>
              </a:rPr>
              <a:t>Reliability</a:t>
            </a:r>
            <a:endParaRPr lang="en-GB" sz="1100" b="1" noProof="0">
              <a:highlight>
                <a:srgbClr val="FFC000"/>
              </a:highlight>
            </a:endParaRPr>
          </a:p>
        </p:txBody>
      </p:sp>
      <p:sp>
        <p:nvSpPr>
          <p:cNvPr id="13" name="TextBox 12">
            <a:extLst>
              <a:ext uri="{FF2B5EF4-FFF2-40B4-BE49-F238E27FC236}">
                <a16:creationId xmlns:a16="http://schemas.microsoft.com/office/drawing/2014/main" id="{AF97E1D0-CA8B-E807-0B41-E4394F553A67}"/>
              </a:ext>
            </a:extLst>
          </p:cNvPr>
          <p:cNvSpPr txBox="1"/>
          <p:nvPr/>
        </p:nvSpPr>
        <p:spPr>
          <a:xfrm>
            <a:off x="891589" y="2581597"/>
            <a:ext cx="4551768" cy="261610"/>
          </a:xfrm>
          <a:prstGeom prst="rect">
            <a:avLst/>
          </a:prstGeom>
          <a:noFill/>
        </p:spPr>
        <p:txBody>
          <a:bodyPr wrap="square">
            <a:spAutoFit/>
          </a:bodyPr>
          <a:lstStyle>
            <a:defPPr>
              <a:defRPr lang="en-US"/>
            </a:defPPr>
            <a:lvl1pPr>
              <a:defRPr sz="1100" b="1">
                <a:highlight>
                  <a:srgbClr val="FFC000"/>
                </a:highlight>
              </a:defRPr>
            </a:lvl1pPr>
          </a:lstStyle>
          <a:p>
            <a:r>
              <a:rPr lang="en-US" b="0"/>
              <a:t>In addition to:</a:t>
            </a:r>
          </a:p>
        </p:txBody>
      </p:sp>
      <p:grpSp>
        <p:nvGrpSpPr>
          <p:cNvPr id="3" name="Group 2">
            <a:extLst>
              <a:ext uri="{FF2B5EF4-FFF2-40B4-BE49-F238E27FC236}">
                <a16:creationId xmlns:a16="http://schemas.microsoft.com/office/drawing/2014/main" id="{C9806DEE-CE88-5915-0926-54B01DA59CE1}"/>
              </a:ext>
            </a:extLst>
          </p:cNvPr>
          <p:cNvGrpSpPr/>
          <p:nvPr/>
        </p:nvGrpSpPr>
        <p:grpSpPr>
          <a:xfrm>
            <a:off x="1133706" y="2947744"/>
            <a:ext cx="3248380" cy="400110"/>
            <a:chOff x="6409428" y="3602738"/>
            <a:chExt cx="3248380" cy="400110"/>
          </a:xfrm>
        </p:grpSpPr>
        <p:sp>
          <p:nvSpPr>
            <p:cNvPr id="7" name="TextBox 6">
              <a:extLst>
                <a:ext uri="{FF2B5EF4-FFF2-40B4-BE49-F238E27FC236}">
                  <a16:creationId xmlns:a16="http://schemas.microsoft.com/office/drawing/2014/main" id="{4E78F7A7-575B-6D2C-038C-3AE8922849FB}"/>
                </a:ext>
              </a:extLst>
            </p:cNvPr>
            <p:cNvSpPr txBox="1"/>
            <p:nvPr/>
          </p:nvSpPr>
          <p:spPr>
            <a:xfrm>
              <a:off x="6557039" y="3602738"/>
              <a:ext cx="3100769" cy="400110"/>
            </a:xfrm>
            <a:prstGeom prst="rect">
              <a:avLst/>
            </a:prstGeom>
            <a:noFill/>
          </p:spPr>
          <p:txBody>
            <a:bodyPr wrap="square">
              <a:spAutoFit/>
            </a:bodyPr>
            <a:lstStyle>
              <a:defPPr>
                <a:defRPr lang="en-US"/>
              </a:defPPr>
              <a:lvl1pPr lvl="0">
                <a:defRPr sz="1100"/>
              </a:lvl1pPr>
            </a:lstStyle>
            <a:p>
              <a:r>
                <a:rPr lang="en-US" sz="1000"/>
                <a:t>Providing interviewers with a good script so that they can read the questions exactly as written</a:t>
              </a:r>
              <a:endParaRPr lang="en-GB" sz="1000"/>
            </a:p>
          </p:txBody>
        </p:sp>
        <p:sp>
          <p:nvSpPr>
            <p:cNvPr id="22" name="Freeform: Shape 21">
              <a:extLst>
                <a:ext uri="{FF2B5EF4-FFF2-40B4-BE49-F238E27FC236}">
                  <a16:creationId xmlns:a16="http://schemas.microsoft.com/office/drawing/2014/main" id="{8744A8F7-D0FF-35F3-036A-270A33ADAA2B}"/>
                </a:ext>
              </a:extLst>
            </p:cNvPr>
            <p:cNvSpPr/>
            <p:nvPr/>
          </p:nvSpPr>
          <p:spPr>
            <a:xfrm>
              <a:off x="6409428" y="3624679"/>
              <a:ext cx="147611" cy="148487"/>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grpSp>
        <p:nvGrpSpPr>
          <p:cNvPr id="10" name="Group 9">
            <a:extLst>
              <a:ext uri="{FF2B5EF4-FFF2-40B4-BE49-F238E27FC236}">
                <a16:creationId xmlns:a16="http://schemas.microsoft.com/office/drawing/2014/main" id="{E48F9AC9-D60D-20A8-0F54-1D93E7E80782}"/>
              </a:ext>
            </a:extLst>
          </p:cNvPr>
          <p:cNvGrpSpPr/>
          <p:nvPr/>
        </p:nvGrpSpPr>
        <p:grpSpPr>
          <a:xfrm>
            <a:off x="1133706" y="3374289"/>
            <a:ext cx="3248380" cy="400110"/>
            <a:chOff x="6409428" y="3602738"/>
            <a:chExt cx="3248380" cy="400110"/>
          </a:xfrm>
        </p:grpSpPr>
        <p:sp>
          <p:nvSpPr>
            <p:cNvPr id="11" name="TextBox 10">
              <a:extLst>
                <a:ext uri="{FF2B5EF4-FFF2-40B4-BE49-F238E27FC236}">
                  <a16:creationId xmlns:a16="http://schemas.microsoft.com/office/drawing/2014/main" id="{1210AA0E-476C-DE9E-5AF8-558659262C4A}"/>
                </a:ext>
              </a:extLst>
            </p:cNvPr>
            <p:cNvSpPr txBox="1"/>
            <p:nvPr/>
          </p:nvSpPr>
          <p:spPr>
            <a:xfrm>
              <a:off x="6557039" y="3602738"/>
              <a:ext cx="3100769" cy="400110"/>
            </a:xfrm>
            <a:prstGeom prst="rect">
              <a:avLst/>
            </a:prstGeom>
            <a:noFill/>
          </p:spPr>
          <p:txBody>
            <a:bodyPr wrap="square">
              <a:spAutoFit/>
            </a:bodyPr>
            <a:lstStyle>
              <a:defPPr>
                <a:defRPr lang="en-US"/>
              </a:defPPr>
              <a:lvl1pPr lvl="0">
                <a:defRPr sz="1100"/>
              </a:lvl1pPr>
            </a:lstStyle>
            <a:p>
              <a:r>
                <a:rPr lang="en-US" sz="1000"/>
                <a:t>Designing questions that mean the same thing for all respondents</a:t>
              </a:r>
              <a:endParaRPr lang="en-GB" sz="1000"/>
            </a:p>
          </p:txBody>
        </p:sp>
        <p:sp>
          <p:nvSpPr>
            <p:cNvPr id="12" name="Freeform: Shape 11">
              <a:extLst>
                <a:ext uri="{FF2B5EF4-FFF2-40B4-BE49-F238E27FC236}">
                  <a16:creationId xmlns:a16="http://schemas.microsoft.com/office/drawing/2014/main" id="{9152BBB0-F53E-CD03-499C-E072A6926930}"/>
                </a:ext>
              </a:extLst>
            </p:cNvPr>
            <p:cNvSpPr/>
            <p:nvPr/>
          </p:nvSpPr>
          <p:spPr>
            <a:xfrm>
              <a:off x="6409428" y="3624679"/>
              <a:ext cx="147611" cy="148487"/>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sp>
        <p:nvSpPr>
          <p:cNvPr id="15" name="TextBox 14">
            <a:extLst>
              <a:ext uri="{FF2B5EF4-FFF2-40B4-BE49-F238E27FC236}">
                <a16:creationId xmlns:a16="http://schemas.microsoft.com/office/drawing/2014/main" id="{427AA69B-F665-D471-035E-335CF4F48C6B}"/>
              </a:ext>
            </a:extLst>
          </p:cNvPr>
          <p:cNvSpPr txBox="1"/>
          <p:nvPr/>
        </p:nvSpPr>
        <p:spPr>
          <a:xfrm>
            <a:off x="872952" y="3846483"/>
            <a:ext cx="4243568" cy="600164"/>
          </a:xfrm>
          <a:prstGeom prst="rect">
            <a:avLst/>
          </a:prstGeom>
          <a:noFill/>
        </p:spPr>
        <p:txBody>
          <a:bodyPr wrap="square">
            <a:spAutoFit/>
          </a:bodyPr>
          <a:lstStyle>
            <a:defPPr>
              <a:defRPr lang="en-US"/>
            </a:defPPr>
            <a:lvl1pPr>
              <a:defRPr sz="1100"/>
            </a:lvl1pPr>
          </a:lstStyle>
          <a:p>
            <a:r>
              <a:rPr lang="en-US"/>
              <a:t>Another key component of a good question is ensuring that </a:t>
            </a:r>
            <a:r>
              <a:rPr lang="en-US" b="1">
                <a:highlight>
                  <a:srgbClr val="FFC000"/>
                </a:highlight>
              </a:rPr>
              <a:t>respondents share the same perception of what constitutes an adequate answer</a:t>
            </a:r>
            <a:r>
              <a:rPr lang="en-US"/>
              <a:t>.</a:t>
            </a:r>
          </a:p>
        </p:txBody>
      </p:sp>
      <p:sp>
        <p:nvSpPr>
          <p:cNvPr id="16" name="TextBox 15">
            <a:extLst>
              <a:ext uri="{FF2B5EF4-FFF2-40B4-BE49-F238E27FC236}">
                <a16:creationId xmlns:a16="http://schemas.microsoft.com/office/drawing/2014/main" id="{3ABB7FF7-C426-0757-7B83-967759562BB0}"/>
              </a:ext>
            </a:extLst>
          </p:cNvPr>
          <p:cNvSpPr txBox="1"/>
          <p:nvPr/>
        </p:nvSpPr>
        <p:spPr>
          <a:xfrm>
            <a:off x="962445" y="4554943"/>
            <a:ext cx="3110151" cy="215444"/>
          </a:xfrm>
          <a:prstGeom prst="rect">
            <a:avLst/>
          </a:prstGeom>
          <a:noFill/>
        </p:spPr>
        <p:txBody>
          <a:bodyPr wrap="square" lIns="0" tIns="0" rIns="0" bIns="0">
            <a:spAutoFit/>
          </a:bodyPr>
          <a:lstStyle/>
          <a:p>
            <a:r>
              <a:rPr lang="en-US" sz="1400" b="1" noProof="0">
                <a:solidFill>
                  <a:srgbClr val="FF0000"/>
                </a:solidFill>
              </a:rPr>
              <a:t>Closed questions</a:t>
            </a:r>
            <a:endParaRPr lang="en-GB" sz="1400" b="1" noProof="0">
              <a:solidFill>
                <a:srgbClr val="FF0000"/>
              </a:solidFill>
            </a:endParaRPr>
          </a:p>
        </p:txBody>
      </p:sp>
      <p:sp>
        <p:nvSpPr>
          <p:cNvPr id="17" name="TextBox 16">
            <a:extLst>
              <a:ext uri="{FF2B5EF4-FFF2-40B4-BE49-F238E27FC236}">
                <a16:creationId xmlns:a16="http://schemas.microsoft.com/office/drawing/2014/main" id="{722A7E41-7284-105C-43AB-F1C8B5A9E09E}"/>
              </a:ext>
            </a:extLst>
          </p:cNvPr>
          <p:cNvSpPr txBox="1"/>
          <p:nvPr/>
        </p:nvSpPr>
        <p:spPr>
          <a:xfrm>
            <a:off x="891589" y="4842471"/>
            <a:ext cx="4243568" cy="600164"/>
          </a:xfrm>
          <a:prstGeom prst="rect">
            <a:avLst/>
          </a:prstGeom>
          <a:noFill/>
        </p:spPr>
        <p:txBody>
          <a:bodyPr wrap="square">
            <a:spAutoFit/>
          </a:bodyPr>
          <a:lstStyle>
            <a:defPPr>
              <a:defRPr lang="en-US"/>
            </a:defPPr>
            <a:lvl1pPr>
              <a:defRPr sz="1100"/>
            </a:lvl1pPr>
          </a:lstStyle>
          <a:p>
            <a:r>
              <a:rPr lang="en-US"/>
              <a:t>The simplest way to ensure that respondents share a common understanding of what counts as an acceptable response is to </a:t>
            </a:r>
            <a:r>
              <a:rPr lang="en-US" b="1">
                <a:highlight>
                  <a:srgbClr val="FFC000"/>
                </a:highlight>
              </a:rPr>
              <a:t>provide a list of acceptable answers</a:t>
            </a:r>
            <a:r>
              <a:rPr lang="en-US"/>
              <a:t>. </a:t>
            </a:r>
          </a:p>
        </p:txBody>
      </p:sp>
      <p:sp>
        <p:nvSpPr>
          <p:cNvPr id="18" name="Rectangle: Rounded Corners 17">
            <a:extLst>
              <a:ext uri="{FF2B5EF4-FFF2-40B4-BE49-F238E27FC236}">
                <a16:creationId xmlns:a16="http://schemas.microsoft.com/office/drawing/2014/main" id="{1C0D5C81-D2ED-ACB5-0888-6F521E1EE5CF}"/>
              </a:ext>
            </a:extLst>
          </p:cNvPr>
          <p:cNvSpPr/>
          <p:nvPr/>
        </p:nvSpPr>
        <p:spPr>
          <a:xfrm>
            <a:off x="6096000" y="2452021"/>
            <a:ext cx="4734109" cy="790582"/>
          </a:xfrm>
          <a:prstGeom prst="roundRect">
            <a:avLst>
              <a:gd name="adj" fmla="val 17557"/>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What was the main reason you visited the doctor? A new health problem, a follow‑up for a previous problem, a routine check‑up, or any other reason? </a:t>
            </a:r>
            <a:endParaRPr lang="en-GB" sz="1100" noProof="0">
              <a:solidFill>
                <a:schemeClr val="tx1"/>
              </a:solidFill>
            </a:endParaRPr>
          </a:p>
        </p:txBody>
      </p:sp>
      <p:sp>
        <p:nvSpPr>
          <p:cNvPr id="19" name="Freeform: Shape 18">
            <a:extLst>
              <a:ext uri="{FF2B5EF4-FFF2-40B4-BE49-F238E27FC236}">
                <a16:creationId xmlns:a16="http://schemas.microsoft.com/office/drawing/2014/main" id="{1BF86EDA-EAAF-E871-82FC-EB78D799DCC7}"/>
              </a:ext>
            </a:extLst>
          </p:cNvPr>
          <p:cNvSpPr/>
          <p:nvPr/>
        </p:nvSpPr>
        <p:spPr>
          <a:xfrm>
            <a:off x="10609351" y="2449933"/>
            <a:ext cx="219456" cy="220758"/>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sp>
        <p:nvSpPr>
          <p:cNvPr id="25" name="TextBox 24">
            <a:extLst>
              <a:ext uri="{FF2B5EF4-FFF2-40B4-BE49-F238E27FC236}">
                <a16:creationId xmlns:a16="http://schemas.microsoft.com/office/drawing/2014/main" id="{E36CC0E7-D131-E8D0-6DA4-4FEE798DAF8B}"/>
              </a:ext>
            </a:extLst>
          </p:cNvPr>
          <p:cNvSpPr txBox="1"/>
          <p:nvPr/>
        </p:nvSpPr>
        <p:spPr>
          <a:xfrm>
            <a:off x="6096000" y="3374289"/>
            <a:ext cx="4243568" cy="261610"/>
          </a:xfrm>
          <a:prstGeom prst="rect">
            <a:avLst/>
          </a:prstGeom>
          <a:noFill/>
        </p:spPr>
        <p:txBody>
          <a:bodyPr wrap="square">
            <a:spAutoFit/>
          </a:bodyPr>
          <a:lstStyle>
            <a:defPPr>
              <a:defRPr lang="en-US"/>
            </a:defPPr>
            <a:lvl1pPr>
              <a:defRPr sz="1100"/>
            </a:lvl1pPr>
          </a:lstStyle>
          <a:p>
            <a:r>
              <a:rPr lang="en-US"/>
              <a:t>Closed questions </a:t>
            </a:r>
            <a:r>
              <a:rPr lang="en-US" b="1">
                <a:solidFill>
                  <a:schemeClr val="bg1"/>
                </a:solidFill>
                <a:highlight>
                  <a:srgbClr val="F20000"/>
                </a:highlight>
              </a:rPr>
              <a:t>are not suitable in all cases</a:t>
            </a:r>
            <a:r>
              <a:rPr lang="en-US"/>
              <a:t>.</a:t>
            </a:r>
          </a:p>
        </p:txBody>
      </p:sp>
      <p:grpSp>
        <p:nvGrpSpPr>
          <p:cNvPr id="26" name="Group 25">
            <a:extLst>
              <a:ext uri="{FF2B5EF4-FFF2-40B4-BE49-F238E27FC236}">
                <a16:creationId xmlns:a16="http://schemas.microsoft.com/office/drawing/2014/main" id="{EDC70C3C-1FE4-4823-4A05-A32A4AF188C8}"/>
              </a:ext>
            </a:extLst>
          </p:cNvPr>
          <p:cNvGrpSpPr/>
          <p:nvPr/>
        </p:nvGrpSpPr>
        <p:grpSpPr>
          <a:xfrm>
            <a:off x="6469592" y="3729249"/>
            <a:ext cx="3733069" cy="400110"/>
            <a:chOff x="6992558" y="3116778"/>
            <a:chExt cx="3733069" cy="400110"/>
          </a:xfrm>
        </p:grpSpPr>
        <p:sp>
          <p:nvSpPr>
            <p:cNvPr id="28" name="Freeform: Shape 27">
              <a:extLst>
                <a:ext uri="{FF2B5EF4-FFF2-40B4-BE49-F238E27FC236}">
                  <a16:creationId xmlns:a16="http://schemas.microsoft.com/office/drawing/2014/main" id="{EE234148-8CE3-DBF5-FCA7-B12549C59EA5}"/>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36" name="TextBox 35">
              <a:extLst>
                <a:ext uri="{FF2B5EF4-FFF2-40B4-BE49-F238E27FC236}">
                  <a16:creationId xmlns:a16="http://schemas.microsoft.com/office/drawing/2014/main" id="{3B1EFF9D-053F-D163-1C0F-4587EDD4B76E}"/>
                </a:ext>
              </a:extLst>
            </p:cNvPr>
            <p:cNvSpPr txBox="1"/>
            <p:nvPr/>
          </p:nvSpPr>
          <p:spPr>
            <a:xfrm>
              <a:off x="7149011" y="3116778"/>
              <a:ext cx="3576616" cy="400110"/>
            </a:xfrm>
            <a:prstGeom prst="rect">
              <a:avLst/>
            </a:prstGeom>
            <a:noFill/>
          </p:spPr>
          <p:txBody>
            <a:bodyPr wrap="square">
              <a:spAutoFit/>
            </a:bodyPr>
            <a:lstStyle>
              <a:defPPr>
                <a:defRPr lang="en-US"/>
              </a:defPPr>
              <a:lvl1pPr lvl="0">
                <a:defRPr sz="1100"/>
              </a:lvl1pPr>
            </a:lstStyle>
            <a:p>
              <a:r>
                <a:rPr lang="en-US" sz="1000"/>
                <a:t>The range of possible responses may be too broad to list reasonably.</a:t>
              </a:r>
              <a:endParaRPr lang="en-GB" sz="1000"/>
            </a:p>
          </p:txBody>
        </p:sp>
      </p:grpSp>
      <p:grpSp>
        <p:nvGrpSpPr>
          <p:cNvPr id="37" name="Group 36">
            <a:extLst>
              <a:ext uri="{FF2B5EF4-FFF2-40B4-BE49-F238E27FC236}">
                <a16:creationId xmlns:a16="http://schemas.microsoft.com/office/drawing/2014/main" id="{0E372DD5-760A-E926-CE70-E8067E0BB44B}"/>
              </a:ext>
            </a:extLst>
          </p:cNvPr>
          <p:cNvGrpSpPr/>
          <p:nvPr/>
        </p:nvGrpSpPr>
        <p:grpSpPr>
          <a:xfrm>
            <a:off x="6469592" y="4222709"/>
            <a:ext cx="3733069" cy="400110"/>
            <a:chOff x="6992558" y="3116778"/>
            <a:chExt cx="3733069" cy="400110"/>
          </a:xfrm>
        </p:grpSpPr>
        <p:sp>
          <p:nvSpPr>
            <p:cNvPr id="38" name="Freeform: Shape 37">
              <a:extLst>
                <a:ext uri="{FF2B5EF4-FFF2-40B4-BE49-F238E27FC236}">
                  <a16:creationId xmlns:a16="http://schemas.microsoft.com/office/drawing/2014/main" id="{5EF6EA83-CACF-EEE0-F086-B52C8D7CF3C1}"/>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39" name="TextBox 38">
              <a:extLst>
                <a:ext uri="{FF2B5EF4-FFF2-40B4-BE49-F238E27FC236}">
                  <a16:creationId xmlns:a16="http://schemas.microsoft.com/office/drawing/2014/main" id="{1DCBA298-40D1-58D5-35F0-0C9CD9051074}"/>
                </a:ext>
              </a:extLst>
            </p:cNvPr>
            <p:cNvSpPr txBox="1"/>
            <p:nvPr/>
          </p:nvSpPr>
          <p:spPr>
            <a:xfrm>
              <a:off x="7149011" y="3116778"/>
              <a:ext cx="3576616" cy="400110"/>
            </a:xfrm>
            <a:prstGeom prst="rect">
              <a:avLst/>
            </a:prstGeom>
            <a:noFill/>
          </p:spPr>
          <p:txBody>
            <a:bodyPr wrap="square">
              <a:spAutoFit/>
            </a:bodyPr>
            <a:lstStyle>
              <a:defPPr>
                <a:defRPr lang="en-US"/>
              </a:defPPr>
              <a:lvl1pPr lvl="0">
                <a:defRPr sz="1100"/>
              </a:lvl1pPr>
            </a:lstStyle>
            <a:p>
              <a:r>
                <a:rPr lang="en-US" sz="1000"/>
                <a:t>The researcher may believe that not all reasonable answers can be anticipated in advance.</a:t>
              </a:r>
              <a:endParaRPr lang="en-GB" sz="1000"/>
            </a:p>
          </p:txBody>
        </p:sp>
      </p:grpSp>
      <p:sp>
        <p:nvSpPr>
          <p:cNvPr id="40" name="TextBox 39">
            <a:extLst>
              <a:ext uri="{FF2B5EF4-FFF2-40B4-BE49-F238E27FC236}">
                <a16:creationId xmlns:a16="http://schemas.microsoft.com/office/drawing/2014/main" id="{913814EB-BBDE-0583-A503-0A8ED59E1515}"/>
              </a:ext>
            </a:extLst>
          </p:cNvPr>
          <p:cNvSpPr txBox="1"/>
          <p:nvPr/>
        </p:nvSpPr>
        <p:spPr>
          <a:xfrm>
            <a:off x="6096000" y="4698216"/>
            <a:ext cx="4243568" cy="430887"/>
          </a:xfrm>
          <a:prstGeom prst="rect">
            <a:avLst/>
          </a:prstGeom>
          <a:noFill/>
        </p:spPr>
        <p:txBody>
          <a:bodyPr wrap="square">
            <a:spAutoFit/>
          </a:bodyPr>
          <a:lstStyle>
            <a:defPPr>
              <a:defRPr lang="en-US"/>
            </a:defPPr>
            <a:lvl1pPr>
              <a:defRPr sz="1100"/>
            </a:lvl1pPr>
          </a:lstStyle>
          <a:p>
            <a:r>
              <a:rPr lang="en-US"/>
              <a:t>In such cases, the question </a:t>
            </a:r>
            <a:r>
              <a:rPr lang="en-US" b="1">
                <a:highlight>
                  <a:srgbClr val="FFC000"/>
                </a:highlight>
              </a:rPr>
              <a:t>should communicate as clearly as possible the type of response that is desired</a:t>
            </a:r>
            <a:r>
              <a:rPr lang="en-US"/>
              <a:t>. </a:t>
            </a:r>
          </a:p>
        </p:txBody>
      </p:sp>
      <p:sp>
        <p:nvSpPr>
          <p:cNvPr id="41" name="TextBox 40">
            <a:extLst>
              <a:ext uri="{FF2B5EF4-FFF2-40B4-BE49-F238E27FC236}">
                <a16:creationId xmlns:a16="http://schemas.microsoft.com/office/drawing/2014/main" id="{B853A17D-1D77-A6BA-8A82-125C2A30617B}"/>
              </a:ext>
            </a:extLst>
          </p:cNvPr>
          <p:cNvSpPr txBox="1"/>
          <p:nvPr/>
        </p:nvSpPr>
        <p:spPr>
          <a:xfrm>
            <a:off x="933343" y="1960203"/>
            <a:ext cx="3110151" cy="430887"/>
          </a:xfrm>
          <a:prstGeom prst="rect">
            <a:avLst/>
          </a:prstGeom>
          <a:noFill/>
        </p:spPr>
        <p:txBody>
          <a:bodyPr wrap="square" lIns="0" tIns="0" rIns="0" bIns="0">
            <a:spAutoFit/>
          </a:bodyPr>
          <a:lstStyle/>
          <a:p>
            <a:r>
              <a:rPr lang="en-US" sz="1400" b="1" noProof="0" err="1">
                <a:solidFill>
                  <a:srgbClr val="FF0000"/>
                </a:solidFill>
              </a:rPr>
              <a:t>Standardised</a:t>
            </a:r>
            <a:r>
              <a:rPr lang="en-US" sz="1400" b="1" noProof="0">
                <a:solidFill>
                  <a:srgbClr val="FF0000"/>
                </a:solidFill>
              </a:rPr>
              <a:t> </a:t>
            </a:r>
            <a:br>
              <a:rPr lang="en-US" sz="1400" b="1" noProof="0">
                <a:solidFill>
                  <a:srgbClr val="FF0000"/>
                </a:solidFill>
              </a:rPr>
            </a:br>
            <a:r>
              <a:rPr lang="en-US" sz="1400" b="1" noProof="0">
                <a:solidFill>
                  <a:srgbClr val="FF0000"/>
                </a:solidFill>
              </a:rPr>
              <a:t>expectations for the type of response</a:t>
            </a:r>
            <a:endParaRPr lang="en-GB" sz="1400" b="1" noProof="0">
              <a:solidFill>
                <a:srgbClr val="FF0000"/>
              </a:solidFill>
            </a:endParaRPr>
          </a:p>
        </p:txBody>
      </p:sp>
    </p:spTree>
    <p:extLst>
      <p:ext uri="{BB962C8B-B14F-4D97-AF65-F5344CB8AC3E}">
        <p14:creationId xmlns:p14="http://schemas.microsoft.com/office/powerpoint/2010/main" val="1410884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88B9C-CC00-664D-9BA2-F5C7D2B4CBA5}"/>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8D8CEBE3-1CC3-EA01-BF80-49EC5A9E2C8D}"/>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5" name="Slide Number Placeholder 5">
            <a:extLst>
              <a:ext uri="{FF2B5EF4-FFF2-40B4-BE49-F238E27FC236}">
                <a16:creationId xmlns:a16="http://schemas.microsoft.com/office/drawing/2014/main" id="{B5E226F4-3ED7-8AA4-AE45-81B604814A19}"/>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50</a:t>
            </a:fld>
            <a:endParaRPr lang="en-GB" noProof="0"/>
          </a:p>
        </p:txBody>
      </p:sp>
      <p:sp>
        <p:nvSpPr>
          <p:cNvPr id="8" name="Date Placeholder 3">
            <a:extLst>
              <a:ext uri="{FF2B5EF4-FFF2-40B4-BE49-F238E27FC236}">
                <a16:creationId xmlns:a16="http://schemas.microsoft.com/office/drawing/2014/main" id="{C9FFC6EE-C525-4F06-C5C8-F52DE9CE3623}"/>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
        <p:nvSpPr>
          <p:cNvPr id="2" name="TextBox 1">
            <a:extLst>
              <a:ext uri="{FF2B5EF4-FFF2-40B4-BE49-F238E27FC236}">
                <a16:creationId xmlns:a16="http://schemas.microsoft.com/office/drawing/2014/main" id="{761D64A2-9709-F0FD-297B-CEFE43E21624}"/>
              </a:ext>
            </a:extLst>
          </p:cNvPr>
          <p:cNvSpPr txBox="1"/>
          <p:nvPr/>
        </p:nvSpPr>
        <p:spPr>
          <a:xfrm>
            <a:off x="933343" y="1001680"/>
            <a:ext cx="4122787" cy="400110"/>
          </a:xfrm>
          <a:prstGeom prst="rect">
            <a:avLst/>
          </a:prstGeom>
          <a:noFill/>
        </p:spPr>
        <p:txBody>
          <a:bodyPr wrap="square">
            <a:spAutoFit/>
          </a:bodyPr>
          <a:lstStyle/>
          <a:p>
            <a:pPr lvl="0">
              <a:defRPr/>
            </a:pPr>
            <a:r>
              <a:rPr lang="en-GB" sz="2000" b="1">
                <a:highlight>
                  <a:srgbClr val="FFC000"/>
                </a:highlight>
              </a:rPr>
              <a:t>Reliability</a:t>
            </a:r>
            <a:endParaRPr lang="en-GB" sz="1100" b="1" noProof="0">
              <a:highlight>
                <a:srgbClr val="FFC000"/>
              </a:highlight>
            </a:endParaRPr>
          </a:p>
        </p:txBody>
      </p:sp>
      <p:sp>
        <p:nvSpPr>
          <p:cNvPr id="9" name="TextBox 8">
            <a:extLst>
              <a:ext uri="{FF2B5EF4-FFF2-40B4-BE49-F238E27FC236}">
                <a16:creationId xmlns:a16="http://schemas.microsoft.com/office/drawing/2014/main" id="{5FBD818B-9DAB-CA99-0CBC-914F70BA5055}"/>
              </a:ext>
            </a:extLst>
          </p:cNvPr>
          <p:cNvSpPr txBox="1"/>
          <p:nvPr/>
        </p:nvSpPr>
        <p:spPr>
          <a:xfrm>
            <a:off x="933343" y="1960203"/>
            <a:ext cx="3110151" cy="430887"/>
          </a:xfrm>
          <a:prstGeom prst="rect">
            <a:avLst/>
          </a:prstGeom>
          <a:noFill/>
        </p:spPr>
        <p:txBody>
          <a:bodyPr wrap="square" lIns="0" tIns="0" rIns="0" bIns="0">
            <a:spAutoFit/>
          </a:bodyPr>
          <a:lstStyle/>
          <a:p>
            <a:r>
              <a:rPr lang="en-US" sz="1400" b="1" noProof="0" err="1">
                <a:solidFill>
                  <a:srgbClr val="FF0000"/>
                </a:solidFill>
              </a:rPr>
              <a:t>Standardised</a:t>
            </a:r>
            <a:r>
              <a:rPr lang="en-US" sz="1400" b="1" noProof="0">
                <a:solidFill>
                  <a:srgbClr val="FF0000"/>
                </a:solidFill>
              </a:rPr>
              <a:t> </a:t>
            </a:r>
            <a:br>
              <a:rPr lang="en-US" sz="1400" b="1" noProof="0">
                <a:solidFill>
                  <a:srgbClr val="FF0000"/>
                </a:solidFill>
              </a:rPr>
            </a:br>
            <a:r>
              <a:rPr lang="en-US" sz="1400" b="1" noProof="0">
                <a:solidFill>
                  <a:srgbClr val="FF0000"/>
                </a:solidFill>
              </a:rPr>
              <a:t>expectations for the type of response</a:t>
            </a:r>
            <a:endParaRPr lang="en-GB" sz="1400" b="1" noProof="0">
              <a:solidFill>
                <a:srgbClr val="FF0000"/>
              </a:solidFill>
            </a:endParaRPr>
          </a:p>
        </p:txBody>
      </p:sp>
      <p:sp>
        <p:nvSpPr>
          <p:cNvPr id="18" name="Rectangle: Rounded Corners 17">
            <a:extLst>
              <a:ext uri="{FF2B5EF4-FFF2-40B4-BE49-F238E27FC236}">
                <a16:creationId xmlns:a16="http://schemas.microsoft.com/office/drawing/2014/main" id="{67873A16-2B0A-A7E7-46AD-7E70D4D9A173}"/>
              </a:ext>
            </a:extLst>
          </p:cNvPr>
          <p:cNvSpPr/>
          <p:nvPr/>
        </p:nvSpPr>
        <p:spPr>
          <a:xfrm>
            <a:off x="6096000" y="2504634"/>
            <a:ext cx="4734109" cy="400110"/>
          </a:xfrm>
          <a:prstGeom prst="roundRect">
            <a:avLst>
              <a:gd name="adj" fmla="val 17557"/>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“How old were you when you had pneumonia?”</a:t>
            </a:r>
            <a:endParaRPr lang="en-GB" sz="1100" noProof="0">
              <a:solidFill>
                <a:schemeClr val="tx1"/>
              </a:solidFill>
            </a:endParaRPr>
          </a:p>
        </p:txBody>
      </p:sp>
      <p:sp>
        <p:nvSpPr>
          <p:cNvPr id="19" name="Freeform: Shape 18">
            <a:extLst>
              <a:ext uri="{FF2B5EF4-FFF2-40B4-BE49-F238E27FC236}">
                <a16:creationId xmlns:a16="http://schemas.microsoft.com/office/drawing/2014/main" id="{A65EBEF4-C7FC-B9CE-E5F5-8675CC7BFCE1}"/>
              </a:ext>
            </a:extLst>
          </p:cNvPr>
          <p:cNvSpPr/>
          <p:nvPr/>
        </p:nvSpPr>
        <p:spPr>
          <a:xfrm>
            <a:off x="10609351" y="2502546"/>
            <a:ext cx="219456" cy="220758"/>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nvGrpSpPr>
          <p:cNvPr id="26" name="Group 25">
            <a:extLst>
              <a:ext uri="{FF2B5EF4-FFF2-40B4-BE49-F238E27FC236}">
                <a16:creationId xmlns:a16="http://schemas.microsoft.com/office/drawing/2014/main" id="{E0F19733-C5DF-ABA5-EA5D-A2FBA5A84887}"/>
              </a:ext>
            </a:extLst>
          </p:cNvPr>
          <p:cNvGrpSpPr/>
          <p:nvPr/>
        </p:nvGrpSpPr>
        <p:grpSpPr>
          <a:xfrm>
            <a:off x="1187173" y="4024243"/>
            <a:ext cx="3733069" cy="246221"/>
            <a:chOff x="6992558" y="3116778"/>
            <a:chExt cx="3733069" cy="246221"/>
          </a:xfrm>
        </p:grpSpPr>
        <p:sp>
          <p:nvSpPr>
            <p:cNvPr id="28" name="Freeform: Shape 27">
              <a:extLst>
                <a:ext uri="{FF2B5EF4-FFF2-40B4-BE49-F238E27FC236}">
                  <a16:creationId xmlns:a16="http://schemas.microsoft.com/office/drawing/2014/main" id="{18D48211-EE88-B942-0B0D-24675103E9BE}"/>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36" name="TextBox 35">
              <a:extLst>
                <a:ext uri="{FF2B5EF4-FFF2-40B4-BE49-F238E27FC236}">
                  <a16:creationId xmlns:a16="http://schemas.microsoft.com/office/drawing/2014/main" id="{E4669335-A67A-3BC6-B333-EDCC9C505A26}"/>
                </a:ext>
              </a:extLst>
            </p:cNvPr>
            <p:cNvSpPr txBox="1"/>
            <p:nvPr/>
          </p:nvSpPr>
          <p:spPr>
            <a:xfrm>
              <a:off x="7149011" y="3116778"/>
              <a:ext cx="3576616" cy="246221"/>
            </a:xfrm>
            <a:prstGeom prst="rect">
              <a:avLst/>
            </a:prstGeom>
            <a:noFill/>
          </p:spPr>
          <p:txBody>
            <a:bodyPr wrap="square">
              <a:spAutoFit/>
            </a:bodyPr>
            <a:lstStyle>
              <a:defPPr>
                <a:defRPr lang="en-US"/>
              </a:defPPr>
              <a:lvl1pPr lvl="0">
                <a:defRPr sz="1100"/>
              </a:lvl1pPr>
            </a:lstStyle>
            <a:p>
              <a:r>
                <a:rPr lang="en-US" sz="1000"/>
                <a:t>“Five years ago”</a:t>
              </a:r>
              <a:endParaRPr lang="en-GB" sz="1000"/>
            </a:p>
          </p:txBody>
        </p:sp>
      </p:grpSp>
      <p:sp>
        <p:nvSpPr>
          <p:cNvPr id="4" name="Rectangle: Rounded Corners 3">
            <a:extLst>
              <a:ext uri="{FF2B5EF4-FFF2-40B4-BE49-F238E27FC236}">
                <a16:creationId xmlns:a16="http://schemas.microsoft.com/office/drawing/2014/main" id="{9D6A670C-60C2-DD2D-ABB2-61AFF649AD3A}"/>
              </a:ext>
            </a:extLst>
          </p:cNvPr>
          <p:cNvSpPr/>
          <p:nvPr/>
        </p:nvSpPr>
        <p:spPr>
          <a:xfrm>
            <a:off x="891589" y="2504634"/>
            <a:ext cx="4734109" cy="400110"/>
          </a:xfrm>
          <a:prstGeom prst="roundRect">
            <a:avLst>
              <a:gd name="adj" fmla="val 17557"/>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When did you have pneumonia?</a:t>
            </a:r>
            <a:endParaRPr lang="en-GB" sz="1100" noProof="0">
              <a:solidFill>
                <a:schemeClr val="tx1"/>
              </a:solidFill>
            </a:endParaRPr>
          </a:p>
        </p:txBody>
      </p:sp>
      <p:sp>
        <p:nvSpPr>
          <p:cNvPr id="20" name="TextBox 19">
            <a:extLst>
              <a:ext uri="{FF2B5EF4-FFF2-40B4-BE49-F238E27FC236}">
                <a16:creationId xmlns:a16="http://schemas.microsoft.com/office/drawing/2014/main" id="{EB009ABF-3629-D79C-F39F-AE42F75C006F}"/>
              </a:ext>
            </a:extLst>
          </p:cNvPr>
          <p:cNvSpPr txBox="1"/>
          <p:nvPr/>
        </p:nvSpPr>
        <p:spPr>
          <a:xfrm>
            <a:off x="872952" y="2995134"/>
            <a:ext cx="4243568" cy="938719"/>
          </a:xfrm>
          <a:prstGeom prst="rect">
            <a:avLst/>
          </a:prstGeom>
          <a:noFill/>
        </p:spPr>
        <p:txBody>
          <a:bodyPr wrap="square">
            <a:spAutoFit/>
          </a:bodyPr>
          <a:lstStyle>
            <a:defPPr>
              <a:defRPr lang="en-US"/>
            </a:defPPr>
            <a:lvl1pPr>
              <a:defRPr sz="1100"/>
            </a:lvl1pPr>
          </a:lstStyle>
          <a:p>
            <a:r>
              <a:rPr lang="en-US" b="1">
                <a:highlight>
                  <a:srgbClr val="FFC000"/>
                </a:highlight>
              </a:rPr>
              <a:t>The question does not specify the terms in which the respondent is expected to answer</a:t>
            </a:r>
            <a:r>
              <a:rPr lang="en-US"/>
              <a:t>.</a:t>
            </a:r>
          </a:p>
          <a:p>
            <a:endParaRPr lang="en-US"/>
          </a:p>
          <a:p>
            <a:r>
              <a:rPr lang="en-US"/>
              <a:t>All of the following could be provided by the same person, and all are “correct” answers given the way the question is written:</a:t>
            </a:r>
          </a:p>
        </p:txBody>
      </p:sp>
      <p:grpSp>
        <p:nvGrpSpPr>
          <p:cNvPr id="21" name="Group 20">
            <a:extLst>
              <a:ext uri="{FF2B5EF4-FFF2-40B4-BE49-F238E27FC236}">
                <a16:creationId xmlns:a16="http://schemas.microsoft.com/office/drawing/2014/main" id="{6D199B88-6516-991B-F826-D74CB6C7FEBF}"/>
              </a:ext>
            </a:extLst>
          </p:cNvPr>
          <p:cNvGrpSpPr/>
          <p:nvPr/>
        </p:nvGrpSpPr>
        <p:grpSpPr>
          <a:xfrm>
            <a:off x="1187173" y="4280480"/>
            <a:ext cx="3733069" cy="246221"/>
            <a:chOff x="6992558" y="3116778"/>
            <a:chExt cx="3733069" cy="246221"/>
          </a:xfrm>
        </p:grpSpPr>
        <p:sp>
          <p:nvSpPr>
            <p:cNvPr id="23" name="Freeform: Shape 22">
              <a:extLst>
                <a:ext uri="{FF2B5EF4-FFF2-40B4-BE49-F238E27FC236}">
                  <a16:creationId xmlns:a16="http://schemas.microsoft.com/office/drawing/2014/main" id="{FF2254B7-86EE-F092-7BE3-38C79A077308}"/>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24" name="TextBox 23">
              <a:extLst>
                <a:ext uri="{FF2B5EF4-FFF2-40B4-BE49-F238E27FC236}">
                  <a16:creationId xmlns:a16="http://schemas.microsoft.com/office/drawing/2014/main" id="{59319950-D190-AB03-2527-038FA15ACDED}"/>
                </a:ext>
              </a:extLst>
            </p:cNvPr>
            <p:cNvSpPr txBox="1"/>
            <p:nvPr/>
          </p:nvSpPr>
          <p:spPr>
            <a:xfrm>
              <a:off x="7149011" y="3116778"/>
              <a:ext cx="3576616" cy="246221"/>
            </a:xfrm>
            <a:prstGeom prst="rect">
              <a:avLst/>
            </a:prstGeom>
            <a:noFill/>
          </p:spPr>
          <p:txBody>
            <a:bodyPr wrap="square">
              <a:spAutoFit/>
            </a:bodyPr>
            <a:lstStyle>
              <a:defPPr>
                <a:defRPr lang="en-US"/>
              </a:defPPr>
              <a:lvl1pPr lvl="0">
                <a:defRPr sz="1100"/>
              </a:lvl1pPr>
            </a:lstStyle>
            <a:p>
              <a:r>
                <a:rPr lang="en-US" sz="1000"/>
                <a:t>“While I was in the military”</a:t>
              </a:r>
              <a:endParaRPr lang="en-GB" sz="1000"/>
            </a:p>
          </p:txBody>
        </p:sp>
      </p:grpSp>
      <p:grpSp>
        <p:nvGrpSpPr>
          <p:cNvPr id="27" name="Group 26">
            <a:extLst>
              <a:ext uri="{FF2B5EF4-FFF2-40B4-BE49-F238E27FC236}">
                <a16:creationId xmlns:a16="http://schemas.microsoft.com/office/drawing/2014/main" id="{AF54B151-2C6F-4706-AE21-73DC623A3C35}"/>
              </a:ext>
            </a:extLst>
          </p:cNvPr>
          <p:cNvGrpSpPr/>
          <p:nvPr/>
        </p:nvGrpSpPr>
        <p:grpSpPr>
          <a:xfrm>
            <a:off x="1187173" y="4542318"/>
            <a:ext cx="3733069" cy="246221"/>
            <a:chOff x="6992558" y="3116778"/>
            <a:chExt cx="3733069" cy="246221"/>
          </a:xfrm>
        </p:grpSpPr>
        <p:sp>
          <p:nvSpPr>
            <p:cNvPr id="29" name="Freeform: Shape 28">
              <a:extLst>
                <a:ext uri="{FF2B5EF4-FFF2-40B4-BE49-F238E27FC236}">
                  <a16:creationId xmlns:a16="http://schemas.microsoft.com/office/drawing/2014/main" id="{A245C7F0-B6C6-D793-5B10-DEC64F85E58F}"/>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30" name="TextBox 29">
              <a:extLst>
                <a:ext uri="{FF2B5EF4-FFF2-40B4-BE49-F238E27FC236}">
                  <a16:creationId xmlns:a16="http://schemas.microsoft.com/office/drawing/2014/main" id="{3FCB2DCB-EA60-79CC-4A42-4A18646625BD}"/>
                </a:ext>
              </a:extLst>
            </p:cNvPr>
            <p:cNvSpPr txBox="1"/>
            <p:nvPr/>
          </p:nvSpPr>
          <p:spPr>
            <a:xfrm>
              <a:off x="7149011" y="3116778"/>
              <a:ext cx="3576616" cy="246221"/>
            </a:xfrm>
            <a:prstGeom prst="rect">
              <a:avLst/>
            </a:prstGeom>
            <a:noFill/>
          </p:spPr>
          <p:txBody>
            <a:bodyPr wrap="square">
              <a:spAutoFit/>
            </a:bodyPr>
            <a:lstStyle>
              <a:defPPr>
                <a:defRPr lang="en-US"/>
              </a:defPPr>
              <a:lvl1pPr lvl="0">
                <a:defRPr sz="1100"/>
              </a:lvl1pPr>
            </a:lstStyle>
            <a:p>
              <a:r>
                <a:rPr lang="en-US" sz="1000"/>
                <a:t>“When I was pregnant with our first child”</a:t>
              </a:r>
              <a:endParaRPr lang="en-GB" sz="1000"/>
            </a:p>
          </p:txBody>
        </p:sp>
      </p:grpSp>
      <p:grpSp>
        <p:nvGrpSpPr>
          <p:cNvPr id="31" name="Group 30">
            <a:extLst>
              <a:ext uri="{FF2B5EF4-FFF2-40B4-BE49-F238E27FC236}">
                <a16:creationId xmlns:a16="http://schemas.microsoft.com/office/drawing/2014/main" id="{3473924F-69D8-73C9-C66C-CD6E76A934C8}"/>
              </a:ext>
            </a:extLst>
          </p:cNvPr>
          <p:cNvGrpSpPr/>
          <p:nvPr/>
        </p:nvGrpSpPr>
        <p:grpSpPr>
          <a:xfrm>
            <a:off x="1187173" y="4827200"/>
            <a:ext cx="3733069" cy="246221"/>
            <a:chOff x="6992558" y="3116778"/>
            <a:chExt cx="3733069" cy="246221"/>
          </a:xfrm>
        </p:grpSpPr>
        <p:sp>
          <p:nvSpPr>
            <p:cNvPr id="32" name="Freeform: Shape 31">
              <a:extLst>
                <a:ext uri="{FF2B5EF4-FFF2-40B4-BE49-F238E27FC236}">
                  <a16:creationId xmlns:a16="http://schemas.microsoft.com/office/drawing/2014/main" id="{A4FECA79-BA27-E27D-C9E3-32F4760FBB7D}"/>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33" name="TextBox 32">
              <a:extLst>
                <a:ext uri="{FF2B5EF4-FFF2-40B4-BE49-F238E27FC236}">
                  <a16:creationId xmlns:a16="http://schemas.microsoft.com/office/drawing/2014/main" id="{6B0B10DC-5E55-E3AD-B53D-C02363293E24}"/>
                </a:ext>
              </a:extLst>
            </p:cNvPr>
            <p:cNvSpPr txBox="1"/>
            <p:nvPr/>
          </p:nvSpPr>
          <p:spPr>
            <a:xfrm>
              <a:off x="7149011" y="3116778"/>
              <a:ext cx="3576616" cy="246221"/>
            </a:xfrm>
            <a:prstGeom prst="rect">
              <a:avLst/>
            </a:prstGeom>
            <a:noFill/>
          </p:spPr>
          <p:txBody>
            <a:bodyPr wrap="square">
              <a:spAutoFit/>
            </a:bodyPr>
            <a:lstStyle>
              <a:defPPr>
                <a:defRPr lang="en-US"/>
              </a:defPPr>
              <a:lvl1pPr lvl="0">
                <a:defRPr sz="1100"/>
              </a:lvl1pPr>
            </a:lstStyle>
            <a:p>
              <a:r>
                <a:rPr lang="en-US" sz="1000"/>
                <a:t>“When I was 32”</a:t>
              </a:r>
              <a:endParaRPr lang="en-GB" sz="1000"/>
            </a:p>
          </p:txBody>
        </p:sp>
      </p:grpSp>
      <p:grpSp>
        <p:nvGrpSpPr>
          <p:cNvPr id="34" name="Group 33">
            <a:extLst>
              <a:ext uri="{FF2B5EF4-FFF2-40B4-BE49-F238E27FC236}">
                <a16:creationId xmlns:a16="http://schemas.microsoft.com/office/drawing/2014/main" id="{F9550A45-76B9-9484-0869-F4A48B9B9BA2}"/>
              </a:ext>
            </a:extLst>
          </p:cNvPr>
          <p:cNvGrpSpPr/>
          <p:nvPr/>
        </p:nvGrpSpPr>
        <p:grpSpPr>
          <a:xfrm>
            <a:off x="1187173" y="5096465"/>
            <a:ext cx="3733069" cy="246221"/>
            <a:chOff x="6992558" y="3116778"/>
            <a:chExt cx="3733069" cy="246221"/>
          </a:xfrm>
        </p:grpSpPr>
        <p:sp>
          <p:nvSpPr>
            <p:cNvPr id="35" name="Freeform: Shape 34">
              <a:extLst>
                <a:ext uri="{FF2B5EF4-FFF2-40B4-BE49-F238E27FC236}">
                  <a16:creationId xmlns:a16="http://schemas.microsoft.com/office/drawing/2014/main" id="{66735B23-AB3B-A944-92D6-F7E29474621E}"/>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41" name="TextBox 40">
              <a:extLst>
                <a:ext uri="{FF2B5EF4-FFF2-40B4-BE49-F238E27FC236}">
                  <a16:creationId xmlns:a16="http://schemas.microsoft.com/office/drawing/2014/main" id="{1BC9B6F3-90AC-CA71-42CF-7D22F1B9E999}"/>
                </a:ext>
              </a:extLst>
            </p:cNvPr>
            <p:cNvSpPr txBox="1"/>
            <p:nvPr/>
          </p:nvSpPr>
          <p:spPr>
            <a:xfrm>
              <a:off x="7149011" y="3116778"/>
              <a:ext cx="3576616" cy="246221"/>
            </a:xfrm>
            <a:prstGeom prst="rect">
              <a:avLst/>
            </a:prstGeom>
            <a:noFill/>
          </p:spPr>
          <p:txBody>
            <a:bodyPr wrap="square">
              <a:spAutoFit/>
            </a:bodyPr>
            <a:lstStyle>
              <a:defPPr>
                <a:defRPr lang="en-US"/>
              </a:defPPr>
              <a:lvl1pPr lvl="0">
                <a:defRPr sz="1100"/>
              </a:lvl1pPr>
            </a:lstStyle>
            <a:p>
              <a:r>
                <a:rPr lang="en-US" sz="1000"/>
                <a:t>“In 1987”</a:t>
              </a:r>
              <a:endParaRPr lang="en-GB" sz="1000"/>
            </a:p>
          </p:txBody>
        </p:sp>
      </p:grpSp>
      <p:sp>
        <p:nvSpPr>
          <p:cNvPr id="45" name="TextBox 44">
            <a:extLst>
              <a:ext uri="{FF2B5EF4-FFF2-40B4-BE49-F238E27FC236}">
                <a16:creationId xmlns:a16="http://schemas.microsoft.com/office/drawing/2014/main" id="{EB823003-29F7-8390-38E1-CF1F4A889D9C}"/>
              </a:ext>
            </a:extLst>
          </p:cNvPr>
          <p:cNvSpPr txBox="1"/>
          <p:nvPr/>
        </p:nvSpPr>
        <p:spPr>
          <a:xfrm>
            <a:off x="933343" y="5413392"/>
            <a:ext cx="4691053"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Because these responses differ in format and meaning, </a:t>
            </a:r>
            <a:r>
              <a:rPr lang="en-US" sz="1100" b="1">
                <a:highlight>
                  <a:srgbClr val="FFC000"/>
                </a:highlight>
              </a:rPr>
              <a:t>the lack of </a:t>
            </a:r>
            <a:r>
              <a:rPr lang="en-US" sz="1100" b="1" err="1">
                <a:highlight>
                  <a:srgbClr val="FFC000"/>
                </a:highlight>
              </a:rPr>
              <a:t>standardised</a:t>
            </a:r>
            <a:r>
              <a:rPr lang="en-US" sz="1100" b="1">
                <a:highlight>
                  <a:srgbClr val="FFC000"/>
                </a:highlight>
              </a:rPr>
              <a:t> expectations reduces reliability</a:t>
            </a:r>
            <a:r>
              <a:rPr lang="en-US" sz="1100"/>
              <a:t>.</a:t>
            </a:r>
          </a:p>
        </p:txBody>
      </p:sp>
      <p:sp>
        <p:nvSpPr>
          <p:cNvPr id="47" name="Freeform: Shape 46">
            <a:extLst>
              <a:ext uri="{FF2B5EF4-FFF2-40B4-BE49-F238E27FC236}">
                <a16:creationId xmlns:a16="http://schemas.microsoft.com/office/drawing/2014/main" id="{451A7EC9-4837-53FD-D297-BA6E3627F350}"/>
              </a:ext>
            </a:extLst>
          </p:cNvPr>
          <p:cNvSpPr/>
          <p:nvPr/>
        </p:nvSpPr>
        <p:spPr>
          <a:xfrm>
            <a:off x="5403638" y="2502546"/>
            <a:ext cx="220758" cy="220758"/>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Tree>
    <p:extLst>
      <p:ext uri="{BB962C8B-B14F-4D97-AF65-F5344CB8AC3E}">
        <p14:creationId xmlns:p14="http://schemas.microsoft.com/office/powerpoint/2010/main" val="32469774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1A7CD-4443-03AD-9692-544A6EC20184}"/>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B528EC63-D745-8021-98EC-C214D50EB5EA}"/>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5" name="Slide Number Placeholder 5">
            <a:extLst>
              <a:ext uri="{FF2B5EF4-FFF2-40B4-BE49-F238E27FC236}">
                <a16:creationId xmlns:a16="http://schemas.microsoft.com/office/drawing/2014/main" id="{19E82910-0953-3D27-0ADE-BCE694B6B11C}"/>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51</a:t>
            </a:fld>
            <a:endParaRPr lang="en-GB" noProof="0"/>
          </a:p>
        </p:txBody>
      </p:sp>
      <p:sp>
        <p:nvSpPr>
          <p:cNvPr id="8" name="Date Placeholder 3">
            <a:extLst>
              <a:ext uri="{FF2B5EF4-FFF2-40B4-BE49-F238E27FC236}">
                <a16:creationId xmlns:a16="http://schemas.microsoft.com/office/drawing/2014/main" id="{6F479A51-E6A5-FF04-7137-A09A8BECF598}"/>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
        <p:nvSpPr>
          <p:cNvPr id="2" name="TextBox 1">
            <a:extLst>
              <a:ext uri="{FF2B5EF4-FFF2-40B4-BE49-F238E27FC236}">
                <a16:creationId xmlns:a16="http://schemas.microsoft.com/office/drawing/2014/main" id="{9FECB414-ACBF-692E-6B73-FC0A21739BAD}"/>
              </a:ext>
            </a:extLst>
          </p:cNvPr>
          <p:cNvSpPr txBox="1"/>
          <p:nvPr/>
        </p:nvSpPr>
        <p:spPr>
          <a:xfrm>
            <a:off x="933343" y="1001680"/>
            <a:ext cx="4122787" cy="400110"/>
          </a:xfrm>
          <a:prstGeom prst="rect">
            <a:avLst/>
          </a:prstGeom>
          <a:noFill/>
        </p:spPr>
        <p:txBody>
          <a:bodyPr wrap="square">
            <a:spAutoFit/>
          </a:bodyPr>
          <a:lstStyle/>
          <a:p>
            <a:pPr lvl="0">
              <a:defRPr/>
            </a:pPr>
            <a:r>
              <a:rPr lang="en-GB" sz="2000" b="1">
                <a:highlight>
                  <a:srgbClr val="FFC000"/>
                </a:highlight>
              </a:rPr>
              <a:t>Validity</a:t>
            </a:r>
            <a:endParaRPr lang="en-GB" sz="1100" b="1" noProof="0">
              <a:highlight>
                <a:srgbClr val="FFC000"/>
              </a:highlight>
            </a:endParaRPr>
          </a:p>
        </p:txBody>
      </p:sp>
      <p:sp>
        <p:nvSpPr>
          <p:cNvPr id="9" name="TextBox 8">
            <a:extLst>
              <a:ext uri="{FF2B5EF4-FFF2-40B4-BE49-F238E27FC236}">
                <a16:creationId xmlns:a16="http://schemas.microsoft.com/office/drawing/2014/main" id="{BE27EE4A-02CA-02C4-A990-DD535EA3D550}"/>
              </a:ext>
            </a:extLst>
          </p:cNvPr>
          <p:cNvSpPr txBox="1"/>
          <p:nvPr/>
        </p:nvSpPr>
        <p:spPr>
          <a:xfrm>
            <a:off x="1704308" y="2128096"/>
            <a:ext cx="3037654" cy="215444"/>
          </a:xfrm>
          <a:prstGeom prst="rect">
            <a:avLst/>
          </a:prstGeom>
          <a:noFill/>
        </p:spPr>
        <p:txBody>
          <a:bodyPr wrap="square" lIns="0" tIns="0" rIns="0" bIns="0">
            <a:spAutoFit/>
          </a:bodyPr>
          <a:lstStyle/>
          <a:p>
            <a:r>
              <a:rPr lang="en-US" sz="1400" b="1">
                <a:solidFill>
                  <a:srgbClr val="FF0000"/>
                </a:solidFill>
              </a:rPr>
              <a:t>Question</a:t>
            </a:r>
            <a:r>
              <a:rPr lang="en-US" sz="1400" b="1" noProof="0">
                <a:solidFill>
                  <a:srgbClr val="FF0000"/>
                </a:solidFill>
              </a:rPr>
              <a:t> types</a:t>
            </a:r>
            <a:endParaRPr lang="en-GB" sz="1400" b="1" noProof="0">
              <a:solidFill>
                <a:srgbClr val="FF0000"/>
              </a:solidFill>
            </a:endParaRPr>
          </a:p>
        </p:txBody>
      </p:sp>
      <p:sp>
        <p:nvSpPr>
          <p:cNvPr id="48" name="TextBox 47">
            <a:extLst>
              <a:ext uri="{FF2B5EF4-FFF2-40B4-BE49-F238E27FC236}">
                <a16:creationId xmlns:a16="http://schemas.microsoft.com/office/drawing/2014/main" id="{1913CD06-8F0A-9C22-C1C6-81864C7694AE}"/>
              </a:ext>
            </a:extLst>
          </p:cNvPr>
          <p:cNvSpPr txBox="1"/>
          <p:nvPr/>
        </p:nvSpPr>
        <p:spPr>
          <a:xfrm>
            <a:off x="1631811" y="2471969"/>
            <a:ext cx="3561285" cy="1107996"/>
          </a:xfrm>
          <a:prstGeom prst="rect">
            <a:avLst/>
          </a:prstGeom>
          <a:noFill/>
        </p:spPr>
        <p:txBody>
          <a:bodyPr wrap="square">
            <a:spAutoFit/>
          </a:bodyPr>
          <a:lstStyle>
            <a:defPPr>
              <a:defRPr lang="en-US"/>
            </a:defPPr>
            <a:lvl1pPr>
              <a:defRPr sz="1100"/>
            </a:lvl1pPr>
          </a:lstStyle>
          <a:p>
            <a:r>
              <a:rPr lang="en-US"/>
              <a:t>You can obtain </a:t>
            </a:r>
            <a:r>
              <a:rPr lang="en-US" b="1">
                <a:solidFill>
                  <a:schemeClr val="bg1"/>
                </a:solidFill>
                <a:highlight>
                  <a:srgbClr val="F20000"/>
                </a:highlight>
              </a:rPr>
              <a:t>perfect reliability and still not be measuring what you intend to measure</a:t>
            </a:r>
            <a:r>
              <a:rPr lang="en-US"/>
              <a:t>. </a:t>
            </a:r>
          </a:p>
          <a:p>
            <a:endParaRPr lang="en-US"/>
          </a:p>
          <a:p>
            <a:r>
              <a:rPr lang="en-US"/>
              <a:t>The extent to which the response </a:t>
            </a:r>
            <a:r>
              <a:rPr lang="en-US" b="1">
                <a:highlight>
                  <a:srgbClr val="FFC000"/>
                </a:highlight>
              </a:rPr>
              <a:t>provided is a true measure and means what the researcher wants or expects it to mean </a:t>
            </a:r>
            <a:r>
              <a:rPr lang="en-US"/>
              <a:t>is called validity.</a:t>
            </a:r>
          </a:p>
        </p:txBody>
      </p:sp>
      <p:sp>
        <p:nvSpPr>
          <p:cNvPr id="49" name="TextBox 48">
            <a:extLst>
              <a:ext uri="{FF2B5EF4-FFF2-40B4-BE49-F238E27FC236}">
                <a16:creationId xmlns:a16="http://schemas.microsoft.com/office/drawing/2014/main" id="{67A645F4-B4FD-6CB3-5F16-7E96DF3BBFF0}"/>
              </a:ext>
            </a:extLst>
          </p:cNvPr>
          <p:cNvSpPr txBox="1"/>
          <p:nvPr/>
        </p:nvSpPr>
        <p:spPr>
          <a:xfrm>
            <a:off x="1704308" y="3708394"/>
            <a:ext cx="3037654" cy="215444"/>
          </a:xfrm>
          <a:prstGeom prst="rect">
            <a:avLst/>
          </a:prstGeom>
          <a:noFill/>
        </p:spPr>
        <p:txBody>
          <a:bodyPr wrap="square" lIns="0" tIns="0" rIns="0" bIns="0">
            <a:spAutoFit/>
          </a:bodyPr>
          <a:lstStyle/>
          <a:p>
            <a:r>
              <a:rPr lang="en-US" sz="1400" b="1">
                <a:solidFill>
                  <a:srgbClr val="FF0000"/>
                </a:solidFill>
              </a:rPr>
              <a:t>Validity</a:t>
            </a:r>
            <a:endParaRPr lang="en-GB" sz="1400" b="1" noProof="0">
              <a:solidFill>
                <a:srgbClr val="FF0000"/>
              </a:solidFill>
            </a:endParaRPr>
          </a:p>
        </p:txBody>
      </p:sp>
      <p:sp>
        <p:nvSpPr>
          <p:cNvPr id="50" name="TextBox 49">
            <a:extLst>
              <a:ext uri="{FF2B5EF4-FFF2-40B4-BE49-F238E27FC236}">
                <a16:creationId xmlns:a16="http://schemas.microsoft.com/office/drawing/2014/main" id="{6AC0DBA8-F1C0-AAF8-5531-2A97E54C7BB1}"/>
              </a:ext>
            </a:extLst>
          </p:cNvPr>
          <p:cNvSpPr txBox="1"/>
          <p:nvPr/>
        </p:nvSpPr>
        <p:spPr>
          <a:xfrm>
            <a:off x="1704308" y="4052267"/>
            <a:ext cx="3561285" cy="1200329"/>
          </a:xfrm>
          <a:prstGeom prst="rect">
            <a:avLst/>
          </a:prstGeom>
          <a:noFill/>
        </p:spPr>
        <p:txBody>
          <a:bodyPr wrap="square">
            <a:spAutoFit/>
          </a:bodyPr>
          <a:lstStyle>
            <a:defPPr>
              <a:defRPr lang="en-US"/>
            </a:defPPr>
            <a:lvl1pPr>
              <a:defRPr sz="1100"/>
            </a:lvl1pPr>
          </a:lstStyle>
          <a:p>
            <a:r>
              <a:rPr lang="en-US"/>
              <a:t>To study validity, it is necessary to distinguish between:</a:t>
            </a:r>
          </a:p>
          <a:p>
            <a:endParaRPr lang="en-US"/>
          </a:p>
          <a:p>
            <a:pPr marL="171450" indent="-171450">
              <a:buFont typeface="Arial" panose="020B0604020202020204" pitchFamily="34" charset="0"/>
              <a:buChar char="•"/>
            </a:pPr>
            <a:r>
              <a:rPr lang="en-US" sz="1000"/>
              <a:t>Questions designed to measure </a:t>
            </a:r>
            <a:r>
              <a:rPr lang="en-US" sz="1000" b="1">
                <a:highlight>
                  <a:srgbClr val="FFC000"/>
                </a:highlight>
              </a:rPr>
              <a:t>objectively measurable facts or events</a:t>
            </a:r>
            <a:br>
              <a:rPr lang="en-US" sz="1000"/>
            </a:br>
            <a:endParaRPr lang="en-US" sz="1000"/>
          </a:p>
          <a:p>
            <a:pPr marL="171450" indent="-171450">
              <a:buFont typeface="Arial" panose="020B0604020202020204" pitchFamily="34" charset="0"/>
              <a:buChar char="•"/>
            </a:pPr>
            <a:r>
              <a:rPr lang="en-US" sz="1000"/>
              <a:t>Questions designed to measure </a:t>
            </a:r>
            <a:r>
              <a:rPr lang="en-US" sz="1000" b="1">
                <a:highlight>
                  <a:srgbClr val="FFC000"/>
                </a:highlight>
              </a:rPr>
              <a:t>subjective states </a:t>
            </a:r>
            <a:r>
              <a:rPr lang="en-US" sz="1000"/>
              <a:t>(such as attitudes, opinions, and feelings). </a:t>
            </a:r>
          </a:p>
        </p:txBody>
      </p:sp>
      <p:sp>
        <p:nvSpPr>
          <p:cNvPr id="55" name="Right Brace 54">
            <a:extLst>
              <a:ext uri="{FF2B5EF4-FFF2-40B4-BE49-F238E27FC236}">
                <a16:creationId xmlns:a16="http://schemas.microsoft.com/office/drawing/2014/main" id="{EBC0B87C-62A8-527A-AB93-B75CBE471682}"/>
              </a:ext>
            </a:extLst>
          </p:cNvPr>
          <p:cNvSpPr/>
          <p:nvPr/>
        </p:nvSpPr>
        <p:spPr>
          <a:xfrm rot="10800000" flipH="1">
            <a:off x="5265593" y="2128096"/>
            <a:ext cx="298739" cy="3124500"/>
          </a:xfrm>
          <a:prstGeom prst="rightBrace">
            <a:avLst>
              <a:gd name="adj1" fmla="val 40394"/>
              <a:gd name="adj2" fmla="val 72976"/>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noProof="0"/>
          </a:p>
        </p:txBody>
      </p:sp>
      <p:sp>
        <p:nvSpPr>
          <p:cNvPr id="56" name="TextBox 55">
            <a:extLst>
              <a:ext uri="{FF2B5EF4-FFF2-40B4-BE49-F238E27FC236}">
                <a16:creationId xmlns:a16="http://schemas.microsoft.com/office/drawing/2014/main" id="{F17776D1-F807-8C2B-D3DE-EA982872D35C}"/>
              </a:ext>
            </a:extLst>
          </p:cNvPr>
          <p:cNvSpPr txBox="1"/>
          <p:nvPr/>
        </p:nvSpPr>
        <p:spPr>
          <a:xfrm>
            <a:off x="6128947" y="3301178"/>
            <a:ext cx="4214901" cy="307777"/>
          </a:xfrm>
          <a:prstGeom prst="rect">
            <a:avLst/>
          </a:prstGeom>
          <a:noFill/>
        </p:spPr>
        <p:txBody>
          <a:bodyPr wrap="square">
            <a:spAutoFit/>
          </a:bodyPr>
          <a:lstStyle>
            <a:defPPr>
              <a:defRPr lang="en-US"/>
            </a:defPPr>
            <a:lvl1pPr>
              <a:defRPr sz="1100"/>
            </a:lvl1pPr>
          </a:lstStyle>
          <a:p>
            <a:r>
              <a:rPr lang="en-US" sz="1400" b="1">
                <a:solidFill>
                  <a:schemeClr val="bg1"/>
                </a:solidFill>
                <a:highlight>
                  <a:srgbClr val="00B050"/>
                </a:highlight>
              </a:rPr>
              <a:t>Independent observation</a:t>
            </a:r>
            <a:endParaRPr lang="en-US"/>
          </a:p>
        </p:txBody>
      </p:sp>
      <p:sp>
        <p:nvSpPr>
          <p:cNvPr id="61" name="TextBox 60">
            <a:extLst>
              <a:ext uri="{FF2B5EF4-FFF2-40B4-BE49-F238E27FC236}">
                <a16:creationId xmlns:a16="http://schemas.microsoft.com/office/drawing/2014/main" id="{55F071DE-9DEF-095D-3E62-C55D096E91C2}"/>
              </a:ext>
            </a:extLst>
          </p:cNvPr>
          <p:cNvSpPr txBox="1"/>
          <p:nvPr/>
        </p:nvSpPr>
        <p:spPr>
          <a:xfrm>
            <a:off x="6166819" y="3638949"/>
            <a:ext cx="5072608" cy="430887"/>
          </a:xfrm>
          <a:prstGeom prst="rect">
            <a:avLst/>
          </a:prstGeom>
          <a:noFill/>
        </p:spPr>
        <p:txBody>
          <a:bodyPr wrap="square">
            <a:spAutoFit/>
          </a:bodyPr>
          <a:lstStyle/>
          <a:p>
            <a:r>
              <a:rPr lang="en-US" sz="1100"/>
              <a:t>The measure of validity becomes the </a:t>
            </a:r>
            <a:r>
              <a:rPr lang="en-US" sz="1100" b="1"/>
              <a:t>similarity between the survey report and the value of some “true” measure</a:t>
            </a:r>
            <a:r>
              <a:rPr lang="en-US" sz="1100"/>
              <a:t>. </a:t>
            </a:r>
          </a:p>
        </p:txBody>
      </p:sp>
      <p:sp>
        <p:nvSpPr>
          <p:cNvPr id="62" name="TextBox 61">
            <a:extLst>
              <a:ext uri="{FF2B5EF4-FFF2-40B4-BE49-F238E27FC236}">
                <a16:creationId xmlns:a16="http://schemas.microsoft.com/office/drawing/2014/main" id="{5449D794-4448-E34B-B9CD-9ED07DE95D30}"/>
              </a:ext>
            </a:extLst>
          </p:cNvPr>
          <p:cNvSpPr txBox="1"/>
          <p:nvPr/>
        </p:nvSpPr>
        <p:spPr>
          <a:xfrm>
            <a:off x="6166819" y="4199832"/>
            <a:ext cx="4214901" cy="307777"/>
          </a:xfrm>
          <a:prstGeom prst="rect">
            <a:avLst/>
          </a:prstGeom>
          <a:noFill/>
        </p:spPr>
        <p:txBody>
          <a:bodyPr wrap="square">
            <a:spAutoFit/>
          </a:bodyPr>
          <a:lstStyle>
            <a:defPPr>
              <a:defRPr lang="en-US"/>
            </a:defPPr>
            <a:lvl1pPr>
              <a:defRPr sz="1100"/>
            </a:lvl1pPr>
          </a:lstStyle>
          <a:p>
            <a:r>
              <a:rPr lang="en-US" sz="1400" b="1">
                <a:solidFill>
                  <a:schemeClr val="bg1"/>
                </a:solidFill>
                <a:highlight>
                  <a:srgbClr val="00B050"/>
                </a:highlight>
              </a:rPr>
              <a:t>Non available independent observation</a:t>
            </a:r>
            <a:endParaRPr lang="en-US"/>
          </a:p>
        </p:txBody>
      </p:sp>
      <p:sp>
        <p:nvSpPr>
          <p:cNvPr id="63" name="TextBox 62">
            <a:extLst>
              <a:ext uri="{FF2B5EF4-FFF2-40B4-BE49-F238E27FC236}">
                <a16:creationId xmlns:a16="http://schemas.microsoft.com/office/drawing/2014/main" id="{EE6992AB-BD30-1F88-48F0-257EDE00F9E7}"/>
              </a:ext>
            </a:extLst>
          </p:cNvPr>
          <p:cNvSpPr txBox="1"/>
          <p:nvPr/>
        </p:nvSpPr>
        <p:spPr>
          <a:xfrm>
            <a:off x="6204691" y="4537603"/>
            <a:ext cx="5072608" cy="769441"/>
          </a:xfrm>
          <a:prstGeom prst="rect">
            <a:avLst/>
          </a:prstGeom>
          <a:noFill/>
        </p:spPr>
        <p:txBody>
          <a:bodyPr wrap="square">
            <a:spAutoFit/>
          </a:bodyPr>
          <a:lstStyle/>
          <a:p>
            <a:r>
              <a:rPr lang="en-US" sz="1100"/>
              <a:t>The validity of reports about a person’s degree of happiness, tiredness, or interest </a:t>
            </a:r>
            <a:r>
              <a:rPr lang="en-US" sz="1100" b="1"/>
              <a:t>can only be assessed by their correlation with other responses </a:t>
            </a:r>
            <a:r>
              <a:rPr lang="en-US" sz="1100"/>
              <a:t>or with other facts from the respondent’s life that one believes ought to be related to what is being measured.</a:t>
            </a:r>
          </a:p>
        </p:txBody>
      </p:sp>
      <p:sp>
        <p:nvSpPr>
          <p:cNvPr id="66" name="TextBox 65">
            <a:extLst>
              <a:ext uri="{FF2B5EF4-FFF2-40B4-BE49-F238E27FC236}">
                <a16:creationId xmlns:a16="http://schemas.microsoft.com/office/drawing/2014/main" id="{5A3BA88F-BA3E-D6EE-563D-FE385EF2A509}"/>
              </a:ext>
            </a:extLst>
          </p:cNvPr>
          <p:cNvSpPr txBox="1"/>
          <p:nvPr/>
        </p:nvSpPr>
        <p:spPr>
          <a:xfrm>
            <a:off x="5789223" y="2774395"/>
            <a:ext cx="4214901" cy="430887"/>
          </a:xfrm>
          <a:prstGeom prst="rect">
            <a:avLst/>
          </a:prstGeom>
          <a:noFill/>
        </p:spPr>
        <p:txBody>
          <a:bodyPr wrap="square">
            <a:spAutoFit/>
          </a:bodyPr>
          <a:lstStyle>
            <a:defPPr>
              <a:defRPr lang="en-US"/>
            </a:defPPr>
            <a:lvl1pPr>
              <a:defRPr sz="1100"/>
            </a:lvl1pPr>
          </a:lstStyle>
          <a:p>
            <a:r>
              <a:rPr lang="en-US"/>
              <a:t>For the data collection experience to be </a:t>
            </a:r>
            <a:r>
              <a:rPr lang="en-US" b="1">
                <a:highlight>
                  <a:srgbClr val="FFC000"/>
                </a:highlight>
              </a:rPr>
              <a:t>consistent for all respondents</a:t>
            </a:r>
            <a:r>
              <a:rPr lang="en-US"/>
              <a:t>, a </a:t>
            </a:r>
            <a:r>
              <a:rPr lang="en-US" b="1">
                <a:solidFill>
                  <a:schemeClr val="bg1"/>
                </a:solidFill>
                <a:highlight>
                  <a:srgbClr val="00B050"/>
                </a:highlight>
              </a:rPr>
              <a:t>good question </a:t>
            </a:r>
            <a:r>
              <a:rPr lang="en-US"/>
              <a:t>must have the following properties:</a:t>
            </a:r>
          </a:p>
        </p:txBody>
      </p:sp>
    </p:spTree>
    <p:extLst>
      <p:ext uri="{BB962C8B-B14F-4D97-AF65-F5344CB8AC3E}">
        <p14:creationId xmlns:p14="http://schemas.microsoft.com/office/powerpoint/2010/main" val="17464134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B55B8-8A52-5780-FB5D-C64A8598C9BD}"/>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37C71100-5C11-A02F-D427-191F7ACE0DCC}"/>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5" name="Slide Number Placeholder 5">
            <a:extLst>
              <a:ext uri="{FF2B5EF4-FFF2-40B4-BE49-F238E27FC236}">
                <a16:creationId xmlns:a16="http://schemas.microsoft.com/office/drawing/2014/main" id="{2C8B110E-66A6-535D-0B1F-B75D05E32E82}"/>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52</a:t>
            </a:fld>
            <a:endParaRPr lang="en-GB" noProof="0"/>
          </a:p>
        </p:txBody>
      </p:sp>
      <p:sp>
        <p:nvSpPr>
          <p:cNvPr id="8" name="Date Placeholder 3">
            <a:extLst>
              <a:ext uri="{FF2B5EF4-FFF2-40B4-BE49-F238E27FC236}">
                <a16:creationId xmlns:a16="http://schemas.microsoft.com/office/drawing/2014/main" id="{2D1FD98B-7A4D-F3B7-8A91-4D16AA0C2798}"/>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
        <p:nvSpPr>
          <p:cNvPr id="2" name="TextBox 1">
            <a:extLst>
              <a:ext uri="{FF2B5EF4-FFF2-40B4-BE49-F238E27FC236}">
                <a16:creationId xmlns:a16="http://schemas.microsoft.com/office/drawing/2014/main" id="{E52CF853-6678-D434-32CE-D52967BC263C}"/>
              </a:ext>
            </a:extLst>
          </p:cNvPr>
          <p:cNvSpPr txBox="1"/>
          <p:nvPr/>
        </p:nvSpPr>
        <p:spPr>
          <a:xfrm>
            <a:off x="933343" y="1001680"/>
            <a:ext cx="4122787" cy="400110"/>
          </a:xfrm>
          <a:prstGeom prst="rect">
            <a:avLst/>
          </a:prstGeom>
          <a:noFill/>
        </p:spPr>
        <p:txBody>
          <a:bodyPr wrap="square">
            <a:spAutoFit/>
          </a:bodyPr>
          <a:lstStyle/>
          <a:p>
            <a:pPr lvl="0">
              <a:defRPr/>
            </a:pPr>
            <a:r>
              <a:rPr lang="en-GB" sz="2000" b="1">
                <a:highlight>
                  <a:srgbClr val="FFC000"/>
                </a:highlight>
              </a:rPr>
              <a:t>Validity</a:t>
            </a:r>
            <a:endParaRPr lang="en-GB" sz="1100" b="1" noProof="0">
              <a:highlight>
                <a:srgbClr val="FFC000"/>
              </a:highlight>
            </a:endParaRPr>
          </a:p>
        </p:txBody>
      </p:sp>
      <p:sp>
        <p:nvSpPr>
          <p:cNvPr id="9" name="TextBox 8">
            <a:extLst>
              <a:ext uri="{FF2B5EF4-FFF2-40B4-BE49-F238E27FC236}">
                <a16:creationId xmlns:a16="http://schemas.microsoft.com/office/drawing/2014/main" id="{F34F3D53-9601-5220-EC04-AC93256263F8}"/>
              </a:ext>
            </a:extLst>
          </p:cNvPr>
          <p:cNvSpPr txBox="1"/>
          <p:nvPr/>
        </p:nvSpPr>
        <p:spPr>
          <a:xfrm>
            <a:off x="993889" y="1658648"/>
            <a:ext cx="3037654" cy="215444"/>
          </a:xfrm>
          <a:prstGeom prst="rect">
            <a:avLst/>
          </a:prstGeom>
          <a:noFill/>
        </p:spPr>
        <p:txBody>
          <a:bodyPr wrap="square" lIns="0" tIns="0" rIns="0" bIns="0">
            <a:spAutoFit/>
          </a:bodyPr>
          <a:lstStyle/>
          <a:p>
            <a:r>
              <a:rPr lang="en-US" sz="1400" b="1">
                <a:solidFill>
                  <a:srgbClr val="FF0000"/>
                </a:solidFill>
              </a:rPr>
              <a:t>Levels of measurement</a:t>
            </a:r>
            <a:endParaRPr lang="en-GB" sz="1400" b="1" noProof="0">
              <a:solidFill>
                <a:srgbClr val="FF0000"/>
              </a:solidFill>
            </a:endParaRPr>
          </a:p>
        </p:txBody>
      </p:sp>
      <p:sp>
        <p:nvSpPr>
          <p:cNvPr id="48" name="TextBox 47">
            <a:extLst>
              <a:ext uri="{FF2B5EF4-FFF2-40B4-BE49-F238E27FC236}">
                <a16:creationId xmlns:a16="http://schemas.microsoft.com/office/drawing/2014/main" id="{146374BA-DD7F-4C73-8A35-4AA93DD785E2}"/>
              </a:ext>
            </a:extLst>
          </p:cNvPr>
          <p:cNvSpPr txBox="1"/>
          <p:nvPr/>
        </p:nvSpPr>
        <p:spPr>
          <a:xfrm>
            <a:off x="933343" y="1914472"/>
            <a:ext cx="4122787" cy="430887"/>
          </a:xfrm>
          <a:prstGeom prst="rect">
            <a:avLst/>
          </a:prstGeom>
          <a:noFill/>
        </p:spPr>
        <p:txBody>
          <a:bodyPr wrap="square">
            <a:spAutoFit/>
          </a:bodyPr>
          <a:lstStyle>
            <a:defPPr>
              <a:defRPr lang="en-US"/>
            </a:defPPr>
            <a:lvl1pPr>
              <a:defRPr sz="1100"/>
            </a:lvl1pPr>
          </a:lstStyle>
          <a:p>
            <a:r>
              <a:rPr lang="en-US"/>
              <a:t>The levels of measurement produce four different kinds of tasks for respondents and </a:t>
            </a:r>
            <a:r>
              <a:rPr lang="en-US" b="1">
                <a:highlight>
                  <a:srgbClr val="FFC000"/>
                </a:highlight>
              </a:rPr>
              <a:t>four different kinds of data for analysis</a:t>
            </a:r>
            <a:r>
              <a:rPr lang="en-US"/>
              <a:t>. </a:t>
            </a:r>
          </a:p>
        </p:txBody>
      </p:sp>
      <p:sp>
        <p:nvSpPr>
          <p:cNvPr id="61" name="TextBox 60">
            <a:extLst>
              <a:ext uri="{FF2B5EF4-FFF2-40B4-BE49-F238E27FC236}">
                <a16:creationId xmlns:a16="http://schemas.microsoft.com/office/drawing/2014/main" id="{4E408B0A-E424-11BF-5ABA-A012805F9A08}"/>
              </a:ext>
            </a:extLst>
          </p:cNvPr>
          <p:cNvSpPr txBox="1"/>
          <p:nvPr/>
        </p:nvSpPr>
        <p:spPr>
          <a:xfrm>
            <a:off x="3002415" y="3159811"/>
            <a:ext cx="2411459" cy="600164"/>
          </a:xfrm>
          <a:prstGeom prst="rect">
            <a:avLst/>
          </a:prstGeom>
          <a:noFill/>
        </p:spPr>
        <p:txBody>
          <a:bodyPr wrap="square">
            <a:spAutoFit/>
          </a:bodyPr>
          <a:lstStyle/>
          <a:p>
            <a:r>
              <a:rPr lang="en-US" sz="1100"/>
              <a:t>People or events are classified into unordered categories.</a:t>
            </a:r>
          </a:p>
          <a:p>
            <a:r>
              <a:rPr lang="en-US" sz="1100" i="1">
                <a:solidFill>
                  <a:schemeClr val="bg1">
                    <a:lumMod val="75000"/>
                  </a:schemeClr>
                </a:solidFill>
              </a:rPr>
              <a:t>(Are you male or female?)</a:t>
            </a:r>
          </a:p>
        </p:txBody>
      </p:sp>
      <p:sp>
        <p:nvSpPr>
          <p:cNvPr id="64" name="TextBox 63">
            <a:extLst>
              <a:ext uri="{FF2B5EF4-FFF2-40B4-BE49-F238E27FC236}">
                <a16:creationId xmlns:a16="http://schemas.microsoft.com/office/drawing/2014/main" id="{556D8FF7-7DFC-1ED7-216F-0C9483F2858D}"/>
              </a:ext>
            </a:extLst>
          </p:cNvPr>
          <p:cNvSpPr txBox="1"/>
          <p:nvPr/>
        </p:nvSpPr>
        <p:spPr>
          <a:xfrm>
            <a:off x="3264752" y="2931713"/>
            <a:ext cx="2149123" cy="261610"/>
          </a:xfrm>
          <a:prstGeom prst="rect">
            <a:avLst/>
          </a:prstGeom>
          <a:noFill/>
        </p:spPr>
        <p:txBody>
          <a:bodyPr wrap="square">
            <a:spAutoFit/>
          </a:bodyPr>
          <a:lstStyle>
            <a:defPPr>
              <a:defRPr lang="en-US"/>
            </a:defPPr>
            <a:lvl1pPr lvl="0">
              <a:defRPr sz="1400"/>
            </a:lvl1pPr>
          </a:lstStyle>
          <a:p>
            <a:r>
              <a:rPr lang="en-US" sz="1100" b="1" noProof="0"/>
              <a:t>Nominal</a:t>
            </a:r>
            <a:endParaRPr lang="en-GB" sz="1100" noProof="0"/>
          </a:p>
        </p:txBody>
      </p:sp>
      <p:sp>
        <p:nvSpPr>
          <p:cNvPr id="65" name="Título 1">
            <a:extLst>
              <a:ext uri="{FF2B5EF4-FFF2-40B4-BE49-F238E27FC236}">
                <a16:creationId xmlns:a16="http://schemas.microsoft.com/office/drawing/2014/main" id="{AF5018A3-954F-0719-6E6E-6B291B3B9E51}"/>
              </a:ext>
            </a:extLst>
          </p:cNvPr>
          <p:cNvSpPr txBox="1">
            <a:spLocks/>
          </p:cNvSpPr>
          <p:nvPr/>
        </p:nvSpPr>
        <p:spPr>
          <a:xfrm>
            <a:off x="2959095" y="2858041"/>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Black" panose="020B0004020202020204" pitchFamily="34" charset="0"/>
              </a:rPr>
              <a:t>1.</a:t>
            </a:r>
          </a:p>
        </p:txBody>
      </p:sp>
      <p:sp>
        <p:nvSpPr>
          <p:cNvPr id="68" name="TextBox 67">
            <a:extLst>
              <a:ext uri="{FF2B5EF4-FFF2-40B4-BE49-F238E27FC236}">
                <a16:creationId xmlns:a16="http://schemas.microsoft.com/office/drawing/2014/main" id="{E4813AF2-B066-95F6-1307-783F3319A337}"/>
              </a:ext>
            </a:extLst>
          </p:cNvPr>
          <p:cNvSpPr txBox="1"/>
          <p:nvPr/>
        </p:nvSpPr>
        <p:spPr>
          <a:xfrm>
            <a:off x="3002415" y="4400300"/>
            <a:ext cx="2505279" cy="938719"/>
          </a:xfrm>
          <a:prstGeom prst="rect">
            <a:avLst/>
          </a:prstGeom>
          <a:noFill/>
        </p:spPr>
        <p:txBody>
          <a:bodyPr wrap="square">
            <a:spAutoFit/>
          </a:bodyPr>
          <a:lstStyle/>
          <a:p>
            <a:r>
              <a:rPr lang="en-US" sz="1100"/>
              <a:t>People or events are ordered or placed into ordered categories along a single dimension.</a:t>
            </a:r>
            <a:br>
              <a:rPr lang="en-US" sz="1100"/>
            </a:br>
            <a:r>
              <a:rPr lang="en-US" sz="1100" i="1">
                <a:solidFill>
                  <a:schemeClr val="bg1">
                    <a:lumMod val="75000"/>
                  </a:schemeClr>
                </a:solidFill>
              </a:rPr>
              <a:t>(How would you rate your health: very good, good, fair, or poor?)</a:t>
            </a:r>
          </a:p>
        </p:txBody>
      </p:sp>
      <p:sp>
        <p:nvSpPr>
          <p:cNvPr id="69" name="TextBox 68">
            <a:extLst>
              <a:ext uri="{FF2B5EF4-FFF2-40B4-BE49-F238E27FC236}">
                <a16:creationId xmlns:a16="http://schemas.microsoft.com/office/drawing/2014/main" id="{C891D77E-B5BC-D015-05F2-6E5BB251DFC4}"/>
              </a:ext>
            </a:extLst>
          </p:cNvPr>
          <p:cNvSpPr txBox="1"/>
          <p:nvPr/>
        </p:nvSpPr>
        <p:spPr>
          <a:xfrm>
            <a:off x="3264752" y="4172202"/>
            <a:ext cx="2149123" cy="261610"/>
          </a:xfrm>
          <a:prstGeom prst="rect">
            <a:avLst/>
          </a:prstGeom>
          <a:noFill/>
        </p:spPr>
        <p:txBody>
          <a:bodyPr wrap="square">
            <a:spAutoFit/>
          </a:bodyPr>
          <a:lstStyle>
            <a:defPPr>
              <a:defRPr lang="en-US"/>
            </a:defPPr>
            <a:lvl1pPr lvl="0">
              <a:defRPr sz="1400"/>
            </a:lvl1pPr>
          </a:lstStyle>
          <a:p>
            <a:r>
              <a:rPr lang="en-US" sz="1100" b="1" noProof="0"/>
              <a:t>Ordinal</a:t>
            </a:r>
            <a:endParaRPr lang="en-GB" sz="1100" noProof="0"/>
          </a:p>
        </p:txBody>
      </p:sp>
      <p:sp>
        <p:nvSpPr>
          <p:cNvPr id="70" name="Título 1">
            <a:extLst>
              <a:ext uri="{FF2B5EF4-FFF2-40B4-BE49-F238E27FC236}">
                <a16:creationId xmlns:a16="http://schemas.microsoft.com/office/drawing/2014/main" id="{BED26686-8E2D-226B-C26D-63E4D8B4EB85}"/>
              </a:ext>
            </a:extLst>
          </p:cNvPr>
          <p:cNvSpPr txBox="1">
            <a:spLocks/>
          </p:cNvSpPr>
          <p:nvPr/>
        </p:nvSpPr>
        <p:spPr>
          <a:xfrm>
            <a:off x="2959095" y="4098530"/>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a:solidFill>
                  <a:srgbClr val="FF0000"/>
                </a:solidFill>
                <a:latin typeface="Aptos Black" panose="020B0004020202020204" pitchFamily="34" charset="0"/>
              </a:rPr>
              <a:t>2</a:t>
            </a:r>
            <a:r>
              <a:rPr lang="en-GB" sz="2400" b="1" noProof="0">
                <a:solidFill>
                  <a:srgbClr val="FF0000"/>
                </a:solidFill>
                <a:latin typeface="Aptos Black" panose="020B0004020202020204" pitchFamily="34" charset="0"/>
              </a:rPr>
              <a:t>.</a:t>
            </a:r>
          </a:p>
        </p:txBody>
      </p:sp>
      <p:sp>
        <p:nvSpPr>
          <p:cNvPr id="71" name="TextBox 70">
            <a:extLst>
              <a:ext uri="{FF2B5EF4-FFF2-40B4-BE49-F238E27FC236}">
                <a16:creationId xmlns:a16="http://schemas.microsoft.com/office/drawing/2014/main" id="{DA0360F1-25B8-E35C-E403-606062D87008}"/>
              </a:ext>
            </a:extLst>
          </p:cNvPr>
          <p:cNvSpPr txBox="1"/>
          <p:nvPr/>
        </p:nvSpPr>
        <p:spPr>
          <a:xfrm>
            <a:off x="6160040" y="3159811"/>
            <a:ext cx="2958588" cy="769441"/>
          </a:xfrm>
          <a:prstGeom prst="rect">
            <a:avLst/>
          </a:prstGeom>
          <a:noFill/>
        </p:spPr>
        <p:txBody>
          <a:bodyPr wrap="square">
            <a:spAutoFit/>
          </a:bodyPr>
          <a:lstStyle/>
          <a:p>
            <a:r>
              <a:rPr lang="en-US" sz="1100"/>
              <a:t>Numbers are attached that provide meaningful information about the distance between ordered stimuli or classes.</a:t>
            </a:r>
            <a:br>
              <a:rPr lang="en-US" sz="1100"/>
            </a:br>
            <a:r>
              <a:rPr lang="en-US" sz="1100" i="1">
                <a:solidFill>
                  <a:schemeClr val="bg1">
                    <a:lumMod val="75000"/>
                  </a:schemeClr>
                </a:solidFill>
              </a:rPr>
              <a:t>(Fahrenheit temperature)</a:t>
            </a:r>
          </a:p>
        </p:txBody>
      </p:sp>
      <p:sp>
        <p:nvSpPr>
          <p:cNvPr id="72" name="TextBox 71">
            <a:extLst>
              <a:ext uri="{FF2B5EF4-FFF2-40B4-BE49-F238E27FC236}">
                <a16:creationId xmlns:a16="http://schemas.microsoft.com/office/drawing/2014/main" id="{2A089DB5-6D60-6B90-F18F-A4D888A3D950}"/>
              </a:ext>
            </a:extLst>
          </p:cNvPr>
          <p:cNvSpPr txBox="1"/>
          <p:nvPr/>
        </p:nvSpPr>
        <p:spPr>
          <a:xfrm>
            <a:off x="6422377" y="2931713"/>
            <a:ext cx="2149123" cy="261610"/>
          </a:xfrm>
          <a:prstGeom prst="rect">
            <a:avLst/>
          </a:prstGeom>
          <a:noFill/>
        </p:spPr>
        <p:txBody>
          <a:bodyPr wrap="square">
            <a:spAutoFit/>
          </a:bodyPr>
          <a:lstStyle>
            <a:defPPr>
              <a:defRPr lang="en-US"/>
            </a:defPPr>
            <a:lvl1pPr lvl="0">
              <a:defRPr sz="1400"/>
            </a:lvl1pPr>
          </a:lstStyle>
          <a:p>
            <a:r>
              <a:rPr lang="en-US" sz="1100" b="1" noProof="0"/>
              <a:t>Interval</a:t>
            </a:r>
            <a:endParaRPr lang="en-GB" sz="1100" noProof="0"/>
          </a:p>
        </p:txBody>
      </p:sp>
      <p:sp>
        <p:nvSpPr>
          <p:cNvPr id="73" name="Título 1">
            <a:extLst>
              <a:ext uri="{FF2B5EF4-FFF2-40B4-BE49-F238E27FC236}">
                <a16:creationId xmlns:a16="http://schemas.microsoft.com/office/drawing/2014/main" id="{8EA86F59-9118-993A-8E0A-C86F8DCBA17E}"/>
              </a:ext>
            </a:extLst>
          </p:cNvPr>
          <p:cNvSpPr txBox="1">
            <a:spLocks/>
          </p:cNvSpPr>
          <p:nvPr/>
        </p:nvSpPr>
        <p:spPr>
          <a:xfrm>
            <a:off x="6116720" y="2858041"/>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Black" panose="020B0004020202020204" pitchFamily="34" charset="0"/>
              </a:rPr>
              <a:t>3.</a:t>
            </a:r>
          </a:p>
        </p:txBody>
      </p:sp>
      <p:sp>
        <p:nvSpPr>
          <p:cNvPr id="74" name="TextBox 73">
            <a:extLst>
              <a:ext uri="{FF2B5EF4-FFF2-40B4-BE49-F238E27FC236}">
                <a16:creationId xmlns:a16="http://schemas.microsoft.com/office/drawing/2014/main" id="{1F34DA29-BE4F-B136-D0A8-5D3ADEC3D252}"/>
              </a:ext>
            </a:extLst>
          </p:cNvPr>
          <p:cNvSpPr txBox="1"/>
          <p:nvPr/>
        </p:nvSpPr>
        <p:spPr>
          <a:xfrm>
            <a:off x="6160040" y="4469344"/>
            <a:ext cx="3978495" cy="938719"/>
          </a:xfrm>
          <a:prstGeom prst="rect">
            <a:avLst/>
          </a:prstGeom>
          <a:noFill/>
        </p:spPr>
        <p:txBody>
          <a:bodyPr wrap="square">
            <a:spAutoFit/>
          </a:bodyPr>
          <a:lstStyle/>
          <a:p>
            <a:r>
              <a:rPr lang="en-US" sz="1100"/>
              <a:t>Numbers are assigned so that ratios between values are meaningful, as are the intervals between them. Common examples are counts or measurements based on an objective physical metric, such as distance, weight, or time.</a:t>
            </a:r>
            <a:br>
              <a:rPr lang="en-US" sz="1100"/>
            </a:br>
            <a:r>
              <a:rPr lang="en-US" sz="1100" i="1">
                <a:solidFill>
                  <a:schemeClr val="bg1">
                    <a:lumMod val="75000"/>
                  </a:schemeClr>
                </a:solidFill>
              </a:rPr>
              <a:t>(How old were you on your last birthday?)</a:t>
            </a:r>
          </a:p>
        </p:txBody>
      </p:sp>
      <p:sp>
        <p:nvSpPr>
          <p:cNvPr id="75" name="TextBox 74">
            <a:extLst>
              <a:ext uri="{FF2B5EF4-FFF2-40B4-BE49-F238E27FC236}">
                <a16:creationId xmlns:a16="http://schemas.microsoft.com/office/drawing/2014/main" id="{E5FD50E8-3D63-6980-79FA-59ECF2131FED}"/>
              </a:ext>
            </a:extLst>
          </p:cNvPr>
          <p:cNvSpPr txBox="1"/>
          <p:nvPr/>
        </p:nvSpPr>
        <p:spPr>
          <a:xfrm>
            <a:off x="6422377" y="4241246"/>
            <a:ext cx="2149123" cy="261610"/>
          </a:xfrm>
          <a:prstGeom prst="rect">
            <a:avLst/>
          </a:prstGeom>
          <a:noFill/>
        </p:spPr>
        <p:txBody>
          <a:bodyPr wrap="square">
            <a:spAutoFit/>
          </a:bodyPr>
          <a:lstStyle>
            <a:defPPr>
              <a:defRPr lang="en-US"/>
            </a:defPPr>
            <a:lvl1pPr lvl="0">
              <a:defRPr sz="1400"/>
            </a:lvl1pPr>
          </a:lstStyle>
          <a:p>
            <a:r>
              <a:rPr lang="en-US" sz="1100" b="1" noProof="0"/>
              <a:t>Ratios</a:t>
            </a:r>
            <a:endParaRPr lang="en-GB" sz="1100" noProof="0"/>
          </a:p>
        </p:txBody>
      </p:sp>
      <p:sp>
        <p:nvSpPr>
          <p:cNvPr id="76" name="Título 1">
            <a:extLst>
              <a:ext uri="{FF2B5EF4-FFF2-40B4-BE49-F238E27FC236}">
                <a16:creationId xmlns:a16="http://schemas.microsoft.com/office/drawing/2014/main" id="{AFC42190-25BC-8F70-A6A0-AAFCEB1BE708}"/>
              </a:ext>
            </a:extLst>
          </p:cNvPr>
          <p:cNvSpPr txBox="1">
            <a:spLocks/>
          </p:cNvSpPr>
          <p:nvPr/>
        </p:nvSpPr>
        <p:spPr>
          <a:xfrm>
            <a:off x="6116720" y="4167574"/>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Black" panose="020B0004020202020204" pitchFamily="34" charset="0"/>
              </a:rPr>
              <a:t>4.</a:t>
            </a:r>
          </a:p>
        </p:txBody>
      </p:sp>
    </p:spTree>
    <p:extLst>
      <p:ext uri="{BB962C8B-B14F-4D97-AF65-F5344CB8AC3E}">
        <p14:creationId xmlns:p14="http://schemas.microsoft.com/office/powerpoint/2010/main" val="40279007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FB53A-EC0F-4F71-1FB0-D53E46E44B55}"/>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4611665E-27FE-35B1-BDFB-C73C30FB5777}"/>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5" name="Slide Number Placeholder 5">
            <a:extLst>
              <a:ext uri="{FF2B5EF4-FFF2-40B4-BE49-F238E27FC236}">
                <a16:creationId xmlns:a16="http://schemas.microsoft.com/office/drawing/2014/main" id="{6728CE18-EBEF-89D7-6E65-7739B37C57E3}"/>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53</a:t>
            </a:fld>
            <a:endParaRPr lang="en-GB" noProof="0"/>
          </a:p>
        </p:txBody>
      </p:sp>
      <p:sp>
        <p:nvSpPr>
          <p:cNvPr id="8" name="Date Placeholder 3">
            <a:extLst>
              <a:ext uri="{FF2B5EF4-FFF2-40B4-BE49-F238E27FC236}">
                <a16:creationId xmlns:a16="http://schemas.microsoft.com/office/drawing/2014/main" id="{86CB87A3-6032-BFCA-761E-5F13829616A7}"/>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
        <p:nvSpPr>
          <p:cNvPr id="2" name="TextBox 1">
            <a:extLst>
              <a:ext uri="{FF2B5EF4-FFF2-40B4-BE49-F238E27FC236}">
                <a16:creationId xmlns:a16="http://schemas.microsoft.com/office/drawing/2014/main" id="{B37224B9-4B1B-EA14-A953-A07BF31F6D09}"/>
              </a:ext>
            </a:extLst>
          </p:cNvPr>
          <p:cNvSpPr txBox="1"/>
          <p:nvPr/>
        </p:nvSpPr>
        <p:spPr>
          <a:xfrm>
            <a:off x="933343" y="1001680"/>
            <a:ext cx="4122787" cy="400110"/>
          </a:xfrm>
          <a:prstGeom prst="rect">
            <a:avLst/>
          </a:prstGeom>
          <a:noFill/>
        </p:spPr>
        <p:txBody>
          <a:bodyPr wrap="square">
            <a:spAutoFit/>
          </a:bodyPr>
          <a:lstStyle/>
          <a:p>
            <a:pPr lvl="0">
              <a:defRPr/>
            </a:pPr>
            <a:r>
              <a:rPr lang="en-GB" sz="2000" b="1">
                <a:highlight>
                  <a:srgbClr val="FFC000"/>
                </a:highlight>
              </a:rPr>
              <a:t>Validity</a:t>
            </a:r>
            <a:endParaRPr lang="en-GB" sz="1100" b="1" noProof="0">
              <a:highlight>
                <a:srgbClr val="FFC000"/>
              </a:highlight>
            </a:endParaRPr>
          </a:p>
        </p:txBody>
      </p:sp>
      <p:sp>
        <p:nvSpPr>
          <p:cNvPr id="9" name="TextBox 8">
            <a:extLst>
              <a:ext uri="{FF2B5EF4-FFF2-40B4-BE49-F238E27FC236}">
                <a16:creationId xmlns:a16="http://schemas.microsoft.com/office/drawing/2014/main" id="{DEE3856D-F4B7-DBA2-C21A-63CA996EC16D}"/>
              </a:ext>
            </a:extLst>
          </p:cNvPr>
          <p:cNvSpPr txBox="1"/>
          <p:nvPr/>
        </p:nvSpPr>
        <p:spPr>
          <a:xfrm>
            <a:off x="993889" y="1658648"/>
            <a:ext cx="3037654" cy="215444"/>
          </a:xfrm>
          <a:prstGeom prst="rect">
            <a:avLst/>
          </a:prstGeom>
          <a:noFill/>
        </p:spPr>
        <p:txBody>
          <a:bodyPr wrap="square" lIns="0" tIns="0" rIns="0" bIns="0">
            <a:spAutoFit/>
          </a:bodyPr>
          <a:lstStyle/>
          <a:p>
            <a:r>
              <a:rPr lang="en-US" sz="1400" b="1">
                <a:solidFill>
                  <a:srgbClr val="FF0000"/>
                </a:solidFill>
              </a:rPr>
              <a:t>Open and closed questions</a:t>
            </a:r>
            <a:endParaRPr lang="en-GB" sz="1400" b="1" noProof="0">
              <a:solidFill>
                <a:srgbClr val="FF0000"/>
              </a:solidFill>
            </a:endParaRPr>
          </a:p>
        </p:txBody>
      </p:sp>
      <p:sp>
        <p:nvSpPr>
          <p:cNvPr id="3" name="Rectangle: Rounded Corners 2">
            <a:extLst>
              <a:ext uri="{FF2B5EF4-FFF2-40B4-BE49-F238E27FC236}">
                <a16:creationId xmlns:a16="http://schemas.microsoft.com/office/drawing/2014/main" id="{2C1C266C-D836-D1BC-6C83-554288DDFD4D}"/>
              </a:ext>
            </a:extLst>
          </p:cNvPr>
          <p:cNvSpPr/>
          <p:nvPr/>
        </p:nvSpPr>
        <p:spPr>
          <a:xfrm>
            <a:off x="993889" y="2017865"/>
            <a:ext cx="4723980" cy="436834"/>
          </a:xfrm>
          <a:prstGeom prst="round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What health problems do you have? </a:t>
            </a:r>
            <a:r>
              <a:rPr lang="en-US" sz="1000" b="1">
                <a:solidFill>
                  <a:schemeClr val="tx1"/>
                </a:solidFill>
              </a:rPr>
              <a:t>(open)</a:t>
            </a:r>
            <a:endParaRPr lang="en-GB" sz="1000" b="1" noProof="0">
              <a:solidFill>
                <a:schemeClr val="tx1"/>
              </a:solidFill>
            </a:endParaRPr>
          </a:p>
        </p:txBody>
      </p:sp>
      <p:sp>
        <p:nvSpPr>
          <p:cNvPr id="4" name="Rectangle: Rounded Corners 3">
            <a:extLst>
              <a:ext uri="{FF2B5EF4-FFF2-40B4-BE49-F238E27FC236}">
                <a16:creationId xmlns:a16="http://schemas.microsoft.com/office/drawing/2014/main" id="{1CAA186E-17F1-C879-7134-B434E2655D96}"/>
              </a:ext>
            </a:extLst>
          </p:cNvPr>
          <p:cNvSpPr/>
          <p:nvPr/>
        </p:nvSpPr>
        <p:spPr>
          <a:xfrm>
            <a:off x="993889" y="2546941"/>
            <a:ext cx="4723980" cy="436835"/>
          </a:xfrm>
          <a:prstGeom prst="roundRect">
            <a:avLst/>
          </a:prstGeom>
          <a:solidFill>
            <a:schemeClr val="tx2">
              <a:lumMod val="10000"/>
              <a:lumOff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Which of the following illnesses do you currently have? (READ THE LIST) </a:t>
            </a:r>
            <a:r>
              <a:rPr lang="en-US" sz="1000" b="1">
                <a:solidFill>
                  <a:schemeClr val="tx1"/>
                </a:solidFill>
              </a:rPr>
              <a:t>(closed)</a:t>
            </a:r>
            <a:endParaRPr lang="en-GB" sz="1000" b="1" noProof="0">
              <a:solidFill>
                <a:schemeClr val="tx1"/>
              </a:solidFill>
            </a:endParaRPr>
          </a:p>
        </p:txBody>
      </p:sp>
      <p:sp>
        <p:nvSpPr>
          <p:cNvPr id="7" name="Rectangle: Rounded Corners 6">
            <a:extLst>
              <a:ext uri="{FF2B5EF4-FFF2-40B4-BE49-F238E27FC236}">
                <a16:creationId xmlns:a16="http://schemas.microsoft.com/office/drawing/2014/main" id="{AE04403C-70C5-831E-A3AC-85F7FF4918E3}"/>
              </a:ext>
            </a:extLst>
          </p:cNvPr>
          <p:cNvSpPr/>
          <p:nvPr/>
        </p:nvSpPr>
        <p:spPr>
          <a:xfrm>
            <a:off x="993889" y="3083414"/>
            <a:ext cx="4723980" cy="435548"/>
          </a:xfrm>
          <a:prstGeom prst="round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What do you consider to be the most important problem facing our country today? </a:t>
            </a:r>
            <a:r>
              <a:rPr lang="en-US" sz="1000" b="1">
                <a:solidFill>
                  <a:schemeClr val="tx1"/>
                </a:solidFill>
              </a:rPr>
              <a:t>(open)</a:t>
            </a:r>
            <a:endParaRPr lang="en-GB" sz="1000" b="1" noProof="0">
              <a:solidFill>
                <a:schemeClr val="tx1"/>
              </a:solidFill>
            </a:endParaRPr>
          </a:p>
        </p:txBody>
      </p:sp>
      <p:sp>
        <p:nvSpPr>
          <p:cNvPr id="10" name="Rectangle: Rounded Corners 9">
            <a:extLst>
              <a:ext uri="{FF2B5EF4-FFF2-40B4-BE49-F238E27FC236}">
                <a16:creationId xmlns:a16="http://schemas.microsoft.com/office/drawing/2014/main" id="{D81CFEFA-7139-1978-4AFA-CCACB97EFDF3}"/>
              </a:ext>
            </a:extLst>
          </p:cNvPr>
          <p:cNvSpPr/>
          <p:nvPr/>
        </p:nvSpPr>
        <p:spPr>
          <a:xfrm>
            <a:off x="993889" y="3618600"/>
            <a:ext cx="4723980" cy="564209"/>
          </a:xfrm>
          <a:prstGeom prst="roundRect">
            <a:avLst/>
          </a:prstGeom>
          <a:solidFill>
            <a:schemeClr val="tx2">
              <a:lumMod val="10000"/>
              <a:lumOff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This is a list of problems that concern many people in the country. Which do you consider to be the most important problem facing our country today? </a:t>
            </a:r>
            <a:r>
              <a:rPr lang="en-US" sz="1000" b="1">
                <a:solidFill>
                  <a:schemeClr val="tx1"/>
                </a:solidFill>
              </a:rPr>
              <a:t>(closed)</a:t>
            </a:r>
            <a:endParaRPr lang="en-GB" sz="1000" b="1" noProof="0">
              <a:solidFill>
                <a:schemeClr val="tx1"/>
              </a:solidFill>
            </a:endParaRPr>
          </a:p>
        </p:txBody>
      </p:sp>
      <p:sp>
        <p:nvSpPr>
          <p:cNvPr id="13" name="TextBox 12">
            <a:extLst>
              <a:ext uri="{FF2B5EF4-FFF2-40B4-BE49-F238E27FC236}">
                <a16:creationId xmlns:a16="http://schemas.microsoft.com/office/drawing/2014/main" id="{F6A8FF38-2077-99BE-F863-9926FC757C4B}"/>
              </a:ext>
            </a:extLst>
          </p:cNvPr>
          <p:cNvSpPr txBox="1"/>
          <p:nvPr/>
        </p:nvSpPr>
        <p:spPr>
          <a:xfrm>
            <a:off x="984130" y="4403302"/>
            <a:ext cx="4723980" cy="600164"/>
          </a:xfrm>
          <a:prstGeom prst="rect">
            <a:avLst/>
          </a:prstGeom>
          <a:noFill/>
        </p:spPr>
        <p:txBody>
          <a:bodyPr wrap="square">
            <a:spAutoFit/>
          </a:bodyPr>
          <a:lstStyle>
            <a:defPPr>
              <a:defRPr lang="en-US"/>
            </a:defPPr>
            <a:lvl1pPr>
              <a:defRPr sz="1100"/>
            </a:lvl1pPr>
          </a:lstStyle>
          <a:p>
            <a:r>
              <a:rPr lang="en-US"/>
              <a:t>When the objective is </a:t>
            </a:r>
            <a:r>
              <a:rPr lang="en-US" b="1">
                <a:highlight>
                  <a:srgbClr val="FFC000"/>
                </a:highlight>
              </a:rPr>
              <a:t>to classify people into unordered categories </a:t>
            </a:r>
            <a:r>
              <a:rPr lang="en-US"/>
              <a:t>(nominal data) </a:t>
            </a:r>
            <a:r>
              <a:rPr lang="en-US" b="1">
                <a:highlight>
                  <a:srgbClr val="FFC000"/>
                </a:highlight>
              </a:rPr>
              <a:t>or ordered ones </a:t>
            </a:r>
            <a:r>
              <a:rPr lang="en-US"/>
              <a:t>(ordinal data), the researcher can choose to formulate either an open or a closed question.</a:t>
            </a:r>
          </a:p>
        </p:txBody>
      </p:sp>
      <p:sp>
        <p:nvSpPr>
          <p:cNvPr id="15" name="Right Brace 14">
            <a:extLst>
              <a:ext uri="{FF2B5EF4-FFF2-40B4-BE49-F238E27FC236}">
                <a16:creationId xmlns:a16="http://schemas.microsoft.com/office/drawing/2014/main" id="{C4214A7C-88BD-3E05-09E5-B3A5DDAFB6DF}"/>
              </a:ext>
            </a:extLst>
          </p:cNvPr>
          <p:cNvSpPr/>
          <p:nvPr/>
        </p:nvSpPr>
        <p:spPr>
          <a:xfrm rot="10800000" flipH="1">
            <a:off x="5946630" y="1738936"/>
            <a:ext cx="298739" cy="3469586"/>
          </a:xfrm>
          <a:prstGeom prst="rightBrace">
            <a:avLst>
              <a:gd name="adj1" fmla="val 40394"/>
              <a:gd name="adj2" fmla="val 88873"/>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noProof="0"/>
          </a:p>
        </p:txBody>
      </p:sp>
      <p:sp>
        <p:nvSpPr>
          <p:cNvPr id="17" name="TextBox 16">
            <a:extLst>
              <a:ext uri="{FF2B5EF4-FFF2-40B4-BE49-F238E27FC236}">
                <a16:creationId xmlns:a16="http://schemas.microsoft.com/office/drawing/2014/main" id="{AB2A4E95-83F8-16DE-B6C9-372A8E951E50}"/>
              </a:ext>
            </a:extLst>
          </p:cNvPr>
          <p:cNvSpPr txBox="1"/>
          <p:nvPr/>
        </p:nvSpPr>
        <p:spPr>
          <a:xfrm>
            <a:off x="6689562" y="1947764"/>
            <a:ext cx="2149123" cy="261610"/>
          </a:xfrm>
          <a:prstGeom prst="rect">
            <a:avLst/>
          </a:prstGeom>
          <a:noFill/>
        </p:spPr>
        <p:txBody>
          <a:bodyPr wrap="square">
            <a:spAutoFit/>
          </a:bodyPr>
          <a:lstStyle>
            <a:defPPr>
              <a:defRPr lang="en-US"/>
            </a:defPPr>
            <a:lvl1pPr lvl="0">
              <a:defRPr sz="1400"/>
            </a:lvl1pPr>
          </a:lstStyle>
          <a:p>
            <a:r>
              <a:rPr lang="en-US" sz="1100" b="1" noProof="0"/>
              <a:t>Open questions</a:t>
            </a:r>
            <a:endParaRPr lang="en-GB" sz="1100" noProof="0"/>
          </a:p>
        </p:txBody>
      </p:sp>
      <p:sp>
        <p:nvSpPr>
          <p:cNvPr id="18" name="Título 1">
            <a:extLst>
              <a:ext uri="{FF2B5EF4-FFF2-40B4-BE49-F238E27FC236}">
                <a16:creationId xmlns:a16="http://schemas.microsoft.com/office/drawing/2014/main" id="{AA0D9813-B9C8-6849-5ED3-E19F9184EB34}"/>
              </a:ext>
            </a:extLst>
          </p:cNvPr>
          <p:cNvSpPr txBox="1">
            <a:spLocks/>
          </p:cNvSpPr>
          <p:nvPr/>
        </p:nvSpPr>
        <p:spPr>
          <a:xfrm>
            <a:off x="6383905" y="1874092"/>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Black" panose="020B0004020202020204" pitchFamily="34" charset="0"/>
              </a:rPr>
              <a:t>1.</a:t>
            </a:r>
          </a:p>
        </p:txBody>
      </p:sp>
      <p:sp>
        <p:nvSpPr>
          <p:cNvPr id="20" name="TextBox 19">
            <a:extLst>
              <a:ext uri="{FF2B5EF4-FFF2-40B4-BE49-F238E27FC236}">
                <a16:creationId xmlns:a16="http://schemas.microsoft.com/office/drawing/2014/main" id="{218BD7F2-781E-891C-22D1-1CAB3BAE73B3}"/>
              </a:ext>
            </a:extLst>
          </p:cNvPr>
          <p:cNvSpPr txBox="1"/>
          <p:nvPr/>
        </p:nvSpPr>
        <p:spPr>
          <a:xfrm>
            <a:off x="6689562" y="3437000"/>
            <a:ext cx="2149123" cy="261610"/>
          </a:xfrm>
          <a:prstGeom prst="rect">
            <a:avLst/>
          </a:prstGeom>
          <a:noFill/>
        </p:spPr>
        <p:txBody>
          <a:bodyPr wrap="square">
            <a:spAutoFit/>
          </a:bodyPr>
          <a:lstStyle>
            <a:defPPr>
              <a:defRPr lang="en-US"/>
            </a:defPPr>
            <a:lvl1pPr lvl="0">
              <a:defRPr sz="1400"/>
            </a:lvl1pPr>
          </a:lstStyle>
          <a:p>
            <a:r>
              <a:rPr lang="en-US" sz="1100" b="1" noProof="0"/>
              <a:t>Closed questions</a:t>
            </a:r>
            <a:endParaRPr lang="en-GB" sz="1100" noProof="0"/>
          </a:p>
        </p:txBody>
      </p:sp>
      <p:sp>
        <p:nvSpPr>
          <p:cNvPr id="21" name="Título 1">
            <a:extLst>
              <a:ext uri="{FF2B5EF4-FFF2-40B4-BE49-F238E27FC236}">
                <a16:creationId xmlns:a16="http://schemas.microsoft.com/office/drawing/2014/main" id="{5B3DBE4B-5C94-7155-205D-8E23CD2E30D6}"/>
              </a:ext>
            </a:extLst>
          </p:cNvPr>
          <p:cNvSpPr txBox="1">
            <a:spLocks/>
          </p:cNvSpPr>
          <p:nvPr/>
        </p:nvSpPr>
        <p:spPr>
          <a:xfrm>
            <a:off x="6383905" y="3363328"/>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a:solidFill>
                  <a:srgbClr val="FF0000"/>
                </a:solidFill>
                <a:latin typeface="Aptos Black" panose="020B0004020202020204" pitchFamily="34" charset="0"/>
              </a:rPr>
              <a:t>2</a:t>
            </a:r>
            <a:r>
              <a:rPr lang="en-GB" sz="2400" b="1" noProof="0">
                <a:solidFill>
                  <a:srgbClr val="FF0000"/>
                </a:solidFill>
                <a:latin typeface="Aptos Black" panose="020B0004020202020204" pitchFamily="34" charset="0"/>
              </a:rPr>
              <a:t>.</a:t>
            </a:r>
          </a:p>
        </p:txBody>
      </p:sp>
      <p:grpSp>
        <p:nvGrpSpPr>
          <p:cNvPr id="22" name="Group 21">
            <a:extLst>
              <a:ext uri="{FF2B5EF4-FFF2-40B4-BE49-F238E27FC236}">
                <a16:creationId xmlns:a16="http://schemas.microsoft.com/office/drawing/2014/main" id="{5FA5DAA9-EE4B-E645-3D3F-63D3CAA7D7D8}"/>
              </a:ext>
            </a:extLst>
          </p:cNvPr>
          <p:cNvGrpSpPr/>
          <p:nvPr/>
        </p:nvGrpSpPr>
        <p:grpSpPr>
          <a:xfrm>
            <a:off x="6562114" y="3800562"/>
            <a:ext cx="4038746" cy="430887"/>
            <a:chOff x="6663071" y="4746141"/>
            <a:chExt cx="4038746" cy="430887"/>
          </a:xfrm>
        </p:grpSpPr>
        <p:sp>
          <p:nvSpPr>
            <p:cNvPr id="23" name="TextBox 22">
              <a:extLst>
                <a:ext uri="{FF2B5EF4-FFF2-40B4-BE49-F238E27FC236}">
                  <a16:creationId xmlns:a16="http://schemas.microsoft.com/office/drawing/2014/main" id="{7B3C7A1E-292F-A502-BAAA-873F2A7F471F}"/>
                </a:ext>
              </a:extLst>
            </p:cNvPr>
            <p:cNvSpPr txBox="1"/>
            <p:nvPr/>
          </p:nvSpPr>
          <p:spPr>
            <a:xfrm>
              <a:off x="6819523" y="4746141"/>
              <a:ext cx="3882294" cy="430887"/>
            </a:xfrm>
            <a:prstGeom prst="rect">
              <a:avLst/>
            </a:prstGeom>
            <a:noFill/>
          </p:spPr>
          <p:txBody>
            <a:bodyPr wrap="square">
              <a:spAutoFit/>
            </a:bodyPr>
            <a:lstStyle>
              <a:defPPr>
                <a:defRPr lang="en-US"/>
              </a:defPPr>
              <a:lvl1pPr lvl="0">
                <a:defRPr sz="1100"/>
              </a:lvl1pPr>
            </a:lstStyle>
            <a:p>
              <a:r>
                <a:rPr lang="en-US" b="1" noProof="0"/>
                <a:t>They make it easier </a:t>
              </a:r>
              <a:r>
                <a:rPr lang="en-US" noProof="0"/>
                <a:t>for respondents to answer reliably because the response options are defined.</a:t>
              </a:r>
              <a:endParaRPr lang="en-GB" noProof="0"/>
            </a:p>
          </p:txBody>
        </p:sp>
        <p:sp>
          <p:nvSpPr>
            <p:cNvPr id="24" name="Freeform: Shape 23">
              <a:extLst>
                <a:ext uri="{FF2B5EF4-FFF2-40B4-BE49-F238E27FC236}">
                  <a16:creationId xmlns:a16="http://schemas.microsoft.com/office/drawing/2014/main" id="{85CBD834-AF2E-426E-023C-AFB8E1D202C8}"/>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grpSp>
        <p:nvGrpSpPr>
          <p:cNvPr id="25" name="Group 24">
            <a:extLst>
              <a:ext uri="{FF2B5EF4-FFF2-40B4-BE49-F238E27FC236}">
                <a16:creationId xmlns:a16="http://schemas.microsoft.com/office/drawing/2014/main" id="{EFDC640D-05F2-90E0-2A76-5360E3E9ECA8}"/>
              </a:ext>
            </a:extLst>
          </p:cNvPr>
          <p:cNvGrpSpPr/>
          <p:nvPr/>
        </p:nvGrpSpPr>
        <p:grpSpPr>
          <a:xfrm>
            <a:off x="6562114" y="4252505"/>
            <a:ext cx="4038746" cy="261610"/>
            <a:chOff x="6663071" y="4746141"/>
            <a:chExt cx="4038746" cy="261610"/>
          </a:xfrm>
        </p:grpSpPr>
        <p:sp>
          <p:nvSpPr>
            <p:cNvPr id="26" name="TextBox 25">
              <a:extLst>
                <a:ext uri="{FF2B5EF4-FFF2-40B4-BE49-F238E27FC236}">
                  <a16:creationId xmlns:a16="http://schemas.microsoft.com/office/drawing/2014/main" id="{B538C13A-133C-17BF-B1CC-65F007597230}"/>
                </a:ext>
              </a:extLst>
            </p:cNvPr>
            <p:cNvSpPr txBox="1"/>
            <p:nvPr/>
          </p:nvSpPr>
          <p:spPr>
            <a:xfrm>
              <a:off x="6819523" y="4746141"/>
              <a:ext cx="3882294" cy="261610"/>
            </a:xfrm>
            <a:prstGeom prst="rect">
              <a:avLst/>
            </a:prstGeom>
            <a:noFill/>
          </p:spPr>
          <p:txBody>
            <a:bodyPr wrap="square">
              <a:spAutoFit/>
            </a:bodyPr>
            <a:lstStyle>
              <a:defPPr>
                <a:defRPr lang="en-US"/>
              </a:defPPr>
              <a:lvl1pPr lvl="0">
                <a:defRPr sz="1100"/>
              </a:lvl1pPr>
            </a:lstStyle>
            <a:p>
              <a:r>
                <a:rPr lang="en-US" b="1" noProof="0"/>
                <a:t>They allow </a:t>
              </a:r>
              <a:r>
                <a:rPr lang="en-US" noProof="0"/>
                <a:t>researchers to interpret answers more precisely.</a:t>
              </a:r>
              <a:endParaRPr lang="en-GB" noProof="0"/>
            </a:p>
          </p:txBody>
        </p:sp>
        <p:sp>
          <p:nvSpPr>
            <p:cNvPr id="27" name="Freeform: Shape 26">
              <a:extLst>
                <a:ext uri="{FF2B5EF4-FFF2-40B4-BE49-F238E27FC236}">
                  <a16:creationId xmlns:a16="http://schemas.microsoft.com/office/drawing/2014/main" id="{9521E8F5-F7CD-B584-C1E7-CC702D8CA0A7}"/>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grpSp>
        <p:nvGrpSpPr>
          <p:cNvPr id="28" name="Group 27">
            <a:extLst>
              <a:ext uri="{FF2B5EF4-FFF2-40B4-BE49-F238E27FC236}">
                <a16:creationId xmlns:a16="http://schemas.microsoft.com/office/drawing/2014/main" id="{4C766178-5B1E-829D-5AEA-34E6714D454A}"/>
              </a:ext>
            </a:extLst>
          </p:cNvPr>
          <p:cNvGrpSpPr/>
          <p:nvPr/>
        </p:nvGrpSpPr>
        <p:grpSpPr>
          <a:xfrm>
            <a:off x="6562114" y="4626222"/>
            <a:ext cx="4038746" cy="600164"/>
            <a:chOff x="6663071" y="4746141"/>
            <a:chExt cx="4038746" cy="600164"/>
          </a:xfrm>
        </p:grpSpPr>
        <p:sp>
          <p:nvSpPr>
            <p:cNvPr id="29" name="TextBox 28">
              <a:extLst>
                <a:ext uri="{FF2B5EF4-FFF2-40B4-BE49-F238E27FC236}">
                  <a16:creationId xmlns:a16="http://schemas.microsoft.com/office/drawing/2014/main" id="{9225ADB7-323D-F09C-E0AF-FCDD2AEC2B69}"/>
                </a:ext>
              </a:extLst>
            </p:cNvPr>
            <p:cNvSpPr txBox="1"/>
            <p:nvPr/>
          </p:nvSpPr>
          <p:spPr>
            <a:xfrm>
              <a:off x="6819523" y="4746141"/>
              <a:ext cx="3882294" cy="600164"/>
            </a:xfrm>
            <a:prstGeom prst="rect">
              <a:avLst/>
            </a:prstGeom>
            <a:noFill/>
          </p:spPr>
          <p:txBody>
            <a:bodyPr wrap="square">
              <a:spAutoFit/>
            </a:bodyPr>
            <a:lstStyle>
              <a:defPPr>
                <a:defRPr lang="en-US"/>
              </a:defPPr>
              <a:lvl1pPr lvl="0">
                <a:defRPr sz="1100"/>
              </a:lvl1pPr>
            </a:lstStyle>
            <a:p>
              <a:r>
                <a:rPr lang="en-US" b="1" noProof="0"/>
                <a:t>They avoid </a:t>
              </a:r>
              <a:r>
                <a:rPr lang="en-US" noProof="0"/>
                <a:t>uncommon responses that may not be analytically useful, ensuring that more respondents choose relevant options.</a:t>
              </a:r>
              <a:endParaRPr lang="en-GB" noProof="0"/>
            </a:p>
          </p:txBody>
        </p:sp>
        <p:sp>
          <p:nvSpPr>
            <p:cNvPr id="30" name="Freeform: Shape 29">
              <a:extLst>
                <a:ext uri="{FF2B5EF4-FFF2-40B4-BE49-F238E27FC236}">
                  <a16:creationId xmlns:a16="http://schemas.microsoft.com/office/drawing/2014/main" id="{7D84B927-42EF-9A3F-3D0A-AA4002511140}"/>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grpSp>
        <p:nvGrpSpPr>
          <p:cNvPr id="31" name="Group 30">
            <a:extLst>
              <a:ext uri="{FF2B5EF4-FFF2-40B4-BE49-F238E27FC236}">
                <a16:creationId xmlns:a16="http://schemas.microsoft.com/office/drawing/2014/main" id="{16E103CE-698C-FF5C-0C59-01A18D48DDDC}"/>
              </a:ext>
            </a:extLst>
          </p:cNvPr>
          <p:cNvGrpSpPr/>
          <p:nvPr/>
        </p:nvGrpSpPr>
        <p:grpSpPr>
          <a:xfrm>
            <a:off x="6562114" y="2316256"/>
            <a:ext cx="4038746" cy="600164"/>
            <a:chOff x="6663071" y="4746141"/>
            <a:chExt cx="4038746" cy="600164"/>
          </a:xfrm>
        </p:grpSpPr>
        <p:sp>
          <p:nvSpPr>
            <p:cNvPr id="32" name="TextBox 31">
              <a:extLst>
                <a:ext uri="{FF2B5EF4-FFF2-40B4-BE49-F238E27FC236}">
                  <a16:creationId xmlns:a16="http://schemas.microsoft.com/office/drawing/2014/main" id="{98DAC6D2-7678-FA1F-7F1E-57A4E1D7B4FC}"/>
                </a:ext>
              </a:extLst>
            </p:cNvPr>
            <p:cNvSpPr txBox="1"/>
            <p:nvPr/>
          </p:nvSpPr>
          <p:spPr>
            <a:xfrm>
              <a:off x="6819523" y="4746141"/>
              <a:ext cx="3882294" cy="600164"/>
            </a:xfrm>
            <a:prstGeom prst="rect">
              <a:avLst/>
            </a:prstGeom>
            <a:noFill/>
          </p:spPr>
          <p:txBody>
            <a:bodyPr wrap="square">
              <a:spAutoFit/>
            </a:bodyPr>
            <a:lstStyle>
              <a:defPPr>
                <a:defRPr lang="en-US"/>
              </a:defPPr>
              <a:lvl1pPr lvl="0">
                <a:defRPr sz="1100"/>
              </a:lvl1pPr>
            </a:lstStyle>
            <a:p>
              <a:r>
                <a:rPr lang="en-US" b="1" noProof="0"/>
                <a:t>They allow </a:t>
              </a:r>
              <a:r>
                <a:rPr lang="en-US" noProof="0"/>
                <a:t>the researcher to obtain unexpected responses that can enrich the findings. They can also more accurately reflect respondents’ true opinions.</a:t>
              </a:r>
            </a:p>
          </p:txBody>
        </p:sp>
        <p:sp>
          <p:nvSpPr>
            <p:cNvPr id="33" name="Freeform: Shape 32">
              <a:extLst>
                <a:ext uri="{FF2B5EF4-FFF2-40B4-BE49-F238E27FC236}">
                  <a16:creationId xmlns:a16="http://schemas.microsoft.com/office/drawing/2014/main" id="{FE785EFD-519F-1671-C910-352ACEA65351}"/>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grpSp>
        <p:nvGrpSpPr>
          <p:cNvPr id="34" name="Group 33">
            <a:extLst>
              <a:ext uri="{FF2B5EF4-FFF2-40B4-BE49-F238E27FC236}">
                <a16:creationId xmlns:a16="http://schemas.microsoft.com/office/drawing/2014/main" id="{211ADFFC-161C-EF2E-A378-274D2BDAFD66}"/>
              </a:ext>
            </a:extLst>
          </p:cNvPr>
          <p:cNvGrpSpPr/>
          <p:nvPr/>
        </p:nvGrpSpPr>
        <p:grpSpPr>
          <a:xfrm>
            <a:off x="6562114" y="2911828"/>
            <a:ext cx="4038746" cy="430887"/>
            <a:chOff x="6663071" y="4746141"/>
            <a:chExt cx="4038746" cy="430887"/>
          </a:xfrm>
        </p:grpSpPr>
        <p:sp>
          <p:nvSpPr>
            <p:cNvPr id="35" name="TextBox 34">
              <a:extLst>
                <a:ext uri="{FF2B5EF4-FFF2-40B4-BE49-F238E27FC236}">
                  <a16:creationId xmlns:a16="http://schemas.microsoft.com/office/drawing/2014/main" id="{8AAE2464-AE1E-83C4-4A1C-962ADD931DBC}"/>
                </a:ext>
              </a:extLst>
            </p:cNvPr>
            <p:cNvSpPr txBox="1"/>
            <p:nvPr/>
          </p:nvSpPr>
          <p:spPr>
            <a:xfrm>
              <a:off x="6819523" y="4746141"/>
              <a:ext cx="3882294" cy="430887"/>
            </a:xfrm>
            <a:prstGeom prst="rect">
              <a:avLst/>
            </a:prstGeom>
            <a:noFill/>
          </p:spPr>
          <p:txBody>
            <a:bodyPr wrap="square">
              <a:spAutoFit/>
            </a:bodyPr>
            <a:lstStyle>
              <a:defPPr>
                <a:defRPr lang="en-US"/>
              </a:defPPr>
              <a:lvl1pPr lvl="0">
                <a:defRPr sz="1100"/>
              </a:lvl1pPr>
            </a:lstStyle>
            <a:p>
              <a:r>
                <a:rPr lang="en-US" b="1" noProof="0"/>
                <a:t>They are useful </a:t>
              </a:r>
              <a:r>
                <a:rPr lang="en-US" noProof="0"/>
                <a:t>when the list of possible responses is too long to present in a practical way.</a:t>
              </a:r>
            </a:p>
          </p:txBody>
        </p:sp>
        <p:sp>
          <p:nvSpPr>
            <p:cNvPr id="36" name="Freeform: Shape 35">
              <a:extLst>
                <a:ext uri="{FF2B5EF4-FFF2-40B4-BE49-F238E27FC236}">
                  <a16:creationId xmlns:a16="http://schemas.microsoft.com/office/drawing/2014/main" id="{D8B6FBDF-8798-D7D6-E9AA-1680913C7A26}"/>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spTree>
    <p:extLst>
      <p:ext uri="{BB962C8B-B14F-4D97-AF65-F5344CB8AC3E}">
        <p14:creationId xmlns:p14="http://schemas.microsoft.com/office/powerpoint/2010/main" val="29897950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A1252-473C-B111-A2D9-FED80A7741C9}"/>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E739CDDC-5E3A-40B9-753C-999201E9715E}"/>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5" name="Slide Number Placeholder 5">
            <a:extLst>
              <a:ext uri="{FF2B5EF4-FFF2-40B4-BE49-F238E27FC236}">
                <a16:creationId xmlns:a16="http://schemas.microsoft.com/office/drawing/2014/main" id="{CF375913-FBFA-54AC-653E-EC4F7F0ED68E}"/>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54</a:t>
            </a:fld>
            <a:endParaRPr lang="en-GB" noProof="0"/>
          </a:p>
        </p:txBody>
      </p:sp>
      <p:sp>
        <p:nvSpPr>
          <p:cNvPr id="8" name="Date Placeholder 3">
            <a:extLst>
              <a:ext uri="{FF2B5EF4-FFF2-40B4-BE49-F238E27FC236}">
                <a16:creationId xmlns:a16="http://schemas.microsoft.com/office/drawing/2014/main" id="{34AA2817-049F-A669-8C3F-241E09613A82}"/>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
        <p:nvSpPr>
          <p:cNvPr id="2" name="TextBox 1">
            <a:extLst>
              <a:ext uri="{FF2B5EF4-FFF2-40B4-BE49-F238E27FC236}">
                <a16:creationId xmlns:a16="http://schemas.microsoft.com/office/drawing/2014/main" id="{F853C4BF-353D-2C73-02D2-696FA8D96F20}"/>
              </a:ext>
            </a:extLst>
          </p:cNvPr>
          <p:cNvSpPr txBox="1"/>
          <p:nvPr/>
        </p:nvSpPr>
        <p:spPr>
          <a:xfrm>
            <a:off x="933343" y="1001680"/>
            <a:ext cx="4122787" cy="400110"/>
          </a:xfrm>
          <a:prstGeom prst="rect">
            <a:avLst/>
          </a:prstGeom>
          <a:noFill/>
        </p:spPr>
        <p:txBody>
          <a:bodyPr wrap="square">
            <a:spAutoFit/>
          </a:bodyPr>
          <a:lstStyle/>
          <a:p>
            <a:pPr lvl="0">
              <a:defRPr/>
            </a:pPr>
            <a:r>
              <a:rPr lang="en-GB" sz="2000" b="1">
                <a:highlight>
                  <a:srgbClr val="FFC000"/>
                </a:highlight>
              </a:rPr>
              <a:t>Validity</a:t>
            </a:r>
            <a:endParaRPr lang="en-GB" sz="1100" b="1" noProof="0">
              <a:highlight>
                <a:srgbClr val="FFC000"/>
              </a:highlight>
            </a:endParaRPr>
          </a:p>
        </p:txBody>
      </p:sp>
      <p:sp>
        <p:nvSpPr>
          <p:cNvPr id="9" name="TextBox 8">
            <a:extLst>
              <a:ext uri="{FF2B5EF4-FFF2-40B4-BE49-F238E27FC236}">
                <a16:creationId xmlns:a16="http://schemas.microsoft.com/office/drawing/2014/main" id="{B66A6CBD-F3EB-3019-8EEB-B3BA0C56C008}"/>
              </a:ext>
            </a:extLst>
          </p:cNvPr>
          <p:cNvSpPr txBox="1"/>
          <p:nvPr/>
        </p:nvSpPr>
        <p:spPr>
          <a:xfrm>
            <a:off x="993889" y="1658648"/>
            <a:ext cx="3037654" cy="215444"/>
          </a:xfrm>
          <a:prstGeom prst="rect">
            <a:avLst/>
          </a:prstGeom>
          <a:noFill/>
        </p:spPr>
        <p:txBody>
          <a:bodyPr wrap="square" lIns="0" tIns="0" rIns="0" bIns="0">
            <a:spAutoFit/>
          </a:bodyPr>
          <a:lstStyle/>
          <a:p>
            <a:r>
              <a:rPr lang="en-US" sz="1400" b="1">
                <a:solidFill>
                  <a:srgbClr val="FF0000"/>
                </a:solidFill>
              </a:rPr>
              <a:t>Types of questions : Continuous</a:t>
            </a:r>
            <a:endParaRPr lang="en-GB" sz="1400" b="1" noProof="0">
              <a:solidFill>
                <a:srgbClr val="FF0000"/>
              </a:solidFill>
            </a:endParaRPr>
          </a:p>
        </p:txBody>
      </p:sp>
      <p:sp>
        <p:nvSpPr>
          <p:cNvPr id="13" name="TextBox 12">
            <a:extLst>
              <a:ext uri="{FF2B5EF4-FFF2-40B4-BE49-F238E27FC236}">
                <a16:creationId xmlns:a16="http://schemas.microsoft.com/office/drawing/2014/main" id="{F17E8E7D-5DA9-74AE-9040-8EC2C8BC2D7A}"/>
              </a:ext>
            </a:extLst>
          </p:cNvPr>
          <p:cNvSpPr txBox="1"/>
          <p:nvPr/>
        </p:nvSpPr>
        <p:spPr>
          <a:xfrm>
            <a:off x="933343" y="1933413"/>
            <a:ext cx="3607097" cy="1954381"/>
          </a:xfrm>
          <a:prstGeom prst="rect">
            <a:avLst/>
          </a:prstGeom>
          <a:noFill/>
        </p:spPr>
        <p:txBody>
          <a:bodyPr wrap="square">
            <a:spAutoFit/>
          </a:bodyPr>
          <a:lstStyle>
            <a:defPPr>
              <a:defRPr lang="en-US"/>
            </a:defPPr>
            <a:lvl1pPr>
              <a:defRPr sz="1100"/>
            </a:lvl1pPr>
          </a:lstStyle>
          <a:p>
            <a:r>
              <a:rPr lang="en-US"/>
              <a:t>If ordinal data are desired, </a:t>
            </a:r>
            <a:r>
              <a:rPr lang="en-US" b="1">
                <a:highlight>
                  <a:srgbClr val="FFC000"/>
                </a:highlight>
              </a:rPr>
              <a:t>categories must be provided to respondents</a:t>
            </a:r>
            <a:r>
              <a:rPr lang="en-US"/>
              <a:t>. </a:t>
            </a:r>
          </a:p>
          <a:p>
            <a:endParaRPr lang="en-US"/>
          </a:p>
          <a:p>
            <a:r>
              <a:rPr lang="en-US"/>
              <a:t>One cannot reliably order responses along a single continuum unless the question specifies an admissible set of ordered responses. </a:t>
            </a:r>
          </a:p>
          <a:p>
            <a:endParaRPr lang="en-US"/>
          </a:p>
          <a:p>
            <a:r>
              <a:rPr lang="en-US"/>
              <a:t>There is an </a:t>
            </a:r>
            <a:r>
              <a:rPr lang="en-US" b="1">
                <a:highlight>
                  <a:srgbClr val="FFC000"/>
                </a:highlight>
              </a:rPr>
              <a:t>assumed dimension </a:t>
            </a:r>
            <a:r>
              <a:rPr lang="en-US"/>
              <a:t>that runs from the most negative possible feelings to the most positive possible feelings. </a:t>
            </a:r>
          </a:p>
          <a:p>
            <a:endParaRPr lang="en-US"/>
          </a:p>
        </p:txBody>
      </p:sp>
      <p:grpSp>
        <p:nvGrpSpPr>
          <p:cNvPr id="31" name="Group 30">
            <a:extLst>
              <a:ext uri="{FF2B5EF4-FFF2-40B4-BE49-F238E27FC236}">
                <a16:creationId xmlns:a16="http://schemas.microsoft.com/office/drawing/2014/main" id="{E07DA1A0-511A-0586-EF93-C086DEE9B093}"/>
              </a:ext>
            </a:extLst>
          </p:cNvPr>
          <p:cNvGrpSpPr/>
          <p:nvPr/>
        </p:nvGrpSpPr>
        <p:grpSpPr>
          <a:xfrm>
            <a:off x="1064748" y="3838682"/>
            <a:ext cx="4038746" cy="261610"/>
            <a:chOff x="6663071" y="4746141"/>
            <a:chExt cx="4038746" cy="261610"/>
          </a:xfrm>
        </p:grpSpPr>
        <p:sp>
          <p:nvSpPr>
            <p:cNvPr id="32" name="TextBox 31">
              <a:extLst>
                <a:ext uri="{FF2B5EF4-FFF2-40B4-BE49-F238E27FC236}">
                  <a16:creationId xmlns:a16="http://schemas.microsoft.com/office/drawing/2014/main" id="{ECBBF790-B3EA-D50B-1401-D32E25CDD6B5}"/>
                </a:ext>
              </a:extLst>
            </p:cNvPr>
            <p:cNvSpPr txBox="1"/>
            <p:nvPr/>
          </p:nvSpPr>
          <p:spPr>
            <a:xfrm>
              <a:off x="6819523" y="4746141"/>
              <a:ext cx="3882294" cy="261610"/>
            </a:xfrm>
            <a:prstGeom prst="rect">
              <a:avLst/>
            </a:prstGeom>
            <a:noFill/>
          </p:spPr>
          <p:txBody>
            <a:bodyPr wrap="square">
              <a:spAutoFit/>
            </a:bodyPr>
            <a:lstStyle>
              <a:defPPr>
                <a:defRPr lang="en-US"/>
              </a:defPPr>
              <a:lvl1pPr lvl="0">
                <a:defRPr sz="1100"/>
              </a:lvl1pPr>
            </a:lstStyle>
            <a:p>
              <a:r>
                <a:rPr lang="en-US" noProof="0"/>
                <a:t>Place labels on a continuum</a:t>
              </a:r>
            </a:p>
          </p:txBody>
        </p:sp>
        <p:sp>
          <p:nvSpPr>
            <p:cNvPr id="33" name="Freeform: Shape 32">
              <a:extLst>
                <a:ext uri="{FF2B5EF4-FFF2-40B4-BE49-F238E27FC236}">
                  <a16:creationId xmlns:a16="http://schemas.microsoft.com/office/drawing/2014/main" id="{54BF1B42-1527-EBB3-0FCA-76F2EE2BB5CB}"/>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grpSp>
        <p:nvGrpSpPr>
          <p:cNvPr id="14" name="Group 13">
            <a:extLst>
              <a:ext uri="{FF2B5EF4-FFF2-40B4-BE49-F238E27FC236}">
                <a16:creationId xmlns:a16="http://schemas.microsoft.com/office/drawing/2014/main" id="{817048BF-EDFA-2159-E4C3-726005D6FBF1}"/>
              </a:ext>
            </a:extLst>
          </p:cNvPr>
          <p:cNvGrpSpPr/>
          <p:nvPr/>
        </p:nvGrpSpPr>
        <p:grpSpPr>
          <a:xfrm>
            <a:off x="1064748" y="4123008"/>
            <a:ext cx="4038746" cy="430887"/>
            <a:chOff x="6663071" y="4746141"/>
            <a:chExt cx="4038746" cy="430887"/>
          </a:xfrm>
        </p:grpSpPr>
        <p:sp>
          <p:nvSpPr>
            <p:cNvPr id="16" name="TextBox 15">
              <a:extLst>
                <a:ext uri="{FF2B5EF4-FFF2-40B4-BE49-F238E27FC236}">
                  <a16:creationId xmlns:a16="http://schemas.microsoft.com/office/drawing/2014/main" id="{4376079B-2014-9AA6-3F09-13F0B803AEA2}"/>
                </a:ext>
              </a:extLst>
            </p:cNvPr>
            <p:cNvSpPr txBox="1"/>
            <p:nvPr/>
          </p:nvSpPr>
          <p:spPr>
            <a:xfrm>
              <a:off x="6819523" y="4746141"/>
              <a:ext cx="3882294" cy="430887"/>
            </a:xfrm>
            <a:prstGeom prst="rect">
              <a:avLst/>
            </a:prstGeom>
            <a:noFill/>
          </p:spPr>
          <p:txBody>
            <a:bodyPr wrap="square">
              <a:spAutoFit/>
            </a:bodyPr>
            <a:lstStyle>
              <a:defPPr>
                <a:defRPr lang="en-US"/>
              </a:defPPr>
              <a:lvl1pPr lvl="0">
                <a:defRPr sz="1100"/>
              </a:lvl1pPr>
            </a:lstStyle>
            <a:p>
              <a:r>
                <a:rPr lang="en-US"/>
                <a:t>Ask respondents to consider the labels, their own feelings or opinions, and to position the categories in the correct order.</a:t>
              </a:r>
              <a:endParaRPr lang="en-US" noProof="0"/>
            </a:p>
          </p:txBody>
        </p:sp>
        <p:sp>
          <p:nvSpPr>
            <p:cNvPr id="19" name="Freeform: Shape 18">
              <a:extLst>
                <a:ext uri="{FF2B5EF4-FFF2-40B4-BE49-F238E27FC236}">
                  <a16:creationId xmlns:a16="http://schemas.microsoft.com/office/drawing/2014/main" id="{30685B12-CAA6-17F4-8228-9F1E97A797C2}"/>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sp>
        <p:nvSpPr>
          <p:cNvPr id="37" name="Rectangle: Rounded Corners 36">
            <a:extLst>
              <a:ext uri="{FF2B5EF4-FFF2-40B4-BE49-F238E27FC236}">
                <a16:creationId xmlns:a16="http://schemas.microsoft.com/office/drawing/2014/main" id="{06A965A7-8333-C4BB-EE80-9B9AFE5FD7BF}"/>
              </a:ext>
            </a:extLst>
          </p:cNvPr>
          <p:cNvSpPr/>
          <p:nvPr/>
        </p:nvSpPr>
        <p:spPr>
          <a:xfrm>
            <a:off x="5654110" y="1667339"/>
            <a:ext cx="4723980" cy="4241092"/>
          </a:xfrm>
          <a:prstGeom prst="roundRect">
            <a:avLst>
              <a:gd name="adj" fmla="val 5939"/>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1050" noProof="0">
              <a:solidFill>
                <a:schemeClr val="tx1"/>
              </a:solidFill>
            </a:endParaRPr>
          </a:p>
        </p:txBody>
      </p:sp>
      <p:sp>
        <p:nvSpPr>
          <p:cNvPr id="38" name="TextBox 37">
            <a:extLst>
              <a:ext uri="{FF2B5EF4-FFF2-40B4-BE49-F238E27FC236}">
                <a16:creationId xmlns:a16="http://schemas.microsoft.com/office/drawing/2014/main" id="{2F83A885-CC0F-B771-753B-1FBFA4FA28B9}"/>
              </a:ext>
            </a:extLst>
          </p:cNvPr>
          <p:cNvSpPr txBox="1"/>
          <p:nvPr/>
        </p:nvSpPr>
        <p:spPr>
          <a:xfrm>
            <a:off x="5654110" y="1749035"/>
            <a:ext cx="4723980" cy="261610"/>
          </a:xfrm>
          <a:prstGeom prst="rect">
            <a:avLst/>
          </a:prstGeom>
          <a:noFill/>
        </p:spPr>
        <p:txBody>
          <a:bodyPr wrap="square">
            <a:spAutoFit/>
          </a:bodyPr>
          <a:lstStyle/>
          <a:p>
            <a:pPr algn="ctr"/>
            <a:r>
              <a:rPr lang="en-GB" sz="1100" b="1"/>
              <a:t>FEELING ABOUT (SOMETHING)</a:t>
            </a:r>
            <a:endParaRPr lang="en-GB" sz="1100" b="1" noProof="0">
              <a:solidFill>
                <a:schemeClr val="tx1"/>
              </a:solidFill>
            </a:endParaRPr>
          </a:p>
        </p:txBody>
      </p:sp>
      <p:sp>
        <p:nvSpPr>
          <p:cNvPr id="39" name="TextBox 38">
            <a:extLst>
              <a:ext uri="{FF2B5EF4-FFF2-40B4-BE49-F238E27FC236}">
                <a16:creationId xmlns:a16="http://schemas.microsoft.com/office/drawing/2014/main" id="{452D4848-4C87-1252-F9BE-31D8C10CB1C9}"/>
              </a:ext>
            </a:extLst>
          </p:cNvPr>
          <p:cNvSpPr txBox="1"/>
          <p:nvPr/>
        </p:nvSpPr>
        <p:spPr>
          <a:xfrm>
            <a:off x="5654109" y="2045785"/>
            <a:ext cx="4723980" cy="261610"/>
          </a:xfrm>
          <a:prstGeom prst="rect">
            <a:avLst/>
          </a:prstGeom>
          <a:noFill/>
        </p:spPr>
        <p:txBody>
          <a:bodyPr wrap="square">
            <a:spAutoFit/>
          </a:bodyPr>
          <a:lstStyle/>
          <a:p>
            <a:r>
              <a:rPr lang="en-GB" sz="1100" b="1">
                <a:highlight>
                  <a:srgbClr val="FFC000"/>
                </a:highlight>
              </a:rPr>
              <a:t>Two‑category scale</a:t>
            </a:r>
            <a:endParaRPr lang="en-GB" sz="1100" b="1" noProof="0">
              <a:highlight>
                <a:srgbClr val="FFC000"/>
              </a:highlight>
            </a:endParaRPr>
          </a:p>
        </p:txBody>
      </p:sp>
      <p:cxnSp>
        <p:nvCxnSpPr>
          <p:cNvPr id="40" name="Straight Connector 39">
            <a:extLst>
              <a:ext uri="{FF2B5EF4-FFF2-40B4-BE49-F238E27FC236}">
                <a16:creationId xmlns:a16="http://schemas.microsoft.com/office/drawing/2014/main" id="{54938C57-9289-9793-12CE-958F9EF4E578}"/>
              </a:ext>
            </a:extLst>
          </p:cNvPr>
          <p:cNvCxnSpPr/>
          <p:nvPr/>
        </p:nvCxnSpPr>
        <p:spPr>
          <a:xfrm>
            <a:off x="5857338" y="2522662"/>
            <a:ext cx="4241800" cy="0"/>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sp>
        <p:nvSpPr>
          <p:cNvPr id="41" name="TextBox 40">
            <a:extLst>
              <a:ext uri="{FF2B5EF4-FFF2-40B4-BE49-F238E27FC236}">
                <a16:creationId xmlns:a16="http://schemas.microsoft.com/office/drawing/2014/main" id="{04E76A78-ADB0-E31C-7AE1-DC6583CBE0CE}"/>
              </a:ext>
            </a:extLst>
          </p:cNvPr>
          <p:cNvSpPr txBox="1"/>
          <p:nvPr/>
        </p:nvSpPr>
        <p:spPr>
          <a:xfrm>
            <a:off x="9191088" y="2278457"/>
            <a:ext cx="996950" cy="215444"/>
          </a:xfrm>
          <a:prstGeom prst="rect">
            <a:avLst/>
          </a:prstGeom>
          <a:noFill/>
        </p:spPr>
        <p:txBody>
          <a:bodyPr wrap="square">
            <a:spAutoFit/>
          </a:bodyPr>
          <a:lstStyle/>
          <a:p>
            <a:pPr algn="r"/>
            <a:r>
              <a:rPr lang="en-GB" sz="800" noProof="0">
                <a:solidFill>
                  <a:schemeClr val="tx1"/>
                </a:solidFill>
              </a:rPr>
              <a:t>Bad</a:t>
            </a:r>
            <a:endParaRPr lang="en-GB" sz="800" noProof="0"/>
          </a:p>
        </p:txBody>
      </p:sp>
      <p:sp>
        <p:nvSpPr>
          <p:cNvPr id="42" name="TextBox 41">
            <a:extLst>
              <a:ext uri="{FF2B5EF4-FFF2-40B4-BE49-F238E27FC236}">
                <a16:creationId xmlns:a16="http://schemas.microsoft.com/office/drawing/2014/main" id="{9C46930B-3B9A-A52D-15FD-AB11D6D3F010}"/>
              </a:ext>
            </a:extLst>
          </p:cNvPr>
          <p:cNvSpPr txBox="1"/>
          <p:nvPr/>
        </p:nvSpPr>
        <p:spPr>
          <a:xfrm>
            <a:off x="5768438" y="2267632"/>
            <a:ext cx="996950" cy="215444"/>
          </a:xfrm>
          <a:prstGeom prst="rect">
            <a:avLst/>
          </a:prstGeom>
          <a:noFill/>
        </p:spPr>
        <p:txBody>
          <a:bodyPr wrap="square">
            <a:spAutoFit/>
          </a:bodyPr>
          <a:lstStyle/>
          <a:p>
            <a:r>
              <a:rPr lang="en-GB" sz="800" noProof="0">
                <a:solidFill>
                  <a:schemeClr val="tx1"/>
                </a:solidFill>
              </a:rPr>
              <a:t>Good</a:t>
            </a:r>
            <a:endParaRPr lang="en-GB" sz="800" noProof="0"/>
          </a:p>
        </p:txBody>
      </p:sp>
      <p:sp>
        <p:nvSpPr>
          <p:cNvPr id="43" name="TextBox 42">
            <a:extLst>
              <a:ext uri="{FF2B5EF4-FFF2-40B4-BE49-F238E27FC236}">
                <a16:creationId xmlns:a16="http://schemas.microsoft.com/office/drawing/2014/main" id="{A3CE03AE-5397-E976-C8ED-D0E0641CC89C}"/>
              </a:ext>
            </a:extLst>
          </p:cNvPr>
          <p:cNvSpPr txBox="1"/>
          <p:nvPr/>
        </p:nvSpPr>
        <p:spPr>
          <a:xfrm>
            <a:off x="5654109" y="2668509"/>
            <a:ext cx="4723980" cy="261610"/>
          </a:xfrm>
          <a:prstGeom prst="rect">
            <a:avLst/>
          </a:prstGeom>
          <a:noFill/>
        </p:spPr>
        <p:txBody>
          <a:bodyPr wrap="square">
            <a:spAutoFit/>
          </a:bodyPr>
          <a:lstStyle/>
          <a:p>
            <a:r>
              <a:rPr lang="en-GB" sz="1100" b="1">
                <a:highlight>
                  <a:srgbClr val="FFC000"/>
                </a:highlight>
              </a:rPr>
              <a:t>Three‑category scale</a:t>
            </a:r>
          </a:p>
        </p:txBody>
      </p:sp>
      <p:cxnSp>
        <p:nvCxnSpPr>
          <p:cNvPr id="44" name="Straight Connector 43">
            <a:extLst>
              <a:ext uri="{FF2B5EF4-FFF2-40B4-BE49-F238E27FC236}">
                <a16:creationId xmlns:a16="http://schemas.microsoft.com/office/drawing/2014/main" id="{3F7BA103-9538-3E2B-0188-1F350E25497D}"/>
              </a:ext>
            </a:extLst>
          </p:cNvPr>
          <p:cNvCxnSpPr/>
          <p:nvPr/>
        </p:nvCxnSpPr>
        <p:spPr>
          <a:xfrm>
            <a:off x="5856968" y="3221269"/>
            <a:ext cx="4241800" cy="0"/>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sp>
        <p:nvSpPr>
          <p:cNvPr id="45" name="TextBox 44">
            <a:extLst>
              <a:ext uri="{FF2B5EF4-FFF2-40B4-BE49-F238E27FC236}">
                <a16:creationId xmlns:a16="http://schemas.microsoft.com/office/drawing/2014/main" id="{47BD0A48-16A9-33C5-AA23-291D28032A69}"/>
              </a:ext>
            </a:extLst>
          </p:cNvPr>
          <p:cNvSpPr txBox="1"/>
          <p:nvPr/>
        </p:nvSpPr>
        <p:spPr>
          <a:xfrm>
            <a:off x="9205295" y="2948087"/>
            <a:ext cx="996950" cy="215444"/>
          </a:xfrm>
          <a:prstGeom prst="rect">
            <a:avLst/>
          </a:prstGeom>
          <a:noFill/>
        </p:spPr>
        <p:txBody>
          <a:bodyPr wrap="square">
            <a:spAutoFit/>
          </a:bodyPr>
          <a:lstStyle/>
          <a:p>
            <a:pPr algn="r"/>
            <a:r>
              <a:rPr lang="en-GB" sz="800"/>
              <a:t>Bad</a:t>
            </a:r>
            <a:endParaRPr lang="en-GB" sz="800" noProof="0"/>
          </a:p>
        </p:txBody>
      </p:sp>
      <p:sp>
        <p:nvSpPr>
          <p:cNvPr id="46" name="TextBox 45">
            <a:extLst>
              <a:ext uri="{FF2B5EF4-FFF2-40B4-BE49-F238E27FC236}">
                <a16:creationId xmlns:a16="http://schemas.microsoft.com/office/drawing/2014/main" id="{E3E1135F-431F-1A1A-0234-0B29AE80DD7F}"/>
              </a:ext>
            </a:extLst>
          </p:cNvPr>
          <p:cNvSpPr txBox="1"/>
          <p:nvPr/>
        </p:nvSpPr>
        <p:spPr>
          <a:xfrm>
            <a:off x="5768068" y="2943601"/>
            <a:ext cx="996950" cy="215444"/>
          </a:xfrm>
          <a:prstGeom prst="rect">
            <a:avLst/>
          </a:prstGeom>
          <a:noFill/>
        </p:spPr>
        <p:txBody>
          <a:bodyPr wrap="square">
            <a:spAutoFit/>
          </a:bodyPr>
          <a:lstStyle/>
          <a:p>
            <a:r>
              <a:rPr lang="en-GB" sz="800" noProof="0"/>
              <a:t>Good</a:t>
            </a:r>
          </a:p>
        </p:txBody>
      </p:sp>
      <p:sp>
        <p:nvSpPr>
          <p:cNvPr id="47" name="TextBox 46">
            <a:extLst>
              <a:ext uri="{FF2B5EF4-FFF2-40B4-BE49-F238E27FC236}">
                <a16:creationId xmlns:a16="http://schemas.microsoft.com/office/drawing/2014/main" id="{50DBE65F-BE05-DAB5-D34B-48D3ADFEDC4B}"/>
              </a:ext>
            </a:extLst>
          </p:cNvPr>
          <p:cNvSpPr txBox="1"/>
          <p:nvPr/>
        </p:nvSpPr>
        <p:spPr>
          <a:xfrm>
            <a:off x="7448913" y="2948087"/>
            <a:ext cx="996950" cy="215444"/>
          </a:xfrm>
          <a:prstGeom prst="rect">
            <a:avLst/>
          </a:prstGeom>
          <a:noFill/>
        </p:spPr>
        <p:txBody>
          <a:bodyPr wrap="square">
            <a:spAutoFit/>
          </a:bodyPr>
          <a:lstStyle/>
          <a:p>
            <a:pPr algn="ctr"/>
            <a:r>
              <a:rPr lang="en-GB" sz="800" noProof="0">
                <a:solidFill>
                  <a:schemeClr val="tx1"/>
                </a:solidFill>
              </a:rPr>
              <a:t>Fair</a:t>
            </a:r>
            <a:endParaRPr lang="en-GB" sz="800" noProof="0"/>
          </a:p>
        </p:txBody>
      </p:sp>
      <p:sp>
        <p:nvSpPr>
          <p:cNvPr id="48" name="TextBox 47">
            <a:extLst>
              <a:ext uri="{FF2B5EF4-FFF2-40B4-BE49-F238E27FC236}">
                <a16:creationId xmlns:a16="http://schemas.microsoft.com/office/drawing/2014/main" id="{1B92C65A-35F6-A4FA-C1CC-B320D032000F}"/>
              </a:ext>
            </a:extLst>
          </p:cNvPr>
          <p:cNvSpPr txBox="1"/>
          <p:nvPr/>
        </p:nvSpPr>
        <p:spPr>
          <a:xfrm>
            <a:off x="5654109" y="3391230"/>
            <a:ext cx="4723980" cy="261610"/>
          </a:xfrm>
          <a:prstGeom prst="rect">
            <a:avLst/>
          </a:prstGeom>
          <a:noFill/>
        </p:spPr>
        <p:txBody>
          <a:bodyPr wrap="square">
            <a:spAutoFit/>
          </a:bodyPr>
          <a:lstStyle>
            <a:defPPr>
              <a:defRPr lang="en-US"/>
            </a:defPPr>
            <a:lvl1pPr>
              <a:defRPr sz="1100" b="1">
                <a:highlight>
                  <a:srgbClr val="FFC000"/>
                </a:highlight>
              </a:defRPr>
            </a:lvl1pPr>
          </a:lstStyle>
          <a:p>
            <a:r>
              <a:rPr lang="en-GB"/>
              <a:t>Four‑category scale</a:t>
            </a:r>
          </a:p>
        </p:txBody>
      </p:sp>
      <p:cxnSp>
        <p:nvCxnSpPr>
          <p:cNvPr id="49" name="Straight Connector 48">
            <a:extLst>
              <a:ext uri="{FF2B5EF4-FFF2-40B4-BE49-F238E27FC236}">
                <a16:creationId xmlns:a16="http://schemas.microsoft.com/office/drawing/2014/main" id="{5666F52B-9B45-834B-C2E8-5D05F62E2BF6}"/>
              </a:ext>
            </a:extLst>
          </p:cNvPr>
          <p:cNvCxnSpPr/>
          <p:nvPr/>
        </p:nvCxnSpPr>
        <p:spPr>
          <a:xfrm>
            <a:off x="5863688" y="3965147"/>
            <a:ext cx="4241800" cy="0"/>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sp>
        <p:nvSpPr>
          <p:cNvPr id="50" name="TextBox 49">
            <a:extLst>
              <a:ext uri="{FF2B5EF4-FFF2-40B4-BE49-F238E27FC236}">
                <a16:creationId xmlns:a16="http://schemas.microsoft.com/office/drawing/2014/main" id="{88EC72B4-244E-BC82-1A53-790D52D37330}"/>
              </a:ext>
            </a:extLst>
          </p:cNvPr>
          <p:cNvSpPr txBox="1"/>
          <p:nvPr/>
        </p:nvSpPr>
        <p:spPr>
          <a:xfrm>
            <a:off x="9212389" y="3690685"/>
            <a:ext cx="996950" cy="215444"/>
          </a:xfrm>
          <a:prstGeom prst="rect">
            <a:avLst/>
          </a:prstGeom>
          <a:noFill/>
        </p:spPr>
        <p:txBody>
          <a:bodyPr wrap="square">
            <a:spAutoFit/>
          </a:bodyPr>
          <a:lstStyle/>
          <a:p>
            <a:pPr algn="r"/>
            <a:r>
              <a:rPr lang="en-GB" sz="800" noProof="0">
                <a:solidFill>
                  <a:schemeClr val="tx1"/>
                </a:solidFill>
              </a:rPr>
              <a:t>Very good</a:t>
            </a:r>
            <a:endParaRPr lang="en-GB" sz="800" noProof="0"/>
          </a:p>
        </p:txBody>
      </p:sp>
      <p:sp>
        <p:nvSpPr>
          <p:cNvPr id="51" name="TextBox 50">
            <a:extLst>
              <a:ext uri="{FF2B5EF4-FFF2-40B4-BE49-F238E27FC236}">
                <a16:creationId xmlns:a16="http://schemas.microsoft.com/office/drawing/2014/main" id="{A9AE760E-4386-2812-8063-DE434C414783}"/>
              </a:ext>
            </a:extLst>
          </p:cNvPr>
          <p:cNvSpPr txBox="1"/>
          <p:nvPr/>
        </p:nvSpPr>
        <p:spPr>
          <a:xfrm>
            <a:off x="5774788" y="3671505"/>
            <a:ext cx="996950" cy="215444"/>
          </a:xfrm>
          <a:prstGeom prst="rect">
            <a:avLst/>
          </a:prstGeom>
          <a:noFill/>
        </p:spPr>
        <p:txBody>
          <a:bodyPr wrap="square">
            <a:spAutoFit/>
          </a:bodyPr>
          <a:lstStyle/>
          <a:p>
            <a:r>
              <a:rPr lang="en-GB" sz="800" noProof="0">
                <a:solidFill>
                  <a:schemeClr val="tx1"/>
                </a:solidFill>
              </a:rPr>
              <a:t>Very bad</a:t>
            </a:r>
            <a:endParaRPr lang="en-GB" sz="800" noProof="0"/>
          </a:p>
        </p:txBody>
      </p:sp>
      <p:sp>
        <p:nvSpPr>
          <p:cNvPr id="52" name="TextBox 51">
            <a:extLst>
              <a:ext uri="{FF2B5EF4-FFF2-40B4-BE49-F238E27FC236}">
                <a16:creationId xmlns:a16="http://schemas.microsoft.com/office/drawing/2014/main" id="{511DEA6C-3A93-088B-064A-137FFD36ED90}"/>
              </a:ext>
            </a:extLst>
          </p:cNvPr>
          <p:cNvSpPr txBox="1"/>
          <p:nvPr/>
        </p:nvSpPr>
        <p:spPr>
          <a:xfrm>
            <a:off x="6911200" y="3689602"/>
            <a:ext cx="996950" cy="215444"/>
          </a:xfrm>
          <a:prstGeom prst="rect">
            <a:avLst/>
          </a:prstGeom>
          <a:noFill/>
        </p:spPr>
        <p:txBody>
          <a:bodyPr wrap="square">
            <a:spAutoFit/>
          </a:bodyPr>
          <a:lstStyle/>
          <a:p>
            <a:pPr algn="ctr"/>
            <a:r>
              <a:rPr lang="en-GB" sz="800" noProof="0">
                <a:solidFill>
                  <a:schemeClr val="tx1"/>
                </a:solidFill>
              </a:rPr>
              <a:t>Fair</a:t>
            </a:r>
            <a:endParaRPr lang="en-GB" sz="800" noProof="0"/>
          </a:p>
        </p:txBody>
      </p:sp>
      <p:sp>
        <p:nvSpPr>
          <p:cNvPr id="53" name="TextBox 52">
            <a:extLst>
              <a:ext uri="{FF2B5EF4-FFF2-40B4-BE49-F238E27FC236}">
                <a16:creationId xmlns:a16="http://schemas.microsoft.com/office/drawing/2014/main" id="{69FDCF4F-6EAD-1EE0-BCA6-5E412B7F11BE}"/>
              </a:ext>
            </a:extLst>
          </p:cNvPr>
          <p:cNvSpPr txBox="1"/>
          <p:nvPr/>
        </p:nvSpPr>
        <p:spPr>
          <a:xfrm>
            <a:off x="8054319" y="3680230"/>
            <a:ext cx="996950" cy="215444"/>
          </a:xfrm>
          <a:prstGeom prst="rect">
            <a:avLst/>
          </a:prstGeom>
          <a:noFill/>
        </p:spPr>
        <p:txBody>
          <a:bodyPr wrap="square">
            <a:spAutoFit/>
          </a:bodyPr>
          <a:lstStyle/>
          <a:p>
            <a:pPr algn="ctr"/>
            <a:r>
              <a:rPr lang="en-GB" sz="800" noProof="0">
                <a:solidFill>
                  <a:schemeClr val="tx1"/>
                </a:solidFill>
              </a:rPr>
              <a:t>Good</a:t>
            </a:r>
            <a:endParaRPr lang="en-GB" sz="800" noProof="0"/>
          </a:p>
        </p:txBody>
      </p:sp>
      <p:cxnSp>
        <p:nvCxnSpPr>
          <p:cNvPr id="54" name="Straight Connector 53">
            <a:extLst>
              <a:ext uri="{FF2B5EF4-FFF2-40B4-BE49-F238E27FC236}">
                <a16:creationId xmlns:a16="http://schemas.microsoft.com/office/drawing/2014/main" id="{194054E7-4027-8810-36CA-0D2D1C9FB0B5}"/>
              </a:ext>
            </a:extLst>
          </p:cNvPr>
          <p:cNvCxnSpPr>
            <a:cxnSpLocks/>
          </p:cNvCxnSpPr>
          <p:nvPr/>
        </p:nvCxnSpPr>
        <p:spPr>
          <a:xfrm>
            <a:off x="5863688" y="2487231"/>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55" name="Straight Connector 54">
            <a:extLst>
              <a:ext uri="{FF2B5EF4-FFF2-40B4-BE49-F238E27FC236}">
                <a16:creationId xmlns:a16="http://schemas.microsoft.com/office/drawing/2014/main" id="{B999F821-87B9-925B-4FEC-BEEAB3ABB721}"/>
              </a:ext>
            </a:extLst>
          </p:cNvPr>
          <p:cNvCxnSpPr>
            <a:cxnSpLocks/>
          </p:cNvCxnSpPr>
          <p:nvPr/>
        </p:nvCxnSpPr>
        <p:spPr>
          <a:xfrm>
            <a:off x="10092788" y="2480881"/>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56" name="Straight Connector 55">
            <a:extLst>
              <a:ext uri="{FF2B5EF4-FFF2-40B4-BE49-F238E27FC236}">
                <a16:creationId xmlns:a16="http://schemas.microsoft.com/office/drawing/2014/main" id="{691F1F32-28ED-0E0C-63D5-6F2206090E1E}"/>
              </a:ext>
            </a:extLst>
          </p:cNvPr>
          <p:cNvCxnSpPr>
            <a:cxnSpLocks/>
          </p:cNvCxnSpPr>
          <p:nvPr/>
        </p:nvCxnSpPr>
        <p:spPr>
          <a:xfrm>
            <a:off x="5863318" y="3189285"/>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57" name="Straight Connector 56">
            <a:extLst>
              <a:ext uri="{FF2B5EF4-FFF2-40B4-BE49-F238E27FC236}">
                <a16:creationId xmlns:a16="http://schemas.microsoft.com/office/drawing/2014/main" id="{53FED83B-63A7-6FFC-02E9-87D05203F5B5}"/>
              </a:ext>
            </a:extLst>
          </p:cNvPr>
          <p:cNvCxnSpPr>
            <a:cxnSpLocks/>
          </p:cNvCxnSpPr>
          <p:nvPr/>
        </p:nvCxnSpPr>
        <p:spPr>
          <a:xfrm>
            <a:off x="10098768" y="3182935"/>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58" name="Straight Connector 57">
            <a:extLst>
              <a:ext uri="{FF2B5EF4-FFF2-40B4-BE49-F238E27FC236}">
                <a16:creationId xmlns:a16="http://schemas.microsoft.com/office/drawing/2014/main" id="{8C230509-4AE9-91CB-BC97-C9B77074F517}"/>
              </a:ext>
            </a:extLst>
          </p:cNvPr>
          <p:cNvCxnSpPr>
            <a:cxnSpLocks/>
          </p:cNvCxnSpPr>
          <p:nvPr/>
        </p:nvCxnSpPr>
        <p:spPr>
          <a:xfrm>
            <a:off x="5870038" y="3930260"/>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59" name="Straight Connector 58">
            <a:extLst>
              <a:ext uri="{FF2B5EF4-FFF2-40B4-BE49-F238E27FC236}">
                <a16:creationId xmlns:a16="http://schemas.microsoft.com/office/drawing/2014/main" id="{FAE61953-2A72-E3C6-CE62-F44BBC27A869}"/>
              </a:ext>
            </a:extLst>
          </p:cNvPr>
          <p:cNvCxnSpPr>
            <a:cxnSpLocks/>
          </p:cNvCxnSpPr>
          <p:nvPr/>
        </p:nvCxnSpPr>
        <p:spPr>
          <a:xfrm>
            <a:off x="10099138" y="3923910"/>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60" name="Straight Connector 59">
            <a:extLst>
              <a:ext uri="{FF2B5EF4-FFF2-40B4-BE49-F238E27FC236}">
                <a16:creationId xmlns:a16="http://schemas.microsoft.com/office/drawing/2014/main" id="{80F857AA-2D00-8073-2753-1042517636EE}"/>
              </a:ext>
            </a:extLst>
          </p:cNvPr>
          <p:cNvCxnSpPr>
            <a:cxnSpLocks/>
          </p:cNvCxnSpPr>
          <p:nvPr/>
        </p:nvCxnSpPr>
        <p:spPr>
          <a:xfrm>
            <a:off x="7409675" y="3931592"/>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61" name="Straight Connector 60">
            <a:extLst>
              <a:ext uri="{FF2B5EF4-FFF2-40B4-BE49-F238E27FC236}">
                <a16:creationId xmlns:a16="http://schemas.microsoft.com/office/drawing/2014/main" id="{994599D6-FCE5-A461-0D4E-97A8E1C69D50}"/>
              </a:ext>
            </a:extLst>
          </p:cNvPr>
          <p:cNvCxnSpPr>
            <a:cxnSpLocks/>
          </p:cNvCxnSpPr>
          <p:nvPr/>
        </p:nvCxnSpPr>
        <p:spPr>
          <a:xfrm>
            <a:off x="8555969" y="3926849"/>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62" name="Straight Connector 61">
            <a:extLst>
              <a:ext uri="{FF2B5EF4-FFF2-40B4-BE49-F238E27FC236}">
                <a16:creationId xmlns:a16="http://schemas.microsoft.com/office/drawing/2014/main" id="{CA0368B3-726A-0932-422D-1CE33C0998F8}"/>
              </a:ext>
            </a:extLst>
          </p:cNvPr>
          <p:cNvCxnSpPr>
            <a:cxnSpLocks/>
          </p:cNvCxnSpPr>
          <p:nvPr/>
        </p:nvCxnSpPr>
        <p:spPr>
          <a:xfrm>
            <a:off x="7947388" y="3182935"/>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sp>
        <p:nvSpPr>
          <p:cNvPr id="63" name="TextBox 62">
            <a:extLst>
              <a:ext uri="{FF2B5EF4-FFF2-40B4-BE49-F238E27FC236}">
                <a16:creationId xmlns:a16="http://schemas.microsoft.com/office/drawing/2014/main" id="{F3B4C9A4-0866-95D0-0EBE-59DDA132A5A3}"/>
              </a:ext>
            </a:extLst>
          </p:cNvPr>
          <p:cNvSpPr txBox="1"/>
          <p:nvPr/>
        </p:nvSpPr>
        <p:spPr>
          <a:xfrm>
            <a:off x="5653739" y="4153269"/>
            <a:ext cx="4723980" cy="261610"/>
          </a:xfrm>
          <a:prstGeom prst="rect">
            <a:avLst/>
          </a:prstGeom>
          <a:noFill/>
        </p:spPr>
        <p:txBody>
          <a:bodyPr wrap="square">
            <a:spAutoFit/>
          </a:bodyPr>
          <a:lstStyle>
            <a:defPPr>
              <a:defRPr lang="en-US"/>
            </a:defPPr>
            <a:lvl1pPr>
              <a:defRPr sz="1100" b="1">
                <a:highlight>
                  <a:srgbClr val="FFC000"/>
                </a:highlight>
              </a:defRPr>
            </a:lvl1pPr>
          </a:lstStyle>
          <a:p>
            <a:r>
              <a:rPr lang="en-GB"/>
              <a:t>Five‑category scale</a:t>
            </a:r>
          </a:p>
        </p:txBody>
      </p:sp>
      <p:cxnSp>
        <p:nvCxnSpPr>
          <p:cNvPr id="64" name="Straight Connector 63">
            <a:extLst>
              <a:ext uri="{FF2B5EF4-FFF2-40B4-BE49-F238E27FC236}">
                <a16:creationId xmlns:a16="http://schemas.microsoft.com/office/drawing/2014/main" id="{8187E94A-CD2B-5F21-0967-0016D8B0EBF8}"/>
              </a:ext>
            </a:extLst>
          </p:cNvPr>
          <p:cNvCxnSpPr/>
          <p:nvPr/>
        </p:nvCxnSpPr>
        <p:spPr>
          <a:xfrm>
            <a:off x="5863318" y="4761084"/>
            <a:ext cx="4241800" cy="0"/>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sp>
        <p:nvSpPr>
          <p:cNvPr id="65" name="TextBox 64">
            <a:extLst>
              <a:ext uri="{FF2B5EF4-FFF2-40B4-BE49-F238E27FC236}">
                <a16:creationId xmlns:a16="http://schemas.microsoft.com/office/drawing/2014/main" id="{63561DB9-261E-A2B3-BD37-2094B72D6245}"/>
              </a:ext>
            </a:extLst>
          </p:cNvPr>
          <p:cNvSpPr txBox="1"/>
          <p:nvPr/>
        </p:nvSpPr>
        <p:spPr>
          <a:xfrm>
            <a:off x="9195506" y="4453039"/>
            <a:ext cx="996950" cy="215444"/>
          </a:xfrm>
          <a:prstGeom prst="rect">
            <a:avLst/>
          </a:prstGeom>
          <a:noFill/>
        </p:spPr>
        <p:txBody>
          <a:bodyPr wrap="square">
            <a:spAutoFit/>
          </a:bodyPr>
          <a:lstStyle/>
          <a:p>
            <a:pPr algn="r"/>
            <a:r>
              <a:rPr lang="en-GB" sz="800"/>
              <a:t>Excellent </a:t>
            </a:r>
            <a:endParaRPr lang="en-GB" sz="800" noProof="0"/>
          </a:p>
        </p:txBody>
      </p:sp>
      <p:sp>
        <p:nvSpPr>
          <p:cNvPr id="66" name="TextBox 65">
            <a:extLst>
              <a:ext uri="{FF2B5EF4-FFF2-40B4-BE49-F238E27FC236}">
                <a16:creationId xmlns:a16="http://schemas.microsoft.com/office/drawing/2014/main" id="{735C733E-618A-22A5-5058-4A6969D511A9}"/>
              </a:ext>
            </a:extLst>
          </p:cNvPr>
          <p:cNvSpPr txBox="1"/>
          <p:nvPr/>
        </p:nvSpPr>
        <p:spPr>
          <a:xfrm>
            <a:off x="5773075" y="4445924"/>
            <a:ext cx="996950" cy="215444"/>
          </a:xfrm>
          <a:prstGeom prst="rect">
            <a:avLst/>
          </a:prstGeom>
          <a:noFill/>
        </p:spPr>
        <p:txBody>
          <a:bodyPr wrap="square">
            <a:spAutoFit/>
          </a:bodyPr>
          <a:lstStyle/>
          <a:p>
            <a:r>
              <a:rPr lang="en-GB" sz="800" noProof="0">
                <a:solidFill>
                  <a:schemeClr val="tx1"/>
                </a:solidFill>
              </a:rPr>
              <a:t>Bad</a:t>
            </a:r>
            <a:endParaRPr lang="en-GB" sz="800" noProof="0"/>
          </a:p>
        </p:txBody>
      </p:sp>
      <p:sp>
        <p:nvSpPr>
          <p:cNvPr id="67" name="TextBox 66">
            <a:extLst>
              <a:ext uri="{FF2B5EF4-FFF2-40B4-BE49-F238E27FC236}">
                <a16:creationId xmlns:a16="http://schemas.microsoft.com/office/drawing/2014/main" id="{A483E695-81FC-6C97-50B4-EAB145ED0CE4}"/>
              </a:ext>
            </a:extLst>
          </p:cNvPr>
          <p:cNvSpPr txBox="1"/>
          <p:nvPr/>
        </p:nvSpPr>
        <p:spPr>
          <a:xfrm>
            <a:off x="6364232" y="4453039"/>
            <a:ext cx="996950" cy="215444"/>
          </a:xfrm>
          <a:prstGeom prst="rect">
            <a:avLst/>
          </a:prstGeom>
          <a:noFill/>
        </p:spPr>
        <p:txBody>
          <a:bodyPr wrap="square">
            <a:spAutoFit/>
          </a:bodyPr>
          <a:lstStyle/>
          <a:p>
            <a:pPr algn="ctr"/>
            <a:r>
              <a:rPr lang="en-GB" sz="800" noProof="0">
                <a:solidFill>
                  <a:schemeClr val="tx1"/>
                </a:solidFill>
              </a:rPr>
              <a:t>Fair</a:t>
            </a:r>
            <a:endParaRPr lang="en-GB" sz="800" noProof="0"/>
          </a:p>
        </p:txBody>
      </p:sp>
      <p:sp>
        <p:nvSpPr>
          <p:cNvPr id="68" name="TextBox 67">
            <a:extLst>
              <a:ext uri="{FF2B5EF4-FFF2-40B4-BE49-F238E27FC236}">
                <a16:creationId xmlns:a16="http://schemas.microsoft.com/office/drawing/2014/main" id="{FD1DB9D6-DE00-94B9-A4AA-CA0F3C1A346D}"/>
              </a:ext>
            </a:extLst>
          </p:cNvPr>
          <p:cNvSpPr txBox="1"/>
          <p:nvPr/>
        </p:nvSpPr>
        <p:spPr>
          <a:xfrm>
            <a:off x="7474811" y="4453510"/>
            <a:ext cx="996950" cy="215444"/>
          </a:xfrm>
          <a:prstGeom prst="rect">
            <a:avLst/>
          </a:prstGeom>
          <a:noFill/>
        </p:spPr>
        <p:txBody>
          <a:bodyPr wrap="square">
            <a:spAutoFit/>
          </a:bodyPr>
          <a:lstStyle/>
          <a:p>
            <a:pPr algn="ctr"/>
            <a:r>
              <a:rPr lang="en-GB" sz="800" noProof="0">
                <a:solidFill>
                  <a:schemeClr val="tx1"/>
                </a:solidFill>
              </a:rPr>
              <a:t>Bueno</a:t>
            </a:r>
            <a:endParaRPr lang="en-GB" sz="800" noProof="0"/>
          </a:p>
        </p:txBody>
      </p:sp>
      <p:cxnSp>
        <p:nvCxnSpPr>
          <p:cNvPr id="69" name="Straight Connector 68">
            <a:extLst>
              <a:ext uri="{FF2B5EF4-FFF2-40B4-BE49-F238E27FC236}">
                <a16:creationId xmlns:a16="http://schemas.microsoft.com/office/drawing/2014/main" id="{FFB50717-D464-2F76-CCA0-43393299ACE2}"/>
              </a:ext>
            </a:extLst>
          </p:cNvPr>
          <p:cNvCxnSpPr>
            <a:cxnSpLocks/>
          </p:cNvCxnSpPr>
          <p:nvPr/>
        </p:nvCxnSpPr>
        <p:spPr>
          <a:xfrm>
            <a:off x="5869668" y="4726197"/>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70" name="Straight Connector 69">
            <a:extLst>
              <a:ext uri="{FF2B5EF4-FFF2-40B4-BE49-F238E27FC236}">
                <a16:creationId xmlns:a16="http://schemas.microsoft.com/office/drawing/2014/main" id="{E5A04EFC-1D79-3B15-2334-AC7FBB10478A}"/>
              </a:ext>
            </a:extLst>
          </p:cNvPr>
          <p:cNvCxnSpPr>
            <a:cxnSpLocks/>
          </p:cNvCxnSpPr>
          <p:nvPr/>
        </p:nvCxnSpPr>
        <p:spPr>
          <a:xfrm>
            <a:off x="10098768" y="4719847"/>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71" name="Straight Connector 70">
            <a:extLst>
              <a:ext uri="{FF2B5EF4-FFF2-40B4-BE49-F238E27FC236}">
                <a16:creationId xmlns:a16="http://schemas.microsoft.com/office/drawing/2014/main" id="{8547A64A-840C-94AE-FDF2-D34573DF778E}"/>
              </a:ext>
            </a:extLst>
          </p:cNvPr>
          <p:cNvCxnSpPr>
            <a:cxnSpLocks/>
          </p:cNvCxnSpPr>
          <p:nvPr/>
        </p:nvCxnSpPr>
        <p:spPr>
          <a:xfrm>
            <a:off x="6868285" y="4727529"/>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72" name="Straight Connector 71">
            <a:extLst>
              <a:ext uri="{FF2B5EF4-FFF2-40B4-BE49-F238E27FC236}">
                <a16:creationId xmlns:a16="http://schemas.microsoft.com/office/drawing/2014/main" id="{0CBABA36-769D-A8CA-56FC-12742F365153}"/>
              </a:ext>
            </a:extLst>
          </p:cNvPr>
          <p:cNvCxnSpPr>
            <a:cxnSpLocks/>
          </p:cNvCxnSpPr>
          <p:nvPr/>
        </p:nvCxnSpPr>
        <p:spPr>
          <a:xfrm>
            <a:off x="7976479" y="4722786"/>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sp>
        <p:nvSpPr>
          <p:cNvPr id="73" name="TextBox 72">
            <a:extLst>
              <a:ext uri="{FF2B5EF4-FFF2-40B4-BE49-F238E27FC236}">
                <a16:creationId xmlns:a16="http://schemas.microsoft.com/office/drawing/2014/main" id="{30C8CA8C-1B68-526C-1FEF-A0C175F1B5FE}"/>
              </a:ext>
            </a:extLst>
          </p:cNvPr>
          <p:cNvSpPr txBox="1"/>
          <p:nvPr/>
        </p:nvSpPr>
        <p:spPr>
          <a:xfrm>
            <a:off x="8446849" y="4445924"/>
            <a:ext cx="996950" cy="215444"/>
          </a:xfrm>
          <a:prstGeom prst="rect">
            <a:avLst/>
          </a:prstGeom>
          <a:noFill/>
        </p:spPr>
        <p:txBody>
          <a:bodyPr wrap="square">
            <a:spAutoFit/>
          </a:bodyPr>
          <a:lstStyle/>
          <a:p>
            <a:pPr algn="ctr"/>
            <a:r>
              <a:rPr lang="en-GB" sz="800" noProof="0"/>
              <a:t>Very good</a:t>
            </a:r>
          </a:p>
        </p:txBody>
      </p:sp>
      <p:cxnSp>
        <p:nvCxnSpPr>
          <p:cNvPr id="74" name="Straight Connector 73">
            <a:extLst>
              <a:ext uri="{FF2B5EF4-FFF2-40B4-BE49-F238E27FC236}">
                <a16:creationId xmlns:a16="http://schemas.microsoft.com/office/drawing/2014/main" id="{F91C3D46-E721-1E88-702B-5E5E2B7D1F52}"/>
              </a:ext>
            </a:extLst>
          </p:cNvPr>
          <p:cNvCxnSpPr>
            <a:cxnSpLocks/>
          </p:cNvCxnSpPr>
          <p:nvPr/>
        </p:nvCxnSpPr>
        <p:spPr>
          <a:xfrm>
            <a:off x="8945324" y="4722786"/>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sp>
        <p:nvSpPr>
          <p:cNvPr id="75" name="TextBox 74">
            <a:extLst>
              <a:ext uri="{FF2B5EF4-FFF2-40B4-BE49-F238E27FC236}">
                <a16:creationId xmlns:a16="http://schemas.microsoft.com/office/drawing/2014/main" id="{0CCEFC01-F6DF-223E-6F48-345CAEDA74C1}"/>
              </a:ext>
            </a:extLst>
          </p:cNvPr>
          <p:cNvSpPr txBox="1"/>
          <p:nvPr/>
        </p:nvSpPr>
        <p:spPr>
          <a:xfrm>
            <a:off x="5660089" y="4938841"/>
            <a:ext cx="4723980" cy="261610"/>
          </a:xfrm>
          <a:prstGeom prst="rect">
            <a:avLst/>
          </a:prstGeom>
          <a:noFill/>
        </p:spPr>
        <p:txBody>
          <a:bodyPr wrap="square">
            <a:spAutoFit/>
          </a:bodyPr>
          <a:lstStyle>
            <a:defPPr>
              <a:defRPr lang="en-US"/>
            </a:defPPr>
            <a:lvl1pPr>
              <a:defRPr sz="1100" b="1">
                <a:highlight>
                  <a:srgbClr val="FFC000"/>
                </a:highlight>
              </a:defRPr>
            </a:lvl1pPr>
          </a:lstStyle>
          <a:p>
            <a:r>
              <a:rPr lang="en-GB"/>
              <a:t>Eleven‑category scale</a:t>
            </a:r>
          </a:p>
        </p:txBody>
      </p:sp>
      <p:cxnSp>
        <p:nvCxnSpPr>
          <p:cNvPr id="76" name="Straight Connector 75">
            <a:extLst>
              <a:ext uri="{FF2B5EF4-FFF2-40B4-BE49-F238E27FC236}">
                <a16:creationId xmlns:a16="http://schemas.microsoft.com/office/drawing/2014/main" id="{AB098F69-F474-8130-5F0E-FB75A437B3A8}"/>
              </a:ext>
            </a:extLst>
          </p:cNvPr>
          <p:cNvCxnSpPr/>
          <p:nvPr/>
        </p:nvCxnSpPr>
        <p:spPr>
          <a:xfrm>
            <a:off x="5869668" y="5533698"/>
            <a:ext cx="4241800" cy="0"/>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sp>
        <p:nvSpPr>
          <p:cNvPr id="77" name="TextBox 76">
            <a:extLst>
              <a:ext uri="{FF2B5EF4-FFF2-40B4-BE49-F238E27FC236}">
                <a16:creationId xmlns:a16="http://schemas.microsoft.com/office/drawing/2014/main" id="{299A1C9D-4934-936A-B9F3-473C8F39F272}"/>
              </a:ext>
            </a:extLst>
          </p:cNvPr>
          <p:cNvSpPr txBox="1"/>
          <p:nvPr/>
        </p:nvSpPr>
        <p:spPr>
          <a:xfrm>
            <a:off x="9201856" y="5225653"/>
            <a:ext cx="996950" cy="215444"/>
          </a:xfrm>
          <a:prstGeom prst="rect">
            <a:avLst/>
          </a:prstGeom>
          <a:noFill/>
        </p:spPr>
        <p:txBody>
          <a:bodyPr wrap="square">
            <a:spAutoFit/>
          </a:bodyPr>
          <a:lstStyle/>
          <a:p>
            <a:pPr algn="r"/>
            <a:r>
              <a:rPr lang="en-GB" sz="800" noProof="0">
                <a:solidFill>
                  <a:schemeClr val="tx1"/>
                </a:solidFill>
              </a:rPr>
              <a:t>10</a:t>
            </a:r>
            <a:endParaRPr lang="en-GB" sz="800" noProof="0"/>
          </a:p>
        </p:txBody>
      </p:sp>
      <p:sp>
        <p:nvSpPr>
          <p:cNvPr id="78" name="TextBox 77">
            <a:extLst>
              <a:ext uri="{FF2B5EF4-FFF2-40B4-BE49-F238E27FC236}">
                <a16:creationId xmlns:a16="http://schemas.microsoft.com/office/drawing/2014/main" id="{C9D2D665-C4DC-53B6-D66E-3ECB468D2910}"/>
              </a:ext>
            </a:extLst>
          </p:cNvPr>
          <p:cNvSpPr txBox="1"/>
          <p:nvPr/>
        </p:nvSpPr>
        <p:spPr>
          <a:xfrm>
            <a:off x="5779425" y="5218538"/>
            <a:ext cx="996950" cy="215444"/>
          </a:xfrm>
          <a:prstGeom prst="rect">
            <a:avLst/>
          </a:prstGeom>
          <a:noFill/>
        </p:spPr>
        <p:txBody>
          <a:bodyPr wrap="square">
            <a:spAutoFit/>
          </a:bodyPr>
          <a:lstStyle/>
          <a:p>
            <a:r>
              <a:rPr lang="en-GB" sz="800" noProof="0">
                <a:solidFill>
                  <a:schemeClr val="tx1"/>
                </a:solidFill>
              </a:rPr>
              <a:t>0</a:t>
            </a:r>
            <a:endParaRPr lang="en-GB" sz="800" noProof="0"/>
          </a:p>
        </p:txBody>
      </p:sp>
      <p:sp>
        <p:nvSpPr>
          <p:cNvPr id="79" name="TextBox 78">
            <a:extLst>
              <a:ext uri="{FF2B5EF4-FFF2-40B4-BE49-F238E27FC236}">
                <a16:creationId xmlns:a16="http://schemas.microsoft.com/office/drawing/2014/main" id="{CE92EA23-CA8E-077F-EB2E-6FFFD55D3629}"/>
              </a:ext>
            </a:extLst>
          </p:cNvPr>
          <p:cNvSpPr txBox="1"/>
          <p:nvPr/>
        </p:nvSpPr>
        <p:spPr>
          <a:xfrm>
            <a:off x="6370582" y="5225653"/>
            <a:ext cx="109846" cy="215444"/>
          </a:xfrm>
          <a:prstGeom prst="rect">
            <a:avLst/>
          </a:prstGeom>
          <a:noFill/>
        </p:spPr>
        <p:txBody>
          <a:bodyPr wrap="square">
            <a:spAutoFit/>
          </a:bodyPr>
          <a:lstStyle/>
          <a:p>
            <a:pPr algn="ctr"/>
            <a:r>
              <a:rPr lang="en-GB" sz="800" noProof="0">
                <a:solidFill>
                  <a:schemeClr val="tx1"/>
                </a:solidFill>
              </a:rPr>
              <a:t>1</a:t>
            </a:r>
            <a:endParaRPr lang="en-GB" sz="800" noProof="0"/>
          </a:p>
        </p:txBody>
      </p:sp>
      <p:cxnSp>
        <p:nvCxnSpPr>
          <p:cNvPr id="80" name="Straight Connector 79">
            <a:extLst>
              <a:ext uri="{FF2B5EF4-FFF2-40B4-BE49-F238E27FC236}">
                <a16:creationId xmlns:a16="http://schemas.microsoft.com/office/drawing/2014/main" id="{6AEE1414-6403-D6ED-AD16-7D2EDC890189}"/>
              </a:ext>
            </a:extLst>
          </p:cNvPr>
          <p:cNvCxnSpPr>
            <a:cxnSpLocks/>
          </p:cNvCxnSpPr>
          <p:nvPr/>
        </p:nvCxnSpPr>
        <p:spPr>
          <a:xfrm>
            <a:off x="5876018" y="5498811"/>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81" name="Straight Connector 80">
            <a:extLst>
              <a:ext uri="{FF2B5EF4-FFF2-40B4-BE49-F238E27FC236}">
                <a16:creationId xmlns:a16="http://schemas.microsoft.com/office/drawing/2014/main" id="{9907427F-BEF4-4C27-B1E7-6C01238C8D70}"/>
              </a:ext>
            </a:extLst>
          </p:cNvPr>
          <p:cNvCxnSpPr>
            <a:cxnSpLocks/>
          </p:cNvCxnSpPr>
          <p:nvPr/>
        </p:nvCxnSpPr>
        <p:spPr>
          <a:xfrm>
            <a:off x="10105118" y="5492461"/>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82" name="Straight Connector 81">
            <a:extLst>
              <a:ext uri="{FF2B5EF4-FFF2-40B4-BE49-F238E27FC236}">
                <a16:creationId xmlns:a16="http://schemas.microsoft.com/office/drawing/2014/main" id="{EE4F8758-42F1-E635-C6C2-6E9F229F5264}"/>
              </a:ext>
            </a:extLst>
          </p:cNvPr>
          <p:cNvCxnSpPr>
            <a:cxnSpLocks/>
          </p:cNvCxnSpPr>
          <p:nvPr/>
        </p:nvCxnSpPr>
        <p:spPr>
          <a:xfrm>
            <a:off x="6427888" y="5500143"/>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83" name="Straight Connector 82">
            <a:extLst>
              <a:ext uri="{FF2B5EF4-FFF2-40B4-BE49-F238E27FC236}">
                <a16:creationId xmlns:a16="http://schemas.microsoft.com/office/drawing/2014/main" id="{6F6CD2F6-1AE2-82F9-AC31-51A7D5F9D848}"/>
              </a:ext>
            </a:extLst>
          </p:cNvPr>
          <p:cNvCxnSpPr>
            <a:cxnSpLocks/>
          </p:cNvCxnSpPr>
          <p:nvPr/>
        </p:nvCxnSpPr>
        <p:spPr>
          <a:xfrm>
            <a:off x="6790656" y="5498811"/>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84" name="Straight Connector 83">
            <a:extLst>
              <a:ext uri="{FF2B5EF4-FFF2-40B4-BE49-F238E27FC236}">
                <a16:creationId xmlns:a16="http://schemas.microsoft.com/office/drawing/2014/main" id="{93711FFD-89A9-9DF7-22F5-3C25377A1195}"/>
              </a:ext>
            </a:extLst>
          </p:cNvPr>
          <p:cNvCxnSpPr>
            <a:cxnSpLocks/>
          </p:cNvCxnSpPr>
          <p:nvPr/>
        </p:nvCxnSpPr>
        <p:spPr>
          <a:xfrm>
            <a:off x="7163293" y="5498811"/>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85" name="Straight Connector 84">
            <a:extLst>
              <a:ext uri="{FF2B5EF4-FFF2-40B4-BE49-F238E27FC236}">
                <a16:creationId xmlns:a16="http://schemas.microsoft.com/office/drawing/2014/main" id="{A19D08B6-BD55-291A-770B-66362B639CD4}"/>
              </a:ext>
            </a:extLst>
          </p:cNvPr>
          <p:cNvCxnSpPr>
            <a:cxnSpLocks/>
          </p:cNvCxnSpPr>
          <p:nvPr/>
        </p:nvCxnSpPr>
        <p:spPr>
          <a:xfrm>
            <a:off x="7559379" y="5498811"/>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86" name="Straight Connector 85">
            <a:extLst>
              <a:ext uri="{FF2B5EF4-FFF2-40B4-BE49-F238E27FC236}">
                <a16:creationId xmlns:a16="http://schemas.microsoft.com/office/drawing/2014/main" id="{4A4B8CD8-B98E-024C-743F-7DB29FC58072}"/>
              </a:ext>
            </a:extLst>
          </p:cNvPr>
          <p:cNvCxnSpPr>
            <a:cxnSpLocks/>
          </p:cNvCxnSpPr>
          <p:nvPr/>
        </p:nvCxnSpPr>
        <p:spPr>
          <a:xfrm>
            <a:off x="7924925" y="5498811"/>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87" name="Straight Connector 86">
            <a:extLst>
              <a:ext uri="{FF2B5EF4-FFF2-40B4-BE49-F238E27FC236}">
                <a16:creationId xmlns:a16="http://schemas.microsoft.com/office/drawing/2014/main" id="{CA73E884-99EB-388D-B697-E70FD1DE7416}"/>
              </a:ext>
            </a:extLst>
          </p:cNvPr>
          <p:cNvCxnSpPr>
            <a:cxnSpLocks/>
          </p:cNvCxnSpPr>
          <p:nvPr/>
        </p:nvCxnSpPr>
        <p:spPr>
          <a:xfrm>
            <a:off x="8284862" y="5498811"/>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88" name="Straight Connector 87">
            <a:extLst>
              <a:ext uri="{FF2B5EF4-FFF2-40B4-BE49-F238E27FC236}">
                <a16:creationId xmlns:a16="http://schemas.microsoft.com/office/drawing/2014/main" id="{8A20D20A-21AF-D71C-2772-5C88ED98D7E4}"/>
              </a:ext>
            </a:extLst>
          </p:cNvPr>
          <p:cNvCxnSpPr>
            <a:cxnSpLocks/>
          </p:cNvCxnSpPr>
          <p:nvPr/>
        </p:nvCxnSpPr>
        <p:spPr>
          <a:xfrm>
            <a:off x="8643211" y="5498811"/>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89" name="Straight Connector 88">
            <a:extLst>
              <a:ext uri="{FF2B5EF4-FFF2-40B4-BE49-F238E27FC236}">
                <a16:creationId xmlns:a16="http://schemas.microsoft.com/office/drawing/2014/main" id="{DB9D70F5-04D5-974A-FD40-0D124E705B45}"/>
              </a:ext>
            </a:extLst>
          </p:cNvPr>
          <p:cNvCxnSpPr>
            <a:cxnSpLocks/>
          </p:cNvCxnSpPr>
          <p:nvPr/>
        </p:nvCxnSpPr>
        <p:spPr>
          <a:xfrm>
            <a:off x="9053031" y="5492461"/>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90" name="Straight Connector 89">
            <a:extLst>
              <a:ext uri="{FF2B5EF4-FFF2-40B4-BE49-F238E27FC236}">
                <a16:creationId xmlns:a16="http://schemas.microsoft.com/office/drawing/2014/main" id="{2E33E2F6-CE16-7A60-815A-F9E86386FB2D}"/>
              </a:ext>
            </a:extLst>
          </p:cNvPr>
          <p:cNvCxnSpPr>
            <a:cxnSpLocks/>
          </p:cNvCxnSpPr>
          <p:nvPr/>
        </p:nvCxnSpPr>
        <p:spPr>
          <a:xfrm>
            <a:off x="10105118" y="5492840"/>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cxnSp>
        <p:nvCxnSpPr>
          <p:cNvPr id="91" name="Straight Connector 90">
            <a:extLst>
              <a:ext uri="{FF2B5EF4-FFF2-40B4-BE49-F238E27FC236}">
                <a16:creationId xmlns:a16="http://schemas.microsoft.com/office/drawing/2014/main" id="{CA643D93-1673-AB07-7F23-AE0625BCA44D}"/>
              </a:ext>
            </a:extLst>
          </p:cNvPr>
          <p:cNvCxnSpPr>
            <a:cxnSpLocks/>
          </p:cNvCxnSpPr>
          <p:nvPr/>
        </p:nvCxnSpPr>
        <p:spPr>
          <a:xfrm>
            <a:off x="9472131" y="5498811"/>
            <a:ext cx="0" cy="71478"/>
          </a:xfrm>
          <a:prstGeom prst="line">
            <a:avLst/>
          </a:prstGeom>
          <a:ln>
            <a:solidFill>
              <a:srgbClr val="F20000"/>
            </a:solidFill>
          </a:ln>
        </p:spPr>
        <p:style>
          <a:lnRef idx="2">
            <a:schemeClr val="accent4"/>
          </a:lnRef>
          <a:fillRef idx="0">
            <a:schemeClr val="accent4"/>
          </a:fillRef>
          <a:effectRef idx="1">
            <a:schemeClr val="accent4"/>
          </a:effectRef>
          <a:fontRef idx="minor">
            <a:schemeClr val="tx1"/>
          </a:fontRef>
        </p:style>
      </p:cxnSp>
      <p:sp>
        <p:nvSpPr>
          <p:cNvPr id="92" name="TextBox 91">
            <a:extLst>
              <a:ext uri="{FF2B5EF4-FFF2-40B4-BE49-F238E27FC236}">
                <a16:creationId xmlns:a16="http://schemas.microsoft.com/office/drawing/2014/main" id="{74A8E8C3-6D31-B89B-D105-1A9F4CCD7172}"/>
              </a:ext>
            </a:extLst>
          </p:cNvPr>
          <p:cNvSpPr txBox="1"/>
          <p:nvPr/>
        </p:nvSpPr>
        <p:spPr>
          <a:xfrm>
            <a:off x="6729727" y="5219949"/>
            <a:ext cx="109846" cy="215444"/>
          </a:xfrm>
          <a:prstGeom prst="rect">
            <a:avLst/>
          </a:prstGeom>
          <a:noFill/>
        </p:spPr>
        <p:txBody>
          <a:bodyPr wrap="square">
            <a:spAutoFit/>
          </a:bodyPr>
          <a:lstStyle/>
          <a:p>
            <a:pPr algn="ctr"/>
            <a:r>
              <a:rPr lang="en-GB" sz="800" noProof="0"/>
              <a:t>2</a:t>
            </a:r>
          </a:p>
        </p:txBody>
      </p:sp>
      <p:sp>
        <p:nvSpPr>
          <p:cNvPr id="93" name="TextBox 92">
            <a:extLst>
              <a:ext uri="{FF2B5EF4-FFF2-40B4-BE49-F238E27FC236}">
                <a16:creationId xmlns:a16="http://schemas.microsoft.com/office/drawing/2014/main" id="{AA819783-05F7-A493-06E1-D9F9BC5607C6}"/>
              </a:ext>
            </a:extLst>
          </p:cNvPr>
          <p:cNvSpPr txBox="1"/>
          <p:nvPr/>
        </p:nvSpPr>
        <p:spPr>
          <a:xfrm>
            <a:off x="7100397" y="5231357"/>
            <a:ext cx="109846" cy="215444"/>
          </a:xfrm>
          <a:prstGeom prst="rect">
            <a:avLst/>
          </a:prstGeom>
          <a:noFill/>
        </p:spPr>
        <p:txBody>
          <a:bodyPr wrap="square">
            <a:spAutoFit/>
          </a:bodyPr>
          <a:lstStyle/>
          <a:p>
            <a:pPr algn="ctr"/>
            <a:r>
              <a:rPr lang="en-GB" sz="800" noProof="0"/>
              <a:t>3</a:t>
            </a:r>
          </a:p>
        </p:txBody>
      </p:sp>
      <p:sp>
        <p:nvSpPr>
          <p:cNvPr id="94" name="TextBox 93">
            <a:extLst>
              <a:ext uri="{FF2B5EF4-FFF2-40B4-BE49-F238E27FC236}">
                <a16:creationId xmlns:a16="http://schemas.microsoft.com/office/drawing/2014/main" id="{41EC8BFA-640D-2CC8-B047-F3254164E8CE}"/>
              </a:ext>
            </a:extLst>
          </p:cNvPr>
          <p:cNvSpPr txBox="1"/>
          <p:nvPr/>
        </p:nvSpPr>
        <p:spPr>
          <a:xfrm>
            <a:off x="7498870" y="5225653"/>
            <a:ext cx="109846" cy="215444"/>
          </a:xfrm>
          <a:prstGeom prst="rect">
            <a:avLst/>
          </a:prstGeom>
          <a:noFill/>
        </p:spPr>
        <p:txBody>
          <a:bodyPr wrap="square">
            <a:spAutoFit/>
          </a:bodyPr>
          <a:lstStyle/>
          <a:p>
            <a:pPr algn="ctr"/>
            <a:r>
              <a:rPr lang="en-GB" sz="800" noProof="0"/>
              <a:t>4</a:t>
            </a:r>
          </a:p>
        </p:txBody>
      </p:sp>
      <p:sp>
        <p:nvSpPr>
          <p:cNvPr id="95" name="TextBox 94">
            <a:extLst>
              <a:ext uri="{FF2B5EF4-FFF2-40B4-BE49-F238E27FC236}">
                <a16:creationId xmlns:a16="http://schemas.microsoft.com/office/drawing/2014/main" id="{1F778E13-4517-AEDA-75A9-6EB9F754CDEF}"/>
              </a:ext>
            </a:extLst>
          </p:cNvPr>
          <p:cNvSpPr txBox="1"/>
          <p:nvPr/>
        </p:nvSpPr>
        <p:spPr>
          <a:xfrm>
            <a:off x="7865684" y="5224773"/>
            <a:ext cx="109846" cy="215444"/>
          </a:xfrm>
          <a:prstGeom prst="rect">
            <a:avLst/>
          </a:prstGeom>
          <a:noFill/>
        </p:spPr>
        <p:txBody>
          <a:bodyPr wrap="square">
            <a:spAutoFit/>
          </a:bodyPr>
          <a:lstStyle/>
          <a:p>
            <a:pPr algn="ctr"/>
            <a:r>
              <a:rPr lang="en-GB" sz="800" noProof="0"/>
              <a:t>5</a:t>
            </a:r>
          </a:p>
        </p:txBody>
      </p:sp>
      <p:sp>
        <p:nvSpPr>
          <p:cNvPr id="96" name="TextBox 95">
            <a:extLst>
              <a:ext uri="{FF2B5EF4-FFF2-40B4-BE49-F238E27FC236}">
                <a16:creationId xmlns:a16="http://schemas.microsoft.com/office/drawing/2014/main" id="{416F060A-803C-592D-E8A3-2277D136F50F}"/>
              </a:ext>
            </a:extLst>
          </p:cNvPr>
          <p:cNvSpPr txBox="1"/>
          <p:nvPr/>
        </p:nvSpPr>
        <p:spPr>
          <a:xfrm>
            <a:off x="8224829" y="5219069"/>
            <a:ext cx="109846" cy="215444"/>
          </a:xfrm>
          <a:prstGeom prst="rect">
            <a:avLst/>
          </a:prstGeom>
          <a:noFill/>
        </p:spPr>
        <p:txBody>
          <a:bodyPr wrap="square">
            <a:spAutoFit/>
          </a:bodyPr>
          <a:lstStyle/>
          <a:p>
            <a:pPr algn="ctr"/>
            <a:r>
              <a:rPr lang="en-GB" sz="800" noProof="0"/>
              <a:t>6</a:t>
            </a:r>
          </a:p>
        </p:txBody>
      </p:sp>
      <p:sp>
        <p:nvSpPr>
          <p:cNvPr id="97" name="TextBox 96">
            <a:extLst>
              <a:ext uri="{FF2B5EF4-FFF2-40B4-BE49-F238E27FC236}">
                <a16:creationId xmlns:a16="http://schemas.microsoft.com/office/drawing/2014/main" id="{F37BE841-BBBE-66FF-372B-1AD8B89E64C7}"/>
              </a:ext>
            </a:extLst>
          </p:cNvPr>
          <p:cNvSpPr txBox="1"/>
          <p:nvPr/>
        </p:nvSpPr>
        <p:spPr>
          <a:xfrm>
            <a:off x="8595499" y="5230477"/>
            <a:ext cx="109846" cy="215444"/>
          </a:xfrm>
          <a:prstGeom prst="rect">
            <a:avLst/>
          </a:prstGeom>
          <a:noFill/>
        </p:spPr>
        <p:txBody>
          <a:bodyPr wrap="square">
            <a:spAutoFit/>
          </a:bodyPr>
          <a:lstStyle/>
          <a:p>
            <a:pPr algn="ctr"/>
            <a:r>
              <a:rPr lang="en-GB" sz="800" noProof="0"/>
              <a:t>7</a:t>
            </a:r>
          </a:p>
        </p:txBody>
      </p:sp>
      <p:sp>
        <p:nvSpPr>
          <p:cNvPr id="98" name="TextBox 97">
            <a:extLst>
              <a:ext uri="{FF2B5EF4-FFF2-40B4-BE49-F238E27FC236}">
                <a16:creationId xmlns:a16="http://schemas.microsoft.com/office/drawing/2014/main" id="{38393B4B-786A-A2AD-4172-CEA6FCF3B17D}"/>
              </a:ext>
            </a:extLst>
          </p:cNvPr>
          <p:cNvSpPr txBox="1"/>
          <p:nvPr/>
        </p:nvSpPr>
        <p:spPr>
          <a:xfrm>
            <a:off x="8993972" y="5224773"/>
            <a:ext cx="109846" cy="215444"/>
          </a:xfrm>
          <a:prstGeom prst="rect">
            <a:avLst/>
          </a:prstGeom>
          <a:noFill/>
        </p:spPr>
        <p:txBody>
          <a:bodyPr wrap="square">
            <a:spAutoFit/>
          </a:bodyPr>
          <a:lstStyle/>
          <a:p>
            <a:pPr algn="ctr"/>
            <a:r>
              <a:rPr lang="en-GB" sz="800" noProof="0"/>
              <a:t>8</a:t>
            </a:r>
          </a:p>
        </p:txBody>
      </p:sp>
      <p:sp>
        <p:nvSpPr>
          <p:cNvPr id="99" name="TextBox 98">
            <a:extLst>
              <a:ext uri="{FF2B5EF4-FFF2-40B4-BE49-F238E27FC236}">
                <a16:creationId xmlns:a16="http://schemas.microsoft.com/office/drawing/2014/main" id="{6F0CA215-59C7-8BC5-0085-91CCE3EC6437}"/>
              </a:ext>
            </a:extLst>
          </p:cNvPr>
          <p:cNvSpPr txBox="1"/>
          <p:nvPr/>
        </p:nvSpPr>
        <p:spPr>
          <a:xfrm>
            <a:off x="9423544" y="5228355"/>
            <a:ext cx="109846" cy="215444"/>
          </a:xfrm>
          <a:prstGeom prst="rect">
            <a:avLst/>
          </a:prstGeom>
          <a:noFill/>
        </p:spPr>
        <p:txBody>
          <a:bodyPr wrap="square">
            <a:spAutoFit/>
          </a:bodyPr>
          <a:lstStyle/>
          <a:p>
            <a:pPr algn="ctr"/>
            <a:r>
              <a:rPr lang="en-GB" sz="800" noProof="0"/>
              <a:t>9</a:t>
            </a:r>
          </a:p>
        </p:txBody>
      </p:sp>
    </p:spTree>
    <p:extLst>
      <p:ext uri="{BB962C8B-B14F-4D97-AF65-F5344CB8AC3E}">
        <p14:creationId xmlns:p14="http://schemas.microsoft.com/office/powerpoint/2010/main" val="14543017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500"/>
                                        <p:tgtEl>
                                          <p:spTgt spid="3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fade">
                                      <p:cBhvr>
                                        <p:cTn id="30" dur="500"/>
                                        <p:tgtEl>
                                          <p:spTgt spid="39"/>
                                        </p:tgtEl>
                                      </p:cBhvr>
                                    </p:animEffect>
                                  </p:childTnLst>
                                </p:cTn>
                              </p:par>
                              <p:par>
                                <p:cTn id="31" presetID="10" presetClass="entr" presetSubtype="0" fill="hold" nodeType="withEffect">
                                  <p:stCondLst>
                                    <p:cond delay="0"/>
                                  </p:stCondLst>
                                  <p:childTnLst>
                                    <p:set>
                                      <p:cBhvr>
                                        <p:cTn id="32" dur="1" fill="hold">
                                          <p:stCondLst>
                                            <p:cond delay="0"/>
                                          </p:stCondLst>
                                        </p:cTn>
                                        <p:tgtEl>
                                          <p:spTgt spid="40"/>
                                        </p:tgtEl>
                                        <p:attrNameLst>
                                          <p:attrName>style.visibility</p:attrName>
                                        </p:attrNameLst>
                                      </p:cBhvr>
                                      <p:to>
                                        <p:strVal val="visible"/>
                                      </p:to>
                                    </p:set>
                                    <p:animEffect transition="in" filter="fade">
                                      <p:cBhvr>
                                        <p:cTn id="33" dur="500"/>
                                        <p:tgtEl>
                                          <p:spTgt spid="4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1"/>
                                        </p:tgtEl>
                                        <p:attrNameLst>
                                          <p:attrName>style.visibility</p:attrName>
                                        </p:attrNameLst>
                                      </p:cBhvr>
                                      <p:to>
                                        <p:strVal val="visible"/>
                                      </p:to>
                                    </p:set>
                                    <p:animEffect transition="in" filter="fade">
                                      <p:cBhvr>
                                        <p:cTn id="36" dur="500"/>
                                        <p:tgtEl>
                                          <p:spTgt spid="4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2"/>
                                        </p:tgtEl>
                                        <p:attrNameLst>
                                          <p:attrName>style.visibility</p:attrName>
                                        </p:attrNameLst>
                                      </p:cBhvr>
                                      <p:to>
                                        <p:strVal val="visible"/>
                                      </p:to>
                                    </p:set>
                                    <p:animEffect transition="in" filter="fade">
                                      <p:cBhvr>
                                        <p:cTn id="39" dur="500"/>
                                        <p:tgtEl>
                                          <p:spTgt spid="42"/>
                                        </p:tgtEl>
                                      </p:cBhvr>
                                    </p:animEffect>
                                  </p:childTnLst>
                                </p:cTn>
                              </p:par>
                              <p:par>
                                <p:cTn id="40" presetID="10" presetClass="entr" presetSubtype="0" fill="hold" nodeType="withEffect">
                                  <p:stCondLst>
                                    <p:cond delay="0"/>
                                  </p:stCondLst>
                                  <p:childTnLst>
                                    <p:set>
                                      <p:cBhvr>
                                        <p:cTn id="41" dur="1" fill="hold">
                                          <p:stCondLst>
                                            <p:cond delay="0"/>
                                          </p:stCondLst>
                                        </p:cTn>
                                        <p:tgtEl>
                                          <p:spTgt spid="54"/>
                                        </p:tgtEl>
                                        <p:attrNameLst>
                                          <p:attrName>style.visibility</p:attrName>
                                        </p:attrNameLst>
                                      </p:cBhvr>
                                      <p:to>
                                        <p:strVal val="visible"/>
                                      </p:to>
                                    </p:set>
                                    <p:animEffect transition="in" filter="fade">
                                      <p:cBhvr>
                                        <p:cTn id="42" dur="500"/>
                                        <p:tgtEl>
                                          <p:spTgt spid="54"/>
                                        </p:tgtEl>
                                      </p:cBhvr>
                                    </p:animEffect>
                                  </p:childTnLst>
                                </p:cTn>
                              </p:par>
                              <p:par>
                                <p:cTn id="43" presetID="10" presetClass="entr" presetSubtype="0" fill="hold" nodeType="withEffect">
                                  <p:stCondLst>
                                    <p:cond delay="0"/>
                                  </p:stCondLst>
                                  <p:childTnLst>
                                    <p:set>
                                      <p:cBhvr>
                                        <p:cTn id="44" dur="1" fill="hold">
                                          <p:stCondLst>
                                            <p:cond delay="0"/>
                                          </p:stCondLst>
                                        </p:cTn>
                                        <p:tgtEl>
                                          <p:spTgt spid="55"/>
                                        </p:tgtEl>
                                        <p:attrNameLst>
                                          <p:attrName>style.visibility</p:attrName>
                                        </p:attrNameLst>
                                      </p:cBhvr>
                                      <p:to>
                                        <p:strVal val="visible"/>
                                      </p:to>
                                    </p:set>
                                    <p:animEffect transition="in" filter="fade">
                                      <p:cBhvr>
                                        <p:cTn id="45" dur="500"/>
                                        <p:tgtEl>
                                          <p:spTgt spid="5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43"/>
                                        </p:tgtEl>
                                        <p:attrNameLst>
                                          <p:attrName>style.visibility</p:attrName>
                                        </p:attrNameLst>
                                      </p:cBhvr>
                                      <p:to>
                                        <p:strVal val="visible"/>
                                      </p:to>
                                    </p:set>
                                    <p:animEffect transition="in" filter="fade">
                                      <p:cBhvr>
                                        <p:cTn id="50" dur="500"/>
                                        <p:tgtEl>
                                          <p:spTgt spid="43"/>
                                        </p:tgtEl>
                                      </p:cBhvr>
                                    </p:animEffect>
                                  </p:childTnLst>
                                </p:cTn>
                              </p:par>
                              <p:par>
                                <p:cTn id="51" presetID="10" presetClass="entr" presetSubtype="0" fill="hold" nodeType="withEffect">
                                  <p:stCondLst>
                                    <p:cond delay="0"/>
                                  </p:stCondLst>
                                  <p:childTnLst>
                                    <p:set>
                                      <p:cBhvr>
                                        <p:cTn id="52" dur="1" fill="hold">
                                          <p:stCondLst>
                                            <p:cond delay="0"/>
                                          </p:stCondLst>
                                        </p:cTn>
                                        <p:tgtEl>
                                          <p:spTgt spid="44"/>
                                        </p:tgtEl>
                                        <p:attrNameLst>
                                          <p:attrName>style.visibility</p:attrName>
                                        </p:attrNameLst>
                                      </p:cBhvr>
                                      <p:to>
                                        <p:strVal val="visible"/>
                                      </p:to>
                                    </p:set>
                                    <p:animEffect transition="in" filter="fade">
                                      <p:cBhvr>
                                        <p:cTn id="53" dur="500"/>
                                        <p:tgtEl>
                                          <p:spTgt spid="4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fade">
                                      <p:cBhvr>
                                        <p:cTn id="56" dur="500"/>
                                        <p:tgtEl>
                                          <p:spTgt spid="4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6"/>
                                        </p:tgtEl>
                                        <p:attrNameLst>
                                          <p:attrName>style.visibility</p:attrName>
                                        </p:attrNameLst>
                                      </p:cBhvr>
                                      <p:to>
                                        <p:strVal val="visible"/>
                                      </p:to>
                                    </p:set>
                                    <p:animEffect transition="in" filter="fade">
                                      <p:cBhvr>
                                        <p:cTn id="59" dur="500"/>
                                        <p:tgtEl>
                                          <p:spTgt spid="4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7"/>
                                        </p:tgtEl>
                                        <p:attrNameLst>
                                          <p:attrName>style.visibility</p:attrName>
                                        </p:attrNameLst>
                                      </p:cBhvr>
                                      <p:to>
                                        <p:strVal val="visible"/>
                                      </p:to>
                                    </p:set>
                                    <p:animEffect transition="in" filter="fade">
                                      <p:cBhvr>
                                        <p:cTn id="62" dur="500"/>
                                        <p:tgtEl>
                                          <p:spTgt spid="47"/>
                                        </p:tgtEl>
                                      </p:cBhvr>
                                    </p:animEffect>
                                  </p:childTnLst>
                                </p:cTn>
                              </p:par>
                              <p:par>
                                <p:cTn id="63" presetID="10" presetClass="entr" presetSubtype="0" fill="hold" nodeType="withEffect">
                                  <p:stCondLst>
                                    <p:cond delay="0"/>
                                  </p:stCondLst>
                                  <p:childTnLst>
                                    <p:set>
                                      <p:cBhvr>
                                        <p:cTn id="64" dur="1" fill="hold">
                                          <p:stCondLst>
                                            <p:cond delay="0"/>
                                          </p:stCondLst>
                                        </p:cTn>
                                        <p:tgtEl>
                                          <p:spTgt spid="56"/>
                                        </p:tgtEl>
                                        <p:attrNameLst>
                                          <p:attrName>style.visibility</p:attrName>
                                        </p:attrNameLst>
                                      </p:cBhvr>
                                      <p:to>
                                        <p:strVal val="visible"/>
                                      </p:to>
                                    </p:set>
                                    <p:animEffect transition="in" filter="fade">
                                      <p:cBhvr>
                                        <p:cTn id="65" dur="500"/>
                                        <p:tgtEl>
                                          <p:spTgt spid="56"/>
                                        </p:tgtEl>
                                      </p:cBhvr>
                                    </p:animEffect>
                                  </p:childTnLst>
                                </p:cTn>
                              </p:par>
                              <p:par>
                                <p:cTn id="66" presetID="10" presetClass="entr" presetSubtype="0" fill="hold" nodeType="withEffect">
                                  <p:stCondLst>
                                    <p:cond delay="0"/>
                                  </p:stCondLst>
                                  <p:childTnLst>
                                    <p:set>
                                      <p:cBhvr>
                                        <p:cTn id="67" dur="1" fill="hold">
                                          <p:stCondLst>
                                            <p:cond delay="0"/>
                                          </p:stCondLst>
                                        </p:cTn>
                                        <p:tgtEl>
                                          <p:spTgt spid="57"/>
                                        </p:tgtEl>
                                        <p:attrNameLst>
                                          <p:attrName>style.visibility</p:attrName>
                                        </p:attrNameLst>
                                      </p:cBhvr>
                                      <p:to>
                                        <p:strVal val="visible"/>
                                      </p:to>
                                    </p:set>
                                    <p:animEffect transition="in" filter="fade">
                                      <p:cBhvr>
                                        <p:cTn id="68" dur="500"/>
                                        <p:tgtEl>
                                          <p:spTgt spid="57"/>
                                        </p:tgtEl>
                                      </p:cBhvr>
                                    </p:animEffect>
                                  </p:childTnLst>
                                </p:cTn>
                              </p:par>
                              <p:par>
                                <p:cTn id="69" presetID="10" presetClass="entr" presetSubtype="0" fill="hold" nodeType="withEffect">
                                  <p:stCondLst>
                                    <p:cond delay="0"/>
                                  </p:stCondLst>
                                  <p:childTnLst>
                                    <p:set>
                                      <p:cBhvr>
                                        <p:cTn id="70" dur="1" fill="hold">
                                          <p:stCondLst>
                                            <p:cond delay="0"/>
                                          </p:stCondLst>
                                        </p:cTn>
                                        <p:tgtEl>
                                          <p:spTgt spid="62"/>
                                        </p:tgtEl>
                                        <p:attrNameLst>
                                          <p:attrName>style.visibility</p:attrName>
                                        </p:attrNameLst>
                                      </p:cBhvr>
                                      <p:to>
                                        <p:strVal val="visible"/>
                                      </p:to>
                                    </p:set>
                                    <p:animEffect transition="in" filter="fade">
                                      <p:cBhvr>
                                        <p:cTn id="71" dur="500"/>
                                        <p:tgtEl>
                                          <p:spTgt spid="62"/>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48"/>
                                        </p:tgtEl>
                                        <p:attrNameLst>
                                          <p:attrName>style.visibility</p:attrName>
                                        </p:attrNameLst>
                                      </p:cBhvr>
                                      <p:to>
                                        <p:strVal val="visible"/>
                                      </p:to>
                                    </p:set>
                                    <p:animEffect transition="in" filter="fade">
                                      <p:cBhvr>
                                        <p:cTn id="76" dur="500"/>
                                        <p:tgtEl>
                                          <p:spTgt spid="48"/>
                                        </p:tgtEl>
                                      </p:cBhvr>
                                    </p:animEffect>
                                  </p:childTnLst>
                                </p:cTn>
                              </p:par>
                              <p:par>
                                <p:cTn id="77" presetID="10" presetClass="entr" presetSubtype="0" fill="hold" nodeType="withEffect">
                                  <p:stCondLst>
                                    <p:cond delay="0"/>
                                  </p:stCondLst>
                                  <p:childTnLst>
                                    <p:set>
                                      <p:cBhvr>
                                        <p:cTn id="78" dur="1" fill="hold">
                                          <p:stCondLst>
                                            <p:cond delay="0"/>
                                          </p:stCondLst>
                                        </p:cTn>
                                        <p:tgtEl>
                                          <p:spTgt spid="49"/>
                                        </p:tgtEl>
                                        <p:attrNameLst>
                                          <p:attrName>style.visibility</p:attrName>
                                        </p:attrNameLst>
                                      </p:cBhvr>
                                      <p:to>
                                        <p:strVal val="visible"/>
                                      </p:to>
                                    </p:set>
                                    <p:animEffect transition="in" filter="fade">
                                      <p:cBhvr>
                                        <p:cTn id="79" dur="500"/>
                                        <p:tgtEl>
                                          <p:spTgt spid="4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0"/>
                                        </p:tgtEl>
                                        <p:attrNameLst>
                                          <p:attrName>style.visibility</p:attrName>
                                        </p:attrNameLst>
                                      </p:cBhvr>
                                      <p:to>
                                        <p:strVal val="visible"/>
                                      </p:to>
                                    </p:set>
                                    <p:animEffect transition="in" filter="fade">
                                      <p:cBhvr>
                                        <p:cTn id="82" dur="500"/>
                                        <p:tgtEl>
                                          <p:spTgt spid="5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1"/>
                                        </p:tgtEl>
                                        <p:attrNameLst>
                                          <p:attrName>style.visibility</p:attrName>
                                        </p:attrNameLst>
                                      </p:cBhvr>
                                      <p:to>
                                        <p:strVal val="visible"/>
                                      </p:to>
                                    </p:set>
                                    <p:animEffect transition="in" filter="fade">
                                      <p:cBhvr>
                                        <p:cTn id="85" dur="500"/>
                                        <p:tgtEl>
                                          <p:spTgt spid="5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2"/>
                                        </p:tgtEl>
                                        <p:attrNameLst>
                                          <p:attrName>style.visibility</p:attrName>
                                        </p:attrNameLst>
                                      </p:cBhvr>
                                      <p:to>
                                        <p:strVal val="visible"/>
                                      </p:to>
                                    </p:set>
                                    <p:animEffect transition="in" filter="fade">
                                      <p:cBhvr>
                                        <p:cTn id="88" dur="500"/>
                                        <p:tgtEl>
                                          <p:spTgt spid="5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53"/>
                                        </p:tgtEl>
                                        <p:attrNameLst>
                                          <p:attrName>style.visibility</p:attrName>
                                        </p:attrNameLst>
                                      </p:cBhvr>
                                      <p:to>
                                        <p:strVal val="visible"/>
                                      </p:to>
                                    </p:set>
                                    <p:animEffect transition="in" filter="fade">
                                      <p:cBhvr>
                                        <p:cTn id="91" dur="500"/>
                                        <p:tgtEl>
                                          <p:spTgt spid="53"/>
                                        </p:tgtEl>
                                      </p:cBhvr>
                                    </p:animEffect>
                                  </p:childTnLst>
                                </p:cTn>
                              </p:par>
                              <p:par>
                                <p:cTn id="92" presetID="10" presetClass="entr" presetSubtype="0" fill="hold" nodeType="withEffect">
                                  <p:stCondLst>
                                    <p:cond delay="0"/>
                                  </p:stCondLst>
                                  <p:childTnLst>
                                    <p:set>
                                      <p:cBhvr>
                                        <p:cTn id="93" dur="1" fill="hold">
                                          <p:stCondLst>
                                            <p:cond delay="0"/>
                                          </p:stCondLst>
                                        </p:cTn>
                                        <p:tgtEl>
                                          <p:spTgt spid="58"/>
                                        </p:tgtEl>
                                        <p:attrNameLst>
                                          <p:attrName>style.visibility</p:attrName>
                                        </p:attrNameLst>
                                      </p:cBhvr>
                                      <p:to>
                                        <p:strVal val="visible"/>
                                      </p:to>
                                    </p:set>
                                    <p:animEffect transition="in" filter="fade">
                                      <p:cBhvr>
                                        <p:cTn id="94" dur="500"/>
                                        <p:tgtEl>
                                          <p:spTgt spid="58"/>
                                        </p:tgtEl>
                                      </p:cBhvr>
                                    </p:animEffect>
                                  </p:childTnLst>
                                </p:cTn>
                              </p:par>
                              <p:par>
                                <p:cTn id="95" presetID="10" presetClass="entr" presetSubtype="0" fill="hold" nodeType="withEffect">
                                  <p:stCondLst>
                                    <p:cond delay="0"/>
                                  </p:stCondLst>
                                  <p:childTnLst>
                                    <p:set>
                                      <p:cBhvr>
                                        <p:cTn id="96" dur="1" fill="hold">
                                          <p:stCondLst>
                                            <p:cond delay="0"/>
                                          </p:stCondLst>
                                        </p:cTn>
                                        <p:tgtEl>
                                          <p:spTgt spid="59"/>
                                        </p:tgtEl>
                                        <p:attrNameLst>
                                          <p:attrName>style.visibility</p:attrName>
                                        </p:attrNameLst>
                                      </p:cBhvr>
                                      <p:to>
                                        <p:strVal val="visible"/>
                                      </p:to>
                                    </p:set>
                                    <p:animEffect transition="in" filter="fade">
                                      <p:cBhvr>
                                        <p:cTn id="97" dur="500"/>
                                        <p:tgtEl>
                                          <p:spTgt spid="59"/>
                                        </p:tgtEl>
                                      </p:cBhvr>
                                    </p:animEffect>
                                  </p:childTnLst>
                                </p:cTn>
                              </p:par>
                              <p:par>
                                <p:cTn id="98" presetID="10" presetClass="entr" presetSubtype="0" fill="hold" nodeType="withEffect">
                                  <p:stCondLst>
                                    <p:cond delay="0"/>
                                  </p:stCondLst>
                                  <p:childTnLst>
                                    <p:set>
                                      <p:cBhvr>
                                        <p:cTn id="99" dur="1" fill="hold">
                                          <p:stCondLst>
                                            <p:cond delay="0"/>
                                          </p:stCondLst>
                                        </p:cTn>
                                        <p:tgtEl>
                                          <p:spTgt spid="60"/>
                                        </p:tgtEl>
                                        <p:attrNameLst>
                                          <p:attrName>style.visibility</p:attrName>
                                        </p:attrNameLst>
                                      </p:cBhvr>
                                      <p:to>
                                        <p:strVal val="visible"/>
                                      </p:to>
                                    </p:set>
                                    <p:animEffect transition="in" filter="fade">
                                      <p:cBhvr>
                                        <p:cTn id="100" dur="500"/>
                                        <p:tgtEl>
                                          <p:spTgt spid="60"/>
                                        </p:tgtEl>
                                      </p:cBhvr>
                                    </p:animEffect>
                                  </p:childTnLst>
                                </p:cTn>
                              </p:par>
                              <p:par>
                                <p:cTn id="101" presetID="10" presetClass="entr" presetSubtype="0" fill="hold" nodeType="withEffect">
                                  <p:stCondLst>
                                    <p:cond delay="0"/>
                                  </p:stCondLst>
                                  <p:childTnLst>
                                    <p:set>
                                      <p:cBhvr>
                                        <p:cTn id="102" dur="1" fill="hold">
                                          <p:stCondLst>
                                            <p:cond delay="0"/>
                                          </p:stCondLst>
                                        </p:cTn>
                                        <p:tgtEl>
                                          <p:spTgt spid="61"/>
                                        </p:tgtEl>
                                        <p:attrNameLst>
                                          <p:attrName>style.visibility</p:attrName>
                                        </p:attrNameLst>
                                      </p:cBhvr>
                                      <p:to>
                                        <p:strVal val="visible"/>
                                      </p:to>
                                    </p:set>
                                    <p:animEffect transition="in" filter="fade">
                                      <p:cBhvr>
                                        <p:cTn id="103" dur="500"/>
                                        <p:tgtEl>
                                          <p:spTgt spid="61"/>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63"/>
                                        </p:tgtEl>
                                        <p:attrNameLst>
                                          <p:attrName>style.visibility</p:attrName>
                                        </p:attrNameLst>
                                      </p:cBhvr>
                                      <p:to>
                                        <p:strVal val="visible"/>
                                      </p:to>
                                    </p:set>
                                    <p:animEffect transition="in" filter="fade">
                                      <p:cBhvr>
                                        <p:cTn id="108" dur="500"/>
                                        <p:tgtEl>
                                          <p:spTgt spid="63"/>
                                        </p:tgtEl>
                                      </p:cBhvr>
                                    </p:animEffect>
                                  </p:childTnLst>
                                </p:cTn>
                              </p:par>
                              <p:par>
                                <p:cTn id="109" presetID="10" presetClass="entr" presetSubtype="0" fill="hold" nodeType="withEffect">
                                  <p:stCondLst>
                                    <p:cond delay="0"/>
                                  </p:stCondLst>
                                  <p:childTnLst>
                                    <p:set>
                                      <p:cBhvr>
                                        <p:cTn id="110" dur="1" fill="hold">
                                          <p:stCondLst>
                                            <p:cond delay="0"/>
                                          </p:stCondLst>
                                        </p:cTn>
                                        <p:tgtEl>
                                          <p:spTgt spid="64"/>
                                        </p:tgtEl>
                                        <p:attrNameLst>
                                          <p:attrName>style.visibility</p:attrName>
                                        </p:attrNameLst>
                                      </p:cBhvr>
                                      <p:to>
                                        <p:strVal val="visible"/>
                                      </p:to>
                                    </p:set>
                                    <p:animEffect transition="in" filter="fade">
                                      <p:cBhvr>
                                        <p:cTn id="111" dur="500"/>
                                        <p:tgtEl>
                                          <p:spTgt spid="64"/>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65"/>
                                        </p:tgtEl>
                                        <p:attrNameLst>
                                          <p:attrName>style.visibility</p:attrName>
                                        </p:attrNameLst>
                                      </p:cBhvr>
                                      <p:to>
                                        <p:strVal val="visible"/>
                                      </p:to>
                                    </p:set>
                                    <p:animEffect transition="in" filter="fade">
                                      <p:cBhvr>
                                        <p:cTn id="114" dur="500"/>
                                        <p:tgtEl>
                                          <p:spTgt spid="65"/>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66"/>
                                        </p:tgtEl>
                                        <p:attrNameLst>
                                          <p:attrName>style.visibility</p:attrName>
                                        </p:attrNameLst>
                                      </p:cBhvr>
                                      <p:to>
                                        <p:strVal val="visible"/>
                                      </p:to>
                                    </p:set>
                                    <p:animEffect transition="in" filter="fade">
                                      <p:cBhvr>
                                        <p:cTn id="117" dur="500"/>
                                        <p:tgtEl>
                                          <p:spTgt spid="66"/>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67"/>
                                        </p:tgtEl>
                                        <p:attrNameLst>
                                          <p:attrName>style.visibility</p:attrName>
                                        </p:attrNameLst>
                                      </p:cBhvr>
                                      <p:to>
                                        <p:strVal val="visible"/>
                                      </p:to>
                                    </p:set>
                                    <p:animEffect transition="in" filter="fade">
                                      <p:cBhvr>
                                        <p:cTn id="120" dur="500"/>
                                        <p:tgtEl>
                                          <p:spTgt spid="67"/>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68"/>
                                        </p:tgtEl>
                                        <p:attrNameLst>
                                          <p:attrName>style.visibility</p:attrName>
                                        </p:attrNameLst>
                                      </p:cBhvr>
                                      <p:to>
                                        <p:strVal val="visible"/>
                                      </p:to>
                                    </p:set>
                                    <p:animEffect transition="in" filter="fade">
                                      <p:cBhvr>
                                        <p:cTn id="123" dur="500"/>
                                        <p:tgtEl>
                                          <p:spTgt spid="68"/>
                                        </p:tgtEl>
                                      </p:cBhvr>
                                    </p:animEffect>
                                  </p:childTnLst>
                                </p:cTn>
                              </p:par>
                              <p:par>
                                <p:cTn id="124" presetID="10" presetClass="entr" presetSubtype="0" fill="hold" nodeType="withEffect">
                                  <p:stCondLst>
                                    <p:cond delay="0"/>
                                  </p:stCondLst>
                                  <p:childTnLst>
                                    <p:set>
                                      <p:cBhvr>
                                        <p:cTn id="125" dur="1" fill="hold">
                                          <p:stCondLst>
                                            <p:cond delay="0"/>
                                          </p:stCondLst>
                                        </p:cTn>
                                        <p:tgtEl>
                                          <p:spTgt spid="69"/>
                                        </p:tgtEl>
                                        <p:attrNameLst>
                                          <p:attrName>style.visibility</p:attrName>
                                        </p:attrNameLst>
                                      </p:cBhvr>
                                      <p:to>
                                        <p:strVal val="visible"/>
                                      </p:to>
                                    </p:set>
                                    <p:animEffect transition="in" filter="fade">
                                      <p:cBhvr>
                                        <p:cTn id="126" dur="500"/>
                                        <p:tgtEl>
                                          <p:spTgt spid="69"/>
                                        </p:tgtEl>
                                      </p:cBhvr>
                                    </p:animEffect>
                                  </p:childTnLst>
                                </p:cTn>
                              </p:par>
                              <p:par>
                                <p:cTn id="127" presetID="10" presetClass="entr" presetSubtype="0" fill="hold" nodeType="withEffect">
                                  <p:stCondLst>
                                    <p:cond delay="0"/>
                                  </p:stCondLst>
                                  <p:childTnLst>
                                    <p:set>
                                      <p:cBhvr>
                                        <p:cTn id="128" dur="1" fill="hold">
                                          <p:stCondLst>
                                            <p:cond delay="0"/>
                                          </p:stCondLst>
                                        </p:cTn>
                                        <p:tgtEl>
                                          <p:spTgt spid="70"/>
                                        </p:tgtEl>
                                        <p:attrNameLst>
                                          <p:attrName>style.visibility</p:attrName>
                                        </p:attrNameLst>
                                      </p:cBhvr>
                                      <p:to>
                                        <p:strVal val="visible"/>
                                      </p:to>
                                    </p:set>
                                    <p:animEffect transition="in" filter="fade">
                                      <p:cBhvr>
                                        <p:cTn id="129" dur="500"/>
                                        <p:tgtEl>
                                          <p:spTgt spid="70"/>
                                        </p:tgtEl>
                                      </p:cBhvr>
                                    </p:animEffect>
                                  </p:childTnLst>
                                </p:cTn>
                              </p:par>
                              <p:par>
                                <p:cTn id="130" presetID="10" presetClass="entr" presetSubtype="0" fill="hold" nodeType="withEffect">
                                  <p:stCondLst>
                                    <p:cond delay="0"/>
                                  </p:stCondLst>
                                  <p:childTnLst>
                                    <p:set>
                                      <p:cBhvr>
                                        <p:cTn id="131" dur="1" fill="hold">
                                          <p:stCondLst>
                                            <p:cond delay="0"/>
                                          </p:stCondLst>
                                        </p:cTn>
                                        <p:tgtEl>
                                          <p:spTgt spid="71"/>
                                        </p:tgtEl>
                                        <p:attrNameLst>
                                          <p:attrName>style.visibility</p:attrName>
                                        </p:attrNameLst>
                                      </p:cBhvr>
                                      <p:to>
                                        <p:strVal val="visible"/>
                                      </p:to>
                                    </p:set>
                                    <p:animEffect transition="in" filter="fade">
                                      <p:cBhvr>
                                        <p:cTn id="132" dur="500"/>
                                        <p:tgtEl>
                                          <p:spTgt spid="71"/>
                                        </p:tgtEl>
                                      </p:cBhvr>
                                    </p:animEffect>
                                  </p:childTnLst>
                                </p:cTn>
                              </p:par>
                              <p:par>
                                <p:cTn id="133" presetID="10" presetClass="entr" presetSubtype="0" fill="hold" nodeType="withEffect">
                                  <p:stCondLst>
                                    <p:cond delay="0"/>
                                  </p:stCondLst>
                                  <p:childTnLst>
                                    <p:set>
                                      <p:cBhvr>
                                        <p:cTn id="134" dur="1" fill="hold">
                                          <p:stCondLst>
                                            <p:cond delay="0"/>
                                          </p:stCondLst>
                                        </p:cTn>
                                        <p:tgtEl>
                                          <p:spTgt spid="72"/>
                                        </p:tgtEl>
                                        <p:attrNameLst>
                                          <p:attrName>style.visibility</p:attrName>
                                        </p:attrNameLst>
                                      </p:cBhvr>
                                      <p:to>
                                        <p:strVal val="visible"/>
                                      </p:to>
                                    </p:set>
                                    <p:animEffect transition="in" filter="fade">
                                      <p:cBhvr>
                                        <p:cTn id="135" dur="500"/>
                                        <p:tgtEl>
                                          <p:spTgt spid="72"/>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73"/>
                                        </p:tgtEl>
                                        <p:attrNameLst>
                                          <p:attrName>style.visibility</p:attrName>
                                        </p:attrNameLst>
                                      </p:cBhvr>
                                      <p:to>
                                        <p:strVal val="visible"/>
                                      </p:to>
                                    </p:set>
                                    <p:animEffect transition="in" filter="fade">
                                      <p:cBhvr>
                                        <p:cTn id="138" dur="500"/>
                                        <p:tgtEl>
                                          <p:spTgt spid="73"/>
                                        </p:tgtEl>
                                      </p:cBhvr>
                                    </p:animEffect>
                                  </p:childTnLst>
                                </p:cTn>
                              </p:par>
                              <p:par>
                                <p:cTn id="139" presetID="10" presetClass="entr" presetSubtype="0" fill="hold" nodeType="withEffect">
                                  <p:stCondLst>
                                    <p:cond delay="0"/>
                                  </p:stCondLst>
                                  <p:childTnLst>
                                    <p:set>
                                      <p:cBhvr>
                                        <p:cTn id="140" dur="1" fill="hold">
                                          <p:stCondLst>
                                            <p:cond delay="0"/>
                                          </p:stCondLst>
                                        </p:cTn>
                                        <p:tgtEl>
                                          <p:spTgt spid="74"/>
                                        </p:tgtEl>
                                        <p:attrNameLst>
                                          <p:attrName>style.visibility</p:attrName>
                                        </p:attrNameLst>
                                      </p:cBhvr>
                                      <p:to>
                                        <p:strVal val="visible"/>
                                      </p:to>
                                    </p:set>
                                    <p:animEffect transition="in" filter="fade">
                                      <p:cBhvr>
                                        <p:cTn id="141" dur="500"/>
                                        <p:tgtEl>
                                          <p:spTgt spid="74"/>
                                        </p:tgtEl>
                                      </p:cBhvr>
                                    </p:animEffect>
                                  </p:childTnLst>
                                </p:cTn>
                              </p:par>
                            </p:childTnLst>
                          </p:cTn>
                        </p:par>
                      </p:childTnLst>
                    </p:cTn>
                  </p:par>
                  <p:par>
                    <p:cTn id="142" fill="hold">
                      <p:stCondLst>
                        <p:cond delay="indefinite"/>
                      </p:stCondLst>
                      <p:childTnLst>
                        <p:par>
                          <p:cTn id="143" fill="hold">
                            <p:stCondLst>
                              <p:cond delay="0"/>
                            </p:stCondLst>
                            <p:childTnLst>
                              <p:par>
                                <p:cTn id="144" presetID="10" presetClass="entr" presetSubtype="0" fill="hold" grpId="0" nodeType="clickEffect">
                                  <p:stCondLst>
                                    <p:cond delay="0"/>
                                  </p:stCondLst>
                                  <p:childTnLst>
                                    <p:set>
                                      <p:cBhvr>
                                        <p:cTn id="145" dur="1" fill="hold">
                                          <p:stCondLst>
                                            <p:cond delay="0"/>
                                          </p:stCondLst>
                                        </p:cTn>
                                        <p:tgtEl>
                                          <p:spTgt spid="75"/>
                                        </p:tgtEl>
                                        <p:attrNameLst>
                                          <p:attrName>style.visibility</p:attrName>
                                        </p:attrNameLst>
                                      </p:cBhvr>
                                      <p:to>
                                        <p:strVal val="visible"/>
                                      </p:to>
                                    </p:set>
                                    <p:animEffect transition="in" filter="fade">
                                      <p:cBhvr>
                                        <p:cTn id="146" dur="500"/>
                                        <p:tgtEl>
                                          <p:spTgt spid="75"/>
                                        </p:tgtEl>
                                      </p:cBhvr>
                                    </p:animEffect>
                                  </p:childTnLst>
                                </p:cTn>
                              </p:par>
                              <p:par>
                                <p:cTn id="147" presetID="10" presetClass="entr" presetSubtype="0" fill="hold" nodeType="withEffect">
                                  <p:stCondLst>
                                    <p:cond delay="0"/>
                                  </p:stCondLst>
                                  <p:childTnLst>
                                    <p:set>
                                      <p:cBhvr>
                                        <p:cTn id="148" dur="1" fill="hold">
                                          <p:stCondLst>
                                            <p:cond delay="0"/>
                                          </p:stCondLst>
                                        </p:cTn>
                                        <p:tgtEl>
                                          <p:spTgt spid="76"/>
                                        </p:tgtEl>
                                        <p:attrNameLst>
                                          <p:attrName>style.visibility</p:attrName>
                                        </p:attrNameLst>
                                      </p:cBhvr>
                                      <p:to>
                                        <p:strVal val="visible"/>
                                      </p:to>
                                    </p:set>
                                    <p:animEffect transition="in" filter="fade">
                                      <p:cBhvr>
                                        <p:cTn id="149" dur="500"/>
                                        <p:tgtEl>
                                          <p:spTgt spid="76"/>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77"/>
                                        </p:tgtEl>
                                        <p:attrNameLst>
                                          <p:attrName>style.visibility</p:attrName>
                                        </p:attrNameLst>
                                      </p:cBhvr>
                                      <p:to>
                                        <p:strVal val="visible"/>
                                      </p:to>
                                    </p:set>
                                    <p:animEffect transition="in" filter="fade">
                                      <p:cBhvr>
                                        <p:cTn id="152" dur="500"/>
                                        <p:tgtEl>
                                          <p:spTgt spid="77"/>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78"/>
                                        </p:tgtEl>
                                        <p:attrNameLst>
                                          <p:attrName>style.visibility</p:attrName>
                                        </p:attrNameLst>
                                      </p:cBhvr>
                                      <p:to>
                                        <p:strVal val="visible"/>
                                      </p:to>
                                    </p:set>
                                    <p:animEffect transition="in" filter="fade">
                                      <p:cBhvr>
                                        <p:cTn id="155" dur="500"/>
                                        <p:tgtEl>
                                          <p:spTgt spid="78"/>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79"/>
                                        </p:tgtEl>
                                        <p:attrNameLst>
                                          <p:attrName>style.visibility</p:attrName>
                                        </p:attrNameLst>
                                      </p:cBhvr>
                                      <p:to>
                                        <p:strVal val="visible"/>
                                      </p:to>
                                    </p:set>
                                    <p:animEffect transition="in" filter="fade">
                                      <p:cBhvr>
                                        <p:cTn id="158" dur="500"/>
                                        <p:tgtEl>
                                          <p:spTgt spid="79"/>
                                        </p:tgtEl>
                                      </p:cBhvr>
                                    </p:animEffect>
                                  </p:childTnLst>
                                </p:cTn>
                              </p:par>
                              <p:par>
                                <p:cTn id="159" presetID="10" presetClass="entr" presetSubtype="0" fill="hold" nodeType="withEffect">
                                  <p:stCondLst>
                                    <p:cond delay="0"/>
                                  </p:stCondLst>
                                  <p:childTnLst>
                                    <p:set>
                                      <p:cBhvr>
                                        <p:cTn id="160" dur="1" fill="hold">
                                          <p:stCondLst>
                                            <p:cond delay="0"/>
                                          </p:stCondLst>
                                        </p:cTn>
                                        <p:tgtEl>
                                          <p:spTgt spid="80"/>
                                        </p:tgtEl>
                                        <p:attrNameLst>
                                          <p:attrName>style.visibility</p:attrName>
                                        </p:attrNameLst>
                                      </p:cBhvr>
                                      <p:to>
                                        <p:strVal val="visible"/>
                                      </p:to>
                                    </p:set>
                                    <p:animEffect transition="in" filter="fade">
                                      <p:cBhvr>
                                        <p:cTn id="161" dur="500"/>
                                        <p:tgtEl>
                                          <p:spTgt spid="80"/>
                                        </p:tgtEl>
                                      </p:cBhvr>
                                    </p:animEffect>
                                  </p:childTnLst>
                                </p:cTn>
                              </p:par>
                              <p:par>
                                <p:cTn id="162" presetID="10" presetClass="entr" presetSubtype="0" fill="hold" nodeType="withEffect">
                                  <p:stCondLst>
                                    <p:cond delay="0"/>
                                  </p:stCondLst>
                                  <p:childTnLst>
                                    <p:set>
                                      <p:cBhvr>
                                        <p:cTn id="163" dur="1" fill="hold">
                                          <p:stCondLst>
                                            <p:cond delay="0"/>
                                          </p:stCondLst>
                                        </p:cTn>
                                        <p:tgtEl>
                                          <p:spTgt spid="81"/>
                                        </p:tgtEl>
                                        <p:attrNameLst>
                                          <p:attrName>style.visibility</p:attrName>
                                        </p:attrNameLst>
                                      </p:cBhvr>
                                      <p:to>
                                        <p:strVal val="visible"/>
                                      </p:to>
                                    </p:set>
                                    <p:animEffect transition="in" filter="fade">
                                      <p:cBhvr>
                                        <p:cTn id="164" dur="500"/>
                                        <p:tgtEl>
                                          <p:spTgt spid="81"/>
                                        </p:tgtEl>
                                      </p:cBhvr>
                                    </p:animEffect>
                                  </p:childTnLst>
                                </p:cTn>
                              </p:par>
                              <p:par>
                                <p:cTn id="165" presetID="10" presetClass="entr" presetSubtype="0" fill="hold" nodeType="withEffect">
                                  <p:stCondLst>
                                    <p:cond delay="0"/>
                                  </p:stCondLst>
                                  <p:childTnLst>
                                    <p:set>
                                      <p:cBhvr>
                                        <p:cTn id="166" dur="1" fill="hold">
                                          <p:stCondLst>
                                            <p:cond delay="0"/>
                                          </p:stCondLst>
                                        </p:cTn>
                                        <p:tgtEl>
                                          <p:spTgt spid="82"/>
                                        </p:tgtEl>
                                        <p:attrNameLst>
                                          <p:attrName>style.visibility</p:attrName>
                                        </p:attrNameLst>
                                      </p:cBhvr>
                                      <p:to>
                                        <p:strVal val="visible"/>
                                      </p:to>
                                    </p:set>
                                    <p:animEffect transition="in" filter="fade">
                                      <p:cBhvr>
                                        <p:cTn id="167" dur="500"/>
                                        <p:tgtEl>
                                          <p:spTgt spid="82"/>
                                        </p:tgtEl>
                                      </p:cBhvr>
                                    </p:animEffect>
                                  </p:childTnLst>
                                </p:cTn>
                              </p:par>
                              <p:par>
                                <p:cTn id="168" presetID="10" presetClass="entr" presetSubtype="0" fill="hold" nodeType="withEffect">
                                  <p:stCondLst>
                                    <p:cond delay="0"/>
                                  </p:stCondLst>
                                  <p:childTnLst>
                                    <p:set>
                                      <p:cBhvr>
                                        <p:cTn id="169" dur="1" fill="hold">
                                          <p:stCondLst>
                                            <p:cond delay="0"/>
                                          </p:stCondLst>
                                        </p:cTn>
                                        <p:tgtEl>
                                          <p:spTgt spid="83"/>
                                        </p:tgtEl>
                                        <p:attrNameLst>
                                          <p:attrName>style.visibility</p:attrName>
                                        </p:attrNameLst>
                                      </p:cBhvr>
                                      <p:to>
                                        <p:strVal val="visible"/>
                                      </p:to>
                                    </p:set>
                                    <p:animEffect transition="in" filter="fade">
                                      <p:cBhvr>
                                        <p:cTn id="170" dur="500"/>
                                        <p:tgtEl>
                                          <p:spTgt spid="83"/>
                                        </p:tgtEl>
                                      </p:cBhvr>
                                    </p:animEffect>
                                  </p:childTnLst>
                                </p:cTn>
                              </p:par>
                              <p:par>
                                <p:cTn id="171" presetID="10" presetClass="entr" presetSubtype="0" fill="hold" nodeType="withEffect">
                                  <p:stCondLst>
                                    <p:cond delay="0"/>
                                  </p:stCondLst>
                                  <p:childTnLst>
                                    <p:set>
                                      <p:cBhvr>
                                        <p:cTn id="172" dur="1" fill="hold">
                                          <p:stCondLst>
                                            <p:cond delay="0"/>
                                          </p:stCondLst>
                                        </p:cTn>
                                        <p:tgtEl>
                                          <p:spTgt spid="84"/>
                                        </p:tgtEl>
                                        <p:attrNameLst>
                                          <p:attrName>style.visibility</p:attrName>
                                        </p:attrNameLst>
                                      </p:cBhvr>
                                      <p:to>
                                        <p:strVal val="visible"/>
                                      </p:to>
                                    </p:set>
                                    <p:animEffect transition="in" filter="fade">
                                      <p:cBhvr>
                                        <p:cTn id="173" dur="500"/>
                                        <p:tgtEl>
                                          <p:spTgt spid="84"/>
                                        </p:tgtEl>
                                      </p:cBhvr>
                                    </p:animEffect>
                                  </p:childTnLst>
                                </p:cTn>
                              </p:par>
                              <p:par>
                                <p:cTn id="174" presetID="10" presetClass="entr" presetSubtype="0" fill="hold" nodeType="withEffect">
                                  <p:stCondLst>
                                    <p:cond delay="0"/>
                                  </p:stCondLst>
                                  <p:childTnLst>
                                    <p:set>
                                      <p:cBhvr>
                                        <p:cTn id="175" dur="1" fill="hold">
                                          <p:stCondLst>
                                            <p:cond delay="0"/>
                                          </p:stCondLst>
                                        </p:cTn>
                                        <p:tgtEl>
                                          <p:spTgt spid="85"/>
                                        </p:tgtEl>
                                        <p:attrNameLst>
                                          <p:attrName>style.visibility</p:attrName>
                                        </p:attrNameLst>
                                      </p:cBhvr>
                                      <p:to>
                                        <p:strVal val="visible"/>
                                      </p:to>
                                    </p:set>
                                    <p:animEffect transition="in" filter="fade">
                                      <p:cBhvr>
                                        <p:cTn id="176" dur="500"/>
                                        <p:tgtEl>
                                          <p:spTgt spid="85"/>
                                        </p:tgtEl>
                                      </p:cBhvr>
                                    </p:animEffect>
                                  </p:childTnLst>
                                </p:cTn>
                              </p:par>
                              <p:par>
                                <p:cTn id="177" presetID="10" presetClass="entr" presetSubtype="0" fill="hold" nodeType="withEffect">
                                  <p:stCondLst>
                                    <p:cond delay="0"/>
                                  </p:stCondLst>
                                  <p:childTnLst>
                                    <p:set>
                                      <p:cBhvr>
                                        <p:cTn id="178" dur="1" fill="hold">
                                          <p:stCondLst>
                                            <p:cond delay="0"/>
                                          </p:stCondLst>
                                        </p:cTn>
                                        <p:tgtEl>
                                          <p:spTgt spid="86"/>
                                        </p:tgtEl>
                                        <p:attrNameLst>
                                          <p:attrName>style.visibility</p:attrName>
                                        </p:attrNameLst>
                                      </p:cBhvr>
                                      <p:to>
                                        <p:strVal val="visible"/>
                                      </p:to>
                                    </p:set>
                                    <p:animEffect transition="in" filter="fade">
                                      <p:cBhvr>
                                        <p:cTn id="179" dur="500"/>
                                        <p:tgtEl>
                                          <p:spTgt spid="86"/>
                                        </p:tgtEl>
                                      </p:cBhvr>
                                    </p:animEffect>
                                  </p:childTnLst>
                                </p:cTn>
                              </p:par>
                              <p:par>
                                <p:cTn id="180" presetID="10" presetClass="entr" presetSubtype="0" fill="hold" nodeType="withEffect">
                                  <p:stCondLst>
                                    <p:cond delay="0"/>
                                  </p:stCondLst>
                                  <p:childTnLst>
                                    <p:set>
                                      <p:cBhvr>
                                        <p:cTn id="181" dur="1" fill="hold">
                                          <p:stCondLst>
                                            <p:cond delay="0"/>
                                          </p:stCondLst>
                                        </p:cTn>
                                        <p:tgtEl>
                                          <p:spTgt spid="87"/>
                                        </p:tgtEl>
                                        <p:attrNameLst>
                                          <p:attrName>style.visibility</p:attrName>
                                        </p:attrNameLst>
                                      </p:cBhvr>
                                      <p:to>
                                        <p:strVal val="visible"/>
                                      </p:to>
                                    </p:set>
                                    <p:animEffect transition="in" filter="fade">
                                      <p:cBhvr>
                                        <p:cTn id="182" dur="500"/>
                                        <p:tgtEl>
                                          <p:spTgt spid="87"/>
                                        </p:tgtEl>
                                      </p:cBhvr>
                                    </p:animEffect>
                                  </p:childTnLst>
                                </p:cTn>
                              </p:par>
                              <p:par>
                                <p:cTn id="183" presetID="10" presetClass="entr" presetSubtype="0" fill="hold" nodeType="withEffect">
                                  <p:stCondLst>
                                    <p:cond delay="0"/>
                                  </p:stCondLst>
                                  <p:childTnLst>
                                    <p:set>
                                      <p:cBhvr>
                                        <p:cTn id="184" dur="1" fill="hold">
                                          <p:stCondLst>
                                            <p:cond delay="0"/>
                                          </p:stCondLst>
                                        </p:cTn>
                                        <p:tgtEl>
                                          <p:spTgt spid="88"/>
                                        </p:tgtEl>
                                        <p:attrNameLst>
                                          <p:attrName>style.visibility</p:attrName>
                                        </p:attrNameLst>
                                      </p:cBhvr>
                                      <p:to>
                                        <p:strVal val="visible"/>
                                      </p:to>
                                    </p:set>
                                    <p:animEffect transition="in" filter="fade">
                                      <p:cBhvr>
                                        <p:cTn id="185" dur="500"/>
                                        <p:tgtEl>
                                          <p:spTgt spid="88"/>
                                        </p:tgtEl>
                                      </p:cBhvr>
                                    </p:animEffect>
                                  </p:childTnLst>
                                </p:cTn>
                              </p:par>
                              <p:par>
                                <p:cTn id="186" presetID="10" presetClass="entr" presetSubtype="0" fill="hold" nodeType="withEffect">
                                  <p:stCondLst>
                                    <p:cond delay="0"/>
                                  </p:stCondLst>
                                  <p:childTnLst>
                                    <p:set>
                                      <p:cBhvr>
                                        <p:cTn id="187" dur="1" fill="hold">
                                          <p:stCondLst>
                                            <p:cond delay="0"/>
                                          </p:stCondLst>
                                        </p:cTn>
                                        <p:tgtEl>
                                          <p:spTgt spid="89"/>
                                        </p:tgtEl>
                                        <p:attrNameLst>
                                          <p:attrName>style.visibility</p:attrName>
                                        </p:attrNameLst>
                                      </p:cBhvr>
                                      <p:to>
                                        <p:strVal val="visible"/>
                                      </p:to>
                                    </p:set>
                                    <p:animEffect transition="in" filter="fade">
                                      <p:cBhvr>
                                        <p:cTn id="188" dur="500"/>
                                        <p:tgtEl>
                                          <p:spTgt spid="89"/>
                                        </p:tgtEl>
                                      </p:cBhvr>
                                    </p:animEffect>
                                  </p:childTnLst>
                                </p:cTn>
                              </p:par>
                              <p:par>
                                <p:cTn id="189" presetID="10" presetClass="entr" presetSubtype="0" fill="hold" nodeType="withEffect">
                                  <p:stCondLst>
                                    <p:cond delay="0"/>
                                  </p:stCondLst>
                                  <p:childTnLst>
                                    <p:set>
                                      <p:cBhvr>
                                        <p:cTn id="190" dur="1" fill="hold">
                                          <p:stCondLst>
                                            <p:cond delay="0"/>
                                          </p:stCondLst>
                                        </p:cTn>
                                        <p:tgtEl>
                                          <p:spTgt spid="90"/>
                                        </p:tgtEl>
                                        <p:attrNameLst>
                                          <p:attrName>style.visibility</p:attrName>
                                        </p:attrNameLst>
                                      </p:cBhvr>
                                      <p:to>
                                        <p:strVal val="visible"/>
                                      </p:to>
                                    </p:set>
                                    <p:animEffect transition="in" filter="fade">
                                      <p:cBhvr>
                                        <p:cTn id="191" dur="500"/>
                                        <p:tgtEl>
                                          <p:spTgt spid="90"/>
                                        </p:tgtEl>
                                      </p:cBhvr>
                                    </p:animEffect>
                                  </p:childTnLst>
                                </p:cTn>
                              </p:par>
                              <p:par>
                                <p:cTn id="192" presetID="10" presetClass="entr" presetSubtype="0" fill="hold" nodeType="withEffect">
                                  <p:stCondLst>
                                    <p:cond delay="0"/>
                                  </p:stCondLst>
                                  <p:childTnLst>
                                    <p:set>
                                      <p:cBhvr>
                                        <p:cTn id="193" dur="1" fill="hold">
                                          <p:stCondLst>
                                            <p:cond delay="0"/>
                                          </p:stCondLst>
                                        </p:cTn>
                                        <p:tgtEl>
                                          <p:spTgt spid="91"/>
                                        </p:tgtEl>
                                        <p:attrNameLst>
                                          <p:attrName>style.visibility</p:attrName>
                                        </p:attrNameLst>
                                      </p:cBhvr>
                                      <p:to>
                                        <p:strVal val="visible"/>
                                      </p:to>
                                    </p:set>
                                    <p:animEffect transition="in" filter="fade">
                                      <p:cBhvr>
                                        <p:cTn id="194" dur="500"/>
                                        <p:tgtEl>
                                          <p:spTgt spid="91"/>
                                        </p:tgtEl>
                                      </p:cBhvr>
                                    </p:animEffect>
                                  </p:childTnLst>
                                </p:cTn>
                              </p:par>
                              <p:par>
                                <p:cTn id="195" presetID="10" presetClass="entr" presetSubtype="0" fill="hold" grpId="0" nodeType="withEffect">
                                  <p:stCondLst>
                                    <p:cond delay="0"/>
                                  </p:stCondLst>
                                  <p:childTnLst>
                                    <p:set>
                                      <p:cBhvr>
                                        <p:cTn id="196" dur="1" fill="hold">
                                          <p:stCondLst>
                                            <p:cond delay="0"/>
                                          </p:stCondLst>
                                        </p:cTn>
                                        <p:tgtEl>
                                          <p:spTgt spid="92"/>
                                        </p:tgtEl>
                                        <p:attrNameLst>
                                          <p:attrName>style.visibility</p:attrName>
                                        </p:attrNameLst>
                                      </p:cBhvr>
                                      <p:to>
                                        <p:strVal val="visible"/>
                                      </p:to>
                                    </p:set>
                                    <p:animEffect transition="in" filter="fade">
                                      <p:cBhvr>
                                        <p:cTn id="197" dur="500"/>
                                        <p:tgtEl>
                                          <p:spTgt spid="92"/>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93"/>
                                        </p:tgtEl>
                                        <p:attrNameLst>
                                          <p:attrName>style.visibility</p:attrName>
                                        </p:attrNameLst>
                                      </p:cBhvr>
                                      <p:to>
                                        <p:strVal val="visible"/>
                                      </p:to>
                                    </p:set>
                                    <p:animEffect transition="in" filter="fade">
                                      <p:cBhvr>
                                        <p:cTn id="200" dur="500"/>
                                        <p:tgtEl>
                                          <p:spTgt spid="93"/>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94"/>
                                        </p:tgtEl>
                                        <p:attrNameLst>
                                          <p:attrName>style.visibility</p:attrName>
                                        </p:attrNameLst>
                                      </p:cBhvr>
                                      <p:to>
                                        <p:strVal val="visible"/>
                                      </p:to>
                                    </p:set>
                                    <p:animEffect transition="in" filter="fade">
                                      <p:cBhvr>
                                        <p:cTn id="203" dur="500"/>
                                        <p:tgtEl>
                                          <p:spTgt spid="94"/>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95"/>
                                        </p:tgtEl>
                                        <p:attrNameLst>
                                          <p:attrName>style.visibility</p:attrName>
                                        </p:attrNameLst>
                                      </p:cBhvr>
                                      <p:to>
                                        <p:strVal val="visible"/>
                                      </p:to>
                                    </p:set>
                                    <p:animEffect transition="in" filter="fade">
                                      <p:cBhvr>
                                        <p:cTn id="206" dur="500"/>
                                        <p:tgtEl>
                                          <p:spTgt spid="95"/>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96"/>
                                        </p:tgtEl>
                                        <p:attrNameLst>
                                          <p:attrName>style.visibility</p:attrName>
                                        </p:attrNameLst>
                                      </p:cBhvr>
                                      <p:to>
                                        <p:strVal val="visible"/>
                                      </p:to>
                                    </p:set>
                                    <p:animEffect transition="in" filter="fade">
                                      <p:cBhvr>
                                        <p:cTn id="209" dur="500"/>
                                        <p:tgtEl>
                                          <p:spTgt spid="96"/>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97"/>
                                        </p:tgtEl>
                                        <p:attrNameLst>
                                          <p:attrName>style.visibility</p:attrName>
                                        </p:attrNameLst>
                                      </p:cBhvr>
                                      <p:to>
                                        <p:strVal val="visible"/>
                                      </p:to>
                                    </p:set>
                                    <p:animEffect transition="in" filter="fade">
                                      <p:cBhvr>
                                        <p:cTn id="212" dur="500"/>
                                        <p:tgtEl>
                                          <p:spTgt spid="97"/>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98"/>
                                        </p:tgtEl>
                                        <p:attrNameLst>
                                          <p:attrName>style.visibility</p:attrName>
                                        </p:attrNameLst>
                                      </p:cBhvr>
                                      <p:to>
                                        <p:strVal val="visible"/>
                                      </p:to>
                                    </p:set>
                                    <p:animEffect transition="in" filter="fade">
                                      <p:cBhvr>
                                        <p:cTn id="215" dur="500"/>
                                        <p:tgtEl>
                                          <p:spTgt spid="98"/>
                                        </p:tgtEl>
                                      </p:cBhvr>
                                    </p:animEffect>
                                  </p:childTnLst>
                                </p:cTn>
                              </p:par>
                              <p:par>
                                <p:cTn id="216" presetID="10" presetClass="entr" presetSubtype="0" fill="hold" grpId="0" nodeType="withEffect">
                                  <p:stCondLst>
                                    <p:cond delay="0"/>
                                  </p:stCondLst>
                                  <p:childTnLst>
                                    <p:set>
                                      <p:cBhvr>
                                        <p:cTn id="217" dur="1" fill="hold">
                                          <p:stCondLst>
                                            <p:cond delay="0"/>
                                          </p:stCondLst>
                                        </p:cTn>
                                        <p:tgtEl>
                                          <p:spTgt spid="99"/>
                                        </p:tgtEl>
                                        <p:attrNameLst>
                                          <p:attrName>style.visibility</p:attrName>
                                        </p:attrNameLst>
                                      </p:cBhvr>
                                      <p:to>
                                        <p:strVal val="visible"/>
                                      </p:to>
                                    </p:set>
                                    <p:animEffect transition="in" filter="fade">
                                      <p:cBhvr>
                                        <p:cTn id="218"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7" grpId="0" animBg="1"/>
      <p:bldP spid="38" grpId="0"/>
      <p:bldP spid="39" grpId="0"/>
      <p:bldP spid="41" grpId="0"/>
      <p:bldP spid="42" grpId="0"/>
      <p:bldP spid="43" grpId="0"/>
      <p:bldP spid="45" grpId="0"/>
      <p:bldP spid="46" grpId="0"/>
      <p:bldP spid="47" grpId="0"/>
      <p:bldP spid="48" grpId="0"/>
      <p:bldP spid="50" grpId="0"/>
      <p:bldP spid="51" grpId="0"/>
      <p:bldP spid="52" grpId="0"/>
      <p:bldP spid="53" grpId="0"/>
      <p:bldP spid="63" grpId="0"/>
      <p:bldP spid="65" grpId="0"/>
      <p:bldP spid="66" grpId="0"/>
      <p:bldP spid="67" grpId="0"/>
      <p:bldP spid="68" grpId="0"/>
      <p:bldP spid="73" grpId="0"/>
      <p:bldP spid="75" grpId="0"/>
      <p:bldP spid="77" grpId="0"/>
      <p:bldP spid="78" grpId="0"/>
      <p:bldP spid="79" grpId="0"/>
      <p:bldP spid="92" grpId="0"/>
      <p:bldP spid="93" grpId="0"/>
      <p:bldP spid="94" grpId="0"/>
      <p:bldP spid="95" grpId="0"/>
      <p:bldP spid="96" grpId="0"/>
      <p:bldP spid="97" grpId="0"/>
      <p:bldP spid="98" grpId="0"/>
      <p:bldP spid="9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6F309-C6B6-4ED7-0581-6C6D8018FBF8}"/>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4BBFE102-11DA-AF11-FA85-B43D270995C1}"/>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5" name="Slide Number Placeholder 5">
            <a:extLst>
              <a:ext uri="{FF2B5EF4-FFF2-40B4-BE49-F238E27FC236}">
                <a16:creationId xmlns:a16="http://schemas.microsoft.com/office/drawing/2014/main" id="{D5A5C3A7-9A36-9FE2-227B-694FF0916986}"/>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55</a:t>
            </a:fld>
            <a:endParaRPr lang="en-GB" noProof="0"/>
          </a:p>
        </p:txBody>
      </p:sp>
      <p:sp>
        <p:nvSpPr>
          <p:cNvPr id="8" name="Date Placeholder 3">
            <a:extLst>
              <a:ext uri="{FF2B5EF4-FFF2-40B4-BE49-F238E27FC236}">
                <a16:creationId xmlns:a16="http://schemas.microsoft.com/office/drawing/2014/main" id="{86B9C413-620D-4652-FBB2-89CD8C031BBF}"/>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
        <p:nvSpPr>
          <p:cNvPr id="2" name="TextBox 1">
            <a:extLst>
              <a:ext uri="{FF2B5EF4-FFF2-40B4-BE49-F238E27FC236}">
                <a16:creationId xmlns:a16="http://schemas.microsoft.com/office/drawing/2014/main" id="{80E0C938-87F7-316A-F119-01551B6740E3}"/>
              </a:ext>
            </a:extLst>
          </p:cNvPr>
          <p:cNvSpPr txBox="1"/>
          <p:nvPr/>
        </p:nvSpPr>
        <p:spPr>
          <a:xfrm>
            <a:off x="933343" y="1001680"/>
            <a:ext cx="4122787" cy="400110"/>
          </a:xfrm>
          <a:prstGeom prst="rect">
            <a:avLst/>
          </a:prstGeom>
          <a:noFill/>
        </p:spPr>
        <p:txBody>
          <a:bodyPr wrap="square">
            <a:spAutoFit/>
          </a:bodyPr>
          <a:lstStyle/>
          <a:p>
            <a:pPr lvl="0">
              <a:defRPr/>
            </a:pPr>
            <a:r>
              <a:rPr lang="en-GB" sz="2000" b="1">
                <a:highlight>
                  <a:srgbClr val="FFC000"/>
                </a:highlight>
              </a:rPr>
              <a:t>Validity</a:t>
            </a:r>
            <a:endParaRPr lang="en-GB" sz="1100" b="1" noProof="0">
              <a:highlight>
                <a:srgbClr val="FFC000"/>
              </a:highlight>
            </a:endParaRPr>
          </a:p>
        </p:txBody>
      </p:sp>
      <p:sp>
        <p:nvSpPr>
          <p:cNvPr id="9" name="TextBox 8">
            <a:extLst>
              <a:ext uri="{FF2B5EF4-FFF2-40B4-BE49-F238E27FC236}">
                <a16:creationId xmlns:a16="http://schemas.microsoft.com/office/drawing/2014/main" id="{9D27579D-470C-7B98-2119-E0D204C472D2}"/>
              </a:ext>
            </a:extLst>
          </p:cNvPr>
          <p:cNvSpPr txBox="1"/>
          <p:nvPr/>
        </p:nvSpPr>
        <p:spPr>
          <a:xfrm>
            <a:off x="993888" y="1658648"/>
            <a:ext cx="3479637" cy="430887"/>
          </a:xfrm>
          <a:prstGeom prst="rect">
            <a:avLst/>
          </a:prstGeom>
          <a:noFill/>
        </p:spPr>
        <p:txBody>
          <a:bodyPr wrap="square" lIns="0" tIns="0" rIns="0" bIns="0">
            <a:spAutoFit/>
          </a:bodyPr>
          <a:lstStyle/>
          <a:p>
            <a:r>
              <a:rPr lang="en-US" sz="1400" b="1">
                <a:solidFill>
                  <a:srgbClr val="FF0000"/>
                </a:solidFill>
              </a:rPr>
              <a:t>Types of questions : Agreement/Disagreement Items</a:t>
            </a:r>
            <a:endParaRPr lang="en-GB" sz="1400" b="1" noProof="0">
              <a:solidFill>
                <a:srgbClr val="FF0000"/>
              </a:solidFill>
            </a:endParaRPr>
          </a:p>
        </p:txBody>
      </p:sp>
      <p:sp>
        <p:nvSpPr>
          <p:cNvPr id="13" name="TextBox 12">
            <a:extLst>
              <a:ext uri="{FF2B5EF4-FFF2-40B4-BE49-F238E27FC236}">
                <a16:creationId xmlns:a16="http://schemas.microsoft.com/office/drawing/2014/main" id="{1F94E142-B2FF-6BD7-2E21-A1E5C342A3BB}"/>
              </a:ext>
            </a:extLst>
          </p:cNvPr>
          <p:cNvSpPr txBox="1"/>
          <p:nvPr/>
        </p:nvSpPr>
        <p:spPr>
          <a:xfrm>
            <a:off x="933343" y="2248000"/>
            <a:ext cx="3607097" cy="769441"/>
          </a:xfrm>
          <a:prstGeom prst="rect">
            <a:avLst/>
          </a:prstGeom>
          <a:noFill/>
        </p:spPr>
        <p:txBody>
          <a:bodyPr wrap="square">
            <a:spAutoFit/>
          </a:bodyPr>
          <a:lstStyle>
            <a:defPPr>
              <a:defRPr lang="en-US"/>
            </a:defPPr>
            <a:lvl1pPr>
              <a:defRPr sz="1100"/>
            </a:lvl1pPr>
          </a:lstStyle>
          <a:p>
            <a:r>
              <a:rPr lang="en-US"/>
              <a:t>The task presented to respondents in this type of item is </a:t>
            </a:r>
            <a:r>
              <a:rPr lang="en-US" b="1">
                <a:highlight>
                  <a:srgbClr val="FFC000"/>
                </a:highlight>
              </a:rPr>
              <a:t>different from that of placing themselves in an ordered category</a:t>
            </a:r>
            <a:r>
              <a:rPr lang="en-US"/>
              <a:t>.</a:t>
            </a:r>
          </a:p>
          <a:p>
            <a:endParaRPr lang="en-US"/>
          </a:p>
        </p:txBody>
      </p:sp>
      <p:grpSp>
        <p:nvGrpSpPr>
          <p:cNvPr id="31" name="Group 30">
            <a:extLst>
              <a:ext uri="{FF2B5EF4-FFF2-40B4-BE49-F238E27FC236}">
                <a16:creationId xmlns:a16="http://schemas.microsoft.com/office/drawing/2014/main" id="{6F72DA2E-8330-56FF-F672-E54AC6D06DEC}"/>
              </a:ext>
            </a:extLst>
          </p:cNvPr>
          <p:cNvGrpSpPr/>
          <p:nvPr/>
        </p:nvGrpSpPr>
        <p:grpSpPr>
          <a:xfrm>
            <a:off x="1142975" y="2973841"/>
            <a:ext cx="2873352" cy="430887"/>
            <a:chOff x="6663071" y="4746141"/>
            <a:chExt cx="3093192" cy="430887"/>
          </a:xfrm>
        </p:grpSpPr>
        <p:sp>
          <p:nvSpPr>
            <p:cNvPr id="32" name="TextBox 31">
              <a:extLst>
                <a:ext uri="{FF2B5EF4-FFF2-40B4-BE49-F238E27FC236}">
                  <a16:creationId xmlns:a16="http://schemas.microsoft.com/office/drawing/2014/main" id="{00720471-2CDA-DF39-A3CB-6A46F6E97495}"/>
                </a:ext>
              </a:extLst>
            </p:cNvPr>
            <p:cNvSpPr txBox="1"/>
            <p:nvPr/>
          </p:nvSpPr>
          <p:spPr>
            <a:xfrm>
              <a:off x="6859943" y="4746141"/>
              <a:ext cx="2896320" cy="430887"/>
            </a:xfrm>
            <a:prstGeom prst="rect">
              <a:avLst/>
            </a:prstGeom>
            <a:noFill/>
          </p:spPr>
          <p:txBody>
            <a:bodyPr wrap="square">
              <a:spAutoFit/>
            </a:bodyPr>
            <a:lstStyle>
              <a:defPPr>
                <a:defRPr lang="en-US"/>
              </a:defPPr>
              <a:lvl1pPr lvl="0">
                <a:defRPr sz="1100"/>
              </a:lvl1pPr>
            </a:lstStyle>
            <a:p>
              <a:r>
                <a:rPr lang="en-US" noProof="0"/>
                <a:t>Read a statement to respondents and ask whether they agree or disagree with it.</a:t>
              </a:r>
            </a:p>
          </p:txBody>
        </p:sp>
        <p:sp>
          <p:nvSpPr>
            <p:cNvPr id="33" name="Freeform: Shape 32">
              <a:extLst>
                <a:ext uri="{FF2B5EF4-FFF2-40B4-BE49-F238E27FC236}">
                  <a16:creationId xmlns:a16="http://schemas.microsoft.com/office/drawing/2014/main" id="{A6DE8337-410F-8430-C003-4C96EACF533C}"/>
                </a:ext>
              </a:extLst>
            </p:cNvPr>
            <p:cNvSpPr/>
            <p:nvPr/>
          </p:nvSpPr>
          <p:spPr>
            <a:xfrm>
              <a:off x="6663071" y="4798719"/>
              <a:ext cx="196872" cy="182880"/>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sp>
        <p:nvSpPr>
          <p:cNvPr id="16" name="TextBox 15">
            <a:extLst>
              <a:ext uri="{FF2B5EF4-FFF2-40B4-BE49-F238E27FC236}">
                <a16:creationId xmlns:a16="http://schemas.microsoft.com/office/drawing/2014/main" id="{4B9318AC-6D6F-B7FE-598D-0F396DB3173E}"/>
              </a:ext>
            </a:extLst>
          </p:cNvPr>
          <p:cNvSpPr txBox="1"/>
          <p:nvPr/>
        </p:nvSpPr>
        <p:spPr>
          <a:xfrm>
            <a:off x="944944" y="3428103"/>
            <a:ext cx="3882294" cy="769441"/>
          </a:xfrm>
          <a:prstGeom prst="rect">
            <a:avLst/>
          </a:prstGeom>
          <a:noFill/>
        </p:spPr>
        <p:txBody>
          <a:bodyPr wrap="square">
            <a:spAutoFit/>
          </a:bodyPr>
          <a:lstStyle>
            <a:defPPr>
              <a:defRPr lang="en-US"/>
            </a:defPPr>
            <a:lvl1pPr lvl="0">
              <a:defRPr sz="1100"/>
            </a:lvl1pPr>
          </a:lstStyle>
          <a:p>
            <a:r>
              <a:rPr lang="en-US" b="1"/>
              <a:t>The statement is positioned along a continuum</a:t>
            </a:r>
            <a:r>
              <a:rPr lang="en-US"/>
              <a:t>, and the respondent’s position on that continuum is inferred from whether they are close to the statement (</a:t>
            </a:r>
            <a:r>
              <a:rPr lang="en-US" b="1">
                <a:solidFill>
                  <a:schemeClr val="bg1"/>
                </a:solidFill>
                <a:highlight>
                  <a:srgbClr val="00B050"/>
                </a:highlight>
              </a:rPr>
              <a:t>agree</a:t>
            </a:r>
            <a:r>
              <a:rPr lang="en-US"/>
              <a:t>) or far from it (</a:t>
            </a:r>
            <a:r>
              <a:rPr lang="en-US" b="1">
                <a:solidFill>
                  <a:schemeClr val="bg1"/>
                </a:solidFill>
                <a:highlight>
                  <a:srgbClr val="FF0000"/>
                </a:highlight>
              </a:rPr>
              <a:t>disagree</a:t>
            </a:r>
            <a:r>
              <a:rPr lang="en-US"/>
              <a:t>)</a:t>
            </a:r>
            <a:endParaRPr lang="en-US" noProof="0"/>
          </a:p>
        </p:txBody>
      </p:sp>
      <p:sp>
        <p:nvSpPr>
          <p:cNvPr id="3" name="Rectangle: Rounded Corners 2">
            <a:extLst>
              <a:ext uri="{FF2B5EF4-FFF2-40B4-BE49-F238E27FC236}">
                <a16:creationId xmlns:a16="http://schemas.microsoft.com/office/drawing/2014/main" id="{E743739C-6917-4616-BBBA-05558EC67672}"/>
              </a:ext>
            </a:extLst>
          </p:cNvPr>
          <p:cNvSpPr/>
          <p:nvPr/>
        </p:nvSpPr>
        <p:spPr>
          <a:xfrm>
            <a:off x="1007168" y="4382546"/>
            <a:ext cx="4723980" cy="436834"/>
          </a:xfrm>
          <a:prstGeom prst="round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“My health is poor. Do you strongly agree, agree, disagree, or strongly disagree?”</a:t>
            </a:r>
            <a:endParaRPr lang="en-GB" sz="1000" b="1" noProof="0">
              <a:solidFill>
                <a:schemeClr val="tx1"/>
              </a:solidFill>
            </a:endParaRPr>
          </a:p>
        </p:txBody>
      </p:sp>
      <p:sp>
        <p:nvSpPr>
          <p:cNvPr id="4" name="Rectangle: Rounded Corners 3">
            <a:extLst>
              <a:ext uri="{FF2B5EF4-FFF2-40B4-BE49-F238E27FC236}">
                <a16:creationId xmlns:a16="http://schemas.microsoft.com/office/drawing/2014/main" id="{76F64E46-34E8-4E5C-BE09-8E5EFF094B95}"/>
              </a:ext>
            </a:extLst>
          </p:cNvPr>
          <p:cNvSpPr/>
          <p:nvPr/>
        </p:nvSpPr>
        <p:spPr>
          <a:xfrm>
            <a:off x="1007168" y="4911622"/>
            <a:ext cx="4723980" cy="436835"/>
          </a:xfrm>
          <a:prstGeom prst="roundRect">
            <a:avLst/>
          </a:prstGeom>
          <a:solidFill>
            <a:schemeClr val="tx2">
              <a:lumMod val="10000"/>
              <a:lumOff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“How would you rate your health: excellent, very good, good, fair, or poor?”</a:t>
            </a:r>
            <a:endParaRPr lang="en-GB" sz="1000" b="1" noProof="0">
              <a:solidFill>
                <a:schemeClr val="tx1"/>
              </a:solidFill>
            </a:endParaRPr>
          </a:p>
        </p:txBody>
      </p:sp>
      <p:sp>
        <p:nvSpPr>
          <p:cNvPr id="7" name="Right Brace 6">
            <a:extLst>
              <a:ext uri="{FF2B5EF4-FFF2-40B4-BE49-F238E27FC236}">
                <a16:creationId xmlns:a16="http://schemas.microsoft.com/office/drawing/2014/main" id="{13651941-2996-67FD-9BB8-7180CF1D45A3}"/>
              </a:ext>
            </a:extLst>
          </p:cNvPr>
          <p:cNvSpPr/>
          <p:nvPr/>
        </p:nvSpPr>
        <p:spPr>
          <a:xfrm rot="10800000" flipH="1">
            <a:off x="5946630" y="1738936"/>
            <a:ext cx="298739" cy="3671264"/>
          </a:xfrm>
          <a:prstGeom prst="rightBrace">
            <a:avLst>
              <a:gd name="adj1" fmla="val 40394"/>
              <a:gd name="adj2" fmla="val 88873"/>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noProof="0"/>
          </a:p>
        </p:txBody>
      </p:sp>
      <p:sp>
        <p:nvSpPr>
          <p:cNvPr id="12" name="TextBox 11">
            <a:extLst>
              <a:ext uri="{FF2B5EF4-FFF2-40B4-BE49-F238E27FC236}">
                <a16:creationId xmlns:a16="http://schemas.microsoft.com/office/drawing/2014/main" id="{1EBF6367-AEF3-7C19-1A70-6B61F54E3D93}"/>
              </a:ext>
            </a:extLst>
          </p:cNvPr>
          <p:cNvSpPr txBox="1"/>
          <p:nvPr/>
        </p:nvSpPr>
        <p:spPr>
          <a:xfrm>
            <a:off x="6403827" y="1868794"/>
            <a:ext cx="4332753" cy="769441"/>
          </a:xfrm>
          <a:prstGeom prst="rect">
            <a:avLst/>
          </a:prstGeom>
          <a:noFill/>
        </p:spPr>
        <p:txBody>
          <a:bodyPr wrap="square">
            <a:spAutoFit/>
          </a:bodyPr>
          <a:lstStyle>
            <a:defPPr>
              <a:defRPr lang="en-US"/>
            </a:defPPr>
            <a:lvl1pPr>
              <a:defRPr sz="1100"/>
            </a:lvl1pPr>
          </a:lstStyle>
          <a:p>
            <a:r>
              <a:rPr lang="en-US"/>
              <a:t>Rating scales provide more information by classifying respondents into multiple categories, </a:t>
            </a:r>
            <a:r>
              <a:rPr lang="en-US" b="1">
                <a:highlight>
                  <a:srgbClr val="FFC000"/>
                </a:highlight>
              </a:rPr>
              <a:t>whereas agreement–disagreement questions generally separate them into just two groups (agree/disagree).</a:t>
            </a:r>
          </a:p>
        </p:txBody>
      </p:sp>
      <p:grpSp>
        <p:nvGrpSpPr>
          <p:cNvPr id="15" name="Group 14">
            <a:extLst>
              <a:ext uri="{FF2B5EF4-FFF2-40B4-BE49-F238E27FC236}">
                <a16:creationId xmlns:a16="http://schemas.microsoft.com/office/drawing/2014/main" id="{73E81E57-4C10-B25B-67F8-83E0C6241290}"/>
              </a:ext>
            </a:extLst>
          </p:cNvPr>
          <p:cNvGrpSpPr/>
          <p:nvPr/>
        </p:nvGrpSpPr>
        <p:grpSpPr>
          <a:xfrm>
            <a:off x="6759152" y="2773786"/>
            <a:ext cx="3733069" cy="400110"/>
            <a:chOff x="6992558" y="3116778"/>
            <a:chExt cx="3733069" cy="400110"/>
          </a:xfrm>
        </p:grpSpPr>
        <p:sp>
          <p:nvSpPr>
            <p:cNvPr id="17" name="Freeform: Shape 16">
              <a:extLst>
                <a:ext uri="{FF2B5EF4-FFF2-40B4-BE49-F238E27FC236}">
                  <a16:creationId xmlns:a16="http://schemas.microsoft.com/office/drawing/2014/main" id="{441B07A9-563E-B6E0-E2AC-AB493AE7FF31}"/>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18" name="TextBox 17">
              <a:extLst>
                <a:ext uri="{FF2B5EF4-FFF2-40B4-BE49-F238E27FC236}">
                  <a16:creationId xmlns:a16="http://schemas.microsoft.com/office/drawing/2014/main" id="{BAFDF70B-E136-FE71-3DEB-5B9331E69538}"/>
                </a:ext>
              </a:extLst>
            </p:cNvPr>
            <p:cNvSpPr txBox="1"/>
            <p:nvPr/>
          </p:nvSpPr>
          <p:spPr>
            <a:xfrm>
              <a:off x="7149011" y="3116778"/>
              <a:ext cx="3576616" cy="400110"/>
            </a:xfrm>
            <a:prstGeom prst="rect">
              <a:avLst/>
            </a:prstGeom>
            <a:noFill/>
          </p:spPr>
          <p:txBody>
            <a:bodyPr wrap="square">
              <a:spAutoFit/>
            </a:bodyPr>
            <a:lstStyle>
              <a:defPPr>
                <a:defRPr lang="en-US"/>
              </a:defPPr>
              <a:lvl1pPr lvl="0">
                <a:defRPr sz="1100"/>
              </a:lvl1pPr>
            </a:lstStyle>
            <a:p>
              <a:r>
                <a:rPr lang="en-US" sz="1000"/>
                <a:t>They can only address the extremes of a continuum, which limits the interpretation of intermediate values.</a:t>
              </a:r>
              <a:endParaRPr lang="en-GB" sz="1000"/>
            </a:p>
          </p:txBody>
        </p:sp>
      </p:grpSp>
      <p:grpSp>
        <p:nvGrpSpPr>
          <p:cNvPr id="20" name="Group 19">
            <a:extLst>
              <a:ext uri="{FF2B5EF4-FFF2-40B4-BE49-F238E27FC236}">
                <a16:creationId xmlns:a16="http://schemas.microsoft.com/office/drawing/2014/main" id="{95D58460-A69B-C2DC-7341-C92EEB23D331}"/>
              </a:ext>
            </a:extLst>
          </p:cNvPr>
          <p:cNvGrpSpPr/>
          <p:nvPr/>
        </p:nvGrpSpPr>
        <p:grpSpPr>
          <a:xfrm>
            <a:off x="6759152" y="3254233"/>
            <a:ext cx="3733069" cy="400110"/>
            <a:chOff x="6992558" y="3116778"/>
            <a:chExt cx="3733069" cy="400110"/>
          </a:xfrm>
        </p:grpSpPr>
        <p:sp>
          <p:nvSpPr>
            <p:cNvPr id="21" name="Freeform: Shape 20">
              <a:extLst>
                <a:ext uri="{FF2B5EF4-FFF2-40B4-BE49-F238E27FC236}">
                  <a16:creationId xmlns:a16="http://schemas.microsoft.com/office/drawing/2014/main" id="{A1AFBC53-E00A-FC7F-FE1E-19FF3BFE5356}"/>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22" name="TextBox 21">
              <a:extLst>
                <a:ext uri="{FF2B5EF4-FFF2-40B4-BE49-F238E27FC236}">
                  <a16:creationId xmlns:a16="http://schemas.microsoft.com/office/drawing/2014/main" id="{03ADB031-3F25-F152-154D-0D7BA5EF49E0}"/>
                </a:ext>
              </a:extLst>
            </p:cNvPr>
            <p:cNvSpPr txBox="1"/>
            <p:nvPr/>
          </p:nvSpPr>
          <p:spPr>
            <a:xfrm>
              <a:off x="7149011" y="3116778"/>
              <a:ext cx="3576616" cy="400110"/>
            </a:xfrm>
            <a:prstGeom prst="rect">
              <a:avLst/>
            </a:prstGeom>
            <a:noFill/>
          </p:spPr>
          <p:txBody>
            <a:bodyPr wrap="square">
              <a:spAutoFit/>
            </a:bodyPr>
            <a:lstStyle>
              <a:defPPr>
                <a:defRPr lang="en-US"/>
              </a:defPPr>
              <a:lvl1pPr lvl="0">
                <a:defRPr sz="1100"/>
              </a:lvl1pPr>
            </a:lstStyle>
            <a:p>
              <a:r>
                <a:rPr lang="en-US" sz="1000"/>
                <a:t>Respondents may disagree with “My health is fair” because they consider it “good” or “poor.”</a:t>
              </a:r>
              <a:endParaRPr lang="en-GB" sz="1000"/>
            </a:p>
          </p:txBody>
        </p:sp>
      </p:grpSp>
      <p:grpSp>
        <p:nvGrpSpPr>
          <p:cNvPr id="23" name="Group 22">
            <a:extLst>
              <a:ext uri="{FF2B5EF4-FFF2-40B4-BE49-F238E27FC236}">
                <a16:creationId xmlns:a16="http://schemas.microsoft.com/office/drawing/2014/main" id="{1A270234-14D1-BEEF-F7B8-95C483A0BC72}"/>
              </a:ext>
            </a:extLst>
          </p:cNvPr>
          <p:cNvGrpSpPr/>
          <p:nvPr/>
        </p:nvGrpSpPr>
        <p:grpSpPr>
          <a:xfrm>
            <a:off x="6759152" y="3751789"/>
            <a:ext cx="3733069" cy="553998"/>
            <a:chOff x="6992558" y="3116778"/>
            <a:chExt cx="3733069" cy="553998"/>
          </a:xfrm>
        </p:grpSpPr>
        <p:sp>
          <p:nvSpPr>
            <p:cNvPr id="24" name="Freeform: Shape 23">
              <a:extLst>
                <a:ext uri="{FF2B5EF4-FFF2-40B4-BE49-F238E27FC236}">
                  <a16:creationId xmlns:a16="http://schemas.microsoft.com/office/drawing/2014/main" id="{8DB7CF8B-D3D9-385C-BF7A-CE04797607FF}"/>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25" name="TextBox 24">
              <a:extLst>
                <a:ext uri="{FF2B5EF4-FFF2-40B4-BE49-F238E27FC236}">
                  <a16:creationId xmlns:a16="http://schemas.microsoft.com/office/drawing/2014/main" id="{A463FA7E-377A-53CF-4660-A2BB02E2C866}"/>
                </a:ext>
              </a:extLst>
            </p:cNvPr>
            <p:cNvSpPr txBox="1"/>
            <p:nvPr/>
          </p:nvSpPr>
          <p:spPr>
            <a:xfrm>
              <a:off x="7149011" y="3116778"/>
              <a:ext cx="3576616" cy="553998"/>
            </a:xfrm>
            <a:prstGeom prst="rect">
              <a:avLst/>
            </a:prstGeom>
            <a:noFill/>
          </p:spPr>
          <p:txBody>
            <a:bodyPr wrap="square">
              <a:spAutoFit/>
            </a:bodyPr>
            <a:lstStyle>
              <a:defPPr>
                <a:defRPr lang="en-US"/>
              </a:defPPr>
              <a:lvl1pPr lvl="0">
                <a:defRPr sz="1100"/>
              </a:lvl1pPr>
            </a:lstStyle>
            <a:p>
              <a:r>
                <a:rPr lang="en-US" sz="1000"/>
                <a:t>Respondents may find it confusing to express a positive state (for example, “good health”) by disagreeing with a negative statement (for example, “poor health”).</a:t>
              </a:r>
              <a:endParaRPr lang="en-GB" sz="1000"/>
            </a:p>
          </p:txBody>
        </p:sp>
      </p:grpSp>
      <p:sp>
        <p:nvSpPr>
          <p:cNvPr id="26" name="TextBox 25">
            <a:extLst>
              <a:ext uri="{FF2B5EF4-FFF2-40B4-BE49-F238E27FC236}">
                <a16:creationId xmlns:a16="http://schemas.microsoft.com/office/drawing/2014/main" id="{F06C0C3C-4A25-D286-9C70-5D5C847AE1AE}"/>
              </a:ext>
            </a:extLst>
          </p:cNvPr>
          <p:cNvSpPr txBox="1"/>
          <p:nvPr/>
        </p:nvSpPr>
        <p:spPr>
          <a:xfrm>
            <a:off x="6403827" y="4409336"/>
            <a:ext cx="3479637" cy="215444"/>
          </a:xfrm>
          <a:prstGeom prst="rect">
            <a:avLst/>
          </a:prstGeom>
          <a:noFill/>
        </p:spPr>
        <p:txBody>
          <a:bodyPr wrap="square" lIns="0" tIns="0" rIns="0" bIns="0">
            <a:spAutoFit/>
          </a:bodyPr>
          <a:lstStyle/>
          <a:p>
            <a:r>
              <a:rPr lang="en-US" sz="1400" b="1">
                <a:solidFill>
                  <a:srgbClr val="FF0000"/>
                </a:solidFill>
              </a:rPr>
              <a:t>Acquiescence bias</a:t>
            </a:r>
            <a:endParaRPr lang="en-GB" sz="1400" b="1" noProof="0">
              <a:solidFill>
                <a:srgbClr val="FF0000"/>
              </a:solidFill>
            </a:endParaRPr>
          </a:p>
        </p:txBody>
      </p:sp>
      <p:sp>
        <p:nvSpPr>
          <p:cNvPr id="27" name="TextBox 26">
            <a:extLst>
              <a:ext uri="{FF2B5EF4-FFF2-40B4-BE49-F238E27FC236}">
                <a16:creationId xmlns:a16="http://schemas.microsoft.com/office/drawing/2014/main" id="{13C2DCC8-0BEC-96BD-D5D4-89BF3AD0EC88}"/>
              </a:ext>
            </a:extLst>
          </p:cNvPr>
          <p:cNvSpPr txBox="1"/>
          <p:nvPr/>
        </p:nvSpPr>
        <p:spPr>
          <a:xfrm>
            <a:off x="6309360" y="4707292"/>
            <a:ext cx="4332753" cy="600164"/>
          </a:xfrm>
          <a:prstGeom prst="rect">
            <a:avLst/>
          </a:prstGeom>
          <a:noFill/>
        </p:spPr>
        <p:txBody>
          <a:bodyPr wrap="square">
            <a:spAutoFit/>
          </a:bodyPr>
          <a:lstStyle>
            <a:defPPr>
              <a:defRPr lang="en-US"/>
            </a:defPPr>
            <a:lvl1pPr>
              <a:defRPr sz="1100"/>
            </a:lvl1pPr>
          </a:lstStyle>
          <a:p>
            <a:r>
              <a:rPr lang="en-US" b="1">
                <a:highlight>
                  <a:srgbClr val="FFC000"/>
                </a:highlight>
              </a:rPr>
              <a:t>Some respondents tend to agree with statements regardless of their content</a:t>
            </a:r>
            <a:r>
              <a:rPr lang="en-US"/>
              <a:t>. They may agree both with “health is poor” and “health is not poor” if the statement is phrased negatively.</a:t>
            </a:r>
            <a:endParaRPr lang="en-US" b="1">
              <a:highlight>
                <a:srgbClr val="FFC000"/>
              </a:highlight>
            </a:endParaRPr>
          </a:p>
        </p:txBody>
      </p:sp>
    </p:spTree>
    <p:extLst>
      <p:ext uri="{BB962C8B-B14F-4D97-AF65-F5344CB8AC3E}">
        <p14:creationId xmlns:p14="http://schemas.microsoft.com/office/powerpoint/2010/main" val="13205483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5B0C0-41B4-F13F-5A71-98514938D6C4}"/>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60E19FF4-19DB-7C60-2097-E75433EE918B}"/>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5" name="Slide Number Placeholder 5">
            <a:extLst>
              <a:ext uri="{FF2B5EF4-FFF2-40B4-BE49-F238E27FC236}">
                <a16:creationId xmlns:a16="http://schemas.microsoft.com/office/drawing/2014/main" id="{868DE75B-8961-2164-C38F-FAD0B53DAA9F}"/>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56</a:t>
            </a:fld>
            <a:endParaRPr lang="en-GB" noProof="0"/>
          </a:p>
        </p:txBody>
      </p:sp>
      <p:sp>
        <p:nvSpPr>
          <p:cNvPr id="8" name="Date Placeholder 3">
            <a:extLst>
              <a:ext uri="{FF2B5EF4-FFF2-40B4-BE49-F238E27FC236}">
                <a16:creationId xmlns:a16="http://schemas.microsoft.com/office/drawing/2014/main" id="{087EA85A-443B-D7AA-3A99-8BC22750DA4E}"/>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
        <p:nvSpPr>
          <p:cNvPr id="2" name="TextBox 1">
            <a:extLst>
              <a:ext uri="{FF2B5EF4-FFF2-40B4-BE49-F238E27FC236}">
                <a16:creationId xmlns:a16="http://schemas.microsoft.com/office/drawing/2014/main" id="{5AFEEBFA-3D6C-F8F2-3F5F-FB6E41B60F8F}"/>
              </a:ext>
            </a:extLst>
          </p:cNvPr>
          <p:cNvSpPr txBox="1"/>
          <p:nvPr/>
        </p:nvSpPr>
        <p:spPr>
          <a:xfrm>
            <a:off x="933343" y="1001680"/>
            <a:ext cx="4122787" cy="400110"/>
          </a:xfrm>
          <a:prstGeom prst="rect">
            <a:avLst/>
          </a:prstGeom>
          <a:noFill/>
        </p:spPr>
        <p:txBody>
          <a:bodyPr wrap="square">
            <a:spAutoFit/>
          </a:bodyPr>
          <a:lstStyle/>
          <a:p>
            <a:pPr lvl="0">
              <a:defRPr/>
            </a:pPr>
            <a:r>
              <a:rPr lang="en-GB" sz="2000" b="1">
                <a:highlight>
                  <a:srgbClr val="FFC000"/>
                </a:highlight>
              </a:rPr>
              <a:t>Validity</a:t>
            </a:r>
            <a:endParaRPr lang="en-GB" sz="1100" b="1" noProof="0">
              <a:highlight>
                <a:srgbClr val="FFC000"/>
              </a:highlight>
            </a:endParaRPr>
          </a:p>
        </p:txBody>
      </p:sp>
      <p:sp>
        <p:nvSpPr>
          <p:cNvPr id="9" name="TextBox 8">
            <a:extLst>
              <a:ext uri="{FF2B5EF4-FFF2-40B4-BE49-F238E27FC236}">
                <a16:creationId xmlns:a16="http://schemas.microsoft.com/office/drawing/2014/main" id="{EB97FA97-E368-57D5-7D2F-1A4A0CFBFE1D}"/>
              </a:ext>
            </a:extLst>
          </p:cNvPr>
          <p:cNvSpPr txBox="1"/>
          <p:nvPr/>
        </p:nvSpPr>
        <p:spPr>
          <a:xfrm>
            <a:off x="993888" y="1658648"/>
            <a:ext cx="3479637" cy="215444"/>
          </a:xfrm>
          <a:prstGeom prst="rect">
            <a:avLst/>
          </a:prstGeom>
          <a:noFill/>
        </p:spPr>
        <p:txBody>
          <a:bodyPr wrap="square" lIns="0" tIns="0" rIns="0" bIns="0">
            <a:spAutoFit/>
          </a:bodyPr>
          <a:lstStyle/>
          <a:p>
            <a:r>
              <a:rPr lang="en-US" sz="1400" b="1">
                <a:solidFill>
                  <a:srgbClr val="FF0000"/>
                </a:solidFill>
              </a:rPr>
              <a:t>Objective Reports</a:t>
            </a:r>
            <a:endParaRPr lang="en-GB" sz="1400" b="1" noProof="0">
              <a:solidFill>
                <a:srgbClr val="FF0000"/>
              </a:solidFill>
            </a:endParaRPr>
          </a:p>
        </p:txBody>
      </p:sp>
      <p:sp>
        <p:nvSpPr>
          <p:cNvPr id="13" name="TextBox 12">
            <a:extLst>
              <a:ext uri="{FF2B5EF4-FFF2-40B4-BE49-F238E27FC236}">
                <a16:creationId xmlns:a16="http://schemas.microsoft.com/office/drawing/2014/main" id="{320ADDBF-D5D5-81A9-F5C0-D1EDBCD5F961}"/>
              </a:ext>
            </a:extLst>
          </p:cNvPr>
          <p:cNvSpPr txBox="1"/>
          <p:nvPr/>
        </p:nvSpPr>
        <p:spPr>
          <a:xfrm>
            <a:off x="944944" y="1927524"/>
            <a:ext cx="4122787" cy="938719"/>
          </a:xfrm>
          <a:prstGeom prst="rect">
            <a:avLst/>
          </a:prstGeom>
          <a:noFill/>
        </p:spPr>
        <p:txBody>
          <a:bodyPr wrap="square">
            <a:spAutoFit/>
          </a:bodyPr>
          <a:lstStyle>
            <a:defPPr>
              <a:defRPr lang="en-US"/>
            </a:defPPr>
            <a:lvl1pPr>
              <a:defRPr sz="1100"/>
            </a:lvl1pPr>
          </a:lstStyle>
          <a:p>
            <a:r>
              <a:rPr lang="en-US"/>
              <a:t>When a researcher asks a respondent an objective question, </a:t>
            </a:r>
            <a:r>
              <a:rPr lang="en-US" b="1">
                <a:highlight>
                  <a:srgbClr val="FFC000"/>
                </a:highlight>
              </a:rPr>
              <a:t>the aim is for the respondent to answer with complete accuracy</a:t>
            </a:r>
            <a:r>
              <a:rPr lang="en-US"/>
              <a:t>: </a:t>
            </a:r>
            <a:r>
              <a:rPr lang="en-US" b="1" i="1"/>
              <a:t>to give the same answer the researcher would provide if the researcher had access to the necessary information to answer the question.</a:t>
            </a:r>
          </a:p>
        </p:txBody>
      </p:sp>
      <p:sp>
        <p:nvSpPr>
          <p:cNvPr id="16" name="TextBox 15">
            <a:extLst>
              <a:ext uri="{FF2B5EF4-FFF2-40B4-BE49-F238E27FC236}">
                <a16:creationId xmlns:a16="http://schemas.microsoft.com/office/drawing/2014/main" id="{45915DAD-8866-7F98-EC89-B6BA99B38C35}"/>
              </a:ext>
            </a:extLst>
          </p:cNvPr>
          <p:cNvSpPr txBox="1"/>
          <p:nvPr/>
        </p:nvSpPr>
        <p:spPr>
          <a:xfrm>
            <a:off x="944944" y="2895233"/>
            <a:ext cx="3882294" cy="600164"/>
          </a:xfrm>
          <a:prstGeom prst="rect">
            <a:avLst/>
          </a:prstGeom>
          <a:noFill/>
        </p:spPr>
        <p:txBody>
          <a:bodyPr wrap="square">
            <a:spAutoFit/>
          </a:bodyPr>
          <a:lstStyle>
            <a:defPPr>
              <a:defRPr lang="en-US"/>
            </a:defPPr>
            <a:lvl1pPr lvl="0">
              <a:defRPr sz="1100"/>
            </a:lvl1pPr>
          </a:lstStyle>
          <a:p>
            <a:r>
              <a:rPr lang="en-US" b="1"/>
              <a:t>The accuracy of responses depends on </a:t>
            </a:r>
            <a:r>
              <a:rPr lang="en-US" b="1">
                <a:highlight>
                  <a:srgbClr val="FFC000"/>
                </a:highlight>
              </a:rPr>
              <a:t>what is being asked and how it is being asked</a:t>
            </a:r>
            <a:r>
              <a:rPr lang="en-US" b="1"/>
              <a:t>. </a:t>
            </a:r>
            <a:r>
              <a:rPr lang="en-US"/>
              <a:t>There are four reasons why respondents may report events inaccurately:</a:t>
            </a:r>
            <a:endParaRPr lang="en-US" noProof="0"/>
          </a:p>
        </p:txBody>
      </p:sp>
      <p:grpSp>
        <p:nvGrpSpPr>
          <p:cNvPr id="15" name="Group 14">
            <a:extLst>
              <a:ext uri="{FF2B5EF4-FFF2-40B4-BE49-F238E27FC236}">
                <a16:creationId xmlns:a16="http://schemas.microsoft.com/office/drawing/2014/main" id="{091265FA-B422-90FE-C882-A497208AD3C8}"/>
              </a:ext>
            </a:extLst>
          </p:cNvPr>
          <p:cNvGrpSpPr/>
          <p:nvPr/>
        </p:nvGrpSpPr>
        <p:grpSpPr>
          <a:xfrm>
            <a:off x="1237775" y="3628678"/>
            <a:ext cx="3733069" cy="246221"/>
            <a:chOff x="6992558" y="3116778"/>
            <a:chExt cx="3733069" cy="246221"/>
          </a:xfrm>
        </p:grpSpPr>
        <p:sp>
          <p:nvSpPr>
            <p:cNvPr id="17" name="Freeform: Shape 16">
              <a:extLst>
                <a:ext uri="{FF2B5EF4-FFF2-40B4-BE49-F238E27FC236}">
                  <a16:creationId xmlns:a16="http://schemas.microsoft.com/office/drawing/2014/main" id="{D2030FE2-EC49-FE5A-9A24-926252A78BC1}"/>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18" name="TextBox 17">
              <a:extLst>
                <a:ext uri="{FF2B5EF4-FFF2-40B4-BE49-F238E27FC236}">
                  <a16:creationId xmlns:a16="http://schemas.microsoft.com/office/drawing/2014/main" id="{4FA22988-398E-56E3-B05C-242ED5124D06}"/>
                </a:ext>
              </a:extLst>
            </p:cNvPr>
            <p:cNvSpPr txBox="1"/>
            <p:nvPr/>
          </p:nvSpPr>
          <p:spPr>
            <a:xfrm>
              <a:off x="7149011" y="3116778"/>
              <a:ext cx="3576616" cy="246221"/>
            </a:xfrm>
            <a:prstGeom prst="rect">
              <a:avLst/>
            </a:prstGeom>
            <a:noFill/>
          </p:spPr>
          <p:txBody>
            <a:bodyPr wrap="square">
              <a:spAutoFit/>
            </a:bodyPr>
            <a:lstStyle>
              <a:defPPr>
                <a:defRPr lang="en-US"/>
              </a:defPPr>
              <a:lvl1pPr lvl="0">
                <a:defRPr sz="1100"/>
              </a:lvl1pPr>
            </a:lstStyle>
            <a:p>
              <a:r>
                <a:rPr lang="en-US" sz="1000"/>
                <a:t>They do not understand the question.</a:t>
              </a:r>
              <a:endParaRPr lang="en-GB" sz="1000"/>
            </a:p>
          </p:txBody>
        </p:sp>
      </p:grpSp>
      <p:grpSp>
        <p:nvGrpSpPr>
          <p:cNvPr id="10" name="Group 9">
            <a:extLst>
              <a:ext uri="{FF2B5EF4-FFF2-40B4-BE49-F238E27FC236}">
                <a16:creationId xmlns:a16="http://schemas.microsoft.com/office/drawing/2014/main" id="{886AB72A-BC03-A3B5-17A8-D246A9322117}"/>
              </a:ext>
            </a:extLst>
          </p:cNvPr>
          <p:cNvGrpSpPr/>
          <p:nvPr/>
        </p:nvGrpSpPr>
        <p:grpSpPr>
          <a:xfrm>
            <a:off x="1237775" y="3897943"/>
            <a:ext cx="3733069" cy="246221"/>
            <a:chOff x="6992558" y="3116778"/>
            <a:chExt cx="3733069" cy="246221"/>
          </a:xfrm>
        </p:grpSpPr>
        <p:sp>
          <p:nvSpPr>
            <p:cNvPr id="11" name="Freeform: Shape 10">
              <a:extLst>
                <a:ext uri="{FF2B5EF4-FFF2-40B4-BE49-F238E27FC236}">
                  <a16:creationId xmlns:a16="http://schemas.microsoft.com/office/drawing/2014/main" id="{69425B7F-BBC1-2074-EA16-84195F40634D}"/>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14" name="TextBox 13">
              <a:extLst>
                <a:ext uri="{FF2B5EF4-FFF2-40B4-BE49-F238E27FC236}">
                  <a16:creationId xmlns:a16="http://schemas.microsoft.com/office/drawing/2014/main" id="{4D11DDD8-8EAF-BF30-BE28-ECD9B6C05B88}"/>
                </a:ext>
              </a:extLst>
            </p:cNvPr>
            <p:cNvSpPr txBox="1"/>
            <p:nvPr/>
          </p:nvSpPr>
          <p:spPr>
            <a:xfrm>
              <a:off x="7149011" y="3116778"/>
              <a:ext cx="3576616" cy="246221"/>
            </a:xfrm>
            <a:prstGeom prst="rect">
              <a:avLst/>
            </a:prstGeom>
            <a:noFill/>
          </p:spPr>
          <p:txBody>
            <a:bodyPr wrap="square">
              <a:spAutoFit/>
            </a:bodyPr>
            <a:lstStyle>
              <a:defPPr>
                <a:defRPr lang="en-US"/>
              </a:defPPr>
              <a:lvl1pPr lvl="0">
                <a:defRPr sz="1100"/>
              </a:lvl1pPr>
            </a:lstStyle>
            <a:p>
              <a:r>
                <a:rPr lang="en-US" sz="1000"/>
                <a:t>They do not know the answer.</a:t>
              </a:r>
              <a:endParaRPr lang="en-GB" sz="1000"/>
            </a:p>
          </p:txBody>
        </p:sp>
      </p:grpSp>
      <p:grpSp>
        <p:nvGrpSpPr>
          <p:cNvPr id="19" name="Group 18">
            <a:extLst>
              <a:ext uri="{FF2B5EF4-FFF2-40B4-BE49-F238E27FC236}">
                <a16:creationId xmlns:a16="http://schemas.microsoft.com/office/drawing/2014/main" id="{1F23D9A1-314B-863C-F2F9-35F8D20BF39D}"/>
              </a:ext>
            </a:extLst>
          </p:cNvPr>
          <p:cNvGrpSpPr/>
          <p:nvPr/>
        </p:nvGrpSpPr>
        <p:grpSpPr>
          <a:xfrm>
            <a:off x="1237775" y="4152455"/>
            <a:ext cx="3733069" cy="246221"/>
            <a:chOff x="6992558" y="3116778"/>
            <a:chExt cx="3733069" cy="246221"/>
          </a:xfrm>
        </p:grpSpPr>
        <p:sp>
          <p:nvSpPr>
            <p:cNvPr id="28" name="Freeform: Shape 27">
              <a:extLst>
                <a:ext uri="{FF2B5EF4-FFF2-40B4-BE49-F238E27FC236}">
                  <a16:creationId xmlns:a16="http://schemas.microsoft.com/office/drawing/2014/main" id="{0AC9C43C-57FC-C19B-9DF1-D840160E0367}"/>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29" name="TextBox 28">
              <a:extLst>
                <a:ext uri="{FF2B5EF4-FFF2-40B4-BE49-F238E27FC236}">
                  <a16:creationId xmlns:a16="http://schemas.microsoft.com/office/drawing/2014/main" id="{0E1EE955-F0CA-FBC2-4424-7935DC23D2B0}"/>
                </a:ext>
              </a:extLst>
            </p:cNvPr>
            <p:cNvSpPr txBox="1"/>
            <p:nvPr/>
          </p:nvSpPr>
          <p:spPr>
            <a:xfrm>
              <a:off x="7149011" y="3116778"/>
              <a:ext cx="3576616" cy="246221"/>
            </a:xfrm>
            <a:prstGeom prst="rect">
              <a:avLst/>
            </a:prstGeom>
            <a:noFill/>
          </p:spPr>
          <p:txBody>
            <a:bodyPr wrap="square">
              <a:spAutoFit/>
            </a:bodyPr>
            <a:lstStyle>
              <a:defPPr>
                <a:defRPr lang="en-US"/>
              </a:defPPr>
              <a:lvl1pPr lvl="0">
                <a:defRPr sz="1100"/>
              </a:lvl1pPr>
            </a:lstStyle>
            <a:p>
              <a:r>
                <a:rPr lang="en-US" sz="1000"/>
                <a:t>They cannot remember the answer, even if they once knew it.</a:t>
              </a:r>
              <a:endParaRPr lang="en-GB" sz="1000"/>
            </a:p>
          </p:txBody>
        </p:sp>
      </p:grpSp>
      <p:grpSp>
        <p:nvGrpSpPr>
          <p:cNvPr id="30" name="Group 29">
            <a:extLst>
              <a:ext uri="{FF2B5EF4-FFF2-40B4-BE49-F238E27FC236}">
                <a16:creationId xmlns:a16="http://schemas.microsoft.com/office/drawing/2014/main" id="{F3DC8731-E073-6C15-30EB-F778A67C6A3C}"/>
              </a:ext>
            </a:extLst>
          </p:cNvPr>
          <p:cNvGrpSpPr/>
          <p:nvPr/>
        </p:nvGrpSpPr>
        <p:grpSpPr>
          <a:xfrm>
            <a:off x="1237775" y="4430011"/>
            <a:ext cx="3733069" cy="400110"/>
            <a:chOff x="6992558" y="3116778"/>
            <a:chExt cx="3733069" cy="400110"/>
          </a:xfrm>
        </p:grpSpPr>
        <p:sp>
          <p:nvSpPr>
            <p:cNvPr id="34" name="Freeform: Shape 33">
              <a:extLst>
                <a:ext uri="{FF2B5EF4-FFF2-40B4-BE49-F238E27FC236}">
                  <a16:creationId xmlns:a16="http://schemas.microsoft.com/office/drawing/2014/main" id="{A42184D8-9B82-40B5-3141-EBA11FE4C0CF}"/>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35" name="TextBox 34">
              <a:extLst>
                <a:ext uri="{FF2B5EF4-FFF2-40B4-BE49-F238E27FC236}">
                  <a16:creationId xmlns:a16="http://schemas.microsoft.com/office/drawing/2014/main" id="{E2AC98EB-08D2-D1E4-36D0-243A5CE3D5B3}"/>
                </a:ext>
              </a:extLst>
            </p:cNvPr>
            <p:cNvSpPr txBox="1"/>
            <p:nvPr/>
          </p:nvSpPr>
          <p:spPr>
            <a:xfrm>
              <a:off x="7149011" y="3116778"/>
              <a:ext cx="3576616" cy="400110"/>
            </a:xfrm>
            <a:prstGeom prst="rect">
              <a:avLst/>
            </a:prstGeom>
            <a:noFill/>
          </p:spPr>
          <p:txBody>
            <a:bodyPr wrap="square">
              <a:spAutoFit/>
            </a:bodyPr>
            <a:lstStyle>
              <a:defPPr>
                <a:defRPr lang="en-US"/>
              </a:defPPr>
              <a:lvl1pPr lvl="0">
                <a:defRPr sz="1100"/>
              </a:lvl1pPr>
            </a:lstStyle>
            <a:p>
              <a:r>
                <a:rPr lang="en-US" sz="1000"/>
                <a:t>They do not want to provide the answer in the context of the interview.</a:t>
              </a:r>
              <a:endParaRPr lang="en-GB" sz="1000"/>
            </a:p>
          </p:txBody>
        </p:sp>
      </p:grpSp>
      <p:sp>
        <p:nvSpPr>
          <p:cNvPr id="36" name="TextBox 35">
            <a:extLst>
              <a:ext uri="{FF2B5EF4-FFF2-40B4-BE49-F238E27FC236}">
                <a16:creationId xmlns:a16="http://schemas.microsoft.com/office/drawing/2014/main" id="{087472F9-43F2-114A-703D-4237207060B5}"/>
              </a:ext>
            </a:extLst>
          </p:cNvPr>
          <p:cNvSpPr txBox="1"/>
          <p:nvPr/>
        </p:nvSpPr>
        <p:spPr>
          <a:xfrm>
            <a:off x="5833663" y="1960418"/>
            <a:ext cx="5413393" cy="430887"/>
          </a:xfrm>
          <a:prstGeom prst="rect">
            <a:avLst/>
          </a:prstGeom>
          <a:noFill/>
        </p:spPr>
        <p:txBody>
          <a:bodyPr wrap="square">
            <a:spAutoFit/>
          </a:bodyPr>
          <a:lstStyle/>
          <a:p>
            <a:r>
              <a:rPr lang="en-US" sz="1100"/>
              <a:t>If respondents do not all interpret what is being asked in the same way, error can arise. To avoid this, a researcher may:</a:t>
            </a:r>
            <a:endParaRPr lang="en-US" sz="1100" i="1">
              <a:solidFill>
                <a:schemeClr val="bg1">
                  <a:lumMod val="75000"/>
                </a:schemeClr>
              </a:solidFill>
            </a:endParaRPr>
          </a:p>
        </p:txBody>
      </p:sp>
      <p:sp>
        <p:nvSpPr>
          <p:cNvPr id="37" name="TextBox 36">
            <a:extLst>
              <a:ext uri="{FF2B5EF4-FFF2-40B4-BE49-F238E27FC236}">
                <a16:creationId xmlns:a16="http://schemas.microsoft.com/office/drawing/2014/main" id="{1DF2BE6D-78C0-3D61-71B3-5B45F69E71A7}"/>
              </a:ext>
            </a:extLst>
          </p:cNvPr>
          <p:cNvSpPr txBox="1"/>
          <p:nvPr/>
        </p:nvSpPr>
        <p:spPr>
          <a:xfrm>
            <a:off x="5844540" y="1732320"/>
            <a:ext cx="3223260" cy="261610"/>
          </a:xfrm>
          <a:prstGeom prst="rect">
            <a:avLst/>
          </a:prstGeom>
          <a:noFill/>
        </p:spPr>
        <p:txBody>
          <a:bodyPr wrap="square">
            <a:spAutoFit/>
          </a:bodyPr>
          <a:lstStyle>
            <a:defPPr>
              <a:defRPr lang="en-US"/>
            </a:defPPr>
            <a:lvl1pPr lvl="0">
              <a:defRPr sz="1400"/>
            </a:lvl1pPr>
          </a:lstStyle>
          <a:p>
            <a:r>
              <a:rPr lang="en-US" sz="1100" b="1" noProof="0"/>
              <a:t>They do not understand the question</a:t>
            </a:r>
            <a:endParaRPr lang="en-GB" sz="1100" noProof="0"/>
          </a:p>
        </p:txBody>
      </p:sp>
      <p:sp>
        <p:nvSpPr>
          <p:cNvPr id="38" name="Título 1">
            <a:extLst>
              <a:ext uri="{FF2B5EF4-FFF2-40B4-BE49-F238E27FC236}">
                <a16:creationId xmlns:a16="http://schemas.microsoft.com/office/drawing/2014/main" id="{34373F34-044A-BDCA-B98F-CB5F79CA3F1E}"/>
              </a:ext>
            </a:extLst>
          </p:cNvPr>
          <p:cNvSpPr txBox="1">
            <a:spLocks/>
          </p:cNvSpPr>
          <p:nvPr/>
        </p:nvSpPr>
        <p:spPr>
          <a:xfrm>
            <a:off x="5538883" y="1658648"/>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Black" panose="020B0004020202020204" pitchFamily="34" charset="0"/>
              </a:rPr>
              <a:t>1.</a:t>
            </a:r>
          </a:p>
        </p:txBody>
      </p:sp>
      <p:grpSp>
        <p:nvGrpSpPr>
          <p:cNvPr id="39" name="Group 38">
            <a:extLst>
              <a:ext uri="{FF2B5EF4-FFF2-40B4-BE49-F238E27FC236}">
                <a16:creationId xmlns:a16="http://schemas.microsoft.com/office/drawing/2014/main" id="{B5A1EB23-494D-5FD5-0380-04151105CCC9}"/>
              </a:ext>
            </a:extLst>
          </p:cNvPr>
          <p:cNvGrpSpPr/>
          <p:nvPr/>
        </p:nvGrpSpPr>
        <p:grpSpPr>
          <a:xfrm>
            <a:off x="6021094" y="2449163"/>
            <a:ext cx="1941806" cy="400110"/>
            <a:chOff x="6663071" y="4746141"/>
            <a:chExt cx="1941806" cy="400110"/>
          </a:xfrm>
        </p:grpSpPr>
        <p:sp>
          <p:nvSpPr>
            <p:cNvPr id="40" name="TextBox 39">
              <a:extLst>
                <a:ext uri="{FF2B5EF4-FFF2-40B4-BE49-F238E27FC236}">
                  <a16:creationId xmlns:a16="http://schemas.microsoft.com/office/drawing/2014/main" id="{8699054D-2397-E588-D152-9C62E9C34F10}"/>
                </a:ext>
              </a:extLst>
            </p:cNvPr>
            <p:cNvSpPr txBox="1"/>
            <p:nvPr/>
          </p:nvSpPr>
          <p:spPr>
            <a:xfrm>
              <a:off x="6819523" y="4746141"/>
              <a:ext cx="1785354" cy="400110"/>
            </a:xfrm>
            <a:prstGeom prst="rect">
              <a:avLst/>
            </a:prstGeom>
            <a:noFill/>
          </p:spPr>
          <p:txBody>
            <a:bodyPr wrap="square">
              <a:spAutoFit/>
            </a:bodyPr>
            <a:lstStyle>
              <a:defPPr>
                <a:defRPr lang="en-US"/>
              </a:defPPr>
              <a:lvl1pPr lvl="0">
                <a:defRPr sz="1100"/>
              </a:lvl1pPr>
            </a:lstStyle>
            <a:p>
              <a:r>
                <a:rPr lang="en-US" sz="1000" noProof="0"/>
                <a:t>Provide definitions to all respondents.</a:t>
              </a:r>
            </a:p>
          </p:txBody>
        </p:sp>
        <p:sp>
          <p:nvSpPr>
            <p:cNvPr id="41" name="Freeform: Shape 40">
              <a:extLst>
                <a:ext uri="{FF2B5EF4-FFF2-40B4-BE49-F238E27FC236}">
                  <a16:creationId xmlns:a16="http://schemas.microsoft.com/office/drawing/2014/main" id="{B51704DB-5C62-A033-AFC2-C072FD8362D0}"/>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grpSp>
        <p:nvGrpSpPr>
          <p:cNvPr id="42" name="Group 41">
            <a:extLst>
              <a:ext uri="{FF2B5EF4-FFF2-40B4-BE49-F238E27FC236}">
                <a16:creationId xmlns:a16="http://schemas.microsoft.com/office/drawing/2014/main" id="{B970CFA3-9FFB-A5E1-4685-5D78D6D53C61}"/>
              </a:ext>
            </a:extLst>
          </p:cNvPr>
          <p:cNvGrpSpPr/>
          <p:nvPr/>
        </p:nvGrpSpPr>
        <p:grpSpPr>
          <a:xfrm>
            <a:off x="8044685" y="2431768"/>
            <a:ext cx="3205930" cy="400110"/>
            <a:chOff x="6663071" y="4746141"/>
            <a:chExt cx="3284156" cy="400110"/>
          </a:xfrm>
        </p:grpSpPr>
        <p:sp>
          <p:nvSpPr>
            <p:cNvPr id="43" name="TextBox 42">
              <a:extLst>
                <a:ext uri="{FF2B5EF4-FFF2-40B4-BE49-F238E27FC236}">
                  <a16:creationId xmlns:a16="http://schemas.microsoft.com/office/drawing/2014/main" id="{EBE95A8F-F5EF-FB9B-2D23-6784FB42FBE8}"/>
                </a:ext>
              </a:extLst>
            </p:cNvPr>
            <p:cNvSpPr txBox="1"/>
            <p:nvPr/>
          </p:nvSpPr>
          <p:spPr>
            <a:xfrm>
              <a:off x="6819523" y="4746141"/>
              <a:ext cx="3127704" cy="400110"/>
            </a:xfrm>
            <a:prstGeom prst="rect">
              <a:avLst/>
            </a:prstGeom>
            <a:noFill/>
          </p:spPr>
          <p:txBody>
            <a:bodyPr wrap="square">
              <a:spAutoFit/>
            </a:bodyPr>
            <a:lstStyle>
              <a:defPPr>
                <a:defRPr lang="en-US"/>
              </a:defPPr>
              <a:lvl1pPr lvl="0">
                <a:defRPr sz="1100"/>
              </a:lvl1pPr>
            </a:lstStyle>
            <a:p>
              <a:r>
                <a:rPr lang="en-US" sz="1000" noProof="0"/>
                <a:t>Ask respondents to provide the information needed to classify their experiences into detailed categories.</a:t>
              </a:r>
            </a:p>
          </p:txBody>
        </p:sp>
        <p:sp>
          <p:nvSpPr>
            <p:cNvPr id="44" name="Freeform: Shape 43">
              <a:extLst>
                <a:ext uri="{FF2B5EF4-FFF2-40B4-BE49-F238E27FC236}">
                  <a16:creationId xmlns:a16="http://schemas.microsoft.com/office/drawing/2014/main" id="{905C9B55-E9FE-75A9-A431-818156978C7E}"/>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sp>
        <p:nvSpPr>
          <p:cNvPr id="46" name="TextBox 45">
            <a:extLst>
              <a:ext uri="{FF2B5EF4-FFF2-40B4-BE49-F238E27FC236}">
                <a16:creationId xmlns:a16="http://schemas.microsoft.com/office/drawing/2014/main" id="{7DDA37F8-079E-D211-37BC-2C9BD919A9A9}"/>
              </a:ext>
            </a:extLst>
          </p:cNvPr>
          <p:cNvSpPr txBox="1"/>
          <p:nvPr/>
        </p:nvSpPr>
        <p:spPr>
          <a:xfrm>
            <a:off x="5833663" y="2974950"/>
            <a:ext cx="5413393" cy="430887"/>
          </a:xfrm>
          <a:prstGeom prst="rect">
            <a:avLst/>
          </a:prstGeom>
          <a:noFill/>
        </p:spPr>
        <p:txBody>
          <a:bodyPr wrap="square">
            <a:spAutoFit/>
          </a:bodyPr>
          <a:lstStyle>
            <a:defPPr>
              <a:defRPr lang="en-US"/>
            </a:defPPr>
            <a:lvl1pPr>
              <a:defRPr sz="1100"/>
            </a:lvl1pPr>
          </a:lstStyle>
          <a:p>
            <a:r>
              <a:rPr lang="en-US"/>
              <a:t>However, the first step in </a:t>
            </a:r>
            <a:r>
              <a:rPr lang="en-US" err="1"/>
              <a:t>maximising</a:t>
            </a:r>
            <a:r>
              <a:rPr lang="en-US"/>
              <a:t> the validity of objective survey data is </a:t>
            </a:r>
            <a:r>
              <a:rPr lang="en-US" b="1">
                <a:highlight>
                  <a:srgbClr val="FFC000"/>
                </a:highlight>
              </a:rPr>
              <a:t>to write questions that all respondents can understand</a:t>
            </a:r>
            <a:r>
              <a:rPr lang="en-US"/>
              <a:t>.</a:t>
            </a:r>
          </a:p>
        </p:txBody>
      </p:sp>
      <p:sp>
        <p:nvSpPr>
          <p:cNvPr id="47" name="TextBox 46">
            <a:extLst>
              <a:ext uri="{FF2B5EF4-FFF2-40B4-BE49-F238E27FC236}">
                <a16:creationId xmlns:a16="http://schemas.microsoft.com/office/drawing/2014/main" id="{50A9E69B-459E-91C5-C6FB-B5C94737E055}"/>
              </a:ext>
            </a:extLst>
          </p:cNvPr>
          <p:cNvSpPr txBox="1"/>
          <p:nvPr/>
        </p:nvSpPr>
        <p:spPr>
          <a:xfrm>
            <a:off x="5876983" y="3797167"/>
            <a:ext cx="5413393" cy="261610"/>
          </a:xfrm>
          <a:prstGeom prst="rect">
            <a:avLst/>
          </a:prstGeom>
          <a:noFill/>
        </p:spPr>
        <p:txBody>
          <a:bodyPr wrap="square">
            <a:spAutoFit/>
          </a:bodyPr>
          <a:lstStyle/>
          <a:p>
            <a:r>
              <a:rPr lang="en-US" sz="1100"/>
              <a:t>A lack of knowledge as a source of error arises in two main ways</a:t>
            </a:r>
            <a:endParaRPr lang="en-US" sz="1100" i="1">
              <a:solidFill>
                <a:schemeClr val="bg1">
                  <a:lumMod val="75000"/>
                </a:schemeClr>
              </a:solidFill>
            </a:endParaRPr>
          </a:p>
        </p:txBody>
      </p:sp>
      <p:sp>
        <p:nvSpPr>
          <p:cNvPr id="48" name="TextBox 47">
            <a:extLst>
              <a:ext uri="{FF2B5EF4-FFF2-40B4-BE49-F238E27FC236}">
                <a16:creationId xmlns:a16="http://schemas.microsoft.com/office/drawing/2014/main" id="{98D40662-7458-3C2C-07DB-452DCC556375}"/>
              </a:ext>
            </a:extLst>
          </p:cNvPr>
          <p:cNvSpPr txBox="1"/>
          <p:nvPr/>
        </p:nvSpPr>
        <p:spPr>
          <a:xfrm>
            <a:off x="5887860" y="3569069"/>
            <a:ext cx="3223260" cy="261610"/>
          </a:xfrm>
          <a:prstGeom prst="rect">
            <a:avLst/>
          </a:prstGeom>
          <a:noFill/>
        </p:spPr>
        <p:txBody>
          <a:bodyPr wrap="square">
            <a:spAutoFit/>
          </a:bodyPr>
          <a:lstStyle>
            <a:defPPr>
              <a:defRPr lang="en-US"/>
            </a:defPPr>
            <a:lvl1pPr lvl="0">
              <a:defRPr sz="1400"/>
            </a:lvl1pPr>
          </a:lstStyle>
          <a:p>
            <a:r>
              <a:rPr lang="en-US" sz="1100" b="1" noProof="0"/>
              <a:t>They do not know the answer</a:t>
            </a:r>
            <a:endParaRPr lang="en-GB" sz="1100" noProof="0"/>
          </a:p>
        </p:txBody>
      </p:sp>
      <p:sp>
        <p:nvSpPr>
          <p:cNvPr id="49" name="Título 1">
            <a:extLst>
              <a:ext uri="{FF2B5EF4-FFF2-40B4-BE49-F238E27FC236}">
                <a16:creationId xmlns:a16="http://schemas.microsoft.com/office/drawing/2014/main" id="{35C1B102-4A78-FAD1-6B1E-EBC2A433610F}"/>
              </a:ext>
            </a:extLst>
          </p:cNvPr>
          <p:cNvSpPr txBox="1">
            <a:spLocks/>
          </p:cNvSpPr>
          <p:nvPr/>
        </p:nvSpPr>
        <p:spPr>
          <a:xfrm>
            <a:off x="5582203" y="3495397"/>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a:solidFill>
                  <a:srgbClr val="FF0000"/>
                </a:solidFill>
                <a:latin typeface="Aptos Black" panose="020B0004020202020204" pitchFamily="34" charset="0"/>
              </a:rPr>
              <a:t>2</a:t>
            </a:r>
            <a:r>
              <a:rPr lang="en-GB" sz="2400" b="1" noProof="0">
                <a:solidFill>
                  <a:srgbClr val="FF0000"/>
                </a:solidFill>
                <a:latin typeface="Aptos Black" panose="020B0004020202020204" pitchFamily="34" charset="0"/>
              </a:rPr>
              <a:t>.</a:t>
            </a:r>
          </a:p>
        </p:txBody>
      </p:sp>
      <p:grpSp>
        <p:nvGrpSpPr>
          <p:cNvPr id="57" name="Group 56">
            <a:extLst>
              <a:ext uri="{FF2B5EF4-FFF2-40B4-BE49-F238E27FC236}">
                <a16:creationId xmlns:a16="http://schemas.microsoft.com/office/drawing/2014/main" id="{B1C8E4DF-B0B4-D0C0-1EDD-8F9C10BC1E99}"/>
              </a:ext>
            </a:extLst>
          </p:cNvPr>
          <p:cNvGrpSpPr/>
          <p:nvPr/>
        </p:nvGrpSpPr>
        <p:grpSpPr>
          <a:xfrm>
            <a:off x="6021094" y="4198849"/>
            <a:ext cx="1941806" cy="707886"/>
            <a:chOff x="6992558" y="3116778"/>
            <a:chExt cx="1941806" cy="707886"/>
          </a:xfrm>
        </p:grpSpPr>
        <p:sp>
          <p:nvSpPr>
            <p:cNvPr id="58" name="Freeform: Shape 57">
              <a:extLst>
                <a:ext uri="{FF2B5EF4-FFF2-40B4-BE49-F238E27FC236}">
                  <a16:creationId xmlns:a16="http://schemas.microsoft.com/office/drawing/2014/main" id="{588322EB-EF14-A9CA-52A6-711E0CC7CE81}"/>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59" name="TextBox 58">
              <a:extLst>
                <a:ext uri="{FF2B5EF4-FFF2-40B4-BE49-F238E27FC236}">
                  <a16:creationId xmlns:a16="http://schemas.microsoft.com/office/drawing/2014/main" id="{902D05DC-38AA-0050-F475-78B18A0C2C23}"/>
                </a:ext>
              </a:extLst>
            </p:cNvPr>
            <p:cNvSpPr txBox="1"/>
            <p:nvPr/>
          </p:nvSpPr>
          <p:spPr>
            <a:xfrm>
              <a:off x="7149011" y="3116778"/>
              <a:ext cx="1785353" cy="707886"/>
            </a:xfrm>
            <a:prstGeom prst="rect">
              <a:avLst/>
            </a:prstGeom>
            <a:noFill/>
          </p:spPr>
          <p:txBody>
            <a:bodyPr wrap="square">
              <a:spAutoFit/>
            </a:bodyPr>
            <a:lstStyle>
              <a:defPPr>
                <a:defRPr lang="en-US"/>
              </a:defPPr>
              <a:lvl1pPr lvl="0">
                <a:defRPr sz="1100"/>
              </a:lvl1pPr>
            </a:lstStyle>
            <a:p>
              <a:r>
                <a:rPr lang="en-US" sz="1000"/>
                <a:t>The individual does not know the answer to the question, but someone else in the selected household does.</a:t>
              </a:r>
              <a:endParaRPr lang="en-GB" sz="1000"/>
            </a:p>
          </p:txBody>
        </p:sp>
      </p:grpSp>
      <p:grpSp>
        <p:nvGrpSpPr>
          <p:cNvPr id="60" name="Group 59">
            <a:extLst>
              <a:ext uri="{FF2B5EF4-FFF2-40B4-BE49-F238E27FC236}">
                <a16:creationId xmlns:a16="http://schemas.microsoft.com/office/drawing/2014/main" id="{EB47A9A0-C9B8-1218-46FF-3E6C7681BD5B}"/>
              </a:ext>
            </a:extLst>
          </p:cNvPr>
          <p:cNvGrpSpPr/>
          <p:nvPr/>
        </p:nvGrpSpPr>
        <p:grpSpPr>
          <a:xfrm>
            <a:off x="8041126" y="4196900"/>
            <a:ext cx="1941806" cy="553998"/>
            <a:chOff x="6992558" y="3116778"/>
            <a:chExt cx="1941806" cy="553998"/>
          </a:xfrm>
        </p:grpSpPr>
        <p:sp>
          <p:nvSpPr>
            <p:cNvPr id="61" name="Freeform: Shape 60">
              <a:extLst>
                <a:ext uri="{FF2B5EF4-FFF2-40B4-BE49-F238E27FC236}">
                  <a16:creationId xmlns:a16="http://schemas.microsoft.com/office/drawing/2014/main" id="{F51114D5-BB87-5802-8E9F-990DB285464D}"/>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62" name="TextBox 61">
              <a:extLst>
                <a:ext uri="{FF2B5EF4-FFF2-40B4-BE49-F238E27FC236}">
                  <a16:creationId xmlns:a16="http://schemas.microsoft.com/office/drawing/2014/main" id="{0880E319-FFBA-D2CD-BA7E-61546B5D5E3D}"/>
                </a:ext>
              </a:extLst>
            </p:cNvPr>
            <p:cNvSpPr txBox="1"/>
            <p:nvPr/>
          </p:nvSpPr>
          <p:spPr>
            <a:xfrm>
              <a:off x="7149011" y="3116778"/>
              <a:ext cx="1785353" cy="553998"/>
            </a:xfrm>
            <a:prstGeom prst="rect">
              <a:avLst/>
            </a:prstGeom>
            <a:noFill/>
          </p:spPr>
          <p:txBody>
            <a:bodyPr wrap="square">
              <a:spAutoFit/>
            </a:bodyPr>
            <a:lstStyle>
              <a:defPPr>
                <a:defRPr lang="en-US"/>
              </a:defPPr>
              <a:lvl1pPr lvl="0">
                <a:defRPr sz="1100"/>
              </a:lvl1pPr>
            </a:lstStyle>
            <a:p>
              <a:r>
                <a:rPr lang="en-US" sz="1000"/>
                <a:t>No one in the selected household knows the answer.</a:t>
              </a:r>
              <a:endParaRPr lang="en-GB" sz="1000"/>
            </a:p>
          </p:txBody>
        </p:sp>
      </p:grpSp>
      <p:sp>
        <p:nvSpPr>
          <p:cNvPr id="66" name="TextBox 65">
            <a:extLst>
              <a:ext uri="{FF2B5EF4-FFF2-40B4-BE49-F238E27FC236}">
                <a16:creationId xmlns:a16="http://schemas.microsoft.com/office/drawing/2014/main" id="{8116E2E0-DA87-6FB3-4DB7-0E314B20B8F0}"/>
              </a:ext>
            </a:extLst>
          </p:cNvPr>
          <p:cNvSpPr txBox="1"/>
          <p:nvPr/>
        </p:nvSpPr>
        <p:spPr>
          <a:xfrm>
            <a:off x="5878393" y="5016537"/>
            <a:ext cx="5413393" cy="430887"/>
          </a:xfrm>
          <a:prstGeom prst="rect">
            <a:avLst/>
          </a:prstGeom>
          <a:noFill/>
        </p:spPr>
        <p:txBody>
          <a:bodyPr wrap="square">
            <a:spAutoFit/>
          </a:bodyPr>
          <a:lstStyle/>
          <a:p>
            <a:r>
              <a:rPr lang="en-US" sz="1100"/>
              <a:t>In the first case, the solution lies in choosing the appropriate respondent, not in redesigning the question. Thus, it is possible to:</a:t>
            </a:r>
          </a:p>
        </p:txBody>
      </p:sp>
      <p:grpSp>
        <p:nvGrpSpPr>
          <p:cNvPr id="67" name="Group 66">
            <a:extLst>
              <a:ext uri="{FF2B5EF4-FFF2-40B4-BE49-F238E27FC236}">
                <a16:creationId xmlns:a16="http://schemas.microsoft.com/office/drawing/2014/main" id="{BB6217CA-80C4-9A0E-8B6F-A06F6320E006}"/>
              </a:ext>
            </a:extLst>
          </p:cNvPr>
          <p:cNvGrpSpPr/>
          <p:nvPr/>
        </p:nvGrpSpPr>
        <p:grpSpPr>
          <a:xfrm>
            <a:off x="6017535" y="5541433"/>
            <a:ext cx="1941806" cy="553998"/>
            <a:chOff x="6663071" y="4746141"/>
            <a:chExt cx="1941806" cy="553998"/>
          </a:xfrm>
        </p:grpSpPr>
        <p:sp>
          <p:nvSpPr>
            <p:cNvPr id="68" name="TextBox 67">
              <a:extLst>
                <a:ext uri="{FF2B5EF4-FFF2-40B4-BE49-F238E27FC236}">
                  <a16:creationId xmlns:a16="http://schemas.microsoft.com/office/drawing/2014/main" id="{E20A47D0-1C14-FA9C-4D87-22D3786185FB}"/>
                </a:ext>
              </a:extLst>
            </p:cNvPr>
            <p:cNvSpPr txBox="1"/>
            <p:nvPr/>
          </p:nvSpPr>
          <p:spPr>
            <a:xfrm>
              <a:off x="6819523" y="4746141"/>
              <a:ext cx="1785354" cy="553998"/>
            </a:xfrm>
            <a:prstGeom prst="rect">
              <a:avLst/>
            </a:prstGeom>
            <a:noFill/>
          </p:spPr>
          <p:txBody>
            <a:bodyPr wrap="square">
              <a:spAutoFit/>
            </a:bodyPr>
            <a:lstStyle>
              <a:defPPr>
                <a:defRPr lang="en-US"/>
              </a:defPPr>
              <a:lvl1pPr lvl="0">
                <a:defRPr sz="1100"/>
              </a:lvl1pPr>
            </a:lstStyle>
            <a:p>
              <a:r>
                <a:rPr lang="en-US" sz="1000" noProof="0"/>
                <a:t>Identify and interview the best‑informed member of the household.</a:t>
              </a:r>
            </a:p>
          </p:txBody>
        </p:sp>
        <p:sp>
          <p:nvSpPr>
            <p:cNvPr id="69" name="Freeform: Shape 68">
              <a:extLst>
                <a:ext uri="{FF2B5EF4-FFF2-40B4-BE49-F238E27FC236}">
                  <a16:creationId xmlns:a16="http://schemas.microsoft.com/office/drawing/2014/main" id="{F2E99631-314A-55F4-5467-B04F5321E6AC}"/>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grpSp>
        <p:nvGrpSpPr>
          <p:cNvPr id="70" name="Group 69">
            <a:extLst>
              <a:ext uri="{FF2B5EF4-FFF2-40B4-BE49-F238E27FC236}">
                <a16:creationId xmlns:a16="http://schemas.microsoft.com/office/drawing/2014/main" id="{489F9EA6-5216-C66A-BD0B-9CDDCA778653}"/>
              </a:ext>
            </a:extLst>
          </p:cNvPr>
          <p:cNvGrpSpPr/>
          <p:nvPr/>
        </p:nvGrpSpPr>
        <p:grpSpPr>
          <a:xfrm>
            <a:off x="8041126" y="5524038"/>
            <a:ext cx="3205930" cy="400110"/>
            <a:chOff x="6663071" y="4746141"/>
            <a:chExt cx="3284156" cy="400110"/>
          </a:xfrm>
        </p:grpSpPr>
        <p:sp>
          <p:nvSpPr>
            <p:cNvPr id="71" name="TextBox 70">
              <a:extLst>
                <a:ext uri="{FF2B5EF4-FFF2-40B4-BE49-F238E27FC236}">
                  <a16:creationId xmlns:a16="http://schemas.microsoft.com/office/drawing/2014/main" id="{7139F7FB-DAA9-C3AD-5D0E-8713A1E99183}"/>
                </a:ext>
              </a:extLst>
            </p:cNvPr>
            <p:cNvSpPr txBox="1"/>
            <p:nvPr/>
          </p:nvSpPr>
          <p:spPr>
            <a:xfrm>
              <a:off x="6819523" y="4746141"/>
              <a:ext cx="3127704" cy="400110"/>
            </a:xfrm>
            <a:prstGeom prst="rect">
              <a:avLst/>
            </a:prstGeom>
            <a:noFill/>
          </p:spPr>
          <p:txBody>
            <a:bodyPr wrap="square">
              <a:spAutoFit/>
            </a:bodyPr>
            <a:lstStyle>
              <a:defPPr>
                <a:defRPr lang="en-US"/>
              </a:defPPr>
              <a:lvl1pPr lvl="0">
                <a:defRPr sz="1100"/>
              </a:lvl1pPr>
            </a:lstStyle>
            <a:p>
              <a:r>
                <a:rPr lang="en-US" sz="1000" noProof="0"/>
                <a:t>Eliminate proxy respondents; ask only respondents to provide information about themselves.</a:t>
              </a:r>
            </a:p>
          </p:txBody>
        </p:sp>
        <p:sp>
          <p:nvSpPr>
            <p:cNvPr id="72" name="Freeform: Shape 71">
              <a:extLst>
                <a:ext uri="{FF2B5EF4-FFF2-40B4-BE49-F238E27FC236}">
                  <a16:creationId xmlns:a16="http://schemas.microsoft.com/office/drawing/2014/main" id="{1F64F96A-7D82-A6BB-BCB5-CBDCB67A792F}"/>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cxnSp>
        <p:nvCxnSpPr>
          <p:cNvPr id="73" name="Straight Connector 72">
            <a:extLst>
              <a:ext uri="{FF2B5EF4-FFF2-40B4-BE49-F238E27FC236}">
                <a16:creationId xmlns:a16="http://schemas.microsoft.com/office/drawing/2014/main" id="{9AC8E412-158A-F4C3-E241-C9507E82A988}"/>
              </a:ext>
            </a:extLst>
          </p:cNvPr>
          <p:cNvCxnSpPr>
            <a:cxnSpLocks/>
          </p:cNvCxnSpPr>
          <p:nvPr/>
        </p:nvCxnSpPr>
        <p:spPr>
          <a:xfrm>
            <a:off x="5321617" y="1724239"/>
            <a:ext cx="0" cy="4347407"/>
          </a:xfrm>
          <a:prstGeom prst="line">
            <a:avLst/>
          </a:prstGeom>
          <a:ln>
            <a:solidFill>
              <a:schemeClr val="bg1">
                <a:lumMod val="9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344332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3F931-E75B-DC44-153B-7F639ACD4CC4}"/>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E94BB7A0-D05D-F6E3-5451-3B22BA4E52F1}"/>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5" name="Slide Number Placeholder 5">
            <a:extLst>
              <a:ext uri="{FF2B5EF4-FFF2-40B4-BE49-F238E27FC236}">
                <a16:creationId xmlns:a16="http://schemas.microsoft.com/office/drawing/2014/main" id="{617D9C69-3ADC-9D24-3B01-C27A550A172F}"/>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57</a:t>
            </a:fld>
            <a:endParaRPr lang="en-GB" noProof="0"/>
          </a:p>
        </p:txBody>
      </p:sp>
      <p:sp>
        <p:nvSpPr>
          <p:cNvPr id="8" name="Date Placeholder 3">
            <a:extLst>
              <a:ext uri="{FF2B5EF4-FFF2-40B4-BE49-F238E27FC236}">
                <a16:creationId xmlns:a16="http://schemas.microsoft.com/office/drawing/2014/main" id="{0E799385-0F77-DAF5-4120-EE1C75A8A39C}"/>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
        <p:nvSpPr>
          <p:cNvPr id="2" name="TextBox 1">
            <a:extLst>
              <a:ext uri="{FF2B5EF4-FFF2-40B4-BE49-F238E27FC236}">
                <a16:creationId xmlns:a16="http://schemas.microsoft.com/office/drawing/2014/main" id="{9DF68E87-893F-AC16-8E11-91D77E16F0BB}"/>
              </a:ext>
            </a:extLst>
          </p:cNvPr>
          <p:cNvSpPr txBox="1"/>
          <p:nvPr/>
        </p:nvSpPr>
        <p:spPr>
          <a:xfrm>
            <a:off x="933343" y="1001680"/>
            <a:ext cx="4122787" cy="400110"/>
          </a:xfrm>
          <a:prstGeom prst="rect">
            <a:avLst/>
          </a:prstGeom>
          <a:noFill/>
        </p:spPr>
        <p:txBody>
          <a:bodyPr wrap="square">
            <a:spAutoFit/>
          </a:bodyPr>
          <a:lstStyle/>
          <a:p>
            <a:pPr lvl="0">
              <a:defRPr/>
            </a:pPr>
            <a:r>
              <a:rPr lang="en-GB" sz="2000" b="1">
                <a:highlight>
                  <a:srgbClr val="FFC000"/>
                </a:highlight>
              </a:rPr>
              <a:t>Validity</a:t>
            </a:r>
            <a:endParaRPr lang="en-GB" sz="1100" b="1" noProof="0">
              <a:highlight>
                <a:srgbClr val="FFC000"/>
              </a:highlight>
            </a:endParaRPr>
          </a:p>
        </p:txBody>
      </p:sp>
      <p:sp>
        <p:nvSpPr>
          <p:cNvPr id="9" name="TextBox 8">
            <a:extLst>
              <a:ext uri="{FF2B5EF4-FFF2-40B4-BE49-F238E27FC236}">
                <a16:creationId xmlns:a16="http://schemas.microsoft.com/office/drawing/2014/main" id="{86B0C581-AA66-7588-204E-B8BFC97B1422}"/>
              </a:ext>
            </a:extLst>
          </p:cNvPr>
          <p:cNvSpPr txBox="1"/>
          <p:nvPr/>
        </p:nvSpPr>
        <p:spPr>
          <a:xfrm>
            <a:off x="993888" y="1658648"/>
            <a:ext cx="3479637" cy="215444"/>
          </a:xfrm>
          <a:prstGeom prst="rect">
            <a:avLst/>
          </a:prstGeom>
          <a:noFill/>
        </p:spPr>
        <p:txBody>
          <a:bodyPr wrap="square" lIns="0" tIns="0" rIns="0" bIns="0">
            <a:spAutoFit/>
          </a:bodyPr>
          <a:lstStyle/>
          <a:p>
            <a:r>
              <a:rPr lang="en-US" sz="1400" b="1">
                <a:solidFill>
                  <a:srgbClr val="FF0000"/>
                </a:solidFill>
              </a:rPr>
              <a:t>Objective Reports</a:t>
            </a:r>
            <a:endParaRPr lang="en-GB" sz="1400" b="1" noProof="0">
              <a:solidFill>
                <a:srgbClr val="FF0000"/>
              </a:solidFill>
            </a:endParaRPr>
          </a:p>
        </p:txBody>
      </p:sp>
      <p:sp>
        <p:nvSpPr>
          <p:cNvPr id="13" name="TextBox 12">
            <a:extLst>
              <a:ext uri="{FF2B5EF4-FFF2-40B4-BE49-F238E27FC236}">
                <a16:creationId xmlns:a16="http://schemas.microsoft.com/office/drawing/2014/main" id="{0133F126-F449-9E43-A08F-E425091F4293}"/>
              </a:ext>
            </a:extLst>
          </p:cNvPr>
          <p:cNvSpPr txBox="1"/>
          <p:nvPr/>
        </p:nvSpPr>
        <p:spPr>
          <a:xfrm>
            <a:off x="944944" y="1927524"/>
            <a:ext cx="4122787" cy="938719"/>
          </a:xfrm>
          <a:prstGeom prst="rect">
            <a:avLst/>
          </a:prstGeom>
          <a:noFill/>
        </p:spPr>
        <p:txBody>
          <a:bodyPr wrap="square">
            <a:spAutoFit/>
          </a:bodyPr>
          <a:lstStyle>
            <a:defPPr>
              <a:defRPr lang="en-US"/>
            </a:defPPr>
            <a:lvl1pPr>
              <a:defRPr sz="1100"/>
            </a:lvl1pPr>
          </a:lstStyle>
          <a:p>
            <a:r>
              <a:rPr lang="en-US"/>
              <a:t>When a researcher asks a respondent an objective question, </a:t>
            </a:r>
            <a:r>
              <a:rPr lang="en-US" b="1">
                <a:highlight>
                  <a:srgbClr val="FFC000"/>
                </a:highlight>
              </a:rPr>
              <a:t>the aim is for the respondent to answer with complete accuracy</a:t>
            </a:r>
            <a:r>
              <a:rPr lang="en-US"/>
              <a:t>: </a:t>
            </a:r>
            <a:r>
              <a:rPr lang="en-US" b="1" i="1"/>
              <a:t>to give the same answer the researcher would provide if the researcher had access to the necessary information to answer the question.</a:t>
            </a:r>
          </a:p>
        </p:txBody>
      </p:sp>
      <p:sp>
        <p:nvSpPr>
          <p:cNvPr id="16" name="TextBox 15">
            <a:extLst>
              <a:ext uri="{FF2B5EF4-FFF2-40B4-BE49-F238E27FC236}">
                <a16:creationId xmlns:a16="http://schemas.microsoft.com/office/drawing/2014/main" id="{3B0F880A-BFC1-4080-E7ED-7DE4F99065BA}"/>
              </a:ext>
            </a:extLst>
          </p:cNvPr>
          <p:cNvSpPr txBox="1"/>
          <p:nvPr/>
        </p:nvSpPr>
        <p:spPr>
          <a:xfrm>
            <a:off x="944944" y="2895233"/>
            <a:ext cx="3882294" cy="600164"/>
          </a:xfrm>
          <a:prstGeom prst="rect">
            <a:avLst/>
          </a:prstGeom>
          <a:noFill/>
        </p:spPr>
        <p:txBody>
          <a:bodyPr wrap="square">
            <a:spAutoFit/>
          </a:bodyPr>
          <a:lstStyle>
            <a:defPPr>
              <a:defRPr lang="en-US"/>
            </a:defPPr>
            <a:lvl1pPr lvl="0">
              <a:defRPr sz="1100"/>
            </a:lvl1pPr>
          </a:lstStyle>
          <a:p>
            <a:r>
              <a:rPr lang="en-US" b="1"/>
              <a:t>The accuracy of responses depends on </a:t>
            </a:r>
            <a:r>
              <a:rPr lang="en-US" b="1">
                <a:highlight>
                  <a:srgbClr val="FFC000"/>
                </a:highlight>
              </a:rPr>
              <a:t>what is being asked and how it is being asked</a:t>
            </a:r>
            <a:r>
              <a:rPr lang="en-US" b="1"/>
              <a:t>. </a:t>
            </a:r>
            <a:r>
              <a:rPr lang="en-US"/>
              <a:t>There are four reasons why respondents may report events inaccurately:</a:t>
            </a:r>
            <a:endParaRPr lang="en-US" noProof="0"/>
          </a:p>
        </p:txBody>
      </p:sp>
      <p:grpSp>
        <p:nvGrpSpPr>
          <p:cNvPr id="15" name="Group 14">
            <a:extLst>
              <a:ext uri="{FF2B5EF4-FFF2-40B4-BE49-F238E27FC236}">
                <a16:creationId xmlns:a16="http://schemas.microsoft.com/office/drawing/2014/main" id="{AF020A90-9E4A-6BEE-BBB4-E9D3CCC85E3A}"/>
              </a:ext>
            </a:extLst>
          </p:cNvPr>
          <p:cNvGrpSpPr/>
          <p:nvPr/>
        </p:nvGrpSpPr>
        <p:grpSpPr>
          <a:xfrm>
            <a:off x="1237775" y="3628678"/>
            <a:ext cx="3733069" cy="246221"/>
            <a:chOff x="6992558" y="3116778"/>
            <a:chExt cx="3733069" cy="246221"/>
          </a:xfrm>
        </p:grpSpPr>
        <p:sp>
          <p:nvSpPr>
            <p:cNvPr id="17" name="Freeform: Shape 16">
              <a:extLst>
                <a:ext uri="{FF2B5EF4-FFF2-40B4-BE49-F238E27FC236}">
                  <a16:creationId xmlns:a16="http://schemas.microsoft.com/office/drawing/2014/main" id="{62C52B46-1921-0F84-315D-0A61E71424CA}"/>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18" name="TextBox 17">
              <a:extLst>
                <a:ext uri="{FF2B5EF4-FFF2-40B4-BE49-F238E27FC236}">
                  <a16:creationId xmlns:a16="http://schemas.microsoft.com/office/drawing/2014/main" id="{39F60D4D-3F02-0143-D714-F9243B707B38}"/>
                </a:ext>
              </a:extLst>
            </p:cNvPr>
            <p:cNvSpPr txBox="1"/>
            <p:nvPr/>
          </p:nvSpPr>
          <p:spPr>
            <a:xfrm>
              <a:off x="7149011" y="3116778"/>
              <a:ext cx="3576616" cy="246221"/>
            </a:xfrm>
            <a:prstGeom prst="rect">
              <a:avLst/>
            </a:prstGeom>
            <a:noFill/>
          </p:spPr>
          <p:txBody>
            <a:bodyPr wrap="square">
              <a:spAutoFit/>
            </a:bodyPr>
            <a:lstStyle>
              <a:defPPr>
                <a:defRPr lang="en-US"/>
              </a:defPPr>
              <a:lvl1pPr lvl="0">
                <a:defRPr sz="1100"/>
              </a:lvl1pPr>
            </a:lstStyle>
            <a:p>
              <a:r>
                <a:rPr lang="en-US" sz="1000"/>
                <a:t>They do not understand the question.</a:t>
              </a:r>
              <a:endParaRPr lang="en-GB" sz="1000"/>
            </a:p>
          </p:txBody>
        </p:sp>
      </p:grpSp>
      <p:grpSp>
        <p:nvGrpSpPr>
          <p:cNvPr id="10" name="Group 9">
            <a:extLst>
              <a:ext uri="{FF2B5EF4-FFF2-40B4-BE49-F238E27FC236}">
                <a16:creationId xmlns:a16="http://schemas.microsoft.com/office/drawing/2014/main" id="{BBA73627-E626-73A5-1A99-E2A99B5C2C46}"/>
              </a:ext>
            </a:extLst>
          </p:cNvPr>
          <p:cNvGrpSpPr/>
          <p:nvPr/>
        </p:nvGrpSpPr>
        <p:grpSpPr>
          <a:xfrm>
            <a:off x="1237775" y="3897943"/>
            <a:ext cx="3733069" cy="246221"/>
            <a:chOff x="6992558" y="3116778"/>
            <a:chExt cx="3733069" cy="246221"/>
          </a:xfrm>
        </p:grpSpPr>
        <p:sp>
          <p:nvSpPr>
            <p:cNvPr id="11" name="Freeform: Shape 10">
              <a:extLst>
                <a:ext uri="{FF2B5EF4-FFF2-40B4-BE49-F238E27FC236}">
                  <a16:creationId xmlns:a16="http://schemas.microsoft.com/office/drawing/2014/main" id="{84148454-F7E9-61B7-5AC3-1FCE7E41E9DD}"/>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14" name="TextBox 13">
              <a:extLst>
                <a:ext uri="{FF2B5EF4-FFF2-40B4-BE49-F238E27FC236}">
                  <a16:creationId xmlns:a16="http://schemas.microsoft.com/office/drawing/2014/main" id="{3B35A876-7C6D-8AF4-3CFA-869FF0376741}"/>
                </a:ext>
              </a:extLst>
            </p:cNvPr>
            <p:cNvSpPr txBox="1"/>
            <p:nvPr/>
          </p:nvSpPr>
          <p:spPr>
            <a:xfrm>
              <a:off x="7149011" y="3116778"/>
              <a:ext cx="3576616" cy="246221"/>
            </a:xfrm>
            <a:prstGeom prst="rect">
              <a:avLst/>
            </a:prstGeom>
            <a:noFill/>
          </p:spPr>
          <p:txBody>
            <a:bodyPr wrap="square">
              <a:spAutoFit/>
            </a:bodyPr>
            <a:lstStyle>
              <a:defPPr>
                <a:defRPr lang="en-US"/>
              </a:defPPr>
              <a:lvl1pPr lvl="0">
                <a:defRPr sz="1100"/>
              </a:lvl1pPr>
            </a:lstStyle>
            <a:p>
              <a:r>
                <a:rPr lang="en-US" sz="1000"/>
                <a:t>They do not know the answer.</a:t>
              </a:r>
              <a:endParaRPr lang="en-GB" sz="1000"/>
            </a:p>
          </p:txBody>
        </p:sp>
      </p:grpSp>
      <p:grpSp>
        <p:nvGrpSpPr>
          <p:cNvPr id="19" name="Group 18">
            <a:extLst>
              <a:ext uri="{FF2B5EF4-FFF2-40B4-BE49-F238E27FC236}">
                <a16:creationId xmlns:a16="http://schemas.microsoft.com/office/drawing/2014/main" id="{F1427306-5011-E5AB-8531-CDE285DB296C}"/>
              </a:ext>
            </a:extLst>
          </p:cNvPr>
          <p:cNvGrpSpPr/>
          <p:nvPr/>
        </p:nvGrpSpPr>
        <p:grpSpPr>
          <a:xfrm>
            <a:off x="1237775" y="4152455"/>
            <a:ext cx="3733069" cy="246221"/>
            <a:chOff x="6992558" y="3116778"/>
            <a:chExt cx="3733069" cy="246221"/>
          </a:xfrm>
        </p:grpSpPr>
        <p:sp>
          <p:nvSpPr>
            <p:cNvPr id="28" name="Freeform: Shape 27">
              <a:extLst>
                <a:ext uri="{FF2B5EF4-FFF2-40B4-BE49-F238E27FC236}">
                  <a16:creationId xmlns:a16="http://schemas.microsoft.com/office/drawing/2014/main" id="{0A359D3D-2BE9-506B-9B9E-48F2A4759D67}"/>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29" name="TextBox 28">
              <a:extLst>
                <a:ext uri="{FF2B5EF4-FFF2-40B4-BE49-F238E27FC236}">
                  <a16:creationId xmlns:a16="http://schemas.microsoft.com/office/drawing/2014/main" id="{7B7E7E2D-A5B7-C4D1-8536-CF9011A3D355}"/>
                </a:ext>
              </a:extLst>
            </p:cNvPr>
            <p:cNvSpPr txBox="1"/>
            <p:nvPr/>
          </p:nvSpPr>
          <p:spPr>
            <a:xfrm>
              <a:off x="7149011" y="3116778"/>
              <a:ext cx="3576616" cy="246221"/>
            </a:xfrm>
            <a:prstGeom prst="rect">
              <a:avLst/>
            </a:prstGeom>
            <a:noFill/>
          </p:spPr>
          <p:txBody>
            <a:bodyPr wrap="square">
              <a:spAutoFit/>
            </a:bodyPr>
            <a:lstStyle>
              <a:defPPr>
                <a:defRPr lang="en-US"/>
              </a:defPPr>
              <a:lvl1pPr lvl="0">
                <a:defRPr sz="1100"/>
              </a:lvl1pPr>
            </a:lstStyle>
            <a:p>
              <a:r>
                <a:rPr lang="en-US" sz="1000"/>
                <a:t>They cannot remember the answer, even if they once knew it.</a:t>
              </a:r>
              <a:endParaRPr lang="en-GB" sz="1000"/>
            </a:p>
          </p:txBody>
        </p:sp>
      </p:grpSp>
      <p:grpSp>
        <p:nvGrpSpPr>
          <p:cNvPr id="30" name="Group 29">
            <a:extLst>
              <a:ext uri="{FF2B5EF4-FFF2-40B4-BE49-F238E27FC236}">
                <a16:creationId xmlns:a16="http://schemas.microsoft.com/office/drawing/2014/main" id="{5A0BAE1A-F2F0-D92C-B185-535F0A7A4E8C}"/>
              </a:ext>
            </a:extLst>
          </p:cNvPr>
          <p:cNvGrpSpPr/>
          <p:nvPr/>
        </p:nvGrpSpPr>
        <p:grpSpPr>
          <a:xfrm>
            <a:off x="1237775" y="4430011"/>
            <a:ext cx="3733069" cy="400110"/>
            <a:chOff x="6992558" y="3116778"/>
            <a:chExt cx="3733069" cy="400110"/>
          </a:xfrm>
        </p:grpSpPr>
        <p:sp>
          <p:nvSpPr>
            <p:cNvPr id="34" name="Freeform: Shape 33">
              <a:extLst>
                <a:ext uri="{FF2B5EF4-FFF2-40B4-BE49-F238E27FC236}">
                  <a16:creationId xmlns:a16="http://schemas.microsoft.com/office/drawing/2014/main" id="{4F1AB51C-FFAF-5D58-7D43-D494FBA974D8}"/>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35" name="TextBox 34">
              <a:extLst>
                <a:ext uri="{FF2B5EF4-FFF2-40B4-BE49-F238E27FC236}">
                  <a16:creationId xmlns:a16="http://schemas.microsoft.com/office/drawing/2014/main" id="{E0B938C5-0F0D-9820-ABF9-1333B999898C}"/>
                </a:ext>
              </a:extLst>
            </p:cNvPr>
            <p:cNvSpPr txBox="1"/>
            <p:nvPr/>
          </p:nvSpPr>
          <p:spPr>
            <a:xfrm>
              <a:off x="7149011" y="3116778"/>
              <a:ext cx="3576616" cy="400110"/>
            </a:xfrm>
            <a:prstGeom prst="rect">
              <a:avLst/>
            </a:prstGeom>
            <a:noFill/>
          </p:spPr>
          <p:txBody>
            <a:bodyPr wrap="square">
              <a:spAutoFit/>
            </a:bodyPr>
            <a:lstStyle>
              <a:defPPr>
                <a:defRPr lang="en-US"/>
              </a:defPPr>
              <a:lvl1pPr lvl="0">
                <a:defRPr sz="1100"/>
              </a:lvl1pPr>
            </a:lstStyle>
            <a:p>
              <a:r>
                <a:rPr lang="en-US" sz="1000"/>
                <a:t>They do not want to provide the answer in the context of the interview.</a:t>
              </a:r>
              <a:endParaRPr lang="en-GB" sz="1000"/>
            </a:p>
          </p:txBody>
        </p:sp>
      </p:grpSp>
      <p:sp>
        <p:nvSpPr>
          <p:cNvPr id="36" name="TextBox 35">
            <a:extLst>
              <a:ext uri="{FF2B5EF4-FFF2-40B4-BE49-F238E27FC236}">
                <a16:creationId xmlns:a16="http://schemas.microsoft.com/office/drawing/2014/main" id="{04D80D83-82FB-4772-6A30-226C82BC9F0F}"/>
              </a:ext>
            </a:extLst>
          </p:cNvPr>
          <p:cNvSpPr txBox="1"/>
          <p:nvPr/>
        </p:nvSpPr>
        <p:spPr>
          <a:xfrm>
            <a:off x="5833663" y="1960418"/>
            <a:ext cx="4272883" cy="430887"/>
          </a:xfrm>
          <a:prstGeom prst="rect">
            <a:avLst/>
          </a:prstGeom>
          <a:noFill/>
        </p:spPr>
        <p:txBody>
          <a:bodyPr wrap="square">
            <a:spAutoFit/>
          </a:bodyPr>
          <a:lstStyle/>
          <a:p>
            <a:r>
              <a:rPr lang="en-US" sz="1100"/>
              <a:t>When respondents are asked questions about themselves that they cannot answer, this is a problem of question design.</a:t>
            </a:r>
            <a:endParaRPr lang="en-US" sz="1100" i="1">
              <a:solidFill>
                <a:schemeClr val="bg1">
                  <a:lumMod val="75000"/>
                </a:schemeClr>
              </a:solidFill>
            </a:endParaRPr>
          </a:p>
        </p:txBody>
      </p:sp>
      <p:sp>
        <p:nvSpPr>
          <p:cNvPr id="37" name="TextBox 36">
            <a:extLst>
              <a:ext uri="{FF2B5EF4-FFF2-40B4-BE49-F238E27FC236}">
                <a16:creationId xmlns:a16="http://schemas.microsoft.com/office/drawing/2014/main" id="{22EDED81-D6F1-ECD0-619C-42355E431C4D}"/>
              </a:ext>
            </a:extLst>
          </p:cNvPr>
          <p:cNvSpPr txBox="1"/>
          <p:nvPr/>
        </p:nvSpPr>
        <p:spPr>
          <a:xfrm>
            <a:off x="5844540" y="1732320"/>
            <a:ext cx="4138392" cy="261610"/>
          </a:xfrm>
          <a:prstGeom prst="rect">
            <a:avLst/>
          </a:prstGeom>
          <a:noFill/>
        </p:spPr>
        <p:txBody>
          <a:bodyPr wrap="square">
            <a:spAutoFit/>
          </a:bodyPr>
          <a:lstStyle>
            <a:defPPr>
              <a:defRPr lang="en-US"/>
            </a:defPPr>
            <a:lvl1pPr lvl="0">
              <a:defRPr sz="1400"/>
            </a:lvl1pPr>
          </a:lstStyle>
          <a:p>
            <a:r>
              <a:rPr lang="en-US" sz="1100" b="1" noProof="0"/>
              <a:t>They cannot remember, even though they do know it</a:t>
            </a:r>
            <a:endParaRPr lang="en-GB" sz="1100" noProof="0"/>
          </a:p>
        </p:txBody>
      </p:sp>
      <p:sp>
        <p:nvSpPr>
          <p:cNvPr id="38" name="Título 1">
            <a:extLst>
              <a:ext uri="{FF2B5EF4-FFF2-40B4-BE49-F238E27FC236}">
                <a16:creationId xmlns:a16="http://schemas.microsoft.com/office/drawing/2014/main" id="{D455479F-7A4A-F17F-810D-5678A7D5D4EB}"/>
              </a:ext>
            </a:extLst>
          </p:cNvPr>
          <p:cNvSpPr txBox="1">
            <a:spLocks/>
          </p:cNvSpPr>
          <p:nvPr/>
        </p:nvSpPr>
        <p:spPr>
          <a:xfrm>
            <a:off x="5538883" y="1658648"/>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a:solidFill>
                  <a:srgbClr val="FF0000"/>
                </a:solidFill>
                <a:latin typeface="Aptos Black" panose="020B0004020202020204" pitchFamily="34" charset="0"/>
              </a:rPr>
              <a:t>3</a:t>
            </a:r>
            <a:r>
              <a:rPr lang="en-GB" sz="2400" b="1" noProof="0">
                <a:solidFill>
                  <a:srgbClr val="FF0000"/>
                </a:solidFill>
                <a:latin typeface="Aptos Black" panose="020B0004020202020204" pitchFamily="34" charset="0"/>
              </a:rPr>
              <a:t>.</a:t>
            </a:r>
          </a:p>
        </p:txBody>
      </p:sp>
      <p:grpSp>
        <p:nvGrpSpPr>
          <p:cNvPr id="39" name="Group 38">
            <a:extLst>
              <a:ext uri="{FF2B5EF4-FFF2-40B4-BE49-F238E27FC236}">
                <a16:creationId xmlns:a16="http://schemas.microsoft.com/office/drawing/2014/main" id="{8BE81800-1F9F-D1EB-12C2-78A8532C567C}"/>
              </a:ext>
            </a:extLst>
          </p:cNvPr>
          <p:cNvGrpSpPr/>
          <p:nvPr/>
        </p:nvGrpSpPr>
        <p:grpSpPr>
          <a:xfrm>
            <a:off x="5971931" y="3964192"/>
            <a:ext cx="1941806" cy="707886"/>
            <a:chOff x="6663071" y="4746141"/>
            <a:chExt cx="1941806" cy="707886"/>
          </a:xfrm>
        </p:grpSpPr>
        <p:sp>
          <p:nvSpPr>
            <p:cNvPr id="40" name="TextBox 39">
              <a:extLst>
                <a:ext uri="{FF2B5EF4-FFF2-40B4-BE49-F238E27FC236}">
                  <a16:creationId xmlns:a16="http://schemas.microsoft.com/office/drawing/2014/main" id="{EED91CAB-BEE7-4E8D-022A-8B310499C6DE}"/>
                </a:ext>
              </a:extLst>
            </p:cNvPr>
            <p:cNvSpPr txBox="1"/>
            <p:nvPr/>
          </p:nvSpPr>
          <p:spPr>
            <a:xfrm>
              <a:off x="6819523" y="4746141"/>
              <a:ext cx="1785354" cy="707886"/>
            </a:xfrm>
            <a:prstGeom prst="rect">
              <a:avLst/>
            </a:prstGeom>
            <a:noFill/>
          </p:spPr>
          <p:txBody>
            <a:bodyPr wrap="square">
              <a:spAutoFit/>
            </a:bodyPr>
            <a:lstStyle>
              <a:defPPr>
                <a:defRPr lang="en-US"/>
              </a:defPPr>
              <a:lvl1pPr lvl="0">
                <a:defRPr sz="1100"/>
              </a:lvl1pPr>
            </a:lstStyle>
            <a:p>
              <a:r>
                <a:rPr lang="en-US" sz="1000" noProof="0"/>
                <a:t>Rewriting the question to request information that is less detailed or easier to remember.</a:t>
              </a:r>
            </a:p>
          </p:txBody>
        </p:sp>
        <p:sp>
          <p:nvSpPr>
            <p:cNvPr id="41" name="Freeform: Shape 40">
              <a:extLst>
                <a:ext uri="{FF2B5EF4-FFF2-40B4-BE49-F238E27FC236}">
                  <a16:creationId xmlns:a16="http://schemas.microsoft.com/office/drawing/2014/main" id="{4E8A6075-1003-51AA-3476-90DD3311FDC4}"/>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grpSp>
        <p:nvGrpSpPr>
          <p:cNvPr id="42" name="Group 41">
            <a:extLst>
              <a:ext uri="{FF2B5EF4-FFF2-40B4-BE49-F238E27FC236}">
                <a16:creationId xmlns:a16="http://schemas.microsoft.com/office/drawing/2014/main" id="{51872C75-4C02-8B46-A3E1-A5074FC6E452}"/>
              </a:ext>
            </a:extLst>
          </p:cNvPr>
          <p:cNvGrpSpPr/>
          <p:nvPr/>
        </p:nvGrpSpPr>
        <p:grpSpPr>
          <a:xfrm>
            <a:off x="8052003" y="3991976"/>
            <a:ext cx="1572058" cy="553998"/>
            <a:chOff x="6663071" y="4746141"/>
            <a:chExt cx="1610417" cy="553998"/>
          </a:xfrm>
        </p:grpSpPr>
        <p:sp>
          <p:nvSpPr>
            <p:cNvPr id="43" name="TextBox 42">
              <a:extLst>
                <a:ext uri="{FF2B5EF4-FFF2-40B4-BE49-F238E27FC236}">
                  <a16:creationId xmlns:a16="http://schemas.microsoft.com/office/drawing/2014/main" id="{9C00EC8D-76CE-13A8-32E1-B3DD43D92344}"/>
                </a:ext>
              </a:extLst>
            </p:cNvPr>
            <p:cNvSpPr txBox="1"/>
            <p:nvPr/>
          </p:nvSpPr>
          <p:spPr>
            <a:xfrm>
              <a:off x="6819524" y="4746141"/>
              <a:ext cx="1453964" cy="553998"/>
            </a:xfrm>
            <a:prstGeom prst="rect">
              <a:avLst/>
            </a:prstGeom>
            <a:noFill/>
          </p:spPr>
          <p:txBody>
            <a:bodyPr wrap="square">
              <a:spAutoFit/>
            </a:bodyPr>
            <a:lstStyle>
              <a:defPPr>
                <a:defRPr lang="en-US"/>
              </a:defPPr>
              <a:lvl1pPr lvl="0">
                <a:defRPr sz="1100"/>
              </a:lvl1pPr>
            </a:lstStyle>
            <a:p>
              <a:r>
                <a:rPr lang="en-US" sz="1000" noProof="0"/>
                <a:t>Helping the respondent estimate the answer.</a:t>
              </a:r>
            </a:p>
          </p:txBody>
        </p:sp>
        <p:sp>
          <p:nvSpPr>
            <p:cNvPr id="44" name="Freeform: Shape 43">
              <a:extLst>
                <a:ext uri="{FF2B5EF4-FFF2-40B4-BE49-F238E27FC236}">
                  <a16:creationId xmlns:a16="http://schemas.microsoft.com/office/drawing/2014/main" id="{8E46C703-76A2-C955-5BB7-E0608D31A7BD}"/>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cxnSp>
        <p:nvCxnSpPr>
          <p:cNvPr id="73" name="Straight Connector 72">
            <a:extLst>
              <a:ext uri="{FF2B5EF4-FFF2-40B4-BE49-F238E27FC236}">
                <a16:creationId xmlns:a16="http://schemas.microsoft.com/office/drawing/2014/main" id="{56E6908A-15AB-F65D-CB3B-7E609A4BD094}"/>
              </a:ext>
            </a:extLst>
          </p:cNvPr>
          <p:cNvCxnSpPr>
            <a:cxnSpLocks/>
          </p:cNvCxnSpPr>
          <p:nvPr/>
        </p:nvCxnSpPr>
        <p:spPr>
          <a:xfrm>
            <a:off x="5321617" y="1732320"/>
            <a:ext cx="0" cy="3739301"/>
          </a:xfrm>
          <a:prstGeom prst="line">
            <a:avLst/>
          </a:prstGeom>
          <a:ln>
            <a:solidFill>
              <a:schemeClr val="bg1">
                <a:lumMod val="95000"/>
              </a:schemeClr>
            </a:solidFill>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B3515A8E-CD18-1A85-3C5D-070F7BE610B9}"/>
              </a:ext>
            </a:extLst>
          </p:cNvPr>
          <p:cNvSpPr txBox="1"/>
          <p:nvPr/>
        </p:nvSpPr>
        <p:spPr>
          <a:xfrm>
            <a:off x="5815997" y="2557832"/>
            <a:ext cx="4272883" cy="600164"/>
          </a:xfrm>
          <a:prstGeom prst="rect">
            <a:avLst/>
          </a:prstGeom>
          <a:noFill/>
        </p:spPr>
        <p:txBody>
          <a:bodyPr wrap="square">
            <a:spAutoFit/>
          </a:bodyPr>
          <a:lstStyle/>
          <a:p>
            <a:r>
              <a:rPr lang="en-US" sz="1100"/>
              <a:t>In theory, </a:t>
            </a:r>
            <a:r>
              <a:rPr lang="en-US" sz="1100" b="1">
                <a:highlight>
                  <a:srgbClr val="FFC000"/>
                </a:highlight>
              </a:rPr>
              <a:t>one could distinguish between information that the respondent cannot remember and information that the respondent never had</a:t>
            </a:r>
            <a:r>
              <a:rPr lang="en-US" sz="1100"/>
              <a:t>.</a:t>
            </a:r>
            <a:endParaRPr lang="en-US" sz="1100" i="1">
              <a:solidFill>
                <a:schemeClr val="bg1">
                  <a:lumMod val="75000"/>
                </a:schemeClr>
              </a:solidFill>
            </a:endParaRPr>
          </a:p>
        </p:txBody>
      </p:sp>
      <p:sp>
        <p:nvSpPr>
          <p:cNvPr id="4" name="TextBox 3">
            <a:extLst>
              <a:ext uri="{FF2B5EF4-FFF2-40B4-BE49-F238E27FC236}">
                <a16:creationId xmlns:a16="http://schemas.microsoft.com/office/drawing/2014/main" id="{C0D0569F-FE90-9AD1-7B3B-1F924CB98BFC}"/>
              </a:ext>
            </a:extLst>
          </p:cNvPr>
          <p:cNvSpPr txBox="1"/>
          <p:nvPr/>
        </p:nvSpPr>
        <p:spPr>
          <a:xfrm>
            <a:off x="5815997" y="3388844"/>
            <a:ext cx="4272883" cy="430887"/>
          </a:xfrm>
          <a:prstGeom prst="rect">
            <a:avLst/>
          </a:prstGeom>
          <a:noFill/>
        </p:spPr>
        <p:txBody>
          <a:bodyPr wrap="square">
            <a:spAutoFit/>
          </a:bodyPr>
          <a:lstStyle/>
          <a:p>
            <a:r>
              <a:rPr lang="en-US" sz="1100"/>
              <a:t>In both cases, the problem for the researcher is to design questions that almost everyone can answer. Possible solutions include:</a:t>
            </a:r>
            <a:endParaRPr lang="en-US" sz="1100" i="1">
              <a:solidFill>
                <a:schemeClr val="bg1">
                  <a:lumMod val="75000"/>
                </a:schemeClr>
              </a:solidFill>
            </a:endParaRPr>
          </a:p>
        </p:txBody>
      </p:sp>
      <p:grpSp>
        <p:nvGrpSpPr>
          <p:cNvPr id="12" name="Group 11">
            <a:extLst>
              <a:ext uri="{FF2B5EF4-FFF2-40B4-BE49-F238E27FC236}">
                <a16:creationId xmlns:a16="http://schemas.microsoft.com/office/drawing/2014/main" id="{C49E8098-11F4-5509-A90D-236242C7BB1C}"/>
              </a:ext>
            </a:extLst>
          </p:cNvPr>
          <p:cNvGrpSpPr/>
          <p:nvPr/>
        </p:nvGrpSpPr>
        <p:grpSpPr>
          <a:xfrm>
            <a:off x="9776787" y="3963634"/>
            <a:ext cx="1572058" cy="553998"/>
            <a:chOff x="6663071" y="4746141"/>
            <a:chExt cx="1610417" cy="553998"/>
          </a:xfrm>
        </p:grpSpPr>
        <p:sp>
          <p:nvSpPr>
            <p:cNvPr id="20" name="TextBox 19">
              <a:extLst>
                <a:ext uri="{FF2B5EF4-FFF2-40B4-BE49-F238E27FC236}">
                  <a16:creationId xmlns:a16="http://schemas.microsoft.com/office/drawing/2014/main" id="{22A339D4-8BD5-3958-33A5-589DFDD02D97}"/>
                </a:ext>
              </a:extLst>
            </p:cNvPr>
            <p:cNvSpPr txBox="1"/>
            <p:nvPr/>
          </p:nvSpPr>
          <p:spPr>
            <a:xfrm>
              <a:off x="6819524" y="4746141"/>
              <a:ext cx="1453964" cy="553998"/>
            </a:xfrm>
            <a:prstGeom prst="rect">
              <a:avLst/>
            </a:prstGeom>
            <a:noFill/>
          </p:spPr>
          <p:txBody>
            <a:bodyPr wrap="square">
              <a:spAutoFit/>
            </a:bodyPr>
            <a:lstStyle>
              <a:defPPr>
                <a:defRPr lang="en-US"/>
              </a:defPPr>
              <a:lvl1pPr lvl="0">
                <a:defRPr sz="1100"/>
              </a:lvl1pPr>
            </a:lstStyle>
            <a:p>
              <a:r>
                <a:rPr lang="en-US" sz="1000" noProof="0"/>
                <a:t>Changing or removing the objective of the question.</a:t>
              </a:r>
            </a:p>
          </p:txBody>
        </p:sp>
        <p:sp>
          <p:nvSpPr>
            <p:cNvPr id="21" name="Freeform: Shape 20">
              <a:extLst>
                <a:ext uri="{FF2B5EF4-FFF2-40B4-BE49-F238E27FC236}">
                  <a16:creationId xmlns:a16="http://schemas.microsoft.com/office/drawing/2014/main" id="{857411DF-64B7-DA65-6CFF-A04C71A86F0F}"/>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grpSp>
        <p:nvGrpSpPr>
          <p:cNvPr id="22" name="Group 21">
            <a:extLst>
              <a:ext uri="{FF2B5EF4-FFF2-40B4-BE49-F238E27FC236}">
                <a16:creationId xmlns:a16="http://schemas.microsoft.com/office/drawing/2014/main" id="{E06BAAF4-A91E-BD5F-CB83-445842E1FAFB}"/>
              </a:ext>
            </a:extLst>
          </p:cNvPr>
          <p:cNvGrpSpPr/>
          <p:nvPr/>
        </p:nvGrpSpPr>
        <p:grpSpPr>
          <a:xfrm>
            <a:off x="5971931" y="4770798"/>
            <a:ext cx="4669389" cy="553998"/>
            <a:chOff x="6992558" y="3116778"/>
            <a:chExt cx="4669389" cy="553998"/>
          </a:xfrm>
        </p:grpSpPr>
        <p:sp>
          <p:nvSpPr>
            <p:cNvPr id="23" name="Freeform: Shape 22">
              <a:extLst>
                <a:ext uri="{FF2B5EF4-FFF2-40B4-BE49-F238E27FC236}">
                  <a16:creationId xmlns:a16="http://schemas.microsoft.com/office/drawing/2014/main" id="{30980A51-EDBF-A277-3A5E-1F7BA1ED0FA7}"/>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24" name="TextBox 23">
              <a:extLst>
                <a:ext uri="{FF2B5EF4-FFF2-40B4-BE49-F238E27FC236}">
                  <a16:creationId xmlns:a16="http://schemas.microsoft.com/office/drawing/2014/main" id="{07471FC0-9553-6739-60EA-278D05DDB39A}"/>
                </a:ext>
              </a:extLst>
            </p:cNvPr>
            <p:cNvSpPr txBox="1"/>
            <p:nvPr/>
          </p:nvSpPr>
          <p:spPr>
            <a:xfrm>
              <a:off x="7149011" y="3116778"/>
              <a:ext cx="4512936" cy="553998"/>
            </a:xfrm>
            <a:prstGeom prst="rect">
              <a:avLst/>
            </a:prstGeom>
            <a:noFill/>
          </p:spPr>
          <p:txBody>
            <a:bodyPr wrap="square">
              <a:spAutoFit/>
            </a:bodyPr>
            <a:lstStyle>
              <a:defPPr>
                <a:defRPr lang="en-US"/>
              </a:defPPr>
              <a:lvl1pPr lvl="0">
                <a:defRPr sz="1100"/>
              </a:lvl1pPr>
            </a:lstStyle>
            <a:p>
              <a:r>
                <a:rPr lang="en-US" sz="1000"/>
                <a:t>A question that asks respondents to list </a:t>
              </a:r>
              <a:r>
                <a:rPr lang="en-US" sz="1000" b="1">
                  <a:solidFill>
                    <a:schemeClr val="bg1"/>
                  </a:solidFill>
                  <a:highlight>
                    <a:srgbClr val="FF0000"/>
                  </a:highlight>
                </a:rPr>
                <a:t>the names of all the medications they take</a:t>
              </a:r>
              <a:r>
                <a:rPr lang="en-US" sz="1000"/>
                <a:t> (a very difficult question) when the objective is simply to find out </a:t>
              </a:r>
              <a:r>
                <a:rPr lang="en-US" sz="1000" b="1">
                  <a:solidFill>
                    <a:schemeClr val="bg1"/>
                  </a:solidFill>
                  <a:highlight>
                    <a:srgbClr val="00B050"/>
                  </a:highlight>
                </a:rPr>
                <a:t>who is taking medication for hypertension </a:t>
              </a:r>
              <a:r>
                <a:rPr lang="en-US" sz="1000"/>
                <a:t>(an easier question).</a:t>
              </a:r>
              <a:endParaRPr lang="en-GB" sz="1000"/>
            </a:p>
          </p:txBody>
        </p:sp>
      </p:grpSp>
    </p:spTree>
    <p:extLst>
      <p:ext uri="{BB962C8B-B14F-4D97-AF65-F5344CB8AC3E}">
        <p14:creationId xmlns:p14="http://schemas.microsoft.com/office/powerpoint/2010/main" val="37261876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500"/>
                                        <p:tgtEl>
                                          <p:spTgt spid="3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fade">
                                      <p:cBhvr>
                                        <p:cTn id="17" dur="500"/>
                                        <p:tgtEl>
                                          <p:spTgt spid="4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DD6DC-23D5-F56E-53A9-BAE35DBFFAAF}"/>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D6AE7E67-FAEC-F929-5CEA-191E4D1B37F4}"/>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5" name="Slide Number Placeholder 5">
            <a:extLst>
              <a:ext uri="{FF2B5EF4-FFF2-40B4-BE49-F238E27FC236}">
                <a16:creationId xmlns:a16="http://schemas.microsoft.com/office/drawing/2014/main" id="{EEC9E22F-F677-1768-B56B-738DDF28032A}"/>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58</a:t>
            </a:fld>
            <a:endParaRPr lang="en-GB" noProof="0"/>
          </a:p>
        </p:txBody>
      </p:sp>
      <p:sp>
        <p:nvSpPr>
          <p:cNvPr id="8" name="Date Placeholder 3">
            <a:extLst>
              <a:ext uri="{FF2B5EF4-FFF2-40B4-BE49-F238E27FC236}">
                <a16:creationId xmlns:a16="http://schemas.microsoft.com/office/drawing/2014/main" id="{ADB1BA55-0190-B5EE-5C29-8F8E7A5C5547}"/>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
        <p:nvSpPr>
          <p:cNvPr id="2" name="TextBox 1">
            <a:extLst>
              <a:ext uri="{FF2B5EF4-FFF2-40B4-BE49-F238E27FC236}">
                <a16:creationId xmlns:a16="http://schemas.microsoft.com/office/drawing/2014/main" id="{400BD897-6273-2135-FC72-CF26B33A467F}"/>
              </a:ext>
            </a:extLst>
          </p:cNvPr>
          <p:cNvSpPr txBox="1"/>
          <p:nvPr/>
        </p:nvSpPr>
        <p:spPr>
          <a:xfrm>
            <a:off x="933343" y="1001680"/>
            <a:ext cx="4122787" cy="400110"/>
          </a:xfrm>
          <a:prstGeom prst="rect">
            <a:avLst/>
          </a:prstGeom>
          <a:noFill/>
        </p:spPr>
        <p:txBody>
          <a:bodyPr wrap="square">
            <a:spAutoFit/>
          </a:bodyPr>
          <a:lstStyle/>
          <a:p>
            <a:pPr lvl="0">
              <a:defRPr/>
            </a:pPr>
            <a:r>
              <a:rPr lang="en-GB" sz="2000" b="1">
                <a:highlight>
                  <a:srgbClr val="FFC000"/>
                </a:highlight>
              </a:rPr>
              <a:t>Validity</a:t>
            </a:r>
            <a:endParaRPr lang="en-GB" sz="1100" b="1" noProof="0">
              <a:highlight>
                <a:srgbClr val="FFC000"/>
              </a:highlight>
            </a:endParaRPr>
          </a:p>
        </p:txBody>
      </p:sp>
      <p:sp>
        <p:nvSpPr>
          <p:cNvPr id="9" name="TextBox 8">
            <a:extLst>
              <a:ext uri="{FF2B5EF4-FFF2-40B4-BE49-F238E27FC236}">
                <a16:creationId xmlns:a16="http://schemas.microsoft.com/office/drawing/2014/main" id="{97CAB359-2F09-E499-FB58-45434B121D8F}"/>
              </a:ext>
            </a:extLst>
          </p:cNvPr>
          <p:cNvSpPr txBox="1"/>
          <p:nvPr/>
        </p:nvSpPr>
        <p:spPr>
          <a:xfrm>
            <a:off x="993888" y="1658648"/>
            <a:ext cx="3479637" cy="215444"/>
          </a:xfrm>
          <a:prstGeom prst="rect">
            <a:avLst/>
          </a:prstGeom>
          <a:noFill/>
        </p:spPr>
        <p:txBody>
          <a:bodyPr wrap="square" lIns="0" tIns="0" rIns="0" bIns="0">
            <a:spAutoFit/>
          </a:bodyPr>
          <a:lstStyle/>
          <a:p>
            <a:r>
              <a:rPr lang="en-US" sz="1400" b="1">
                <a:solidFill>
                  <a:srgbClr val="FF0000"/>
                </a:solidFill>
              </a:rPr>
              <a:t>Objective Reports</a:t>
            </a:r>
            <a:endParaRPr lang="en-GB" sz="1400" b="1" noProof="0">
              <a:solidFill>
                <a:srgbClr val="FF0000"/>
              </a:solidFill>
            </a:endParaRPr>
          </a:p>
        </p:txBody>
      </p:sp>
      <p:sp>
        <p:nvSpPr>
          <p:cNvPr id="13" name="TextBox 12">
            <a:extLst>
              <a:ext uri="{FF2B5EF4-FFF2-40B4-BE49-F238E27FC236}">
                <a16:creationId xmlns:a16="http://schemas.microsoft.com/office/drawing/2014/main" id="{F20D25AB-530E-871F-AC3B-5B2E73173D33}"/>
              </a:ext>
            </a:extLst>
          </p:cNvPr>
          <p:cNvSpPr txBox="1"/>
          <p:nvPr/>
        </p:nvSpPr>
        <p:spPr>
          <a:xfrm>
            <a:off x="944944" y="1927524"/>
            <a:ext cx="4122787" cy="938719"/>
          </a:xfrm>
          <a:prstGeom prst="rect">
            <a:avLst/>
          </a:prstGeom>
          <a:noFill/>
        </p:spPr>
        <p:txBody>
          <a:bodyPr wrap="square">
            <a:spAutoFit/>
          </a:bodyPr>
          <a:lstStyle>
            <a:defPPr>
              <a:defRPr lang="en-US"/>
            </a:defPPr>
            <a:lvl1pPr>
              <a:defRPr sz="1100"/>
            </a:lvl1pPr>
          </a:lstStyle>
          <a:p>
            <a:r>
              <a:rPr lang="en-US"/>
              <a:t>When a researcher asks a respondent an objective question, </a:t>
            </a:r>
            <a:r>
              <a:rPr lang="en-US" b="1">
                <a:highlight>
                  <a:srgbClr val="FFC000"/>
                </a:highlight>
              </a:rPr>
              <a:t>the aim is for the respondent to answer with complete accuracy</a:t>
            </a:r>
            <a:r>
              <a:rPr lang="en-US"/>
              <a:t>: </a:t>
            </a:r>
            <a:r>
              <a:rPr lang="en-US" b="1" i="1"/>
              <a:t>to give the same answer the researcher would provide if the researcher had access to the necessary information to answer the question.</a:t>
            </a:r>
          </a:p>
        </p:txBody>
      </p:sp>
      <p:sp>
        <p:nvSpPr>
          <p:cNvPr id="16" name="TextBox 15">
            <a:extLst>
              <a:ext uri="{FF2B5EF4-FFF2-40B4-BE49-F238E27FC236}">
                <a16:creationId xmlns:a16="http://schemas.microsoft.com/office/drawing/2014/main" id="{F1A9066B-9EF2-09B0-1243-2A2A2A889EB0}"/>
              </a:ext>
            </a:extLst>
          </p:cNvPr>
          <p:cNvSpPr txBox="1"/>
          <p:nvPr/>
        </p:nvSpPr>
        <p:spPr>
          <a:xfrm>
            <a:off x="944944" y="2895233"/>
            <a:ext cx="3882294" cy="600164"/>
          </a:xfrm>
          <a:prstGeom prst="rect">
            <a:avLst/>
          </a:prstGeom>
          <a:noFill/>
        </p:spPr>
        <p:txBody>
          <a:bodyPr wrap="square">
            <a:spAutoFit/>
          </a:bodyPr>
          <a:lstStyle>
            <a:defPPr>
              <a:defRPr lang="en-US"/>
            </a:defPPr>
            <a:lvl1pPr lvl="0">
              <a:defRPr sz="1100"/>
            </a:lvl1pPr>
          </a:lstStyle>
          <a:p>
            <a:r>
              <a:rPr lang="en-US" b="1"/>
              <a:t>The accuracy of responses depends on </a:t>
            </a:r>
            <a:r>
              <a:rPr lang="en-US" b="1">
                <a:highlight>
                  <a:srgbClr val="FFC000"/>
                </a:highlight>
              </a:rPr>
              <a:t>what is being asked and how it is being asked</a:t>
            </a:r>
            <a:r>
              <a:rPr lang="en-US" b="1"/>
              <a:t>. </a:t>
            </a:r>
            <a:r>
              <a:rPr lang="en-US"/>
              <a:t>There are four reasons why respondents may report events inaccurately:</a:t>
            </a:r>
            <a:endParaRPr lang="en-US" noProof="0"/>
          </a:p>
        </p:txBody>
      </p:sp>
      <p:grpSp>
        <p:nvGrpSpPr>
          <p:cNvPr id="15" name="Group 14">
            <a:extLst>
              <a:ext uri="{FF2B5EF4-FFF2-40B4-BE49-F238E27FC236}">
                <a16:creationId xmlns:a16="http://schemas.microsoft.com/office/drawing/2014/main" id="{A22574F7-D2EA-C803-4740-F2EDD1E24D80}"/>
              </a:ext>
            </a:extLst>
          </p:cNvPr>
          <p:cNvGrpSpPr/>
          <p:nvPr/>
        </p:nvGrpSpPr>
        <p:grpSpPr>
          <a:xfrm>
            <a:off x="1237775" y="3628678"/>
            <a:ext cx="3733069" cy="246221"/>
            <a:chOff x="6992558" y="3116778"/>
            <a:chExt cx="3733069" cy="246221"/>
          </a:xfrm>
        </p:grpSpPr>
        <p:sp>
          <p:nvSpPr>
            <p:cNvPr id="17" name="Freeform: Shape 16">
              <a:extLst>
                <a:ext uri="{FF2B5EF4-FFF2-40B4-BE49-F238E27FC236}">
                  <a16:creationId xmlns:a16="http://schemas.microsoft.com/office/drawing/2014/main" id="{E5B56CC1-B40F-C411-6611-51F9813DC87B}"/>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18" name="TextBox 17">
              <a:extLst>
                <a:ext uri="{FF2B5EF4-FFF2-40B4-BE49-F238E27FC236}">
                  <a16:creationId xmlns:a16="http://schemas.microsoft.com/office/drawing/2014/main" id="{DBFD6BC2-5DD9-AF6B-401F-A8526832CA1D}"/>
                </a:ext>
              </a:extLst>
            </p:cNvPr>
            <p:cNvSpPr txBox="1"/>
            <p:nvPr/>
          </p:nvSpPr>
          <p:spPr>
            <a:xfrm>
              <a:off x="7149011" y="3116778"/>
              <a:ext cx="3576616" cy="246221"/>
            </a:xfrm>
            <a:prstGeom prst="rect">
              <a:avLst/>
            </a:prstGeom>
            <a:noFill/>
          </p:spPr>
          <p:txBody>
            <a:bodyPr wrap="square">
              <a:spAutoFit/>
            </a:bodyPr>
            <a:lstStyle>
              <a:defPPr>
                <a:defRPr lang="en-US"/>
              </a:defPPr>
              <a:lvl1pPr lvl="0">
                <a:defRPr sz="1100"/>
              </a:lvl1pPr>
            </a:lstStyle>
            <a:p>
              <a:r>
                <a:rPr lang="en-US" sz="1000"/>
                <a:t>They do not understand the question.</a:t>
              </a:r>
              <a:endParaRPr lang="en-GB" sz="1000"/>
            </a:p>
          </p:txBody>
        </p:sp>
      </p:grpSp>
      <p:grpSp>
        <p:nvGrpSpPr>
          <p:cNvPr id="10" name="Group 9">
            <a:extLst>
              <a:ext uri="{FF2B5EF4-FFF2-40B4-BE49-F238E27FC236}">
                <a16:creationId xmlns:a16="http://schemas.microsoft.com/office/drawing/2014/main" id="{7783783C-C169-E5C4-1751-556F4437D674}"/>
              </a:ext>
            </a:extLst>
          </p:cNvPr>
          <p:cNvGrpSpPr/>
          <p:nvPr/>
        </p:nvGrpSpPr>
        <p:grpSpPr>
          <a:xfrm>
            <a:off x="1237775" y="3897943"/>
            <a:ext cx="3733069" cy="246221"/>
            <a:chOff x="6992558" y="3116778"/>
            <a:chExt cx="3733069" cy="246221"/>
          </a:xfrm>
        </p:grpSpPr>
        <p:sp>
          <p:nvSpPr>
            <p:cNvPr id="11" name="Freeform: Shape 10">
              <a:extLst>
                <a:ext uri="{FF2B5EF4-FFF2-40B4-BE49-F238E27FC236}">
                  <a16:creationId xmlns:a16="http://schemas.microsoft.com/office/drawing/2014/main" id="{747F6F4E-461D-9B96-06D9-0341CAD0DEAB}"/>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14" name="TextBox 13">
              <a:extLst>
                <a:ext uri="{FF2B5EF4-FFF2-40B4-BE49-F238E27FC236}">
                  <a16:creationId xmlns:a16="http://schemas.microsoft.com/office/drawing/2014/main" id="{45023464-63EE-7FF1-654E-014633E3AED7}"/>
                </a:ext>
              </a:extLst>
            </p:cNvPr>
            <p:cNvSpPr txBox="1"/>
            <p:nvPr/>
          </p:nvSpPr>
          <p:spPr>
            <a:xfrm>
              <a:off x="7149011" y="3116778"/>
              <a:ext cx="3576616" cy="246221"/>
            </a:xfrm>
            <a:prstGeom prst="rect">
              <a:avLst/>
            </a:prstGeom>
            <a:noFill/>
          </p:spPr>
          <p:txBody>
            <a:bodyPr wrap="square">
              <a:spAutoFit/>
            </a:bodyPr>
            <a:lstStyle>
              <a:defPPr>
                <a:defRPr lang="en-US"/>
              </a:defPPr>
              <a:lvl1pPr lvl="0">
                <a:defRPr sz="1100"/>
              </a:lvl1pPr>
            </a:lstStyle>
            <a:p>
              <a:r>
                <a:rPr lang="en-US" sz="1000"/>
                <a:t>They do not know the answer.</a:t>
              </a:r>
              <a:endParaRPr lang="en-GB" sz="1000"/>
            </a:p>
          </p:txBody>
        </p:sp>
      </p:grpSp>
      <p:grpSp>
        <p:nvGrpSpPr>
          <p:cNvPr id="19" name="Group 18">
            <a:extLst>
              <a:ext uri="{FF2B5EF4-FFF2-40B4-BE49-F238E27FC236}">
                <a16:creationId xmlns:a16="http://schemas.microsoft.com/office/drawing/2014/main" id="{CBD4DBC0-62C9-BBC6-CAE2-7CD583EB1942}"/>
              </a:ext>
            </a:extLst>
          </p:cNvPr>
          <p:cNvGrpSpPr/>
          <p:nvPr/>
        </p:nvGrpSpPr>
        <p:grpSpPr>
          <a:xfrm>
            <a:off x="1237775" y="4152455"/>
            <a:ext cx="3733069" cy="246221"/>
            <a:chOff x="6992558" y="3116778"/>
            <a:chExt cx="3733069" cy="246221"/>
          </a:xfrm>
        </p:grpSpPr>
        <p:sp>
          <p:nvSpPr>
            <p:cNvPr id="28" name="Freeform: Shape 27">
              <a:extLst>
                <a:ext uri="{FF2B5EF4-FFF2-40B4-BE49-F238E27FC236}">
                  <a16:creationId xmlns:a16="http://schemas.microsoft.com/office/drawing/2014/main" id="{C53C6CB2-B5B2-A155-A751-17D63D998B76}"/>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29" name="TextBox 28">
              <a:extLst>
                <a:ext uri="{FF2B5EF4-FFF2-40B4-BE49-F238E27FC236}">
                  <a16:creationId xmlns:a16="http://schemas.microsoft.com/office/drawing/2014/main" id="{503ED20B-4716-2006-DB74-0D7817A715C9}"/>
                </a:ext>
              </a:extLst>
            </p:cNvPr>
            <p:cNvSpPr txBox="1"/>
            <p:nvPr/>
          </p:nvSpPr>
          <p:spPr>
            <a:xfrm>
              <a:off x="7149011" y="3116778"/>
              <a:ext cx="3576616" cy="246221"/>
            </a:xfrm>
            <a:prstGeom prst="rect">
              <a:avLst/>
            </a:prstGeom>
            <a:noFill/>
          </p:spPr>
          <p:txBody>
            <a:bodyPr wrap="square">
              <a:spAutoFit/>
            </a:bodyPr>
            <a:lstStyle>
              <a:defPPr>
                <a:defRPr lang="en-US"/>
              </a:defPPr>
              <a:lvl1pPr lvl="0">
                <a:defRPr sz="1100"/>
              </a:lvl1pPr>
            </a:lstStyle>
            <a:p>
              <a:r>
                <a:rPr lang="en-US" sz="1000"/>
                <a:t>They cannot remember the answer, even if they once knew it.</a:t>
              </a:r>
              <a:endParaRPr lang="en-GB" sz="1000"/>
            </a:p>
          </p:txBody>
        </p:sp>
      </p:grpSp>
      <p:grpSp>
        <p:nvGrpSpPr>
          <p:cNvPr id="30" name="Group 29">
            <a:extLst>
              <a:ext uri="{FF2B5EF4-FFF2-40B4-BE49-F238E27FC236}">
                <a16:creationId xmlns:a16="http://schemas.microsoft.com/office/drawing/2014/main" id="{AC85E93C-785C-6EF9-DC4C-4459FC50A2D3}"/>
              </a:ext>
            </a:extLst>
          </p:cNvPr>
          <p:cNvGrpSpPr/>
          <p:nvPr/>
        </p:nvGrpSpPr>
        <p:grpSpPr>
          <a:xfrm>
            <a:off x="1237775" y="4430011"/>
            <a:ext cx="3733069" cy="400110"/>
            <a:chOff x="6992558" y="3116778"/>
            <a:chExt cx="3733069" cy="400110"/>
          </a:xfrm>
        </p:grpSpPr>
        <p:sp>
          <p:nvSpPr>
            <p:cNvPr id="34" name="Freeform: Shape 33">
              <a:extLst>
                <a:ext uri="{FF2B5EF4-FFF2-40B4-BE49-F238E27FC236}">
                  <a16:creationId xmlns:a16="http://schemas.microsoft.com/office/drawing/2014/main" id="{93D05450-2ECA-1C39-3479-BE73A6263A67}"/>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35" name="TextBox 34">
              <a:extLst>
                <a:ext uri="{FF2B5EF4-FFF2-40B4-BE49-F238E27FC236}">
                  <a16:creationId xmlns:a16="http://schemas.microsoft.com/office/drawing/2014/main" id="{DA331A0A-7222-A769-538D-41273A27FCB1}"/>
                </a:ext>
              </a:extLst>
            </p:cNvPr>
            <p:cNvSpPr txBox="1"/>
            <p:nvPr/>
          </p:nvSpPr>
          <p:spPr>
            <a:xfrm>
              <a:off x="7149011" y="3116778"/>
              <a:ext cx="3576616" cy="400110"/>
            </a:xfrm>
            <a:prstGeom prst="rect">
              <a:avLst/>
            </a:prstGeom>
            <a:noFill/>
          </p:spPr>
          <p:txBody>
            <a:bodyPr wrap="square">
              <a:spAutoFit/>
            </a:bodyPr>
            <a:lstStyle>
              <a:defPPr>
                <a:defRPr lang="en-US"/>
              </a:defPPr>
              <a:lvl1pPr lvl="0">
                <a:defRPr sz="1100"/>
              </a:lvl1pPr>
            </a:lstStyle>
            <a:p>
              <a:r>
                <a:rPr lang="en-US" sz="1000"/>
                <a:t>They do not want to provide the answer in the context of the interview.</a:t>
              </a:r>
              <a:endParaRPr lang="en-GB" sz="1000"/>
            </a:p>
          </p:txBody>
        </p:sp>
      </p:grpSp>
      <p:sp>
        <p:nvSpPr>
          <p:cNvPr id="36" name="TextBox 35">
            <a:extLst>
              <a:ext uri="{FF2B5EF4-FFF2-40B4-BE49-F238E27FC236}">
                <a16:creationId xmlns:a16="http://schemas.microsoft.com/office/drawing/2014/main" id="{095CE7EB-5D19-3DC1-8050-5AC1927883DA}"/>
              </a:ext>
            </a:extLst>
          </p:cNvPr>
          <p:cNvSpPr txBox="1"/>
          <p:nvPr/>
        </p:nvSpPr>
        <p:spPr>
          <a:xfrm>
            <a:off x="5833663" y="1960418"/>
            <a:ext cx="5413389" cy="430887"/>
          </a:xfrm>
          <a:prstGeom prst="rect">
            <a:avLst/>
          </a:prstGeom>
          <a:noFill/>
        </p:spPr>
        <p:txBody>
          <a:bodyPr wrap="square">
            <a:spAutoFit/>
          </a:bodyPr>
          <a:lstStyle/>
          <a:p>
            <a:r>
              <a:rPr lang="en-US" sz="1100"/>
              <a:t>It is important to </a:t>
            </a:r>
            <a:r>
              <a:rPr lang="en-US" sz="1100" err="1"/>
              <a:t>recognise</a:t>
            </a:r>
            <a:r>
              <a:rPr lang="en-US" sz="1100"/>
              <a:t> that there are some things that researchers would like people to report, </a:t>
            </a:r>
            <a:r>
              <a:rPr lang="en-US" sz="1100" b="1">
                <a:highlight>
                  <a:srgbClr val="FFC000"/>
                </a:highlight>
              </a:rPr>
              <a:t>but they cannot</a:t>
            </a:r>
            <a:r>
              <a:rPr lang="en-US" sz="1100"/>
              <a:t>.</a:t>
            </a:r>
            <a:endParaRPr lang="en-US" sz="1100" i="1">
              <a:solidFill>
                <a:schemeClr val="bg1">
                  <a:lumMod val="75000"/>
                </a:schemeClr>
              </a:solidFill>
            </a:endParaRPr>
          </a:p>
        </p:txBody>
      </p:sp>
      <p:sp>
        <p:nvSpPr>
          <p:cNvPr id="37" name="TextBox 36">
            <a:extLst>
              <a:ext uri="{FF2B5EF4-FFF2-40B4-BE49-F238E27FC236}">
                <a16:creationId xmlns:a16="http://schemas.microsoft.com/office/drawing/2014/main" id="{034EFCAE-EEA9-D8C4-7398-040DBDF42A3F}"/>
              </a:ext>
            </a:extLst>
          </p:cNvPr>
          <p:cNvSpPr txBox="1"/>
          <p:nvPr/>
        </p:nvSpPr>
        <p:spPr>
          <a:xfrm>
            <a:off x="5844540" y="1732320"/>
            <a:ext cx="4556786" cy="261610"/>
          </a:xfrm>
          <a:prstGeom prst="rect">
            <a:avLst/>
          </a:prstGeom>
          <a:noFill/>
        </p:spPr>
        <p:txBody>
          <a:bodyPr wrap="square">
            <a:spAutoFit/>
          </a:bodyPr>
          <a:lstStyle>
            <a:defPPr>
              <a:defRPr lang="en-US"/>
            </a:defPPr>
            <a:lvl1pPr lvl="0">
              <a:defRPr sz="1400"/>
            </a:lvl1pPr>
          </a:lstStyle>
          <a:p>
            <a:r>
              <a:rPr lang="en-US" sz="1100" b="1" noProof="0"/>
              <a:t>They do not want to give the answer in the context of the interview</a:t>
            </a:r>
            <a:endParaRPr lang="en-GB" sz="1100" noProof="0"/>
          </a:p>
        </p:txBody>
      </p:sp>
      <p:sp>
        <p:nvSpPr>
          <p:cNvPr id="38" name="Título 1">
            <a:extLst>
              <a:ext uri="{FF2B5EF4-FFF2-40B4-BE49-F238E27FC236}">
                <a16:creationId xmlns:a16="http://schemas.microsoft.com/office/drawing/2014/main" id="{910F4C4C-D918-F00A-CBA8-DE969F518109}"/>
              </a:ext>
            </a:extLst>
          </p:cNvPr>
          <p:cNvSpPr txBox="1">
            <a:spLocks/>
          </p:cNvSpPr>
          <p:nvPr/>
        </p:nvSpPr>
        <p:spPr>
          <a:xfrm>
            <a:off x="5538883" y="1658648"/>
            <a:ext cx="61131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2400" b="1" noProof="0">
                <a:solidFill>
                  <a:srgbClr val="FF0000"/>
                </a:solidFill>
                <a:latin typeface="Aptos Black" panose="020B0004020202020204" pitchFamily="34" charset="0"/>
              </a:rPr>
              <a:t>4.</a:t>
            </a:r>
          </a:p>
        </p:txBody>
      </p:sp>
      <p:cxnSp>
        <p:nvCxnSpPr>
          <p:cNvPr id="73" name="Straight Connector 72">
            <a:extLst>
              <a:ext uri="{FF2B5EF4-FFF2-40B4-BE49-F238E27FC236}">
                <a16:creationId xmlns:a16="http://schemas.microsoft.com/office/drawing/2014/main" id="{1575D6AB-801C-1D57-5011-66857F7BFB1D}"/>
              </a:ext>
            </a:extLst>
          </p:cNvPr>
          <p:cNvCxnSpPr>
            <a:cxnSpLocks/>
          </p:cNvCxnSpPr>
          <p:nvPr/>
        </p:nvCxnSpPr>
        <p:spPr>
          <a:xfrm>
            <a:off x="5321617" y="1732320"/>
            <a:ext cx="0" cy="4318800"/>
          </a:xfrm>
          <a:prstGeom prst="line">
            <a:avLst/>
          </a:prstGeom>
          <a:ln>
            <a:solidFill>
              <a:schemeClr val="bg1">
                <a:lumMod val="95000"/>
              </a:schemeClr>
            </a:solidFill>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9E873927-9776-DC28-5CB1-11214DC5ABFB}"/>
              </a:ext>
            </a:extLst>
          </p:cNvPr>
          <p:cNvSpPr txBox="1"/>
          <p:nvPr/>
        </p:nvSpPr>
        <p:spPr>
          <a:xfrm>
            <a:off x="5815997" y="2425288"/>
            <a:ext cx="5431057" cy="430887"/>
          </a:xfrm>
          <a:prstGeom prst="rect">
            <a:avLst/>
          </a:prstGeom>
          <a:noFill/>
        </p:spPr>
        <p:txBody>
          <a:bodyPr wrap="square">
            <a:spAutoFit/>
          </a:bodyPr>
          <a:lstStyle/>
          <a:p>
            <a:r>
              <a:rPr lang="en-US" sz="1100"/>
              <a:t>There are certain </a:t>
            </a:r>
            <a:r>
              <a:rPr lang="en-US" sz="1100" b="1"/>
              <a:t>facts or events that respondents would prefer not to report</a:t>
            </a:r>
            <a:r>
              <a:rPr lang="en-US" sz="1100"/>
              <a:t> accurately in an interview.</a:t>
            </a:r>
            <a:endParaRPr lang="en-US" sz="1100" i="1">
              <a:solidFill>
                <a:schemeClr val="bg1">
                  <a:lumMod val="75000"/>
                </a:schemeClr>
              </a:solidFill>
            </a:endParaRPr>
          </a:p>
        </p:txBody>
      </p:sp>
      <p:sp>
        <p:nvSpPr>
          <p:cNvPr id="4" name="TextBox 3">
            <a:extLst>
              <a:ext uri="{FF2B5EF4-FFF2-40B4-BE49-F238E27FC236}">
                <a16:creationId xmlns:a16="http://schemas.microsoft.com/office/drawing/2014/main" id="{17C5197C-5534-538A-C8A8-CD27F1ED85E7}"/>
              </a:ext>
            </a:extLst>
          </p:cNvPr>
          <p:cNvSpPr txBox="1"/>
          <p:nvPr/>
        </p:nvSpPr>
        <p:spPr>
          <a:xfrm>
            <a:off x="5815997" y="2922163"/>
            <a:ext cx="5431059" cy="600164"/>
          </a:xfrm>
          <a:prstGeom prst="rect">
            <a:avLst/>
          </a:prstGeom>
          <a:noFill/>
        </p:spPr>
        <p:txBody>
          <a:bodyPr wrap="square">
            <a:spAutoFit/>
          </a:bodyPr>
          <a:lstStyle/>
          <a:p>
            <a:r>
              <a:rPr lang="en-US" sz="1100"/>
              <a:t>If a researcher realistically expects someone to admit something that is very embarrassing or illegal, </a:t>
            </a:r>
            <a:r>
              <a:rPr lang="en-US" sz="1100" b="1">
                <a:highlight>
                  <a:srgbClr val="FFC000"/>
                </a:highlight>
              </a:rPr>
              <a:t>efforts are required to convince respondents that the risks are minimal and that the reasons for disclosing the information are meaningful</a:t>
            </a:r>
            <a:r>
              <a:rPr lang="en-US" sz="1100"/>
              <a:t>.</a:t>
            </a:r>
            <a:endParaRPr lang="en-US" sz="1100" i="1">
              <a:solidFill>
                <a:schemeClr val="bg1">
                  <a:lumMod val="75000"/>
                </a:schemeClr>
              </a:solidFill>
            </a:endParaRPr>
          </a:p>
        </p:txBody>
      </p:sp>
      <p:grpSp>
        <p:nvGrpSpPr>
          <p:cNvPr id="26" name="Group 25">
            <a:extLst>
              <a:ext uri="{FF2B5EF4-FFF2-40B4-BE49-F238E27FC236}">
                <a16:creationId xmlns:a16="http://schemas.microsoft.com/office/drawing/2014/main" id="{D67B40E8-B047-170B-BC77-9A73E23C8ACF}"/>
              </a:ext>
            </a:extLst>
          </p:cNvPr>
          <p:cNvGrpSpPr/>
          <p:nvPr/>
        </p:nvGrpSpPr>
        <p:grpSpPr>
          <a:xfrm>
            <a:off x="5899481" y="3648563"/>
            <a:ext cx="3633140" cy="246221"/>
            <a:chOff x="6663071" y="4753835"/>
            <a:chExt cx="3633140" cy="246221"/>
          </a:xfrm>
        </p:grpSpPr>
        <p:sp>
          <p:nvSpPr>
            <p:cNvPr id="27" name="TextBox 26">
              <a:extLst>
                <a:ext uri="{FF2B5EF4-FFF2-40B4-BE49-F238E27FC236}">
                  <a16:creationId xmlns:a16="http://schemas.microsoft.com/office/drawing/2014/main" id="{69FBC177-F9CB-0050-F49A-B5D0A9C322FC}"/>
                </a:ext>
              </a:extLst>
            </p:cNvPr>
            <p:cNvSpPr txBox="1"/>
            <p:nvPr/>
          </p:nvSpPr>
          <p:spPr>
            <a:xfrm>
              <a:off x="6819524" y="4753835"/>
              <a:ext cx="3476687" cy="246221"/>
            </a:xfrm>
            <a:prstGeom prst="rect">
              <a:avLst/>
            </a:prstGeom>
            <a:noFill/>
          </p:spPr>
          <p:txBody>
            <a:bodyPr wrap="square">
              <a:spAutoFit/>
            </a:bodyPr>
            <a:lstStyle>
              <a:defPPr>
                <a:defRPr lang="en-US"/>
              </a:defPPr>
              <a:lvl1pPr lvl="0">
                <a:defRPr sz="1100"/>
              </a:lvl1pPr>
            </a:lstStyle>
            <a:p>
              <a:r>
                <a:rPr lang="en-US" sz="1000" b="1" noProof="0"/>
                <a:t>Use of self‑administered data‑collection procedures</a:t>
              </a:r>
            </a:p>
          </p:txBody>
        </p:sp>
        <p:sp>
          <p:nvSpPr>
            <p:cNvPr id="31" name="Freeform: Shape 30">
              <a:extLst>
                <a:ext uri="{FF2B5EF4-FFF2-40B4-BE49-F238E27FC236}">
                  <a16:creationId xmlns:a16="http://schemas.microsoft.com/office/drawing/2014/main" id="{4360B5EB-A29D-897A-4E9A-A1EB0FE8EEA4}"/>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sp>
        <p:nvSpPr>
          <p:cNvPr id="32" name="TextBox 31">
            <a:extLst>
              <a:ext uri="{FF2B5EF4-FFF2-40B4-BE49-F238E27FC236}">
                <a16:creationId xmlns:a16="http://schemas.microsoft.com/office/drawing/2014/main" id="{1DCD8405-8F98-DE81-E33D-53CAEE1DA1D7}"/>
              </a:ext>
            </a:extLst>
          </p:cNvPr>
          <p:cNvSpPr txBox="1"/>
          <p:nvPr/>
        </p:nvSpPr>
        <p:spPr>
          <a:xfrm>
            <a:off x="6150198" y="3874899"/>
            <a:ext cx="4997862" cy="246221"/>
          </a:xfrm>
          <a:prstGeom prst="rect">
            <a:avLst/>
          </a:prstGeom>
          <a:noFill/>
        </p:spPr>
        <p:txBody>
          <a:bodyPr wrap="square">
            <a:spAutoFit/>
          </a:bodyPr>
          <a:lstStyle>
            <a:defPPr>
              <a:defRPr lang="en-US"/>
            </a:defPPr>
            <a:lvl1pPr lvl="0">
              <a:defRPr sz="1100"/>
            </a:lvl1pPr>
          </a:lstStyle>
          <a:p>
            <a:r>
              <a:rPr lang="en-US" sz="1000" noProof="0"/>
              <a:t>Such as paper or computer‑based forms, </a:t>
            </a:r>
            <a:r>
              <a:rPr lang="en-US" sz="1000" b="1" noProof="0">
                <a:highlight>
                  <a:srgbClr val="FFC000"/>
                </a:highlight>
              </a:rPr>
              <a:t>which reduce social desirability bias</a:t>
            </a:r>
            <a:r>
              <a:rPr lang="en-US" sz="1000" noProof="0"/>
              <a:t>.</a:t>
            </a:r>
          </a:p>
        </p:txBody>
      </p:sp>
      <p:grpSp>
        <p:nvGrpSpPr>
          <p:cNvPr id="45" name="Group 44">
            <a:extLst>
              <a:ext uri="{FF2B5EF4-FFF2-40B4-BE49-F238E27FC236}">
                <a16:creationId xmlns:a16="http://schemas.microsoft.com/office/drawing/2014/main" id="{E9CC83AC-8A0D-4493-AA97-227AC833151A}"/>
              </a:ext>
            </a:extLst>
          </p:cNvPr>
          <p:cNvGrpSpPr/>
          <p:nvPr/>
        </p:nvGrpSpPr>
        <p:grpSpPr>
          <a:xfrm>
            <a:off x="5888604" y="4210096"/>
            <a:ext cx="3633140" cy="246221"/>
            <a:chOff x="6663071" y="4753835"/>
            <a:chExt cx="3633140" cy="246221"/>
          </a:xfrm>
        </p:grpSpPr>
        <p:sp>
          <p:nvSpPr>
            <p:cNvPr id="50" name="TextBox 49">
              <a:extLst>
                <a:ext uri="{FF2B5EF4-FFF2-40B4-BE49-F238E27FC236}">
                  <a16:creationId xmlns:a16="http://schemas.microsoft.com/office/drawing/2014/main" id="{97AF8E49-DB4D-C3C4-86F3-6A4E735BD074}"/>
                </a:ext>
              </a:extLst>
            </p:cNvPr>
            <p:cNvSpPr txBox="1"/>
            <p:nvPr/>
          </p:nvSpPr>
          <p:spPr>
            <a:xfrm>
              <a:off x="6819524" y="4753835"/>
              <a:ext cx="3476687" cy="246221"/>
            </a:xfrm>
            <a:prstGeom prst="rect">
              <a:avLst/>
            </a:prstGeom>
            <a:noFill/>
          </p:spPr>
          <p:txBody>
            <a:bodyPr wrap="square">
              <a:spAutoFit/>
            </a:bodyPr>
            <a:lstStyle>
              <a:defPPr>
                <a:defRPr lang="en-US"/>
              </a:defPPr>
              <a:lvl1pPr lvl="0">
                <a:defRPr sz="1100"/>
              </a:lvl1pPr>
            </a:lstStyle>
            <a:p>
              <a:r>
                <a:rPr lang="en-US" sz="1000" b="1" noProof="0"/>
                <a:t>Confidentiality and anonymity</a:t>
              </a:r>
            </a:p>
          </p:txBody>
        </p:sp>
        <p:sp>
          <p:nvSpPr>
            <p:cNvPr id="51" name="Freeform: Shape 50">
              <a:extLst>
                <a:ext uri="{FF2B5EF4-FFF2-40B4-BE49-F238E27FC236}">
                  <a16:creationId xmlns:a16="http://schemas.microsoft.com/office/drawing/2014/main" id="{B5F30ACE-FA30-A0DD-4AE9-AF814CB8536A}"/>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sp>
        <p:nvSpPr>
          <p:cNvPr id="52" name="TextBox 51">
            <a:extLst>
              <a:ext uri="{FF2B5EF4-FFF2-40B4-BE49-F238E27FC236}">
                <a16:creationId xmlns:a16="http://schemas.microsoft.com/office/drawing/2014/main" id="{B195F313-447D-AC23-6E32-29A30ED01055}"/>
              </a:ext>
            </a:extLst>
          </p:cNvPr>
          <p:cNvSpPr txBox="1"/>
          <p:nvPr/>
        </p:nvSpPr>
        <p:spPr>
          <a:xfrm>
            <a:off x="6150197" y="4436432"/>
            <a:ext cx="4986985" cy="400110"/>
          </a:xfrm>
          <a:prstGeom prst="rect">
            <a:avLst/>
          </a:prstGeom>
          <a:noFill/>
        </p:spPr>
        <p:txBody>
          <a:bodyPr wrap="square">
            <a:spAutoFit/>
          </a:bodyPr>
          <a:lstStyle>
            <a:defPPr>
              <a:defRPr lang="en-US"/>
            </a:defPPr>
            <a:lvl1pPr lvl="0">
              <a:defRPr sz="1100"/>
            </a:lvl1pPr>
          </a:lstStyle>
          <a:p>
            <a:r>
              <a:rPr lang="en-US" sz="1000" noProof="0"/>
              <a:t>Ensure that responses </a:t>
            </a:r>
            <a:r>
              <a:rPr lang="en-US" sz="1000" b="1" noProof="0">
                <a:highlight>
                  <a:srgbClr val="FFC000"/>
                </a:highlight>
              </a:rPr>
              <a:t>cannot be linked to respondents</a:t>
            </a:r>
            <a:r>
              <a:rPr lang="en-US" sz="1000" noProof="0"/>
              <a:t> through methods such as anonymous forms or other strategies specifically designed for sensitive topics.</a:t>
            </a:r>
          </a:p>
        </p:txBody>
      </p:sp>
      <p:grpSp>
        <p:nvGrpSpPr>
          <p:cNvPr id="53" name="Group 52">
            <a:extLst>
              <a:ext uri="{FF2B5EF4-FFF2-40B4-BE49-F238E27FC236}">
                <a16:creationId xmlns:a16="http://schemas.microsoft.com/office/drawing/2014/main" id="{6365283E-6EB8-7D47-B985-5B784A25D43A}"/>
              </a:ext>
            </a:extLst>
          </p:cNvPr>
          <p:cNvGrpSpPr/>
          <p:nvPr/>
        </p:nvGrpSpPr>
        <p:grpSpPr>
          <a:xfrm>
            <a:off x="5870938" y="4898097"/>
            <a:ext cx="3633140" cy="246221"/>
            <a:chOff x="6663071" y="4753835"/>
            <a:chExt cx="3633140" cy="246221"/>
          </a:xfrm>
        </p:grpSpPr>
        <p:sp>
          <p:nvSpPr>
            <p:cNvPr id="54" name="TextBox 53">
              <a:extLst>
                <a:ext uri="{FF2B5EF4-FFF2-40B4-BE49-F238E27FC236}">
                  <a16:creationId xmlns:a16="http://schemas.microsoft.com/office/drawing/2014/main" id="{2FA58F9A-77DC-1C60-AD04-487C055F6E56}"/>
                </a:ext>
              </a:extLst>
            </p:cNvPr>
            <p:cNvSpPr txBox="1"/>
            <p:nvPr/>
          </p:nvSpPr>
          <p:spPr>
            <a:xfrm>
              <a:off x="6819524" y="4753835"/>
              <a:ext cx="3476687" cy="246221"/>
            </a:xfrm>
            <a:prstGeom prst="rect">
              <a:avLst/>
            </a:prstGeom>
            <a:noFill/>
          </p:spPr>
          <p:txBody>
            <a:bodyPr wrap="square">
              <a:spAutoFit/>
            </a:bodyPr>
            <a:lstStyle>
              <a:defPPr>
                <a:defRPr lang="en-US"/>
              </a:defPPr>
              <a:lvl1pPr lvl="0">
                <a:defRPr sz="1100"/>
              </a:lvl1pPr>
            </a:lstStyle>
            <a:p>
              <a:r>
                <a:rPr lang="en-US" sz="1000" b="1" noProof="0" err="1"/>
                <a:t>Minimising</a:t>
              </a:r>
              <a:r>
                <a:rPr lang="en-US" sz="1000" b="1" noProof="0"/>
                <a:t> the sense of judgement</a:t>
              </a:r>
            </a:p>
          </p:txBody>
        </p:sp>
        <p:sp>
          <p:nvSpPr>
            <p:cNvPr id="55" name="Freeform: Shape 54">
              <a:extLst>
                <a:ext uri="{FF2B5EF4-FFF2-40B4-BE49-F238E27FC236}">
                  <a16:creationId xmlns:a16="http://schemas.microsoft.com/office/drawing/2014/main" id="{1D541F5F-A168-CFFA-FBFC-F13F6B9266C1}"/>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sp>
        <p:nvSpPr>
          <p:cNvPr id="56" name="TextBox 55">
            <a:extLst>
              <a:ext uri="{FF2B5EF4-FFF2-40B4-BE49-F238E27FC236}">
                <a16:creationId xmlns:a16="http://schemas.microsoft.com/office/drawing/2014/main" id="{51A83041-9E15-E3AC-371B-00DC364B545C}"/>
              </a:ext>
            </a:extLst>
          </p:cNvPr>
          <p:cNvSpPr txBox="1"/>
          <p:nvPr/>
        </p:nvSpPr>
        <p:spPr>
          <a:xfrm>
            <a:off x="6095999" y="5124433"/>
            <a:ext cx="5023517" cy="553998"/>
          </a:xfrm>
          <a:prstGeom prst="rect">
            <a:avLst/>
          </a:prstGeom>
          <a:noFill/>
        </p:spPr>
        <p:txBody>
          <a:bodyPr wrap="square">
            <a:spAutoFit/>
          </a:bodyPr>
          <a:lstStyle>
            <a:defPPr>
              <a:defRPr lang="en-US"/>
            </a:defPPr>
            <a:lvl1pPr lvl="0">
              <a:defRPr sz="1100"/>
            </a:lvl1pPr>
          </a:lstStyle>
          <a:p>
            <a:r>
              <a:rPr lang="en-US" sz="1000" noProof="0"/>
              <a:t>Avoid implicit judgements in the wording and </a:t>
            </a:r>
            <a:r>
              <a:rPr lang="en-US" sz="1000" b="1" noProof="0"/>
              <a:t>create a neutral response context</a:t>
            </a:r>
            <a:r>
              <a:rPr lang="en-US" sz="1000" noProof="0"/>
              <a:t>, since respondents interpret both the wording of questions and the interviewer’s </a:t>
            </a:r>
            <a:r>
              <a:rPr lang="en-US" sz="1000" noProof="0" err="1"/>
              <a:t>behaviour</a:t>
            </a:r>
            <a:r>
              <a:rPr lang="en-US" sz="1000" noProof="0"/>
              <a:t> as cues about how their answers will be evaluated.</a:t>
            </a:r>
          </a:p>
        </p:txBody>
      </p:sp>
    </p:spTree>
    <p:extLst>
      <p:ext uri="{BB962C8B-B14F-4D97-AF65-F5344CB8AC3E}">
        <p14:creationId xmlns:p14="http://schemas.microsoft.com/office/powerpoint/2010/main" val="11910684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A134D-68B0-4ABD-F2C4-0B0B1AC3431E}"/>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E62EC1A6-03DF-B5EA-A600-AAA1D2FDD98C}"/>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Instrument Development</a:t>
            </a:r>
          </a:p>
        </p:txBody>
      </p:sp>
      <p:sp>
        <p:nvSpPr>
          <p:cNvPr id="5" name="Slide Number Placeholder 5">
            <a:extLst>
              <a:ext uri="{FF2B5EF4-FFF2-40B4-BE49-F238E27FC236}">
                <a16:creationId xmlns:a16="http://schemas.microsoft.com/office/drawing/2014/main" id="{CA950715-68FA-F3BD-3475-3349D2D49110}"/>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fld id="{330EA680-D336-4FF7-8B7A-9848BB0A1C32}" type="slidenum">
              <a:rPr lang="en-GB" noProof="0" smtClean="0"/>
              <a:pPr/>
              <a:t>59</a:t>
            </a:fld>
            <a:endParaRPr lang="en-GB" noProof="0"/>
          </a:p>
        </p:txBody>
      </p:sp>
      <p:sp>
        <p:nvSpPr>
          <p:cNvPr id="8" name="Date Placeholder 3">
            <a:extLst>
              <a:ext uri="{FF2B5EF4-FFF2-40B4-BE49-F238E27FC236}">
                <a16:creationId xmlns:a16="http://schemas.microsoft.com/office/drawing/2014/main" id="{9701F322-5251-0B5D-C1BB-C7F3A218BB66}"/>
              </a:ext>
            </a:extLst>
          </p:cNvPr>
          <p:cNvSpPr txBox="1">
            <a:spLocks/>
          </p:cNvSpPr>
          <p:nvPr/>
        </p:nvSpPr>
        <p:spPr>
          <a:xfrm>
            <a:off x="10902950" y="136525"/>
            <a:ext cx="1218229" cy="365125"/>
          </a:xfrm>
          <a:prstGeom prst="rect">
            <a:avLst/>
          </a:prstGeom>
        </p:spPr>
        <p:txBody>
          <a:bodyPr/>
          <a:lstStyle>
            <a:defPPr>
              <a:defRPr lang="en-US"/>
            </a:defPPr>
            <a:lvl1pPr marL="0" algn="l" defTabSz="914400" rtl="0" eaLnBrk="1" latinLnBrk="0" hangingPunct="1">
              <a:defRPr sz="11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AB8C26-330F-4C13-A9D7-A5B1D2394DAC}" type="datetime1">
              <a:rPr lang="en-GB" noProof="0" smtClean="0"/>
              <a:pPr algn="r"/>
              <a:t>25/03/2026</a:t>
            </a:fld>
            <a:endParaRPr lang="en-GB" noProof="0"/>
          </a:p>
        </p:txBody>
      </p:sp>
      <p:sp>
        <p:nvSpPr>
          <p:cNvPr id="2" name="TextBox 1">
            <a:extLst>
              <a:ext uri="{FF2B5EF4-FFF2-40B4-BE49-F238E27FC236}">
                <a16:creationId xmlns:a16="http://schemas.microsoft.com/office/drawing/2014/main" id="{42B3E3C3-3D09-D000-8CA9-C39005A55802}"/>
              </a:ext>
            </a:extLst>
          </p:cNvPr>
          <p:cNvSpPr txBox="1"/>
          <p:nvPr/>
        </p:nvSpPr>
        <p:spPr>
          <a:xfrm>
            <a:off x="933343" y="1001680"/>
            <a:ext cx="4122787" cy="400110"/>
          </a:xfrm>
          <a:prstGeom prst="rect">
            <a:avLst/>
          </a:prstGeom>
          <a:noFill/>
        </p:spPr>
        <p:txBody>
          <a:bodyPr wrap="square">
            <a:spAutoFit/>
          </a:bodyPr>
          <a:lstStyle/>
          <a:p>
            <a:pPr lvl="0">
              <a:defRPr/>
            </a:pPr>
            <a:r>
              <a:rPr lang="en-GB" sz="2000" b="1">
                <a:highlight>
                  <a:srgbClr val="FFC000"/>
                </a:highlight>
              </a:rPr>
              <a:t>Validity</a:t>
            </a:r>
            <a:endParaRPr lang="en-GB" sz="1100" b="1" noProof="0">
              <a:highlight>
                <a:srgbClr val="FFC000"/>
              </a:highlight>
            </a:endParaRPr>
          </a:p>
        </p:txBody>
      </p:sp>
      <p:sp>
        <p:nvSpPr>
          <p:cNvPr id="9" name="TextBox 8">
            <a:extLst>
              <a:ext uri="{FF2B5EF4-FFF2-40B4-BE49-F238E27FC236}">
                <a16:creationId xmlns:a16="http://schemas.microsoft.com/office/drawing/2014/main" id="{BE5BB699-B523-FAFF-0E73-1FD37C3340C1}"/>
              </a:ext>
            </a:extLst>
          </p:cNvPr>
          <p:cNvSpPr txBox="1"/>
          <p:nvPr/>
        </p:nvSpPr>
        <p:spPr>
          <a:xfrm>
            <a:off x="6341858" y="2161568"/>
            <a:ext cx="3479637" cy="215444"/>
          </a:xfrm>
          <a:prstGeom prst="rect">
            <a:avLst/>
          </a:prstGeom>
          <a:noFill/>
        </p:spPr>
        <p:txBody>
          <a:bodyPr wrap="square" lIns="0" tIns="0" rIns="0" bIns="0">
            <a:spAutoFit/>
          </a:bodyPr>
          <a:lstStyle/>
          <a:p>
            <a:r>
              <a:rPr lang="en-US" sz="1400" b="1">
                <a:solidFill>
                  <a:srgbClr val="FF0000"/>
                </a:solidFill>
              </a:rPr>
              <a:t>Subjective Reports</a:t>
            </a:r>
            <a:endParaRPr lang="en-GB" sz="1400" b="1" noProof="0">
              <a:solidFill>
                <a:srgbClr val="FF0000"/>
              </a:solidFill>
            </a:endParaRPr>
          </a:p>
        </p:txBody>
      </p:sp>
      <p:sp>
        <p:nvSpPr>
          <p:cNvPr id="13" name="TextBox 12">
            <a:extLst>
              <a:ext uri="{FF2B5EF4-FFF2-40B4-BE49-F238E27FC236}">
                <a16:creationId xmlns:a16="http://schemas.microsoft.com/office/drawing/2014/main" id="{1E401F5A-A44A-6FF9-DA6E-156F23A94627}"/>
              </a:ext>
            </a:extLst>
          </p:cNvPr>
          <p:cNvSpPr txBox="1"/>
          <p:nvPr/>
        </p:nvSpPr>
        <p:spPr>
          <a:xfrm>
            <a:off x="6292914" y="2430444"/>
            <a:ext cx="4610036" cy="1785104"/>
          </a:xfrm>
          <a:prstGeom prst="rect">
            <a:avLst/>
          </a:prstGeom>
          <a:noFill/>
        </p:spPr>
        <p:txBody>
          <a:bodyPr wrap="square">
            <a:spAutoFit/>
          </a:bodyPr>
          <a:lstStyle>
            <a:defPPr>
              <a:defRPr lang="en-US"/>
            </a:defPPr>
            <a:lvl1pPr>
              <a:defRPr sz="1100"/>
            </a:lvl1pPr>
          </a:lstStyle>
          <a:p>
            <a:r>
              <a:rPr lang="en-US" b="1">
                <a:highlight>
                  <a:srgbClr val="FFC000"/>
                </a:highlight>
              </a:rPr>
              <a:t>The validity of subjective questions differs from that of objective questions because no external criterion exists for measuring it. </a:t>
            </a:r>
          </a:p>
          <a:p>
            <a:endParaRPr lang="en-US" b="1">
              <a:highlight>
                <a:srgbClr val="FFC000"/>
              </a:highlight>
            </a:endParaRPr>
          </a:p>
          <a:p>
            <a:r>
              <a:rPr lang="en-US"/>
              <a:t>The only way to estimate the validity of a subjective measure is through the e</a:t>
            </a:r>
            <a:r>
              <a:rPr lang="en-US" b="1">
                <a:highlight>
                  <a:srgbClr val="FFC000"/>
                </a:highlight>
              </a:rPr>
              <a:t>xpected association between responses to these questions and other characteristics of the individual</a:t>
            </a:r>
            <a:r>
              <a:rPr lang="en-US"/>
              <a:t>, or related responses.</a:t>
            </a:r>
          </a:p>
          <a:p>
            <a:endParaRPr lang="en-US"/>
          </a:p>
          <a:p>
            <a:r>
              <a:rPr lang="en-US" b="1"/>
              <a:t>This means that subjective measures are </a:t>
            </a:r>
            <a:r>
              <a:rPr lang="en-US" b="1">
                <a:solidFill>
                  <a:schemeClr val="bg1"/>
                </a:solidFill>
                <a:highlight>
                  <a:srgbClr val="00B050"/>
                </a:highlight>
              </a:rPr>
              <a:t>evaluated by patterns</a:t>
            </a:r>
            <a:r>
              <a:rPr lang="en-US" b="1"/>
              <a:t>, not by universal standards</a:t>
            </a:r>
            <a:r>
              <a:rPr lang="en-US"/>
              <a:t>. To increase the validity of these questions, it is essential that they be as reliable as possible. This includes:</a:t>
            </a:r>
          </a:p>
        </p:txBody>
      </p:sp>
      <p:grpSp>
        <p:nvGrpSpPr>
          <p:cNvPr id="65" name="Group 64">
            <a:extLst>
              <a:ext uri="{FF2B5EF4-FFF2-40B4-BE49-F238E27FC236}">
                <a16:creationId xmlns:a16="http://schemas.microsoft.com/office/drawing/2014/main" id="{2363228D-FE97-9B76-070A-84B448BEDBA2}"/>
              </a:ext>
            </a:extLst>
          </p:cNvPr>
          <p:cNvGrpSpPr/>
          <p:nvPr/>
        </p:nvGrpSpPr>
        <p:grpSpPr>
          <a:xfrm>
            <a:off x="6478711" y="4268980"/>
            <a:ext cx="3205930" cy="246221"/>
            <a:chOff x="6663071" y="4746141"/>
            <a:chExt cx="3284156" cy="246221"/>
          </a:xfrm>
        </p:grpSpPr>
        <p:sp>
          <p:nvSpPr>
            <p:cNvPr id="74" name="TextBox 73">
              <a:extLst>
                <a:ext uri="{FF2B5EF4-FFF2-40B4-BE49-F238E27FC236}">
                  <a16:creationId xmlns:a16="http://schemas.microsoft.com/office/drawing/2014/main" id="{73250DB2-F1B4-90D4-FBF3-96EC7C677C07}"/>
                </a:ext>
              </a:extLst>
            </p:cNvPr>
            <p:cNvSpPr txBox="1"/>
            <p:nvPr/>
          </p:nvSpPr>
          <p:spPr>
            <a:xfrm>
              <a:off x="6819523" y="4746141"/>
              <a:ext cx="3127704" cy="246221"/>
            </a:xfrm>
            <a:prstGeom prst="rect">
              <a:avLst/>
            </a:prstGeom>
            <a:noFill/>
          </p:spPr>
          <p:txBody>
            <a:bodyPr wrap="square">
              <a:spAutoFit/>
            </a:bodyPr>
            <a:lstStyle>
              <a:defPPr>
                <a:defRPr lang="en-US"/>
              </a:defPPr>
              <a:lvl1pPr lvl="0">
                <a:defRPr sz="1100"/>
              </a:lvl1pPr>
            </a:lstStyle>
            <a:p>
              <a:r>
                <a:rPr lang="en-US" sz="1000" noProof="0"/>
                <a:t>Eliminating ambiguities in wording</a:t>
              </a:r>
            </a:p>
          </p:txBody>
        </p:sp>
        <p:sp>
          <p:nvSpPr>
            <p:cNvPr id="75" name="Freeform: Shape 74">
              <a:extLst>
                <a:ext uri="{FF2B5EF4-FFF2-40B4-BE49-F238E27FC236}">
                  <a16:creationId xmlns:a16="http://schemas.microsoft.com/office/drawing/2014/main" id="{073F7B67-FF20-51F2-9BEB-DE66A9DAE756}"/>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grpSp>
        <p:nvGrpSpPr>
          <p:cNvPr id="76" name="Group 75">
            <a:extLst>
              <a:ext uri="{FF2B5EF4-FFF2-40B4-BE49-F238E27FC236}">
                <a16:creationId xmlns:a16="http://schemas.microsoft.com/office/drawing/2014/main" id="{6FD9278A-4AC6-A869-3A3B-2FD5753F978C}"/>
              </a:ext>
            </a:extLst>
          </p:cNvPr>
          <p:cNvGrpSpPr/>
          <p:nvPr/>
        </p:nvGrpSpPr>
        <p:grpSpPr>
          <a:xfrm>
            <a:off x="6488240" y="4587650"/>
            <a:ext cx="3205930" cy="246221"/>
            <a:chOff x="6663071" y="4746141"/>
            <a:chExt cx="3284156" cy="246221"/>
          </a:xfrm>
        </p:grpSpPr>
        <p:sp>
          <p:nvSpPr>
            <p:cNvPr id="77" name="TextBox 76">
              <a:extLst>
                <a:ext uri="{FF2B5EF4-FFF2-40B4-BE49-F238E27FC236}">
                  <a16:creationId xmlns:a16="http://schemas.microsoft.com/office/drawing/2014/main" id="{76972E74-57CA-4288-B7F8-DEFDF221965A}"/>
                </a:ext>
              </a:extLst>
            </p:cNvPr>
            <p:cNvSpPr txBox="1"/>
            <p:nvPr/>
          </p:nvSpPr>
          <p:spPr>
            <a:xfrm>
              <a:off x="6819523" y="4746141"/>
              <a:ext cx="3127704" cy="246221"/>
            </a:xfrm>
            <a:prstGeom prst="rect">
              <a:avLst/>
            </a:prstGeom>
            <a:noFill/>
          </p:spPr>
          <p:txBody>
            <a:bodyPr wrap="square">
              <a:spAutoFit/>
            </a:bodyPr>
            <a:lstStyle>
              <a:defPPr>
                <a:defRPr lang="en-US"/>
              </a:defPPr>
              <a:lvl1pPr lvl="0">
                <a:defRPr sz="1100"/>
              </a:lvl1pPr>
            </a:lstStyle>
            <a:p>
              <a:r>
                <a:rPr lang="en-US" sz="1000" noProof="0"/>
                <a:t>Standardizing their presentation</a:t>
              </a:r>
            </a:p>
          </p:txBody>
        </p:sp>
        <p:sp>
          <p:nvSpPr>
            <p:cNvPr id="78" name="Freeform: Shape 77">
              <a:extLst>
                <a:ext uri="{FF2B5EF4-FFF2-40B4-BE49-F238E27FC236}">
                  <a16:creationId xmlns:a16="http://schemas.microsoft.com/office/drawing/2014/main" id="{2D64296C-32B4-6A70-3633-A8A198B654AB}"/>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grpSp>
        <p:nvGrpSpPr>
          <p:cNvPr id="79" name="Group 78">
            <a:extLst>
              <a:ext uri="{FF2B5EF4-FFF2-40B4-BE49-F238E27FC236}">
                <a16:creationId xmlns:a16="http://schemas.microsoft.com/office/drawing/2014/main" id="{E5AFC2EA-E817-D666-F748-3B88ADBD205F}"/>
              </a:ext>
            </a:extLst>
          </p:cNvPr>
          <p:cNvGrpSpPr/>
          <p:nvPr/>
        </p:nvGrpSpPr>
        <p:grpSpPr>
          <a:xfrm>
            <a:off x="6488240" y="4872977"/>
            <a:ext cx="3205930" cy="246221"/>
            <a:chOff x="6663071" y="4746141"/>
            <a:chExt cx="3284156" cy="246221"/>
          </a:xfrm>
        </p:grpSpPr>
        <p:sp>
          <p:nvSpPr>
            <p:cNvPr id="80" name="TextBox 79">
              <a:extLst>
                <a:ext uri="{FF2B5EF4-FFF2-40B4-BE49-F238E27FC236}">
                  <a16:creationId xmlns:a16="http://schemas.microsoft.com/office/drawing/2014/main" id="{73D15CA5-E851-F21F-C05D-611876454319}"/>
                </a:ext>
              </a:extLst>
            </p:cNvPr>
            <p:cNvSpPr txBox="1"/>
            <p:nvPr/>
          </p:nvSpPr>
          <p:spPr>
            <a:xfrm>
              <a:off x="6819523" y="4746141"/>
              <a:ext cx="3127704" cy="246221"/>
            </a:xfrm>
            <a:prstGeom prst="rect">
              <a:avLst/>
            </a:prstGeom>
            <a:noFill/>
          </p:spPr>
          <p:txBody>
            <a:bodyPr wrap="square">
              <a:spAutoFit/>
            </a:bodyPr>
            <a:lstStyle>
              <a:defPPr>
                <a:defRPr lang="en-US"/>
              </a:defPPr>
              <a:lvl1pPr lvl="0">
                <a:defRPr sz="1100"/>
              </a:lvl1pPr>
            </a:lstStyle>
            <a:p>
              <a:r>
                <a:rPr lang="en-US" sz="1000" noProof="0"/>
                <a:t>Avoiding imprecise response options</a:t>
              </a:r>
            </a:p>
          </p:txBody>
        </p:sp>
        <p:sp>
          <p:nvSpPr>
            <p:cNvPr id="81" name="Freeform: Shape 80">
              <a:extLst>
                <a:ext uri="{FF2B5EF4-FFF2-40B4-BE49-F238E27FC236}">
                  <a16:creationId xmlns:a16="http://schemas.microsoft.com/office/drawing/2014/main" id="{BB76B663-3833-4D7D-C77F-435D1B94F266}"/>
                </a:ext>
              </a:extLst>
            </p:cNvPr>
            <p:cNvSpPr/>
            <p:nvPr/>
          </p:nvSpPr>
          <p:spPr>
            <a:xfrm>
              <a:off x="6663071" y="4798720"/>
              <a:ext cx="156453" cy="156453"/>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00B050"/>
            </a:solidFill>
            <a:ln w="5358" cap="flat">
              <a:noFill/>
              <a:prstDash val="solid"/>
              <a:miter/>
            </a:ln>
          </p:spPr>
          <p:txBody>
            <a:bodyPr rtlCol="0" anchor="ctr"/>
            <a:lstStyle/>
            <a:p>
              <a:endParaRPr lang="en-GB" sz="1400" noProof="0"/>
            </a:p>
          </p:txBody>
        </p:sp>
      </p:grpSp>
      <p:sp>
        <p:nvSpPr>
          <p:cNvPr id="85" name="TextBox 84">
            <a:extLst>
              <a:ext uri="{FF2B5EF4-FFF2-40B4-BE49-F238E27FC236}">
                <a16:creationId xmlns:a16="http://schemas.microsoft.com/office/drawing/2014/main" id="{07CC6156-ED75-96C2-AB3D-912884E7FC72}"/>
              </a:ext>
            </a:extLst>
          </p:cNvPr>
          <p:cNvSpPr txBox="1"/>
          <p:nvPr/>
        </p:nvSpPr>
        <p:spPr>
          <a:xfrm>
            <a:off x="1599727" y="2161568"/>
            <a:ext cx="3479637" cy="215444"/>
          </a:xfrm>
          <a:prstGeom prst="rect">
            <a:avLst/>
          </a:prstGeom>
          <a:noFill/>
        </p:spPr>
        <p:txBody>
          <a:bodyPr wrap="square" lIns="0" tIns="0" rIns="0" bIns="0">
            <a:spAutoFit/>
          </a:bodyPr>
          <a:lstStyle/>
          <a:p>
            <a:r>
              <a:rPr lang="en-US" sz="1400" b="1">
                <a:solidFill>
                  <a:srgbClr val="FF0000"/>
                </a:solidFill>
              </a:rPr>
              <a:t>Objective Reports</a:t>
            </a:r>
            <a:endParaRPr lang="en-GB" sz="1400" b="1" noProof="0">
              <a:solidFill>
                <a:srgbClr val="FF0000"/>
              </a:solidFill>
            </a:endParaRPr>
          </a:p>
        </p:txBody>
      </p:sp>
      <p:sp>
        <p:nvSpPr>
          <p:cNvPr id="86" name="TextBox 85">
            <a:extLst>
              <a:ext uri="{FF2B5EF4-FFF2-40B4-BE49-F238E27FC236}">
                <a16:creationId xmlns:a16="http://schemas.microsoft.com/office/drawing/2014/main" id="{8920C07A-2149-B556-9E31-E2EA8C6A9749}"/>
              </a:ext>
            </a:extLst>
          </p:cNvPr>
          <p:cNvSpPr txBox="1"/>
          <p:nvPr/>
        </p:nvSpPr>
        <p:spPr>
          <a:xfrm>
            <a:off x="1550783" y="2430444"/>
            <a:ext cx="4122787" cy="938719"/>
          </a:xfrm>
          <a:prstGeom prst="rect">
            <a:avLst/>
          </a:prstGeom>
          <a:noFill/>
        </p:spPr>
        <p:txBody>
          <a:bodyPr wrap="square">
            <a:spAutoFit/>
          </a:bodyPr>
          <a:lstStyle>
            <a:defPPr>
              <a:defRPr lang="en-US"/>
            </a:defPPr>
            <a:lvl1pPr>
              <a:defRPr sz="1100"/>
            </a:lvl1pPr>
          </a:lstStyle>
          <a:p>
            <a:r>
              <a:rPr lang="en-US"/>
              <a:t>When a researcher asks a respondent an objective question, </a:t>
            </a:r>
            <a:r>
              <a:rPr lang="en-US" b="1">
                <a:highlight>
                  <a:srgbClr val="FFC000"/>
                </a:highlight>
              </a:rPr>
              <a:t>the aim is for the respondent to answer with complete accuracy</a:t>
            </a:r>
            <a:r>
              <a:rPr lang="en-US"/>
              <a:t>: </a:t>
            </a:r>
            <a:r>
              <a:rPr lang="en-US" b="1" i="1"/>
              <a:t>to give the same answer the researcher would provide if the researcher had access to the necessary information to answer the question.</a:t>
            </a:r>
          </a:p>
        </p:txBody>
      </p:sp>
      <p:sp>
        <p:nvSpPr>
          <p:cNvPr id="87" name="TextBox 86">
            <a:extLst>
              <a:ext uri="{FF2B5EF4-FFF2-40B4-BE49-F238E27FC236}">
                <a16:creationId xmlns:a16="http://schemas.microsoft.com/office/drawing/2014/main" id="{44E0AB17-9CC8-F11D-9500-C955C5756718}"/>
              </a:ext>
            </a:extLst>
          </p:cNvPr>
          <p:cNvSpPr txBox="1"/>
          <p:nvPr/>
        </p:nvSpPr>
        <p:spPr>
          <a:xfrm>
            <a:off x="1550783" y="3398153"/>
            <a:ext cx="3882294" cy="600164"/>
          </a:xfrm>
          <a:prstGeom prst="rect">
            <a:avLst/>
          </a:prstGeom>
          <a:noFill/>
        </p:spPr>
        <p:txBody>
          <a:bodyPr wrap="square">
            <a:spAutoFit/>
          </a:bodyPr>
          <a:lstStyle>
            <a:defPPr>
              <a:defRPr lang="en-US"/>
            </a:defPPr>
            <a:lvl1pPr lvl="0">
              <a:defRPr sz="1100"/>
            </a:lvl1pPr>
          </a:lstStyle>
          <a:p>
            <a:r>
              <a:rPr lang="en-US" b="1"/>
              <a:t>The accuracy of responses depends on </a:t>
            </a:r>
            <a:r>
              <a:rPr lang="en-US" b="1">
                <a:highlight>
                  <a:srgbClr val="FFC000"/>
                </a:highlight>
              </a:rPr>
              <a:t>what is being asked and how it is being asked</a:t>
            </a:r>
            <a:r>
              <a:rPr lang="en-US" b="1"/>
              <a:t>. </a:t>
            </a:r>
            <a:r>
              <a:rPr lang="en-US"/>
              <a:t>There are four reasons why respondents may report events inaccurately:</a:t>
            </a:r>
            <a:endParaRPr lang="en-US" noProof="0"/>
          </a:p>
        </p:txBody>
      </p:sp>
      <p:grpSp>
        <p:nvGrpSpPr>
          <p:cNvPr id="88" name="Group 87">
            <a:extLst>
              <a:ext uri="{FF2B5EF4-FFF2-40B4-BE49-F238E27FC236}">
                <a16:creationId xmlns:a16="http://schemas.microsoft.com/office/drawing/2014/main" id="{E8BCE307-9923-3BF2-DE34-2616EA9FE5F2}"/>
              </a:ext>
            </a:extLst>
          </p:cNvPr>
          <p:cNvGrpSpPr/>
          <p:nvPr/>
        </p:nvGrpSpPr>
        <p:grpSpPr>
          <a:xfrm>
            <a:off x="1843614" y="4131598"/>
            <a:ext cx="3733069" cy="246221"/>
            <a:chOff x="6992558" y="3116778"/>
            <a:chExt cx="3733069" cy="246221"/>
          </a:xfrm>
        </p:grpSpPr>
        <p:sp>
          <p:nvSpPr>
            <p:cNvPr id="89" name="Freeform: Shape 88">
              <a:extLst>
                <a:ext uri="{FF2B5EF4-FFF2-40B4-BE49-F238E27FC236}">
                  <a16:creationId xmlns:a16="http://schemas.microsoft.com/office/drawing/2014/main" id="{B0D2C69D-5E62-E0D9-8D01-275F52D74FEC}"/>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90" name="TextBox 89">
              <a:extLst>
                <a:ext uri="{FF2B5EF4-FFF2-40B4-BE49-F238E27FC236}">
                  <a16:creationId xmlns:a16="http://schemas.microsoft.com/office/drawing/2014/main" id="{4F3343DE-E1A4-A515-393F-5AC9A8FB0D18}"/>
                </a:ext>
              </a:extLst>
            </p:cNvPr>
            <p:cNvSpPr txBox="1"/>
            <p:nvPr/>
          </p:nvSpPr>
          <p:spPr>
            <a:xfrm>
              <a:off x="7149011" y="3116778"/>
              <a:ext cx="3576616" cy="246221"/>
            </a:xfrm>
            <a:prstGeom prst="rect">
              <a:avLst/>
            </a:prstGeom>
            <a:noFill/>
          </p:spPr>
          <p:txBody>
            <a:bodyPr wrap="square">
              <a:spAutoFit/>
            </a:bodyPr>
            <a:lstStyle>
              <a:defPPr>
                <a:defRPr lang="en-US"/>
              </a:defPPr>
              <a:lvl1pPr lvl="0">
                <a:defRPr sz="1100"/>
              </a:lvl1pPr>
            </a:lstStyle>
            <a:p>
              <a:r>
                <a:rPr lang="en-US" sz="1000"/>
                <a:t>They do not understand the question.</a:t>
              </a:r>
              <a:endParaRPr lang="en-GB" sz="1000"/>
            </a:p>
          </p:txBody>
        </p:sp>
      </p:grpSp>
      <p:grpSp>
        <p:nvGrpSpPr>
          <p:cNvPr id="91" name="Group 90">
            <a:extLst>
              <a:ext uri="{FF2B5EF4-FFF2-40B4-BE49-F238E27FC236}">
                <a16:creationId xmlns:a16="http://schemas.microsoft.com/office/drawing/2014/main" id="{38C32C9F-A7FA-22E3-D2A4-533880F619E9}"/>
              </a:ext>
            </a:extLst>
          </p:cNvPr>
          <p:cNvGrpSpPr/>
          <p:nvPr/>
        </p:nvGrpSpPr>
        <p:grpSpPr>
          <a:xfrm>
            <a:off x="1843614" y="4400863"/>
            <a:ext cx="3733069" cy="246221"/>
            <a:chOff x="6992558" y="3116778"/>
            <a:chExt cx="3733069" cy="246221"/>
          </a:xfrm>
        </p:grpSpPr>
        <p:sp>
          <p:nvSpPr>
            <p:cNvPr id="92" name="Freeform: Shape 91">
              <a:extLst>
                <a:ext uri="{FF2B5EF4-FFF2-40B4-BE49-F238E27FC236}">
                  <a16:creationId xmlns:a16="http://schemas.microsoft.com/office/drawing/2014/main" id="{60366BC1-5A8A-1B15-F596-04387CD562D0}"/>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93" name="TextBox 92">
              <a:extLst>
                <a:ext uri="{FF2B5EF4-FFF2-40B4-BE49-F238E27FC236}">
                  <a16:creationId xmlns:a16="http://schemas.microsoft.com/office/drawing/2014/main" id="{138481E6-7A01-EC0C-0FA7-CC240095F6A1}"/>
                </a:ext>
              </a:extLst>
            </p:cNvPr>
            <p:cNvSpPr txBox="1"/>
            <p:nvPr/>
          </p:nvSpPr>
          <p:spPr>
            <a:xfrm>
              <a:off x="7149011" y="3116778"/>
              <a:ext cx="3576616" cy="246221"/>
            </a:xfrm>
            <a:prstGeom prst="rect">
              <a:avLst/>
            </a:prstGeom>
            <a:noFill/>
          </p:spPr>
          <p:txBody>
            <a:bodyPr wrap="square">
              <a:spAutoFit/>
            </a:bodyPr>
            <a:lstStyle>
              <a:defPPr>
                <a:defRPr lang="en-US"/>
              </a:defPPr>
              <a:lvl1pPr lvl="0">
                <a:defRPr sz="1100"/>
              </a:lvl1pPr>
            </a:lstStyle>
            <a:p>
              <a:r>
                <a:rPr lang="en-US" sz="1000"/>
                <a:t>They do not know the answer.</a:t>
              </a:r>
              <a:endParaRPr lang="en-GB" sz="1000"/>
            </a:p>
          </p:txBody>
        </p:sp>
      </p:grpSp>
      <p:grpSp>
        <p:nvGrpSpPr>
          <p:cNvPr id="94" name="Group 93">
            <a:extLst>
              <a:ext uri="{FF2B5EF4-FFF2-40B4-BE49-F238E27FC236}">
                <a16:creationId xmlns:a16="http://schemas.microsoft.com/office/drawing/2014/main" id="{676F45E4-D263-845E-7549-E33D1F5B4797}"/>
              </a:ext>
            </a:extLst>
          </p:cNvPr>
          <p:cNvGrpSpPr/>
          <p:nvPr/>
        </p:nvGrpSpPr>
        <p:grpSpPr>
          <a:xfrm>
            <a:off x="1843614" y="4655375"/>
            <a:ext cx="3733069" cy="246221"/>
            <a:chOff x="6992558" y="3116778"/>
            <a:chExt cx="3733069" cy="246221"/>
          </a:xfrm>
        </p:grpSpPr>
        <p:sp>
          <p:nvSpPr>
            <p:cNvPr id="95" name="Freeform: Shape 94">
              <a:extLst>
                <a:ext uri="{FF2B5EF4-FFF2-40B4-BE49-F238E27FC236}">
                  <a16:creationId xmlns:a16="http://schemas.microsoft.com/office/drawing/2014/main" id="{64A18C4E-AE41-A38E-039E-899E343C0717}"/>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96" name="TextBox 95">
              <a:extLst>
                <a:ext uri="{FF2B5EF4-FFF2-40B4-BE49-F238E27FC236}">
                  <a16:creationId xmlns:a16="http://schemas.microsoft.com/office/drawing/2014/main" id="{1F7E58B9-5890-3D6F-CD39-2D2349A2412F}"/>
                </a:ext>
              </a:extLst>
            </p:cNvPr>
            <p:cNvSpPr txBox="1"/>
            <p:nvPr/>
          </p:nvSpPr>
          <p:spPr>
            <a:xfrm>
              <a:off x="7149011" y="3116778"/>
              <a:ext cx="3576616" cy="246221"/>
            </a:xfrm>
            <a:prstGeom prst="rect">
              <a:avLst/>
            </a:prstGeom>
            <a:noFill/>
          </p:spPr>
          <p:txBody>
            <a:bodyPr wrap="square">
              <a:spAutoFit/>
            </a:bodyPr>
            <a:lstStyle>
              <a:defPPr>
                <a:defRPr lang="en-US"/>
              </a:defPPr>
              <a:lvl1pPr lvl="0">
                <a:defRPr sz="1100"/>
              </a:lvl1pPr>
            </a:lstStyle>
            <a:p>
              <a:r>
                <a:rPr lang="en-US" sz="1000"/>
                <a:t>They cannot remember the answer, even if they once knew it.</a:t>
              </a:r>
              <a:endParaRPr lang="en-GB" sz="1000"/>
            </a:p>
          </p:txBody>
        </p:sp>
      </p:grpSp>
      <p:grpSp>
        <p:nvGrpSpPr>
          <p:cNvPr id="97" name="Group 96">
            <a:extLst>
              <a:ext uri="{FF2B5EF4-FFF2-40B4-BE49-F238E27FC236}">
                <a16:creationId xmlns:a16="http://schemas.microsoft.com/office/drawing/2014/main" id="{E89B9171-6411-EB3E-F3EE-0B8AE59AC974}"/>
              </a:ext>
            </a:extLst>
          </p:cNvPr>
          <p:cNvGrpSpPr/>
          <p:nvPr/>
        </p:nvGrpSpPr>
        <p:grpSpPr>
          <a:xfrm>
            <a:off x="1843614" y="4932931"/>
            <a:ext cx="3733069" cy="400110"/>
            <a:chOff x="6992558" y="3116778"/>
            <a:chExt cx="3733069" cy="400110"/>
          </a:xfrm>
        </p:grpSpPr>
        <p:sp>
          <p:nvSpPr>
            <p:cNvPr id="98" name="Freeform: Shape 97">
              <a:extLst>
                <a:ext uri="{FF2B5EF4-FFF2-40B4-BE49-F238E27FC236}">
                  <a16:creationId xmlns:a16="http://schemas.microsoft.com/office/drawing/2014/main" id="{9A46C34B-2C68-E476-7CC2-9CD2DB72B915}"/>
                </a:ext>
              </a:extLst>
            </p:cNvPr>
            <p:cNvSpPr/>
            <p:nvPr/>
          </p:nvSpPr>
          <p:spPr>
            <a:xfrm>
              <a:off x="6992558" y="3139822"/>
              <a:ext cx="156453" cy="156453"/>
            </a:xfrm>
            <a:custGeom>
              <a:avLst/>
              <a:gdLst>
                <a:gd name="csX0" fmla="*/ 323166 w 646332"/>
                <a:gd name="csY0" fmla="*/ 0 h 646332"/>
                <a:gd name="csX1" fmla="*/ 646332 w 646332"/>
                <a:gd name="csY1" fmla="*/ 323166 h 646332"/>
                <a:gd name="csX2" fmla="*/ 323166 w 646332"/>
                <a:gd name="csY2" fmla="*/ 646332 h 646332"/>
                <a:gd name="csX3" fmla="*/ 0 w 646332"/>
                <a:gd name="csY3" fmla="*/ 323166 h 646332"/>
                <a:gd name="csX4" fmla="*/ 323166 w 646332"/>
                <a:gd name="csY4" fmla="*/ 0 h 646332"/>
                <a:gd name="csX5" fmla="*/ 234447 w 646332"/>
                <a:gd name="csY5" fmla="*/ 150645 h 646332"/>
                <a:gd name="csX6" fmla="*/ 148598 w 646332"/>
                <a:gd name="csY6" fmla="*/ 236494 h 646332"/>
                <a:gd name="csX7" fmla="*/ 239794 w 646332"/>
                <a:gd name="csY7" fmla="*/ 327691 h 646332"/>
                <a:gd name="csX8" fmla="*/ 148598 w 646332"/>
                <a:gd name="csY8" fmla="*/ 418887 h 646332"/>
                <a:gd name="csX9" fmla="*/ 234447 w 646332"/>
                <a:gd name="csY9" fmla="*/ 504736 h 646332"/>
                <a:gd name="csX10" fmla="*/ 325644 w 646332"/>
                <a:gd name="csY10" fmla="*/ 413540 h 646332"/>
                <a:gd name="csX11" fmla="*/ 416840 w 646332"/>
                <a:gd name="csY11" fmla="*/ 504736 h 646332"/>
                <a:gd name="csX12" fmla="*/ 502689 w 646332"/>
                <a:gd name="csY12" fmla="*/ 418887 h 646332"/>
                <a:gd name="csX13" fmla="*/ 411493 w 646332"/>
                <a:gd name="csY13" fmla="*/ 327691 h 646332"/>
                <a:gd name="csX14" fmla="*/ 502689 w 646332"/>
                <a:gd name="csY14" fmla="*/ 236494 h 646332"/>
                <a:gd name="csX15" fmla="*/ 416840 w 646332"/>
                <a:gd name="csY15" fmla="*/ 150645 h 646332"/>
                <a:gd name="csX16" fmla="*/ 325644 w 646332"/>
                <a:gd name="csY16" fmla="*/ 241841 h 646332"/>
                <a:gd name="csX17" fmla="*/ 234447 w 646332"/>
                <a:gd name="csY17" fmla="*/ 150645 h 646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6332" h="646332">
                  <a:moveTo>
                    <a:pt x="323166" y="0"/>
                  </a:moveTo>
                  <a:cubicBezTo>
                    <a:pt x="501646" y="0"/>
                    <a:pt x="646332" y="144686"/>
                    <a:pt x="646332" y="323166"/>
                  </a:cubicBezTo>
                  <a:cubicBezTo>
                    <a:pt x="646332" y="501646"/>
                    <a:pt x="501646" y="646332"/>
                    <a:pt x="323166" y="646332"/>
                  </a:cubicBezTo>
                  <a:cubicBezTo>
                    <a:pt x="144686" y="646332"/>
                    <a:pt x="0" y="501646"/>
                    <a:pt x="0" y="323166"/>
                  </a:cubicBezTo>
                  <a:cubicBezTo>
                    <a:pt x="0" y="144686"/>
                    <a:pt x="144686" y="0"/>
                    <a:pt x="323166" y="0"/>
                  </a:cubicBezTo>
                  <a:close/>
                  <a:moveTo>
                    <a:pt x="234447" y="150645"/>
                  </a:moveTo>
                  <a:lnTo>
                    <a:pt x="148598" y="236494"/>
                  </a:lnTo>
                  <a:lnTo>
                    <a:pt x="239794" y="327691"/>
                  </a:lnTo>
                  <a:lnTo>
                    <a:pt x="148598" y="418887"/>
                  </a:lnTo>
                  <a:lnTo>
                    <a:pt x="234447" y="504736"/>
                  </a:lnTo>
                  <a:lnTo>
                    <a:pt x="325644" y="413540"/>
                  </a:lnTo>
                  <a:lnTo>
                    <a:pt x="416840" y="504736"/>
                  </a:lnTo>
                  <a:lnTo>
                    <a:pt x="502689" y="418887"/>
                  </a:lnTo>
                  <a:lnTo>
                    <a:pt x="411493" y="327691"/>
                  </a:lnTo>
                  <a:lnTo>
                    <a:pt x="502689" y="236494"/>
                  </a:lnTo>
                  <a:lnTo>
                    <a:pt x="416840" y="150645"/>
                  </a:lnTo>
                  <a:lnTo>
                    <a:pt x="325644" y="241841"/>
                  </a:lnTo>
                  <a:lnTo>
                    <a:pt x="234447" y="150645"/>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99" name="TextBox 98">
              <a:extLst>
                <a:ext uri="{FF2B5EF4-FFF2-40B4-BE49-F238E27FC236}">
                  <a16:creationId xmlns:a16="http://schemas.microsoft.com/office/drawing/2014/main" id="{BA4F83CB-B6E2-94F2-5302-0AFA3C632493}"/>
                </a:ext>
              </a:extLst>
            </p:cNvPr>
            <p:cNvSpPr txBox="1"/>
            <p:nvPr/>
          </p:nvSpPr>
          <p:spPr>
            <a:xfrm>
              <a:off x="7149011" y="3116778"/>
              <a:ext cx="3576616" cy="400110"/>
            </a:xfrm>
            <a:prstGeom prst="rect">
              <a:avLst/>
            </a:prstGeom>
            <a:noFill/>
          </p:spPr>
          <p:txBody>
            <a:bodyPr wrap="square">
              <a:spAutoFit/>
            </a:bodyPr>
            <a:lstStyle>
              <a:defPPr>
                <a:defRPr lang="en-US"/>
              </a:defPPr>
              <a:lvl1pPr lvl="0">
                <a:defRPr sz="1100"/>
              </a:lvl1pPr>
            </a:lstStyle>
            <a:p>
              <a:r>
                <a:rPr lang="en-US" sz="1000"/>
                <a:t>They do not want to provide the answer in the context of the interview.</a:t>
              </a:r>
              <a:endParaRPr lang="en-GB" sz="1000"/>
            </a:p>
          </p:txBody>
        </p:sp>
      </p:grpSp>
      <p:cxnSp>
        <p:nvCxnSpPr>
          <p:cNvPr id="100" name="Straight Connector 99">
            <a:extLst>
              <a:ext uri="{FF2B5EF4-FFF2-40B4-BE49-F238E27FC236}">
                <a16:creationId xmlns:a16="http://schemas.microsoft.com/office/drawing/2014/main" id="{567CC4B9-B578-68FF-B45C-28F4C34C2857}"/>
              </a:ext>
            </a:extLst>
          </p:cNvPr>
          <p:cNvCxnSpPr>
            <a:cxnSpLocks/>
          </p:cNvCxnSpPr>
          <p:nvPr/>
        </p:nvCxnSpPr>
        <p:spPr>
          <a:xfrm>
            <a:off x="5927456" y="2235240"/>
            <a:ext cx="0" cy="3281640"/>
          </a:xfrm>
          <a:prstGeom prst="line">
            <a:avLst/>
          </a:prstGeom>
          <a:ln>
            <a:solidFill>
              <a:schemeClr val="bg1">
                <a:lumMod val="9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280037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C081EC76-7D2A-EAAE-69B5-F947EFA12170}"/>
            </a:ext>
          </a:extLst>
        </p:cNvPr>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EFE4A6-CD1B-8E81-776B-9CFF3AEA8CAF}"/>
              </a:ext>
            </a:extLst>
          </p:cNvPr>
          <p:cNvSpPr/>
          <p:nvPr/>
        </p:nvSpPr>
        <p:spPr>
          <a:xfrm>
            <a:off x="282990" y="6356349"/>
            <a:ext cx="4334729" cy="36512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 name="Slide Number Placeholder 5">
            <a:extLst>
              <a:ext uri="{FF2B5EF4-FFF2-40B4-BE49-F238E27FC236}">
                <a16:creationId xmlns:a16="http://schemas.microsoft.com/office/drawing/2014/main" id="{3430F238-3B1F-98D0-A57A-E3E0F867B6B4}"/>
              </a:ext>
            </a:extLst>
          </p:cNvPr>
          <p:cNvSpPr>
            <a:spLocks noGrp="1"/>
          </p:cNvSpPr>
          <p:nvPr>
            <p:ph type="sldNum" sz="quarter" idx="12"/>
          </p:nvPr>
        </p:nvSpPr>
        <p:spPr>
          <a:xfrm>
            <a:off x="9163049" y="6348790"/>
            <a:ext cx="2958129" cy="365125"/>
          </a:xfrm>
        </p:spPr>
        <p:txBody>
          <a:bodyPr vert="horz" lIns="91440" tIns="45720" rIns="91440" bIns="45720" rtlCol="0" anchor="ctr"/>
          <a:lstStyle>
            <a:lvl1pPr algn="r">
              <a:defRPr kumimoji="0" lang="en-US" sz="1100" b="0" i="0" u="none" strike="noStrike" cap="none" spc="0" normalizeH="0" baseline="0" smtClean="0">
                <a:ln>
                  <a:noFill/>
                </a:ln>
                <a:solidFill>
                  <a:prstClr val="white">
                    <a:lumMod val="85000"/>
                  </a:prstClr>
                </a:solidFill>
                <a:effectLst/>
                <a:uLnTx/>
                <a:uFillTx/>
                <a:latin typeface="Aptos" panose="020B0004020202020204"/>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Date Placeholder 3">
            <a:extLst>
              <a:ext uri="{FF2B5EF4-FFF2-40B4-BE49-F238E27FC236}">
                <a16:creationId xmlns:a16="http://schemas.microsoft.com/office/drawing/2014/main" id="{52473986-1518-3467-BD6E-3D236850AFF5}"/>
              </a:ext>
            </a:extLst>
          </p:cNvPr>
          <p:cNvSpPr>
            <a:spLocks noGrp="1"/>
          </p:cNvSpPr>
          <p:nvPr>
            <p:ph type="dt" sz="half" idx="10"/>
          </p:nvPr>
        </p:nvSpPr>
        <p:spPr>
          <a:xfrm>
            <a:off x="10902950" y="136525"/>
            <a:ext cx="1218229" cy="365125"/>
          </a:xfrm>
          <a:prstGeom prst="rect">
            <a:avLst/>
          </a:prstGeom>
        </p:spPr>
        <p:txBody>
          <a:bodyPr/>
          <a:lstStyle>
            <a:lvl1pPr>
              <a:defRPr sz="1100">
                <a:solidFill>
                  <a:schemeClr val="bg1">
                    <a:lumMod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1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25/03/2026</a:t>
            </a:fld>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 name="Título 1">
            <a:extLst>
              <a:ext uri="{FF2B5EF4-FFF2-40B4-BE49-F238E27FC236}">
                <a16:creationId xmlns:a16="http://schemas.microsoft.com/office/drawing/2014/main" id="{3C14D2ED-19D6-FB2F-1744-C3EC00405425}"/>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chemeClr val="bg1"/>
                </a:solidFill>
                <a:effectLst/>
                <a:uLnTx/>
                <a:uFillTx/>
                <a:latin typeface="Aptos SemiBold" panose="020F0502020204030204" pitchFamily="34" charset="0"/>
                <a:ea typeface="+mj-ea"/>
                <a:cs typeface="+mj-cs"/>
              </a:rPr>
              <a:t>Instrument Development</a:t>
            </a:r>
          </a:p>
        </p:txBody>
      </p:sp>
      <p:sp>
        <p:nvSpPr>
          <p:cNvPr id="6" name="TextBox 5">
            <a:extLst>
              <a:ext uri="{FF2B5EF4-FFF2-40B4-BE49-F238E27FC236}">
                <a16:creationId xmlns:a16="http://schemas.microsoft.com/office/drawing/2014/main" id="{9D79B9BB-4DFD-0757-C4EE-AFC6FCC1576C}"/>
              </a:ext>
            </a:extLst>
          </p:cNvPr>
          <p:cNvSpPr txBox="1"/>
          <p:nvPr/>
        </p:nvSpPr>
        <p:spPr>
          <a:xfrm>
            <a:off x="933343" y="1001680"/>
            <a:ext cx="4122787" cy="400110"/>
          </a:xfrm>
          <a:prstGeom prst="rect">
            <a:avLst/>
          </a:prstGeom>
          <a:noFill/>
        </p:spPr>
        <p:txBody>
          <a:bodyPr wrap="square">
            <a:spAutoFit/>
          </a:bodyPr>
          <a:lstStyle/>
          <a:p>
            <a:pPr lvl="0">
              <a:defRPr/>
            </a:pPr>
            <a:r>
              <a:rPr lang="en-GB" sz="2000" b="1">
                <a:highlight>
                  <a:srgbClr val="FFC000"/>
                </a:highlight>
              </a:rPr>
              <a:t>Validity</a:t>
            </a:r>
            <a:endParaRPr lang="en-GB" sz="1100" b="1" noProof="0">
              <a:highlight>
                <a:srgbClr val="FFC000"/>
              </a:highlight>
            </a:endParaRPr>
          </a:p>
        </p:txBody>
      </p:sp>
      <p:sp>
        <p:nvSpPr>
          <p:cNvPr id="7" name="TextBox 6">
            <a:extLst>
              <a:ext uri="{FF2B5EF4-FFF2-40B4-BE49-F238E27FC236}">
                <a16:creationId xmlns:a16="http://schemas.microsoft.com/office/drawing/2014/main" id="{9A349DBD-41D6-D814-5377-CD55B736A880}"/>
              </a:ext>
            </a:extLst>
          </p:cNvPr>
          <p:cNvSpPr txBox="1"/>
          <p:nvPr/>
        </p:nvSpPr>
        <p:spPr>
          <a:xfrm>
            <a:off x="933343" y="2170202"/>
            <a:ext cx="10365293" cy="3170099"/>
          </a:xfrm>
          <a:prstGeom prst="rect">
            <a:avLst/>
          </a:prstGeom>
          <a:noFill/>
        </p:spPr>
        <p:txBody>
          <a:bodyPr wrap="square">
            <a:spAutoFit/>
          </a:bodyPr>
          <a:lstStyle/>
          <a:p>
            <a:pPr marL="342900" indent="-342900">
              <a:spcBef>
                <a:spcPts val="600"/>
              </a:spcBef>
              <a:buFont typeface="+mj-lt"/>
              <a:buAutoNum type="arabicPeriod"/>
            </a:pPr>
            <a:r>
              <a:rPr lang="en-US" b="1" noProof="0">
                <a:solidFill>
                  <a:srgbClr val="FFFF00"/>
                </a:solidFill>
              </a:rPr>
              <a:t>Defining the construct: </a:t>
            </a:r>
            <a:r>
              <a:rPr lang="en-US" noProof="0">
                <a:solidFill>
                  <a:schemeClr val="bg1"/>
                </a:solidFill>
              </a:rPr>
              <a:t>having a clear definition of what you want to measure.</a:t>
            </a:r>
          </a:p>
          <a:p>
            <a:pPr marL="342900" indent="-342900">
              <a:spcBef>
                <a:spcPts val="600"/>
              </a:spcBef>
              <a:buFont typeface="+mj-lt"/>
              <a:buAutoNum type="arabicPeriod"/>
            </a:pPr>
            <a:r>
              <a:rPr lang="en-US" b="1" noProof="0">
                <a:solidFill>
                  <a:srgbClr val="FFFF00"/>
                </a:solidFill>
              </a:rPr>
              <a:t>Developing theory‑based questions: </a:t>
            </a:r>
            <a:r>
              <a:rPr lang="en-US" noProof="0">
                <a:solidFill>
                  <a:schemeClr val="bg1"/>
                </a:solidFill>
              </a:rPr>
              <a:t>formulating questions that align with the theoretical </a:t>
            </a:r>
            <a:r>
              <a:rPr lang="en-US">
                <a:solidFill>
                  <a:schemeClr val="bg1"/>
                </a:solidFill>
              </a:rPr>
              <a:t>construct and reviewing the literature to ensure that all of its dimensions are covered.</a:t>
            </a:r>
          </a:p>
          <a:p>
            <a:pPr marL="342900" indent="-342900">
              <a:spcBef>
                <a:spcPts val="600"/>
              </a:spcBef>
              <a:buFont typeface="+mj-lt"/>
              <a:buAutoNum type="arabicPeriod"/>
            </a:pPr>
            <a:r>
              <a:rPr lang="en-US" b="1" noProof="0">
                <a:solidFill>
                  <a:srgbClr val="FFFF00"/>
                </a:solidFill>
              </a:rPr>
              <a:t>Involving experts: </a:t>
            </a:r>
            <a:r>
              <a:rPr lang="en-US" noProof="0">
                <a:solidFill>
                  <a:schemeClr val="bg1"/>
                </a:solidFill>
              </a:rPr>
              <a:t>to validate the content, invite experts to review the instrument.</a:t>
            </a:r>
          </a:p>
          <a:p>
            <a:pPr marL="342900" indent="-342900">
              <a:spcBef>
                <a:spcPts val="600"/>
              </a:spcBef>
              <a:buFont typeface="+mj-lt"/>
              <a:buAutoNum type="arabicPeriod"/>
            </a:pPr>
            <a:r>
              <a:rPr lang="en-US" b="1" noProof="0">
                <a:solidFill>
                  <a:srgbClr val="FFFF00"/>
                </a:solidFill>
              </a:rPr>
              <a:t>Collecting pilot data: </a:t>
            </a:r>
            <a:r>
              <a:rPr lang="en-US" noProof="0">
                <a:solidFill>
                  <a:schemeClr val="bg1"/>
                </a:solidFill>
              </a:rPr>
              <a:t>Conduct a pilot study with a small sample to test the instrument and run statistical analyses.</a:t>
            </a:r>
          </a:p>
          <a:p>
            <a:pPr marL="342900" indent="-342900">
              <a:spcBef>
                <a:spcPts val="600"/>
              </a:spcBef>
              <a:buFont typeface="+mj-lt"/>
              <a:buAutoNum type="arabicPeriod"/>
            </a:pPr>
            <a:r>
              <a:rPr lang="en-GB" b="1" noProof="0">
                <a:solidFill>
                  <a:srgbClr val="FFFF00"/>
                </a:solidFill>
              </a:rPr>
              <a:t>Applying </a:t>
            </a:r>
            <a:r>
              <a:rPr lang="en-GB" b="1">
                <a:solidFill>
                  <a:srgbClr val="FFFF00"/>
                </a:solidFill>
              </a:rPr>
              <a:t>statistical analyses: </a:t>
            </a:r>
          </a:p>
          <a:p>
            <a:pPr marL="800100" lvl="1" indent="-342900">
              <a:buFont typeface="Arial" panose="020B0604020202020204" pitchFamily="34" charset="0"/>
              <a:buChar char="•"/>
            </a:pPr>
            <a:r>
              <a:rPr lang="en-GB" noProof="0">
                <a:solidFill>
                  <a:schemeClr val="bg1"/>
                </a:solidFill>
              </a:rPr>
              <a:t>For construct validity, use factorial analyses.</a:t>
            </a:r>
          </a:p>
          <a:p>
            <a:pPr marL="800100" lvl="1" indent="-342900">
              <a:buFont typeface="Arial" panose="020B0604020202020204" pitchFamily="34" charset="0"/>
              <a:buChar char="•"/>
            </a:pPr>
            <a:r>
              <a:rPr lang="en-GB" noProof="0">
                <a:solidFill>
                  <a:schemeClr val="bg1"/>
                </a:solidFill>
              </a:rPr>
              <a:t>For criterion validity, use correlations with other instruments.</a:t>
            </a:r>
          </a:p>
          <a:p>
            <a:pPr marL="800100" lvl="1" indent="-342900">
              <a:buFont typeface="Arial" panose="020B0604020202020204" pitchFamily="34" charset="0"/>
              <a:buChar char="•"/>
            </a:pPr>
            <a:r>
              <a:rPr lang="en-GB" noProof="0">
                <a:solidFill>
                  <a:schemeClr val="bg1"/>
                </a:solidFill>
              </a:rPr>
              <a:t>For nomological validity, test theoretical relationships with other constructs.</a:t>
            </a:r>
          </a:p>
        </p:txBody>
      </p:sp>
    </p:spTree>
    <p:extLst>
      <p:ext uri="{BB962C8B-B14F-4D97-AF65-F5344CB8AC3E}">
        <p14:creationId xmlns:p14="http://schemas.microsoft.com/office/powerpoint/2010/main" val="35554888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23" name="TextBox 22">
            <a:extLst>
              <a:ext uri="{FF2B5EF4-FFF2-40B4-BE49-F238E27FC236}">
                <a16:creationId xmlns:a16="http://schemas.microsoft.com/office/drawing/2014/main" id="{7309AFDA-0ED4-1383-9759-B87D5648C3B0}"/>
              </a:ext>
            </a:extLst>
          </p:cNvPr>
          <p:cNvSpPr txBox="1"/>
          <p:nvPr/>
        </p:nvSpPr>
        <p:spPr>
          <a:xfrm>
            <a:off x="962445" y="2502870"/>
            <a:ext cx="4098505" cy="769441"/>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Hipótesis</a:t>
            </a:r>
            <a:endParaRPr kumimoji="0" lang="en-GB" sz="1100" b="1" i="0" u="none" strike="noStrike" kern="1200" cap="none" spc="0" normalizeH="0" baseline="0" noProof="0">
              <a:ln>
                <a:noFill/>
              </a:ln>
              <a:solidFill>
                <a:srgbClr val="DF102C"/>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Para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poder</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contrastar</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hipótesis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nula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respecto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especificación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alternativa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necesitamos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seleccionar</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estadística</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(o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estadístico</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y un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crítico</a:t>
            </a: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54591982-F5AD-DB9F-9F89-470ABB30708F}"/>
              </a:ext>
            </a:extLst>
          </p:cNvPr>
          <p:cNvSpPr txBox="1"/>
          <p:nvPr/>
        </p:nvSpPr>
        <p:spPr>
          <a:xfrm>
            <a:off x="962445" y="3425849"/>
            <a:ext cx="3717505" cy="769441"/>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La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elección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del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estadístico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y del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crítico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se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basa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conveniencia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y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en</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el</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deseo</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de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maximizar</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la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potencia</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asociada</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al error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tipo</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II) dado un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nivel</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de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significación</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asociada</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al error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tipo</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I) para la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prueba</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a:t>
            </a:r>
          </a:p>
        </p:txBody>
      </p:sp>
      <p:grpSp>
        <p:nvGrpSpPr>
          <p:cNvPr id="7" name="Group 6">
            <a:extLst>
              <a:ext uri="{FF2B5EF4-FFF2-40B4-BE49-F238E27FC236}">
                <a16:creationId xmlns:a16="http://schemas.microsoft.com/office/drawing/2014/main" id="{DF314437-E0B6-131E-88D8-F8AD863A37A0}"/>
              </a:ext>
            </a:extLst>
          </p:cNvPr>
          <p:cNvGrpSpPr/>
          <p:nvPr/>
        </p:nvGrpSpPr>
        <p:grpSpPr>
          <a:xfrm>
            <a:off x="891589" y="977005"/>
            <a:ext cx="2333526" cy="646331"/>
            <a:chOff x="1217680" y="3449509"/>
            <a:chExt cx="2333526" cy="646331"/>
          </a:xfrm>
        </p:grpSpPr>
        <p:sp>
          <p:nvSpPr>
            <p:cNvPr id="11" name="TextBox 10">
              <a:extLst>
                <a:ext uri="{FF2B5EF4-FFF2-40B4-BE49-F238E27FC236}">
                  <a16:creationId xmlns:a16="http://schemas.microsoft.com/office/drawing/2014/main" id="{975DE16E-DF4D-BC2D-5B08-D8A528509411}"/>
                </a:ext>
              </a:extLst>
            </p:cNvPr>
            <p:cNvSpPr txBox="1"/>
            <p:nvPr/>
          </p:nvSpPr>
          <p:spPr>
            <a:xfrm>
              <a:off x="1811354" y="3555926"/>
              <a:ext cx="1739852" cy="507639"/>
            </a:xfrm>
            <a:prstGeom prst="rect">
              <a:avLst/>
            </a:prstGeom>
            <a:noFill/>
          </p:spPr>
          <p:txBody>
            <a:bodyPr wrap="square">
              <a:spAutoFit/>
            </a:bodyPr>
            <a:lstStyle/>
            <a:p>
              <a:pPr>
                <a:lnSpc>
                  <a:spcPts val="1600"/>
                </a:lnSpc>
              </a:pPr>
              <a:r>
                <a:rPr lang="en-GB" sz="1600" b="1" noProof="0" err="1"/>
                <a:t>Diseño</a:t>
              </a:r>
              <a:r>
                <a:rPr lang="en-GB" sz="1600" b="1" noProof="0"/>
                <a:t> de </a:t>
              </a:r>
              <a:r>
                <a:rPr lang="en-GB" sz="1600" b="1" noProof="0" err="1"/>
                <a:t>encuestas</a:t>
              </a:r>
              <a:endParaRPr lang="en-GB" sz="1600" b="1" noProof="0">
                <a:solidFill>
                  <a:schemeClr val="accent5"/>
                </a:solidFill>
                <a:latin typeface="Corbel" panose="020B0503020204020204" pitchFamily="34" charset="0"/>
              </a:endParaRPr>
            </a:p>
          </p:txBody>
        </p:sp>
        <p:sp>
          <p:nvSpPr>
            <p:cNvPr id="14" name="TextBox 13">
              <a:extLst>
                <a:ext uri="{FF2B5EF4-FFF2-40B4-BE49-F238E27FC236}">
                  <a16:creationId xmlns:a16="http://schemas.microsoft.com/office/drawing/2014/main" id="{4317F3E3-D182-C884-5F9D-AB405EB72C2E}"/>
                </a:ext>
              </a:extLst>
            </p:cNvPr>
            <p:cNvSpPr txBox="1"/>
            <p:nvPr/>
          </p:nvSpPr>
          <p:spPr>
            <a:xfrm>
              <a:off x="1217680" y="3449509"/>
              <a:ext cx="593674" cy="646331"/>
            </a:xfrm>
            <a:prstGeom prst="rect">
              <a:avLst/>
            </a:prstGeom>
            <a:noFill/>
          </p:spPr>
          <p:txBody>
            <a:bodyPr wrap="square">
              <a:spAutoFit/>
            </a:bodyPr>
            <a:lstStyle/>
            <a:p>
              <a:r>
                <a:rPr lang="en-GB" sz="3600" noProof="0">
                  <a:solidFill>
                    <a:srgbClr val="FF0000"/>
                  </a:solidFill>
                  <a:latin typeface="Aptos Black" panose="020B0004020202020204" pitchFamily="34" charset="0"/>
                </a:rPr>
                <a:t>1.</a:t>
              </a:r>
              <a:endParaRPr lang="en-GB" sz="3600" b="1" noProof="0">
                <a:solidFill>
                  <a:srgbClr val="FF0000"/>
                </a:solidFill>
                <a:latin typeface="Aptos Black" panose="020B0004020202020204" pitchFamily="34" charset="0"/>
              </a:endParaRPr>
            </a:p>
          </p:txBody>
        </p:sp>
      </p:grpSp>
      <p:sp>
        <p:nvSpPr>
          <p:cNvPr id="15" name="TextBox 14">
            <a:extLst>
              <a:ext uri="{FF2B5EF4-FFF2-40B4-BE49-F238E27FC236}">
                <a16:creationId xmlns:a16="http://schemas.microsoft.com/office/drawing/2014/main" id="{51F610D0-2230-CBB9-922B-12CEEA3D5F60}"/>
              </a:ext>
            </a:extLst>
          </p:cNvPr>
          <p:cNvSpPr txBox="1"/>
          <p:nvPr/>
        </p:nvSpPr>
        <p:spPr>
          <a:xfrm>
            <a:off x="962445" y="1625291"/>
            <a:ext cx="4905790" cy="276999"/>
          </a:xfrm>
          <a:prstGeom prst="rect">
            <a:avLst/>
          </a:prstGeom>
          <a:noFill/>
        </p:spPr>
        <p:txBody>
          <a:bodyPr wrap="square">
            <a:spAutoFit/>
          </a:bodyPr>
          <a:lstStyle/>
          <a:p>
            <a:r>
              <a:rPr lang="en-GB" sz="1200" b="1" noProof="0">
                <a:solidFill>
                  <a:srgbClr val="FF0000"/>
                </a:solidFill>
              </a:rPr>
              <a:t>La </a:t>
            </a:r>
            <a:r>
              <a:rPr lang="en-GB" sz="1200" b="1" noProof="0" err="1">
                <a:solidFill>
                  <a:srgbClr val="FF0000"/>
                </a:solidFill>
              </a:rPr>
              <a:t>muestra</a:t>
            </a:r>
            <a:r>
              <a:rPr lang="en-GB" sz="1200" b="1" noProof="0">
                <a:solidFill>
                  <a:srgbClr val="FF0000"/>
                </a:solidFill>
              </a:rPr>
              <a:t> y la población</a:t>
            </a:r>
            <a:endParaRPr lang="en-GB" sz="1100" b="1" noProof="0">
              <a:solidFill>
                <a:srgbClr val="FF0000"/>
              </a:solidFill>
            </a:endParaRPr>
          </a:p>
        </p:txBody>
      </p:sp>
      <p:sp>
        <p:nvSpPr>
          <p:cNvPr id="16" name="TextBox 15">
            <a:extLst>
              <a:ext uri="{FF2B5EF4-FFF2-40B4-BE49-F238E27FC236}">
                <a16:creationId xmlns:a16="http://schemas.microsoft.com/office/drawing/2014/main" id="{92989DB4-4686-2A21-C6DA-11EDA6AC318F}"/>
              </a:ext>
            </a:extLst>
          </p:cNvPr>
          <p:cNvSpPr txBox="1"/>
          <p:nvPr/>
        </p:nvSpPr>
        <p:spPr>
          <a:xfrm>
            <a:off x="962446" y="1881572"/>
            <a:ext cx="3132183" cy="261610"/>
          </a:xfrm>
          <a:prstGeom prst="rect">
            <a:avLst/>
          </a:prstGeom>
          <a:noFill/>
        </p:spPr>
        <p:txBody>
          <a:bodyPr wrap="square">
            <a:spAutoFit/>
          </a:bodyPr>
          <a:lstStyle/>
          <a:p>
            <a:pPr lvl="0">
              <a:defRPr/>
            </a:pPr>
            <a:r>
              <a:rPr lang="en-GB" sz="1100" b="1" noProof="0" err="1">
                <a:solidFill>
                  <a:prstClr val="black"/>
                </a:solidFill>
              </a:rPr>
              <a:t>Determinación</a:t>
            </a:r>
            <a:r>
              <a:rPr lang="en-GB" sz="1100" b="1" noProof="0">
                <a:solidFill>
                  <a:prstClr val="black"/>
                </a:solidFill>
              </a:rPr>
              <a:t> del </a:t>
            </a:r>
            <a:r>
              <a:rPr lang="en-GB" sz="1100" b="1" noProof="0" err="1">
                <a:solidFill>
                  <a:prstClr val="black"/>
                </a:solidFill>
              </a:rPr>
              <a:t>tamaño</a:t>
            </a:r>
            <a:r>
              <a:rPr lang="en-GB" sz="1100" b="1" noProof="0">
                <a:solidFill>
                  <a:prstClr val="black"/>
                </a:solidFill>
              </a:rPr>
              <a:t> de </a:t>
            </a:r>
            <a:r>
              <a:rPr lang="en-GB" sz="1100" b="1" noProof="0" err="1">
                <a:solidFill>
                  <a:prstClr val="black"/>
                </a:solidFill>
              </a:rPr>
              <a:t>muestra</a:t>
            </a:r>
            <a:endParaRPr lang="en-GB" sz="1100" b="1" noProof="0">
              <a:solidFill>
                <a:prstClr val="black"/>
              </a:solidFill>
            </a:endParaRPr>
          </a:p>
        </p:txBody>
      </p:sp>
      <p:sp>
        <p:nvSpPr>
          <p:cNvPr id="17" name="TextBox 16">
            <a:extLst>
              <a:ext uri="{FF2B5EF4-FFF2-40B4-BE49-F238E27FC236}">
                <a16:creationId xmlns:a16="http://schemas.microsoft.com/office/drawing/2014/main" id="{E3013E7C-520B-E284-B335-79FE2C66D95B}"/>
              </a:ext>
            </a:extLst>
          </p:cNvPr>
          <p:cNvSpPr txBox="1"/>
          <p:nvPr/>
        </p:nvSpPr>
        <p:spPr>
          <a:xfrm>
            <a:off x="5263735" y="2695795"/>
            <a:ext cx="5961810" cy="430887"/>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prstClr val="black"/>
                </a:solidFill>
                <a:effectLst/>
                <a:uLnTx/>
                <a:uFillTx/>
                <a:latin typeface="Aptos" panose="020B0004020202020204"/>
                <a:ea typeface="+mn-ea"/>
                <a:cs typeface="+mn-cs"/>
              </a:rPr>
              <a:t>T</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También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definido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como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estadístico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función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muestra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aleatoria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Cuando se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calcula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estadístico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para un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resultado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especifico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este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se define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como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1" u="none" strike="noStrike" kern="1200" cap="none" spc="0" normalizeH="0" baseline="0" noProof="0">
                <a:ln>
                  <a:noFill/>
                </a:ln>
                <a:solidFill>
                  <a:prstClr val="black"/>
                </a:solidFill>
                <a:effectLst/>
                <a:uLnTx/>
                <a:uFillTx/>
                <a:latin typeface="Aptos" panose="020B0004020202020204"/>
                <a:ea typeface="+mn-ea"/>
                <a:cs typeface="+mn-cs"/>
              </a:rPr>
              <a:t>t.</a:t>
            </a:r>
            <a:endParaRPr kumimoji="0" lang="en-GB" sz="1100" b="1" i="1" u="none" strike="noStrike" kern="1200" cap="none" spc="0" normalizeH="0" baseline="0" noProof="0">
              <a:ln>
                <a:noFill/>
              </a:ln>
              <a:solidFill>
                <a:srgbClr val="9F2A63"/>
              </a:solidFill>
              <a:effectLst/>
              <a:uLnTx/>
              <a:uFillTx/>
              <a:latin typeface="Aptos" panose="020B0004020202020204"/>
              <a:ea typeface="+mn-ea"/>
              <a:cs typeface="+mn-cs"/>
            </a:endParaRPr>
          </a:p>
        </p:txBody>
      </p:sp>
      <p:sp>
        <p:nvSpPr>
          <p:cNvPr id="18" name="TextBox 17">
            <a:extLst>
              <a:ext uri="{FF2B5EF4-FFF2-40B4-BE49-F238E27FC236}">
                <a16:creationId xmlns:a16="http://schemas.microsoft.com/office/drawing/2014/main" id="{A05E931E-63F2-7AE4-50D3-9E071DD22606}"/>
              </a:ext>
            </a:extLst>
          </p:cNvPr>
          <p:cNvSpPr txBox="1"/>
          <p:nvPr/>
        </p:nvSpPr>
        <p:spPr>
          <a:xfrm>
            <a:off x="5263735" y="2451046"/>
            <a:ext cx="1454980" cy="304507"/>
          </a:xfrm>
          <a:prstGeom prst="rect">
            <a:avLst/>
          </a:prstGeom>
          <a:noFill/>
        </p:spPr>
        <p:txBody>
          <a:bodyPr wrap="square">
            <a:spAutoFit/>
          </a:bodyPr>
          <a:lstStyle>
            <a:defPPr>
              <a:defRPr lang="en-US"/>
            </a:defPPr>
            <a:lvl1pPr>
              <a:defRPr b="1">
                <a:solidFill>
                  <a:schemeClr val="accent2"/>
                </a:solidFill>
              </a:defRPr>
            </a:lvl1p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Prueba</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estadística</a:t>
            </a:r>
            <a:endParaRPr kumimoji="0" lang="en-GB" sz="1100" b="0" i="0" u="none" strike="noStrike" kern="1200" cap="none" spc="0" normalizeH="0" baseline="0" noProof="0">
              <a:ln>
                <a:noFill/>
              </a:ln>
              <a:solidFill>
                <a:srgbClr val="DF102C"/>
              </a:solidFill>
              <a:effectLst/>
              <a:uLnTx/>
              <a:uFillTx/>
              <a:latin typeface="Aptos" panose="020B0004020202020204"/>
              <a:ea typeface="+mn-ea"/>
              <a:cs typeface="+mn-cs"/>
            </a:endParaRPr>
          </a:p>
        </p:txBody>
      </p:sp>
      <p:sp>
        <p:nvSpPr>
          <p:cNvPr id="21" name="TextBox 20">
            <a:extLst>
              <a:ext uri="{FF2B5EF4-FFF2-40B4-BE49-F238E27FC236}">
                <a16:creationId xmlns:a16="http://schemas.microsoft.com/office/drawing/2014/main" id="{633048E9-BF5F-0F03-5DAB-F91B063740E2}"/>
              </a:ext>
            </a:extLst>
          </p:cNvPr>
          <p:cNvSpPr txBox="1"/>
          <p:nvPr/>
        </p:nvSpPr>
        <p:spPr>
          <a:xfrm>
            <a:off x="5263735" y="3098213"/>
            <a:ext cx="1247354" cy="304507"/>
          </a:xfrm>
          <a:prstGeom prst="rect">
            <a:avLst/>
          </a:prstGeom>
          <a:noFill/>
        </p:spPr>
        <p:txBody>
          <a:bodyPr wrap="square">
            <a:spAutoFit/>
          </a:bodyPr>
          <a:lstStyle>
            <a:defPPr>
              <a:defRPr lang="en-US"/>
            </a:defPPr>
            <a:lvl1pPr>
              <a:defRPr b="1">
                <a:solidFill>
                  <a:schemeClr val="accent2"/>
                </a:solidFill>
              </a:defRPr>
            </a:lvl1p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Valor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crítico</a:t>
            </a:r>
            <a:endParaRPr kumimoji="0" lang="en-GB" sz="1100" b="0" i="0" u="none" strike="noStrike" kern="1200" cap="none" spc="0" normalizeH="0" baseline="0" noProof="0">
              <a:ln>
                <a:noFill/>
              </a:ln>
              <a:solidFill>
                <a:srgbClr val="DF102C"/>
              </a:solidFill>
              <a:effectLst/>
              <a:uLnTx/>
              <a:uFillTx/>
              <a:latin typeface="Aptos" panose="020B0004020202020204"/>
              <a:ea typeface="+mn-ea"/>
              <a:cs typeface="+mn-cs"/>
            </a:endParaRPr>
          </a:p>
        </p:txBody>
      </p:sp>
      <p:sp>
        <p:nvSpPr>
          <p:cNvPr id="22" name="TextBox 21">
            <a:extLst>
              <a:ext uri="{FF2B5EF4-FFF2-40B4-BE49-F238E27FC236}">
                <a16:creationId xmlns:a16="http://schemas.microsoft.com/office/drawing/2014/main" id="{C442BC36-967F-2CF9-0B6B-C2AEA7BC6754}"/>
              </a:ext>
            </a:extLst>
          </p:cNvPr>
          <p:cNvSpPr txBox="1"/>
          <p:nvPr/>
        </p:nvSpPr>
        <p:spPr>
          <a:xfrm>
            <a:off x="5263735" y="3371431"/>
            <a:ext cx="6086055" cy="769441"/>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prstClr val="black"/>
                </a:solidFill>
                <a:effectLst/>
                <a:uLnTx/>
                <a:uFillTx/>
                <a:latin typeface="Aptos" panose="020B0004020202020204"/>
                <a:ea typeface="+mn-ea"/>
                <a:cs typeface="+mn-cs"/>
              </a:rPr>
              <a:t>C</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Dado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identificamos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un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estadístico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posible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definir</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las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reglas</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rechazo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determinan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si</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H0 </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se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rechaza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favor</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H1.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Todas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las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reglas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rechazo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a:ln>
                  <a:noFill/>
                </a:ln>
                <a:effectLst/>
                <a:uLnTx/>
                <a:uFillTx/>
                <a:latin typeface="Aptos" panose="020B0004020202020204"/>
                <a:ea typeface="+mn-ea"/>
                <a:cs typeface="+mn-cs"/>
              </a:rPr>
              <a:t>se </a:t>
            </a:r>
            <a:r>
              <a:rPr kumimoji="0" lang="en-GB" sz="1100" b="1" i="0" u="none" strike="noStrike" kern="1200" cap="none" spc="0" normalizeH="0" baseline="0" noProof="0" err="1">
                <a:ln>
                  <a:noFill/>
                </a:ln>
                <a:effectLst/>
                <a:uLnTx/>
                <a:uFillTx/>
                <a:latin typeface="Aptos" panose="020B0004020202020204"/>
                <a:ea typeface="+mn-ea"/>
                <a:cs typeface="+mn-cs"/>
              </a:rPr>
              <a:t>basan</a:t>
            </a:r>
            <a:r>
              <a:rPr kumimoji="0" lang="en-GB" sz="1100" b="1" i="0" u="none" strike="noStrike" kern="1200" cap="none" spc="0" normalizeH="0" baseline="0" noProof="0">
                <a:ln>
                  <a:noFill/>
                </a:ln>
                <a:effectLst/>
                <a:uLnTx/>
                <a:uFillTx/>
                <a:latin typeface="Aptos" panose="020B0004020202020204"/>
                <a:ea typeface="+mn-ea"/>
                <a:cs typeface="+mn-cs"/>
              </a:rPr>
              <a:t> </a:t>
            </a:r>
            <a:r>
              <a:rPr kumimoji="0" lang="en-GB" sz="1100" b="1" i="0" u="none" strike="noStrike" kern="1200" cap="none" spc="0" normalizeH="0" baseline="0" noProof="0" err="1">
                <a:ln>
                  <a:noFill/>
                </a:ln>
                <a:effectLst/>
                <a:uLnTx/>
                <a:uFillTx/>
                <a:latin typeface="Aptos" panose="020B0004020202020204"/>
                <a:ea typeface="+mn-ea"/>
                <a:cs typeface="+mn-cs"/>
              </a:rPr>
              <a:t>en</a:t>
            </a:r>
            <a:r>
              <a:rPr kumimoji="0" lang="en-GB" sz="1100" b="1" i="0" u="none" strike="noStrike" kern="1200" cap="none" spc="0" normalizeH="0" baseline="0" noProof="0">
                <a:ln>
                  <a:noFill/>
                </a:ln>
                <a:effectLst/>
                <a:uLnTx/>
                <a:uFillTx/>
                <a:latin typeface="Aptos" panose="020B0004020202020204"/>
                <a:ea typeface="+mn-ea"/>
                <a:cs typeface="+mn-cs"/>
              </a:rPr>
              <a:t> la </a:t>
            </a:r>
            <a:r>
              <a:rPr kumimoji="0" lang="en-GB" sz="1100" b="1" i="0" u="none" strike="noStrike" kern="1200" cap="none" spc="0" normalizeH="0" baseline="0" noProof="0" err="1">
                <a:ln>
                  <a:noFill/>
                </a:ln>
                <a:effectLst/>
                <a:uLnTx/>
                <a:uFillTx/>
                <a:latin typeface="Aptos" panose="020B0004020202020204"/>
                <a:ea typeface="+mn-ea"/>
                <a:cs typeface="+mn-cs"/>
              </a:rPr>
              <a:t>comparación</a:t>
            </a:r>
            <a:r>
              <a:rPr kumimoji="0" lang="en-GB" sz="1100" b="1" i="0" u="none" strike="noStrike" kern="1200" cap="none" spc="0" normalizeH="0" baseline="0" noProof="0">
                <a:ln>
                  <a:noFill/>
                </a:ln>
                <a:effectLst/>
                <a:uLnTx/>
                <a:uFillTx/>
                <a:latin typeface="Aptos" panose="020B0004020202020204"/>
                <a:ea typeface="+mn-ea"/>
                <a:cs typeface="+mn-cs"/>
              </a:rPr>
              <a:t> del </a:t>
            </a:r>
            <a:r>
              <a:rPr kumimoji="0" lang="en-GB" sz="1100" b="1" i="0" u="none" strike="noStrike" kern="1200" cap="none" spc="0" normalizeH="0" baseline="0" noProof="0" err="1">
                <a:ln>
                  <a:noFill/>
                </a:ln>
                <a:effectLst/>
                <a:uLnTx/>
                <a:uFillTx/>
                <a:latin typeface="Aptos" panose="020B0004020202020204"/>
                <a:ea typeface="+mn-ea"/>
                <a:cs typeface="+mn-cs"/>
              </a:rPr>
              <a:t>valor</a:t>
            </a:r>
            <a:r>
              <a:rPr kumimoji="0" lang="en-GB" sz="1100" b="1" i="0" u="none" strike="noStrike" kern="1200" cap="none" spc="0" normalizeH="0" baseline="0" noProof="0">
                <a:ln>
                  <a:noFill/>
                </a:ln>
                <a:effectLst/>
                <a:uLnTx/>
                <a:uFillTx/>
                <a:latin typeface="Aptos" panose="020B0004020202020204"/>
                <a:ea typeface="+mn-ea"/>
                <a:cs typeface="+mn-cs"/>
              </a:rPr>
              <a:t> de un </a:t>
            </a:r>
            <a:r>
              <a:rPr kumimoji="0" lang="en-GB" sz="1100" b="1" i="0" u="none" strike="noStrike" kern="1200" cap="none" spc="0" normalizeH="0" baseline="0" noProof="0" err="1">
                <a:ln>
                  <a:noFill/>
                </a:ln>
                <a:effectLst/>
                <a:uLnTx/>
                <a:uFillTx/>
                <a:latin typeface="Aptos" panose="020B0004020202020204"/>
                <a:ea typeface="+mn-ea"/>
                <a:cs typeface="+mn-cs"/>
              </a:rPr>
              <a:t>estadístico</a:t>
            </a:r>
            <a:r>
              <a:rPr kumimoji="0" lang="en-GB" sz="1100" b="1" i="0" u="none" strike="noStrike" kern="1200" cap="none" spc="0" normalizeH="0" baseline="0" noProof="0">
                <a:ln>
                  <a:noFill/>
                </a:ln>
                <a:effectLst/>
                <a:uLnTx/>
                <a:uFillTx/>
                <a:latin typeface="Aptos" panose="020B0004020202020204"/>
                <a:ea typeface="+mn-ea"/>
                <a:cs typeface="+mn-cs"/>
              </a:rPr>
              <a:t> de </a:t>
            </a:r>
            <a:r>
              <a:rPr kumimoji="0" lang="en-GB" sz="1100" b="1" i="0" u="none" strike="noStrike" kern="1200" cap="none" spc="0" normalizeH="0" baseline="0" noProof="0" err="1">
                <a:ln>
                  <a:noFill/>
                </a:ln>
                <a:effectLst/>
                <a:uLnTx/>
                <a:uFillTx/>
                <a:latin typeface="Aptos" panose="020B0004020202020204"/>
                <a:ea typeface="+mn-ea"/>
                <a:cs typeface="+mn-cs"/>
              </a:rPr>
              <a:t>prueba</a:t>
            </a:r>
            <a:r>
              <a:rPr kumimoji="0" lang="en-GB" sz="1100" b="1" i="0" u="none" strike="noStrike" kern="1200" cap="none" spc="0" normalizeH="0" baseline="0" noProof="0">
                <a:ln>
                  <a:noFill/>
                </a:ln>
                <a:effectLst/>
                <a:uLnTx/>
                <a:uFillTx/>
                <a:latin typeface="Aptos" panose="020B0004020202020204"/>
                <a:ea typeface="+mn-ea"/>
                <a:cs typeface="+mn-cs"/>
              </a:rPr>
              <a:t>, </a:t>
            </a:r>
            <a:r>
              <a:rPr kumimoji="0" lang="en-GB" sz="1100" b="1" i="1" u="none" strike="noStrike" kern="1200" cap="none" spc="0" normalizeH="0" baseline="0" noProof="0">
                <a:ln>
                  <a:noFill/>
                </a:ln>
                <a:effectLst/>
                <a:uLnTx/>
                <a:uFillTx/>
                <a:latin typeface="Aptos" panose="020B0004020202020204"/>
                <a:ea typeface="+mn-ea"/>
                <a:cs typeface="+mn-cs"/>
              </a:rPr>
              <a:t>t</a:t>
            </a:r>
            <a:r>
              <a:rPr kumimoji="0" lang="en-GB" sz="1100" b="1" i="0" u="none" strike="noStrike" kern="1200" cap="none" spc="0" normalizeH="0" baseline="0" noProof="0">
                <a:ln>
                  <a:noFill/>
                </a:ln>
                <a:effectLst/>
                <a:uLnTx/>
                <a:uFillTx/>
                <a:latin typeface="Aptos" panose="020B0004020202020204"/>
                <a:ea typeface="+mn-ea"/>
                <a:cs typeface="+mn-cs"/>
              </a:rPr>
              <a:t>, con un </a:t>
            </a:r>
            <a:r>
              <a:rPr kumimoji="0" lang="en-GB" sz="1100" b="1" i="0" u="none" strike="noStrike" kern="1200" cap="none" spc="0" normalizeH="0" baseline="0" noProof="0" err="1">
                <a:ln>
                  <a:noFill/>
                </a:ln>
                <a:effectLst/>
                <a:uLnTx/>
                <a:uFillTx/>
                <a:latin typeface="Aptos" panose="020B0004020202020204"/>
                <a:ea typeface="+mn-ea"/>
                <a:cs typeface="+mn-cs"/>
              </a:rPr>
              <a:t>valor</a:t>
            </a:r>
            <a:r>
              <a:rPr kumimoji="0" lang="en-GB" sz="1100" b="1" i="0" u="none" strike="noStrike" kern="1200" cap="none" spc="0" normalizeH="0" baseline="0" noProof="0">
                <a:ln>
                  <a:noFill/>
                </a:ln>
                <a:effectLst/>
                <a:uLnTx/>
                <a:uFillTx/>
                <a:latin typeface="Aptos" panose="020B0004020202020204"/>
                <a:ea typeface="+mn-ea"/>
                <a:cs typeface="+mn-cs"/>
              </a:rPr>
              <a:t> </a:t>
            </a:r>
            <a:r>
              <a:rPr kumimoji="0" lang="en-GB" sz="1100" b="1" i="0" u="none" strike="noStrike" kern="1200" cap="none" spc="0" normalizeH="0" baseline="0" noProof="0" err="1">
                <a:ln>
                  <a:noFill/>
                </a:ln>
                <a:effectLst/>
                <a:uLnTx/>
                <a:uFillTx/>
                <a:latin typeface="Aptos" panose="020B0004020202020204"/>
                <a:ea typeface="+mn-ea"/>
                <a:cs typeface="+mn-cs"/>
              </a:rPr>
              <a:t>crítico</a:t>
            </a:r>
            <a:r>
              <a:rPr kumimoji="0" lang="en-GB" sz="1100" b="1" i="0" u="none" strike="noStrike" kern="1200" cap="none" spc="0" normalizeH="0" baseline="0" noProof="0">
                <a:ln>
                  <a:noFill/>
                </a:ln>
                <a:effectLst/>
                <a:uLnTx/>
                <a:uFillTx/>
                <a:latin typeface="Aptos" panose="020B0004020202020204"/>
                <a:ea typeface="+mn-ea"/>
                <a:cs typeface="+mn-cs"/>
              </a:rPr>
              <a:t>, </a:t>
            </a:r>
            <a:r>
              <a:rPr kumimoji="0" lang="en-GB" sz="1100" b="1" i="1" u="none" strike="noStrike" kern="1200" cap="none" spc="0" normalizeH="0" baseline="0" noProof="0">
                <a:ln>
                  <a:noFill/>
                </a:ln>
                <a:effectLst/>
                <a:uLnTx/>
                <a:uFillTx/>
                <a:latin typeface="Aptos" panose="020B0004020202020204"/>
                <a:ea typeface="+mn-ea"/>
                <a:cs typeface="+mn-cs"/>
              </a:rPr>
              <a:t>c.</a:t>
            </a:r>
            <a:r>
              <a:rPr kumimoji="0" lang="en-GB" sz="1100" b="1" i="1" u="none" strike="noStrike" kern="1200" cap="none" spc="0" normalizeH="0" noProof="0">
                <a:ln>
                  <a:noFill/>
                </a:ln>
                <a:effectLst/>
                <a:uLnTx/>
                <a:uFillTx/>
                <a:latin typeface="Aptos" panose="020B0004020202020204"/>
                <a:ea typeface="+mn-ea"/>
                <a:cs typeface="+mn-cs"/>
              </a:rPr>
              <a:t> </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Los </a:t>
            </a:r>
            <a:r>
              <a:rPr kumimoji="0" lang="en-GB" sz="1100" b="0" i="0" u="none" strike="noStrike" kern="1200" cap="none" spc="0" normalizeH="0" baseline="0" noProof="0" err="1">
                <a:ln>
                  <a:noFill/>
                </a:ln>
                <a:solidFill>
                  <a:srgbClr val="DF102C"/>
                </a:solidFill>
                <a:effectLst/>
                <a:uLnTx/>
                <a:uFillTx/>
                <a:latin typeface="Aptos" panose="020B0004020202020204"/>
                <a:ea typeface="+mn-ea"/>
                <a:cs typeface="+mn-cs"/>
              </a:rPr>
              <a:t>valores</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 de </a:t>
            </a:r>
            <a:r>
              <a:rPr kumimoji="0" lang="en-GB" sz="1100" b="0" i="1" u="none" strike="noStrike" kern="1200" cap="none" spc="0" normalizeH="0" baseline="0" noProof="0">
                <a:ln>
                  <a:noFill/>
                </a:ln>
                <a:solidFill>
                  <a:srgbClr val="DF102C"/>
                </a:solidFill>
                <a:effectLst/>
                <a:uLnTx/>
                <a:uFillTx/>
                <a:latin typeface="Aptos" panose="020B0004020202020204"/>
                <a:ea typeface="+mn-ea"/>
                <a:cs typeface="+mn-cs"/>
              </a:rPr>
              <a:t>t </a:t>
            </a:r>
            <a:r>
              <a:rPr kumimoji="0" lang="en-GB" sz="1100" b="0" i="0" u="none" strike="noStrike" kern="1200" cap="none" spc="0" normalizeH="0" baseline="0" noProof="0" err="1">
                <a:ln>
                  <a:noFill/>
                </a:ln>
                <a:solidFill>
                  <a:srgbClr val="DF102C"/>
                </a:solidFill>
                <a:effectLst/>
                <a:uLnTx/>
                <a:uFillTx/>
                <a:latin typeface="Aptos" panose="020B0004020202020204"/>
                <a:ea typeface="+mn-ea"/>
                <a:cs typeface="+mn-cs"/>
              </a:rPr>
              <a:t>que</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srgbClr val="DF102C"/>
                </a:solidFill>
                <a:effectLst/>
                <a:uLnTx/>
                <a:uFillTx/>
                <a:latin typeface="Aptos" panose="020B0004020202020204"/>
                <a:ea typeface="+mn-ea"/>
                <a:cs typeface="+mn-cs"/>
              </a:rPr>
              <a:t>resultan</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srgbClr val="DF102C"/>
                </a:solidFill>
                <a:effectLst/>
                <a:uLnTx/>
                <a:uFillTx/>
                <a:latin typeface="Aptos" panose="020B0004020202020204"/>
                <a:ea typeface="+mn-ea"/>
                <a:cs typeface="+mn-cs"/>
              </a:rPr>
              <a:t>en</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srgbClr val="DF102C"/>
                </a:solidFill>
                <a:effectLst/>
                <a:uLnTx/>
                <a:uFillTx/>
                <a:latin typeface="Aptos" panose="020B0004020202020204"/>
                <a:ea typeface="+mn-ea"/>
                <a:cs typeface="+mn-cs"/>
              </a:rPr>
              <a:t>el</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srgbClr val="DF102C"/>
                </a:solidFill>
                <a:effectLst/>
                <a:uLnTx/>
                <a:uFillTx/>
                <a:latin typeface="Aptos" panose="020B0004020202020204"/>
                <a:ea typeface="+mn-ea"/>
                <a:cs typeface="+mn-cs"/>
              </a:rPr>
              <a:t>rechazo</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 de la </a:t>
            </a:r>
            <a:r>
              <a:rPr kumimoji="0" lang="en-GB" sz="1100" b="0" i="0" u="none" strike="noStrike" kern="1200" cap="none" spc="0" normalizeH="0" baseline="0" noProof="0" err="1">
                <a:ln>
                  <a:noFill/>
                </a:ln>
                <a:solidFill>
                  <a:srgbClr val="DF102C"/>
                </a:solidFill>
                <a:effectLst/>
                <a:uLnTx/>
                <a:uFillTx/>
                <a:latin typeface="Aptos" panose="020B0004020202020204"/>
                <a:ea typeface="+mn-ea"/>
                <a:cs typeface="+mn-cs"/>
              </a:rPr>
              <a:t>hipótesis</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srgbClr val="DF102C"/>
                </a:solidFill>
                <a:effectLst/>
                <a:uLnTx/>
                <a:uFillTx/>
                <a:latin typeface="Aptos" panose="020B0004020202020204"/>
                <a:ea typeface="+mn-ea"/>
                <a:cs typeface="+mn-cs"/>
              </a:rPr>
              <a:t>nula</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 se </a:t>
            </a:r>
            <a:r>
              <a:rPr kumimoji="0" lang="en-GB" sz="1100" b="0" i="0" u="none" strike="noStrike" kern="1200" cap="none" spc="0" normalizeH="0" baseline="0" noProof="0" err="1">
                <a:ln>
                  <a:noFill/>
                </a:ln>
                <a:solidFill>
                  <a:srgbClr val="DF102C"/>
                </a:solidFill>
                <a:effectLst/>
                <a:uLnTx/>
                <a:uFillTx/>
                <a:latin typeface="Aptos" panose="020B0004020202020204"/>
                <a:ea typeface="+mn-ea"/>
                <a:cs typeface="+mn-cs"/>
              </a:rPr>
              <a:t>conocen</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srgbClr val="DF102C"/>
                </a:solidFill>
                <a:effectLst/>
                <a:uLnTx/>
                <a:uFillTx/>
                <a:latin typeface="Aptos" panose="020B0004020202020204"/>
                <a:ea typeface="+mn-ea"/>
                <a:cs typeface="+mn-cs"/>
              </a:rPr>
              <a:t>como</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la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región</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de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rechazo</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a:t>
            </a:r>
            <a:endParaRPr kumimoji="0" lang="en-GB" sz="1100" b="0" i="1" u="none" strike="noStrike" kern="1200" cap="none" spc="0" normalizeH="0" baseline="0" noProof="0">
              <a:ln>
                <a:noFill/>
              </a:ln>
              <a:solidFill>
                <a:srgbClr val="DF102C"/>
              </a:solidFill>
              <a:effectLst/>
              <a:uLnTx/>
              <a:uFillTx/>
              <a:latin typeface="Aptos" panose="020B0004020202020204"/>
              <a:ea typeface="+mn-ea"/>
              <a:cs typeface="+mn-cs"/>
            </a:endParaRPr>
          </a:p>
        </p:txBody>
      </p:sp>
      <p:sp>
        <p:nvSpPr>
          <p:cNvPr id="24" name="TextBox 23">
            <a:extLst>
              <a:ext uri="{FF2B5EF4-FFF2-40B4-BE49-F238E27FC236}">
                <a16:creationId xmlns:a16="http://schemas.microsoft.com/office/drawing/2014/main" id="{0D3C0039-B3DB-AB7F-0EF2-20AFF4CCFE2D}"/>
              </a:ext>
            </a:extLst>
          </p:cNvPr>
          <p:cNvSpPr txBox="1"/>
          <p:nvPr/>
        </p:nvSpPr>
        <p:spPr>
          <a:xfrm>
            <a:off x="954068" y="2125837"/>
            <a:ext cx="5037157" cy="253916"/>
          </a:xfrm>
          <a:prstGeom prst="rect">
            <a:avLst/>
          </a:prstGeom>
          <a:noFill/>
        </p:spPr>
        <p:txBody>
          <a:bodyPr wrap="square">
            <a:spAutoFit/>
          </a:bodyPr>
          <a:lstStyle/>
          <a:p>
            <a:pPr>
              <a:spcBef>
                <a:spcPts val="600"/>
              </a:spcBef>
              <a:spcAft>
                <a:spcPts val="600"/>
              </a:spcAft>
            </a:pPr>
            <a:r>
              <a:rPr lang="en-GB" sz="1050" noProof="0">
                <a:solidFill>
                  <a:srgbClr val="FF0000"/>
                </a:solidFill>
              </a:rPr>
              <a:t>¿</a:t>
            </a:r>
            <a:r>
              <a:rPr lang="en-GB" sz="1050" noProof="0" err="1">
                <a:solidFill>
                  <a:srgbClr val="FF0000"/>
                </a:solidFill>
              </a:rPr>
              <a:t>Qué</a:t>
            </a:r>
            <a:r>
              <a:rPr lang="en-GB" sz="1050" noProof="0">
                <a:solidFill>
                  <a:srgbClr val="FF0000"/>
                </a:solidFill>
              </a:rPr>
              <a:t> </a:t>
            </a:r>
            <a:r>
              <a:rPr lang="en-GB" sz="1050" b="1" noProof="0" err="1">
                <a:solidFill>
                  <a:srgbClr val="FF0000"/>
                </a:solidFill>
              </a:rPr>
              <a:t>pruebas</a:t>
            </a:r>
            <a:r>
              <a:rPr lang="en-GB" sz="1050" noProof="0">
                <a:solidFill>
                  <a:srgbClr val="FF0000"/>
                </a:solidFill>
              </a:rPr>
              <a:t> </a:t>
            </a:r>
            <a:r>
              <a:rPr lang="en-GB" sz="1050" b="1" noProof="0" err="1">
                <a:solidFill>
                  <a:srgbClr val="FF0000"/>
                </a:solidFill>
              </a:rPr>
              <a:t>estadísticas</a:t>
            </a:r>
            <a:r>
              <a:rPr lang="en-GB" sz="1050" b="1" noProof="0">
                <a:solidFill>
                  <a:srgbClr val="FF0000"/>
                </a:solidFill>
              </a:rPr>
              <a:t> </a:t>
            </a:r>
            <a:r>
              <a:rPr lang="en-GB" sz="1050" noProof="0">
                <a:solidFill>
                  <a:srgbClr val="FF0000"/>
                </a:solidFill>
              </a:rPr>
              <a:t>se </a:t>
            </a:r>
            <a:r>
              <a:rPr lang="en-GB" sz="1050" noProof="0" err="1">
                <a:solidFill>
                  <a:srgbClr val="FF0000"/>
                </a:solidFill>
              </a:rPr>
              <a:t>deben</a:t>
            </a:r>
            <a:r>
              <a:rPr lang="en-GB" sz="1050" noProof="0">
                <a:solidFill>
                  <a:srgbClr val="FF0000"/>
                </a:solidFill>
              </a:rPr>
              <a:t> </a:t>
            </a:r>
            <a:r>
              <a:rPr lang="en-GB" sz="1050" noProof="0" err="1">
                <a:solidFill>
                  <a:srgbClr val="FF0000"/>
                </a:solidFill>
              </a:rPr>
              <a:t>utilizar</a:t>
            </a:r>
            <a:r>
              <a:rPr lang="en-GB" sz="1050" noProof="0">
                <a:solidFill>
                  <a:srgbClr val="FF0000"/>
                </a:solidFill>
              </a:rPr>
              <a:t>?</a:t>
            </a:r>
          </a:p>
        </p:txBody>
      </p:sp>
      <p:sp>
        <p:nvSpPr>
          <p:cNvPr id="25" name="Rectangle: Rounded Corners 24">
            <a:extLst>
              <a:ext uri="{FF2B5EF4-FFF2-40B4-BE49-F238E27FC236}">
                <a16:creationId xmlns:a16="http://schemas.microsoft.com/office/drawing/2014/main" id="{C17ADFE7-7F6A-FB03-4A83-2F8DD39DBA9A}"/>
              </a:ext>
            </a:extLst>
          </p:cNvPr>
          <p:cNvSpPr/>
          <p:nvPr/>
        </p:nvSpPr>
        <p:spPr>
          <a:xfrm>
            <a:off x="5388575" y="5120480"/>
            <a:ext cx="4670197" cy="790435"/>
          </a:xfrm>
          <a:prstGeom prst="roundRect">
            <a:avLst/>
          </a:prstGeom>
          <a:solidFill>
            <a:schemeClr val="accent2">
              <a:lumMod val="20000"/>
              <a:lumOff val="80000"/>
            </a:schemeClr>
          </a:solidFill>
          <a:ln>
            <a:noFill/>
          </a:ln>
          <a:effectLst>
            <a:outerShdw blurRad="50800" dist="38100" dir="5400000" algn="t"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srgbClr val="65156E">
                  <a:lumMod val="50000"/>
                </a:srgbClr>
              </a:solidFill>
              <a:effectLst/>
              <a:uLnTx/>
              <a:uFillTx/>
              <a:latin typeface="Aptos" panose="020B0004020202020204"/>
              <a:ea typeface="+mn-ea"/>
              <a:cs typeface="+mn-cs"/>
            </a:endParaRPr>
          </a:p>
        </p:txBody>
      </p:sp>
      <p:sp>
        <p:nvSpPr>
          <p:cNvPr id="26" name="Oval 25">
            <a:extLst>
              <a:ext uri="{FF2B5EF4-FFF2-40B4-BE49-F238E27FC236}">
                <a16:creationId xmlns:a16="http://schemas.microsoft.com/office/drawing/2014/main" id="{DF4DF695-8C92-4645-7E34-7D6757C53545}"/>
              </a:ext>
            </a:extLst>
          </p:cNvPr>
          <p:cNvSpPr/>
          <p:nvPr/>
        </p:nvSpPr>
        <p:spPr>
          <a:xfrm>
            <a:off x="1053321" y="4475727"/>
            <a:ext cx="453397" cy="4517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solidFill>
                <a:effectLst/>
                <a:uLnTx/>
                <a:uFillTx/>
                <a:latin typeface="Aptos Black" panose="020B0004020202020204" pitchFamily="34" charset="0"/>
                <a:ea typeface="+mn-ea"/>
                <a:cs typeface="+mn-cs"/>
              </a:rPr>
              <a:t>a</a:t>
            </a:r>
          </a:p>
        </p:txBody>
      </p:sp>
      <p:sp>
        <p:nvSpPr>
          <p:cNvPr id="27" name="TextBox 26">
            <a:extLst>
              <a:ext uri="{FF2B5EF4-FFF2-40B4-BE49-F238E27FC236}">
                <a16:creationId xmlns:a16="http://schemas.microsoft.com/office/drawing/2014/main" id="{8264589E-09BF-5F22-288F-97D2D8AF0AF9}"/>
              </a:ext>
            </a:extLst>
          </p:cNvPr>
          <p:cNvSpPr txBox="1"/>
          <p:nvPr/>
        </p:nvSpPr>
        <p:spPr>
          <a:xfrm>
            <a:off x="1506716" y="4450128"/>
            <a:ext cx="2219324" cy="425758"/>
          </a:xfrm>
          <a:prstGeom prst="rect">
            <a:avLst/>
          </a:prstGeom>
          <a:noFill/>
        </p:spPr>
        <p:txBody>
          <a:bodyPr wrap="square">
            <a:spAutoFit/>
          </a:bodyPr>
          <a:lstStyle>
            <a:defPPr>
              <a:defRPr lang="en-US"/>
            </a:defPPr>
            <a:lvl1pPr>
              <a:defRPr b="1">
                <a:solidFill>
                  <a:schemeClr val="accent2"/>
                </a:solidFill>
              </a:defRPr>
            </a:lvl1pPr>
          </a:lstStyle>
          <a:p>
            <a:pPr marL="0" marR="0" lvl="0" indent="0" algn="l" defTabSz="914400" rtl="0" eaLnBrk="1" fontAlgn="auto" latinLnBrk="0" hangingPunct="1">
              <a:lnSpc>
                <a:spcPts val="1300"/>
              </a:lnSpc>
              <a:spcBef>
                <a:spcPts val="0"/>
              </a:spcBef>
              <a:spcAft>
                <a:spcPts val="0"/>
              </a:spcAft>
              <a:buClrTx/>
              <a:buSzTx/>
              <a:buFontTx/>
              <a:buNone/>
              <a:tabLst/>
              <a:defRPr/>
            </a:pPr>
            <a:r>
              <a:rPr kumimoji="0" lang="en-GB" sz="1100" i="0" u="none" strike="noStrike" kern="1200" cap="none" spc="0" normalizeH="0" baseline="0" noProof="0" err="1">
                <a:ln>
                  <a:noFill/>
                </a:ln>
                <a:solidFill>
                  <a:prstClr val="black"/>
                </a:solidFill>
                <a:effectLst/>
                <a:uLnTx/>
                <a:uFillTx/>
                <a:latin typeface="Aptos" panose="020B0004020202020204"/>
                <a:ea typeface="+mn-ea"/>
                <a:cs typeface="+mn-cs"/>
              </a:rPr>
              <a:t>Definición</a:t>
            </a:r>
            <a:r>
              <a:rPr kumimoji="0" lang="en-GB" sz="1100" i="0" u="none" strike="noStrike" kern="1200" cap="none" spc="0" normalizeH="0" baseline="0" noProof="0">
                <a:ln>
                  <a:noFill/>
                </a:ln>
                <a:solidFill>
                  <a:prstClr val="black"/>
                </a:solidFill>
                <a:effectLst/>
                <a:uLnTx/>
                <a:uFillTx/>
                <a:latin typeface="Aptos" panose="020B0004020202020204"/>
                <a:ea typeface="+mn-ea"/>
                <a:cs typeface="+mn-cs"/>
              </a:rPr>
              <a:t> del </a:t>
            </a:r>
            <a:r>
              <a:rPr kumimoji="0" lang="en-GB" sz="1100"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10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i="0" u="none" strike="noStrike" kern="1200" cap="none" spc="0" normalizeH="0" baseline="0" noProof="0" err="1">
                <a:ln>
                  <a:noFill/>
                </a:ln>
                <a:solidFill>
                  <a:prstClr val="black"/>
                </a:solidFill>
                <a:effectLst/>
                <a:uLnTx/>
                <a:uFillTx/>
                <a:latin typeface="Aptos" panose="020B0004020202020204"/>
                <a:ea typeface="+mn-ea"/>
                <a:cs typeface="+mn-cs"/>
              </a:rPr>
              <a:t>significancia</a:t>
            </a:r>
            <a:r>
              <a:rPr kumimoji="0" lang="en-GB" sz="1100" i="0" u="none" strike="noStrike" kern="1200" cap="none" spc="0" normalizeH="0" baseline="0" noProof="0">
                <a:ln>
                  <a:noFill/>
                </a:ln>
                <a:solidFill>
                  <a:prstClr val="black"/>
                </a:solidFill>
                <a:effectLst/>
                <a:uLnTx/>
                <a:uFillTx/>
                <a:latin typeface="Aptos" panose="020B0004020202020204"/>
                <a:ea typeface="+mn-ea"/>
                <a:cs typeface="+mn-cs"/>
              </a:rPr>
              <a:t> (Alpha)</a:t>
            </a:r>
          </a:p>
        </p:txBody>
      </p:sp>
      <p:sp>
        <p:nvSpPr>
          <p:cNvPr id="28" name="Oval 27">
            <a:extLst>
              <a:ext uri="{FF2B5EF4-FFF2-40B4-BE49-F238E27FC236}">
                <a16:creationId xmlns:a16="http://schemas.microsoft.com/office/drawing/2014/main" id="{47939809-76A5-1207-33C4-BA1E588BD03A}"/>
              </a:ext>
            </a:extLst>
          </p:cNvPr>
          <p:cNvSpPr/>
          <p:nvPr/>
        </p:nvSpPr>
        <p:spPr>
          <a:xfrm>
            <a:off x="4962716" y="4440406"/>
            <a:ext cx="453397" cy="4517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solidFill>
                <a:effectLst/>
                <a:uLnTx/>
                <a:uFillTx/>
                <a:latin typeface="Aptos Black" panose="020B0004020202020204" pitchFamily="34" charset="0"/>
                <a:ea typeface="+mn-ea"/>
                <a:cs typeface="+mn-cs"/>
              </a:rPr>
              <a:t>b</a:t>
            </a:r>
          </a:p>
        </p:txBody>
      </p:sp>
      <p:sp>
        <p:nvSpPr>
          <p:cNvPr id="29" name="TextBox 28">
            <a:extLst>
              <a:ext uri="{FF2B5EF4-FFF2-40B4-BE49-F238E27FC236}">
                <a16:creationId xmlns:a16="http://schemas.microsoft.com/office/drawing/2014/main" id="{240EB778-D99C-C151-58A7-83DC4B71CF87}"/>
              </a:ext>
            </a:extLst>
          </p:cNvPr>
          <p:cNvSpPr txBox="1"/>
          <p:nvPr/>
        </p:nvSpPr>
        <p:spPr>
          <a:xfrm>
            <a:off x="5416111" y="4414807"/>
            <a:ext cx="3470738" cy="600164"/>
          </a:xfrm>
          <a:prstGeom prst="rect">
            <a:avLst/>
          </a:prstGeom>
          <a:noFill/>
        </p:spPr>
        <p:txBody>
          <a:bodyPr wrap="square">
            <a:spAutoFit/>
          </a:bodyPr>
          <a:lstStyle>
            <a:defPPr>
              <a:defRPr lang="en-US"/>
            </a:defPPr>
            <a:lvl1pPr>
              <a:defRPr b="1">
                <a:solidFill>
                  <a:schemeClr val="accent2"/>
                </a:solidFill>
              </a:defRPr>
            </a:lvl1pPr>
          </a:lstStyle>
          <a:p>
            <a:pPr marL="0" marR="0" lvl="0" indent="0" algn="l" defTabSz="914400" rtl="0" eaLnBrk="1" fontAlgn="auto" latinLnBrk="0" hangingPunct="1">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Dado Alpha,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critico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C se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determina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partir</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la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distribución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1" i="1" u="none" strike="noStrike" kern="1200" cap="none" spc="0" normalizeH="0" baseline="0" noProof="0">
                <a:ln>
                  <a:noFill/>
                </a:ln>
                <a:solidFill>
                  <a:prstClr val="black"/>
                </a:solidFill>
                <a:effectLst/>
                <a:uLnTx/>
                <a:uFillTx/>
                <a:latin typeface="Aptos" panose="020B0004020202020204"/>
                <a:ea typeface="+mn-ea"/>
                <a:cs typeface="+mn-cs"/>
              </a:rPr>
              <a:t>T, </a:t>
            </a:r>
            <a:r>
              <a:rPr kumimoji="0" lang="en-GB" sz="1100" b="1" i="0" u="none" strike="noStrike" kern="1200" cap="none" spc="0" normalizeH="0" baseline="0" noProof="0" err="1">
                <a:ln>
                  <a:noFill/>
                </a:ln>
                <a:solidFill>
                  <a:schemeClr val="tx1"/>
                </a:solidFill>
                <a:effectLst/>
                <a:uLnTx/>
                <a:uFillTx/>
                <a:latin typeface="Aptos" panose="020B0004020202020204"/>
                <a:ea typeface="+mn-ea"/>
                <a:cs typeface="+mn-cs"/>
              </a:rPr>
              <a:t>asumiendo</a:t>
            </a:r>
            <a:r>
              <a:rPr kumimoji="0" lang="en-GB" sz="1100" b="1" i="0" u="none" strike="noStrike" kern="1200" cap="none" spc="0" normalizeH="0" baseline="0" noProof="0">
                <a:ln>
                  <a:noFill/>
                </a:ln>
                <a:solidFill>
                  <a:schemeClr val="tx1"/>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chemeClr val="tx1"/>
                </a:solidFill>
                <a:effectLst/>
                <a:uLnTx/>
                <a:uFillTx/>
                <a:latin typeface="Aptos" panose="020B0004020202020204"/>
                <a:ea typeface="+mn-ea"/>
                <a:cs typeface="+mn-cs"/>
              </a:rPr>
              <a:t>que</a:t>
            </a:r>
            <a:r>
              <a:rPr kumimoji="0" lang="en-GB" sz="1100" b="1" i="0" u="none" strike="noStrike" kern="1200" cap="none" spc="0" normalizeH="0" baseline="0" noProof="0">
                <a:ln>
                  <a:noFill/>
                </a:ln>
                <a:solidFill>
                  <a:schemeClr val="tx1"/>
                </a:solidFill>
                <a:effectLst/>
                <a:uLnTx/>
                <a:uFillTx/>
                <a:latin typeface="Aptos" panose="020B0004020202020204"/>
                <a:ea typeface="+mn-ea"/>
                <a:cs typeface="+mn-cs"/>
              </a:rPr>
              <a:t> H0 es </a:t>
            </a:r>
            <a:r>
              <a:rPr kumimoji="0" lang="en-GB" sz="1100" b="1" i="0" u="none" strike="noStrike" kern="1200" cap="none" spc="0" normalizeH="0" baseline="0" noProof="0" err="1">
                <a:ln>
                  <a:noFill/>
                </a:ln>
                <a:solidFill>
                  <a:schemeClr val="tx1"/>
                </a:solidFill>
                <a:effectLst/>
                <a:uLnTx/>
                <a:uFillTx/>
                <a:latin typeface="Aptos" panose="020B0004020202020204"/>
                <a:ea typeface="+mn-ea"/>
                <a:cs typeface="+mn-cs"/>
              </a:rPr>
              <a:t>verdadera</a:t>
            </a:r>
            <a:r>
              <a:rPr kumimoji="0" lang="en-GB" sz="1100" b="1" i="0" u="none" strike="noStrike" kern="1200" cap="none" spc="0" normalizeH="0" baseline="0" noProof="0">
                <a:ln>
                  <a:noFill/>
                </a:ln>
                <a:solidFill>
                  <a:schemeClr val="tx1"/>
                </a:solidFill>
                <a:effectLst/>
                <a:uLnTx/>
                <a:uFillTx/>
                <a:latin typeface="Aptos" panose="020B0004020202020204"/>
                <a:ea typeface="+mn-ea"/>
                <a:cs typeface="+mn-cs"/>
              </a:rPr>
              <a:t>.</a:t>
            </a:r>
            <a:endParaRPr kumimoji="0" lang="en-GB" sz="1100" b="1" i="1" u="none" strike="noStrike" kern="1200" cap="none" spc="0" normalizeH="0" baseline="0" noProof="0">
              <a:ln>
                <a:noFill/>
              </a:ln>
              <a:solidFill>
                <a:schemeClr val="tx1"/>
              </a:solidFill>
              <a:effectLst/>
              <a:uLnTx/>
              <a:uFillTx/>
              <a:latin typeface="Aptos" panose="020B0004020202020204"/>
              <a:ea typeface="+mn-ea"/>
              <a:cs typeface="+mn-cs"/>
            </a:endParaRPr>
          </a:p>
        </p:txBody>
      </p:sp>
      <p:grpSp>
        <p:nvGrpSpPr>
          <p:cNvPr id="30" name="Group 29">
            <a:extLst>
              <a:ext uri="{FF2B5EF4-FFF2-40B4-BE49-F238E27FC236}">
                <a16:creationId xmlns:a16="http://schemas.microsoft.com/office/drawing/2014/main" id="{20153781-80E4-4E27-31A7-BF8BA89C8136}"/>
              </a:ext>
            </a:extLst>
          </p:cNvPr>
          <p:cNvGrpSpPr>
            <a:grpSpLocks noChangeAspect="1"/>
          </p:cNvGrpSpPr>
          <p:nvPr>
            <p:custDataLst>
              <p:tags r:id="rId1"/>
            </p:custDataLst>
          </p:nvPr>
        </p:nvGrpSpPr>
        <p:grpSpPr>
          <a:xfrm>
            <a:off x="5628511" y="5263989"/>
            <a:ext cx="632068" cy="113675"/>
            <a:chOff x="7413122" y="5906380"/>
            <a:chExt cx="1138427" cy="204742"/>
          </a:xfrm>
        </p:grpSpPr>
        <p:sp>
          <p:nvSpPr>
            <p:cNvPr id="31" name="Freeform: Shape 30">
              <a:extLst>
                <a:ext uri="{FF2B5EF4-FFF2-40B4-BE49-F238E27FC236}">
                  <a16:creationId xmlns:a16="http://schemas.microsoft.com/office/drawing/2014/main" id="{9040B6DD-971E-87FB-B1CD-672922F93220}"/>
                </a:ext>
              </a:extLst>
            </p:cNvPr>
            <p:cNvSpPr/>
            <p:nvPr>
              <p:custDataLst>
                <p:tags r:id="rId15"/>
              </p:custDataLst>
            </p:nvPr>
          </p:nvSpPr>
          <p:spPr>
            <a:xfrm>
              <a:off x="7413122" y="5906380"/>
              <a:ext cx="192720" cy="155550"/>
            </a:xfrm>
            <a:custGeom>
              <a:avLst/>
              <a:gdLst>
                <a:gd name="connsiteX0" fmla="*/ 165789 w 192720"/>
                <a:gd name="connsiteY0" fmla="*/ 17599 h 155550"/>
                <a:gd name="connsiteX1" fmla="*/ 185016 w 192720"/>
                <a:gd name="connsiteY1" fmla="*/ 7123 h 155550"/>
                <a:gd name="connsiteX2" fmla="*/ 192798 w 192720"/>
                <a:gd name="connsiteY2" fmla="*/ 2568 h 155550"/>
                <a:gd name="connsiteX3" fmla="*/ 189593 w 192720"/>
                <a:gd name="connsiteY3" fmla="*/ 63 h 155550"/>
                <a:gd name="connsiteX4" fmla="*/ 160296 w 192720"/>
                <a:gd name="connsiteY4" fmla="*/ 746 h 155550"/>
                <a:gd name="connsiteX5" fmla="*/ 130770 w 192720"/>
                <a:gd name="connsiteY5" fmla="*/ 63 h 155550"/>
                <a:gd name="connsiteX6" fmla="*/ 126421 w 192720"/>
                <a:gd name="connsiteY6" fmla="*/ 4618 h 155550"/>
                <a:gd name="connsiteX7" fmla="*/ 132830 w 192720"/>
                <a:gd name="connsiteY7" fmla="*/ 7123 h 155550"/>
                <a:gd name="connsiteX8" fmla="*/ 141527 w 192720"/>
                <a:gd name="connsiteY8" fmla="*/ 7578 h 155550"/>
                <a:gd name="connsiteX9" fmla="*/ 147707 w 192720"/>
                <a:gd name="connsiteY9" fmla="*/ 11222 h 155550"/>
                <a:gd name="connsiteX10" fmla="*/ 146792 w 192720"/>
                <a:gd name="connsiteY10" fmla="*/ 15549 h 155550"/>
                <a:gd name="connsiteX11" fmla="*/ 133059 w 192720"/>
                <a:gd name="connsiteY11" fmla="*/ 71120 h 155550"/>
                <a:gd name="connsiteX12" fmla="*/ 63249 w 192720"/>
                <a:gd name="connsiteY12" fmla="*/ 71120 h 155550"/>
                <a:gd name="connsiteX13" fmla="*/ 76753 w 192720"/>
                <a:gd name="connsiteY13" fmla="*/ 17599 h 155550"/>
                <a:gd name="connsiteX14" fmla="*/ 95979 w 192720"/>
                <a:gd name="connsiteY14" fmla="*/ 7123 h 155550"/>
                <a:gd name="connsiteX15" fmla="*/ 103761 w 192720"/>
                <a:gd name="connsiteY15" fmla="*/ 2568 h 155550"/>
                <a:gd name="connsiteX16" fmla="*/ 100557 w 192720"/>
                <a:gd name="connsiteY16" fmla="*/ 63 h 155550"/>
                <a:gd name="connsiteX17" fmla="*/ 71260 w 192720"/>
                <a:gd name="connsiteY17" fmla="*/ 746 h 155550"/>
                <a:gd name="connsiteX18" fmla="*/ 41734 w 192720"/>
                <a:gd name="connsiteY18" fmla="*/ 63 h 155550"/>
                <a:gd name="connsiteX19" fmla="*/ 37385 w 192720"/>
                <a:gd name="connsiteY19" fmla="*/ 4618 h 155550"/>
                <a:gd name="connsiteX20" fmla="*/ 43794 w 192720"/>
                <a:gd name="connsiteY20" fmla="*/ 7123 h 155550"/>
                <a:gd name="connsiteX21" fmla="*/ 52491 w 192720"/>
                <a:gd name="connsiteY21" fmla="*/ 7578 h 155550"/>
                <a:gd name="connsiteX22" fmla="*/ 58671 w 192720"/>
                <a:gd name="connsiteY22" fmla="*/ 11222 h 155550"/>
                <a:gd name="connsiteX23" fmla="*/ 57756 w 192720"/>
                <a:gd name="connsiteY23" fmla="*/ 15549 h 155550"/>
                <a:gd name="connsiteX24" fmla="*/ 27085 w 192720"/>
                <a:gd name="connsiteY24" fmla="*/ 137849 h 155550"/>
                <a:gd name="connsiteX25" fmla="*/ 6257 w 192720"/>
                <a:gd name="connsiteY25" fmla="*/ 148553 h 155550"/>
                <a:gd name="connsiteX26" fmla="*/ 77 w 192720"/>
                <a:gd name="connsiteY26" fmla="*/ 153108 h 155550"/>
                <a:gd name="connsiteX27" fmla="*/ 3281 w 192720"/>
                <a:gd name="connsiteY27" fmla="*/ 155613 h 155550"/>
                <a:gd name="connsiteX28" fmla="*/ 32349 w 192720"/>
                <a:gd name="connsiteY28" fmla="*/ 154930 h 155550"/>
                <a:gd name="connsiteX29" fmla="*/ 46998 w 192720"/>
                <a:gd name="connsiteY29" fmla="*/ 155158 h 155550"/>
                <a:gd name="connsiteX30" fmla="*/ 61876 w 192720"/>
                <a:gd name="connsiteY30" fmla="*/ 155613 h 155550"/>
                <a:gd name="connsiteX31" fmla="*/ 66453 w 192720"/>
                <a:gd name="connsiteY31" fmla="*/ 151058 h 155550"/>
                <a:gd name="connsiteX32" fmla="*/ 60045 w 192720"/>
                <a:gd name="connsiteY32" fmla="*/ 148553 h 155550"/>
                <a:gd name="connsiteX33" fmla="*/ 45167 w 192720"/>
                <a:gd name="connsiteY33" fmla="*/ 144454 h 155550"/>
                <a:gd name="connsiteX34" fmla="*/ 45854 w 192720"/>
                <a:gd name="connsiteY34" fmla="*/ 140582 h 155550"/>
                <a:gd name="connsiteX35" fmla="*/ 61418 w 192720"/>
                <a:gd name="connsiteY35" fmla="*/ 78180 h 155550"/>
                <a:gd name="connsiteX36" fmla="*/ 131228 w 192720"/>
                <a:gd name="connsiteY36" fmla="*/ 78180 h 155550"/>
                <a:gd name="connsiteX37" fmla="*/ 115435 w 192720"/>
                <a:gd name="connsiteY37" fmla="*/ 141038 h 155550"/>
                <a:gd name="connsiteX38" fmla="*/ 94606 w 192720"/>
                <a:gd name="connsiteY38" fmla="*/ 148553 h 155550"/>
                <a:gd name="connsiteX39" fmla="*/ 89113 w 192720"/>
                <a:gd name="connsiteY39" fmla="*/ 153108 h 155550"/>
                <a:gd name="connsiteX40" fmla="*/ 92317 w 192720"/>
                <a:gd name="connsiteY40" fmla="*/ 155613 h 155550"/>
                <a:gd name="connsiteX41" fmla="*/ 121386 w 192720"/>
                <a:gd name="connsiteY41" fmla="*/ 154930 h 155550"/>
                <a:gd name="connsiteX42" fmla="*/ 136034 w 192720"/>
                <a:gd name="connsiteY42" fmla="*/ 155158 h 155550"/>
                <a:gd name="connsiteX43" fmla="*/ 150912 w 192720"/>
                <a:gd name="connsiteY43" fmla="*/ 155613 h 155550"/>
                <a:gd name="connsiteX44" fmla="*/ 155489 w 192720"/>
                <a:gd name="connsiteY44" fmla="*/ 151058 h 155550"/>
                <a:gd name="connsiteX45" fmla="*/ 149081 w 192720"/>
                <a:gd name="connsiteY45" fmla="*/ 148553 h 155550"/>
                <a:gd name="connsiteX46" fmla="*/ 134203 w 192720"/>
                <a:gd name="connsiteY46" fmla="*/ 144454 h 155550"/>
                <a:gd name="connsiteX47" fmla="*/ 134890 w 192720"/>
                <a:gd name="connsiteY47" fmla="*/ 140582 h 155550"/>
                <a:gd name="connsiteX48" fmla="*/ 165789 w 192720"/>
                <a:gd name="connsiteY48" fmla="*/ 17599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2720" h="155550">
                  <a:moveTo>
                    <a:pt x="165789" y="17599"/>
                  </a:moveTo>
                  <a:cubicBezTo>
                    <a:pt x="167849" y="9400"/>
                    <a:pt x="168307" y="7123"/>
                    <a:pt x="185016" y="7123"/>
                  </a:cubicBezTo>
                  <a:cubicBezTo>
                    <a:pt x="190967" y="7123"/>
                    <a:pt x="192798" y="7123"/>
                    <a:pt x="192798" y="2568"/>
                  </a:cubicBezTo>
                  <a:cubicBezTo>
                    <a:pt x="192798" y="63"/>
                    <a:pt x="190280" y="63"/>
                    <a:pt x="189593" y="63"/>
                  </a:cubicBezTo>
                  <a:cubicBezTo>
                    <a:pt x="183184" y="63"/>
                    <a:pt x="166705" y="746"/>
                    <a:pt x="160296" y="746"/>
                  </a:cubicBezTo>
                  <a:cubicBezTo>
                    <a:pt x="153658" y="746"/>
                    <a:pt x="137408" y="63"/>
                    <a:pt x="130770" y="63"/>
                  </a:cubicBezTo>
                  <a:cubicBezTo>
                    <a:pt x="128939" y="63"/>
                    <a:pt x="126421" y="63"/>
                    <a:pt x="126421" y="4618"/>
                  </a:cubicBezTo>
                  <a:cubicBezTo>
                    <a:pt x="126421" y="7123"/>
                    <a:pt x="128481" y="7123"/>
                    <a:pt x="132830" y="7123"/>
                  </a:cubicBezTo>
                  <a:cubicBezTo>
                    <a:pt x="133288" y="7123"/>
                    <a:pt x="137636" y="7123"/>
                    <a:pt x="141527" y="7578"/>
                  </a:cubicBezTo>
                  <a:cubicBezTo>
                    <a:pt x="145647" y="8034"/>
                    <a:pt x="147707" y="8262"/>
                    <a:pt x="147707" y="11222"/>
                  </a:cubicBezTo>
                  <a:cubicBezTo>
                    <a:pt x="147707" y="12133"/>
                    <a:pt x="147478" y="12589"/>
                    <a:pt x="146792" y="15549"/>
                  </a:cubicBezTo>
                  <a:lnTo>
                    <a:pt x="133059" y="71120"/>
                  </a:lnTo>
                  <a:lnTo>
                    <a:pt x="63249" y="71120"/>
                  </a:lnTo>
                  <a:lnTo>
                    <a:pt x="76753" y="17599"/>
                  </a:lnTo>
                  <a:cubicBezTo>
                    <a:pt x="78813" y="9400"/>
                    <a:pt x="79500" y="7123"/>
                    <a:pt x="95979" y="7123"/>
                  </a:cubicBezTo>
                  <a:cubicBezTo>
                    <a:pt x="101930" y="7123"/>
                    <a:pt x="103761" y="7123"/>
                    <a:pt x="103761" y="2568"/>
                  </a:cubicBezTo>
                  <a:cubicBezTo>
                    <a:pt x="103761" y="63"/>
                    <a:pt x="101244" y="63"/>
                    <a:pt x="100557" y="63"/>
                  </a:cubicBezTo>
                  <a:cubicBezTo>
                    <a:pt x="94148" y="63"/>
                    <a:pt x="77669" y="746"/>
                    <a:pt x="71260" y="746"/>
                  </a:cubicBezTo>
                  <a:cubicBezTo>
                    <a:pt x="64622" y="746"/>
                    <a:pt x="48371" y="63"/>
                    <a:pt x="41734" y="63"/>
                  </a:cubicBezTo>
                  <a:cubicBezTo>
                    <a:pt x="39903" y="63"/>
                    <a:pt x="37385" y="63"/>
                    <a:pt x="37385" y="4618"/>
                  </a:cubicBezTo>
                  <a:cubicBezTo>
                    <a:pt x="37385" y="7123"/>
                    <a:pt x="39445" y="7123"/>
                    <a:pt x="43794" y="7123"/>
                  </a:cubicBezTo>
                  <a:cubicBezTo>
                    <a:pt x="44251" y="7123"/>
                    <a:pt x="48600" y="7123"/>
                    <a:pt x="52491" y="7578"/>
                  </a:cubicBezTo>
                  <a:cubicBezTo>
                    <a:pt x="56611" y="8034"/>
                    <a:pt x="58671" y="8262"/>
                    <a:pt x="58671" y="11222"/>
                  </a:cubicBezTo>
                  <a:cubicBezTo>
                    <a:pt x="58671" y="12133"/>
                    <a:pt x="58442" y="12817"/>
                    <a:pt x="57756" y="15549"/>
                  </a:cubicBezTo>
                  <a:lnTo>
                    <a:pt x="27085" y="137849"/>
                  </a:lnTo>
                  <a:cubicBezTo>
                    <a:pt x="24796" y="146731"/>
                    <a:pt x="24338" y="148553"/>
                    <a:pt x="6257" y="148553"/>
                  </a:cubicBezTo>
                  <a:cubicBezTo>
                    <a:pt x="2137" y="148553"/>
                    <a:pt x="77" y="148553"/>
                    <a:pt x="77" y="153108"/>
                  </a:cubicBezTo>
                  <a:cubicBezTo>
                    <a:pt x="77" y="155613"/>
                    <a:pt x="2823" y="155613"/>
                    <a:pt x="3281" y="155613"/>
                  </a:cubicBezTo>
                  <a:cubicBezTo>
                    <a:pt x="9690" y="155613"/>
                    <a:pt x="25941" y="154930"/>
                    <a:pt x="32349" y="154930"/>
                  </a:cubicBezTo>
                  <a:cubicBezTo>
                    <a:pt x="37156" y="154930"/>
                    <a:pt x="42191" y="155158"/>
                    <a:pt x="46998" y="155158"/>
                  </a:cubicBezTo>
                  <a:cubicBezTo>
                    <a:pt x="52034" y="155158"/>
                    <a:pt x="57069" y="155613"/>
                    <a:pt x="61876" y="155613"/>
                  </a:cubicBezTo>
                  <a:cubicBezTo>
                    <a:pt x="63707" y="155613"/>
                    <a:pt x="66453" y="155613"/>
                    <a:pt x="66453" y="151058"/>
                  </a:cubicBezTo>
                  <a:cubicBezTo>
                    <a:pt x="66453" y="148553"/>
                    <a:pt x="64393" y="148553"/>
                    <a:pt x="60045" y="148553"/>
                  </a:cubicBezTo>
                  <a:cubicBezTo>
                    <a:pt x="51576" y="148553"/>
                    <a:pt x="45167" y="148553"/>
                    <a:pt x="45167" y="144454"/>
                  </a:cubicBezTo>
                  <a:cubicBezTo>
                    <a:pt x="45167" y="143087"/>
                    <a:pt x="45625" y="141949"/>
                    <a:pt x="45854" y="140582"/>
                  </a:cubicBezTo>
                  <a:lnTo>
                    <a:pt x="61418" y="78180"/>
                  </a:lnTo>
                  <a:lnTo>
                    <a:pt x="131228" y="78180"/>
                  </a:lnTo>
                  <a:cubicBezTo>
                    <a:pt x="121614" y="115985"/>
                    <a:pt x="116350" y="137621"/>
                    <a:pt x="115435" y="141038"/>
                  </a:cubicBezTo>
                  <a:cubicBezTo>
                    <a:pt x="113146" y="148325"/>
                    <a:pt x="108797" y="148553"/>
                    <a:pt x="94606" y="148553"/>
                  </a:cubicBezTo>
                  <a:cubicBezTo>
                    <a:pt x="91173" y="148553"/>
                    <a:pt x="89113" y="148553"/>
                    <a:pt x="89113" y="153108"/>
                  </a:cubicBezTo>
                  <a:cubicBezTo>
                    <a:pt x="89113" y="155613"/>
                    <a:pt x="91859" y="155613"/>
                    <a:pt x="92317" y="155613"/>
                  </a:cubicBezTo>
                  <a:cubicBezTo>
                    <a:pt x="98726" y="155613"/>
                    <a:pt x="114977" y="154930"/>
                    <a:pt x="121386" y="154930"/>
                  </a:cubicBezTo>
                  <a:cubicBezTo>
                    <a:pt x="126192" y="154930"/>
                    <a:pt x="131228" y="155158"/>
                    <a:pt x="136034" y="155158"/>
                  </a:cubicBezTo>
                  <a:cubicBezTo>
                    <a:pt x="141070" y="155158"/>
                    <a:pt x="146105" y="155613"/>
                    <a:pt x="150912" y="155613"/>
                  </a:cubicBezTo>
                  <a:cubicBezTo>
                    <a:pt x="152743" y="155613"/>
                    <a:pt x="155489" y="155613"/>
                    <a:pt x="155489" y="151058"/>
                  </a:cubicBezTo>
                  <a:cubicBezTo>
                    <a:pt x="155489" y="148553"/>
                    <a:pt x="153429" y="148553"/>
                    <a:pt x="149081" y="148553"/>
                  </a:cubicBezTo>
                  <a:cubicBezTo>
                    <a:pt x="140612" y="148553"/>
                    <a:pt x="134203" y="148553"/>
                    <a:pt x="134203" y="144454"/>
                  </a:cubicBezTo>
                  <a:cubicBezTo>
                    <a:pt x="134203" y="143087"/>
                    <a:pt x="134661" y="141949"/>
                    <a:pt x="134890" y="140582"/>
                  </a:cubicBezTo>
                  <a:lnTo>
                    <a:pt x="165789" y="17599"/>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 name="Freeform: Shape 31">
              <a:extLst>
                <a:ext uri="{FF2B5EF4-FFF2-40B4-BE49-F238E27FC236}">
                  <a16:creationId xmlns:a16="http://schemas.microsoft.com/office/drawing/2014/main" id="{3D46FBEF-F26C-4B48-5D1F-BF7FEC32FAD0}"/>
                </a:ext>
              </a:extLst>
            </p:cNvPr>
            <p:cNvSpPr/>
            <p:nvPr>
              <p:custDataLst>
                <p:tags r:id="rId16"/>
              </p:custDataLst>
            </p:nvPr>
          </p:nvSpPr>
          <p:spPr>
            <a:xfrm>
              <a:off x="7602788" y="5990235"/>
              <a:ext cx="74341" cy="109044"/>
            </a:xfrm>
            <a:custGeom>
              <a:avLst/>
              <a:gdLst>
                <a:gd name="connsiteX0" fmla="*/ 74427 w 74341"/>
                <a:gd name="connsiteY0" fmla="*/ 55065 h 109044"/>
                <a:gd name="connsiteX1" fmla="*/ 64974 w 74341"/>
                <a:gd name="connsiteY1" fmla="*/ 13775 h 109044"/>
                <a:gd name="connsiteX2" fmla="*/ 37256 w 74341"/>
                <a:gd name="connsiteY2" fmla="*/ 64 h 109044"/>
                <a:gd name="connsiteX3" fmla="*/ 85 w 74341"/>
                <a:gd name="connsiteY3" fmla="*/ 55065 h 109044"/>
                <a:gd name="connsiteX4" fmla="*/ 37256 w 74341"/>
                <a:gd name="connsiteY4" fmla="*/ 109109 h 109044"/>
                <a:gd name="connsiteX5" fmla="*/ 74427 w 74341"/>
                <a:gd name="connsiteY5" fmla="*/ 55065 h 109044"/>
                <a:gd name="connsiteX6" fmla="*/ 37256 w 74341"/>
                <a:gd name="connsiteY6" fmla="*/ 104645 h 109044"/>
                <a:gd name="connsiteX7" fmla="*/ 16908 w 74341"/>
                <a:gd name="connsiteY7" fmla="*/ 87268 h 109044"/>
                <a:gd name="connsiteX8" fmla="*/ 14665 w 74341"/>
                <a:gd name="connsiteY8" fmla="*/ 52992 h 109044"/>
                <a:gd name="connsiteX9" fmla="*/ 17068 w 74341"/>
                <a:gd name="connsiteY9" fmla="*/ 20470 h 109044"/>
                <a:gd name="connsiteX10" fmla="*/ 37256 w 74341"/>
                <a:gd name="connsiteY10" fmla="*/ 4528 h 109044"/>
                <a:gd name="connsiteX11" fmla="*/ 57123 w 74341"/>
                <a:gd name="connsiteY11" fmla="*/ 19035 h 109044"/>
                <a:gd name="connsiteX12" fmla="*/ 59847 w 74341"/>
                <a:gd name="connsiteY12" fmla="*/ 52992 h 109044"/>
                <a:gd name="connsiteX13" fmla="*/ 57764 w 74341"/>
                <a:gd name="connsiteY13" fmla="*/ 86630 h 109044"/>
                <a:gd name="connsiteX14" fmla="*/ 37256 w 74341"/>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341" h="109044">
                  <a:moveTo>
                    <a:pt x="74427" y="55065"/>
                  </a:moveTo>
                  <a:cubicBezTo>
                    <a:pt x="74427" y="37528"/>
                    <a:pt x="72344" y="24934"/>
                    <a:pt x="64974" y="13775"/>
                  </a:cubicBezTo>
                  <a:cubicBezTo>
                    <a:pt x="60007" y="6441"/>
                    <a:pt x="50073" y="64"/>
                    <a:pt x="37256" y="64"/>
                  </a:cubicBezTo>
                  <a:cubicBezTo>
                    <a:pt x="85" y="64"/>
                    <a:pt x="85" y="43586"/>
                    <a:pt x="85" y="55065"/>
                  </a:cubicBezTo>
                  <a:cubicBezTo>
                    <a:pt x="85" y="66543"/>
                    <a:pt x="85" y="109109"/>
                    <a:pt x="37256" y="109109"/>
                  </a:cubicBezTo>
                  <a:cubicBezTo>
                    <a:pt x="74427" y="109109"/>
                    <a:pt x="74427" y="66543"/>
                    <a:pt x="74427" y="55065"/>
                  </a:cubicBezTo>
                  <a:close/>
                  <a:moveTo>
                    <a:pt x="37256" y="104645"/>
                  </a:moveTo>
                  <a:cubicBezTo>
                    <a:pt x="29886" y="104645"/>
                    <a:pt x="20112" y="100341"/>
                    <a:pt x="16908" y="87268"/>
                  </a:cubicBezTo>
                  <a:cubicBezTo>
                    <a:pt x="14665" y="77862"/>
                    <a:pt x="14665" y="64790"/>
                    <a:pt x="14665" y="52992"/>
                  </a:cubicBezTo>
                  <a:cubicBezTo>
                    <a:pt x="14665" y="41355"/>
                    <a:pt x="14665" y="29239"/>
                    <a:pt x="17068" y="20470"/>
                  </a:cubicBezTo>
                  <a:cubicBezTo>
                    <a:pt x="20433" y="7876"/>
                    <a:pt x="30687" y="4528"/>
                    <a:pt x="37256" y="4528"/>
                  </a:cubicBezTo>
                  <a:cubicBezTo>
                    <a:pt x="45908" y="4528"/>
                    <a:pt x="54239" y="9789"/>
                    <a:pt x="57123" y="19035"/>
                  </a:cubicBezTo>
                  <a:cubicBezTo>
                    <a:pt x="59687" y="27644"/>
                    <a:pt x="59847" y="39123"/>
                    <a:pt x="59847" y="52992"/>
                  </a:cubicBezTo>
                  <a:cubicBezTo>
                    <a:pt x="59847" y="64790"/>
                    <a:pt x="59847" y="76587"/>
                    <a:pt x="57764" y="86630"/>
                  </a:cubicBezTo>
                  <a:cubicBezTo>
                    <a:pt x="54560" y="101138"/>
                    <a:pt x="43665" y="104645"/>
                    <a:pt x="37256"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 name="Freeform: Shape 32">
              <a:extLst>
                <a:ext uri="{FF2B5EF4-FFF2-40B4-BE49-F238E27FC236}">
                  <a16:creationId xmlns:a16="http://schemas.microsoft.com/office/drawing/2014/main" id="{D7C0CF8D-4693-8637-813E-7055DF297AA4}"/>
                </a:ext>
              </a:extLst>
            </p:cNvPr>
            <p:cNvSpPr/>
            <p:nvPr>
              <p:custDataLst>
                <p:tags r:id="rId17"/>
              </p:custDataLst>
            </p:nvPr>
          </p:nvSpPr>
          <p:spPr>
            <a:xfrm>
              <a:off x="7780398" y="5963771"/>
              <a:ext cx="24261" cy="98158"/>
            </a:xfrm>
            <a:custGeom>
              <a:avLst/>
              <a:gdLst>
                <a:gd name="connsiteX0" fmla="*/ 24354 w 24261"/>
                <a:gd name="connsiteY0" fmla="*/ 12133 h 98158"/>
                <a:gd name="connsiteX1" fmla="*/ 12223 w 24261"/>
                <a:gd name="connsiteY1" fmla="*/ 63 h 98158"/>
                <a:gd name="connsiteX2" fmla="*/ 92 w 24261"/>
                <a:gd name="connsiteY2" fmla="*/ 12133 h 98158"/>
                <a:gd name="connsiteX3" fmla="*/ 12223 w 24261"/>
                <a:gd name="connsiteY3" fmla="*/ 24204 h 98158"/>
                <a:gd name="connsiteX4" fmla="*/ 24354 w 24261"/>
                <a:gd name="connsiteY4" fmla="*/ 12133 h 98158"/>
                <a:gd name="connsiteX5" fmla="*/ 24354 w 24261"/>
                <a:gd name="connsiteY5" fmla="*/ 86151 h 98158"/>
                <a:gd name="connsiteX6" fmla="*/ 12223 w 24261"/>
                <a:gd name="connsiteY6" fmla="*/ 74080 h 98158"/>
                <a:gd name="connsiteX7" fmla="*/ 92 w 24261"/>
                <a:gd name="connsiteY7" fmla="*/ 86151 h 98158"/>
                <a:gd name="connsiteX8" fmla="*/ 12223 w 24261"/>
                <a:gd name="connsiteY8" fmla="*/ 98221 h 98158"/>
                <a:gd name="connsiteX9" fmla="*/ 24354 w 24261"/>
                <a:gd name="connsiteY9" fmla="*/ 86151 h 9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61" h="98158">
                  <a:moveTo>
                    <a:pt x="24354" y="12133"/>
                  </a:moveTo>
                  <a:cubicBezTo>
                    <a:pt x="24354" y="5529"/>
                    <a:pt x="18861" y="63"/>
                    <a:pt x="12223" y="63"/>
                  </a:cubicBezTo>
                  <a:cubicBezTo>
                    <a:pt x="5585" y="63"/>
                    <a:pt x="92" y="5529"/>
                    <a:pt x="92" y="12133"/>
                  </a:cubicBezTo>
                  <a:cubicBezTo>
                    <a:pt x="92" y="18738"/>
                    <a:pt x="5585" y="24204"/>
                    <a:pt x="12223" y="24204"/>
                  </a:cubicBezTo>
                  <a:cubicBezTo>
                    <a:pt x="18861" y="24204"/>
                    <a:pt x="24354" y="18738"/>
                    <a:pt x="24354" y="12133"/>
                  </a:cubicBezTo>
                  <a:close/>
                  <a:moveTo>
                    <a:pt x="24354" y="86151"/>
                  </a:moveTo>
                  <a:cubicBezTo>
                    <a:pt x="24354" y="79546"/>
                    <a:pt x="18861" y="74080"/>
                    <a:pt x="12223" y="74080"/>
                  </a:cubicBezTo>
                  <a:cubicBezTo>
                    <a:pt x="5585" y="74080"/>
                    <a:pt x="92" y="79546"/>
                    <a:pt x="92" y="86151"/>
                  </a:cubicBezTo>
                  <a:cubicBezTo>
                    <a:pt x="92" y="92755"/>
                    <a:pt x="5585" y="98221"/>
                    <a:pt x="12223" y="98221"/>
                  </a:cubicBezTo>
                  <a:cubicBezTo>
                    <a:pt x="18861" y="98221"/>
                    <a:pt x="24354" y="92755"/>
                    <a:pt x="24354" y="8615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 name="Freeform: Shape 33">
              <a:extLst>
                <a:ext uri="{FF2B5EF4-FFF2-40B4-BE49-F238E27FC236}">
                  <a16:creationId xmlns:a16="http://schemas.microsoft.com/office/drawing/2014/main" id="{5EEC8BF3-3588-7F48-2DE0-7CF3E4AD42E1}"/>
                </a:ext>
              </a:extLst>
            </p:cNvPr>
            <p:cNvSpPr/>
            <p:nvPr>
              <p:custDataLst>
                <p:tags r:id="rId18"/>
              </p:custDataLst>
            </p:nvPr>
          </p:nvSpPr>
          <p:spPr>
            <a:xfrm>
              <a:off x="7894738" y="5961266"/>
              <a:ext cx="124055" cy="149856"/>
            </a:xfrm>
            <a:custGeom>
              <a:avLst/>
              <a:gdLst>
                <a:gd name="connsiteX0" fmla="*/ 46104 w 124055"/>
                <a:gd name="connsiteY0" fmla="*/ 20788 h 149856"/>
                <a:gd name="connsiteX1" fmla="*/ 49537 w 124055"/>
                <a:gd name="connsiteY1" fmla="*/ 6212 h 149856"/>
                <a:gd name="connsiteX2" fmla="*/ 42899 w 124055"/>
                <a:gd name="connsiteY2" fmla="*/ 63 h 149856"/>
                <a:gd name="connsiteX3" fmla="*/ 33744 w 124055"/>
                <a:gd name="connsiteY3" fmla="*/ 8262 h 149856"/>
                <a:gd name="connsiteX4" fmla="*/ 784 w 124055"/>
                <a:gd name="connsiteY4" fmla="*/ 140127 h 149856"/>
                <a:gd name="connsiteX5" fmla="*/ 98 w 124055"/>
                <a:gd name="connsiteY5" fmla="*/ 143770 h 149856"/>
                <a:gd name="connsiteX6" fmla="*/ 6507 w 124055"/>
                <a:gd name="connsiteY6" fmla="*/ 149920 h 149856"/>
                <a:gd name="connsiteX7" fmla="*/ 14518 w 124055"/>
                <a:gd name="connsiteY7" fmla="*/ 145137 h 149856"/>
                <a:gd name="connsiteX8" fmla="*/ 27106 w 124055"/>
                <a:gd name="connsiteY8" fmla="*/ 96172 h 149856"/>
                <a:gd name="connsiteX9" fmla="*/ 49308 w 124055"/>
                <a:gd name="connsiteY9" fmla="*/ 103232 h 149856"/>
                <a:gd name="connsiteX10" fmla="*/ 79750 w 124055"/>
                <a:gd name="connsiteY10" fmla="*/ 86606 h 149856"/>
                <a:gd name="connsiteX11" fmla="*/ 100349 w 124055"/>
                <a:gd name="connsiteY11" fmla="*/ 103232 h 149856"/>
                <a:gd name="connsiteX12" fmla="*/ 117287 w 124055"/>
                <a:gd name="connsiteY12" fmla="*/ 90706 h 149856"/>
                <a:gd name="connsiteX13" fmla="*/ 124153 w 124055"/>
                <a:gd name="connsiteY13" fmla="*/ 68159 h 149856"/>
                <a:gd name="connsiteX14" fmla="*/ 121407 w 124055"/>
                <a:gd name="connsiteY14" fmla="*/ 65881 h 149856"/>
                <a:gd name="connsiteX15" fmla="*/ 118202 w 124055"/>
                <a:gd name="connsiteY15" fmla="*/ 69981 h 149856"/>
                <a:gd name="connsiteX16" fmla="*/ 100807 w 124055"/>
                <a:gd name="connsiteY16" fmla="*/ 98221 h 149856"/>
                <a:gd name="connsiteX17" fmla="*/ 93941 w 124055"/>
                <a:gd name="connsiteY17" fmla="*/ 87745 h 149856"/>
                <a:gd name="connsiteX18" fmla="*/ 98518 w 124055"/>
                <a:gd name="connsiteY18" fmla="*/ 64059 h 149856"/>
                <a:gd name="connsiteX19" fmla="*/ 104927 w 124055"/>
                <a:gd name="connsiteY19" fmla="*/ 39463 h 149856"/>
                <a:gd name="connsiteX20" fmla="*/ 108818 w 124055"/>
                <a:gd name="connsiteY20" fmla="*/ 23976 h 149856"/>
                <a:gd name="connsiteX21" fmla="*/ 112251 w 124055"/>
                <a:gd name="connsiteY21" fmla="*/ 8717 h 149856"/>
                <a:gd name="connsiteX22" fmla="*/ 105614 w 124055"/>
                <a:gd name="connsiteY22" fmla="*/ 2568 h 149856"/>
                <a:gd name="connsiteX23" fmla="*/ 96687 w 124055"/>
                <a:gd name="connsiteY23" fmla="*/ 10539 h 149856"/>
                <a:gd name="connsiteX24" fmla="*/ 85930 w 124055"/>
                <a:gd name="connsiteY24" fmla="*/ 53128 h 149856"/>
                <a:gd name="connsiteX25" fmla="*/ 79979 w 124055"/>
                <a:gd name="connsiteY25" fmla="*/ 76358 h 149856"/>
                <a:gd name="connsiteX26" fmla="*/ 50224 w 124055"/>
                <a:gd name="connsiteY26" fmla="*/ 98221 h 149856"/>
                <a:gd name="connsiteX27" fmla="*/ 33286 w 124055"/>
                <a:gd name="connsiteY27" fmla="*/ 78407 h 149856"/>
                <a:gd name="connsiteX28" fmla="*/ 36490 w 124055"/>
                <a:gd name="connsiteY28" fmla="*/ 59049 h 149856"/>
                <a:gd name="connsiteX29" fmla="*/ 46104 w 124055"/>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4055" h="149856">
                  <a:moveTo>
                    <a:pt x="46104" y="20788"/>
                  </a:moveTo>
                  <a:cubicBezTo>
                    <a:pt x="47248" y="16005"/>
                    <a:pt x="49537" y="7351"/>
                    <a:pt x="49537" y="6212"/>
                  </a:cubicBezTo>
                  <a:cubicBezTo>
                    <a:pt x="49537" y="2340"/>
                    <a:pt x="46790" y="63"/>
                    <a:pt x="42899" y="63"/>
                  </a:cubicBezTo>
                  <a:cubicBezTo>
                    <a:pt x="42213" y="63"/>
                    <a:pt x="35804" y="291"/>
                    <a:pt x="33744" y="8262"/>
                  </a:cubicBezTo>
                  <a:lnTo>
                    <a:pt x="784" y="140127"/>
                  </a:lnTo>
                  <a:cubicBezTo>
                    <a:pt x="98" y="142859"/>
                    <a:pt x="98" y="143315"/>
                    <a:pt x="98" y="143770"/>
                  </a:cubicBezTo>
                  <a:cubicBezTo>
                    <a:pt x="98" y="147187"/>
                    <a:pt x="2615" y="149920"/>
                    <a:pt x="6507" y="149920"/>
                  </a:cubicBezTo>
                  <a:cubicBezTo>
                    <a:pt x="11313" y="149920"/>
                    <a:pt x="14060" y="145820"/>
                    <a:pt x="14518" y="145137"/>
                  </a:cubicBezTo>
                  <a:cubicBezTo>
                    <a:pt x="15433" y="143087"/>
                    <a:pt x="18409" y="131244"/>
                    <a:pt x="27106" y="96172"/>
                  </a:cubicBezTo>
                  <a:cubicBezTo>
                    <a:pt x="34430" y="102321"/>
                    <a:pt x="44730" y="103232"/>
                    <a:pt x="49308" y="103232"/>
                  </a:cubicBezTo>
                  <a:cubicBezTo>
                    <a:pt x="65330" y="103232"/>
                    <a:pt x="74256" y="92983"/>
                    <a:pt x="79750" y="86606"/>
                  </a:cubicBezTo>
                  <a:cubicBezTo>
                    <a:pt x="81810" y="96855"/>
                    <a:pt x="90278" y="103232"/>
                    <a:pt x="100349" y="103232"/>
                  </a:cubicBezTo>
                  <a:cubicBezTo>
                    <a:pt x="108360" y="103232"/>
                    <a:pt x="113625" y="97994"/>
                    <a:pt x="117287" y="90706"/>
                  </a:cubicBezTo>
                  <a:cubicBezTo>
                    <a:pt x="121178" y="82507"/>
                    <a:pt x="124153" y="68614"/>
                    <a:pt x="124153" y="68159"/>
                  </a:cubicBezTo>
                  <a:cubicBezTo>
                    <a:pt x="124153" y="65881"/>
                    <a:pt x="122093" y="65881"/>
                    <a:pt x="121407" y="65881"/>
                  </a:cubicBezTo>
                  <a:cubicBezTo>
                    <a:pt x="119118" y="65881"/>
                    <a:pt x="118889" y="66792"/>
                    <a:pt x="118202" y="69981"/>
                  </a:cubicBezTo>
                  <a:cubicBezTo>
                    <a:pt x="114311" y="84784"/>
                    <a:pt x="110191" y="98221"/>
                    <a:pt x="100807" y="98221"/>
                  </a:cubicBezTo>
                  <a:cubicBezTo>
                    <a:pt x="94627" y="98221"/>
                    <a:pt x="93941" y="92300"/>
                    <a:pt x="93941" y="87745"/>
                  </a:cubicBezTo>
                  <a:cubicBezTo>
                    <a:pt x="93941" y="82735"/>
                    <a:pt x="96687" y="72030"/>
                    <a:pt x="98518" y="64059"/>
                  </a:cubicBezTo>
                  <a:lnTo>
                    <a:pt x="104927" y="39463"/>
                  </a:lnTo>
                  <a:cubicBezTo>
                    <a:pt x="105614" y="36047"/>
                    <a:pt x="107902" y="27392"/>
                    <a:pt x="108818" y="23976"/>
                  </a:cubicBezTo>
                  <a:cubicBezTo>
                    <a:pt x="109962" y="18738"/>
                    <a:pt x="112251" y="10084"/>
                    <a:pt x="112251" y="8717"/>
                  </a:cubicBezTo>
                  <a:cubicBezTo>
                    <a:pt x="112251" y="4618"/>
                    <a:pt x="109047" y="2568"/>
                    <a:pt x="105614" y="2568"/>
                  </a:cubicBezTo>
                  <a:cubicBezTo>
                    <a:pt x="104469" y="2568"/>
                    <a:pt x="98518" y="2796"/>
                    <a:pt x="96687" y="10539"/>
                  </a:cubicBezTo>
                  <a:lnTo>
                    <a:pt x="85930" y="53128"/>
                  </a:lnTo>
                  <a:cubicBezTo>
                    <a:pt x="83183" y="64515"/>
                    <a:pt x="80665" y="74080"/>
                    <a:pt x="79979" y="76358"/>
                  </a:cubicBezTo>
                  <a:cubicBezTo>
                    <a:pt x="79750" y="77496"/>
                    <a:pt x="68763" y="98221"/>
                    <a:pt x="50224" y="98221"/>
                  </a:cubicBezTo>
                  <a:cubicBezTo>
                    <a:pt x="38779" y="98221"/>
                    <a:pt x="33286" y="90706"/>
                    <a:pt x="33286" y="78407"/>
                  </a:cubicBezTo>
                  <a:cubicBezTo>
                    <a:pt x="33286" y="71803"/>
                    <a:pt x="34888" y="65426"/>
                    <a:pt x="36490" y="59049"/>
                  </a:cubicBezTo>
                  <a:lnTo>
                    <a:pt x="46104"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 name="Freeform: Shape 34">
              <a:extLst>
                <a:ext uri="{FF2B5EF4-FFF2-40B4-BE49-F238E27FC236}">
                  <a16:creationId xmlns:a16="http://schemas.microsoft.com/office/drawing/2014/main" id="{E76267F4-A084-27AF-B20E-3A8D6DC832AF}"/>
                </a:ext>
              </a:extLst>
            </p:cNvPr>
            <p:cNvSpPr/>
            <p:nvPr>
              <p:custDataLst>
                <p:tags r:id="rId19"/>
              </p:custDataLst>
            </p:nvPr>
          </p:nvSpPr>
          <p:spPr>
            <a:xfrm>
              <a:off x="8102181" y="5978347"/>
              <a:ext cx="152208" cy="53292"/>
            </a:xfrm>
            <a:custGeom>
              <a:avLst/>
              <a:gdLst>
                <a:gd name="connsiteX0" fmla="*/ 144533 w 152208"/>
                <a:gd name="connsiteY0" fmla="*/ 9173 h 53292"/>
                <a:gd name="connsiteX1" fmla="*/ 152315 w 152208"/>
                <a:gd name="connsiteY1" fmla="*/ 4618 h 53292"/>
                <a:gd name="connsiteX2" fmla="*/ 144762 w 152208"/>
                <a:gd name="connsiteY2" fmla="*/ 63 h 53292"/>
                <a:gd name="connsiteX3" fmla="*/ 7660 w 152208"/>
                <a:gd name="connsiteY3" fmla="*/ 63 h 53292"/>
                <a:gd name="connsiteX4" fmla="*/ 107 w 152208"/>
                <a:gd name="connsiteY4" fmla="*/ 4618 h 53292"/>
                <a:gd name="connsiteX5" fmla="*/ 7889 w 152208"/>
                <a:gd name="connsiteY5" fmla="*/ 9173 h 53292"/>
                <a:gd name="connsiteX6" fmla="*/ 144533 w 152208"/>
                <a:gd name="connsiteY6" fmla="*/ 9173 h 53292"/>
                <a:gd name="connsiteX7" fmla="*/ 144762 w 152208"/>
                <a:gd name="connsiteY7" fmla="*/ 53355 h 53292"/>
                <a:gd name="connsiteX8" fmla="*/ 152315 w 152208"/>
                <a:gd name="connsiteY8" fmla="*/ 48800 h 53292"/>
                <a:gd name="connsiteX9" fmla="*/ 144533 w 152208"/>
                <a:gd name="connsiteY9" fmla="*/ 44245 h 53292"/>
                <a:gd name="connsiteX10" fmla="*/ 7889 w 152208"/>
                <a:gd name="connsiteY10" fmla="*/ 44245 h 53292"/>
                <a:gd name="connsiteX11" fmla="*/ 107 w 152208"/>
                <a:gd name="connsiteY11" fmla="*/ 48800 h 53292"/>
                <a:gd name="connsiteX12" fmla="*/ 7660 w 152208"/>
                <a:gd name="connsiteY12" fmla="*/ 53355 h 53292"/>
                <a:gd name="connsiteX13" fmla="*/ 144762 w 152208"/>
                <a:gd name="connsiteY13" fmla="*/ 53355 h 5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208" h="53292">
                  <a:moveTo>
                    <a:pt x="144533" y="9173"/>
                  </a:moveTo>
                  <a:cubicBezTo>
                    <a:pt x="147966" y="9173"/>
                    <a:pt x="152315" y="9173"/>
                    <a:pt x="152315" y="4618"/>
                  </a:cubicBezTo>
                  <a:cubicBezTo>
                    <a:pt x="152315" y="63"/>
                    <a:pt x="147966" y="63"/>
                    <a:pt x="144762" y="63"/>
                  </a:cubicBezTo>
                  <a:lnTo>
                    <a:pt x="7660" y="63"/>
                  </a:lnTo>
                  <a:cubicBezTo>
                    <a:pt x="4455" y="63"/>
                    <a:pt x="107" y="63"/>
                    <a:pt x="107" y="4618"/>
                  </a:cubicBezTo>
                  <a:cubicBezTo>
                    <a:pt x="107" y="9173"/>
                    <a:pt x="4455" y="9173"/>
                    <a:pt x="7889" y="9173"/>
                  </a:cubicBezTo>
                  <a:lnTo>
                    <a:pt x="144533" y="9173"/>
                  </a:lnTo>
                  <a:close/>
                  <a:moveTo>
                    <a:pt x="144762" y="53355"/>
                  </a:moveTo>
                  <a:cubicBezTo>
                    <a:pt x="147966" y="53355"/>
                    <a:pt x="152315" y="53355"/>
                    <a:pt x="152315" y="48800"/>
                  </a:cubicBezTo>
                  <a:cubicBezTo>
                    <a:pt x="152315" y="44245"/>
                    <a:pt x="147966" y="44245"/>
                    <a:pt x="144533" y="44245"/>
                  </a:cubicBezTo>
                  <a:lnTo>
                    <a:pt x="7889" y="44245"/>
                  </a:lnTo>
                  <a:cubicBezTo>
                    <a:pt x="4455" y="44245"/>
                    <a:pt x="107" y="44245"/>
                    <a:pt x="107" y="48800"/>
                  </a:cubicBezTo>
                  <a:cubicBezTo>
                    <a:pt x="107" y="53355"/>
                    <a:pt x="4455" y="53355"/>
                    <a:pt x="7660" y="53355"/>
                  </a:cubicBezTo>
                  <a:lnTo>
                    <a:pt x="144762" y="53355"/>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6" name="Freeform: Shape 35">
              <a:extLst>
                <a:ext uri="{FF2B5EF4-FFF2-40B4-BE49-F238E27FC236}">
                  <a16:creationId xmlns:a16="http://schemas.microsoft.com/office/drawing/2014/main" id="{34D7C8DE-9D0A-A6D3-FE85-C2FD49481EAA}"/>
                </a:ext>
              </a:extLst>
            </p:cNvPr>
            <p:cNvSpPr/>
            <p:nvPr>
              <p:custDataLst>
                <p:tags r:id="rId20"/>
              </p:custDataLst>
            </p:nvPr>
          </p:nvSpPr>
          <p:spPr>
            <a:xfrm>
              <a:off x="8337829" y="5961266"/>
              <a:ext cx="124055" cy="149856"/>
            </a:xfrm>
            <a:custGeom>
              <a:avLst/>
              <a:gdLst>
                <a:gd name="connsiteX0" fmla="*/ 46123 w 124055"/>
                <a:gd name="connsiteY0" fmla="*/ 20788 h 149856"/>
                <a:gd name="connsiteX1" fmla="*/ 49556 w 124055"/>
                <a:gd name="connsiteY1" fmla="*/ 6212 h 149856"/>
                <a:gd name="connsiteX2" fmla="*/ 42918 w 124055"/>
                <a:gd name="connsiteY2" fmla="*/ 63 h 149856"/>
                <a:gd name="connsiteX3" fmla="*/ 33763 w 124055"/>
                <a:gd name="connsiteY3" fmla="*/ 8262 h 149856"/>
                <a:gd name="connsiteX4" fmla="*/ 804 w 124055"/>
                <a:gd name="connsiteY4" fmla="*/ 140127 h 149856"/>
                <a:gd name="connsiteX5" fmla="*/ 117 w 124055"/>
                <a:gd name="connsiteY5" fmla="*/ 143770 h 149856"/>
                <a:gd name="connsiteX6" fmla="*/ 6526 w 124055"/>
                <a:gd name="connsiteY6" fmla="*/ 149920 h 149856"/>
                <a:gd name="connsiteX7" fmla="*/ 14537 w 124055"/>
                <a:gd name="connsiteY7" fmla="*/ 145137 h 149856"/>
                <a:gd name="connsiteX8" fmla="*/ 27125 w 124055"/>
                <a:gd name="connsiteY8" fmla="*/ 96172 h 149856"/>
                <a:gd name="connsiteX9" fmla="*/ 49327 w 124055"/>
                <a:gd name="connsiteY9" fmla="*/ 103232 h 149856"/>
                <a:gd name="connsiteX10" fmla="*/ 79769 w 124055"/>
                <a:gd name="connsiteY10" fmla="*/ 86606 h 149856"/>
                <a:gd name="connsiteX11" fmla="*/ 100369 w 124055"/>
                <a:gd name="connsiteY11" fmla="*/ 103232 h 149856"/>
                <a:gd name="connsiteX12" fmla="*/ 117306 w 124055"/>
                <a:gd name="connsiteY12" fmla="*/ 90706 h 149856"/>
                <a:gd name="connsiteX13" fmla="*/ 124173 w 124055"/>
                <a:gd name="connsiteY13" fmla="*/ 68159 h 149856"/>
                <a:gd name="connsiteX14" fmla="*/ 121426 w 124055"/>
                <a:gd name="connsiteY14" fmla="*/ 65881 h 149856"/>
                <a:gd name="connsiteX15" fmla="*/ 118222 w 124055"/>
                <a:gd name="connsiteY15" fmla="*/ 69981 h 149856"/>
                <a:gd name="connsiteX16" fmla="*/ 100826 w 124055"/>
                <a:gd name="connsiteY16" fmla="*/ 98221 h 149856"/>
                <a:gd name="connsiteX17" fmla="*/ 93960 w 124055"/>
                <a:gd name="connsiteY17" fmla="*/ 87745 h 149856"/>
                <a:gd name="connsiteX18" fmla="*/ 98537 w 124055"/>
                <a:gd name="connsiteY18" fmla="*/ 64059 h 149856"/>
                <a:gd name="connsiteX19" fmla="*/ 104946 w 124055"/>
                <a:gd name="connsiteY19" fmla="*/ 39463 h 149856"/>
                <a:gd name="connsiteX20" fmla="*/ 108837 w 124055"/>
                <a:gd name="connsiteY20" fmla="*/ 23976 h 149856"/>
                <a:gd name="connsiteX21" fmla="*/ 112271 w 124055"/>
                <a:gd name="connsiteY21" fmla="*/ 8717 h 149856"/>
                <a:gd name="connsiteX22" fmla="*/ 105633 w 124055"/>
                <a:gd name="connsiteY22" fmla="*/ 2568 h 149856"/>
                <a:gd name="connsiteX23" fmla="*/ 96706 w 124055"/>
                <a:gd name="connsiteY23" fmla="*/ 10539 h 149856"/>
                <a:gd name="connsiteX24" fmla="*/ 85949 w 124055"/>
                <a:gd name="connsiteY24" fmla="*/ 53128 h 149856"/>
                <a:gd name="connsiteX25" fmla="*/ 79998 w 124055"/>
                <a:gd name="connsiteY25" fmla="*/ 76358 h 149856"/>
                <a:gd name="connsiteX26" fmla="*/ 50243 w 124055"/>
                <a:gd name="connsiteY26" fmla="*/ 98221 h 149856"/>
                <a:gd name="connsiteX27" fmla="*/ 33305 w 124055"/>
                <a:gd name="connsiteY27" fmla="*/ 78407 h 149856"/>
                <a:gd name="connsiteX28" fmla="*/ 36510 w 124055"/>
                <a:gd name="connsiteY28" fmla="*/ 59049 h 149856"/>
                <a:gd name="connsiteX29" fmla="*/ 46123 w 124055"/>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4055" h="149856">
                  <a:moveTo>
                    <a:pt x="46123" y="20788"/>
                  </a:moveTo>
                  <a:cubicBezTo>
                    <a:pt x="47267" y="16005"/>
                    <a:pt x="49556" y="7351"/>
                    <a:pt x="49556" y="6212"/>
                  </a:cubicBezTo>
                  <a:cubicBezTo>
                    <a:pt x="49556" y="2340"/>
                    <a:pt x="46810" y="63"/>
                    <a:pt x="42918" y="63"/>
                  </a:cubicBezTo>
                  <a:cubicBezTo>
                    <a:pt x="42232" y="63"/>
                    <a:pt x="35823" y="291"/>
                    <a:pt x="33763" y="8262"/>
                  </a:cubicBezTo>
                  <a:lnTo>
                    <a:pt x="804" y="140127"/>
                  </a:lnTo>
                  <a:cubicBezTo>
                    <a:pt x="117" y="142859"/>
                    <a:pt x="117" y="143315"/>
                    <a:pt x="117" y="143770"/>
                  </a:cubicBezTo>
                  <a:cubicBezTo>
                    <a:pt x="117" y="147187"/>
                    <a:pt x="2635" y="149920"/>
                    <a:pt x="6526" y="149920"/>
                  </a:cubicBezTo>
                  <a:cubicBezTo>
                    <a:pt x="11332" y="149920"/>
                    <a:pt x="14079" y="145820"/>
                    <a:pt x="14537" y="145137"/>
                  </a:cubicBezTo>
                  <a:cubicBezTo>
                    <a:pt x="15452" y="143087"/>
                    <a:pt x="18428" y="131244"/>
                    <a:pt x="27125" y="96172"/>
                  </a:cubicBezTo>
                  <a:cubicBezTo>
                    <a:pt x="34450" y="102321"/>
                    <a:pt x="44750" y="103232"/>
                    <a:pt x="49327" y="103232"/>
                  </a:cubicBezTo>
                  <a:cubicBezTo>
                    <a:pt x="65349" y="103232"/>
                    <a:pt x="74276" y="92983"/>
                    <a:pt x="79769" y="86606"/>
                  </a:cubicBezTo>
                  <a:cubicBezTo>
                    <a:pt x="81829" y="96855"/>
                    <a:pt x="90298" y="103232"/>
                    <a:pt x="100369" y="103232"/>
                  </a:cubicBezTo>
                  <a:cubicBezTo>
                    <a:pt x="108380" y="103232"/>
                    <a:pt x="113644" y="97994"/>
                    <a:pt x="117306" y="90706"/>
                  </a:cubicBezTo>
                  <a:cubicBezTo>
                    <a:pt x="121197" y="82507"/>
                    <a:pt x="124173" y="68614"/>
                    <a:pt x="124173" y="68159"/>
                  </a:cubicBezTo>
                  <a:cubicBezTo>
                    <a:pt x="124173" y="65881"/>
                    <a:pt x="122113" y="65881"/>
                    <a:pt x="121426" y="65881"/>
                  </a:cubicBezTo>
                  <a:cubicBezTo>
                    <a:pt x="119137" y="65881"/>
                    <a:pt x="118908" y="66792"/>
                    <a:pt x="118222" y="69981"/>
                  </a:cubicBezTo>
                  <a:cubicBezTo>
                    <a:pt x="114331" y="84784"/>
                    <a:pt x="110211" y="98221"/>
                    <a:pt x="100826" y="98221"/>
                  </a:cubicBezTo>
                  <a:cubicBezTo>
                    <a:pt x="94646" y="98221"/>
                    <a:pt x="93960" y="92300"/>
                    <a:pt x="93960" y="87745"/>
                  </a:cubicBezTo>
                  <a:cubicBezTo>
                    <a:pt x="93960" y="82735"/>
                    <a:pt x="96706" y="72030"/>
                    <a:pt x="98537" y="64059"/>
                  </a:cubicBezTo>
                  <a:lnTo>
                    <a:pt x="104946" y="39463"/>
                  </a:lnTo>
                  <a:cubicBezTo>
                    <a:pt x="105633" y="36047"/>
                    <a:pt x="107922" y="27392"/>
                    <a:pt x="108837" y="23976"/>
                  </a:cubicBezTo>
                  <a:cubicBezTo>
                    <a:pt x="109982" y="18738"/>
                    <a:pt x="112271" y="10084"/>
                    <a:pt x="112271" y="8717"/>
                  </a:cubicBezTo>
                  <a:cubicBezTo>
                    <a:pt x="112271" y="4618"/>
                    <a:pt x="109066" y="2568"/>
                    <a:pt x="105633" y="2568"/>
                  </a:cubicBezTo>
                  <a:cubicBezTo>
                    <a:pt x="104488" y="2568"/>
                    <a:pt x="98537" y="2796"/>
                    <a:pt x="96706" y="10539"/>
                  </a:cubicBezTo>
                  <a:lnTo>
                    <a:pt x="85949" y="53128"/>
                  </a:lnTo>
                  <a:cubicBezTo>
                    <a:pt x="83202" y="64515"/>
                    <a:pt x="80684" y="74080"/>
                    <a:pt x="79998" y="76358"/>
                  </a:cubicBezTo>
                  <a:cubicBezTo>
                    <a:pt x="79769" y="77496"/>
                    <a:pt x="68782" y="98221"/>
                    <a:pt x="50243" y="98221"/>
                  </a:cubicBezTo>
                  <a:cubicBezTo>
                    <a:pt x="38799" y="98221"/>
                    <a:pt x="33305" y="90706"/>
                    <a:pt x="33305" y="78407"/>
                  </a:cubicBezTo>
                  <a:cubicBezTo>
                    <a:pt x="33305" y="71803"/>
                    <a:pt x="34908" y="65426"/>
                    <a:pt x="36510" y="59049"/>
                  </a:cubicBezTo>
                  <a:lnTo>
                    <a:pt x="46123"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 name="Freeform: Shape 36">
              <a:extLst>
                <a:ext uri="{FF2B5EF4-FFF2-40B4-BE49-F238E27FC236}">
                  <a16:creationId xmlns:a16="http://schemas.microsoft.com/office/drawing/2014/main" id="{8BF050AC-C425-0562-DBBC-C14F363EF2A8}"/>
                </a:ext>
              </a:extLst>
            </p:cNvPr>
            <p:cNvSpPr/>
            <p:nvPr>
              <p:custDataLst>
                <p:tags r:id="rId21"/>
              </p:custDataLst>
            </p:nvPr>
          </p:nvSpPr>
          <p:spPr>
            <a:xfrm>
              <a:off x="8477208" y="5990235"/>
              <a:ext cx="74341" cy="109044"/>
            </a:xfrm>
            <a:custGeom>
              <a:avLst/>
              <a:gdLst>
                <a:gd name="connsiteX0" fmla="*/ 74465 w 74341"/>
                <a:gd name="connsiteY0" fmla="*/ 55065 h 109044"/>
                <a:gd name="connsiteX1" fmla="*/ 65012 w 74341"/>
                <a:gd name="connsiteY1" fmla="*/ 13775 h 109044"/>
                <a:gd name="connsiteX2" fmla="*/ 37294 w 74341"/>
                <a:gd name="connsiteY2" fmla="*/ 64 h 109044"/>
                <a:gd name="connsiteX3" fmla="*/ 123 w 74341"/>
                <a:gd name="connsiteY3" fmla="*/ 55065 h 109044"/>
                <a:gd name="connsiteX4" fmla="*/ 37294 w 74341"/>
                <a:gd name="connsiteY4" fmla="*/ 109109 h 109044"/>
                <a:gd name="connsiteX5" fmla="*/ 74465 w 74341"/>
                <a:gd name="connsiteY5" fmla="*/ 55065 h 109044"/>
                <a:gd name="connsiteX6" fmla="*/ 37294 w 74341"/>
                <a:gd name="connsiteY6" fmla="*/ 104645 h 109044"/>
                <a:gd name="connsiteX7" fmla="*/ 16946 w 74341"/>
                <a:gd name="connsiteY7" fmla="*/ 87268 h 109044"/>
                <a:gd name="connsiteX8" fmla="*/ 14703 w 74341"/>
                <a:gd name="connsiteY8" fmla="*/ 52992 h 109044"/>
                <a:gd name="connsiteX9" fmla="*/ 17106 w 74341"/>
                <a:gd name="connsiteY9" fmla="*/ 20470 h 109044"/>
                <a:gd name="connsiteX10" fmla="*/ 37294 w 74341"/>
                <a:gd name="connsiteY10" fmla="*/ 4528 h 109044"/>
                <a:gd name="connsiteX11" fmla="*/ 57161 w 74341"/>
                <a:gd name="connsiteY11" fmla="*/ 19035 h 109044"/>
                <a:gd name="connsiteX12" fmla="*/ 59885 w 74341"/>
                <a:gd name="connsiteY12" fmla="*/ 52992 h 109044"/>
                <a:gd name="connsiteX13" fmla="*/ 57802 w 74341"/>
                <a:gd name="connsiteY13" fmla="*/ 86630 h 109044"/>
                <a:gd name="connsiteX14" fmla="*/ 37294 w 74341"/>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341" h="109044">
                  <a:moveTo>
                    <a:pt x="74465" y="55065"/>
                  </a:moveTo>
                  <a:cubicBezTo>
                    <a:pt x="74465" y="37528"/>
                    <a:pt x="72382" y="24934"/>
                    <a:pt x="65012" y="13775"/>
                  </a:cubicBezTo>
                  <a:cubicBezTo>
                    <a:pt x="60045" y="6441"/>
                    <a:pt x="50111" y="64"/>
                    <a:pt x="37294" y="64"/>
                  </a:cubicBezTo>
                  <a:cubicBezTo>
                    <a:pt x="123" y="64"/>
                    <a:pt x="123" y="43586"/>
                    <a:pt x="123" y="55065"/>
                  </a:cubicBezTo>
                  <a:cubicBezTo>
                    <a:pt x="123" y="66543"/>
                    <a:pt x="123" y="109109"/>
                    <a:pt x="37294" y="109109"/>
                  </a:cubicBezTo>
                  <a:cubicBezTo>
                    <a:pt x="74465" y="109109"/>
                    <a:pt x="74465" y="66543"/>
                    <a:pt x="74465" y="55065"/>
                  </a:cubicBezTo>
                  <a:close/>
                  <a:moveTo>
                    <a:pt x="37294" y="104645"/>
                  </a:moveTo>
                  <a:cubicBezTo>
                    <a:pt x="29924" y="104645"/>
                    <a:pt x="20150" y="100341"/>
                    <a:pt x="16946" y="87268"/>
                  </a:cubicBezTo>
                  <a:cubicBezTo>
                    <a:pt x="14703" y="77862"/>
                    <a:pt x="14703" y="64790"/>
                    <a:pt x="14703" y="52992"/>
                  </a:cubicBezTo>
                  <a:cubicBezTo>
                    <a:pt x="14703" y="41355"/>
                    <a:pt x="14703" y="29239"/>
                    <a:pt x="17106" y="20470"/>
                  </a:cubicBezTo>
                  <a:cubicBezTo>
                    <a:pt x="20471" y="7876"/>
                    <a:pt x="30725" y="4528"/>
                    <a:pt x="37294" y="4528"/>
                  </a:cubicBezTo>
                  <a:cubicBezTo>
                    <a:pt x="45946" y="4528"/>
                    <a:pt x="54277" y="9789"/>
                    <a:pt x="57161" y="19035"/>
                  </a:cubicBezTo>
                  <a:cubicBezTo>
                    <a:pt x="59725" y="27644"/>
                    <a:pt x="59885" y="39123"/>
                    <a:pt x="59885" y="52992"/>
                  </a:cubicBezTo>
                  <a:cubicBezTo>
                    <a:pt x="59885" y="64790"/>
                    <a:pt x="59885" y="76587"/>
                    <a:pt x="57802" y="86630"/>
                  </a:cubicBezTo>
                  <a:cubicBezTo>
                    <a:pt x="54598" y="101138"/>
                    <a:pt x="43703" y="104645"/>
                    <a:pt x="37294"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38" name="Group 37">
            <a:extLst>
              <a:ext uri="{FF2B5EF4-FFF2-40B4-BE49-F238E27FC236}">
                <a16:creationId xmlns:a16="http://schemas.microsoft.com/office/drawing/2014/main" id="{5C9DE1DE-A587-2FD1-0367-E44CD2C08DBA}"/>
              </a:ext>
            </a:extLst>
          </p:cNvPr>
          <p:cNvGrpSpPr>
            <a:grpSpLocks noChangeAspect="1"/>
          </p:cNvGrpSpPr>
          <p:nvPr>
            <p:custDataLst>
              <p:tags r:id="rId2"/>
            </p:custDataLst>
          </p:nvPr>
        </p:nvGrpSpPr>
        <p:grpSpPr>
          <a:xfrm>
            <a:off x="1795171" y="5673723"/>
            <a:ext cx="816639" cy="140575"/>
            <a:chOff x="4639614" y="5606187"/>
            <a:chExt cx="1361005" cy="234282"/>
          </a:xfrm>
        </p:grpSpPr>
        <p:sp>
          <p:nvSpPr>
            <p:cNvPr id="39" name="Freeform: Shape 38">
              <a:extLst>
                <a:ext uri="{FF2B5EF4-FFF2-40B4-BE49-F238E27FC236}">
                  <a16:creationId xmlns:a16="http://schemas.microsoft.com/office/drawing/2014/main" id="{74EF5431-096D-FF37-876E-D10DAF7DDDD5}"/>
                </a:ext>
              </a:extLst>
            </p:cNvPr>
            <p:cNvSpPr/>
            <p:nvPr>
              <p:custDataLst>
                <p:tags r:id="rId3"/>
              </p:custDataLst>
            </p:nvPr>
          </p:nvSpPr>
          <p:spPr>
            <a:xfrm>
              <a:off x="4639614" y="5637642"/>
              <a:ext cx="154912" cy="148480"/>
            </a:xfrm>
            <a:custGeom>
              <a:avLst/>
              <a:gdLst>
                <a:gd name="connsiteX0" fmla="*/ 45212 w 154912"/>
                <a:gd name="connsiteY0" fmla="*/ 2889 h 148480"/>
                <a:gd name="connsiteX1" fmla="*/ 38635 w 154912"/>
                <a:gd name="connsiteY1" fmla="*/ 63 h 148480"/>
                <a:gd name="connsiteX2" fmla="*/ 77 w 154912"/>
                <a:gd name="connsiteY2" fmla="*/ 63 h 148480"/>
                <a:gd name="connsiteX3" fmla="*/ 77 w 154912"/>
                <a:gd name="connsiteY3" fmla="*/ 6802 h 148480"/>
                <a:gd name="connsiteX4" fmla="*/ 6654 w 154912"/>
                <a:gd name="connsiteY4" fmla="*/ 6802 h 148480"/>
                <a:gd name="connsiteX5" fmla="*/ 17995 w 154912"/>
                <a:gd name="connsiteY5" fmla="*/ 7237 h 148480"/>
                <a:gd name="connsiteX6" fmla="*/ 23438 w 154912"/>
                <a:gd name="connsiteY6" fmla="*/ 12237 h 148480"/>
                <a:gd name="connsiteX7" fmla="*/ 23438 w 154912"/>
                <a:gd name="connsiteY7" fmla="*/ 125716 h 148480"/>
                <a:gd name="connsiteX8" fmla="*/ 77 w 154912"/>
                <a:gd name="connsiteY8" fmla="*/ 141804 h 148480"/>
                <a:gd name="connsiteX9" fmla="*/ 77 w 154912"/>
                <a:gd name="connsiteY9" fmla="*/ 148543 h 148480"/>
                <a:gd name="connsiteX10" fmla="*/ 26614 w 154912"/>
                <a:gd name="connsiteY10" fmla="*/ 147891 h 148480"/>
                <a:gd name="connsiteX11" fmla="*/ 53151 w 154912"/>
                <a:gd name="connsiteY11" fmla="*/ 148543 h 148480"/>
                <a:gd name="connsiteX12" fmla="*/ 53151 w 154912"/>
                <a:gd name="connsiteY12" fmla="*/ 141804 h 148480"/>
                <a:gd name="connsiteX13" fmla="*/ 29789 w 154912"/>
                <a:gd name="connsiteY13" fmla="*/ 125716 h 148480"/>
                <a:gd name="connsiteX14" fmla="*/ 29789 w 154912"/>
                <a:gd name="connsiteY14" fmla="*/ 12672 h 148480"/>
                <a:gd name="connsiteX15" fmla="*/ 32057 w 154912"/>
                <a:gd name="connsiteY15" fmla="*/ 15280 h 148480"/>
                <a:gd name="connsiteX16" fmla="*/ 124597 w 154912"/>
                <a:gd name="connsiteY16" fmla="*/ 145717 h 148480"/>
                <a:gd name="connsiteX17" fmla="*/ 128453 w 154912"/>
                <a:gd name="connsiteY17" fmla="*/ 148543 h 148480"/>
                <a:gd name="connsiteX18" fmla="*/ 131628 w 154912"/>
                <a:gd name="connsiteY18" fmla="*/ 142891 h 148480"/>
                <a:gd name="connsiteX19" fmla="*/ 131628 w 154912"/>
                <a:gd name="connsiteY19" fmla="*/ 22889 h 148480"/>
                <a:gd name="connsiteX20" fmla="*/ 154990 w 154912"/>
                <a:gd name="connsiteY20" fmla="*/ 6802 h 148480"/>
                <a:gd name="connsiteX21" fmla="*/ 154990 w 154912"/>
                <a:gd name="connsiteY21" fmla="*/ 63 h 148480"/>
                <a:gd name="connsiteX22" fmla="*/ 128453 w 154912"/>
                <a:gd name="connsiteY22" fmla="*/ 715 h 148480"/>
                <a:gd name="connsiteX23" fmla="*/ 101916 w 154912"/>
                <a:gd name="connsiteY23" fmla="*/ 63 h 148480"/>
                <a:gd name="connsiteX24" fmla="*/ 101916 w 154912"/>
                <a:gd name="connsiteY24" fmla="*/ 6802 h 148480"/>
                <a:gd name="connsiteX25" fmla="*/ 125277 w 154912"/>
                <a:gd name="connsiteY25" fmla="*/ 22889 h 148480"/>
                <a:gd name="connsiteX26" fmla="*/ 125277 w 154912"/>
                <a:gd name="connsiteY26" fmla="*/ 115716 h 148480"/>
                <a:gd name="connsiteX27" fmla="*/ 45212 w 154912"/>
                <a:gd name="connsiteY27" fmla="*/ 2889 h 1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4912" h="148480">
                  <a:moveTo>
                    <a:pt x="45212" y="2889"/>
                  </a:moveTo>
                  <a:cubicBezTo>
                    <a:pt x="43171" y="280"/>
                    <a:pt x="42944" y="63"/>
                    <a:pt x="38635" y="63"/>
                  </a:cubicBezTo>
                  <a:lnTo>
                    <a:pt x="77" y="63"/>
                  </a:lnTo>
                  <a:lnTo>
                    <a:pt x="77" y="6802"/>
                  </a:lnTo>
                  <a:lnTo>
                    <a:pt x="6654" y="6802"/>
                  </a:lnTo>
                  <a:cubicBezTo>
                    <a:pt x="10056" y="6802"/>
                    <a:pt x="14593" y="7019"/>
                    <a:pt x="17995" y="7237"/>
                  </a:cubicBezTo>
                  <a:cubicBezTo>
                    <a:pt x="23212" y="7889"/>
                    <a:pt x="23438" y="8106"/>
                    <a:pt x="23438" y="12237"/>
                  </a:cubicBezTo>
                  <a:lnTo>
                    <a:pt x="23438" y="125716"/>
                  </a:lnTo>
                  <a:cubicBezTo>
                    <a:pt x="23438" y="131586"/>
                    <a:pt x="23438" y="141804"/>
                    <a:pt x="77" y="141804"/>
                  </a:cubicBezTo>
                  <a:lnTo>
                    <a:pt x="77" y="148543"/>
                  </a:lnTo>
                  <a:cubicBezTo>
                    <a:pt x="8015" y="148325"/>
                    <a:pt x="19129" y="147891"/>
                    <a:pt x="26614" y="147891"/>
                  </a:cubicBezTo>
                  <a:cubicBezTo>
                    <a:pt x="34099" y="147891"/>
                    <a:pt x="45212" y="148325"/>
                    <a:pt x="53151" y="148543"/>
                  </a:cubicBezTo>
                  <a:lnTo>
                    <a:pt x="53151" y="141804"/>
                  </a:lnTo>
                  <a:cubicBezTo>
                    <a:pt x="29789" y="141804"/>
                    <a:pt x="29789" y="131586"/>
                    <a:pt x="29789" y="125716"/>
                  </a:cubicBezTo>
                  <a:lnTo>
                    <a:pt x="29789" y="12672"/>
                  </a:lnTo>
                  <a:cubicBezTo>
                    <a:pt x="30923" y="13759"/>
                    <a:pt x="31150" y="13976"/>
                    <a:pt x="32057" y="15280"/>
                  </a:cubicBezTo>
                  <a:lnTo>
                    <a:pt x="124597" y="145717"/>
                  </a:lnTo>
                  <a:cubicBezTo>
                    <a:pt x="126638" y="148325"/>
                    <a:pt x="126865" y="148543"/>
                    <a:pt x="128453" y="148543"/>
                  </a:cubicBezTo>
                  <a:cubicBezTo>
                    <a:pt x="131628" y="148543"/>
                    <a:pt x="131628" y="147021"/>
                    <a:pt x="131628" y="142891"/>
                  </a:cubicBezTo>
                  <a:lnTo>
                    <a:pt x="131628" y="22889"/>
                  </a:lnTo>
                  <a:cubicBezTo>
                    <a:pt x="131628" y="17019"/>
                    <a:pt x="131628" y="6802"/>
                    <a:pt x="154990" y="6802"/>
                  </a:cubicBezTo>
                  <a:lnTo>
                    <a:pt x="154990" y="63"/>
                  </a:lnTo>
                  <a:cubicBezTo>
                    <a:pt x="147051" y="280"/>
                    <a:pt x="135937" y="715"/>
                    <a:pt x="128453" y="715"/>
                  </a:cubicBezTo>
                  <a:cubicBezTo>
                    <a:pt x="120968" y="715"/>
                    <a:pt x="109854" y="280"/>
                    <a:pt x="101916" y="63"/>
                  </a:cubicBezTo>
                  <a:lnTo>
                    <a:pt x="101916" y="6802"/>
                  </a:lnTo>
                  <a:cubicBezTo>
                    <a:pt x="125277" y="6802"/>
                    <a:pt x="125277" y="17019"/>
                    <a:pt x="125277" y="22889"/>
                  </a:cubicBezTo>
                  <a:lnTo>
                    <a:pt x="125277" y="115716"/>
                  </a:lnTo>
                  <a:lnTo>
                    <a:pt x="45212" y="2889"/>
                  </a:ln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0" name="Freeform: Shape 39">
              <a:extLst>
                <a:ext uri="{FF2B5EF4-FFF2-40B4-BE49-F238E27FC236}">
                  <a16:creationId xmlns:a16="http://schemas.microsoft.com/office/drawing/2014/main" id="{4877D58D-CF32-5F15-47ED-C97137FCC408}"/>
                </a:ext>
              </a:extLst>
            </p:cNvPr>
            <p:cNvSpPr/>
            <p:nvPr>
              <p:custDataLst>
                <p:tags r:id="rId4"/>
              </p:custDataLst>
            </p:nvPr>
          </p:nvSpPr>
          <p:spPr>
            <a:xfrm>
              <a:off x="4808590" y="5688729"/>
              <a:ext cx="100477" cy="99783"/>
            </a:xfrm>
            <a:custGeom>
              <a:avLst/>
              <a:gdLst>
                <a:gd name="connsiteX0" fmla="*/ 100562 w 100477"/>
                <a:gd name="connsiteY0" fmla="*/ 50933 h 99783"/>
                <a:gd name="connsiteX1" fmla="*/ 50437 w 100477"/>
                <a:gd name="connsiteY1" fmla="*/ 63 h 99783"/>
                <a:gd name="connsiteX2" fmla="*/ 84 w 100477"/>
                <a:gd name="connsiteY2" fmla="*/ 50933 h 99783"/>
                <a:gd name="connsiteX3" fmla="*/ 50210 w 100477"/>
                <a:gd name="connsiteY3" fmla="*/ 99847 h 99783"/>
                <a:gd name="connsiteX4" fmla="*/ 100562 w 100477"/>
                <a:gd name="connsiteY4" fmla="*/ 50933 h 99783"/>
                <a:gd name="connsiteX5" fmla="*/ 50437 w 100477"/>
                <a:gd name="connsiteY5" fmla="*/ 94412 h 99783"/>
                <a:gd name="connsiteX6" fmla="*/ 24580 w 100477"/>
                <a:gd name="connsiteY6" fmla="*/ 79846 h 99783"/>
                <a:gd name="connsiteX7" fmla="*/ 18910 w 100477"/>
                <a:gd name="connsiteY7" fmla="*/ 49194 h 99783"/>
                <a:gd name="connsiteX8" fmla="*/ 24353 w 100477"/>
                <a:gd name="connsiteY8" fmla="*/ 19411 h 99783"/>
                <a:gd name="connsiteX9" fmla="*/ 50210 w 100477"/>
                <a:gd name="connsiteY9" fmla="*/ 4845 h 99783"/>
                <a:gd name="connsiteX10" fmla="*/ 75840 w 100477"/>
                <a:gd name="connsiteY10" fmla="*/ 18976 h 99783"/>
                <a:gd name="connsiteX11" fmla="*/ 81737 w 100477"/>
                <a:gd name="connsiteY11" fmla="*/ 49194 h 99783"/>
                <a:gd name="connsiteX12" fmla="*/ 76747 w 100477"/>
                <a:gd name="connsiteY12" fmla="*/ 78325 h 99783"/>
                <a:gd name="connsiteX13" fmla="*/ 50437 w 100477"/>
                <a:gd name="connsiteY13" fmla="*/ 94412 h 99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0477" h="99783">
                  <a:moveTo>
                    <a:pt x="100562" y="50933"/>
                  </a:moveTo>
                  <a:cubicBezTo>
                    <a:pt x="100562" y="23107"/>
                    <a:pt x="77881" y="63"/>
                    <a:pt x="50437" y="63"/>
                  </a:cubicBezTo>
                  <a:cubicBezTo>
                    <a:pt x="22085" y="63"/>
                    <a:pt x="84" y="23759"/>
                    <a:pt x="84" y="50933"/>
                  </a:cubicBezTo>
                  <a:cubicBezTo>
                    <a:pt x="84" y="78977"/>
                    <a:pt x="23673" y="99847"/>
                    <a:pt x="50210" y="99847"/>
                  </a:cubicBezTo>
                  <a:cubicBezTo>
                    <a:pt x="77654" y="99847"/>
                    <a:pt x="100562" y="78542"/>
                    <a:pt x="100562" y="50933"/>
                  </a:cubicBezTo>
                  <a:close/>
                  <a:moveTo>
                    <a:pt x="50437" y="94412"/>
                  </a:moveTo>
                  <a:cubicBezTo>
                    <a:pt x="40684" y="94412"/>
                    <a:pt x="30704" y="89846"/>
                    <a:pt x="24580" y="79846"/>
                  </a:cubicBezTo>
                  <a:cubicBezTo>
                    <a:pt x="18910" y="70281"/>
                    <a:pt x="18910" y="57020"/>
                    <a:pt x="18910" y="49194"/>
                  </a:cubicBezTo>
                  <a:cubicBezTo>
                    <a:pt x="18910" y="40715"/>
                    <a:pt x="18910" y="28976"/>
                    <a:pt x="24353" y="19411"/>
                  </a:cubicBezTo>
                  <a:cubicBezTo>
                    <a:pt x="30477" y="9411"/>
                    <a:pt x="41137" y="4845"/>
                    <a:pt x="50210" y="4845"/>
                  </a:cubicBezTo>
                  <a:cubicBezTo>
                    <a:pt x="60190" y="4845"/>
                    <a:pt x="69942" y="9628"/>
                    <a:pt x="75840" y="18976"/>
                  </a:cubicBezTo>
                  <a:cubicBezTo>
                    <a:pt x="81737" y="28324"/>
                    <a:pt x="81737" y="40933"/>
                    <a:pt x="81737" y="49194"/>
                  </a:cubicBezTo>
                  <a:cubicBezTo>
                    <a:pt x="81737" y="57020"/>
                    <a:pt x="81737" y="68759"/>
                    <a:pt x="76747" y="78325"/>
                  </a:cubicBezTo>
                  <a:cubicBezTo>
                    <a:pt x="71757" y="88107"/>
                    <a:pt x="61777" y="94412"/>
                    <a:pt x="50437" y="94412"/>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1" name="Freeform: Shape 40">
              <a:extLst>
                <a:ext uri="{FF2B5EF4-FFF2-40B4-BE49-F238E27FC236}">
                  <a16:creationId xmlns:a16="http://schemas.microsoft.com/office/drawing/2014/main" id="{2B9E2E1C-F251-369B-9B1B-F226741CE650}"/>
                </a:ext>
              </a:extLst>
            </p:cNvPr>
            <p:cNvSpPr/>
            <p:nvPr>
              <p:custDataLst>
                <p:tags r:id="rId5"/>
              </p:custDataLst>
            </p:nvPr>
          </p:nvSpPr>
          <p:spPr>
            <a:xfrm>
              <a:off x="4921997" y="5690034"/>
              <a:ext cx="76209" cy="96088"/>
            </a:xfrm>
            <a:custGeom>
              <a:avLst/>
              <a:gdLst>
                <a:gd name="connsiteX0" fmla="*/ 31616 w 76209"/>
                <a:gd name="connsiteY0" fmla="*/ 23976 h 96088"/>
                <a:gd name="connsiteX1" fmla="*/ 31616 w 76209"/>
                <a:gd name="connsiteY1" fmla="*/ 63 h 96088"/>
                <a:gd name="connsiteX2" fmla="*/ 89 w 76209"/>
                <a:gd name="connsiteY2" fmla="*/ 2454 h 96088"/>
                <a:gd name="connsiteX3" fmla="*/ 89 w 76209"/>
                <a:gd name="connsiteY3" fmla="*/ 9193 h 96088"/>
                <a:gd name="connsiteX4" fmla="*/ 17781 w 76209"/>
                <a:gd name="connsiteY4" fmla="*/ 21367 h 96088"/>
                <a:gd name="connsiteX5" fmla="*/ 17781 w 76209"/>
                <a:gd name="connsiteY5" fmla="*/ 79629 h 96088"/>
                <a:gd name="connsiteX6" fmla="*/ 89 w 76209"/>
                <a:gd name="connsiteY6" fmla="*/ 89412 h 96088"/>
                <a:gd name="connsiteX7" fmla="*/ 89 w 76209"/>
                <a:gd name="connsiteY7" fmla="*/ 96151 h 96088"/>
                <a:gd name="connsiteX8" fmla="*/ 25946 w 76209"/>
                <a:gd name="connsiteY8" fmla="*/ 95499 h 96088"/>
                <a:gd name="connsiteX9" fmla="*/ 54751 w 76209"/>
                <a:gd name="connsiteY9" fmla="*/ 96151 h 96088"/>
                <a:gd name="connsiteX10" fmla="*/ 54751 w 76209"/>
                <a:gd name="connsiteY10" fmla="*/ 89412 h 96088"/>
                <a:gd name="connsiteX11" fmla="*/ 49988 w 76209"/>
                <a:gd name="connsiteY11" fmla="*/ 89412 h 96088"/>
                <a:gd name="connsiteX12" fmla="*/ 32750 w 76209"/>
                <a:gd name="connsiteY12" fmla="*/ 79194 h 96088"/>
                <a:gd name="connsiteX13" fmla="*/ 32750 w 76209"/>
                <a:gd name="connsiteY13" fmla="*/ 45715 h 96088"/>
                <a:gd name="connsiteX14" fmla="*/ 59514 w 76209"/>
                <a:gd name="connsiteY14" fmla="*/ 4845 h 96088"/>
                <a:gd name="connsiteX15" fmla="*/ 62009 w 76209"/>
                <a:gd name="connsiteY15" fmla="*/ 5063 h 96088"/>
                <a:gd name="connsiteX16" fmla="*/ 56792 w 76209"/>
                <a:gd name="connsiteY16" fmla="*/ 13541 h 96088"/>
                <a:gd name="connsiteX17" fmla="*/ 66545 w 76209"/>
                <a:gd name="connsiteY17" fmla="*/ 22889 h 96088"/>
                <a:gd name="connsiteX18" fmla="*/ 76298 w 76209"/>
                <a:gd name="connsiteY18" fmla="*/ 13324 h 96088"/>
                <a:gd name="connsiteX19" fmla="*/ 59514 w 76209"/>
                <a:gd name="connsiteY19" fmla="*/ 63 h 96088"/>
                <a:gd name="connsiteX20" fmla="*/ 31616 w 76209"/>
                <a:gd name="connsiteY20" fmla="*/ 23976 h 9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209" h="96088">
                  <a:moveTo>
                    <a:pt x="31616" y="23976"/>
                  </a:moveTo>
                  <a:lnTo>
                    <a:pt x="31616" y="63"/>
                  </a:lnTo>
                  <a:lnTo>
                    <a:pt x="89" y="2454"/>
                  </a:lnTo>
                  <a:lnTo>
                    <a:pt x="89" y="9193"/>
                  </a:lnTo>
                  <a:cubicBezTo>
                    <a:pt x="15966" y="9193"/>
                    <a:pt x="17781" y="10715"/>
                    <a:pt x="17781" y="21367"/>
                  </a:cubicBezTo>
                  <a:lnTo>
                    <a:pt x="17781" y="79629"/>
                  </a:lnTo>
                  <a:cubicBezTo>
                    <a:pt x="17781" y="89412"/>
                    <a:pt x="15286" y="89412"/>
                    <a:pt x="89" y="89412"/>
                  </a:cubicBezTo>
                  <a:lnTo>
                    <a:pt x="89" y="96151"/>
                  </a:lnTo>
                  <a:cubicBezTo>
                    <a:pt x="8935" y="95933"/>
                    <a:pt x="19595" y="95499"/>
                    <a:pt x="25946" y="95499"/>
                  </a:cubicBezTo>
                  <a:cubicBezTo>
                    <a:pt x="35018" y="95499"/>
                    <a:pt x="45679" y="95499"/>
                    <a:pt x="54751" y="96151"/>
                  </a:cubicBezTo>
                  <a:lnTo>
                    <a:pt x="54751" y="89412"/>
                  </a:lnTo>
                  <a:lnTo>
                    <a:pt x="49988" y="89412"/>
                  </a:lnTo>
                  <a:cubicBezTo>
                    <a:pt x="33204" y="89412"/>
                    <a:pt x="32750" y="87020"/>
                    <a:pt x="32750" y="79194"/>
                  </a:cubicBezTo>
                  <a:lnTo>
                    <a:pt x="32750" y="45715"/>
                  </a:lnTo>
                  <a:cubicBezTo>
                    <a:pt x="32750" y="24193"/>
                    <a:pt x="42276" y="4845"/>
                    <a:pt x="59514" y="4845"/>
                  </a:cubicBezTo>
                  <a:cubicBezTo>
                    <a:pt x="61102" y="4845"/>
                    <a:pt x="61555" y="4845"/>
                    <a:pt x="62009" y="5063"/>
                  </a:cubicBezTo>
                  <a:cubicBezTo>
                    <a:pt x="61329" y="5280"/>
                    <a:pt x="56792" y="7889"/>
                    <a:pt x="56792" y="13541"/>
                  </a:cubicBezTo>
                  <a:cubicBezTo>
                    <a:pt x="56792" y="19628"/>
                    <a:pt x="61555" y="22889"/>
                    <a:pt x="66545" y="22889"/>
                  </a:cubicBezTo>
                  <a:cubicBezTo>
                    <a:pt x="70628" y="22889"/>
                    <a:pt x="76298" y="20280"/>
                    <a:pt x="76298" y="13324"/>
                  </a:cubicBezTo>
                  <a:cubicBezTo>
                    <a:pt x="76298" y="6367"/>
                    <a:pt x="69267" y="63"/>
                    <a:pt x="59514" y="63"/>
                  </a:cubicBezTo>
                  <a:cubicBezTo>
                    <a:pt x="42957" y="63"/>
                    <a:pt x="34791" y="14628"/>
                    <a:pt x="31616" y="23976"/>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2" name="Freeform: Shape 41">
              <a:extLst>
                <a:ext uri="{FF2B5EF4-FFF2-40B4-BE49-F238E27FC236}">
                  <a16:creationId xmlns:a16="http://schemas.microsoft.com/office/drawing/2014/main" id="{78906A3E-C367-6F56-12C1-9BFD93EA82DE}"/>
                </a:ext>
              </a:extLst>
            </p:cNvPr>
            <p:cNvSpPr/>
            <p:nvPr>
              <p:custDataLst>
                <p:tags r:id="rId6"/>
              </p:custDataLst>
            </p:nvPr>
          </p:nvSpPr>
          <p:spPr>
            <a:xfrm>
              <a:off x="5011739" y="5690034"/>
              <a:ext cx="177140" cy="96088"/>
            </a:xfrm>
            <a:custGeom>
              <a:avLst/>
              <a:gdLst>
                <a:gd name="connsiteX0" fmla="*/ 17784 w 177140"/>
                <a:gd name="connsiteY0" fmla="*/ 21367 h 96088"/>
                <a:gd name="connsiteX1" fmla="*/ 17784 w 177140"/>
                <a:gd name="connsiteY1" fmla="*/ 79629 h 96088"/>
                <a:gd name="connsiteX2" fmla="*/ 93 w 177140"/>
                <a:gd name="connsiteY2" fmla="*/ 89412 h 96088"/>
                <a:gd name="connsiteX3" fmla="*/ 93 w 177140"/>
                <a:gd name="connsiteY3" fmla="*/ 96151 h 96088"/>
                <a:gd name="connsiteX4" fmla="*/ 25723 w 177140"/>
                <a:gd name="connsiteY4" fmla="*/ 95499 h 96088"/>
                <a:gd name="connsiteX5" fmla="*/ 51126 w 177140"/>
                <a:gd name="connsiteY5" fmla="*/ 96151 h 96088"/>
                <a:gd name="connsiteX6" fmla="*/ 51126 w 177140"/>
                <a:gd name="connsiteY6" fmla="*/ 89412 h 96088"/>
                <a:gd name="connsiteX7" fmla="*/ 33435 w 177140"/>
                <a:gd name="connsiteY7" fmla="*/ 79629 h 96088"/>
                <a:gd name="connsiteX8" fmla="*/ 33435 w 177140"/>
                <a:gd name="connsiteY8" fmla="*/ 39628 h 96088"/>
                <a:gd name="connsiteX9" fmla="*/ 64054 w 177140"/>
                <a:gd name="connsiteY9" fmla="*/ 4845 h 96088"/>
                <a:gd name="connsiteX10" fmla="*/ 80838 w 177140"/>
                <a:gd name="connsiteY10" fmla="*/ 28976 h 96088"/>
                <a:gd name="connsiteX11" fmla="*/ 80838 w 177140"/>
                <a:gd name="connsiteY11" fmla="*/ 79629 h 96088"/>
                <a:gd name="connsiteX12" fmla="*/ 63147 w 177140"/>
                <a:gd name="connsiteY12" fmla="*/ 89412 h 96088"/>
                <a:gd name="connsiteX13" fmla="*/ 63147 w 177140"/>
                <a:gd name="connsiteY13" fmla="*/ 96151 h 96088"/>
                <a:gd name="connsiteX14" fmla="*/ 88777 w 177140"/>
                <a:gd name="connsiteY14" fmla="*/ 95499 h 96088"/>
                <a:gd name="connsiteX15" fmla="*/ 114180 w 177140"/>
                <a:gd name="connsiteY15" fmla="*/ 96151 h 96088"/>
                <a:gd name="connsiteX16" fmla="*/ 114180 w 177140"/>
                <a:gd name="connsiteY16" fmla="*/ 89412 h 96088"/>
                <a:gd name="connsiteX17" fmla="*/ 96488 w 177140"/>
                <a:gd name="connsiteY17" fmla="*/ 79629 h 96088"/>
                <a:gd name="connsiteX18" fmla="*/ 96488 w 177140"/>
                <a:gd name="connsiteY18" fmla="*/ 39628 h 96088"/>
                <a:gd name="connsiteX19" fmla="*/ 127108 w 177140"/>
                <a:gd name="connsiteY19" fmla="*/ 4845 h 96088"/>
                <a:gd name="connsiteX20" fmla="*/ 143892 w 177140"/>
                <a:gd name="connsiteY20" fmla="*/ 28976 h 96088"/>
                <a:gd name="connsiteX21" fmla="*/ 143892 w 177140"/>
                <a:gd name="connsiteY21" fmla="*/ 79629 h 96088"/>
                <a:gd name="connsiteX22" fmla="*/ 126201 w 177140"/>
                <a:gd name="connsiteY22" fmla="*/ 89412 h 96088"/>
                <a:gd name="connsiteX23" fmla="*/ 126201 w 177140"/>
                <a:gd name="connsiteY23" fmla="*/ 96151 h 96088"/>
                <a:gd name="connsiteX24" fmla="*/ 151831 w 177140"/>
                <a:gd name="connsiteY24" fmla="*/ 95499 h 96088"/>
                <a:gd name="connsiteX25" fmla="*/ 177234 w 177140"/>
                <a:gd name="connsiteY25" fmla="*/ 96151 h 96088"/>
                <a:gd name="connsiteX26" fmla="*/ 177234 w 177140"/>
                <a:gd name="connsiteY26" fmla="*/ 89412 h 96088"/>
                <a:gd name="connsiteX27" fmla="*/ 159542 w 177140"/>
                <a:gd name="connsiteY27" fmla="*/ 82890 h 96088"/>
                <a:gd name="connsiteX28" fmla="*/ 159542 w 177140"/>
                <a:gd name="connsiteY28" fmla="*/ 41368 h 96088"/>
                <a:gd name="connsiteX29" fmla="*/ 152511 w 177140"/>
                <a:gd name="connsiteY29" fmla="*/ 8106 h 96088"/>
                <a:gd name="connsiteX30" fmla="*/ 128696 w 177140"/>
                <a:gd name="connsiteY30" fmla="*/ 63 h 96088"/>
                <a:gd name="connsiteX31" fmla="*/ 95808 w 177140"/>
                <a:gd name="connsiteY31" fmla="*/ 21367 h 96088"/>
                <a:gd name="connsiteX32" fmla="*/ 65642 w 177140"/>
                <a:gd name="connsiteY32" fmla="*/ 63 h 96088"/>
                <a:gd name="connsiteX33" fmla="*/ 32074 w 177140"/>
                <a:gd name="connsiteY33" fmla="*/ 22889 h 96088"/>
                <a:gd name="connsiteX34" fmla="*/ 32074 w 177140"/>
                <a:gd name="connsiteY34" fmla="*/ 63 h 96088"/>
                <a:gd name="connsiteX35" fmla="*/ 93 w 177140"/>
                <a:gd name="connsiteY35" fmla="*/ 2454 h 96088"/>
                <a:gd name="connsiteX36" fmla="*/ 93 w 177140"/>
                <a:gd name="connsiteY36" fmla="*/ 9193 h 96088"/>
                <a:gd name="connsiteX37" fmla="*/ 17784 w 177140"/>
                <a:gd name="connsiteY37" fmla="*/ 21367 h 9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7140" h="96088">
                  <a:moveTo>
                    <a:pt x="17784" y="21367"/>
                  </a:moveTo>
                  <a:lnTo>
                    <a:pt x="17784" y="79629"/>
                  </a:lnTo>
                  <a:cubicBezTo>
                    <a:pt x="17784" y="89412"/>
                    <a:pt x="15290" y="89412"/>
                    <a:pt x="93" y="89412"/>
                  </a:cubicBezTo>
                  <a:lnTo>
                    <a:pt x="93" y="96151"/>
                  </a:lnTo>
                  <a:cubicBezTo>
                    <a:pt x="8032" y="95933"/>
                    <a:pt x="19599" y="95499"/>
                    <a:pt x="25723" y="95499"/>
                  </a:cubicBezTo>
                  <a:cubicBezTo>
                    <a:pt x="31620" y="95499"/>
                    <a:pt x="43414" y="95933"/>
                    <a:pt x="51126" y="96151"/>
                  </a:cubicBezTo>
                  <a:lnTo>
                    <a:pt x="51126" y="89412"/>
                  </a:lnTo>
                  <a:cubicBezTo>
                    <a:pt x="35929" y="89412"/>
                    <a:pt x="33435" y="89412"/>
                    <a:pt x="33435" y="79629"/>
                  </a:cubicBezTo>
                  <a:lnTo>
                    <a:pt x="33435" y="39628"/>
                  </a:lnTo>
                  <a:cubicBezTo>
                    <a:pt x="33435" y="17019"/>
                    <a:pt x="49538" y="4845"/>
                    <a:pt x="64054" y="4845"/>
                  </a:cubicBezTo>
                  <a:cubicBezTo>
                    <a:pt x="78343" y="4845"/>
                    <a:pt x="80838" y="16585"/>
                    <a:pt x="80838" y="28976"/>
                  </a:cubicBezTo>
                  <a:lnTo>
                    <a:pt x="80838" y="79629"/>
                  </a:lnTo>
                  <a:cubicBezTo>
                    <a:pt x="80838" y="89412"/>
                    <a:pt x="78343" y="89412"/>
                    <a:pt x="63147" y="89412"/>
                  </a:cubicBezTo>
                  <a:lnTo>
                    <a:pt x="63147" y="96151"/>
                  </a:lnTo>
                  <a:cubicBezTo>
                    <a:pt x="71085" y="95933"/>
                    <a:pt x="82653" y="95499"/>
                    <a:pt x="88777" y="95499"/>
                  </a:cubicBezTo>
                  <a:cubicBezTo>
                    <a:pt x="94674" y="95499"/>
                    <a:pt x="106468" y="95933"/>
                    <a:pt x="114180" y="96151"/>
                  </a:cubicBezTo>
                  <a:lnTo>
                    <a:pt x="114180" y="89412"/>
                  </a:lnTo>
                  <a:cubicBezTo>
                    <a:pt x="98983" y="89412"/>
                    <a:pt x="96488" y="89412"/>
                    <a:pt x="96488" y="79629"/>
                  </a:cubicBezTo>
                  <a:lnTo>
                    <a:pt x="96488" y="39628"/>
                  </a:lnTo>
                  <a:cubicBezTo>
                    <a:pt x="96488" y="17019"/>
                    <a:pt x="112592" y="4845"/>
                    <a:pt x="127108" y="4845"/>
                  </a:cubicBezTo>
                  <a:cubicBezTo>
                    <a:pt x="141397" y="4845"/>
                    <a:pt x="143892" y="16585"/>
                    <a:pt x="143892" y="28976"/>
                  </a:cubicBezTo>
                  <a:lnTo>
                    <a:pt x="143892" y="79629"/>
                  </a:lnTo>
                  <a:cubicBezTo>
                    <a:pt x="143892" y="89412"/>
                    <a:pt x="141397" y="89412"/>
                    <a:pt x="126201" y="89412"/>
                  </a:cubicBezTo>
                  <a:lnTo>
                    <a:pt x="126201" y="96151"/>
                  </a:lnTo>
                  <a:cubicBezTo>
                    <a:pt x="134139" y="95933"/>
                    <a:pt x="145707" y="95499"/>
                    <a:pt x="151831" y="95499"/>
                  </a:cubicBezTo>
                  <a:cubicBezTo>
                    <a:pt x="157728" y="95499"/>
                    <a:pt x="169522" y="95933"/>
                    <a:pt x="177234" y="96151"/>
                  </a:cubicBezTo>
                  <a:lnTo>
                    <a:pt x="177234" y="89412"/>
                  </a:lnTo>
                  <a:cubicBezTo>
                    <a:pt x="165439" y="89412"/>
                    <a:pt x="159769" y="89412"/>
                    <a:pt x="159542" y="82890"/>
                  </a:cubicBezTo>
                  <a:lnTo>
                    <a:pt x="159542" y="41368"/>
                  </a:lnTo>
                  <a:cubicBezTo>
                    <a:pt x="159542" y="22672"/>
                    <a:pt x="159542" y="15933"/>
                    <a:pt x="152511" y="8106"/>
                  </a:cubicBezTo>
                  <a:cubicBezTo>
                    <a:pt x="149336" y="4411"/>
                    <a:pt x="141851" y="63"/>
                    <a:pt x="128696" y="63"/>
                  </a:cubicBezTo>
                  <a:cubicBezTo>
                    <a:pt x="109644" y="63"/>
                    <a:pt x="99664" y="13106"/>
                    <a:pt x="95808" y="21367"/>
                  </a:cubicBezTo>
                  <a:cubicBezTo>
                    <a:pt x="92633" y="2454"/>
                    <a:pt x="75848" y="63"/>
                    <a:pt x="65642" y="63"/>
                  </a:cubicBezTo>
                  <a:cubicBezTo>
                    <a:pt x="49085" y="63"/>
                    <a:pt x="38424" y="9411"/>
                    <a:pt x="32074" y="22889"/>
                  </a:cubicBezTo>
                  <a:lnTo>
                    <a:pt x="32074" y="63"/>
                  </a:lnTo>
                  <a:lnTo>
                    <a:pt x="93" y="2454"/>
                  </a:lnTo>
                  <a:lnTo>
                    <a:pt x="93" y="9193"/>
                  </a:lnTo>
                  <a:cubicBezTo>
                    <a:pt x="15970" y="9193"/>
                    <a:pt x="17784" y="10715"/>
                    <a:pt x="17784" y="21367"/>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 name="Freeform: Shape 42">
              <a:extLst>
                <a:ext uri="{FF2B5EF4-FFF2-40B4-BE49-F238E27FC236}">
                  <a16:creationId xmlns:a16="http://schemas.microsoft.com/office/drawing/2014/main" id="{5AE5F9EB-D749-9936-D691-95F12A5F9435}"/>
                </a:ext>
              </a:extLst>
            </p:cNvPr>
            <p:cNvSpPr/>
            <p:nvPr>
              <p:custDataLst>
                <p:tags r:id="rId7"/>
              </p:custDataLst>
            </p:nvPr>
          </p:nvSpPr>
          <p:spPr>
            <a:xfrm>
              <a:off x="5203018" y="5688729"/>
              <a:ext cx="102292" cy="99783"/>
            </a:xfrm>
            <a:custGeom>
              <a:avLst/>
              <a:gdLst>
                <a:gd name="connsiteX0" fmla="*/ 66104 w 102292"/>
                <a:gd name="connsiteY0" fmla="*/ 80933 h 99783"/>
                <a:gd name="connsiteX1" fmla="*/ 83795 w 102292"/>
                <a:gd name="connsiteY1" fmla="*/ 98760 h 99783"/>
                <a:gd name="connsiteX2" fmla="*/ 102394 w 102292"/>
                <a:gd name="connsiteY2" fmla="*/ 78107 h 99783"/>
                <a:gd name="connsiteX3" fmla="*/ 102394 w 102292"/>
                <a:gd name="connsiteY3" fmla="*/ 65933 h 99783"/>
                <a:gd name="connsiteX4" fmla="*/ 96724 w 102292"/>
                <a:gd name="connsiteY4" fmla="*/ 65933 h 99783"/>
                <a:gd name="connsiteX5" fmla="*/ 96724 w 102292"/>
                <a:gd name="connsiteY5" fmla="*/ 78107 h 99783"/>
                <a:gd name="connsiteX6" fmla="*/ 88558 w 102292"/>
                <a:gd name="connsiteY6" fmla="*/ 92020 h 99783"/>
                <a:gd name="connsiteX7" fmla="*/ 80166 w 102292"/>
                <a:gd name="connsiteY7" fmla="*/ 81151 h 99783"/>
                <a:gd name="connsiteX8" fmla="*/ 80166 w 102292"/>
                <a:gd name="connsiteY8" fmla="*/ 37672 h 99783"/>
                <a:gd name="connsiteX9" fmla="*/ 72001 w 102292"/>
                <a:gd name="connsiteY9" fmla="*/ 12019 h 99783"/>
                <a:gd name="connsiteX10" fmla="*/ 40928 w 102292"/>
                <a:gd name="connsiteY10" fmla="*/ 63 h 99783"/>
                <a:gd name="connsiteX11" fmla="*/ 6679 w 102292"/>
                <a:gd name="connsiteY11" fmla="*/ 24628 h 99783"/>
                <a:gd name="connsiteX12" fmla="*/ 17112 w 102292"/>
                <a:gd name="connsiteY12" fmla="*/ 34846 h 99783"/>
                <a:gd name="connsiteX13" fmla="*/ 27546 w 102292"/>
                <a:gd name="connsiteY13" fmla="*/ 24846 h 99783"/>
                <a:gd name="connsiteX14" fmla="*/ 15978 w 102292"/>
                <a:gd name="connsiteY14" fmla="*/ 14846 h 99783"/>
                <a:gd name="connsiteX15" fmla="*/ 40474 w 102292"/>
                <a:gd name="connsiteY15" fmla="*/ 4845 h 99783"/>
                <a:gd name="connsiteX16" fmla="*/ 64516 w 102292"/>
                <a:gd name="connsiteY16" fmla="*/ 32672 h 99783"/>
                <a:gd name="connsiteX17" fmla="*/ 64516 w 102292"/>
                <a:gd name="connsiteY17" fmla="*/ 40715 h 99783"/>
                <a:gd name="connsiteX18" fmla="*/ 22783 w 102292"/>
                <a:gd name="connsiteY18" fmla="*/ 48542 h 99783"/>
                <a:gd name="connsiteX19" fmla="*/ 101 w 102292"/>
                <a:gd name="connsiteY19" fmla="*/ 76803 h 99783"/>
                <a:gd name="connsiteX20" fmla="*/ 36391 w 102292"/>
                <a:gd name="connsiteY20" fmla="*/ 99847 h 99783"/>
                <a:gd name="connsiteX21" fmla="*/ 66104 w 102292"/>
                <a:gd name="connsiteY21" fmla="*/ 80933 h 99783"/>
                <a:gd name="connsiteX22" fmla="*/ 64516 w 102292"/>
                <a:gd name="connsiteY22" fmla="*/ 45281 h 99783"/>
                <a:gd name="connsiteX23" fmla="*/ 64516 w 102292"/>
                <a:gd name="connsiteY23" fmla="*/ 67020 h 99783"/>
                <a:gd name="connsiteX24" fmla="*/ 37979 w 102292"/>
                <a:gd name="connsiteY24" fmla="*/ 95064 h 99783"/>
                <a:gd name="connsiteX25" fmla="*/ 17566 w 102292"/>
                <a:gd name="connsiteY25" fmla="*/ 76585 h 99783"/>
                <a:gd name="connsiteX26" fmla="*/ 64516 w 102292"/>
                <a:gd name="connsiteY26" fmla="*/ 45281 h 99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2292" h="99783">
                  <a:moveTo>
                    <a:pt x="66104" y="80933"/>
                  </a:moveTo>
                  <a:cubicBezTo>
                    <a:pt x="67011" y="89629"/>
                    <a:pt x="73135" y="98760"/>
                    <a:pt x="83795" y="98760"/>
                  </a:cubicBezTo>
                  <a:cubicBezTo>
                    <a:pt x="88558" y="98760"/>
                    <a:pt x="102394" y="95716"/>
                    <a:pt x="102394" y="78107"/>
                  </a:cubicBezTo>
                  <a:lnTo>
                    <a:pt x="102394" y="65933"/>
                  </a:lnTo>
                  <a:lnTo>
                    <a:pt x="96724" y="65933"/>
                  </a:lnTo>
                  <a:lnTo>
                    <a:pt x="96724" y="78107"/>
                  </a:lnTo>
                  <a:cubicBezTo>
                    <a:pt x="96724" y="90716"/>
                    <a:pt x="91053" y="92020"/>
                    <a:pt x="88558" y="92020"/>
                  </a:cubicBezTo>
                  <a:cubicBezTo>
                    <a:pt x="81073" y="92020"/>
                    <a:pt x="80166" y="82238"/>
                    <a:pt x="80166" y="81151"/>
                  </a:cubicBezTo>
                  <a:lnTo>
                    <a:pt x="80166" y="37672"/>
                  </a:lnTo>
                  <a:cubicBezTo>
                    <a:pt x="80166" y="28541"/>
                    <a:pt x="80166" y="20063"/>
                    <a:pt x="72001" y="12019"/>
                  </a:cubicBezTo>
                  <a:cubicBezTo>
                    <a:pt x="63155" y="3541"/>
                    <a:pt x="51815" y="63"/>
                    <a:pt x="40928" y="63"/>
                  </a:cubicBezTo>
                  <a:cubicBezTo>
                    <a:pt x="22329" y="63"/>
                    <a:pt x="6679" y="10280"/>
                    <a:pt x="6679" y="24628"/>
                  </a:cubicBezTo>
                  <a:cubicBezTo>
                    <a:pt x="6679" y="31150"/>
                    <a:pt x="11215" y="34846"/>
                    <a:pt x="17112" y="34846"/>
                  </a:cubicBezTo>
                  <a:cubicBezTo>
                    <a:pt x="23463" y="34846"/>
                    <a:pt x="27546" y="30498"/>
                    <a:pt x="27546" y="24846"/>
                  </a:cubicBezTo>
                  <a:cubicBezTo>
                    <a:pt x="27546" y="22237"/>
                    <a:pt x="26412" y="15063"/>
                    <a:pt x="15978" y="14846"/>
                  </a:cubicBezTo>
                  <a:cubicBezTo>
                    <a:pt x="22102" y="7237"/>
                    <a:pt x="33216" y="4845"/>
                    <a:pt x="40474" y="4845"/>
                  </a:cubicBezTo>
                  <a:cubicBezTo>
                    <a:pt x="51588" y="4845"/>
                    <a:pt x="64516" y="13324"/>
                    <a:pt x="64516" y="32672"/>
                  </a:cubicBezTo>
                  <a:lnTo>
                    <a:pt x="64516" y="40715"/>
                  </a:lnTo>
                  <a:cubicBezTo>
                    <a:pt x="52949" y="41368"/>
                    <a:pt x="37072" y="42020"/>
                    <a:pt x="22783" y="48542"/>
                  </a:cubicBezTo>
                  <a:cubicBezTo>
                    <a:pt x="5772" y="55933"/>
                    <a:pt x="101" y="67237"/>
                    <a:pt x="101" y="76803"/>
                  </a:cubicBezTo>
                  <a:cubicBezTo>
                    <a:pt x="101" y="94412"/>
                    <a:pt x="22102" y="99847"/>
                    <a:pt x="36391" y="99847"/>
                  </a:cubicBezTo>
                  <a:cubicBezTo>
                    <a:pt x="51361" y="99847"/>
                    <a:pt x="61794" y="91151"/>
                    <a:pt x="66104" y="80933"/>
                  </a:cubicBezTo>
                  <a:close/>
                  <a:moveTo>
                    <a:pt x="64516" y="45281"/>
                  </a:moveTo>
                  <a:lnTo>
                    <a:pt x="64516" y="67020"/>
                  </a:lnTo>
                  <a:cubicBezTo>
                    <a:pt x="64516" y="87672"/>
                    <a:pt x="48186" y="95064"/>
                    <a:pt x="37979" y="95064"/>
                  </a:cubicBezTo>
                  <a:cubicBezTo>
                    <a:pt x="26865" y="95064"/>
                    <a:pt x="17566" y="87455"/>
                    <a:pt x="17566" y="76585"/>
                  </a:cubicBezTo>
                  <a:cubicBezTo>
                    <a:pt x="17566" y="64629"/>
                    <a:pt x="27092" y="46585"/>
                    <a:pt x="64516" y="45281"/>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4" name="Freeform: Shape 43">
              <a:extLst>
                <a:ext uri="{FF2B5EF4-FFF2-40B4-BE49-F238E27FC236}">
                  <a16:creationId xmlns:a16="http://schemas.microsoft.com/office/drawing/2014/main" id="{95835C23-83E8-C809-784A-A77104DEB65B}"/>
                </a:ext>
              </a:extLst>
            </p:cNvPr>
            <p:cNvSpPr/>
            <p:nvPr>
              <p:custDataLst>
                <p:tags r:id="rId8"/>
              </p:custDataLst>
            </p:nvPr>
          </p:nvSpPr>
          <p:spPr>
            <a:xfrm>
              <a:off x="5314384" y="5635251"/>
              <a:ext cx="50352" cy="150871"/>
            </a:xfrm>
            <a:custGeom>
              <a:avLst/>
              <a:gdLst>
                <a:gd name="connsiteX0" fmla="*/ 32767 w 50352"/>
                <a:gd name="connsiteY0" fmla="*/ 63 h 150871"/>
                <a:gd name="connsiteX1" fmla="*/ 106 w 50352"/>
                <a:gd name="connsiteY1" fmla="*/ 2454 h 150871"/>
                <a:gd name="connsiteX2" fmla="*/ 106 w 50352"/>
                <a:gd name="connsiteY2" fmla="*/ 9193 h 150871"/>
                <a:gd name="connsiteX3" fmla="*/ 17798 w 50352"/>
                <a:gd name="connsiteY3" fmla="*/ 21367 h 150871"/>
                <a:gd name="connsiteX4" fmla="*/ 17798 w 50352"/>
                <a:gd name="connsiteY4" fmla="*/ 134412 h 150871"/>
                <a:gd name="connsiteX5" fmla="*/ 106 w 50352"/>
                <a:gd name="connsiteY5" fmla="*/ 144195 h 150871"/>
                <a:gd name="connsiteX6" fmla="*/ 106 w 50352"/>
                <a:gd name="connsiteY6" fmla="*/ 150934 h 150871"/>
                <a:gd name="connsiteX7" fmla="*/ 25283 w 50352"/>
                <a:gd name="connsiteY7" fmla="*/ 150282 h 150871"/>
                <a:gd name="connsiteX8" fmla="*/ 50459 w 50352"/>
                <a:gd name="connsiteY8" fmla="*/ 150934 h 150871"/>
                <a:gd name="connsiteX9" fmla="*/ 50459 w 50352"/>
                <a:gd name="connsiteY9" fmla="*/ 144195 h 150871"/>
                <a:gd name="connsiteX10" fmla="*/ 32767 w 50352"/>
                <a:gd name="connsiteY10" fmla="*/ 134412 h 150871"/>
                <a:gd name="connsiteX11" fmla="*/ 32767 w 50352"/>
                <a:gd name="connsiteY11" fmla="*/ 63 h 150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352" h="150871">
                  <a:moveTo>
                    <a:pt x="32767" y="63"/>
                  </a:moveTo>
                  <a:lnTo>
                    <a:pt x="106" y="2454"/>
                  </a:lnTo>
                  <a:lnTo>
                    <a:pt x="106" y="9193"/>
                  </a:lnTo>
                  <a:cubicBezTo>
                    <a:pt x="15983" y="9193"/>
                    <a:pt x="17798" y="10715"/>
                    <a:pt x="17798" y="21367"/>
                  </a:cubicBezTo>
                  <a:lnTo>
                    <a:pt x="17798" y="134412"/>
                  </a:lnTo>
                  <a:cubicBezTo>
                    <a:pt x="17798" y="144195"/>
                    <a:pt x="15303" y="144195"/>
                    <a:pt x="106" y="144195"/>
                  </a:cubicBezTo>
                  <a:lnTo>
                    <a:pt x="106" y="150934"/>
                  </a:lnTo>
                  <a:cubicBezTo>
                    <a:pt x="7591" y="150717"/>
                    <a:pt x="19612" y="150282"/>
                    <a:pt x="25283" y="150282"/>
                  </a:cubicBezTo>
                  <a:cubicBezTo>
                    <a:pt x="30953" y="150282"/>
                    <a:pt x="42067" y="150717"/>
                    <a:pt x="50459" y="150934"/>
                  </a:cubicBezTo>
                  <a:lnTo>
                    <a:pt x="50459" y="144195"/>
                  </a:lnTo>
                  <a:cubicBezTo>
                    <a:pt x="35262" y="144195"/>
                    <a:pt x="32767" y="144195"/>
                    <a:pt x="32767" y="134412"/>
                  </a:cubicBezTo>
                  <a:lnTo>
                    <a:pt x="32767" y="63"/>
                  </a:ln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5" name="Freeform: Shape 44">
              <a:extLst>
                <a:ext uri="{FF2B5EF4-FFF2-40B4-BE49-F238E27FC236}">
                  <a16:creationId xmlns:a16="http://schemas.microsoft.com/office/drawing/2014/main" id="{052FB45D-4BA6-EC03-8C22-7473301617FF}"/>
                </a:ext>
              </a:extLst>
            </p:cNvPr>
            <p:cNvSpPr/>
            <p:nvPr>
              <p:custDataLst>
                <p:tags r:id="rId9"/>
              </p:custDataLst>
            </p:nvPr>
          </p:nvSpPr>
          <p:spPr>
            <a:xfrm>
              <a:off x="5392357" y="5623076"/>
              <a:ext cx="52620" cy="217393"/>
            </a:xfrm>
            <a:custGeom>
              <a:avLst/>
              <a:gdLst>
                <a:gd name="connsiteX0" fmla="*/ 52730 w 52620"/>
                <a:gd name="connsiteY0" fmla="*/ 215283 h 217393"/>
                <a:gd name="connsiteX1" fmla="*/ 48874 w 52620"/>
                <a:gd name="connsiteY1" fmla="*/ 210500 h 217393"/>
                <a:gd name="connsiteX2" fmla="*/ 13264 w 52620"/>
                <a:gd name="connsiteY2" fmla="*/ 108760 h 217393"/>
                <a:gd name="connsiteX3" fmla="*/ 49781 w 52620"/>
                <a:gd name="connsiteY3" fmla="*/ 5932 h 217393"/>
                <a:gd name="connsiteX4" fmla="*/ 52730 w 52620"/>
                <a:gd name="connsiteY4" fmla="*/ 2237 h 217393"/>
                <a:gd name="connsiteX5" fmla="*/ 50462 w 52620"/>
                <a:gd name="connsiteY5" fmla="*/ 63 h 217393"/>
                <a:gd name="connsiteX6" fmla="*/ 14398 w 52620"/>
                <a:gd name="connsiteY6" fmla="*/ 42455 h 217393"/>
                <a:gd name="connsiteX7" fmla="*/ 109 w 52620"/>
                <a:gd name="connsiteY7" fmla="*/ 108760 h 217393"/>
                <a:gd name="connsiteX8" fmla="*/ 15079 w 52620"/>
                <a:gd name="connsiteY8" fmla="*/ 176587 h 217393"/>
                <a:gd name="connsiteX9" fmla="*/ 50462 w 52620"/>
                <a:gd name="connsiteY9" fmla="*/ 217457 h 217393"/>
                <a:gd name="connsiteX10" fmla="*/ 52730 w 52620"/>
                <a:gd name="connsiteY10" fmla="*/ 215283 h 21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620" h="217393">
                  <a:moveTo>
                    <a:pt x="52730" y="215283"/>
                  </a:moveTo>
                  <a:cubicBezTo>
                    <a:pt x="52730" y="214631"/>
                    <a:pt x="52730" y="214196"/>
                    <a:pt x="48874" y="210500"/>
                  </a:cubicBezTo>
                  <a:cubicBezTo>
                    <a:pt x="20522" y="183108"/>
                    <a:pt x="13264" y="142021"/>
                    <a:pt x="13264" y="108760"/>
                  </a:cubicBezTo>
                  <a:cubicBezTo>
                    <a:pt x="13264" y="70933"/>
                    <a:pt x="21883" y="33107"/>
                    <a:pt x="49781" y="5932"/>
                  </a:cubicBezTo>
                  <a:cubicBezTo>
                    <a:pt x="52730" y="3324"/>
                    <a:pt x="52730" y="2889"/>
                    <a:pt x="52730" y="2237"/>
                  </a:cubicBezTo>
                  <a:cubicBezTo>
                    <a:pt x="52730" y="715"/>
                    <a:pt x="51822" y="63"/>
                    <a:pt x="50462" y="63"/>
                  </a:cubicBezTo>
                  <a:cubicBezTo>
                    <a:pt x="48193" y="63"/>
                    <a:pt x="27780" y="14846"/>
                    <a:pt x="14398" y="42455"/>
                  </a:cubicBezTo>
                  <a:cubicBezTo>
                    <a:pt x="2831" y="66368"/>
                    <a:pt x="109" y="90499"/>
                    <a:pt x="109" y="108760"/>
                  </a:cubicBezTo>
                  <a:cubicBezTo>
                    <a:pt x="109" y="125716"/>
                    <a:pt x="2604" y="152021"/>
                    <a:pt x="15079" y="176587"/>
                  </a:cubicBezTo>
                  <a:cubicBezTo>
                    <a:pt x="28688" y="203326"/>
                    <a:pt x="48193" y="217457"/>
                    <a:pt x="50462" y="217457"/>
                  </a:cubicBezTo>
                  <a:cubicBezTo>
                    <a:pt x="51822" y="217457"/>
                    <a:pt x="52730" y="216804"/>
                    <a:pt x="52730" y="215283"/>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6" name="Freeform: Shape 45">
              <a:extLst>
                <a:ext uri="{FF2B5EF4-FFF2-40B4-BE49-F238E27FC236}">
                  <a16:creationId xmlns:a16="http://schemas.microsoft.com/office/drawing/2014/main" id="{FF21608E-9E4A-0CEA-CF80-5E168BF303FE}"/>
                </a:ext>
              </a:extLst>
            </p:cNvPr>
            <p:cNvSpPr/>
            <p:nvPr>
              <p:custDataLst>
                <p:tags r:id="rId10"/>
              </p:custDataLst>
            </p:nvPr>
          </p:nvSpPr>
          <p:spPr>
            <a:xfrm>
              <a:off x="5464912" y="5690034"/>
              <a:ext cx="122932" cy="143045"/>
            </a:xfrm>
            <a:custGeom>
              <a:avLst/>
              <a:gdLst>
                <a:gd name="connsiteX0" fmla="*/ 45702 w 122932"/>
                <a:gd name="connsiteY0" fmla="*/ 19846 h 143045"/>
                <a:gd name="connsiteX1" fmla="*/ 49105 w 122932"/>
                <a:gd name="connsiteY1" fmla="*/ 5932 h 143045"/>
                <a:gd name="connsiteX2" fmla="*/ 42527 w 122932"/>
                <a:gd name="connsiteY2" fmla="*/ 63 h 143045"/>
                <a:gd name="connsiteX3" fmla="*/ 33454 w 122932"/>
                <a:gd name="connsiteY3" fmla="*/ 7889 h 143045"/>
                <a:gd name="connsiteX4" fmla="*/ 793 w 122932"/>
                <a:gd name="connsiteY4" fmla="*/ 133760 h 143045"/>
                <a:gd name="connsiteX5" fmla="*/ 113 w 122932"/>
                <a:gd name="connsiteY5" fmla="*/ 137238 h 143045"/>
                <a:gd name="connsiteX6" fmla="*/ 6464 w 122932"/>
                <a:gd name="connsiteY6" fmla="*/ 143108 h 143045"/>
                <a:gd name="connsiteX7" fmla="*/ 14402 w 122932"/>
                <a:gd name="connsiteY7" fmla="*/ 138543 h 143045"/>
                <a:gd name="connsiteX8" fmla="*/ 26877 w 122932"/>
                <a:gd name="connsiteY8" fmla="*/ 91803 h 143045"/>
                <a:gd name="connsiteX9" fmla="*/ 48878 w 122932"/>
                <a:gd name="connsiteY9" fmla="*/ 98542 h 143045"/>
                <a:gd name="connsiteX10" fmla="*/ 79044 w 122932"/>
                <a:gd name="connsiteY10" fmla="*/ 82672 h 143045"/>
                <a:gd name="connsiteX11" fmla="*/ 99457 w 122932"/>
                <a:gd name="connsiteY11" fmla="*/ 98542 h 143045"/>
                <a:gd name="connsiteX12" fmla="*/ 116241 w 122932"/>
                <a:gd name="connsiteY12" fmla="*/ 86586 h 143045"/>
                <a:gd name="connsiteX13" fmla="*/ 123045 w 122932"/>
                <a:gd name="connsiteY13" fmla="*/ 65064 h 143045"/>
                <a:gd name="connsiteX14" fmla="*/ 120324 w 122932"/>
                <a:gd name="connsiteY14" fmla="*/ 62890 h 143045"/>
                <a:gd name="connsiteX15" fmla="*/ 117148 w 122932"/>
                <a:gd name="connsiteY15" fmla="*/ 66803 h 143045"/>
                <a:gd name="connsiteX16" fmla="*/ 99911 w 122932"/>
                <a:gd name="connsiteY16" fmla="*/ 93760 h 143045"/>
                <a:gd name="connsiteX17" fmla="*/ 93106 w 122932"/>
                <a:gd name="connsiteY17" fmla="*/ 83759 h 143045"/>
                <a:gd name="connsiteX18" fmla="*/ 97642 w 122932"/>
                <a:gd name="connsiteY18" fmla="*/ 61150 h 143045"/>
                <a:gd name="connsiteX19" fmla="*/ 103993 w 122932"/>
                <a:gd name="connsiteY19" fmla="*/ 37672 h 143045"/>
                <a:gd name="connsiteX20" fmla="*/ 107849 w 122932"/>
                <a:gd name="connsiteY20" fmla="*/ 22889 h 143045"/>
                <a:gd name="connsiteX21" fmla="*/ 111251 w 122932"/>
                <a:gd name="connsiteY21" fmla="*/ 8324 h 143045"/>
                <a:gd name="connsiteX22" fmla="*/ 104674 w 122932"/>
                <a:gd name="connsiteY22" fmla="*/ 2454 h 143045"/>
                <a:gd name="connsiteX23" fmla="*/ 95828 w 122932"/>
                <a:gd name="connsiteY23" fmla="*/ 10063 h 143045"/>
                <a:gd name="connsiteX24" fmla="*/ 85168 w 122932"/>
                <a:gd name="connsiteY24" fmla="*/ 50716 h 143045"/>
                <a:gd name="connsiteX25" fmla="*/ 79271 w 122932"/>
                <a:gd name="connsiteY25" fmla="*/ 72890 h 143045"/>
                <a:gd name="connsiteX26" fmla="*/ 49785 w 122932"/>
                <a:gd name="connsiteY26" fmla="*/ 93760 h 143045"/>
                <a:gd name="connsiteX27" fmla="*/ 33001 w 122932"/>
                <a:gd name="connsiteY27" fmla="*/ 74846 h 143045"/>
                <a:gd name="connsiteX28" fmla="*/ 36176 w 122932"/>
                <a:gd name="connsiteY28" fmla="*/ 56368 h 143045"/>
                <a:gd name="connsiteX29" fmla="*/ 45702 w 122932"/>
                <a:gd name="connsiteY29" fmla="*/ 19846 h 14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932" h="143045">
                  <a:moveTo>
                    <a:pt x="45702" y="19846"/>
                  </a:moveTo>
                  <a:cubicBezTo>
                    <a:pt x="46836" y="15280"/>
                    <a:pt x="49105" y="7019"/>
                    <a:pt x="49105" y="5932"/>
                  </a:cubicBezTo>
                  <a:cubicBezTo>
                    <a:pt x="49105" y="2237"/>
                    <a:pt x="46383" y="63"/>
                    <a:pt x="42527" y="63"/>
                  </a:cubicBezTo>
                  <a:cubicBezTo>
                    <a:pt x="41847" y="63"/>
                    <a:pt x="35496" y="280"/>
                    <a:pt x="33454" y="7889"/>
                  </a:cubicBezTo>
                  <a:lnTo>
                    <a:pt x="793" y="133760"/>
                  </a:lnTo>
                  <a:cubicBezTo>
                    <a:pt x="113" y="136369"/>
                    <a:pt x="113" y="136804"/>
                    <a:pt x="113" y="137238"/>
                  </a:cubicBezTo>
                  <a:cubicBezTo>
                    <a:pt x="113" y="140499"/>
                    <a:pt x="2608" y="143108"/>
                    <a:pt x="6464" y="143108"/>
                  </a:cubicBezTo>
                  <a:cubicBezTo>
                    <a:pt x="11227" y="143108"/>
                    <a:pt x="13949" y="139195"/>
                    <a:pt x="14402" y="138543"/>
                  </a:cubicBezTo>
                  <a:cubicBezTo>
                    <a:pt x="15309" y="136586"/>
                    <a:pt x="18258" y="125282"/>
                    <a:pt x="26877" y="91803"/>
                  </a:cubicBezTo>
                  <a:cubicBezTo>
                    <a:pt x="34135" y="97673"/>
                    <a:pt x="44341" y="98542"/>
                    <a:pt x="48878" y="98542"/>
                  </a:cubicBezTo>
                  <a:cubicBezTo>
                    <a:pt x="64755" y="98542"/>
                    <a:pt x="73600" y="88759"/>
                    <a:pt x="79044" y="82672"/>
                  </a:cubicBezTo>
                  <a:cubicBezTo>
                    <a:pt x="81085" y="92455"/>
                    <a:pt x="89477" y="98542"/>
                    <a:pt x="99457" y="98542"/>
                  </a:cubicBezTo>
                  <a:cubicBezTo>
                    <a:pt x="107395" y="98542"/>
                    <a:pt x="112612" y="93542"/>
                    <a:pt x="116241" y="86586"/>
                  </a:cubicBezTo>
                  <a:cubicBezTo>
                    <a:pt x="120097" y="78759"/>
                    <a:pt x="123045" y="65498"/>
                    <a:pt x="123045" y="65064"/>
                  </a:cubicBezTo>
                  <a:cubicBezTo>
                    <a:pt x="123045" y="62890"/>
                    <a:pt x="121004" y="62890"/>
                    <a:pt x="120324" y="62890"/>
                  </a:cubicBezTo>
                  <a:cubicBezTo>
                    <a:pt x="118056" y="62890"/>
                    <a:pt x="117829" y="63759"/>
                    <a:pt x="117148" y="66803"/>
                  </a:cubicBezTo>
                  <a:cubicBezTo>
                    <a:pt x="113292" y="80933"/>
                    <a:pt x="109210" y="93760"/>
                    <a:pt x="99911" y="93760"/>
                  </a:cubicBezTo>
                  <a:cubicBezTo>
                    <a:pt x="93787" y="93760"/>
                    <a:pt x="93106" y="88107"/>
                    <a:pt x="93106" y="83759"/>
                  </a:cubicBezTo>
                  <a:cubicBezTo>
                    <a:pt x="93106" y="78977"/>
                    <a:pt x="95828" y="68759"/>
                    <a:pt x="97642" y="61150"/>
                  </a:cubicBezTo>
                  <a:lnTo>
                    <a:pt x="103993" y="37672"/>
                  </a:lnTo>
                  <a:cubicBezTo>
                    <a:pt x="104674" y="34411"/>
                    <a:pt x="106942" y="26150"/>
                    <a:pt x="107849" y="22889"/>
                  </a:cubicBezTo>
                  <a:cubicBezTo>
                    <a:pt x="108983" y="17889"/>
                    <a:pt x="111251" y="9628"/>
                    <a:pt x="111251" y="8324"/>
                  </a:cubicBezTo>
                  <a:cubicBezTo>
                    <a:pt x="111251" y="4411"/>
                    <a:pt x="108076" y="2454"/>
                    <a:pt x="104674" y="2454"/>
                  </a:cubicBezTo>
                  <a:cubicBezTo>
                    <a:pt x="103540" y="2454"/>
                    <a:pt x="97642" y="2672"/>
                    <a:pt x="95828" y="10063"/>
                  </a:cubicBezTo>
                  <a:lnTo>
                    <a:pt x="85168" y="50716"/>
                  </a:lnTo>
                  <a:cubicBezTo>
                    <a:pt x="82446" y="61585"/>
                    <a:pt x="79951" y="70716"/>
                    <a:pt x="79271" y="72890"/>
                  </a:cubicBezTo>
                  <a:cubicBezTo>
                    <a:pt x="79044" y="73977"/>
                    <a:pt x="68157" y="93760"/>
                    <a:pt x="49785" y="93760"/>
                  </a:cubicBezTo>
                  <a:cubicBezTo>
                    <a:pt x="38444" y="93760"/>
                    <a:pt x="33001" y="86586"/>
                    <a:pt x="33001" y="74846"/>
                  </a:cubicBezTo>
                  <a:cubicBezTo>
                    <a:pt x="33001" y="68542"/>
                    <a:pt x="34588" y="62455"/>
                    <a:pt x="36176" y="56368"/>
                  </a:cubicBezTo>
                  <a:lnTo>
                    <a:pt x="45702" y="19846"/>
                  </a:ln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7" name="Freeform: Shape 46">
              <a:extLst>
                <a:ext uri="{FF2B5EF4-FFF2-40B4-BE49-F238E27FC236}">
                  <a16:creationId xmlns:a16="http://schemas.microsoft.com/office/drawing/2014/main" id="{BA4D11DC-306B-EC0B-06FA-96E7A95201A4}"/>
                </a:ext>
              </a:extLst>
            </p:cNvPr>
            <p:cNvSpPr/>
            <p:nvPr>
              <p:custDataLst>
                <p:tags r:id="rId11"/>
              </p:custDataLst>
            </p:nvPr>
          </p:nvSpPr>
          <p:spPr>
            <a:xfrm>
              <a:off x="5614279" y="5763078"/>
              <a:ext cx="26537" cy="65000"/>
            </a:xfrm>
            <a:custGeom>
              <a:avLst/>
              <a:gdLst>
                <a:gd name="connsiteX0" fmla="*/ 26656 w 26537"/>
                <a:gd name="connsiteY0" fmla="*/ 22889 h 65000"/>
                <a:gd name="connsiteX1" fmla="*/ 12140 w 26537"/>
                <a:gd name="connsiteY1" fmla="*/ 63 h 65000"/>
                <a:gd name="connsiteX2" fmla="*/ 119 w 26537"/>
                <a:gd name="connsiteY2" fmla="*/ 11585 h 65000"/>
                <a:gd name="connsiteX3" fmla="*/ 12140 w 26537"/>
                <a:gd name="connsiteY3" fmla="*/ 23107 h 65000"/>
                <a:gd name="connsiteX4" fmla="*/ 20078 w 26537"/>
                <a:gd name="connsiteY4" fmla="*/ 20280 h 65000"/>
                <a:gd name="connsiteX5" fmla="*/ 21213 w 26537"/>
                <a:gd name="connsiteY5" fmla="*/ 19628 h 65000"/>
                <a:gd name="connsiteX6" fmla="*/ 21666 w 26537"/>
                <a:gd name="connsiteY6" fmla="*/ 22889 h 65000"/>
                <a:gd name="connsiteX7" fmla="*/ 6243 w 26537"/>
                <a:gd name="connsiteY7" fmla="*/ 59194 h 65000"/>
                <a:gd name="connsiteX8" fmla="*/ 3748 w 26537"/>
                <a:gd name="connsiteY8" fmla="*/ 62672 h 65000"/>
                <a:gd name="connsiteX9" fmla="*/ 6016 w 26537"/>
                <a:gd name="connsiteY9" fmla="*/ 65064 h 65000"/>
                <a:gd name="connsiteX10" fmla="*/ 26656 w 26537"/>
                <a:gd name="connsiteY10" fmla="*/ 22889 h 6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537" h="65000">
                  <a:moveTo>
                    <a:pt x="26656" y="22889"/>
                  </a:moveTo>
                  <a:cubicBezTo>
                    <a:pt x="26656" y="8541"/>
                    <a:pt x="20986" y="63"/>
                    <a:pt x="12140" y="63"/>
                  </a:cubicBezTo>
                  <a:cubicBezTo>
                    <a:pt x="4655" y="63"/>
                    <a:pt x="119" y="5498"/>
                    <a:pt x="119" y="11585"/>
                  </a:cubicBezTo>
                  <a:cubicBezTo>
                    <a:pt x="119" y="17454"/>
                    <a:pt x="4655" y="23107"/>
                    <a:pt x="12140" y="23107"/>
                  </a:cubicBezTo>
                  <a:cubicBezTo>
                    <a:pt x="14862" y="23107"/>
                    <a:pt x="17810" y="22237"/>
                    <a:pt x="20078" y="20280"/>
                  </a:cubicBezTo>
                  <a:cubicBezTo>
                    <a:pt x="20759" y="19846"/>
                    <a:pt x="20986" y="19628"/>
                    <a:pt x="21213" y="19628"/>
                  </a:cubicBezTo>
                  <a:cubicBezTo>
                    <a:pt x="21439" y="19628"/>
                    <a:pt x="21666" y="19846"/>
                    <a:pt x="21666" y="22889"/>
                  </a:cubicBezTo>
                  <a:cubicBezTo>
                    <a:pt x="21666" y="38976"/>
                    <a:pt x="13728" y="52020"/>
                    <a:pt x="6243" y="59194"/>
                  </a:cubicBezTo>
                  <a:cubicBezTo>
                    <a:pt x="3748" y="61585"/>
                    <a:pt x="3748" y="62020"/>
                    <a:pt x="3748" y="62672"/>
                  </a:cubicBezTo>
                  <a:cubicBezTo>
                    <a:pt x="3748" y="64194"/>
                    <a:pt x="4882" y="65064"/>
                    <a:pt x="6016" y="65064"/>
                  </a:cubicBezTo>
                  <a:cubicBezTo>
                    <a:pt x="8511" y="65064"/>
                    <a:pt x="26656" y="48324"/>
                    <a:pt x="26656" y="22889"/>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8" name="Freeform: Shape 47">
              <a:extLst>
                <a:ext uri="{FF2B5EF4-FFF2-40B4-BE49-F238E27FC236}">
                  <a16:creationId xmlns:a16="http://schemas.microsoft.com/office/drawing/2014/main" id="{B9AC53D8-B9FB-23CF-CA40-2B4CFC50CEE4}"/>
                </a:ext>
              </a:extLst>
            </p:cNvPr>
            <p:cNvSpPr/>
            <p:nvPr>
              <p:custDataLst>
                <p:tags r:id="rId12"/>
              </p:custDataLst>
            </p:nvPr>
          </p:nvSpPr>
          <p:spPr>
            <a:xfrm>
              <a:off x="5704197" y="5692425"/>
              <a:ext cx="119983" cy="96088"/>
            </a:xfrm>
            <a:custGeom>
              <a:avLst/>
              <a:gdLst>
                <a:gd name="connsiteX0" fmla="*/ 108993 w 119983"/>
                <a:gd name="connsiteY0" fmla="*/ 12672 h 96088"/>
                <a:gd name="connsiteX1" fmla="*/ 120107 w 119983"/>
                <a:gd name="connsiteY1" fmla="*/ 5280 h 96088"/>
                <a:gd name="connsiteX2" fmla="*/ 111262 w 119983"/>
                <a:gd name="connsiteY2" fmla="*/ 63 h 96088"/>
                <a:gd name="connsiteX3" fmla="*/ 59548 w 119983"/>
                <a:gd name="connsiteY3" fmla="*/ 63 h 96088"/>
                <a:gd name="connsiteX4" fmla="*/ 123 w 119983"/>
                <a:gd name="connsiteY4" fmla="*/ 61803 h 96088"/>
                <a:gd name="connsiteX5" fmla="*/ 34145 w 119983"/>
                <a:gd name="connsiteY5" fmla="*/ 96151 h 96088"/>
                <a:gd name="connsiteX6" fmla="*/ 91075 w 119983"/>
                <a:gd name="connsiteY6" fmla="*/ 36368 h 96088"/>
                <a:gd name="connsiteX7" fmla="*/ 84044 w 119983"/>
                <a:gd name="connsiteY7" fmla="*/ 12672 h 96088"/>
                <a:gd name="connsiteX8" fmla="*/ 108993 w 119983"/>
                <a:gd name="connsiteY8" fmla="*/ 12672 h 96088"/>
                <a:gd name="connsiteX9" fmla="*/ 34372 w 119983"/>
                <a:gd name="connsiteY9" fmla="*/ 91368 h 96088"/>
                <a:gd name="connsiteX10" fmla="*/ 14186 w 119983"/>
                <a:gd name="connsiteY10" fmla="*/ 67890 h 96088"/>
                <a:gd name="connsiteX11" fmla="*/ 24846 w 119983"/>
                <a:gd name="connsiteY11" fmla="*/ 30715 h 96088"/>
                <a:gd name="connsiteX12" fmla="*/ 55693 w 119983"/>
                <a:gd name="connsiteY12" fmla="*/ 12672 h 96088"/>
                <a:gd name="connsiteX13" fmla="*/ 76559 w 119983"/>
                <a:gd name="connsiteY13" fmla="*/ 33759 h 96088"/>
                <a:gd name="connsiteX14" fmla="*/ 64311 w 119983"/>
                <a:gd name="connsiteY14" fmla="*/ 72890 h 96088"/>
                <a:gd name="connsiteX15" fmla="*/ 34372 w 119983"/>
                <a:gd name="connsiteY15" fmla="*/ 91368 h 9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9983" h="96088">
                  <a:moveTo>
                    <a:pt x="108993" y="12672"/>
                  </a:moveTo>
                  <a:cubicBezTo>
                    <a:pt x="111942" y="12672"/>
                    <a:pt x="120107" y="12672"/>
                    <a:pt x="120107" y="5280"/>
                  </a:cubicBezTo>
                  <a:cubicBezTo>
                    <a:pt x="120107" y="63"/>
                    <a:pt x="115344" y="63"/>
                    <a:pt x="111262" y="63"/>
                  </a:cubicBezTo>
                  <a:lnTo>
                    <a:pt x="59548" y="63"/>
                  </a:lnTo>
                  <a:cubicBezTo>
                    <a:pt x="25300" y="63"/>
                    <a:pt x="123" y="35933"/>
                    <a:pt x="123" y="61803"/>
                  </a:cubicBezTo>
                  <a:cubicBezTo>
                    <a:pt x="123" y="80933"/>
                    <a:pt x="13505" y="96151"/>
                    <a:pt x="34145" y="96151"/>
                  </a:cubicBezTo>
                  <a:cubicBezTo>
                    <a:pt x="60909" y="96151"/>
                    <a:pt x="91075" y="69846"/>
                    <a:pt x="91075" y="36368"/>
                  </a:cubicBezTo>
                  <a:cubicBezTo>
                    <a:pt x="91075" y="32672"/>
                    <a:pt x="91075" y="22237"/>
                    <a:pt x="84044" y="12672"/>
                  </a:cubicBezTo>
                  <a:lnTo>
                    <a:pt x="108993" y="12672"/>
                  </a:lnTo>
                  <a:close/>
                  <a:moveTo>
                    <a:pt x="34372" y="91368"/>
                  </a:moveTo>
                  <a:cubicBezTo>
                    <a:pt x="23258" y="91368"/>
                    <a:pt x="14186" y="83542"/>
                    <a:pt x="14186" y="67890"/>
                  </a:cubicBezTo>
                  <a:cubicBezTo>
                    <a:pt x="14186" y="61368"/>
                    <a:pt x="16908" y="43542"/>
                    <a:pt x="24846" y="30715"/>
                  </a:cubicBezTo>
                  <a:cubicBezTo>
                    <a:pt x="34372" y="15715"/>
                    <a:pt x="47981" y="12672"/>
                    <a:pt x="55693" y="12672"/>
                  </a:cubicBezTo>
                  <a:cubicBezTo>
                    <a:pt x="74745" y="12672"/>
                    <a:pt x="76559" y="27020"/>
                    <a:pt x="76559" y="33759"/>
                  </a:cubicBezTo>
                  <a:cubicBezTo>
                    <a:pt x="76559" y="43976"/>
                    <a:pt x="72023" y="61803"/>
                    <a:pt x="64311" y="72890"/>
                  </a:cubicBezTo>
                  <a:cubicBezTo>
                    <a:pt x="55466" y="85716"/>
                    <a:pt x="43218" y="91368"/>
                    <a:pt x="34372" y="91368"/>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 name="Freeform: Shape 48">
              <a:extLst>
                <a:ext uri="{FF2B5EF4-FFF2-40B4-BE49-F238E27FC236}">
                  <a16:creationId xmlns:a16="http://schemas.microsoft.com/office/drawing/2014/main" id="{0AE86999-1552-CDD4-39B5-9CCFB8E3D8E3}"/>
                </a:ext>
              </a:extLst>
            </p:cNvPr>
            <p:cNvSpPr/>
            <p:nvPr>
              <p:custDataLst>
                <p:tags r:id="rId13"/>
              </p:custDataLst>
            </p:nvPr>
          </p:nvSpPr>
          <p:spPr>
            <a:xfrm>
              <a:off x="5843322" y="5606187"/>
              <a:ext cx="70175" cy="101044"/>
            </a:xfrm>
            <a:custGeom>
              <a:avLst/>
              <a:gdLst>
                <a:gd name="connsiteX0" fmla="*/ 70305 w 70175"/>
                <a:gd name="connsiteY0" fmla="*/ 73408 h 101044"/>
                <a:gd name="connsiteX1" fmla="*/ 64907 w 70175"/>
                <a:gd name="connsiteY1" fmla="*/ 73408 h 101044"/>
                <a:gd name="connsiteX2" fmla="*/ 60779 w 70175"/>
                <a:gd name="connsiteY2" fmla="*/ 87256 h 101044"/>
                <a:gd name="connsiteX3" fmla="*/ 45061 w 70175"/>
                <a:gd name="connsiteY3" fmla="*/ 88169 h 101044"/>
                <a:gd name="connsiteX4" fmla="*/ 15848 w 70175"/>
                <a:gd name="connsiteY4" fmla="*/ 88169 h 101044"/>
                <a:gd name="connsiteX5" fmla="*/ 47601 w 70175"/>
                <a:gd name="connsiteY5" fmla="*/ 62603 h 101044"/>
                <a:gd name="connsiteX6" fmla="*/ 70305 w 70175"/>
                <a:gd name="connsiteY6" fmla="*/ 29733 h 101044"/>
                <a:gd name="connsiteX7" fmla="*/ 33153 w 70175"/>
                <a:gd name="connsiteY7" fmla="*/ 59 h 101044"/>
                <a:gd name="connsiteX8" fmla="*/ 129 w 70175"/>
                <a:gd name="connsiteY8" fmla="*/ 27299 h 101044"/>
                <a:gd name="connsiteX9" fmla="*/ 8544 w 70175"/>
                <a:gd name="connsiteY9" fmla="*/ 35820 h 101044"/>
                <a:gd name="connsiteX10" fmla="*/ 16959 w 70175"/>
                <a:gd name="connsiteY10" fmla="*/ 27755 h 101044"/>
                <a:gd name="connsiteX11" fmla="*/ 7592 w 70175"/>
                <a:gd name="connsiteY11" fmla="*/ 19690 h 101044"/>
                <a:gd name="connsiteX12" fmla="*/ 30772 w 70175"/>
                <a:gd name="connsiteY12" fmla="*/ 5537 h 101044"/>
                <a:gd name="connsiteX13" fmla="*/ 54905 w 70175"/>
                <a:gd name="connsiteY13" fmla="*/ 29733 h 101044"/>
                <a:gd name="connsiteX14" fmla="*/ 39980 w 70175"/>
                <a:gd name="connsiteY14" fmla="*/ 58951 h 101044"/>
                <a:gd name="connsiteX15" fmla="*/ 1717 w 70175"/>
                <a:gd name="connsiteY15" fmla="*/ 95169 h 101044"/>
                <a:gd name="connsiteX16" fmla="*/ 129 w 70175"/>
                <a:gd name="connsiteY16" fmla="*/ 101104 h 101044"/>
                <a:gd name="connsiteX17" fmla="*/ 65542 w 70175"/>
                <a:gd name="connsiteY17" fmla="*/ 101104 h 101044"/>
                <a:gd name="connsiteX18" fmla="*/ 70305 w 70175"/>
                <a:gd name="connsiteY18" fmla="*/ 73408 h 10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0175" h="101044">
                  <a:moveTo>
                    <a:pt x="70305" y="73408"/>
                  </a:moveTo>
                  <a:lnTo>
                    <a:pt x="64907" y="73408"/>
                  </a:lnTo>
                  <a:cubicBezTo>
                    <a:pt x="64431" y="76756"/>
                    <a:pt x="62843" y="85734"/>
                    <a:pt x="60779" y="87256"/>
                  </a:cubicBezTo>
                  <a:cubicBezTo>
                    <a:pt x="59509" y="88169"/>
                    <a:pt x="47284" y="88169"/>
                    <a:pt x="45061" y="88169"/>
                  </a:cubicBezTo>
                  <a:lnTo>
                    <a:pt x="15848" y="88169"/>
                  </a:lnTo>
                  <a:cubicBezTo>
                    <a:pt x="32518" y="74017"/>
                    <a:pt x="38075" y="69756"/>
                    <a:pt x="47601" y="62603"/>
                  </a:cubicBezTo>
                  <a:cubicBezTo>
                    <a:pt x="59350" y="53625"/>
                    <a:pt x="70305" y="44190"/>
                    <a:pt x="70305" y="29733"/>
                  </a:cubicBezTo>
                  <a:cubicBezTo>
                    <a:pt x="70305" y="11320"/>
                    <a:pt x="53476" y="59"/>
                    <a:pt x="33153" y="59"/>
                  </a:cubicBezTo>
                  <a:cubicBezTo>
                    <a:pt x="13466" y="59"/>
                    <a:pt x="129" y="13298"/>
                    <a:pt x="129" y="27299"/>
                  </a:cubicBezTo>
                  <a:cubicBezTo>
                    <a:pt x="129" y="35060"/>
                    <a:pt x="6957" y="35820"/>
                    <a:pt x="8544" y="35820"/>
                  </a:cubicBezTo>
                  <a:cubicBezTo>
                    <a:pt x="12355" y="35820"/>
                    <a:pt x="16959" y="33233"/>
                    <a:pt x="16959" y="27755"/>
                  </a:cubicBezTo>
                  <a:cubicBezTo>
                    <a:pt x="16959" y="25016"/>
                    <a:pt x="15848" y="19690"/>
                    <a:pt x="7592" y="19690"/>
                  </a:cubicBezTo>
                  <a:cubicBezTo>
                    <a:pt x="12513" y="8885"/>
                    <a:pt x="23310" y="5537"/>
                    <a:pt x="30772" y="5537"/>
                  </a:cubicBezTo>
                  <a:cubicBezTo>
                    <a:pt x="46649" y="5537"/>
                    <a:pt x="54905" y="17407"/>
                    <a:pt x="54905" y="29733"/>
                  </a:cubicBezTo>
                  <a:cubicBezTo>
                    <a:pt x="54905" y="42973"/>
                    <a:pt x="45061" y="53473"/>
                    <a:pt x="39980" y="58951"/>
                  </a:cubicBezTo>
                  <a:lnTo>
                    <a:pt x="1717" y="95169"/>
                  </a:lnTo>
                  <a:cubicBezTo>
                    <a:pt x="129" y="96539"/>
                    <a:pt x="129" y="96843"/>
                    <a:pt x="129" y="101104"/>
                  </a:cubicBezTo>
                  <a:lnTo>
                    <a:pt x="65542" y="101104"/>
                  </a:lnTo>
                  <a:lnTo>
                    <a:pt x="70305" y="73408"/>
                  </a:ln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 name="Freeform: Shape 49">
              <a:extLst>
                <a:ext uri="{FF2B5EF4-FFF2-40B4-BE49-F238E27FC236}">
                  <a16:creationId xmlns:a16="http://schemas.microsoft.com/office/drawing/2014/main" id="{76AC73A0-E981-12C7-1D75-47FDE11AA3A9}"/>
                </a:ext>
              </a:extLst>
            </p:cNvPr>
            <p:cNvSpPr/>
            <p:nvPr>
              <p:custDataLst>
                <p:tags r:id="rId14"/>
              </p:custDataLst>
            </p:nvPr>
          </p:nvSpPr>
          <p:spPr>
            <a:xfrm>
              <a:off x="5947999" y="5623076"/>
              <a:ext cx="52620" cy="217393"/>
            </a:xfrm>
            <a:custGeom>
              <a:avLst/>
              <a:gdLst>
                <a:gd name="connsiteX0" fmla="*/ 52754 w 52620"/>
                <a:gd name="connsiteY0" fmla="*/ 108760 h 217393"/>
                <a:gd name="connsiteX1" fmla="*/ 37785 w 52620"/>
                <a:gd name="connsiteY1" fmla="*/ 40933 h 217393"/>
                <a:gd name="connsiteX2" fmla="*/ 2402 w 52620"/>
                <a:gd name="connsiteY2" fmla="*/ 63 h 217393"/>
                <a:gd name="connsiteX3" fmla="*/ 134 w 52620"/>
                <a:gd name="connsiteY3" fmla="*/ 2237 h 217393"/>
                <a:gd name="connsiteX4" fmla="*/ 4443 w 52620"/>
                <a:gd name="connsiteY4" fmla="*/ 7237 h 217393"/>
                <a:gd name="connsiteX5" fmla="*/ 39599 w 52620"/>
                <a:gd name="connsiteY5" fmla="*/ 108760 h 217393"/>
                <a:gd name="connsiteX6" fmla="*/ 3083 w 52620"/>
                <a:gd name="connsiteY6" fmla="*/ 211587 h 217393"/>
                <a:gd name="connsiteX7" fmla="*/ 134 w 52620"/>
                <a:gd name="connsiteY7" fmla="*/ 215283 h 217393"/>
                <a:gd name="connsiteX8" fmla="*/ 2402 w 52620"/>
                <a:gd name="connsiteY8" fmla="*/ 217457 h 217393"/>
                <a:gd name="connsiteX9" fmla="*/ 38465 w 52620"/>
                <a:gd name="connsiteY9" fmla="*/ 175065 h 217393"/>
                <a:gd name="connsiteX10" fmla="*/ 52754 w 52620"/>
                <a:gd name="connsiteY10" fmla="*/ 108760 h 21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620" h="217393">
                  <a:moveTo>
                    <a:pt x="52754" y="108760"/>
                  </a:moveTo>
                  <a:cubicBezTo>
                    <a:pt x="52754" y="91803"/>
                    <a:pt x="50260" y="65498"/>
                    <a:pt x="37785" y="40933"/>
                  </a:cubicBezTo>
                  <a:cubicBezTo>
                    <a:pt x="24176" y="14193"/>
                    <a:pt x="4670" y="63"/>
                    <a:pt x="2402" y="63"/>
                  </a:cubicBezTo>
                  <a:cubicBezTo>
                    <a:pt x="1041" y="63"/>
                    <a:pt x="134" y="932"/>
                    <a:pt x="134" y="2237"/>
                  </a:cubicBezTo>
                  <a:cubicBezTo>
                    <a:pt x="134" y="2889"/>
                    <a:pt x="134" y="3324"/>
                    <a:pt x="4443" y="7237"/>
                  </a:cubicBezTo>
                  <a:cubicBezTo>
                    <a:pt x="26671" y="28759"/>
                    <a:pt x="39599" y="63324"/>
                    <a:pt x="39599" y="108760"/>
                  </a:cubicBezTo>
                  <a:cubicBezTo>
                    <a:pt x="39599" y="145934"/>
                    <a:pt x="31207" y="184195"/>
                    <a:pt x="3083" y="211587"/>
                  </a:cubicBezTo>
                  <a:cubicBezTo>
                    <a:pt x="134" y="214196"/>
                    <a:pt x="134" y="214631"/>
                    <a:pt x="134" y="215283"/>
                  </a:cubicBezTo>
                  <a:cubicBezTo>
                    <a:pt x="134" y="216587"/>
                    <a:pt x="1041" y="217457"/>
                    <a:pt x="2402" y="217457"/>
                  </a:cubicBezTo>
                  <a:cubicBezTo>
                    <a:pt x="4670" y="217457"/>
                    <a:pt x="25083" y="202674"/>
                    <a:pt x="38465" y="175065"/>
                  </a:cubicBezTo>
                  <a:cubicBezTo>
                    <a:pt x="50033" y="151152"/>
                    <a:pt x="52754" y="127021"/>
                    <a:pt x="52754" y="108760"/>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51" name="TextBox 50">
            <a:extLst>
              <a:ext uri="{FF2B5EF4-FFF2-40B4-BE49-F238E27FC236}">
                <a16:creationId xmlns:a16="http://schemas.microsoft.com/office/drawing/2014/main" id="{D9F4A88B-06C6-E9BF-74FC-77E3ED6FE0FE}"/>
              </a:ext>
            </a:extLst>
          </p:cNvPr>
          <p:cNvSpPr txBox="1"/>
          <p:nvPr/>
        </p:nvSpPr>
        <p:spPr>
          <a:xfrm>
            <a:off x="962445" y="4997377"/>
            <a:ext cx="4000271" cy="600164"/>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La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hipótesis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acerca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la media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población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se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distribuye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manera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normal se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presenta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la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siguiente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manera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a:t>
            </a:r>
          </a:p>
        </p:txBody>
      </p:sp>
      <p:sp>
        <p:nvSpPr>
          <p:cNvPr id="52" name="TextBox 51">
            <a:extLst>
              <a:ext uri="{FF2B5EF4-FFF2-40B4-BE49-F238E27FC236}">
                <a16:creationId xmlns:a16="http://schemas.microsoft.com/office/drawing/2014/main" id="{926E3B6C-8745-7CF7-A3D9-50878A529620}"/>
              </a:ext>
            </a:extLst>
          </p:cNvPr>
          <p:cNvSpPr txBox="1"/>
          <p:nvPr/>
        </p:nvSpPr>
        <p:spPr>
          <a:xfrm>
            <a:off x="5522298" y="5409890"/>
            <a:ext cx="4286702" cy="430887"/>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effectLst/>
                <a:uLnTx/>
                <a:uFillTx/>
                <a:latin typeface="Aptos" panose="020B0004020202020204"/>
                <a:ea typeface="+mn-ea"/>
                <a:cs typeface="+mn-cs"/>
              </a:rPr>
              <a:t>En </a:t>
            </a:r>
            <a:r>
              <a:rPr kumimoji="0" lang="en-GB" sz="1100" b="1" i="0" u="none" strike="noStrike" kern="1200" cap="none" spc="0" normalizeH="0" baseline="0" noProof="0" err="1">
                <a:ln>
                  <a:noFill/>
                </a:ln>
                <a:effectLst/>
                <a:uLnTx/>
                <a:uFillTx/>
                <a:latin typeface="Aptos" panose="020B0004020202020204"/>
                <a:ea typeface="+mn-ea"/>
                <a:cs typeface="+mn-cs"/>
              </a:rPr>
              <a:t>este</a:t>
            </a:r>
            <a:r>
              <a:rPr kumimoji="0" lang="en-GB" sz="1100" b="1" i="0" u="none" strike="noStrike" kern="1200" cap="none" spc="0" normalizeH="0" baseline="0" noProof="0">
                <a:ln>
                  <a:noFill/>
                </a:ln>
                <a:effectLst/>
                <a:uLnTx/>
                <a:uFillTx/>
                <a:latin typeface="Aptos" panose="020B0004020202020204"/>
                <a:ea typeface="+mn-ea"/>
                <a:cs typeface="+mn-cs"/>
              </a:rPr>
              <a:t> </a:t>
            </a:r>
            <a:r>
              <a:rPr kumimoji="0" lang="en-GB" sz="1100" b="1" i="0" u="none" strike="noStrike" kern="1200" cap="none" spc="0" normalizeH="0" baseline="0" noProof="0" err="1">
                <a:ln>
                  <a:noFill/>
                </a:ln>
                <a:effectLst/>
                <a:uLnTx/>
                <a:uFillTx/>
                <a:latin typeface="Aptos" panose="020B0004020202020204"/>
                <a:ea typeface="+mn-ea"/>
                <a:cs typeface="+mn-cs"/>
              </a:rPr>
              <a:t>caso</a:t>
            </a:r>
            <a:r>
              <a:rPr kumimoji="0" lang="en-GB" sz="1100" b="1" i="0" u="none" strike="noStrike" kern="1200" cap="none" spc="0" normalizeH="0" baseline="0" noProof="0">
                <a:ln>
                  <a:noFill/>
                </a:ln>
                <a:effectLst/>
                <a:uLnTx/>
                <a:uFillTx/>
                <a:latin typeface="Aptos" panose="020B0004020202020204"/>
                <a:ea typeface="+mn-ea"/>
                <a:cs typeface="+mn-cs"/>
              </a:rPr>
              <a:t> mu0 </a:t>
            </a:r>
            <a:r>
              <a:rPr kumimoji="0" lang="en-GB" sz="1100" b="0" i="0" u="none" strike="noStrike" kern="1200" cap="none" spc="0" normalizeH="0" baseline="0" noProof="0">
                <a:ln>
                  <a:noFill/>
                </a:ln>
                <a:effectLst/>
                <a:uLnTx/>
                <a:uFillTx/>
                <a:latin typeface="Aptos" panose="020B0004020202020204"/>
                <a:ea typeface="+mn-ea"/>
                <a:cs typeface="+mn-cs"/>
              </a:rPr>
              <a:t>es un </a:t>
            </a:r>
            <a:r>
              <a:rPr kumimoji="0" lang="en-GB" sz="1100" b="0" i="0" u="none" strike="noStrike" kern="1200" cap="none" spc="0" normalizeH="0" baseline="0" noProof="0" err="1">
                <a:ln>
                  <a:noFill/>
                </a:ln>
                <a:effectLst/>
                <a:uLnTx/>
                <a:uFillTx/>
                <a:latin typeface="Aptos" panose="020B0004020202020204"/>
                <a:ea typeface="+mn-ea"/>
                <a:cs typeface="+mn-cs"/>
              </a:rPr>
              <a:t>valor</a:t>
            </a:r>
            <a:r>
              <a:rPr kumimoji="0" lang="en-GB" sz="1100" b="0" i="0" u="none" strike="noStrike" kern="1200" cap="none" spc="0" normalizeH="0" baseline="0" noProof="0">
                <a:ln>
                  <a:noFill/>
                </a:ln>
                <a:effectLst/>
                <a:uLnTx/>
                <a:uFillTx/>
                <a:latin typeface="Aptos" panose="020B0004020202020204"/>
                <a:ea typeface="+mn-ea"/>
                <a:cs typeface="+mn-cs"/>
              </a:rPr>
              <a:t> de la media </a:t>
            </a:r>
            <a:r>
              <a:rPr kumimoji="0" lang="en-GB" sz="1100" b="0" i="0" u="none" strike="noStrike" kern="1200" cap="none" spc="0" normalizeH="0" baseline="0" noProof="0" err="1">
                <a:ln>
                  <a:noFill/>
                </a:ln>
                <a:effectLst/>
                <a:uLnTx/>
                <a:uFillTx/>
                <a:latin typeface="Aptos" panose="020B0004020202020204"/>
                <a:ea typeface="+mn-ea"/>
                <a:cs typeface="+mn-cs"/>
              </a:rPr>
              <a:t>que</a:t>
            </a:r>
            <a:r>
              <a:rPr kumimoji="0" lang="en-GB" sz="1100" b="0" i="0" u="none" strike="noStrike" kern="1200" cap="none" spc="0" normalizeH="0" baseline="0" noProof="0">
                <a:ln>
                  <a:noFill/>
                </a:ln>
                <a:effectLst/>
                <a:uLnTx/>
                <a:uFillTx/>
                <a:latin typeface="Aptos" panose="020B0004020202020204"/>
                <a:ea typeface="+mn-ea"/>
                <a:cs typeface="+mn-cs"/>
              </a:rPr>
              <a:t> </a:t>
            </a:r>
            <a:r>
              <a:rPr kumimoji="0" lang="en-GB" sz="1100" b="0" i="0" u="none" strike="noStrike" kern="1200" cap="none" spc="0" normalizeH="0" baseline="0" noProof="0" err="1">
                <a:ln>
                  <a:noFill/>
                </a:ln>
                <a:effectLst/>
                <a:uLnTx/>
                <a:uFillTx/>
                <a:latin typeface="Aptos" panose="020B0004020202020204"/>
                <a:ea typeface="+mn-ea"/>
                <a:cs typeface="+mn-cs"/>
              </a:rPr>
              <a:t>especificamos</a:t>
            </a:r>
            <a:r>
              <a:rPr kumimoji="0" lang="en-GB" sz="1100" b="0" i="0" u="none" strike="noStrike" kern="1200" cap="none" spc="0" normalizeH="0" baseline="0" noProof="0">
                <a:ln>
                  <a:noFill/>
                </a:ln>
                <a:effectLst/>
                <a:uLnTx/>
                <a:uFillTx/>
                <a:latin typeface="Aptos" panose="020B0004020202020204"/>
                <a:ea typeface="+mn-ea"/>
                <a:cs typeface="+mn-cs"/>
              </a:rPr>
              <a:t> bajo la </a:t>
            </a:r>
            <a:r>
              <a:rPr kumimoji="0" lang="en-GB" sz="1100" b="0" i="0" u="none" strike="noStrike" kern="1200" cap="none" spc="0" normalizeH="0" baseline="0" noProof="0" err="1">
                <a:ln>
                  <a:noFill/>
                </a:ln>
                <a:effectLst/>
                <a:uLnTx/>
                <a:uFillTx/>
                <a:latin typeface="Aptos" panose="020B0004020202020204"/>
                <a:ea typeface="+mn-ea"/>
                <a:cs typeface="+mn-cs"/>
              </a:rPr>
              <a:t>estructura</a:t>
            </a:r>
            <a:r>
              <a:rPr kumimoji="0" lang="en-GB" sz="1100" b="0" i="0" u="none" strike="noStrike" kern="1200" cap="none" spc="0" normalizeH="0" baseline="0" noProof="0">
                <a:ln>
                  <a:noFill/>
                </a:ln>
                <a:effectLst/>
                <a:uLnTx/>
                <a:uFillTx/>
                <a:latin typeface="Aptos" panose="020B0004020202020204"/>
                <a:ea typeface="+mn-ea"/>
                <a:cs typeface="+mn-cs"/>
              </a:rPr>
              <a:t> de H0, </a:t>
            </a:r>
            <a:r>
              <a:rPr kumimoji="0" lang="en-GB" sz="1100" b="0" i="0" u="none" strike="noStrike" kern="1200" cap="none" spc="0" normalizeH="0" baseline="0" noProof="0" err="1">
                <a:ln>
                  <a:noFill/>
                </a:ln>
                <a:effectLst/>
                <a:uLnTx/>
                <a:uFillTx/>
                <a:latin typeface="Aptos" panose="020B0004020202020204"/>
                <a:ea typeface="+mn-ea"/>
                <a:cs typeface="+mn-cs"/>
              </a:rPr>
              <a:t>en</a:t>
            </a:r>
            <a:r>
              <a:rPr kumimoji="0" lang="en-GB" sz="1100" b="0" i="0" u="none" strike="noStrike" kern="1200" cap="none" spc="0" normalizeH="0" baseline="0" noProof="0">
                <a:ln>
                  <a:noFill/>
                </a:ln>
                <a:effectLst/>
                <a:uLnTx/>
                <a:uFillTx/>
                <a:latin typeface="Aptos" panose="020B0004020202020204"/>
                <a:ea typeface="+mn-ea"/>
                <a:cs typeface="+mn-cs"/>
              </a:rPr>
              <a:t> </a:t>
            </a:r>
            <a:r>
              <a:rPr kumimoji="0" lang="en-GB" sz="1100" b="0" i="0" u="none" strike="noStrike" kern="1200" cap="none" spc="0" normalizeH="0" baseline="0" noProof="0" err="1">
                <a:ln>
                  <a:noFill/>
                </a:ln>
                <a:effectLst/>
                <a:uLnTx/>
                <a:uFillTx/>
                <a:latin typeface="Aptos" panose="020B0004020202020204"/>
                <a:ea typeface="+mn-ea"/>
                <a:cs typeface="+mn-cs"/>
              </a:rPr>
              <a:t>muchas</a:t>
            </a:r>
            <a:r>
              <a:rPr kumimoji="0" lang="en-GB" sz="1100" b="0" i="0" u="none" strike="noStrike" kern="1200" cap="none" spc="0" normalizeH="0" baseline="0" noProof="0">
                <a:ln>
                  <a:noFill/>
                </a:ln>
                <a:effectLst/>
                <a:uLnTx/>
                <a:uFillTx/>
                <a:latin typeface="Aptos" panose="020B0004020202020204"/>
                <a:ea typeface="+mn-ea"/>
                <a:cs typeface="+mn-cs"/>
              </a:rPr>
              <a:t> </a:t>
            </a:r>
            <a:r>
              <a:rPr kumimoji="0" lang="en-GB" sz="1100" b="0" i="0" u="none" strike="noStrike" kern="1200" cap="none" spc="0" normalizeH="0" baseline="0" noProof="0" err="1">
                <a:ln>
                  <a:noFill/>
                </a:ln>
                <a:effectLst/>
                <a:uLnTx/>
                <a:uFillTx/>
                <a:latin typeface="Aptos" panose="020B0004020202020204"/>
                <a:ea typeface="+mn-ea"/>
                <a:cs typeface="+mn-cs"/>
              </a:rPr>
              <a:t>aplicaciones</a:t>
            </a:r>
            <a:r>
              <a:rPr kumimoji="0" lang="en-GB" sz="1100" b="0" i="0" u="none" strike="noStrike" kern="1200" cap="none" spc="0" normalizeH="0" baseline="0" noProof="0">
                <a:ln>
                  <a:noFill/>
                </a:ln>
                <a:effectLst/>
                <a:uLnTx/>
                <a:uFillTx/>
                <a:latin typeface="Aptos" panose="020B0004020202020204"/>
                <a:ea typeface="+mn-ea"/>
                <a:cs typeface="+mn-cs"/>
              </a:rPr>
              <a:t> ese </a:t>
            </a:r>
            <a:r>
              <a:rPr kumimoji="0" lang="en-GB" sz="1100" b="0" i="0" u="none" strike="noStrike" kern="1200" cap="none" spc="0" normalizeH="0" baseline="0" noProof="0" err="1">
                <a:ln>
                  <a:noFill/>
                </a:ln>
                <a:effectLst/>
                <a:uLnTx/>
                <a:uFillTx/>
                <a:latin typeface="Aptos" panose="020B0004020202020204"/>
                <a:ea typeface="+mn-ea"/>
                <a:cs typeface="+mn-cs"/>
              </a:rPr>
              <a:t>valor</a:t>
            </a:r>
            <a:r>
              <a:rPr kumimoji="0" lang="en-GB" sz="1100" b="0" i="0" u="none" strike="noStrike" kern="1200" cap="none" spc="0" normalizeH="0" baseline="0" noProof="0">
                <a:ln>
                  <a:noFill/>
                </a:ln>
                <a:effectLst/>
                <a:uLnTx/>
                <a:uFillTx/>
                <a:latin typeface="Aptos" panose="020B0004020202020204"/>
                <a:ea typeface="+mn-ea"/>
                <a:cs typeface="+mn-cs"/>
              </a:rPr>
              <a:t> es cero.</a:t>
            </a:r>
            <a:endParaRPr kumimoji="0" lang="en-GB" sz="1100" b="1" i="0" u="none" strike="noStrike" kern="1200" cap="none" spc="0" normalizeH="0" baseline="0" noProof="0">
              <a:ln>
                <a:noFill/>
              </a:ln>
              <a:effectLst/>
              <a:uLnTx/>
              <a:uFillTx/>
              <a:latin typeface="Aptos" panose="020B0004020202020204"/>
              <a:ea typeface="+mn-ea"/>
              <a:cs typeface="+mn-cs"/>
            </a:endParaRPr>
          </a:p>
        </p:txBody>
      </p:sp>
      <p:sp>
        <p:nvSpPr>
          <p:cNvPr id="58" name="Título 1">
            <a:extLst>
              <a:ext uri="{FF2B5EF4-FFF2-40B4-BE49-F238E27FC236}">
                <a16:creationId xmlns:a16="http://schemas.microsoft.com/office/drawing/2014/main" id="{14F7740E-DE0E-4CEA-189D-0B898451D6AD}"/>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err="1">
                <a:ln>
                  <a:noFill/>
                </a:ln>
                <a:solidFill>
                  <a:srgbClr val="FF0000"/>
                </a:solidFill>
                <a:effectLst/>
                <a:uLnTx/>
                <a:uFillTx/>
                <a:latin typeface="Aptos SemiBold" panose="020F0502020204030204" pitchFamily="34" charset="0"/>
                <a:ea typeface="+mj-ea"/>
                <a:cs typeface="+mj-cs"/>
              </a:rPr>
              <a:t>Diseños</a:t>
            </a: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 </a:t>
            </a:r>
            <a:r>
              <a:rPr kumimoji="0" lang="en-GB" sz="3200" b="1" i="0" u="none" strike="noStrike" kern="1200" cap="none" spc="0" normalizeH="0" baseline="0" noProof="0" err="1">
                <a:ln>
                  <a:noFill/>
                </a:ln>
                <a:solidFill>
                  <a:srgbClr val="FF0000"/>
                </a:solidFill>
                <a:effectLst/>
                <a:uLnTx/>
                <a:uFillTx/>
                <a:latin typeface="Aptos SemiBold" panose="020F0502020204030204" pitchFamily="34" charset="0"/>
                <a:ea typeface="+mj-ea"/>
                <a:cs typeface="+mj-cs"/>
              </a:rPr>
              <a:t>cuantitativos</a:t>
            </a:r>
            <a:endPar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endParaRPr>
          </a:p>
        </p:txBody>
      </p:sp>
    </p:spTree>
    <p:extLst>
      <p:ext uri="{BB962C8B-B14F-4D97-AF65-F5344CB8AC3E}">
        <p14:creationId xmlns:p14="http://schemas.microsoft.com/office/powerpoint/2010/main" val="20075804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500"/>
                                        <p:tgtEl>
                                          <p:spTgt spid="2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par>
                                <p:cTn id="33" presetID="10" presetClass="entr" presetSubtype="0" fill="hold" nodeType="with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500"/>
                                        <p:tgtEl>
                                          <p:spTgt spid="3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1"/>
                                        </p:tgtEl>
                                        <p:attrNameLst>
                                          <p:attrName>style.visibility</p:attrName>
                                        </p:attrNameLst>
                                      </p:cBhvr>
                                      <p:to>
                                        <p:strVal val="visible"/>
                                      </p:to>
                                    </p:set>
                                    <p:animEffect transition="in" filter="fade">
                                      <p:cBhvr>
                                        <p:cTn id="38" dur="500"/>
                                        <p:tgtEl>
                                          <p:spTgt spid="51"/>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500"/>
                                        <p:tgtEl>
                                          <p:spTgt spid="29"/>
                                        </p:tgtEl>
                                      </p:cBhvr>
                                    </p:animEffect>
                                  </p:childTnLst>
                                </p:cTn>
                              </p:par>
                              <p:par>
                                <p:cTn id="50" presetID="10" presetClass="entr" presetSubtype="0" fill="hold"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2"/>
                                        </p:tgtEl>
                                        <p:attrNameLst>
                                          <p:attrName>style.visibility</p:attrName>
                                        </p:attrNameLst>
                                      </p:cBhvr>
                                      <p:to>
                                        <p:strVal val="visible"/>
                                      </p:to>
                                    </p:set>
                                    <p:animEffect transition="in" filter="fade">
                                      <p:cBhvr>
                                        <p:cTn id="55"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6" grpId="0"/>
      <p:bldP spid="17" grpId="0"/>
      <p:bldP spid="18" grpId="0"/>
      <p:bldP spid="21" grpId="0"/>
      <p:bldP spid="22" grpId="0"/>
      <p:bldP spid="25" grpId="0" animBg="1"/>
      <p:bldP spid="26" grpId="0" animBg="1"/>
      <p:bldP spid="27" grpId="0"/>
      <p:bldP spid="28" grpId="0" animBg="1"/>
      <p:bldP spid="29" grpId="0"/>
      <p:bldP spid="51" grpId="0"/>
      <p:bldP spid="52" grpId="0"/>
    </p:bldLst>
  </p:timing>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9" name="Rectangle: Rounded Corners 128">
            <a:extLst>
              <a:ext uri="{FF2B5EF4-FFF2-40B4-BE49-F238E27FC236}">
                <a16:creationId xmlns:a16="http://schemas.microsoft.com/office/drawing/2014/main" id="{59DAA76A-1007-A0C9-8CC8-32C6ECC69BBA}"/>
              </a:ext>
            </a:extLst>
          </p:cNvPr>
          <p:cNvSpPr/>
          <p:nvPr/>
        </p:nvSpPr>
        <p:spPr>
          <a:xfrm>
            <a:off x="1038959" y="4415210"/>
            <a:ext cx="4627005" cy="1409882"/>
          </a:xfrm>
          <a:prstGeom prst="roundRect">
            <a:avLst/>
          </a:prstGeom>
          <a:solidFill>
            <a:schemeClr val="accent2">
              <a:lumMod val="20000"/>
              <a:lumOff val="80000"/>
            </a:schemeClr>
          </a:solidFill>
          <a:ln>
            <a:noFill/>
          </a:ln>
          <a:effectLst>
            <a:outerShdw blurRad="50800" dist="38100" dir="5400000" algn="t"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srgbClr val="65156E">
                  <a:lumMod val="50000"/>
                </a:srgbClr>
              </a:solidFill>
              <a:effectLst/>
              <a:uLnTx/>
              <a:uFillTx/>
              <a:latin typeface="Aptos" panose="020B0004020202020204"/>
              <a:ea typeface="+mn-ea"/>
              <a:cs typeface="+mn-cs"/>
            </a:endParaRPr>
          </a:p>
        </p:txBody>
      </p:sp>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GB"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12" name="TextBox 11">
            <a:extLst>
              <a:ext uri="{FF2B5EF4-FFF2-40B4-BE49-F238E27FC236}">
                <a16:creationId xmlns:a16="http://schemas.microsoft.com/office/drawing/2014/main" id="{DE968164-241B-755B-1D69-1EFA5BBAACF1}"/>
              </a:ext>
            </a:extLst>
          </p:cNvPr>
          <p:cNvSpPr txBox="1"/>
          <p:nvPr/>
        </p:nvSpPr>
        <p:spPr>
          <a:xfrm>
            <a:off x="999447" y="2192434"/>
            <a:ext cx="4200511" cy="261610"/>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Definición</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de la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región</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de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rechazo</a:t>
            </a:r>
            <a:endParaRPr kumimoji="0" lang="en-GB" sz="1100" b="1" i="0" u="none" strike="noStrike" kern="1200" cap="none" spc="0" normalizeH="0" baseline="0" noProof="0">
              <a:ln>
                <a:noFill/>
              </a:ln>
              <a:solidFill>
                <a:srgbClr val="FF0000"/>
              </a:solidFill>
              <a:effectLst/>
              <a:uLnTx/>
              <a:uFillTx/>
              <a:latin typeface="Aptos" panose="020B0004020202020204"/>
              <a:ea typeface="+mn-ea"/>
              <a:cs typeface="+mn-cs"/>
            </a:endParaRPr>
          </a:p>
        </p:txBody>
      </p:sp>
      <p:sp>
        <p:nvSpPr>
          <p:cNvPr id="75" name="TextBox 74">
            <a:extLst>
              <a:ext uri="{FF2B5EF4-FFF2-40B4-BE49-F238E27FC236}">
                <a16:creationId xmlns:a16="http://schemas.microsoft.com/office/drawing/2014/main" id="{FB326B81-CD89-B3DA-C27A-45A86152064F}"/>
              </a:ext>
            </a:extLst>
          </p:cNvPr>
          <p:cNvSpPr txBox="1"/>
          <p:nvPr/>
        </p:nvSpPr>
        <p:spPr>
          <a:xfrm>
            <a:off x="999132" y="2783995"/>
            <a:ext cx="4000271" cy="600164"/>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Considerando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esta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especificación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H1,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deberíamos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rechazar</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H0 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favor</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H1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cuando</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de la media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muestral</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suficientemente</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mayor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mu0.</a:t>
            </a:r>
          </a:p>
        </p:txBody>
      </p:sp>
      <p:grpSp>
        <p:nvGrpSpPr>
          <p:cNvPr id="140" name="Group 139">
            <a:extLst>
              <a:ext uri="{FF2B5EF4-FFF2-40B4-BE49-F238E27FC236}">
                <a16:creationId xmlns:a16="http://schemas.microsoft.com/office/drawing/2014/main" id="{BCA36EB0-1A5A-BF88-277A-BF9CDF2096DB}"/>
              </a:ext>
            </a:extLst>
          </p:cNvPr>
          <p:cNvGrpSpPr>
            <a:grpSpLocks noChangeAspect="1"/>
          </p:cNvGrpSpPr>
          <p:nvPr>
            <p:custDataLst>
              <p:tags r:id="rId1"/>
            </p:custDataLst>
          </p:nvPr>
        </p:nvGrpSpPr>
        <p:grpSpPr>
          <a:xfrm>
            <a:off x="1159455" y="2525698"/>
            <a:ext cx="797095" cy="147762"/>
            <a:chOff x="3196013" y="5643973"/>
            <a:chExt cx="1104470" cy="204742"/>
          </a:xfrm>
        </p:grpSpPr>
        <p:sp>
          <p:nvSpPr>
            <p:cNvPr id="141" name="Freeform: Shape 140">
              <a:extLst>
                <a:ext uri="{FF2B5EF4-FFF2-40B4-BE49-F238E27FC236}">
                  <a16:creationId xmlns:a16="http://schemas.microsoft.com/office/drawing/2014/main" id="{D8F0F5E8-2D02-0B36-6670-DB3575FA9D40}"/>
                </a:ext>
              </a:extLst>
            </p:cNvPr>
            <p:cNvSpPr/>
            <p:nvPr>
              <p:custDataLst>
                <p:tags r:id="rId80"/>
              </p:custDataLst>
            </p:nvPr>
          </p:nvSpPr>
          <p:spPr>
            <a:xfrm>
              <a:off x="3196013" y="5643973"/>
              <a:ext cx="153994" cy="155550"/>
            </a:xfrm>
            <a:custGeom>
              <a:avLst/>
              <a:gdLst>
                <a:gd name="connsiteX0" fmla="*/ 130848 w 153994"/>
                <a:gd name="connsiteY0" fmla="*/ 17827 h 155550"/>
                <a:gd name="connsiteX1" fmla="*/ 148660 w 153994"/>
                <a:gd name="connsiteY1" fmla="*/ 7123 h 155550"/>
                <a:gd name="connsiteX2" fmla="*/ 154072 w 153994"/>
                <a:gd name="connsiteY2" fmla="*/ 7123 h 155550"/>
                <a:gd name="connsiteX3" fmla="*/ 154072 w 153994"/>
                <a:gd name="connsiteY3" fmla="*/ 63 h 155550"/>
                <a:gd name="connsiteX4" fmla="*/ 120928 w 153994"/>
                <a:gd name="connsiteY4" fmla="*/ 746 h 155550"/>
                <a:gd name="connsiteX5" fmla="*/ 87558 w 153994"/>
                <a:gd name="connsiteY5" fmla="*/ 63 h 155550"/>
                <a:gd name="connsiteX6" fmla="*/ 87558 w 153994"/>
                <a:gd name="connsiteY6" fmla="*/ 7123 h 155550"/>
                <a:gd name="connsiteX7" fmla="*/ 92970 w 153994"/>
                <a:gd name="connsiteY7" fmla="*/ 7123 h 155550"/>
                <a:gd name="connsiteX8" fmla="*/ 110782 w 153994"/>
                <a:gd name="connsiteY8" fmla="*/ 17827 h 155550"/>
                <a:gd name="connsiteX9" fmla="*/ 110782 w 153994"/>
                <a:gd name="connsiteY9" fmla="*/ 71120 h 155550"/>
                <a:gd name="connsiteX10" fmla="*/ 43367 w 153994"/>
                <a:gd name="connsiteY10" fmla="*/ 71120 h 155550"/>
                <a:gd name="connsiteX11" fmla="*/ 43367 w 153994"/>
                <a:gd name="connsiteY11" fmla="*/ 17827 h 155550"/>
                <a:gd name="connsiteX12" fmla="*/ 61179 w 153994"/>
                <a:gd name="connsiteY12" fmla="*/ 7123 h 155550"/>
                <a:gd name="connsiteX13" fmla="*/ 66590 w 153994"/>
                <a:gd name="connsiteY13" fmla="*/ 7123 h 155550"/>
                <a:gd name="connsiteX14" fmla="*/ 66590 w 153994"/>
                <a:gd name="connsiteY14" fmla="*/ 63 h 155550"/>
                <a:gd name="connsiteX15" fmla="*/ 33446 w 153994"/>
                <a:gd name="connsiteY15" fmla="*/ 746 h 155550"/>
                <a:gd name="connsiteX16" fmla="*/ 77 w 153994"/>
                <a:gd name="connsiteY16" fmla="*/ 63 h 155550"/>
                <a:gd name="connsiteX17" fmla="*/ 77 w 153994"/>
                <a:gd name="connsiteY17" fmla="*/ 7123 h 155550"/>
                <a:gd name="connsiteX18" fmla="*/ 5488 w 153994"/>
                <a:gd name="connsiteY18" fmla="*/ 7123 h 155550"/>
                <a:gd name="connsiteX19" fmla="*/ 23300 w 153994"/>
                <a:gd name="connsiteY19" fmla="*/ 17827 h 155550"/>
                <a:gd name="connsiteX20" fmla="*/ 23300 w 153994"/>
                <a:gd name="connsiteY20" fmla="*/ 137849 h 155550"/>
                <a:gd name="connsiteX21" fmla="*/ 5488 w 153994"/>
                <a:gd name="connsiteY21" fmla="*/ 148553 h 155550"/>
                <a:gd name="connsiteX22" fmla="*/ 77 w 153994"/>
                <a:gd name="connsiteY22" fmla="*/ 148553 h 155550"/>
                <a:gd name="connsiteX23" fmla="*/ 77 w 153994"/>
                <a:gd name="connsiteY23" fmla="*/ 155613 h 155550"/>
                <a:gd name="connsiteX24" fmla="*/ 33221 w 153994"/>
                <a:gd name="connsiteY24" fmla="*/ 154930 h 155550"/>
                <a:gd name="connsiteX25" fmla="*/ 66590 w 153994"/>
                <a:gd name="connsiteY25" fmla="*/ 155613 h 155550"/>
                <a:gd name="connsiteX26" fmla="*/ 66590 w 153994"/>
                <a:gd name="connsiteY26" fmla="*/ 148553 h 155550"/>
                <a:gd name="connsiteX27" fmla="*/ 61179 w 153994"/>
                <a:gd name="connsiteY27" fmla="*/ 148553 h 155550"/>
                <a:gd name="connsiteX28" fmla="*/ 43367 w 153994"/>
                <a:gd name="connsiteY28" fmla="*/ 137849 h 155550"/>
                <a:gd name="connsiteX29" fmla="*/ 43367 w 153994"/>
                <a:gd name="connsiteY29" fmla="*/ 78180 h 155550"/>
                <a:gd name="connsiteX30" fmla="*/ 110782 w 153994"/>
                <a:gd name="connsiteY30" fmla="*/ 78180 h 155550"/>
                <a:gd name="connsiteX31" fmla="*/ 110782 w 153994"/>
                <a:gd name="connsiteY31" fmla="*/ 137849 h 155550"/>
                <a:gd name="connsiteX32" fmla="*/ 92970 w 153994"/>
                <a:gd name="connsiteY32" fmla="*/ 148553 h 155550"/>
                <a:gd name="connsiteX33" fmla="*/ 87558 w 153994"/>
                <a:gd name="connsiteY33" fmla="*/ 148553 h 155550"/>
                <a:gd name="connsiteX34" fmla="*/ 87558 w 153994"/>
                <a:gd name="connsiteY34" fmla="*/ 155613 h 155550"/>
                <a:gd name="connsiteX35" fmla="*/ 120702 w 153994"/>
                <a:gd name="connsiteY35" fmla="*/ 154930 h 155550"/>
                <a:gd name="connsiteX36" fmla="*/ 154072 w 153994"/>
                <a:gd name="connsiteY36" fmla="*/ 155613 h 155550"/>
                <a:gd name="connsiteX37" fmla="*/ 154072 w 153994"/>
                <a:gd name="connsiteY37" fmla="*/ 148553 h 155550"/>
                <a:gd name="connsiteX38" fmla="*/ 148660 w 153994"/>
                <a:gd name="connsiteY38" fmla="*/ 148553 h 155550"/>
                <a:gd name="connsiteX39" fmla="*/ 130848 w 153994"/>
                <a:gd name="connsiteY39" fmla="*/ 137849 h 155550"/>
                <a:gd name="connsiteX40" fmla="*/ 130848 w 153994"/>
                <a:gd name="connsiteY40" fmla="*/ 17827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3994" h="155550">
                  <a:moveTo>
                    <a:pt x="130848" y="17827"/>
                  </a:moveTo>
                  <a:cubicBezTo>
                    <a:pt x="130848" y="9628"/>
                    <a:pt x="131299" y="7123"/>
                    <a:pt x="148660" y="7123"/>
                  </a:cubicBezTo>
                  <a:lnTo>
                    <a:pt x="154072" y="7123"/>
                  </a:lnTo>
                  <a:lnTo>
                    <a:pt x="154072" y="63"/>
                  </a:lnTo>
                  <a:cubicBezTo>
                    <a:pt x="146180" y="746"/>
                    <a:pt x="129496" y="746"/>
                    <a:pt x="120928" y="746"/>
                  </a:cubicBezTo>
                  <a:cubicBezTo>
                    <a:pt x="112360" y="746"/>
                    <a:pt x="95450" y="746"/>
                    <a:pt x="87558" y="63"/>
                  </a:cubicBezTo>
                  <a:lnTo>
                    <a:pt x="87558" y="7123"/>
                  </a:lnTo>
                  <a:lnTo>
                    <a:pt x="92970" y="7123"/>
                  </a:lnTo>
                  <a:cubicBezTo>
                    <a:pt x="110331" y="7123"/>
                    <a:pt x="110782" y="9628"/>
                    <a:pt x="110782" y="17827"/>
                  </a:cubicBezTo>
                  <a:lnTo>
                    <a:pt x="110782" y="71120"/>
                  </a:lnTo>
                  <a:lnTo>
                    <a:pt x="43367" y="71120"/>
                  </a:lnTo>
                  <a:lnTo>
                    <a:pt x="43367" y="17827"/>
                  </a:lnTo>
                  <a:cubicBezTo>
                    <a:pt x="43367" y="9628"/>
                    <a:pt x="43818" y="7123"/>
                    <a:pt x="61179" y="7123"/>
                  </a:cubicBezTo>
                  <a:lnTo>
                    <a:pt x="66590" y="7123"/>
                  </a:lnTo>
                  <a:lnTo>
                    <a:pt x="66590" y="63"/>
                  </a:lnTo>
                  <a:cubicBezTo>
                    <a:pt x="58699" y="746"/>
                    <a:pt x="42014" y="746"/>
                    <a:pt x="33446" y="746"/>
                  </a:cubicBezTo>
                  <a:cubicBezTo>
                    <a:pt x="24878" y="746"/>
                    <a:pt x="7968" y="746"/>
                    <a:pt x="77" y="63"/>
                  </a:cubicBezTo>
                  <a:lnTo>
                    <a:pt x="77" y="7123"/>
                  </a:lnTo>
                  <a:lnTo>
                    <a:pt x="5488" y="7123"/>
                  </a:lnTo>
                  <a:cubicBezTo>
                    <a:pt x="22849" y="7123"/>
                    <a:pt x="23300" y="9628"/>
                    <a:pt x="23300" y="17827"/>
                  </a:cubicBezTo>
                  <a:lnTo>
                    <a:pt x="23300" y="137849"/>
                  </a:lnTo>
                  <a:cubicBezTo>
                    <a:pt x="23300" y="146048"/>
                    <a:pt x="22849" y="148553"/>
                    <a:pt x="5488" y="148553"/>
                  </a:cubicBezTo>
                  <a:lnTo>
                    <a:pt x="77" y="148553"/>
                  </a:lnTo>
                  <a:lnTo>
                    <a:pt x="77" y="155613"/>
                  </a:lnTo>
                  <a:cubicBezTo>
                    <a:pt x="7968" y="154930"/>
                    <a:pt x="24653" y="154930"/>
                    <a:pt x="33221" y="154930"/>
                  </a:cubicBezTo>
                  <a:cubicBezTo>
                    <a:pt x="41788" y="154930"/>
                    <a:pt x="58699" y="154930"/>
                    <a:pt x="66590" y="155613"/>
                  </a:cubicBezTo>
                  <a:lnTo>
                    <a:pt x="66590" y="148553"/>
                  </a:lnTo>
                  <a:lnTo>
                    <a:pt x="61179" y="148553"/>
                  </a:lnTo>
                  <a:cubicBezTo>
                    <a:pt x="43818" y="148553"/>
                    <a:pt x="43367" y="146048"/>
                    <a:pt x="43367" y="137849"/>
                  </a:cubicBezTo>
                  <a:lnTo>
                    <a:pt x="43367" y="78180"/>
                  </a:lnTo>
                  <a:lnTo>
                    <a:pt x="110782" y="78180"/>
                  </a:lnTo>
                  <a:lnTo>
                    <a:pt x="110782" y="137849"/>
                  </a:lnTo>
                  <a:cubicBezTo>
                    <a:pt x="110782" y="146048"/>
                    <a:pt x="110331" y="148553"/>
                    <a:pt x="92970" y="148553"/>
                  </a:cubicBezTo>
                  <a:lnTo>
                    <a:pt x="87558" y="148553"/>
                  </a:lnTo>
                  <a:lnTo>
                    <a:pt x="87558" y="155613"/>
                  </a:lnTo>
                  <a:cubicBezTo>
                    <a:pt x="95450" y="154930"/>
                    <a:pt x="112135" y="154930"/>
                    <a:pt x="120702" y="154930"/>
                  </a:cubicBezTo>
                  <a:cubicBezTo>
                    <a:pt x="129270" y="154930"/>
                    <a:pt x="146180" y="154930"/>
                    <a:pt x="154072" y="155613"/>
                  </a:cubicBezTo>
                  <a:lnTo>
                    <a:pt x="154072" y="148553"/>
                  </a:lnTo>
                  <a:lnTo>
                    <a:pt x="148660" y="148553"/>
                  </a:lnTo>
                  <a:cubicBezTo>
                    <a:pt x="131299" y="148553"/>
                    <a:pt x="130848" y="146048"/>
                    <a:pt x="130848" y="137849"/>
                  </a:cubicBezTo>
                  <a:lnTo>
                    <a:pt x="130848" y="1782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2" name="Freeform: Shape 141">
              <a:extLst>
                <a:ext uri="{FF2B5EF4-FFF2-40B4-BE49-F238E27FC236}">
                  <a16:creationId xmlns:a16="http://schemas.microsoft.com/office/drawing/2014/main" id="{A2B7A70F-4309-4F74-83F8-D811E1316FDE}"/>
                </a:ext>
              </a:extLst>
            </p:cNvPr>
            <p:cNvSpPr/>
            <p:nvPr>
              <p:custDataLst>
                <p:tags r:id="rId81"/>
              </p:custDataLst>
            </p:nvPr>
          </p:nvSpPr>
          <p:spPr>
            <a:xfrm>
              <a:off x="3374878" y="5727828"/>
              <a:ext cx="57449" cy="105856"/>
            </a:xfrm>
            <a:custGeom>
              <a:avLst/>
              <a:gdLst>
                <a:gd name="connsiteX0" fmla="*/ 35753 w 57449"/>
                <a:gd name="connsiteY0" fmla="*/ 4528 h 105856"/>
                <a:gd name="connsiteX1" fmla="*/ 31018 w 57449"/>
                <a:gd name="connsiteY1" fmla="*/ 64 h 105856"/>
                <a:gd name="connsiteX2" fmla="*/ 84 w 57449"/>
                <a:gd name="connsiteY2" fmla="*/ 10267 h 105856"/>
                <a:gd name="connsiteX3" fmla="*/ 84 w 57449"/>
                <a:gd name="connsiteY3" fmla="*/ 16006 h 105856"/>
                <a:gd name="connsiteX4" fmla="*/ 22969 w 57449"/>
                <a:gd name="connsiteY4" fmla="*/ 11543 h 105856"/>
                <a:gd name="connsiteX5" fmla="*/ 22969 w 57449"/>
                <a:gd name="connsiteY5" fmla="*/ 92848 h 105856"/>
                <a:gd name="connsiteX6" fmla="*/ 7186 w 57449"/>
                <a:gd name="connsiteY6" fmla="*/ 100181 h 105856"/>
                <a:gd name="connsiteX7" fmla="*/ 1189 w 57449"/>
                <a:gd name="connsiteY7" fmla="*/ 100181 h 105856"/>
                <a:gd name="connsiteX8" fmla="*/ 1189 w 57449"/>
                <a:gd name="connsiteY8" fmla="*/ 105921 h 105856"/>
                <a:gd name="connsiteX9" fmla="*/ 29282 w 57449"/>
                <a:gd name="connsiteY9" fmla="*/ 105283 h 105856"/>
                <a:gd name="connsiteX10" fmla="*/ 57534 w 57449"/>
                <a:gd name="connsiteY10" fmla="*/ 105921 h 105856"/>
                <a:gd name="connsiteX11" fmla="*/ 57534 w 57449"/>
                <a:gd name="connsiteY11" fmla="*/ 100181 h 105856"/>
                <a:gd name="connsiteX12" fmla="*/ 51536 w 57449"/>
                <a:gd name="connsiteY12" fmla="*/ 100181 h 105856"/>
                <a:gd name="connsiteX13" fmla="*/ 35753 w 57449"/>
                <a:gd name="connsiteY13" fmla="*/ 92848 h 105856"/>
                <a:gd name="connsiteX14" fmla="*/ 35753 w 57449"/>
                <a:gd name="connsiteY14" fmla="*/ 4528 h 10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49" h="105856">
                  <a:moveTo>
                    <a:pt x="35753" y="4528"/>
                  </a:moveTo>
                  <a:cubicBezTo>
                    <a:pt x="35753" y="224"/>
                    <a:pt x="35438" y="64"/>
                    <a:pt x="31018" y="64"/>
                  </a:cubicBezTo>
                  <a:cubicBezTo>
                    <a:pt x="20917" y="10108"/>
                    <a:pt x="6555" y="10267"/>
                    <a:pt x="84" y="10267"/>
                  </a:cubicBezTo>
                  <a:lnTo>
                    <a:pt x="84" y="16006"/>
                  </a:lnTo>
                  <a:cubicBezTo>
                    <a:pt x="3872" y="16006"/>
                    <a:pt x="14289" y="16006"/>
                    <a:pt x="22969" y="11543"/>
                  </a:cubicBezTo>
                  <a:lnTo>
                    <a:pt x="22969" y="92848"/>
                  </a:lnTo>
                  <a:cubicBezTo>
                    <a:pt x="22969" y="98109"/>
                    <a:pt x="22969" y="100181"/>
                    <a:pt x="7186" y="100181"/>
                  </a:cubicBezTo>
                  <a:lnTo>
                    <a:pt x="1189" y="100181"/>
                  </a:lnTo>
                  <a:lnTo>
                    <a:pt x="1189" y="105921"/>
                  </a:lnTo>
                  <a:cubicBezTo>
                    <a:pt x="4030" y="105761"/>
                    <a:pt x="23443" y="105283"/>
                    <a:pt x="29282" y="105283"/>
                  </a:cubicBezTo>
                  <a:cubicBezTo>
                    <a:pt x="34175" y="105283"/>
                    <a:pt x="54061" y="105761"/>
                    <a:pt x="57534" y="105921"/>
                  </a:cubicBezTo>
                  <a:lnTo>
                    <a:pt x="57534" y="100181"/>
                  </a:lnTo>
                  <a:lnTo>
                    <a:pt x="51536" y="100181"/>
                  </a:lnTo>
                  <a:cubicBezTo>
                    <a:pt x="35753" y="100181"/>
                    <a:pt x="35753" y="98109"/>
                    <a:pt x="35753" y="92848"/>
                  </a:cubicBezTo>
                  <a:lnTo>
                    <a:pt x="35753" y="452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3" name="Freeform: Shape 142">
              <a:extLst>
                <a:ext uri="{FF2B5EF4-FFF2-40B4-BE49-F238E27FC236}">
                  <a16:creationId xmlns:a16="http://schemas.microsoft.com/office/drawing/2014/main" id="{6021D584-1A85-5E5F-972A-EFC90D11D9B9}"/>
                </a:ext>
              </a:extLst>
            </p:cNvPr>
            <p:cNvSpPr/>
            <p:nvPr>
              <p:custDataLst>
                <p:tags r:id="rId82"/>
              </p:custDataLst>
            </p:nvPr>
          </p:nvSpPr>
          <p:spPr>
            <a:xfrm>
              <a:off x="3540842" y="5701364"/>
              <a:ext cx="23899" cy="98158"/>
            </a:xfrm>
            <a:custGeom>
              <a:avLst/>
              <a:gdLst>
                <a:gd name="connsiteX0" fmla="*/ 23991 w 23899"/>
                <a:gd name="connsiteY0" fmla="*/ 12133 h 98158"/>
                <a:gd name="connsiteX1" fmla="*/ 12041 w 23899"/>
                <a:gd name="connsiteY1" fmla="*/ 63 h 98158"/>
                <a:gd name="connsiteX2" fmla="*/ 91 w 23899"/>
                <a:gd name="connsiteY2" fmla="*/ 12133 h 98158"/>
                <a:gd name="connsiteX3" fmla="*/ 12041 w 23899"/>
                <a:gd name="connsiteY3" fmla="*/ 24204 h 98158"/>
                <a:gd name="connsiteX4" fmla="*/ 23991 w 23899"/>
                <a:gd name="connsiteY4" fmla="*/ 12133 h 98158"/>
                <a:gd name="connsiteX5" fmla="*/ 23991 w 23899"/>
                <a:gd name="connsiteY5" fmla="*/ 86151 h 98158"/>
                <a:gd name="connsiteX6" fmla="*/ 12041 w 23899"/>
                <a:gd name="connsiteY6" fmla="*/ 74080 h 98158"/>
                <a:gd name="connsiteX7" fmla="*/ 91 w 23899"/>
                <a:gd name="connsiteY7" fmla="*/ 86151 h 98158"/>
                <a:gd name="connsiteX8" fmla="*/ 12041 w 23899"/>
                <a:gd name="connsiteY8" fmla="*/ 98221 h 98158"/>
                <a:gd name="connsiteX9" fmla="*/ 23991 w 23899"/>
                <a:gd name="connsiteY9" fmla="*/ 86151 h 9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99" h="98158">
                  <a:moveTo>
                    <a:pt x="23991" y="12133"/>
                  </a:moveTo>
                  <a:cubicBezTo>
                    <a:pt x="23991" y="5529"/>
                    <a:pt x="18580" y="63"/>
                    <a:pt x="12041" y="63"/>
                  </a:cubicBezTo>
                  <a:cubicBezTo>
                    <a:pt x="5503" y="63"/>
                    <a:pt x="91" y="5529"/>
                    <a:pt x="91" y="12133"/>
                  </a:cubicBezTo>
                  <a:cubicBezTo>
                    <a:pt x="91" y="18738"/>
                    <a:pt x="5503" y="24204"/>
                    <a:pt x="12041" y="24204"/>
                  </a:cubicBezTo>
                  <a:cubicBezTo>
                    <a:pt x="18580" y="24204"/>
                    <a:pt x="23991" y="18738"/>
                    <a:pt x="23991" y="12133"/>
                  </a:cubicBezTo>
                  <a:close/>
                  <a:moveTo>
                    <a:pt x="23991" y="86151"/>
                  </a:moveTo>
                  <a:cubicBezTo>
                    <a:pt x="23991" y="79546"/>
                    <a:pt x="18580" y="74080"/>
                    <a:pt x="12041" y="74080"/>
                  </a:cubicBezTo>
                  <a:cubicBezTo>
                    <a:pt x="5503" y="74080"/>
                    <a:pt x="91" y="79546"/>
                    <a:pt x="91" y="86151"/>
                  </a:cubicBezTo>
                  <a:cubicBezTo>
                    <a:pt x="91" y="92755"/>
                    <a:pt x="5503" y="98221"/>
                    <a:pt x="12041" y="98221"/>
                  </a:cubicBezTo>
                  <a:cubicBezTo>
                    <a:pt x="18580" y="98221"/>
                    <a:pt x="23991" y="92755"/>
                    <a:pt x="23991" y="8615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4" name="Freeform: Shape 143">
              <a:extLst>
                <a:ext uri="{FF2B5EF4-FFF2-40B4-BE49-F238E27FC236}">
                  <a16:creationId xmlns:a16="http://schemas.microsoft.com/office/drawing/2014/main" id="{2A5B2C7E-6CBB-B8A7-62F1-BB4F177606E0}"/>
                </a:ext>
              </a:extLst>
            </p:cNvPr>
            <p:cNvSpPr/>
            <p:nvPr>
              <p:custDataLst>
                <p:tags r:id="rId83"/>
              </p:custDataLst>
            </p:nvPr>
          </p:nvSpPr>
          <p:spPr>
            <a:xfrm>
              <a:off x="3653474" y="5698859"/>
              <a:ext cx="122203" cy="149856"/>
            </a:xfrm>
            <a:custGeom>
              <a:avLst/>
              <a:gdLst>
                <a:gd name="connsiteX0" fmla="*/ 45416 w 122203"/>
                <a:gd name="connsiteY0" fmla="*/ 20788 h 149856"/>
                <a:gd name="connsiteX1" fmla="*/ 48798 w 122203"/>
                <a:gd name="connsiteY1" fmla="*/ 6212 h 149856"/>
                <a:gd name="connsiteX2" fmla="*/ 42260 w 122203"/>
                <a:gd name="connsiteY2" fmla="*/ 63 h 149856"/>
                <a:gd name="connsiteX3" fmla="*/ 33241 w 122203"/>
                <a:gd name="connsiteY3" fmla="*/ 8262 h 149856"/>
                <a:gd name="connsiteX4" fmla="*/ 773 w 122203"/>
                <a:gd name="connsiteY4" fmla="*/ 140127 h 149856"/>
                <a:gd name="connsiteX5" fmla="*/ 97 w 122203"/>
                <a:gd name="connsiteY5" fmla="*/ 143770 h 149856"/>
                <a:gd name="connsiteX6" fmla="*/ 6410 w 122203"/>
                <a:gd name="connsiteY6" fmla="*/ 149920 h 149856"/>
                <a:gd name="connsiteX7" fmla="*/ 14301 w 122203"/>
                <a:gd name="connsiteY7" fmla="*/ 145137 h 149856"/>
                <a:gd name="connsiteX8" fmla="*/ 26702 w 122203"/>
                <a:gd name="connsiteY8" fmla="*/ 96172 h 149856"/>
                <a:gd name="connsiteX9" fmla="*/ 48573 w 122203"/>
                <a:gd name="connsiteY9" fmla="*/ 103232 h 149856"/>
                <a:gd name="connsiteX10" fmla="*/ 78560 w 122203"/>
                <a:gd name="connsiteY10" fmla="*/ 86606 h 149856"/>
                <a:gd name="connsiteX11" fmla="*/ 98852 w 122203"/>
                <a:gd name="connsiteY11" fmla="*/ 103232 h 149856"/>
                <a:gd name="connsiteX12" fmla="*/ 115537 w 122203"/>
                <a:gd name="connsiteY12" fmla="*/ 90706 h 149856"/>
                <a:gd name="connsiteX13" fmla="*/ 122301 w 122203"/>
                <a:gd name="connsiteY13" fmla="*/ 68159 h 149856"/>
                <a:gd name="connsiteX14" fmla="*/ 119595 w 122203"/>
                <a:gd name="connsiteY14" fmla="*/ 65881 h 149856"/>
                <a:gd name="connsiteX15" fmla="*/ 116439 w 122203"/>
                <a:gd name="connsiteY15" fmla="*/ 69981 h 149856"/>
                <a:gd name="connsiteX16" fmla="*/ 99303 w 122203"/>
                <a:gd name="connsiteY16" fmla="*/ 98221 h 149856"/>
                <a:gd name="connsiteX17" fmla="*/ 92539 w 122203"/>
                <a:gd name="connsiteY17" fmla="*/ 87745 h 149856"/>
                <a:gd name="connsiteX18" fmla="*/ 97048 w 122203"/>
                <a:gd name="connsiteY18" fmla="*/ 64059 h 149856"/>
                <a:gd name="connsiteX19" fmla="*/ 103362 w 122203"/>
                <a:gd name="connsiteY19" fmla="*/ 39463 h 149856"/>
                <a:gd name="connsiteX20" fmla="*/ 107194 w 122203"/>
                <a:gd name="connsiteY20" fmla="*/ 23976 h 149856"/>
                <a:gd name="connsiteX21" fmla="*/ 110577 w 122203"/>
                <a:gd name="connsiteY21" fmla="*/ 8717 h 149856"/>
                <a:gd name="connsiteX22" fmla="*/ 104038 w 122203"/>
                <a:gd name="connsiteY22" fmla="*/ 2568 h 149856"/>
                <a:gd name="connsiteX23" fmla="*/ 95245 w 122203"/>
                <a:gd name="connsiteY23" fmla="*/ 10539 h 149856"/>
                <a:gd name="connsiteX24" fmla="*/ 84648 w 122203"/>
                <a:gd name="connsiteY24" fmla="*/ 53128 h 149856"/>
                <a:gd name="connsiteX25" fmla="*/ 78785 w 122203"/>
                <a:gd name="connsiteY25" fmla="*/ 76358 h 149856"/>
                <a:gd name="connsiteX26" fmla="*/ 49475 w 122203"/>
                <a:gd name="connsiteY26" fmla="*/ 98221 h 149856"/>
                <a:gd name="connsiteX27" fmla="*/ 32790 w 122203"/>
                <a:gd name="connsiteY27" fmla="*/ 78407 h 149856"/>
                <a:gd name="connsiteX28" fmla="*/ 35946 w 122203"/>
                <a:gd name="connsiteY28" fmla="*/ 59049 h 149856"/>
                <a:gd name="connsiteX29" fmla="*/ 45416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16" y="20788"/>
                  </a:moveTo>
                  <a:cubicBezTo>
                    <a:pt x="46543" y="16005"/>
                    <a:pt x="48798" y="7351"/>
                    <a:pt x="48798" y="6212"/>
                  </a:cubicBezTo>
                  <a:cubicBezTo>
                    <a:pt x="48798" y="2340"/>
                    <a:pt x="46093" y="63"/>
                    <a:pt x="42260" y="63"/>
                  </a:cubicBezTo>
                  <a:cubicBezTo>
                    <a:pt x="41583" y="63"/>
                    <a:pt x="35270" y="291"/>
                    <a:pt x="33241" y="8262"/>
                  </a:cubicBezTo>
                  <a:lnTo>
                    <a:pt x="773" y="140127"/>
                  </a:lnTo>
                  <a:cubicBezTo>
                    <a:pt x="97" y="142859"/>
                    <a:pt x="97" y="143315"/>
                    <a:pt x="97" y="143770"/>
                  </a:cubicBezTo>
                  <a:cubicBezTo>
                    <a:pt x="97" y="147187"/>
                    <a:pt x="2577" y="149920"/>
                    <a:pt x="6410" y="149920"/>
                  </a:cubicBezTo>
                  <a:cubicBezTo>
                    <a:pt x="11145" y="149920"/>
                    <a:pt x="13851" y="145820"/>
                    <a:pt x="14301" y="145137"/>
                  </a:cubicBezTo>
                  <a:cubicBezTo>
                    <a:pt x="15203" y="143087"/>
                    <a:pt x="18134" y="131244"/>
                    <a:pt x="26702" y="96172"/>
                  </a:cubicBezTo>
                  <a:cubicBezTo>
                    <a:pt x="33917" y="102321"/>
                    <a:pt x="44063" y="103232"/>
                    <a:pt x="48573" y="103232"/>
                  </a:cubicBezTo>
                  <a:cubicBezTo>
                    <a:pt x="64355" y="103232"/>
                    <a:pt x="73149" y="92983"/>
                    <a:pt x="78560" y="86606"/>
                  </a:cubicBezTo>
                  <a:cubicBezTo>
                    <a:pt x="80589" y="96855"/>
                    <a:pt x="88932" y="103232"/>
                    <a:pt x="98852" y="103232"/>
                  </a:cubicBezTo>
                  <a:cubicBezTo>
                    <a:pt x="106744" y="103232"/>
                    <a:pt x="111929" y="97994"/>
                    <a:pt x="115537" y="90706"/>
                  </a:cubicBezTo>
                  <a:cubicBezTo>
                    <a:pt x="119370" y="82507"/>
                    <a:pt x="122301" y="68614"/>
                    <a:pt x="122301" y="68159"/>
                  </a:cubicBezTo>
                  <a:cubicBezTo>
                    <a:pt x="122301" y="65881"/>
                    <a:pt x="120272" y="65881"/>
                    <a:pt x="119595" y="65881"/>
                  </a:cubicBezTo>
                  <a:cubicBezTo>
                    <a:pt x="117341" y="65881"/>
                    <a:pt x="117115" y="66792"/>
                    <a:pt x="116439" y="69981"/>
                  </a:cubicBezTo>
                  <a:cubicBezTo>
                    <a:pt x="112606" y="84784"/>
                    <a:pt x="108547" y="98221"/>
                    <a:pt x="99303" y="98221"/>
                  </a:cubicBezTo>
                  <a:cubicBezTo>
                    <a:pt x="93215" y="98221"/>
                    <a:pt x="92539" y="92300"/>
                    <a:pt x="92539" y="87745"/>
                  </a:cubicBezTo>
                  <a:cubicBezTo>
                    <a:pt x="92539" y="82735"/>
                    <a:pt x="95245" y="72030"/>
                    <a:pt x="97048" y="64059"/>
                  </a:cubicBezTo>
                  <a:lnTo>
                    <a:pt x="103362" y="39463"/>
                  </a:lnTo>
                  <a:cubicBezTo>
                    <a:pt x="104038" y="36047"/>
                    <a:pt x="106293" y="27392"/>
                    <a:pt x="107194" y="23976"/>
                  </a:cubicBezTo>
                  <a:cubicBezTo>
                    <a:pt x="108322" y="18738"/>
                    <a:pt x="110577" y="10084"/>
                    <a:pt x="110577" y="8717"/>
                  </a:cubicBezTo>
                  <a:cubicBezTo>
                    <a:pt x="110577" y="4618"/>
                    <a:pt x="107420" y="2568"/>
                    <a:pt x="104038" y="2568"/>
                  </a:cubicBezTo>
                  <a:cubicBezTo>
                    <a:pt x="102911" y="2568"/>
                    <a:pt x="97048" y="2796"/>
                    <a:pt x="95245" y="10539"/>
                  </a:cubicBezTo>
                  <a:lnTo>
                    <a:pt x="84648" y="53128"/>
                  </a:lnTo>
                  <a:cubicBezTo>
                    <a:pt x="81942" y="64515"/>
                    <a:pt x="79462" y="74080"/>
                    <a:pt x="78785" y="76358"/>
                  </a:cubicBezTo>
                  <a:cubicBezTo>
                    <a:pt x="78560" y="77496"/>
                    <a:pt x="67738" y="98221"/>
                    <a:pt x="49475" y="98221"/>
                  </a:cubicBezTo>
                  <a:cubicBezTo>
                    <a:pt x="38201" y="98221"/>
                    <a:pt x="32790" y="90706"/>
                    <a:pt x="32790" y="78407"/>
                  </a:cubicBezTo>
                  <a:cubicBezTo>
                    <a:pt x="32790" y="71803"/>
                    <a:pt x="34368" y="65426"/>
                    <a:pt x="35946" y="59049"/>
                  </a:cubicBezTo>
                  <a:lnTo>
                    <a:pt x="45416"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5" name="Freeform: Shape 144">
              <a:extLst>
                <a:ext uri="{FF2B5EF4-FFF2-40B4-BE49-F238E27FC236}">
                  <a16:creationId xmlns:a16="http://schemas.microsoft.com/office/drawing/2014/main" id="{478A4461-E0E8-C9FA-D8D5-A821F4036AF8}"/>
                </a:ext>
              </a:extLst>
            </p:cNvPr>
            <p:cNvSpPr/>
            <p:nvPr>
              <p:custDataLst>
                <p:tags r:id="rId84"/>
              </p:custDataLst>
            </p:nvPr>
          </p:nvSpPr>
          <p:spPr>
            <a:xfrm>
              <a:off x="3863909" y="5676540"/>
              <a:ext cx="137761" cy="132092"/>
            </a:xfrm>
            <a:custGeom>
              <a:avLst/>
              <a:gdLst>
                <a:gd name="connsiteX0" fmla="*/ 133583 w 137761"/>
                <a:gd name="connsiteY0" fmla="*/ 71120 h 132092"/>
                <a:gd name="connsiteX1" fmla="*/ 137867 w 137761"/>
                <a:gd name="connsiteY1" fmla="*/ 66109 h 132092"/>
                <a:gd name="connsiteX2" fmla="*/ 133583 w 137761"/>
                <a:gd name="connsiteY2" fmla="*/ 61099 h 132092"/>
                <a:gd name="connsiteX3" fmla="*/ 8674 w 137761"/>
                <a:gd name="connsiteY3" fmla="*/ 1657 h 132092"/>
                <a:gd name="connsiteX4" fmla="*/ 4615 w 137761"/>
                <a:gd name="connsiteY4" fmla="*/ 63 h 132092"/>
                <a:gd name="connsiteX5" fmla="*/ 106 w 137761"/>
                <a:gd name="connsiteY5" fmla="*/ 4618 h 132092"/>
                <a:gd name="connsiteX6" fmla="*/ 4390 w 137761"/>
                <a:gd name="connsiteY6" fmla="*/ 9628 h 132092"/>
                <a:gd name="connsiteX7" fmla="*/ 122761 w 137761"/>
                <a:gd name="connsiteY7" fmla="*/ 66109 h 132092"/>
                <a:gd name="connsiteX8" fmla="*/ 4390 w 137761"/>
                <a:gd name="connsiteY8" fmla="*/ 122590 h 132092"/>
                <a:gd name="connsiteX9" fmla="*/ 106 w 137761"/>
                <a:gd name="connsiteY9" fmla="*/ 127601 h 132092"/>
                <a:gd name="connsiteX10" fmla="*/ 4615 w 137761"/>
                <a:gd name="connsiteY10" fmla="*/ 132155 h 132092"/>
                <a:gd name="connsiteX11" fmla="*/ 8674 w 137761"/>
                <a:gd name="connsiteY11" fmla="*/ 130561 h 132092"/>
                <a:gd name="connsiteX12" fmla="*/ 133583 w 137761"/>
                <a:gd name="connsiteY12" fmla="*/ 71120 h 1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761" h="132092">
                  <a:moveTo>
                    <a:pt x="133583" y="71120"/>
                  </a:moveTo>
                  <a:cubicBezTo>
                    <a:pt x="136063" y="69981"/>
                    <a:pt x="137867" y="68842"/>
                    <a:pt x="137867" y="66109"/>
                  </a:cubicBezTo>
                  <a:cubicBezTo>
                    <a:pt x="137867" y="63376"/>
                    <a:pt x="136063" y="62237"/>
                    <a:pt x="133583" y="61099"/>
                  </a:cubicBezTo>
                  <a:lnTo>
                    <a:pt x="8674" y="1657"/>
                  </a:lnTo>
                  <a:cubicBezTo>
                    <a:pt x="5742" y="63"/>
                    <a:pt x="5292" y="63"/>
                    <a:pt x="4615" y="63"/>
                  </a:cubicBezTo>
                  <a:cubicBezTo>
                    <a:pt x="2135" y="63"/>
                    <a:pt x="106" y="2112"/>
                    <a:pt x="106" y="4618"/>
                  </a:cubicBezTo>
                  <a:cubicBezTo>
                    <a:pt x="106" y="6667"/>
                    <a:pt x="1233" y="8034"/>
                    <a:pt x="4390" y="9628"/>
                  </a:cubicBezTo>
                  <a:lnTo>
                    <a:pt x="122761" y="66109"/>
                  </a:lnTo>
                  <a:lnTo>
                    <a:pt x="4390" y="122590"/>
                  </a:lnTo>
                  <a:cubicBezTo>
                    <a:pt x="1233" y="124184"/>
                    <a:pt x="106" y="125551"/>
                    <a:pt x="106" y="127601"/>
                  </a:cubicBezTo>
                  <a:cubicBezTo>
                    <a:pt x="106" y="130106"/>
                    <a:pt x="2135" y="132155"/>
                    <a:pt x="4615" y="132155"/>
                  </a:cubicBezTo>
                  <a:cubicBezTo>
                    <a:pt x="5292" y="132155"/>
                    <a:pt x="5742" y="132155"/>
                    <a:pt x="8674" y="130561"/>
                  </a:cubicBezTo>
                  <a:lnTo>
                    <a:pt x="133583" y="71120"/>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6" name="Freeform: Shape 145">
              <a:extLst>
                <a:ext uri="{FF2B5EF4-FFF2-40B4-BE49-F238E27FC236}">
                  <a16:creationId xmlns:a16="http://schemas.microsoft.com/office/drawing/2014/main" id="{24E35812-5A84-E7CE-9DEF-63E2B199D0DE}"/>
                </a:ext>
              </a:extLst>
            </p:cNvPr>
            <p:cNvSpPr/>
            <p:nvPr>
              <p:custDataLst>
                <p:tags r:id="rId85"/>
              </p:custDataLst>
            </p:nvPr>
          </p:nvSpPr>
          <p:spPr>
            <a:xfrm>
              <a:off x="4089952" y="5698859"/>
              <a:ext cx="122203" cy="149856"/>
            </a:xfrm>
            <a:custGeom>
              <a:avLst/>
              <a:gdLst>
                <a:gd name="connsiteX0" fmla="*/ 45435 w 122203"/>
                <a:gd name="connsiteY0" fmla="*/ 20788 h 149856"/>
                <a:gd name="connsiteX1" fmla="*/ 48817 w 122203"/>
                <a:gd name="connsiteY1" fmla="*/ 6212 h 149856"/>
                <a:gd name="connsiteX2" fmla="*/ 42279 w 122203"/>
                <a:gd name="connsiteY2" fmla="*/ 63 h 149856"/>
                <a:gd name="connsiteX3" fmla="*/ 33260 w 122203"/>
                <a:gd name="connsiteY3" fmla="*/ 8262 h 149856"/>
                <a:gd name="connsiteX4" fmla="*/ 793 w 122203"/>
                <a:gd name="connsiteY4" fmla="*/ 140127 h 149856"/>
                <a:gd name="connsiteX5" fmla="*/ 116 w 122203"/>
                <a:gd name="connsiteY5" fmla="*/ 143770 h 149856"/>
                <a:gd name="connsiteX6" fmla="*/ 6429 w 122203"/>
                <a:gd name="connsiteY6" fmla="*/ 149920 h 149856"/>
                <a:gd name="connsiteX7" fmla="*/ 14321 w 122203"/>
                <a:gd name="connsiteY7" fmla="*/ 145137 h 149856"/>
                <a:gd name="connsiteX8" fmla="*/ 26722 w 122203"/>
                <a:gd name="connsiteY8" fmla="*/ 96172 h 149856"/>
                <a:gd name="connsiteX9" fmla="*/ 48592 w 122203"/>
                <a:gd name="connsiteY9" fmla="*/ 103232 h 149856"/>
                <a:gd name="connsiteX10" fmla="*/ 78579 w 122203"/>
                <a:gd name="connsiteY10" fmla="*/ 86606 h 149856"/>
                <a:gd name="connsiteX11" fmla="*/ 98871 w 122203"/>
                <a:gd name="connsiteY11" fmla="*/ 103232 h 149856"/>
                <a:gd name="connsiteX12" fmla="*/ 115556 w 122203"/>
                <a:gd name="connsiteY12" fmla="*/ 90706 h 149856"/>
                <a:gd name="connsiteX13" fmla="*/ 122320 w 122203"/>
                <a:gd name="connsiteY13" fmla="*/ 68159 h 149856"/>
                <a:gd name="connsiteX14" fmla="*/ 119615 w 122203"/>
                <a:gd name="connsiteY14" fmla="*/ 65881 h 149856"/>
                <a:gd name="connsiteX15" fmla="*/ 116458 w 122203"/>
                <a:gd name="connsiteY15" fmla="*/ 69981 h 149856"/>
                <a:gd name="connsiteX16" fmla="*/ 99322 w 122203"/>
                <a:gd name="connsiteY16" fmla="*/ 98221 h 149856"/>
                <a:gd name="connsiteX17" fmla="*/ 92558 w 122203"/>
                <a:gd name="connsiteY17" fmla="*/ 87745 h 149856"/>
                <a:gd name="connsiteX18" fmla="*/ 97068 w 122203"/>
                <a:gd name="connsiteY18" fmla="*/ 64059 h 149856"/>
                <a:gd name="connsiteX19" fmla="*/ 103381 w 122203"/>
                <a:gd name="connsiteY19" fmla="*/ 39463 h 149856"/>
                <a:gd name="connsiteX20" fmla="*/ 107214 w 122203"/>
                <a:gd name="connsiteY20" fmla="*/ 23976 h 149856"/>
                <a:gd name="connsiteX21" fmla="*/ 110596 w 122203"/>
                <a:gd name="connsiteY21" fmla="*/ 8717 h 149856"/>
                <a:gd name="connsiteX22" fmla="*/ 104057 w 122203"/>
                <a:gd name="connsiteY22" fmla="*/ 2568 h 149856"/>
                <a:gd name="connsiteX23" fmla="*/ 95264 w 122203"/>
                <a:gd name="connsiteY23" fmla="*/ 10539 h 149856"/>
                <a:gd name="connsiteX24" fmla="*/ 84667 w 122203"/>
                <a:gd name="connsiteY24" fmla="*/ 53128 h 149856"/>
                <a:gd name="connsiteX25" fmla="*/ 78805 w 122203"/>
                <a:gd name="connsiteY25" fmla="*/ 76358 h 149856"/>
                <a:gd name="connsiteX26" fmla="*/ 49494 w 122203"/>
                <a:gd name="connsiteY26" fmla="*/ 98221 h 149856"/>
                <a:gd name="connsiteX27" fmla="*/ 32809 w 122203"/>
                <a:gd name="connsiteY27" fmla="*/ 78407 h 149856"/>
                <a:gd name="connsiteX28" fmla="*/ 35966 w 122203"/>
                <a:gd name="connsiteY28" fmla="*/ 59049 h 149856"/>
                <a:gd name="connsiteX29" fmla="*/ 45435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35" y="20788"/>
                  </a:moveTo>
                  <a:cubicBezTo>
                    <a:pt x="46563" y="16005"/>
                    <a:pt x="48817" y="7351"/>
                    <a:pt x="48817" y="6212"/>
                  </a:cubicBezTo>
                  <a:cubicBezTo>
                    <a:pt x="48817" y="2340"/>
                    <a:pt x="46112" y="63"/>
                    <a:pt x="42279" y="63"/>
                  </a:cubicBezTo>
                  <a:cubicBezTo>
                    <a:pt x="41602" y="63"/>
                    <a:pt x="35289" y="291"/>
                    <a:pt x="33260" y="8262"/>
                  </a:cubicBezTo>
                  <a:lnTo>
                    <a:pt x="793" y="140127"/>
                  </a:lnTo>
                  <a:cubicBezTo>
                    <a:pt x="116" y="142859"/>
                    <a:pt x="116" y="143315"/>
                    <a:pt x="116" y="143770"/>
                  </a:cubicBezTo>
                  <a:cubicBezTo>
                    <a:pt x="116" y="147187"/>
                    <a:pt x="2596" y="149920"/>
                    <a:pt x="6429" y="149920"/>
                  </a:cubicBezTo>
                  <a:cubicBezTo>
                    <a:pt x="11164" y="149920"/>
                    <a:pt x="13870" y="145820"/>
                    <a:pt x="14321" y="145137"/>
                  </a:cubicBezTo>
                  <a:cubicBezTo>
                    <a:pt x="15223" y="143087"/>
                    <a:pt x="18154" y="131244"/>
                    <a:pt x="26722" y="96172"/>
                  </a:cubicBezTo>
                  <a:cubicBezTo>
                    <a:pt x="33937" y="102321"/>
                    <a:pt x="44083" y="103232"/>
                    <a:pt x="48592" y="103232"/>
                  </a:cubicBezTo>
                  <a:cubicBezTo>
                    <a:pt x="64375" y="103232"/>
                    <a:pt x="73168" y="92983"/>
                    <a:pt x="78579" y="86606"/>
                  </a:cubicBezTo>
                  <a:cubicBezTo>
                    <a:pt x="80609" y="96855"/>
                    <a:pt x="88951" y="103232"/>
                    <a:pt x="98871" y="103232"/>
                  </a:cubicBezTo>
                  <a:cubicBezTo>
                    <a:pt x="106763" y="103232"/>
                    <a:pt x="111949" y="97994"/>
                    <a:pt x="115556" y="90706"/>
                  </a:cubicBezTo>
                  <a:cubicBezTo>
                    <a:pt x="119389" y="82507"/>
                    <a:pt x="122320" y="68614"/>
                    <a:pt x="122320" y="68159"/>
                  </a:cubicBezTo>
                  <a:cubicBezTo>
                    <a:pt x="122320" y="65881"/>
                    <a:pt x="120291" y="65881"/>
                    <a:pt x="119615" y="65881"/>
                  </a:cubicBezTo>
                  <a:cubicBezTo>
                    <a:pt x="117360" y="65881"/>
                    <a:pt x="117134" y="66792"/>
                    <a:pt x="116458" y="69981"/>
                  </a:cubicBezTo>
                  <a:cubicBezTo>
                    <a:pt x="112625" y="84784"/>
                    <a:pt x="108567" y="98221"/>
                    <a:pt x="99322" y="98221"/>
                  </a:cubicBezTo>
                  <a:cubicBezTo>
                    <a:pt x="93235" y="98221"/>
                    <a:pt x="92558" y="92300"/>
                    <a:pt x="92558" y="87745"/>
                  </a:cubicBezTo>
                  <a:cubicBezTo>
                    <a:pt x="92558" y="82735"/>
                    <a:pt x="95264" y="72030"/>
                    <a:pt x="97068" y="64059"/>
                  </a:cubicBezTo>
                  <a:lnTo>
                    <a:pt x="103381" y="39463"/>
                  </a:lnTo>
                  <a:cubicBezTo>
                    <a:pt x="104057" y="36047"/>
                    <a:pt x="106312" y="27392"/>
                    <a:pt x="107214" y="23976"/>
                  </a:cubicBezTo>
                  <a:cubicBezTo>
                    <a:pt x="108341" y="18738"/>
                    <a:pt x="110596" y="10084"/>
                    <a:pt x="110596" y="8717"/>
                  </a:cubicBezTo>
                  <a:cubicBezTo>
                    <a:pt x="110596" y="4618"/>
                    <a:pt x="107439" y="2568"/>
                    <a:pt x="104057" y="2568"/>
                  </a:cubicBezTo>
                  <a:cubicBezTo>
                    <a:pt x="102930" y="2568"/>
                    <a:pt x="97068" y="2796"/>
                    <a:pt x="95264" y="10539"/>
                  </a:cubicBezTo>
                  <a:lnTo>
                    <a:pt x="84667" y="53128"/>
                  </a:lnTo>
                  <a:cubicBezTo>
                    <a:pt x="81961" y="64515"/>
                    <a:pt x="79481" y="74080"/>
                    <a:pt x="78805" y="76358"/>
                  </a:cubicBezTo>
                  <a:cubicBezTo>
                    <a:pt x="78579" y="77496"/>
                    <a:pt x="67757" y="98221"/>
                    <a:pt x="49494" y="98221"/>
                  </a:cubicBezTo>
                  <a:cubicBezTo>
                    <a:pt x="38220" y="98221"/>
                    <a:pt x="32809" y="90706"/>
                    <a:pt x="32809" y="78407"/>
                  </a:cubicBezTo>
                  <a:cubicBezTo>
                    <a:pt x="32809" y="71803"/>
                    <a:pt x="34387" y="65426"/>
                    <a:pt x="35966" y="59049"/>
                  </a:cubicBezTo>
                  <a:lnTo>
                    <a:pt x="45435"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7" name="Freeform: Shape 146">
              <a:extLst>
                <a:ext uri="{FF2B5EF4-FFF2-40B4-BE49-F238E27FC236}">
                  <a16:creationId xmlns:a16="http://schemas.microsoft.com/office/drawing/2014/main" id="{2A846734-8B2C-783A-EFC5-EB7E1002EE3F}"/>
                </a:ext>
              </a:extLst>
            </p:cNvPr>
            <p:cNvSpPr/>
            <p:nvPr>
              <p:custDataLst>
                <p:tags r:id="rId86"/>
              </p:custDataLst>
            </p:nvPr>
          </p:nvSpPr>
          <p:spPr>
            <a:xfrm>
              <a:off x="4227251" y="5727828"/>
              <a:ext cx="73232" cy="109044"/>
            </a:xfrm>
            <a:custGeom>
              <a:avLst/>
              <a:gdLst>
                <a:gd name="connsiteX0" fmla="*/ 73354 w 73232"/>
                <a:gd name="connsiteY0" fmla="*/ 55065 h 109044"/>
                <a:gd name="connsiteX1" fmla="*/ 64043 w 73232"/>
                <a:gd name="connsiteY1" fmla="*/ 13775 h 109044"/>
                <a:gd name="connsiteX2" fmla="*/ 36738 w 73232"/>
                <a:gd name="connsiteY2" fmla="*/ 64 h 109044"/>
                <a:gd name="connsiteX3" fmla="*/ 122 w 73232"/>
                <a:gd name="connsiteY3" fmla="*/ 55065 h 109044"/>
                <a:gd name="connsiteX4" fmla="*/ 36738 w 73232"/>
                <a:gd name="connsiteY4" fmla="*/ 109109 h 109044"/>
                <a:gd name="connsiteX5" fmla="*/ 73354 w 73232"/>
                <a:gd name="connsiteY5" fmla="*/ 55065 h 109044"/>
                <a:gd name="connsiteX6" fmla="*/ 36738 w 73232"/>
                <a:gd name="connsiteY6" fmla="*/ 104645 h 109044"/>
                <a:gd name="connsiteX7" fmla="*/ 16694 w 73232"/>
                <a:gd name="connsiteY7" fmla="*/ 87268 h 109044"/>
                <a:gd name="connsiteX8" fmla="*/ 14485 w 73232"/>
                <a:gd name="connsiteY8" fmla="*/ 52992 h 109044"/>
                <a:gd name="connsiteX9" fmla="*/ 16852 w 73232"/>
                <a:gd name="connsiteY9" fmla="*/ 20470 h 109044"/>
                <a:gd name="connsiteX10" fmla="*/ 36738 w 73232"/>
                <a:gd name="connsiteY10" fmla="*/ 4528 h 109044"/>
                <a:gd name="connsiteX11" fmla="*/ 56309 w 73232"/>
                <a:gd name="connsiteY11" fmla="*/ 19035 h 109044"/>
                <a:gd name="connsiteX12" fmla="*/ 58992 w 73232"/>
                <a:gd name="connsiteY12" fmla="*/ 52992 h 109044"/>
                <a:gd name="connsiteX13" fmla="*/ 56940 w 73232"/>
                <a:gd name="connsiteY13" fmla="*/ 86630 h 109044"/>
                <a:gd name="connsiteX14" fmla="*/ 36738 w 73232"/>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232" h="109044">
                  <a:moveTo>
                    <a:pt x="73354" y="55065"/>
                  </a:moveTo>
                  <a:cubicBezTo>
                    <a:pt x="73354" y="37528"/>
                    <a:pt x="71303" y="24934"/>
                    <a:pt x="64043" y="13775"/>
                  </a:cubicBezTo>
                  <a:cubicBezTo>
                    <a:pt x="59150" y="6441"/>
                    <a:pt x="49365" y="64"/>
                    <a:pt x="36738" y="64"/>
                  </a:cubicBezTo>
                  <a:cubicBezTo>
                    <a:pt x="122" y="64"/>
                    <a:pt x="122" y="43586"/>
                    <a:pt x="122" y="55065"/>
                  </a:cubicBezTo>
                  <a:cubicBezTo>
                    <a:pt x="122" y="66543"/>
                    <a:pt x="122" y="109109"/>
                    <a:pt x="36738" y="109109"/>
                  </a:cubicBezTo>
                  <a:cubicBezTo>
                    <a:pt x="73354" y="109109"/>
                    <a:pt x="73354" y="66543"/>
                    <a:pt x="73354" y="55065"/>
                  </a:cubicBezTo>
                  <a:close/>
                  <a:moveTo>
                    <a:pt x="36738" y="104645"/>
                  </a:moveTo>
                  <a:cubicBezTo>
                    <a:pt x="29478" y="104645"/>
                    <a:pt x="19851" y="100341"/>
                    <a:pt x="16694" y="87268"/>
                  </a:cubicBezTo>
                  <a:cubicBezTo>
                    <a:pt x="14485" y="77862"/>
                    <a:pt x="14485" y="64790"/>
                    <a:pt x="14485" y="52992"/>
                  </a:cubicBezTo>
                  <a:cubicBezTo>
                    <a:pt x="14485" y="41355"/>
                    <a:pt x="14485" y="29239"/>
                    <a:pt x="16852" y="20470"/>
                  </a:cubicBezTo>
                  <a:cubicBezTo>
                    <a:pt x="20166" y="7876"/>
                    <a:pt x="30267" y="4528"/>
                    <a:pt x="36738" y="4528"/>
                  </a:cubicBezTo>
                  <a:cubicBezTo>
                    <a:pt x="45261" y="4528"/>
                    <a:pt x="53468" y="9789"/>
                    <a:pt x="56309" y="19035"/>
                  </a:cubicBezTo>
                  <a:cubicBezTo>
                    <a:pt x="58834" y="27644"/>
                    <a:pt x="58992" y="39123"/>
                    <a:pt x="58992" y="52992"/>
                  </a:cubicBezTo>
                  <a:cubicBezTo>
                    <a:pt x="58992" y="64790"/>
                    <a:pt x="58992" y="76587"/>
                    <a:pt x="56940" y="86630"/>
                  </a:cubicBezTo>
                  <a:cubicBezTo>
                    <a:pt x="53784" y="101138"/>
                    <a:pt x="43051" y="104645"/>
                    <a:pt x="36738"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6" name="TextBox 5">
            <a:extLst>
              <a:ext uri="{FF2B5EF4-FFF2-40B4-BE49-F238E27FC236}">
                <a16:creationId xmlns:a16="http://schemas.microsoft.com/office/drawing/2014/main" id="{E303022E-4D79-68B5-87B8-E4C0531B7D87}"/>
              </a:ext>
            </a:extLst>
          </p:cNvPr>
          <p:cNvSpPr txBox="1"/>
          <p:nvPr/>
        </p:nvSpPr>
        <p:spPr>
          <a:xfrm>
            <a:off x="955495" y="3834795"/>
            <a:ext cx="4416821" cy="430887"/>
          </a:xfrm>
          <a:prstGeom prst="rect">
            <a:avLst/>
          </a:prstGeom>
          <a:noFill/>
        </p:spPr>
        <p:txBody>
          <a:bodyPr wrap="square">
            <a:spAutoFit/>
          </a:bodyPr>
          <a:lstStyle>
            <a:defPPr>
              <a:defRPr lang="en-US"/>
            </a:defPPr>
            <a:lvl1pPr>
              <a:defRPr sz="1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¿Como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determinar</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que</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el</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valor</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de la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medición</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muestral</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es grande, para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rechazar</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H0 dado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el</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nivel</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de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confianza</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predeterminado</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a:t>
            </a:r>
          </a:p>
        </p:txBody>
      </p:sp>
      <p:sp>
        <p:nvSpPr>
          <p:cNvPr id="9" name="TextBox 8">
            <a:extLst>
              <a:ext uri="{FF2B5EF4-FFF2-40B4-BE49-F238E27FC236}">
                <a16:creationId xmlns:a16="http://schemas.microsoft.com/office/drawing/2014/main" id="{87A8B33A-83D9-B41A-258D-A423EBEC79A1}"/>
              </a:ext>
            </a:extLst>
          </p:cNvPr>
          <p:cNvSpPr txBox="1"/>
          <p:nvPr/>
        </p:nvSpPr>
        <p:spPr>
          <a:xfrm>
            <a:off x="999132" y="3384159"/>
            <a:ext cx="3799404"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Para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esto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necesario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conocer</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probabilidad</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rechazar</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hipótesis</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nula</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cuando</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cierta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p>
        </p:txBody>
      </p:sp>
      <p:grpSp>
        <p:nvGrpSpPr>
          <p:cNvPr id="51" name="Group 50">
            <a:extLst>
              <a:ext uri="{FF2B5EF4-FFF2-40B4-BE49-F238E27FC236}">
                <a16:creationId xmlns:a16="http://schemas.microsoft.com/office/drawing/2014/main" id="{70C89F7C-C80D-79E3-8A9A-AAD03CF1097E}"/>
              </a:ext>
            </a:extLst>
          </p:cNvPr>
          <p:cNvGrpSpPr>
            <a:grpSpLocks noChangeAspect="1"/>
          </p:cNvGrpSpPr>
          <p:nvPr>
            <p:custDataLst>
              <p:tags r:id="rId2"/>
            </p:custDataLst>
          </p:nvPr>
        </p:nvGrpSpPr>
        <p:grpSpPr>
          <a:xfrm>
            <a:off x="2208131" y="4664220"/>
            <a:ext cx="934962" cy="226603"/>
            <a:chOff x="7035884" y="6162061"/>
            <a:chExt cx="1246888" cy="302204"/>
          </a:xfrm>
        </p:grpSpPr>
        <p:sp>
          <p:nvSpPr>
            <p:cNvPr id="31" name="Freeform: Shape 30">
              <a:extLst>
                <a:ext uri="{FF2B5EF4-FFF2-40B4-BE49-F238E27FC236}">
                  <a16:creationId xmlns:a16="http://schemas.microsoft.com/office/drawing/2014/main" id="{F6F65A35-BE69-D4CD-7E1D-7039EFFA93A2}"/>
                </a:ext>
              </a:extLst>
            </p:cNvPr>
            <p:cNvSpPr/>
            <p:nvPr>
              <p:custDataLst>
                <p:tags r:id="rId66"/>
              </p:custDataLst>
            </p:nvPr>
          </p:nvSpPr>
          <p:spPr>
            <a:xfrm>
              <a:off x="7035884" y="6249520"/>
              <a:ext cx="69600" cy="139892"/>
            </a:xfrm>
            <a:custGeom>
              <a:avLst/>
              <a:gdLst>
                <a:gd name="connsiteX0" fmla="*/ 41565 w 69600"/>
                <a:gd name="connsiteY0" fmla="*/ 49696 h 139892"/>
                <a:gd name="connsiteX1" fmla="*/ 62876 w 69600"/>
                <a:gd name="connsiteY1" fmla="*/ 49696 h 139892"/>
                <a:gd name="connsiteX2" fmla="*/ 69677 w 69600"/>
                <a:gd name="connsiteY2" fmla="*/ 45303 h 139892"/>
                <a:gd name="connsiteX3" fmla="*/ 63329 w 69600"/>
                <a:gd name="connsiteY3" fmla="*/ 42888 h 139892"/>
                <a:gd name="connsiteX4" fmla="*/ 43378 w 69600"/>
                <a:gd name="connsiteY4" fmla="*/ 42888 h 139892"/>
                <a:gd name="connsiteX5" fmla="*/ 52674 w 69600"/>
                <a:gd name="connsiteY5" fmla="*/ 5993 h 139892"/>
                <a:gd name="connsiteX6" fmla="*/ 46099 w 69600"/>
                <a:gd name="connsiteY6" fmla="*/ 63 h 139892"/>
                <a:gd name="connsiteX7" fmla="*/ 37031 w 69600"/>
                <a:gd name="connsiteY7" fmla="*/ 7969 h 139892"/>
                <a:gd name="connsiteX8" fmla="*/ 28189 w 69600"/>
                <a:gd name="connsiteY8" fmla="*/ 42888 h 139892"/>
                <a:gd name="connsiteX9" fmla="*/ 6878 w 69600"/>
                <a:gd name="connsiteY9" fmla="*/ 42888 h 139892"/>
                <a:gd name="connsiteX10" fmla="*/ 77 w 69600"/>
                <a:gd name="connsiteY10" fmla="*/ 47060 h 139892"/>
                <a:gd name="connsiteX11" fmla="*/ 6425 w 69600"/>
                <a:gd name="connsiteY11" fmla="*/ 49696 h 139892"/>
                <a:gd name="connsiteX12" fmla="*/ 26375 w 69600"/>
                <a:gd name="connsiteY12" fmla="*/ 49696 h 139892"/>
                <a:gd name="connsiteX13" fmla="*/ 9145 w 69600"/>
                <a:gd name="connsiteY13" fmla="*/ 119752 h 139892"/>
                <a:gd name="connsiteX14" fmla="*/ 30003 w 69600"/>
                <a:gd name="connsiteY14" fmla="*/ 139956 h 139892"/>
                <a:gd name="connsiteX15" fmla="*/ 66050 w 69600"/>
                <a:gd name="connsiteY15" fmla="*/ 106136 h 139892"/>
                <a:gd name="connsiteX16" fmla="*/ 63329 w 69600"/>
                <a:gd name="connsiteY16" fmla="*/ 103940 h 139892"/>
                <a:gd name="connsiteX17" fmla="*/ 59928 w 69600"/>
                <a:gd name="connsiteY17" fmla="*/ 107014 h 139892"/>
                <a:gd name="connsiteX18" fmla="*/ 30456 w 69600"/>
                <a:gd name="connsiteY18" fmla="*/ 135125 h 139892"/>
                <a:gd name="connsiteX19" fmla="*/ 23428 w 69600"/>
                <a:gd name="connsiteY19" fmla="*/ 125023 h 139892"/>
                <a:gd name="connsiteX20" fmla="*/ 24788 w 69600"/>
                <a:gd name="connsiteY20" fmla="*/ 114481 h 139892"/>
                <a:gd name="connsiteX21" fmla="*/ 41565 w 69600"/>
                <a:gd name="connsiteY21" fmla="*/ 49696 h 139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9600" h="139892">
                  <a:moveTo>
                    <a:pt x="41565" y="49696"/>
                  </a:moveTo>
                  <a:lnTo>
                    <a:pt x="62876" y="49696"/>
                  </a:lnTo>
                  <a:cubicBezTo>
                    <a:pt x="67410" y="49696"/>
                    <a:pt x="69677" y="49696"/>
                    <a:pt x="69677" y="45303"/>
                  </a:cubicBezTo>
                  <a:cubicBezTo>
                    <a:pt x="69677" y="42888"/>
                    <a:pt x="67410" y="42888"/>
                    <a:pt x="63329" y="42888"/>
                  </a:cubicBezTo>
                  <a:lnTo>
                    <a:pt x="43378" y="42888"/>
                  </a:lnTo>
                  <a:cubicBezTo>
                    <a:pt x="51540" y="11703"/>
                    <a:pt x="52674" y="7311"/>
                    <a:pt x="52674" y="5993"/>
                  </a:cubicBezTo>
                  <a:cubicBezTo>
                    <a:pt x="52674" y="2259"/>
                    <a:pt x="49953" y="63"/>
                    <a:pt x="46099" y="63"/>
                  </a:cubicBezTo>
                  <a:cubicBezTo>
                    <a:pt x="45419" y="63"/>
                    <a:pt x="39071" y="283"/>
                    <a:pt x="37031" y="7969"/>
                  </a:cubicBezTo>
                  <a:lnTo>
                    <a:pt x="28189" y="42888"/>
                  </a:lnTo>
                  <a:lnTo>
                    <a:pt x="6878" y="42888"/>
                  </a:lnTo>
                  <a:cubicBezTo>
                    <a:pt x="2344" y="42888"/>
                    <a:pt x="77" y="42888"/>
                    <a:pt x="77" y="47060"/>
                  </a:cubicBezTo>
                  <a:cubicBezTo>
                    <a:pt x="77" y="49696"/>
                    <a:pt x="1890" y="49696"/>
                    <a:pt x="6425" y="49696"/>
                  </a:cubicBezTo>
                  <a:lnTo>
                    <a:pt x="26375" y="49696"/>
                  </a:lnTo>
                  <a:cubicBezTo>
                    <a:pt x="10052" y="112066"/>
                    <a:pt x="9145" y="115799"/>
                    <a:pt x="9145" y="119752"/>
                  </a:cubicBezTo>
                  <a:cubicBezTo>
                    <a:pt x="9145" y="131611"/>
                    <a:pt x="17760" y="139956"/>
                    <a:pt x="30003" y="139956"/>
                  </a:cubicBezTo>
                  <a:cubicBezTo>
                    <a:pt x="53127" y="139956"/>
                    <a:pt x="66050" y="107893"/>
                    <a:pt x="66050" y="106136"/>
                  </a:cubicBezTo>
                  <a:cubicBezTo>
                    <a:pt x="66050" y="103940"/>
                    <a:pt x="64236" y="103940"/>
                    <a:pt x="63329" y="103940"/>
                  </a:cubicBezTo>
                  <a:cubicBezTo>
                    <a:pt x="61289" y="103940"/>
                    <a:pt x="61062" y="104599"/>
                    <a:pt x="59928" y="107014"/>
                  </a:cubicBezTo>
                  <a:cubicBezTo>
                    <a:pt x="50180" y="129854"/>
                    <a:pt x="38164" y="135125"/>
                    <a:pt x="30456" y="135125"/>
                  </a:cubicBezTo>
                  <a:cubicBezTo>
                    <a:pt x="25695" y="135125"/>
                    <a:pt x="23428" y="132270"/>
                    <a:pt x="23428" y="125023"/>
                  </a:cubicBezTo>
                  <a:cubicBezTo>
                    <a:pt x="23428" y="119752"/>
                    <a:pt x="23881" y="118215"/>
                    <a:pt x="24788" y="114481"/>
                  </a:cubicBezTo>
                  <a:lnTo>
                    <a:pt x="41565" y="49696"/>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 name="Freeform: Shape 31">
              <a:extLst>
                <a:ext uri="{FF2B5EF4-FFF2-40B4-BE49-F238E27FC236}">
                  <a16:creationId xmlns:a16="http://schemas.microsoft.com/office/drawing/2014/main" id="{97829FB5-E3C9-2510-6590-4C945D5F3A54}"/>
                </a:ext>
              </a:extLst>
            </p:cNvPr>
            <p:cNvSpPr/>
            <p:nvPr>
              <p:custDataLst>
                <p:tags r:id="rId67"/>
              </p:custDataLst>
            </p:nvPr>
          </p:nvSpPr>
          <p:spPr>
            <a:xfrm>
              <a:off x="7188207" y="6306399"/>
              <a:ext cx="150762" cy="51389"/>
            </a:xfrm>
            <a:custGeom>
              <a:avLst/>
              <a:gdLst>
                <a:gd name="connsiteX0" fmla="*/ 143138 w 150762"/>
                <a:gd name="connsiteY0" fmla="*/ 8848 h 51389"/>
                <a:gd name="connsiteX1" fmla="*/ 150846 w 150762"/>
                <a:gd name="connsiteY1" fmla="*/ 4456 h 51389"/>
                <a:gd name="connsiteX2" fmla="*/ 143364 w 150762"/>
                <a:gd name="connsiteY2" fmla="*/ 63 h 51389"/>
                <a:gd name="connsiteX3" fmla="*/ 7565 w 150762"/>
                <a:gd name="connsiteY3" fmla="*/ 63 h 51389"/>
                <a:gd name="connsiteX4" fmla="*/ 83 w 150762"/>
                <a:gd name="connsiteY4" fmla="*/ 4456 h 51389"/>
                <a:gd name="connsiteX5" fmla="*/ 7791 w 150762"/>
                <a:gd name="connsiteY5" fmla="*/ 8848 h 51389"/>
                <a:gd name="connsiteX6" fmla="*/ 143138 w 150762"/>
                <a:gd name="connsiteY6" fmla="*/ 8848 h 51389"/>
                <a:gd name="connsiteX7" fmla="*/ 143364 w 150762"/>
                <a:gd name="connsiteY7" fmla="*/ 51453 h 51389"/>
                <a:gd name="connsiteX8" fmla="*/ 150846 w 150762"/>
                <a:gd name="connsiteY8" fmla="*/ 47060 h 51389"/>
                <a:gd name="connsiteX9" fmla="*/ 143138 w 150762"/>
                <a:gd name="connsiteY9" fmla="*/ 42668 h 51389"/>
                <a:gd name="connsiteX10" fmla="*/ 7791 w 150762"/>
                <a:gd name="connsiteY10" fmla="*/ 42668 h 51389"/>
                <a:gd name="connsiteX11" fmla="*/ 83 w 150762"/>
                <a:gd name="connsiteY11" fmla="*/ 47060 h 51389"/>
                <a:gd name="connsiteX12" fmla="*/ 7565 w 150762"/>
                <a:gd name="connsiteY12" fmla="*/ 51453 h 51389"/>
                <a:gd name="connsiteX13" fmla="*/ 143364 w 150762"/>
                <a:gd name="connsiteY13" fmla="*/ 51453 h 5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0762" h="51389">
                  <a:moveTo>
                    <a:pt x="143138" y="8848"/>
                  </a:moveTo>
                  <a:cubicBezTo>
                    <a:pt x="146538" y="8848"/>
                    <a:pt x="150846" y="8848"/>
                    <a:pt x="150846" y="4456"/>
                  </a:cubicBezTo>
                  <a:cubicBezTo>
                    <a:pt x="150846" y="63"/>
                    <a:pt x="146538" y="63"/>
                    <a:pt x="143364" y="63"/>
                  </a:cubicBezTo>
                  <a:lnTo>
                    <a:pt x="7565" y="63"/>
                  </a:lnTo>
                  <a:cubicBezTo>
                    <a:pt x="4391" y="63"/>
                    <a:pt x="83" y="63"/>
                    <a:pt x="83" y="4456"/>
                  </a:cubicBezTo>
                  <a:cubicBezTo>
                    <a:pt x="83" y="8848"/>
                    <a:pt x="4391" y="8848"/>
                    <a:pt x="7791" y="8848"/>
                  </a:cubicBezTo>
                  <a:lnTo>
                    <a:pt x="143138" y="8848"/>
                  </a:lnTo>
                  <a:close/>
                  <a:moveTo>
                    <a:pt x="143364" y="51453"/>
                  </a:moveTo>
                  <a:cubicBezTo>
                    <a:pt x="146538" y="51453"/>
                    <a:pt x="150846" y="51453"/>
                    <a:pt x="150846" y="47060"/>
                  </a:cubicBezTo>
                  <a:cubicBezTo>
                    <a:pt x="150846" y="42668"/>
                    <a:pt x="146538" y="42668"/>
                    <a:pt x="143138" y="42668"/>
                  </a:cubicBezTo>
                  <a:lnTo>
                    <a:pt x="7791" y="42668"/>
                  </a:lnTo>
                  <a:cubicBezTo>
                    <a:pt x="4391" y="42668"/>
                    <a:pt x="83" y="42668"/>
                    <a:pt x="83" y="47060"/>
                  </a:cubicBezTo>
                  <a:cubicBezTo>
                    <a:pt x="83" y="51453"/>
                    <a:pt x="4391" y="51453"/>
                    <a:pt x="7565" y="51453"/>
                  </a:cubicBezTo>
                  <a:lnTo>
                    <a:pt x="143364" y="5145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 name="Freeform: Shape 32">
              <a:extLst>
                <a:ext uri="{FF2B5EF4-FFF2-40B4-BE49-F238E27FC236}">
                  <a16:creationId xmlns:a16="http://schemas.microsoft.com/office/drawing/2014/main" id="{353B8217-74CE-E704-B3CB-27F2FB07610E}"/>
                </a:ext>
              </a:extLst>
            </p:cNvPr>
            <p:cNvSpPr/>
            <p:nvPr>
              <p:custDataLst>
                <p:tags r:id="rId68"/>
              </p:custDataLst>
            </p:nvPr>
          </p:nvSpPr>
          <p:spPr>
            <a:xfrm>
              <a:off x="7456939" y="6162061"/>
              <a:ext cx="137749" cy="153728"/>
            </a:xfrm>
            <a:custGeom>
              <a:avLst/>
              <a:gdLst>
                <a:gd name="connsiteX0" fmla="*/ 55480 w 137749"/>
                <a:gd name="connsiteY0" fmla="*/ 137026 h 153728"/>
                <a:gd name="connsiteX1" fmla="*/ 24375 w 137749"/>
                <a:gd name="connsiteY1" fmla="*/ 77225 h 153728"/>
                <a:gd name="connsiteX2" fmla="*/ 21836 w 137749"/>
                <a:gd name="connsiteY2" fmla="*/ 74766 h 153728"/>
                <a:gd name="connsiteX3" fmla="*/ 19297 w 137749"/>
                <a:gd name="connsiteY3" fmla="*/ 75995 h 153728"/>
                <a:gd name="connsiteX4" fmla="*/ 2317 w 137749"/>
                <a:gd name="connsiteY4" fmla="*/ 86910 h 153728"/>
                <a:gd name="connsiteX5" fmla="*/ 95 w 137749"/>
                <a:gd name="connsiteY5" fmla="*/ 89523 h 153728"/>
                <a:gd name="connsiteX6" fmla="*/ 2317 w 137749"/>
                <a:gd name="connsiteY6" fmla="*/ 91676 h 153728"/>
                <a:gd name="connsiteX7" fmla="*/ 5332 w 137749"/>
                <a:gd name="connsiteY7" fmla="*/ 90292 h 153728"/>
                <a:gd name="connsiteX8" fmla="*/ 13584 w 137749"/>
                <a:gd name="connsiteY8" fmla="*/ 84758 h 153728"/>
                <a:gd name="connsiteX9" fmla="*/ 48339 w 137749"/>
                <a:gd name="connsiteY9" fmla="*/ 151169 h 153728"/>
                <a:gd name="connsiteX10" fmla="*/ 51989 w 137749"/>
                <a:gd name="connsiteY10" fmla="*/ 153782 h 153728"/>
                <a:gd name="connsiteX11" fmla="*/ 56750 w 137749"/>
                <a:gd name="connsiteY11" fmla="*/ 150861 h 153728"/>
                <a:gd name="connsiteX12" fmla="*/ 136575 w 137749"/>
                <a:gd name="connsiteY12" fmla="*/ 6971 h 153728"/>
                <a:gd name="connsiteX13" fmla="*/ 137844 w 137749"/>
                <a:gd name="connsiteY13" fmla="*/ 3897 h 153728"/>
                <a:gd name="connsiteX14" fmla="*/ 134035 w 137749"/>
                <a:gd name="connsiteY14" fmla="*/ 53 h 153728"/>
                <a:gd name="connsiteX15" fmla="*/ 129909 w 137749"/>
                <a:gd name="connsiteY15" fmla="*/ 3282 h 153728"/>
                <a:gd name="connsiteX16" fmla="*/ 55480 w 137749"/>
                <a:gd name="connsiteY16" fmla="*/ 137026 h 15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7749" h="153728">
                  <a:moveTo>
                    <a:pt x="55480" y="137026"/>
                  </a:moveTo>
                  <a:lnTo>
                    <a:pt x="24375" y="77225"/>
                  </a:lnTo>
                  <a:cubicBezTo>
                    <a:pt x="23582" y="75688"/>
                    <a:pt x="23106" y="74766"/>
                    <a:pt x="21836" y="74766"/>
                  </a:cubicBezTo>
                  <a:cubicBezTo>
                    <a:pt x="21202" y="74766"/>
                    <a:pt x="20884" y="74766"/>
                    <a:pt x="19297" y="75995"/>
                  </a:cubicBezTo>
                  <a:lnTo>
                    <a:pt x="2317" y="86910"/>
                  </a:lnTo>
                  <a:cubicBezTo>
                    <a:pt x="95" y="88294"/>
                    <a:pt x="95" y="89062"/>
                    <a:pt x="95" y="89523"/>
                  </a:cubicBezTo>
                  <a:cubicBezTo>
                    <a:pt x="95" y="90446"/>
                    <a:pt x="888" y="91676"/>
                    <a:pt x="2317" y="91676"/>
                  </a:cubicBezTo>
                  <a:cubicBezTo>
                    <a:pt x="2951" y="91676"/>
                    <a:pt x="3269" y="91676"/>
                    <a:pt x="5332" y="90292"/>
                  </a:cubicBezTo>
                  <a:cubicBezTo>
                    <a:pt x="7077" y="89062"/>
                    <a:pt x="11680" y="85988"/>
                    <a:pt x="13584" y="84758"/>
                  </a:cubicBezTo>
                  <a:lnTo>
                    <a:pt x="48339" y="151169"/>
                  </a:lnTo>
                  <a:cubicBezTo>
                    <a:pt x="49450" y="153475"/>
                    <a:pt x="49767" y="153782"/>
                    <a:pt x="51989" y="153782"/>
                  </a:cubicBezTo>
                  <a:cubicBezTo>
                    <a:pt x="53417" y="153782"/>
                    <a:pt x="55163" y="153782"/>
                    <a:pt x="56750" y="150861"/>
                  </a:cubicBezTo>
                  <a:lnTo>
                    <a:pt x="136575" y="6971"/>
                  </a:lnTo>
                  <a:cubicBezTo>
                    <a:pt x="137844" y="4973"/>
                    <a:pt x="137844" y="4665"/>
                    <a:pt x="137844" y="3897"/>
                  </a:cubicBezTo>
                  <a:cubicBezTo>
                    <a:pt x="137844" y="1437"/>
                    <a:pt x="135781" y="53"/>
                    <a:pt x="134035" y="53"/>
                  </a:cubicBezTo>
                  <a:cubicBezTo>
                    <a:pt x="131655" y="53"/>
                    <a:pt x="130862" y="1437"/>
                    <a:pt x="129909" y="3282"/>
                  </a:cubicBezTo>
                  <a:lnTo>
                    <a:pt x="55480" y="137026"/>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 name="Freeform: Shape 33">
              <a:extLst>
                <a:ext uri="{FF2B5EF4-FFF2-40B4-BE49-F238E27FC236}">
                  <a16:creationId xmlns:a16="http://schemas.microsoft.com/office/drawing/2014/main" id="{BEB2D030-7153-B363-682A-935FF2DAC54D}"/>
                </a:ext>
              </a:extLst>
            </p:cNvPr>
            <p:cNvSpPr/>
            <p:nvPr>
              <p:custDataLst>
                <p:tags r:id="rId69"/>
              </p:custDataLst>
            </p:nvPr>
          </p:nvSpPr>
          <p:spPr>
            <a:xfrm>
              <a:off x="7590958" y="6162127"/>
              <a:ext cx="112070" cy="7466"/>
            </a:xfrm>
            <a:custGeom>
              <a:avLst/>
              <a:gdLst>
                <a:gd name="connsiteX0" fmla="*/ 0 w 112070"/>
                <a:gd name="connsiteY0" fmla="*/ 0 h 7466"/>
                <a:gd name="connsiteX1" fmla="*/ 112070 w 112070"/>
                <a:gd name="connsiteY1" fmla="*/ 0 h 7466"/>
                <a:gd name="connsiteX2" fmla="*/ 112070 w 112070"/>
                <a:gd name="connsiteY2" fmla="*/ 7466 h 7466"/>
                <a:gd name="connsiteX3" fmla="*/ 0 w 112070"/>
                <a:gd name="connsiteY3" fmla="*/ 7466 h 7466"/>
              </a:gdLst>
              <a:ahLst/>
              <a:cxnLst>
                <a:cxn ang="0">
                  <a:pos x="connsiteX0" y="connsiteY0"/>
                </a:cxn>
                <a:cxn ang="0">
                  <a:pos x="connsiteX1" y="connsiteY1"/>
                </a:cxn>
                <a:cxn ang="0">
                  <a:pos x="connsiteX2" y="connsiteY2"/>
                </a:cxn>
                <a:cxn ang="0">
                  <a:pos x="connsiteX3" y="connsiteY3"/>
                </a:cxn>
              </a:cxnLst>
              <a:rect l="l" t="t" r="r" b="b"/>
              <a:pathLst>
                <a:path w="112070" h="7466">
                  <a:moveTo>
                    <a:pt x="0" y="0"/>
                  </a:moveTo>
                  <a:lnTo>
                    <a:pt x="112070" y="0"/>
                  </a:lnTo>
                  <a:lnTo>
                    <a:pt x="112070" y="7466"/>
                  </a:lnTo>
                  <a:lnTo>
                    <a:pt x="0" y="7466"/>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 name="Freeform: Shape 34">
              <a:extLst>
                <a:ext uri="{FF2B5EF4-FFF2-40B4-BE49-F238E27FC236}">
                  <a16:creationId xmlns:a16="http://schemas.microsoft.com/office/drawing/2014/main" id="{4E7104C7-D9B7-B86E-E561-B965EF0DD0A9}"/>
                </a:ext>
              </a:extLst>
            </p:cNvPr>
            <p:cNvSpPr/>
            <p:nvPr>
              <p:custDataLst>
                <p:tags r:id="rId70"/>
              </p:custDataLst>
            </p:nvPr>
          </p:nvSpPr>
          <p:spPr>
            <a:xfrm>
              <a:off x="7598417" y="6212691"/>
              <a:ext cx="96964" cy="69331"/>
            </a:xfrm>
            <a:custGeom>
              <a:avLst/>
              <a:gdLst>
                <a:gd name="connsiteX0" fmla="*/ 12004 w 96964"/>
                <a:gd name="connsiteY0" fmla="*/ 58168 h 69331"/>
                <a:gd name="connsiteX1" fmla="*/ 10417 w 96964"/>
                <a:gd name="connsiteY1" fmla="*/ 64471 h 69331"/>
                <a:gd name="connsiteX2" fmla="*/ 15812 w 96964"/>
                <a:gd name="connsiteY2" fmla="*/ 69390 h 69331"/>
                <a:gd name="connsiteX3" fmla="*/ 22002 w 96964"/>
                <a:gd name="connsiteY3" fmla="*/ 66008 h 69331"/>
                <a:gd name="connsiteX4" fmla="*/ 24858 w 96964"/>
                <a:gd name="connsiteY4" fmla="*/ 56477 h 69331"/>
                <a:gd name="connsiteX5" fmla="*/ 28349 w 96964"/>
                <a:gd name="connsiteY5" fmla="*/ 42641 h 69331"/>
                <a:gd name="connsiteX6" fmla="*/ 31047 w 96964"/>
                <a:gd name="connsiteY6" fmla="*/ 32341 h 69331"/>
                <a:gd name="connsiteX7" fmla="*/ 37713 w 96964"/>
                <a:gd name="connsiteY7" fmla="*/ 18506 h 69331"/>
                <a:gd name="connsiteX8" fmla="*/ 61517 w 96964"/>
                <a:gd name="connsiteY8" fmla="*/ 4363 h 69331"/>
                <a:gd name="connsiteX9" fmla="*/ 70880 w 96964"/>
                <a:gd name="connsiteY9" fmla="*/ 15124 h 69331"/>
                <a:gd name="connsiteX10" fmla="*/ 61517 w 96964"/>
                <a:gd name="connsiteY10" fmla="*/ 47868 h 69331"/>
                <a:gd name="connsiteX11" fmla="*/ 59137 w 96964"/>
                <a:gd name="connsiteY11" fmla="*/ 56169 h 69331"/>
                <a:gd name="connsiteX12" fmla="*/ 74213 w 96964"/>
                <a:gd name="connsiteY12" fmla="*/ 69390 h 69331"/>
                <a:gd name="connsiteX13" fmla="*/ 97066 w 96964"/>
                <a:gd name="connsiteY13" fmla="*/ 45870 h 69331"/>
                <a:gd name="connsiteX14" fmla="*/ 94526 w 96964"/>
                <a:gd name="connsiteY14" fmla="*/ 43871 h 69331"/>
                <a:gd name="connsiteX15" fmla="*/ 91511 w 96964"/>
                <a:gd name="connsiteY15" fmla="*/ 46485 h 69331"/>
                <a:gd name="connsiteX16" fmla="*/ 74689 w 96964"/>
                <a:gd name="connsiteY16" fmla="*/ 65086 h 69331"/>
                <a:gd name="connsiteX17" fmla="*/ 70722 w 96964"/>
                <a:gd name="connsiteY17" fmla="*/ 59705 h 69331"/>
                <a:gd name="connsiteX18" fmla="*/ 74372 w 96964"/>
                <a:gd name="connsiteY18" fmla="*/ 47253 h 69331"/>
                <a:gd name="connsiteX19" fmla="*/ 82783 w 96964"/>
                <a:gd name="connsiteY19" fmla="*/ 17584 h 69331"/>
                <a:gd name="connsiteX20" fmla="*/ 62152 w 96964"/>
                <a:gd name="connsiteY20" fmla="*/ 59 h 69331"/>
                <a:gd name="connsiteX21" fmla="*/ 35332 w 96964"/>
                <a:gd name="connsiteY21" fmla="*/ 14048 h 69331"/>
                <a:gd name="connsiteX22" fmla="*/ 18352 w 96964"/>
                <a:gd name="connsiteY22" fmla="*/ 59 h 69331"/>
                <a:gd name="connsiteX23" fmla="*/ 5814 w 96964"/>
                <a:gd name="connsiteY23" fmla="*/ 8360 h 69331"/>
                <a:gd name="connsiteX24" fmla="*/ 101 w 96964"/>
                <a:gd name="connsiteY24" fmla="*/ 23579 h 69331"/>
                <a:gd name="connsiteX25" fmla="*/ 2799 w 96964"/>
                <a:gd name="connsiteY25" fmla="*/ 25577 h 69331"/>
                <a:gd name="connsiteX26" fmla="*/ 6291 w 96964"/>
                <a:gd name="connsiteY26" fmla="*/ 20966 h 69331"/>
                <a:gd name="connsiteX27" fmla="*/ 17875 w 96964"/>
                <a:gd name="connsiteY27" fmla="*/ 4363 h 69331"/>
                <a:gd name="connsiteX28" fmla="*/ 23112 w 96964"/>
                <a:gd name="connsiteY28" fmla="*/ 11896 h 69331"/>
                <a:gd name="connsiteX29" fmla="*/ 20573 w 96964"/>
                <a:gd name="connsiteY29" fmla="*/ 24655 h 69331"/>
                <a:gd name="connsiteX30" fmla="*/ 17082 w 96964"/>
                <a:gd name="connsiteY30" fmla="*/ 38491 h 69331"/>
                <a:gd name="connsiteX31" fmla="*/ 12004 w 96964"/>
                <a:gd name="connsiteY31" fmla="*/ 58168 h 69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6964" h="69331">
                  <a:moveTo>
                    <a:pt x="12004" y="58168"/>
                  </a:moveTo>
                  <a:cubicBezTo>
                    <a:pt x="11369" y="60166"/>
                    <a:pt x="10417" y="64010"/>
                    <a:pt x="10417" y="64471"/>
                  </a:cubicBezTo>
                  <a:cubicBezTo>
                    <a:pt x="10417" y="67853"/>
                    <a:pt x="13273" y="69390"/>
                    <a:pt x="15812" y="69390"/>
                  </a:cubicBezTo>
                  <a:cubicBezTo>
                    <a:pt x="18669" y="69390"/>
                    <a:pt x="21208" y="67392"/>
                    <a:pt x="22002" y="66008"/>
                  </a:cubicBezTo>
                  <a:cubicBezTo>
                    <a:pt x="22795" y="64625"/>
                    <a:pt x="24065" y="59705"/>
                    <a:pt x="24858" y="56477"/>
                  </a:cubicBezTo>
                  <a:cubicBezTo>
                    <a:pt x="25652" y="53556"/>
                    <a:pt x="27397" y="46485"/>
                    <a:pt x="28349" y="42641"/>
                  </a:cubicBezTo>
                  <a:cubicBezTo>
                    <a:pt x="29302" y="39259"/>
                    <a:pt x="30254" y="35877"/>
                    <a:pt x="31047" y="32341"/>
                  </a:cubicBezTo>
                  <a:cubicBezTo>
                    <a:pt x="32793" y="26039"/>
                    <a:pt x="33110" y="24809"/>
                    <a:pt x="37713" y="18506"/>
                  </a:cubicBezTo>
                  <a:cubicBezTo>
                    <a:pt x="42156" y="12357"/>
                    <a:pt x="49615" y="4363"/>
                    <a:pt x="61517" y="4363"/>
                  </a:cubicBezTo>
                  <a:cubicBezTo>
                    <a:pt x="70722" y="4363"/>
                    <a:pt x="70880" y="12203"/>
                    <a:pt x="70880" y="15124"/>
                  </a:cubicBezTo>
                  <a:cubicBezTo>
                    <a:pt x="70880" y="24348"/>
                    <a:pt x="64056" y="41411"/>
                    <a:pt x="61517" y="47868"/>
                  </a:cubicBezTo>
                  <a:cubicBezTo>
                    <a:pt x="59772" y="52172"/>
                    <a:pt x="59137" y="53556"/>
                    <a:pt x="59137" y="56169"/>
                  </a:cubicBezTo>
                  <a:cubicBezTo>
                    <a:pt x="59137" y="64317"/>
                    <a:pt x="66120" y="69390"/>
                    <a:pt x="74213" y="69390"/>
                  </a:cubicBezTo>
                  <a:cubicBezTo>
                    <a:pt x="90083" y="69390"/>
                    <a:pt x="97066" y="48176"/>
                    <a:pt x="97066" y="45870"/>
                  </a:cubicBezTo>
                  <a:cubicBezTo>
                    <a:pt x="97066" y="43871"/>
                    <a:pt x="95002" y="43871"/>
                    <a:pt x="94526" y="43871"/>
                  </a:cubicBezTo>
                  <a:cubicBezTo>
                    <a:pt x="92305" y="43871"/>
                    <a:pt x="92146" y="44794"/>
                    <a:pt x="91511" y="46485"/>
                  </a:cubicBezTo>
                  <a:cubicBezTo>
                    <a:pt x="87861" y="58783"/>
                    <a:pt x="81037" y="65086"/>
                    <a:pt x="74689" y="65086"/>
                  </a:cubicBezTo>
                  <a:cubicBezTo>
                    <a:pt x="71357" y="65086"/>
                    <a:pt x="70722" y="62933"/>
                    <a:pt x="70722" y="59705"/>
                  </a:cubicBezTo>
                  <a:cubicBezTo>
                    <a:pt x="70722" y="56169"/>
                    <a:pt x="71515" y="54171"/>
                    <a:pt x="74372" y="47253"/>
                  </a:cubicBezTo>
                  <a:cubicBezTo>
                    <a:pt x="76276" y="42488"/>
                    <a:pt x="82783" y="26192"/>
                    <a:pt x="82783" y="17584"/>
                  </a:cubicBezTo>
                  <a:cubicBezTo>
                    <a:pt x="82783" y="2672"/>
                    <a:pt x="70563" y="59"/>
                    <a:pt x="62152" y="59"/>
                  </a:cubicBezTo>
                  <a:cubicBezTo>
                    <a:pt x="48980" y="59"/>
                    <a:pt x="40093" y="7899"/>
                    <a:pt x="35332" y="14048"/>
                  </a:cubicBezTo>
                  <a:cubicBezTo>
                    <a:pt x="34221" y="3441"/>
                    <a:pt x="24858" y="59"/>
                    <a:pt x="18352" y="59"/>
                  </a:cubicBezTo>
                  <a:cubicBezTo>
                    <a:pt x="11528" y="59"/>
                    <a:pt x="7878" y="4824"/>
                    <a:pt x="5814" y="8360"/>
                  </a:cubicBezTo>
                  <a:cubicBezTo>
                    <a:pt x="2323" y="14048"/>
                    <a:pt x="101" y="22810"/>
                    <a:pt x="101" y="23579"/>
                  </a:cubicBezTo>
                  <a:cubicBezTo>
                    <a:pt x="101" y="25577"/>
                    <a:pt x="2323" y="25577"/>
                    <a:pt x="2799" y="25577"/>
                  </a:cubicBezTo>
                  <a:cubicBezTo>
                    <a:pt x="5021" y="25577"/>
                    <a:pt x="5180" y="25116"/>
                    <a:pt x="6291" y="20966"/>
                  </a:cubicBezTo>
                  <a:cubicBezTo>
                    <a:pt x="8671" y="11896"/>
                    <a:pt x="11686" y="4363"/>
                    <a:pt x="17875" y="4363"/>
                  </a:cubicBezTo>
                  <a:cubicBezTo>
                    <a:pt x="22002" y="4363"/>
                    <a:pt x="23112" y="7745"/>
                    <a:pt x="23112" y="11896"/>
                  </a:cubicBezTo>
                  <a:cubicBezTo>
                    <a:pt x="23112" y="14816"/>
                    <a:pt x="21684" y="20504"/>
                    <a:pt x="20573" y="24655"/>
                  </a:cubicBezTo>
                  <a:cubicBezTo>
                    <a:pt x="19462" y="28806"/>
                    <a:pt x="17875" y="35109"/>
                    <a:pt x="17082" y="38491"/>
                  </a:cubicBezTo>
                  <a:lnTo>
                    <a:pt x="12004" y="5816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6" name="Freeform: Shape 35">
              <a:extLst>
                <a:ext uri="{FF2B5EF4-FFF2-40B4-BE49-F238E27FC236}">
                  <a16:creationId xmlns:a16="http://schemas.microsoft.com/office/drawing/2014/main" id="{EFACFEFB-B6CD-867A-53A9-878E9F5E40BD}"/>
                </a:ext>
              </a:extLst>
            </p:cNvPr>
            <p:cNvSpPr/>
            <p:nvPr>
              <p:custDataLst>
                <p:tags r:id="rId71"/>
              </p:custDataLst>
            </p:nvPr>
          </p:nvSpPr>
          <p:spPr>
            <a:xfrm>
              <a:off x="7721279" y="6165189"/>
              <a:ext cx="41261" cy="153574"/>
            </a:xfrm>
            <a:custGeom>
              <a:avLst/>
              <a:gdLst>
                <a:gd name="connsiteX0" fmla="*/ 38194 w 41261"/>
                <a:gd name="connsiteY0" fmla="*/ 59 h 153574"/>
                <a:gd name="connsiteX1" fmla="*/ 106 w 41261"/>
                <a:gd name="connsiteY1" fmla="*/ 76769 h 153574"/>
                <a:gd name="connsiteX2" fmla="*/ 38194 w 41261"/>
                <a:gd name="connsiteY2" fmla="*/ 153633 h 153574"/>
                <a:gd name="connsiteX3" fmla="*/ 41368 w 41261"/>
                <a:gd name="connsiteY3" fmla="*/ 151789 h 153574"/>
                <a:gd name="connsiteX4" fmla="*/ 39781 w 41261"/>
                <a:gd name="connsiteY4" fmla="*/ 149483 h 153574"/>
                <a:gd name="connsiteX5" fmla="*/ 10898 w 41261"/>
                <a:gd name="connsiteY5" fmla="*/ 76923 h 153574"/>
                <a:gd name="connsiteX6" fmla="*/ 40257 w 41261"/>
                <a:gd name="connsiteY6" fmla="*/ 3748 h 153574"/>
                <a:gd name="connsiteX7" fmla="*/ 41368 w 41261"/>
                <a:gd name="connsiteY7" fmla="*/ 1903 h 153574"/>
                <a:gd name="connsiteX8" fmla="*/ 38194 w 41261"/>
                <a:gd name="connsiteY8" fmla="*/ 59 h 153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261" h="153574">
                  <a:moveTo>
                    <a:pt x="38194" y="59"/>
                  </a:moveTo>
                  <a:cubicBezTo>
                    <a:pt x="8041" y="20658"/>
                    <a:pt x="106" y="53249"/>
                    <a:pt x="106" y="76769"/>
                  </a:cubicBezTo>
                  <a:cubicBezTo>
                    <a:pt x="106" y="98445"/>
                    <a:pt x="6772" y="132111"/>
                    <a:pt x="38194" y="153633"/>
                  </a:cubicBezTo>
                  <a:cubicBezTo>
                    <a:pt x="39463" y="153633"/>
                    <a:pt x="41368" y="153633"/>
                    <a:pt x="41368" y="151789"/>
                  </a:cubicBezTo>
                  <a:cubicBezTo>
                    <a:pt x="41368" y="150866"/>
                    <a:pt x="40892" y="150559"/>
                    <a:pt x="39781" y="149483"/>
                  </a:cubicBezTo>
                  <a:cubicBezTo>
                    <a:pt x="18674" y="131035"/>
                    <a:pt x="10898" y="104901"/>
                    <a:pt x="10898" y="76923"/>
                  </a:cubicBezTo>
                  <a:cubicBezTo>
                    <a:pt x="10898" y="35416"/>
                    <a:pt x="27244" y="15124"/>
                    <a:pt x="40257" y="3748"/>
                  </a:cubicBezTo>
                  <a:cubicBezTo>
                    <a:pt x="40892" y="3133"/>
                    <a:pt x="41368" y="2672"/>
                    <a:pt x="41368" y="1903"/>
                  </a:cubicBezTo>
                  <a:cubicBezTo>
                    <a:pt x="41368" y="59"/>
                    <a:pt x="39463" y="59"/>
                    <a:pt x="38194" y="5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 name="Freeform: Shape 36">
              <a:extLst>
                <a:ext uri="{FF2B5EF4-FFF2-40B4-BE49-F238E27FC236}">
                  <a16:creationId xmlns:a16="http://schemas.microsoft.com/office/drawing/2014/main" id="{07CE7BF8-1AEA-12B0-C114-F90C70049182}"/>
                </a:ext>
              </a:extLst>
            </p:cNvPr>
            <p:cNvSpPr/>
            <p:nvPr>
              <p:custDataLst>
                <p:tags r:id="rId72"/>
              </p:custDataLst>
            </p:nvPr>
          </p:nvSpPr>
          <p:spPr>
            <a:xfrm>
              <a:off x="7800761" y="6189171"/>
              <a:ext cx="63161" cy="5841"/>
            </a:xfrm>
            <a:custGeom>
              <a:avLst/>
              <a:gdLst>
                <a:gd name="connsiteX0" fmla="*/ 63272 w 63161"/>
                <a:gd name="connsiteY0" fmla="*/ 5900 h 5841"/>
                <a:gd name="connsiteX1" fmla="*/ 63272 w 63161"/>
                <a:gd name="connsiteY1" fmla="*/ 59 h 5841"/>
                <a:gd name="connsiteX2" fmla="*/ 110 w 63161"/>
                <a:gd name="connsiteY2" fmla="*/ 59 h 5841"/>
                <a:gd name="connsiteX3" fmla="*/ 110 w 63161"/>
                <a:gd name="connsiteY3" fmla="*/ 5900 h 5841"/>
                <a:gd name="connsiteX4" fmla="*/ 63272 w 63161"/>
                <a:gd name="connsiteY4" fmla="*/ 5900 h 5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161" h="5841">
                  <a:moveTo>
                    <a:pt x="63272" y="5900"/>
                  </a:moveTo>
                  <a:lnTo>
                    <a:pt x="63272" y="59"/>
                  </a:lnTo>
                  <a:lnTo>
                    <a:pt x="110" y="59"/>
                  </a:lnTo>
                  <a:lnTo>
                    <a:pt x="110" y="5900"/>
                  </a:lnTo>
                  <a:lnTo>
                    <a:pt x="63272" y="5900"/>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8" name="Freeform: Shape 37">
              <a:extLst>
                <a:ext uri="{FF2B5EF4-FFF2-40B4-BE49-F238E27FC236}">
                  <a16:creationId xmlns:a16="http://schemas.microsoft.com/office/drawing/2014/main" id="{967CAC56-A3CD-AB91-5C2E-243B500938F5}"/>
                </a:ext>
              </a:extLst>
            </p:cNvPr>
            <p:cNvSpPr/>
            <p:nvPr>
              <p:custDataLst>
                <p:tags r:id="rId73"/>
              </p:custDataLst>
            </p:nvPr>
          </p:nvSpPr>
          <p:spPr>
            <a:xfrm>
              <a:off x="7781335" y="6212691"/>
              <a:ext cx="81411" cy="99154"/>
            </a:xfrm>
            <a:custGeom>
              <a:avLst/>
              <a:gdLst>
                <a:gd name="connsiteX0" fmla="*/ 80886 w 81411"/>
                <a:gd name="connsiteY0" fmla="*/ 9897 h 99154"/>
                <a:gd name="connsiteX1" fmla="*/ 81521 w 81411"/>
                <a:gd name="connsiteY1" fmla="*/ 6515 h 99154"/>
                <a:gd name="connsiteX2" fmla="*/ 76284 w 81411"/>
                <a:gd name="connsiteY2" fmla="*/ 1596 h 99154"/>
                <a:gd name="connsiteX3" fmla="*/ 69778 w 81411"/>
                <a:gd name="connsiteY3" fmla="*/ 5285 h 99154"/>
                <a:gd name="connsiteX4" fmla="*/ 67238 w 81411"/>
                <a:gd name="connsiteY4" fmla="*/ 14202 h 99154"/>
                <a:gd name="connsiteX5" fmla="*/ 63906 w 81411"/>
                <a:gd name="connsiteY5" fmla="*/ 26961 h 99154"/>
                <a:gd name="connsiteX6" fmla="*/ 57558 w 81411"/>
                <a:gd name="connsiteY6" fmla="*/ 51711 h 99154"/>
                <a:gd name="connsiteX7" fmla="*/ 38038 w 81411"/>
                <a:gd name="connsiteY7" fmla="*/ 65086 h 99154"/>
                <a:gd name="connsiteX8" fmla="*/ 27247 w 81411"/>
                <a:gd name="connsiteY8" fmla="*/ 52326 h 99154"/>
                <a:gd name="connsiteX9" fmla="*/ 35658 w 81411"/>
                <a:gd name="connsiteY9" fmla="*/ 22503 h 99154"/>
                <a:gd name="connsiteX10" fmla="*/ 38355 w 81411"/>
                <a:gd name="connsiteY10" fmla="*/ 13125 h 99154"/>
                <a:gd name="connsiteX11" fmla="*/ 23279 w 81411"/>
                <a:gd name="connsiteY11" fmla="*/ 59 h 99154"/>
                <a:gd name="connsiteX12" fmla="*/ 109 w 81411"/>
                <a:gd name="connsiteY12" fmla="*/ 23579 h 99154"/>
                <a:gd name="connsiteX13" fmla="*/ 2807 w 81411"/>
                <a:gd name="connsiteY13" fmla="*/ 25577 h 99154"/>
                <a:gd name="connsiteX14" fmla="*/ 5664 w 81411"/>
                <a:gd name="connsiteY14" fmla="*/ 23118 h 99154"/>
                <a:gd name="connsiteX15" fmla="*/ 22803 w 81411"/>
                <a:gd name="connsiteY15" fmla="*/ 4363 h 99154"/>
                <a:gd name="connsiteX16" fmla="*/ 26771 w 81411"/>
                <a:gd name="connsiteY16" fmla="*/ 9743 h 99154"/>
                <a:gd name="connsiteX17" fmla="*/ 24549 w 81411"/>
                <a:gd name="connsiteY17" fmla="*/ 18660 h 99154"/>
                <a:gd name="connsiteX18" fmla="*/ 15344 w 81411"/>
                <a:gd name="connsiteY18" fmla="*/ 49867 h 99154"/>
                <a:gd name="connsiteX19" fmla="*/ 21534 w 81411"/>
                <a:gd name="connsiteY19" fmla="*/ 64624 h 99154"/>
                <a:gd name="connsiteX20" fmla="*/ 37403 w 81411"/>
                <a:gd name="connsiteY20" fmla="*/ 69390 h 99154"/>
                <a:gd name="connsiteX21" fmla="*/ 54701 w 81411"/>
                <a:gd name="connsiteY21" fmla="*/ 62472 h 99154"/>
                <a:gd name="connsiteX22" fmla="*/ 44227 w 81411"/>
                <a:gd name="connsiteY22" fmla="*/ 85070 h 99154"/>
                <a:gd name="connsiteX23" fmla="*/ 25184 w 81411"/>
                <a:gd name="connsiteY23" fmla="*/ 94909 h 99154"/>
                <a:gd name="connsiteX24" fmla="*/ 13281 w 81411"/>
                <a:gd name="connsiteY24" fmla="*/ 89836 h 99154"/>
                <a:gd name="connsiteX25" fmla="*/ 21851 w 81411"/>
                <a:gd name="connsiteY25" fmla="*/ 81381 h 99154"/>
                <a:gd name="connsiteX26" fmla="*/ 15662 w 81411"/>
                <a:gd name="connsiteY26" fmla="*/ 75539 h 99154"/>
                <a:gd name="connsiteX27" fmla="*/ 6457 w 81411"/>
                <a:gd name="connsiteY27" fmla="*/ 85685 h 99154"/>
                <a:gd name="connsiteX28" fmla="*/ 25342 w 81411"/>
                <a:gd name="connsiteY28" fmla="*/ 99213 h 99154"/>
                <a:gd name="connsiteX29" fmla="*/ 65810 w 81411"/>
                <a:gd name="connsiteY29" fmla="*/ 68007 h 99154"/>
                <a:gd name="connsiteX30" fmla="*/ 80886 w 81411"/>
                <a:gd name="connsiteY30" fmla="*/ 9897 h 99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1411" h="99154">
                  <a:moveTo>
                    <a:pt x="80886" y="9897"/>
                  </a:moveTo>
                  <a:cubicBezTo>
                    <a:pt x="81521" y="7745"/>
                    <a:pt x="81521" y="7437"/>
                    <a:pt x="81521" y="6515"/>
                  </a:cubicBezTo>
                  <a:cubicBezTo>
                    <a:pt x="81521" y="3441"/>
                    <a:pt x="78982" y="1596"/>
                    <a:pt x="76284" y="1596"/>
                  </a:cubicBezTo>
                  <a:cubicBezTo>
                    <a:pt x="74539" y="1596"/>
                    <a:pt x="71523" y="2364"/>
                    <a:pt x="69778" y="5285"/>
                  </a:cubicBezTo>
                  <a:cubicBezTo>
                    <a:pt x="69302" y="6208"/>
                    <a:pt x="68032" y="11127"/>
                    <a:pt x="67238" y="14202"/>
                  </a:cubicBezTo>
                  <a:lnTo>
                    <a:pt x="63906" y="26961"/>
                  </a:lnTo>
                  <a:cubicBezTo>
                    <a:pt x="62954" y="30650"/>
                    <a:pt x="58034" y="50020"/>
                    <a:pt x="57558" y="51711"/>
                  </a:cubicBezTo>
                  <a:cubicBezTo>
                    <a:pt x="57399" y="51711"/>
                    <a:pt x="50416" y="65086"/>
                    <a:pt x="38038" y="65086"/>
                  </a:cubicBezTo>
                  <a:cubicBezTo>
                    <a:pt x="27247" y="65086"/>
                    <a:pt x="27247" y="55093"/>
                    <a:pt x="27247" y="52326"/>
                  </a:cubicBezTo>
                  <a:cubicBezTo>
                    <a:pt x="27247" y="44025"/>
                    <a:pt x="30897" y="34340"/>
                    <a:pt x="35658" y="22503"/>
                  </a:cubicBezTo>
                  <a:cubicBezTo>
                    <a:pt x="37562" y="17584"/>
                    <a:pt x="38355" y="15739"/>
                    <a:pt x="38355" y="13125"/>
                  </a:cubicBezTo>
                  <a:cubicBezTo>
                    <a:pt x="38355" y="5746"/>
                    <a:pt x="31849" y="59"/>
                    <a:pt x="23279" y="59"/>
                  </a:cubicBezTo>
                  <a:cubicBezTo>
                    <a:pt x="7251" y="59"/>
                    <a:pt x="109" y="20966"/>
                    <a:pt x="109" y="23579"/>
                  </a:cubicBezTo>
                  <a:cubicBezTo>
                    <a:pt x="109" y="25577"/>
                    <a:pt x="2331" y="25577"/>
                    <a:pt x="2807" y="25577"/>
                  </a:cubicBezTo>
                  <a:cubicBezTo>
                    <a:pt x="5029" y="25577"/>
                    <a:pt x="5188" y="24809"/>
                    <a:pt x="5664" y="23118"/>
                  </a:cubicBezTo>
                  <a:cubicBezTo>
                    <a:pt x="9631" y="10358"/>
                    <a:pt x="16455" y="4363"/>
                    <a:pt x="22803" y="4363"/>
                  </a:cubicBezTo>
                  <a:cubicBezTo>
                    <a:pt x="25501" y="4363"/>
                    <a:pt x="26771" y="6054"/>
                    <a:pt x="26771" y="9743"/>
                  </a:cubicBezTo>
                  <a:cubicBezTo>
                    <a:pt x="26771" y="13279"/>
                    <a:pt x="25342" y="16661"/>
                    <a:pt x="24549" y="18660"/>
                  </a:cubicBezTo>
                  <a:cubicBezTo>
                    <a:pt x="16931" y="37415"/>
                    <a:pt x="15344" y="43102"/>
                    <a:pt x="15344" y="49867"/>
                  </a:cubicBezTo>
                  <a:cubicBezTo>
                    <a:pt x="15344" y="52480"/>
                    <a:pt x="15344" y="59705"/>
                    <a:pt x="21534" y="64624"/>
                  </a:cubicBezTo>
                  <a:cubicBezTo>
                    <a:pt x="26453" y="68621"/>
                    <a:pt x="33118" y="69390"/>
                    <a:pt x="37403" y="69390"/>
                  </a:cubicBezTo>
                  <a:cubicBezTo>
                    <a:pt x="43751" y="69390"/>
                    <a:pt x="49464" y="67084"/>
                    <a:pt x="54701" y="62472"/>
                  </a:cubicBezTo>
                  <a:cubicBezTo>
                    <a:pt x="52638" y="70927"/>
                    <a:pt x="50893" y="77384"/>
                    <a:pt x="44227" y="85070"/>
                  </a:cubicBezTo>
                  <a:cubicBezTo>
                    <a:pt x="39942" y="89836"/>
                    <a:pt x="33595" y="94909"/>
                    <a:pt x="25184" y="94909"/>
                  </a:cubicBezTo>
                  <a:cubicBezTo>
                    <a:pt x="24073" y="94909"/>
                    <a:pt x="16614" y="94909"/>
                    <a:pt x="13281" y="89836"/>
                  </a:cubicBezTo>
                  <a:cubicBezTo>
                    <a:pt x="21851" y="88914"/>
                    <a:pt x="21851" y="81535"/>
                    <a:pt x="21851" y="81381"/>
                  </a:cubicBezTo>
                  <a:cubicBezTo>
                    <a:pt x="21851" y="76462"/>
                    <a:pt x="17249" y="75539"/>
                    <a:pt x="15662" y="75539"/>
                  </a:cubicBezTo>
                  <a:cubicBezTo>
                    <a:pt x="11694" y="75539"/>
                    <a:pt x="6457" y="78614"/>
                    <a:pt x="6457" y="85685"/>
                  </a:cubicBezTo>
                  <a:cubicBezTo>
                    <a:pt x="6457" y="93525"/>
                    <a:pt x="14075" y="99213"/>
                    <a:pt x="25342" y="99213"/>
                  </a:cubicBezTo>
                  <a:cubicBezTo>
                    <a:pt x="41371" y="99213"/>
                    <a:pt x="60891" y="87223"/>
                    <a:pt x="65810" y="68007"/>
                  </a:cubicBezTo>
                  <a:lnTo>
                    <a:pt x="80886" y="989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9" name="Freeform: Shape 38">
              <a:extLst>
                <a:ext uri="{FF2B5EF4-FFF2-40B4-BE49-F238E27FC236}">
                  <a16:creationId xmlns:a16="http://schemas.microsoft.com/office/drawing/2014/main" id="{9BF621CB-EBA8-481E-E1CB-CD7338DFDD4D}"/>
                </a:ext>
              </a:extLst>
            </p:cNvPr>
            <p:cNvSpPr/>
            <p:nvPr>
              <p:custDataLst>
                <p:tags r:id="rId74"/>
              </p:custDataLst>
            </p:nvPr>
          </p:nvSpPr>
          <p:spPr>
            <a:xfrm>
              <a:off x="7888654" y="6238210"/>
              <a:ext cx="107279" cy="7532"/>
            </a:xfrm>
            <a:custGeom>
              <a:avLst/>
              <a:gdLst>
                <a:gd name="connsiteX0" fmla="*/ 101045 w 107279"/>
                <a:gd name="connsiteY0" fmla="*/ 7591 h 7532"/>
                <a:gd name="connsiteX1" fmla="*/ 107393 w 107279"/>
                <a:gd name="connsiteY1" fmla="*/ 3902 h 7532"/>
                <a:gd name="connsiteX2" fmla="*/ 101045 w 107279"/>
                <a:gd name="connsiteY2" fmla="*/ 59 h 7532"/>
                <a:gd name="connsiteX3" fmla="*/ 6462 w 107279"/>
                <a:gd name="connsiteY3" fmla="*/ 59 h 7532"/>
                <a:gd name="connsiteX4" fmla="*/ 114 w 107279"/>
                <a:gd name="connsiteY4" fmla="*/ 3748 h 7532"/>
                <a:gd name="connsiteX5" fmla="*/ 6462 w 107279"/>
                <a:gd name="connsiteY5" fmla="*/ 7591 h 7532"/>
                <a:gd name="connsiteX6" fmla="*/ 101045 w 107279"/>
                <a:gd name="connsiteY6" fmla="*/ 7591 h 7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279" h="7532">
                  <a:moveTo>
                    <a:pt x="101045" y="7591"/>
                  </a:moveTo>
                  <a:cubicBezTo>
                    <a:pt x="103584" y="7591"/>
                    <a:pt x="107393" y="7591"/>
                    <a:pt x="107393" y="3902"/>
                  </a:cubicBezTo>
                  <a:cubicBezTo>
                    <a:pt x="107393" y="59"/>
                    <a:pt x="103743" y="59"/>
                    <a:pt x="101045" y="59"/>
                  </a:cubicBezTo>
                  <a:lnTo>
                    <a:pt x="6462" y="59"/>
                  </a:lnTo>
                  <a:cubicBezTo>
                    <a:pt x="3922" y="59"/>
                    <a:pt x="114" y="59"/>
                    <a:pt x="114" y="3748"/>
                  </a:cubicBezTo>
                  <a:cubicBezTo>
                    <a:pt x="114" y="7591"/>
                    <a:pt x="3764" y="7591"/>
                    <a:pt x="6462" y="7591"/>
                  </a:cubicBezTo>
                  <a:lnTo>
                    <a:pt x="101045" y="7591"/>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0" name="Freeform: Shape 39">
              <a:extLst>
                <a:ext uri="{FF2B5EF4-FFF2-40B4-BE49-F238E27FC236}">
                  <a16:creationId xmlns:a16="http://schemas.microsoft.com/office/drawing/2014/main" id="{46269A4D-C57C-413D-9342-27E15926B5E9}"/>
                </a:ext>
              </a:extLst>
            </p:cNvPr>
            <p:cNvSpPr/>
            <p:nvPr>
              <p:custDataLst>
                <p:tags r:id="rId75"/>
              </p:custDataLst>
            </p:nvPr>
          </p:nvSpPr>
          <p:spPr>
            <a:xfrm>
              <a:off x="8021145" y="6212691"/>
              <a:ext cx="94583" cy="100692"/>
            </a:xfrm>
            <a:custGeom>
              <a:avLst/>
              <a:gdLst>
                <a:gd name="connsiteX0" fmla="*/ 755 w 94583"/>
                <a:gd name="connsiteY0" fmla="*/ 92603 h 100692"/>
                <a:gd name="connsiteX1" fmla="*/ 120 w 94583"/>
                <a:gd name="connsiteY1" fmla="*/ 95831 h 100692"/>
                <a:gd name="connsiteX2" fmla="*/ 5516 w 94583"/>
                <a:gd name="connsiteY2" fmla="*/ 100751 h 100692"/>
                <a:gd name="connsiteX3" fmla="*/ 13133 w 94583"/>
                <a:gd name="connsiteY3" fmla="*/ 93064 h 100692"/>
                <a:gd name="connsiteX4" fmla="*/ 20433 w 94583"/>
                <a:gd name="connsiteY4" fmla="*/ 64932 h 100692"/>
                <a:gd name="connsiteX5" fmla="*/ 37414 w 94583"/>
                <a:gd name="connsiteY5" fmla="*/ 69390 h 100692"/>
                <a:gd name="connsiteX6" fmla="*/ 60266 w 94583"/>
                <a:gd name="connsiteY6" fmla="*/ 58322 h 100692"/>
                <a:gd name="connsiteX7" fmla="*/ 76612 w 94583"/>
                <a:gd name="connsiteY7" fmla="*/ 69390 h 100692"/>
                <a:gd name="connsiteX8" fmla="*/ 89149 w 94583"/>
                <a:gd name="connsiteY8" fmla="*/ 61242 h 100692"/>
                <a:gd name="connsiteX9" fmla="*/ 94704 w 94583"/>
                <a:gd name="connsiteY9" fmla="*/ 45870 h 100692"/>
                <a:gd name="connsiteX10" fmla="*/ 92164 w 94583"/>
                <a:gd name="connsiteY10" fmla="*/ 43871 h 100692"/>
                <a:gd name="connsiteX11" fmla="*/ 88673 w 94583"/>
                <a:gd name="connsiteY11" fmla="*/ 48637 h 100692"/>
                <a:gd name="connsiteX12" fmla="*/ 77088 w 94583"/>
                <a:gd name="connsiteY12" fmla="*/ 65086 h 100692"/>
                <a:gd name="connsiteX13" fmla="*/ 71851 w 94583"/>
                <a:gd name="connsiteY13" fmla="*/ 57553 h 100692"/>
                <a:gd name="connsiteX14" fmla="*/ 74232 w 94583"/>
                <a:gd name="connsiteY14" fmla="*/ 45408 h 100692"/>
                <a:gd name="connsiteX15" fmla="*/ 77723 w 94583"/>
                <a:gd name="connsiteY15" fmla="*/ 31573 h 100692"/>
                <a:gd name="connsiteX16" fmla="*/ 81373 w 94583"/>
                <a:gd name="connsiteY16" fmla="*/ 17891 h 100692"/>
                <a:gd name="connsiteX17" fmla="*/ 84071 w 94583"/>
                <a:gd name="connsiteY17" fmla="*/ 6515 h 100692"/>
                <a:gd name="connsiteX18" fmla="*/ 78834 w 94583"/>
                <a:gd name="connsiteY18" fmla="*/ 1596 h 100692"/>
                <a:gd name="connsiteX19" fmla="*/ 72327 w 94583"/>
                <a:gd name="connsiteY19" fmla="*/ 5285 h 100692"/>
                <a:gd name="connsiteX20" fmla="*/ 69788 w 94583"/>
                <a:gd name="connsiteY20" fmla="*/ 14202 h 100692"/>
                <a:gd name="connsiteX21" fmla="*/ 66455 w 94583"/>
                <a:gd name="connsiteY21" fmla="*/ 26961 h 100692"/>
                <a:gd name="connsiteX22" fmla="*/ 61536 w 94583"/>
                <a:gd name="connsiteY22" fmla="*/ 46177 h 100692"/>
                <a:gd name="connsiteX23" fmla="*/ 58997 w 94583"/>
                <a:gd name="connsiteY23" fmla="*/ 52326 h 100692"/>
                <a:gd name="connsiteX24" fmla="*/ 38049 w 94583"/>
                <a:gd name="connsiteY24" fmla="*/ 65086 h 100692"/>
                <a:gd name="connsiteX25" fmla="*/ 25035 w 94583"/>
                <a:gd name="connsiteY25" fmla="*/ 51404 h 100692"/>
                <a:gd name="connsiteX26" fmla="*/ 27733 w 94583"/>
                <a:gd name="connsiteY26" fmla="*/ 37107 h 100692"/>
                <a:gd name="connsiteX27" fmla="*/ 31225 w 94583"/>
                <a:gd name="connsiteY27" fmla="*/ 23272 h 100692"/>
                <a:gd name="connsiteX28" fmla="*/ 33446 w 94583"/>
                <a:gd name="connsiteY28" fmla="*/ 14663 h 100692"/>
                <a:gd name="connsiteX29" fmla="*/ 35827 w 94583"/>
                <a:gd name="connsiteY29" fmla="*/ 4978 h 100692"/>
                <a:gd name="connsiteX30" fmla="*/ 30431 w 94583"/>
                <a:gd name="connsiteY30" fmla="*/ 59 h 100692"/>
                <a:gd name="connsiteX31" fmla="*/ 22814 w 94583"/>
                <a:gd name="connsiteY31" fmla="*/ 7284 h 100692"/>
                <a:gd name="connsiteX32" fmla="*/ 755 w 94583"/>
                <a:gd name="connsiteY32" fmla="*/ 92603 h 100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4583" h="100692">
                  <a:moveTo>
                    <a:pt x="755" y="92603"/>
                  </a:moveTo>
                  <a:cubicBezTo>
                    <a:pt x="120" y="94909"/>
                    <a:pt x="120" y="95678"/>
                    <a:pt x="120" y="95831"/>
                  </a:cubicBezTo>
                  <a:cubicBezTo>
                    <a:pt x="120" y="99213"/>
                    <a:pt x="2976" y="100751"/>
                    <a:pt x="5516" y="100751"/>
                  </a:cubicBezTo>
                  <a:cubicBezTo>
                    <a:pt x="11229" y="100751"/>
                    <a:pt x="12498" y="95678"/>
                    <a:pt x="13133" y="93064"/>
                  </a:cubicBezTo>
                  <a:cubicBezTo>
                    <a:pt x="13450" y="92296"/>
                    <a:pt x="16624" y="79997"/>
                    <a:pt x="20433" y="64932"/>
                  </a:cubicBezTo>
                  <a:cubicBezTo>
                    <a:pt x="25353" y="68160"/>
                    <a:pt x="31701" y="69390"/>
                    <a:pt x="37414" y="69390"/>
                  </a:cubicBezTo>
                  <a:cubicBezTo>
                    <a:pt x="51062" y="69390"/>
                    <a:pt x="59949" y="58629"/>
                    <a:pt x="60266" y="58322"/>
                  </a:cubicBezTo>
                  <a:cubicBezTo>
                    <a:pt x="63282" y="68929"/>
                    <a:pt x="74232" y="69390"/>
                    <a:pt x="76612" y="69390"/>
                  </a:cubicBezTo>
                  <a:cubicBezTo>
                    <a:pt x="82325" y="69390"/>
                    <a:pt x="86293" y="66008"/>
                    <a:pt x="89149" y="61242"/>
                  </a:cubicBezTo>
                  <a:cubicBezTo>
                    <a:pt x="92641" y="55247"/>
                    <a:pt x="94704" y="46485"/>
                    <a:pt x="94704" y="45870"/>
                  </a:cubicBezTo>
                  <a:cubicBezTo>
                    <a:pt x="94704" y="43871"/>
                    <a:pt x="92641" y="43871"/>
                    <a:pt x="92164" y="43871"/>
                  </a:cubicBezTo>
                  <a:cubicBezTo>
                    <a:pt x="89943" y="43871"/>
                    <a:pt x="89784" y="44486"/>
                    <a:pt x="88673" y="48637"/>
                  </a:cubicBezTo>
                  <a:cubicBezTo>
                    <a:pt x="86769" y="56016"/>
                    <a:pt x="83753" y="65086"/>
                    <a:pt x="77088" y="65086"/>
                  </a:cubicBezTo>
                  <a:cubicBezTo>
                    <a:pt x="72962" y="65086"/>
                    <a:pt x="71851" y="61704"/>
                    <a:pt x="71851" y="57553"/>
                  </a:cubicBezTo>
                  <a:cubicBezTo>
                    <a:pt x="71851" y="54940"/>
                    <a:pt x="73121" y="49405"/>
                    <a:pt x="74232" y="45408"/>
                  </a:cubicBezTo>
                  <a:cubicBezTo>
                    <a:pt x="75343" y="41258"/>
                    <a:pt x="76930" y="34955"/>
                    <a:pt x="77723" y="31573"/>
                  </a:cubicBezTo>
                  <a:lnTo>
                    <a:pt x="81373" y="17891"/>
                  </a:lnTo>
                  <a:cubicBezTo>
                    <a:pt x="82325" y="14048"/>
                    <a:pt x="84071" y="7284"/>
                    <a:pt x="84071" y="6515"/>
                  </a:cubicBezTo>
                  <a:cubicBezTo>
                    <a:pt x="84071" y="3441"/>
                    <a:pt x="81532" y="1596"/>
                    <a:pt x="78834" y="1596"/>
                  </a:cubicBezTo>
                  <a:cubicBezTo>
                    <a:pt x="77088" y="1596"/>
                    <a:pt x="74073" y="2364"/>
                    <a:pt x="72327" y="5285"/>
                  </a:cubicBezTo>
                  <a:cubicBezTo>
                    <a:pt x="71851" y="6208"/>
                    <a:pt x="70582" y="11127"/>
                    <a:pt x="69788" y="14202"/>
                  </a:cubicBezTo>
                  <a:lnTo>
                    <a:pt x="66455" y="26961"/>
                  </a:lnTo>
                  <a:lnTo>
                    <a:pt x="61536" y="46177"/>
                  </a:lnTo>
                  <a:cubicBezTo>
                    <a:pt x="60425" y="50020"/>
                    <a:pt x="60425" y="50328"/>
                    <a:pt x="58997" y="52326"/>
                  </a:cubicBezTo>
                  <a:cubicBezTo>
                    <a:pt x="54077" y="59090"/>
                    <a:pt x="47094" y="65086"/>
                    <a:pt x="38049" y="65086"/>
                  </a:cubicBezTo>
                  <a:cubicBezTo>
                    <a:pt x="25035" y="65086"/>
                    <a:pt x="25035" y="54171"/>
                    <a:pt x="25035" y="51404"/>
                  </a:cubicBezTo>
                  <a:cubicBezTo>
                    <a:pt x="25035" y="47407"/>
                    <a:pt x="25512" y="45408"/>
                    <a:pt x="27733" y="37107"/>
                  </a:cubicBezTo>
                  <a:cubicBezTo>
                    <a:pt x="29320" y="30343"/>
                    <a:pt x="29638" y="29267"/>
                    <a:pt x="31225" y="23272"/>
                  </a:cubicBezTo>
                  <a:lnTo>
                    <a:pt x="33446" y="14663"/>
                  </a:lnTo>
                  <a:cubicBezTo>
                    <a:pt x="34240" y="11434"/>
                    <a:pt x="35827" y="5593"/>
                    <a:pt x="35827" y="4978"/>
                  </a:cubicBezTo>
                  <a:cubicBezTo>
                    <a:pt x="35827" y="2211"/>
                    <a:pt x="33605" y="59"/>
                    <a:pt x="30431" y="59"/>
                  </a:cubicBezTo>
                  <a:cubicBezTo>
                    <a:pt x="24718" y="59"/>
                    <a:pt x="23290" y="5439"/>
                    <a:pt x="22814" y="7284"/>
                  </a:cubicBezTo>
                  <a:lnTo>
                    <a:pt x="755" y="9260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1" name="Freeform: Shape 40">
              <a:extLst>
                <a:ext uri="{FF2B5EF4-FFF2-40B4-BE49-F238E27FC236}">
                  <a16:creationId xmlns:a16="http://schemas.microsoft.com/office/drawing/2014/main" id="{5063F70F-5F2C-495B-08CB-24E7779AB23F}"/>
                </a:ext>
              </a:extLst>
            </p:cNvPr>
            <p:cNvSpPr/>
            <p:nvPr>
              <p:custDataLst>
                <p:tags r:id="rId76"/>
              </p:custDataLst>
            </p:nvPr>
          </p:nvSpPr>
          <p:spPr>
            <a:xfrm>
              <a:off x="8132399" y="6229316"/>
              <a:ext cx="59171" cy="75546"/>
            </a:xfrm>
            <a:custGeom>
              <a:avLst/>
              <a:gdLst>
                <a:gd name="connsiteX0" fmla="*/ 59296 w 59171"/>
                <a:gd name="connsiteY0" fmla="*/ 38052 h 75546"/>
                <a:gd name="connsiteX1" fmla="*/ 29710 w 59171"/>
                <a:gd name="connsiteY1" fmla="*/ 60 h 75546"/>
                <a:gd name="connsiteX2" fmla="*/ 125 w 59171"/>
                <a:gd name="connsiteY2" fmla="*/ 38052 h 75546"/>
                <a:gd name="connsiteX3" fmla="*/ 29710 w 59171"/>
                <a:gd name="connsiteY3" fmla="*/ 75606 h 75546"/>
                <a:gd name="connsiteX4" fmla="*/ 59296 w 59171"/>
                <a:gd name="connsiteY4" fmla="*/ 38052 h 75546"/>
                <a:gd name="connsiteX5" fmla="*/ 29710 w 59171"/>
                <a:gd name="connsiteY5" fmla="*/ 71982 h 75546"/>
                <a:gd name="connsiteX6" fmla="*/ 13161 w 59171"/>
                <a:gd name="connsiteY6" fmla="*/ 59465 h 75546"/>
                <a:gd name="connsiteX7" fmla="*/ 11460 w 59171"/>
                <a:gd name="connsiteY7" fmla="*/ 36735 h 75546"/>
                <a:gd name="connsiteX8" fmla="*/ 13274 w 59171"/>
                <a:gd name="connsiteY8" fmla="*/ 14774 h 75546"/>
                <a:gd name="connsiteX9" fmla="*/ 29710 w 59171"/>
                <a:gd name="connsiteY9" fmla="*/ 3683 h 75546"/>
                <a:gd name="connsiteX10" fmla="*/ 46374 w 59171"/>
                <a:gd name="connsiteY10" fmla="*/ 15542 h 75546"/>
                <a:gd name="connsiteX11" fmla="*/ 47961 w 59171"/>
                <a:gd name="connsiteY11" fmla="*/ 36735 h 75546"/>
                <a:gd name="connsiteX12" fmla="*/ 46260 w 59171"/>
                <a:gd name="connsiteY12" fmla="*/ 59684 h 75546"/>
                <a:gd name="connsiteX13" fmla="*/ 29710 w 59171"/>
                <a:gd name="connsiteY13" fmla="*/ 71982 h 75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171" h="75546">
                  <a:moveTo>
                    <a:pt x="59296" y="38052"/>
                  </a:moveTo>
                  <a:cubicBezTo>
                    <a:pt x="59296" y="30146"/>
                    <a:pt x="59296" y="60"/>
                    <a:pt x="29710" y="60"/>
                  </a:cubicBezTo>
                  <a:cubicBezTo>
                    <a:pt x="125" y="60"/>
                    <a:pt x="125" y="30146"/>
                    <a:pt x="125" y="38052"/>
                  </a:cubicBezTo>
                  <a:cubicBezTo>
                    <a:pt x="125" y="46068"/>
                    <a:pt x="125" y="75606"/>
                    <a:pt x="29710" y="75606"/>
                  </a:cubicBezTo>
                  <a:cubicBezTo>
                    <a:pt x="59296" y="75606"/>
                    <a:pt x="59296" y="46068"/>
                    <a:pt x="59296" y="38052"/>
                  </a:cubicBezTo>
                  <a:close/>
                  <a:moveTo>
                    <a:pt x="29710" y="71982"/>
                  </a:moveTo>
                  <a:cubicBezTo>
                    <a:pt x="25516" y="71982"/>
                    <a:pt x="15994" y="70555"/>
                    <a:pt x="13161" y="59465"/>
                  </a:cubicBezTo>
                  <a:cubicBezTo>
                    <a:pt x="11574" y="53535"/>
                    <a:pt x="11460" y="45739"/>
                    <a:pt x="11460" y="36735"/>
                  </a:cubicBezTo>
                  <a:cubicBezTo>
                    <a:pt x="11460" y="28609"/>
                    <a:pt x="11460" y="21032"/>
                    <a:pt x="13274" y="14774"/>
                  </a:cubicBezTo>
                  <a:cubicBezTo>
                    <a:pt x="16108" y="5550"/>
                    <a:pt x="24836" y="3683"/>
                    <a:pt x="29710" y="3683"/>
                  </a:cubicBezTo>
                  <a:cubicBezTo>
                    <a:pt x="38099" y="3683"/>
                    <a:pt x="44107" y="7856"/>
                    <a:pt x="46374" y="15542"/>
                  </a:cubicBezTo>
                  <a:cubicBezTo>
                    <a:pt x="47961" y="21142"/>
                    <a:pt x="47961" y="30256"/>
                    <a:pt x="47961" y="36735"/>
                  </a:cubicBezTo>
                  <a:cubicBezTo>
                    <a:pt x="47961" y="44202"/>
                    <a:pt x="47961" y="53096"/>
                    <a:pt x="46260" y="59684"/>
                  </a:cubicBezTo>
                  <a:cubicBezTo>
                    <a:pt x="43313" y="70335"/>
                    <a:pt x="34245" y="71982"/>
                    <a:pt x="29710" y="71982"/>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8" name="Freeform: Shape 47">
              <a:extLst>
                <a:ext uri="{FF2B5EF4-FFF2-40B4-BE49-F238E27FC236}">
                  <a16:creationId xmlns:a16="http://schemas.microsoft.com/office/drawing/2014/main" id="{432EB69D-A2E3-57D8-34A7-6CE09CC60FBF}"/>
                </a:ext>
              </a:extLst>
            </p:cNvPr>
            <p:cNvSpPr/>
            <p:nvPr>
              <p:custDataLst>
                <p:tags r:id="rId77"/>
              </p:custDataLst>
            </p:nvPr>
          </p:nvSpPr>
          <p:spPr>
            <a:xfrm>
              <a:off x="8223193" y="6165189"/>
              <a:ext cx="41102" cy="153574"/>
            </a:xfrm>
            <a:custGeom>
              <a:avLst/>
              <a:gdLst>
                <a:gd name="connsiteX0" fmla="*/ 3144 w 41102"/>
                <a:gd name="connsiteY0" fmla="*/ 59 h 153574"/>
                <a:gd name="connsiteX1" fmla="*/ 129 w 41102"/>
                <a:gd name="connsiteY1" fmla="*/ 1903 h 153574"/>
                <a:gd name="connsiteX2" fmla="*/ 1557 w 41102"/>
                <a:gd name="connsiteY2" fmla="*/ 4209 h 153574"/>
                <a:gd name="connsiteX3" fmla="*/ 30440 w 41102"/>
                <a:gd name="connsiteY3" fmla="*/ 76769 h 153574"/>
                <a:gd name="connsiteX4" fmla="*/ 2985 w 41102"/>
                <a:gd name="connsiteY4" fmla="*/ 148253 h 153574"/>
                <a:gd name="connsiteX5" fmla="*/ 129 w 41102"/>
                <a:gd name="connsiteY5" fmla="*/ 151789 h 153574"/>
                <a:gd name="connsiteX6" fmla="*/ 2192 w 41102"/>
                <a:gd name="connsiteY6" fmla="*/ 153633 h 153574"/>
                <a:gd name="connsiteX7" fmla="*/ 29646 w 41102"/>
                <a:gd name="connsiteY7" fmla="*/ 124271 h 153574"/>
                <a:gd name="connsiteX8" fmla="*/ 41231 w 41102"/>
                <a:gd name="connsiteY8" fmla="*/ 76923 h 153574"/>
                <a:gd name="connsiteX9" fmla="*/ 3144 w 41102"/>
                <a:gd name="connsiteY9" fmla="*/ 59 h 153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02" h="153574">
                  <a:moveTo>
                    <a:pt x="3144" y="59"/>
                  </a:moveTo>
                  <a:cubicBezTo>
                    <a:pt x="2033" y="59"/>
                    <a:pt x="129" y="59"/>
                    <a:pt x="129" y="1903"/>
                  </a:cubicBezTo>
                  <a:cubicBezTo>
                    <a:pt x="129" y="2672"/>
                    <a:pt x="605" y="3133"/>
                    <a:pt x="1557" y="4209"/>
                  </a:cubicBezTo>
                  <a:cubicBezTo>
                    <a:pt x="15205" y="16354"/>
                    <a:pt x="30440" y="37107"/>
                    <a:pt x="30440" y="76769"/>
                  </a:cubicBezTo>
                  <a:cubicBezTo>
                    <a:pt x="30440" y="108898"/>
                    <a:pt x="20125" y="133187"/>
                    <a:pt x="2985" y="148253"/>
                  </a:cubicBezTo>
                  <a:cubicBezTo>
                    <a:pt x="287" y="150866"/>
                    <a:pt x="129" y="151020"/>
                    <a:pt x="129" y="151789"/>
                  </a:cubicBezTo>
                  <a:cubicBezTo>
                    <a:pt x="129" y="152557"/>
                    <a:pt x="605" y="153633"/>
                    <a:pt x="2192" y="153633"/>
                  </a:cubicBezTo>
                  <a:cubicBezTo>
                    <a:pt x="4096" y="153633"/>
                    <a:pt x="19172" y="143487"/>
                    <a:pt x="29646" y="124271"/>
                  </a:cubicBezTo>
                  <a:cubicBezTo>
                    <a:pt x="36629" y="111512"/>
                    <a:pt x="41231" y="94909"/>
                    <a:pt x="41231" y="76923"/>
                  </a:cubicBezTo>
                  <a:cubicBezTo>
                    <a:pt x="41231" y="55247"/>
                    <a:pt x="34566" y="21581"/>
                    <a:pt x="3144" y="5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 name="Freeform: Shape 48">
              <a:extLst>
                <a:ext uri="{FF2B5EF4-FFF2-40B4-BE49-F238E27FC236}">
                  <a16:creationId xmlns:a16="http://schemas.microsoft.com/office/drawing/2014/main" id="{2313530C-A1AC-6FC5-352B-A7AAFCE9F7DF}"/>
                </a:ext>
              </a:extLst>
            </p:cNvPr>
            <p:cNvSpPr/>
            <p:nvPr>
              <p:custDataLst>
                <p:tags r:id="rId78"/>
              </p:custDataLst>
            </p:nvPr>
          </p:nvSpPr>
          <p:spPr>
            <a:xfrm>
              <a:off x="7442021" y="6327702"/>
              <a:ext cx="840751" cy="8784"/>
            </a:xfrm>
            <a:custGeom>
              <a:avLst/>
              <a:gdLst>
                <a:gd name="connsiteX0" fmla="*/ 0 w 840751"/>
                <a:gd name="connsiteY0" fmla="*/ 0 h 8784"/>
                <a:gd name="connsiteX1" fmla="*/ 840751 w 840751"/>
                <a:gd name="connsiteY1" fmla="*/ 0 h 8784"/>
                <a:gd name="connsiteX2" fmla="*/ 840751 w 840751"/>
                <a:gd name="connsiteY2" fmla="*/ 8784 h 8784"/>
                <a:gd name="connsiteX3" fmla="*/ 0 w 840751"/>
                <a:gd name="connsiteY3" fmla="*/ 8784 h 8784"/>
              </a:gdLst>
              <a:ahLst/>
              <a:cxnLst>
                <a:cxn ang="0">
                  <a:pos x="connsiteX0" y="connsiteY0"/>
                </a:cxn>
                <a:cxn ang="0">
                  <a:pos x="connsiteX1" y="connsiteY1"/>
                </a:cxn>
                <a:cxn ang="0">
                  <a:pos x="connsiteX2" y="connsiteY2"/>
                </a:cxn>
                <a:cxn ang="0">
                  <a:pos x="connsiteX3" y="connsiteY3"/>
                </a:cxn>
              </a:cxnLst>
              <a:rect l="l" t="t" r="r" b="b"/>
              <a:pathLst>
                <a:path w="840751" h="8784">
                  <a:moveTo>
                    <a:pt x="0" y="0"/>
                  </a:moveTo>
                  <a:lnTo>
                    <a:pt x="840751" y="0"/>
                  </a:lnTo>
                  <a:lnTo>
                    <a:pt x="840751" y="8784"/>
                  </a:lnTo>
                  <a:lnTo>
                    <a:pt x="0" y="878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 name="Freeform: Shape 49">
              <a:extLst>
                <a:ext uri="{FF2B5EF4-FFF2-40B4-BE49-F238E27FC236}">
                  <a16:creationId xmlns:a16="http://schemas.microsoft.com/office/drawing/2014/main" id="{FBA039A7-344B-0459-D35F-BCF3855DE1BD}"/>
                </a:ext>
              </a:extLst>
            </p:cNvPr>
            <p:cNvSpPr/>
            <p:nvPr>
              <p:custDataLst>
                <p:tags r:id="rId79"/>
              </p:custDataLst>
            </p:nvPr>
          </p:nvSpPr>
          <p:spPr>
            <a:xfrm>
              <a:off x="7830880" y="6394934"/>
              <a:ext cx="63320" cy="69331"/>
            </a:xfrm>
            <a:custGeom>
              <a:avLst/>
              <a:gdLst>
                <a:gd name="connsiteX0" fmla="*/ 57243 w 63320"/>
                <a:gd name="connsiteY0" fmla="*/ 10059 h 69331"/>
                <a:gd name="connsiteX1" fmla="*/ 50577 w 63320"/>
                <a:gd name="connsiteY1" fmla="*/ 17284 h 69331"/>
                <a:gd name="connsiteX2" fmla="*/ 55814 w 63320"/>
                <a:gd name="connsiteY2" fmla="*/ 22204 h 69331"/>
                <a:gd name="connsiteX3" fmla="*/ 63432 w 63320"/>
                <a:gd name="connsiteY3" fmla="*/ 13441 h 69331"/>
                <a:gd name="connsiteX4" fmla="*/ 42325 w 63320"/>
                <a:gd name="connsiteY4" fmla="*/ 67 h 69331"/>
                <a:gd name="connsiteX5" fmla="*/ 13125 w 63320"/>
                <a:gd name="connsiteY5" fmla="*/ 22511 h 69331"/>
                <a:gd name="connsiteX6" fmla="*/ 18679 w 63320"/>
                <a:gd name="connsiteY6" fmla="*/ 33733 h 69331"/>
                <a:gd name="connsiteX7" fmla="*/ 36612 w 63320"/>
                <a:gd name="connsiteY7" fmla="*/ 39268 h 69331"/>
                <a:gd name="connsiteX8" fmla="*/ 50101 w 63320"/>
                <a:gd name="connsiteY8" fmla="*/ 49414 h 69331"/>
                <a:gd name="connsiteX9" fmla="*/ 41690 w 63320"/>
                <a:gd name="connsiteY9" fmla="*/ 61712 h 69331"/>
                <a:gd name="connsiteX10" fmla="*/ 25820 w 63320"/>
                <a:gd name="connsiteY10" fmla="*/ 65094 h 69331"/>
                <a:gd name="connsiteX11" fmla="*/ 6777 w 63320"/>
                <a:gd name="connsiteY11" fmla="*/ 58637 h 69331"/>
                <a:gd name="connsiteX12" fmla="*/ 15505 w 63320"/>
                <a:gd name="connsiteY12" fmla="*/ 49875 h 69331"/>
                <a:gd name="connsiteX13" fmla="*/ 9316 w 63320"/>
                <a:gd name="connsiteY13" fmla="*/ 44187 h 69331"/>
                <a:gd name="connsiteX14" fmla="*/ 111 w 63320"/>
                <a:gd name="connsiteY14" fmla="*/ 54487 h 69331"/>
                <a:gd name="connsiteX15" fmla="*/ 25662 w 63320"/>
                <a:gd name="connsiteY15" fmla="*/ 69398 h 69331"/>
                <a:gd name="connsiteX16" fmla="*/ 60258 w 63320"/>
                <a:gd name="connsiteY16" fmla="*/ 44033 h 69331"/>
                <a:gd name="connsiteX17" fmla="*/ 38358 w 63320"/>
                <a:gd name="connsiteY17" fmla="*/ 26047 h 69331"/>
                <a:gd name="connsiteX18" fmla="*/ 32010 w 63320"/>
                <a:gd name="connsiteY18" fmla="*/ 24817 h 69331"/>
                <a:gd name="connsiteX19" fmla="*/ 23281 w 63320"/>
                <a:gd name="connsiteY19" fmla="*/ 17131 h 69331"/>
                <a:gd name="connsiteX20" fmla="*/ 29629 w 63320"/>
                <a:gd name="connsiteY20" fmla="*/ 7292 h 69331"/>
                <a:gd name="connsiteX21" fmla="*/ 42166 w 63320"/>
                <a:gd name="connsiteY21" fmla="*/ 4371 h 69331"/>
                <a:gd name="connsiteX22" fmla="*/ 57243 w 63320"/>
                <a:gd name="connsiteY22" fmla="*/ 10059 h 69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3320" h="69331">
                  <a:moveTo>
                    <a:pt x="57243" y="10059"/>
                  </a:moveTo>
                  <a:cubicBezTo>
                    <a:pt x="53116" y="10982"/>
                    <a:pt x="50577" y="14210"/>
                    <a:pt x="50577" y="17284"/>
                  </a:cubicBezTo>
                  <a:cubicBezTo>
                    <a:pt x="50577" y="20820"/>
                    <a:pt x="53751" y="22204"/>
                    <a:pt x="55814" y="22204"/>
                  </a:cubicBezTo>
                  <a:cubicBezTo>
                    <a:pt x="57401" y="22204"/>
                    <a:pt x="63432" y="21281"/>
                    <a:pt x="63432" y="13441"/>
                  </a:cubicBezTo>
                  <a:cubicBezTo>
                    <a:pt x="63432" y="3449"/>
                    <a:pt x="52005" y="67"/>
                    <a:pt x="42325" y="67"/>
                  </a:cubicBezTo>
                  <a:cubicBezTo>
                    <a:pt x="17568" y="67"/>
                    <a:pt x="13125" y="17746"/>
                    <a:pt x="13125" y="22511"/>
                  </a:cubicBezTo>
                  <a:cubicBezTo>
                    <a:pt x="13125" y="28199"/>
                    <a:pt x="16457" y="31889"/>
                    <a:pt x="18679" y="33733"/>
                  </a:cubicBezTo>
                  <a:cubicBezTo>
                    <a:pt x="22805" y="36808"/>
                    <a:pt x="25662" y="37423"/>
                    <a:pt x="36612" y="39268"/>
                  </a:cubicBezTo>
                  <a:cubicBezTo>
                    <a:pt x="39944" y="39882"/>
                    <a:pt x="50101" y="41727"/>
                    <a:pt x="50101" y="49414"/>
                  </a:cubicBezTo>
                  <a:cubicBezTo>
                    <a:pt x="50101" y="52027"/>
                    <a:pt x="48355" y="57869"/>
                    <a:pt x="41690" y="61712"/>
                  </a:cubicBezTo>
                  <a:cubicBezTo>
                    <a:pt x="35501" y="65094"/>
                    <a:pt x="27725" y="65094"/>
                    <a:pt x="25820" y="65094"/>
                  </a:cubicBezTo>
                  <a:cubicBezTo>
                    <a:pt x="19472" y="65094"/>
                    <a:pt x="10427" y="63710"/>
                    <a:pt x="6777" y="58637"/>
                  </a:cubicBezTo>
                  <a:cubicBezTo>
                    <a:pt x="12014" y="58022"/>
                    <a:pt x="15505" y="54179"/>
                    <a:pt x="15505" y="49875"/>
                  </a:cubicBezTo>
                  <a:cubicBezTo>
                    <a:pt x="15505" y="46032"/>
                    <a:pt x="12648" y="44187"/>
                    <a:pt x="9316" y="44187"/>
                  </a:cubicBezTo>
                  <a:cubicBezTo>
                    <a:pt x="4714" y="44187"/>
                    <a:pt x="111" y="47723"/>
                    <a:pt x="111" y="54487"/>
                  </a:cubicBezTo>
                  <a:cubicBezTo>
                    <a:pt x="111" y="63710"/>
                    <a:pt x="10268" y="69398"/>
                    <a:pt x="25662" y="69398"/>
                  </a:cubicBezTo>
                  <a:cubicBezTo>
                    <a:pt x="54862" y="69398"/>
                    <a:pt x="60258" y="50029"/>
                    <a:pt x="60258" y="44033"/>
                  </a:cubicBezTo>
                  <a:cubicBezTo>
                    <a:pt x="60258" y="29890"/>
                    <a:pt x="44229" y="27123"/>
                    <a:pt x="38358" y="26047"/>
                  </a:cubicBezTo>
                  <a:cubicBezTo>
                    <a:pt x="36929" y="25739"/>
                    <a:pt x="32962" y="25125"/>
                    <a:pt x="32010" y="24817"/>
                  </a:cubicBezTo>
                  <a:cubicBezTo>
                    <a:pt x="26138" y="23741"/>
                    <a:pt x="23281" y="20513"/>
                    <a:pt x="23281" y="17131"/>
                  </a:cubicBezTo>
                  <a:cubicBezTo>
                    <a:pt x="23281" y="13595"/>
                    <a:pt x="26138" y="9444"/>
                    <a:pt x="29629" y="7292"/>
                  </a:cubicBezTo>
                  <a:cubicBezTo>
                    <a:pt x="33914" y="4679"/>
                    <a:pt x="39468" y="4371"/>
                    <a:pt x="42166" y="4371"/>
                  </a:cubicBezTo>
                  <a:cubicBezTo>
                    <a:pt x="45499" y="4371"/>
                    <a:pt x="53751" y="4832"/>
                    <a:pt x="57243" y="1005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07" name="Group 106">
            <a:extLst>
              <a:ext uri="{FF2B5EF4-FFF2-40B4-BE49-F238E27FC236}">
                <a16:creationId xmlns:a16="http://schemas.microsoft.com/office/drawing/2014/main" id="{321E686C-D678-A8A7-5105-E70A8EC64A9B}"/>
              </a:ext>
            </a:extLst>
          </p:cNvPr>
          <p:cNvGrpSpPr>
            <a:grpSpLocks noChangeAspect="1"/>
          </p:cNvGrpSpPr>
          <p:nvPr>
            <p:custDataLst>
              <p:tags r:id="rId3"/>
            </p:custDataLst>
          </p:nvPr>
        </p:nvGrpSpPr>
        <p:grpSpPr>
          <a:xfrm>
            <a:off x="3388342" y="4641924"/>
            <a:ext cx="774579" cy="303681"/>
            <a:chOff x="7991330" y="6994714"/>
            <a:chExt cx="1523584" cy="597336"/>
          </a:xfrm>
        </p:grpSpPr>
        <p:sp>
          <p:nvSpPr>
            <p:cNvPr id="83" name="Freeform: Shape 82">
              <a:extLst>
                <a:ext uri="{FF2B5EF4-FFF2-40B4-BE49-F238E27FC236}">
                  <a16:creationId xmlns:a16="http://schemas.microsoft.com/office/drawing/2014/main" id="{79670272-B248-E543-F323-BCD09D53B880}"/>
                </a:ext>
              </a:extLst>
            </p:cNvPr>
            <p:cNvSpPr/>
            <p:nvPr>
              <p:custDataLst>
                <p:tags r:id="rId51"/>
              </p:custDataLst>
            </p:nvPr>
          </p:nvSpPr>
          <p:spPr>
            <a:xfrm>
              <a:off x="7991330" y="7125128"/>
              <a:ext cx="107560" cy="216338"/>
            </a:xfrm>
            <a:custGeom>
              <a:avLst/>
              <a:gdLst>
                <a:gd name="connsiteX0" fmla="*/ 64193 w 107560"/>
                <a:gd name="connsiteY0" fmla="*/ 76817 h 216338"/>
                <a:gd name="connsiteX1" fmla="*/ 97126 w 107560"/>
                <a:gd name="connsiteY1" fmla="*/ 76817 h 216338"/>
                <a:gd name="connsiteX2" fmla="*/ 107637 w 107560"/>
                <a:gd name="connsiteY2" fmla="*/ 70025 h 216338"/>
                <a:gd name="connsiteX3" fmla="*/ 97827 w 107560"/>
                <a:gd name="connsiteY3" fmla="*/ 66289 h 216338"/>
                <a:gd name="connsiteX4" fmla="*/ 66995 w 107560"/>
                <a:gd name="connsiteY4" fmla="*/ 66289 h 216338"/>
                <a:gd name="connsiteX5" fmla="*/ 81360 w 107560"/>
                <a:gd name="connsiteY5" fmla="*/ 9233 h 216338"/>
                <a:gd name="connsiteX6" fmla="*/ 71200 w 107560"/>
                <a:gd name="connsiteY6" fmla="*/ 63 h 216338"/>
                <a:gd name="connsiteX7" fmla="*/ 57185 w 107560"/>
                <a:gd name="connsiteY7" fmla="*/ 12289 h 216338"/>
                <a:gd name="connsiteX8" fmla="*/ 43521 w 107560"/>
                <a:gd name="connsiteY8" fmla="*/ 66289 h 216338"/>
                <a:gd name="connsiteX9" fmla="*/ 10587 w 107560"/>
                <a:gd name="connsiteY9" fmla="*/ 66289 h 216338"/>
                <a:gd name="connsiteX10" fmla="*/ 77 w 107560"/>
                <a:gd name="connsiteY10" fmla="*/ 72742 h 216338"/>
                <a:gd name="connsiteX11" fmla="*/ 9887 w 107560"/>
                <a:gd name="connsiteY11" fmla="*/ 76817 h 216338"/>
                <a:gd name="connsiteX12" fmla="*/ 40718 w 107560"/>
                <a:gd name="connsiteY12" fmla="*/ 76817 h 216338"/>
                <a:gd name="connsiteX13" fmla="*/ 14091 w 107560"/>
                <a:gd name="connsiteY13" fmla="*/ 185156 h 216338"/>
                <a:gd name="connsiteX14" fmla="*/ 46324 w 107560"/>
                <a:gd name="connsiteY14" fmla="*/ 216401 h 216338"/>
                <a:gd name="connsiteX15" fmla="*/ 102031 w 107560"/>
                <a:gd name="connsiteY15" fmla="*/ 164100 h 216338"/>
                <a:gd name="connsiteX16" fmla="*/ 97827 w 107560"/>
                <a:gd name="connsiteY16" fmla="*/ 160704 h 216338"/>
                <a:gd name="connsiteX17" fmla="*/ 92572 w 107560"/>
                <a:gd name="connsiteY17" fmla="*/ 165458 h 216338"/>
                <a:gd name="connsiteX18" fmla="*/ 47025 w 107560"/>
                <a:gd name="connsiteY18" fmla="*/ 208930 h 216338"/>
                <a:gd name="connsiteX19" fmla="*/ 36164 w 107560"/>
                <a:gd name="connsiteY19" fmla="*/ 193307 h 216338"/>
                <a:gd name="connsiteX20" fmla="*/ 38266 w 107560"/>
                <a:gd name="connsiteY20" fmla="*/ 177005 h 216338"/>
                <a:gd name="connsiteX21" fmla="*/ 64193 w 107560"/>
                <a:gd name="connsiteY21" fmla="*/ 76817 h 216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7560" h="216338">
                  <a:moveTo>
                    <a:pt x="64193" y="76817"/>
                  </a:moveTo>
                  <a:lnTo>
                    <a:pt x="97126" y="76817"/>
                  </a:lnTo>
                  <a:cubicBezTo>
                    <a:pt x="104134" y="76817"/>
                    <a:pt x="107637" y="76817"/>
                    <a:pt x="107637" y="70025"/>
                  </a:cubicBezTo>
                  <a:cubicBezTo>
                    <a:pt x="107637" y="66289"/>
                    <a:pt x="104134" y="66289"/>
                    <a:pt x="97827" y="66289"/>
                  </a:cubicBezTo>
                  <a:lnTo>
                    <a:pt x="66995" y="66289"/>
                  </a:lnTo>
                  <a:cubicBezTo>
                    <a:pt x="79608" y="18063"/>
                    <a:pt x="81360" y="11270"/>
                    <a:pt x="81360" y="9233"/>
                  </a:cubicBezTo>
                  <a:cubicBezTo>
                    <a:pt x="81360" y="3459"/>
                    <a:pt x="77156" y="63"/>
                    <a:pt x="71200" y="63"/>
                  </a:cubicBezTo>
                  <a:cubicBezTo>
                    <a:pt x="70149" y="63"/>
                    <a:pt x="60339" y="402"/>
                    <a:pt x="57185" y="12289"/>
                  </a:cubicBezTo>
                  <a:lnTo>
                    <a:pt x="43521" y="66289"/>
                  </a:lnTo>
                  <a:lnTo>
                    <a:pt x="10587" y="66289"/>
                  </a:lnTo>
                  <a:cubicBezTo>
                    <a:pt x="3580" y="66289"/>
                    <a:pt x="77" y="66289"/>
                    <a:pt x="77" y="72742"/>
                  </a:cubicBezTo>
                  <a:cubicBezTo>
                    <a:pt x="77" y="76817"/>
                    <a:pt x="2880" y="76817"/>
                    <a:pt x="9887" y="76817"/>
                  </a:cubicBezTo>
                  <a:lnTo>
                    <a:pt x="40718" y="76817"/>
                  </a:lnTo>
                  <a:cubicBezTo>
                    <a:pt x="15493" y="173270"/>
                    <a:pt x="14091" y="179043"/>
                    <a:pt x="14091" y="185156"/>
                  </a:cubicBezTo>
                  <a:cubicBezTo>
                    <a:pt x="14091" y="203496"/>
                    <a:pt x="27405" y="216401"/>
                    <a:pt x="46324" y="216401"/>
                  </a:cubicBezTo>
                  <a:cubicBezTo>
                    <a:pt x="82061" y="216401"/>
                    <a:pt x="102031" y="166817"/>
                    <a:pt x="102031" y="164100"/>
                  </a:cubicBezTo>
                  <a:cubicBezTo>
                    <a:pt x="102031" y="160704"/>
                    <a:pt x="99228" y="160704"/>
                    <a:pt x="97827" y="160704"/>
                  </a:cubicBezTo>
                  <a:cubicBezTo>
                    <a:pt x="94674" y="160704"/>
                    <a:pt x="94323" y="161722"/>
                    <a:pt x="92572" y="165458"/>
                  </a:cubicBezTo>
                  <a:cubicBezTo>
                    <a:pt x="77506" y="200779"/>
                    <a:pt x="58937" y="208930"/>
                    <a:pt x="47025" y="208930"/>
                  </a:cubicBezTo>
                  <a:cubicBezTo>
                    <a:pt x="39667" y="208930"/>
                    <a:pt x="36164" y="204515"/>
                    <a:pt x="36164" y="193307"/>
                  </a:cubicBezTo>
                  <a:cubicBezTo>
                    <a:pt x="36164" y="185156"/>
                    <a:pt x="36864" y="182779"/>
                    <a:pt x="38266" y="177005"/>
                  </a:cubicBezTo>
                  <a:lnTo>
                    <a:pt x="64193" y="7681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4" name="Freeform: Shape 83">
              <a:extLst>
                <a:ext uri="{FF2B5EF4-FFF2-40B4-BE49-F238E27FC236}">
                  <a16:creationId xmlns:a16="http://schemas.microsoft.com/office/drawing/2014/main" id="{95ED0857-7C25-A3A2-4F48-3A73066F357B}"/>
                </a:ext>
              </a:extLst>
            </p:cNvPr>
            <p:cNvSpPr/>
            <p:nvPr>
              <p:custDataLst>
                <p:tags r:id="rId52"/>
              </p:custDataLst>
            </p:nvPr>
          </p:nvSpPr>
          <p:spPr>
            <a:xfrm>
              <a:off x="8226731" y="7213089"/>
              <a:ext cx="232989" cy="79471"/>
            </a:xfrm>
            <a:custGeom>
              <a:avLst/>
              <a:gdLst>
                <a:gd name="connsiteX0" fmla="*/ 221160 w 232989"/>
                <a:gd name="connsiteY0" fmla="*/ 13648 h 79471"/>
                <a:gd name="connsiteX1" fmla="*/ 233072 w 232989"/>
                <a:gd name="connsiteY1" fmla="*/ 6855 h 79471"/>
                <a:gd name="connsiteX2" fmla="*/ 221510 w 232989"/>
                <a:gd name="connsiteY2" fmla="*/ 63 h 79471"/>
                <a:gd name="connsiteX3" fmla="*/ 11645 w 232989"/>
                <a:gd name="connsiteY3" fmla="*/ 63 h 79471"/>
                <a:gd name="connsiteX4" fmla="*/ 83 w 232989"/>
                <a:gd name="connsiteY4" fmla="*/ 6855 h 79471"/>
                <a:gd name="connsiteX5" fmla="*/ 11995 w 232989"/>
                <a:gd name="connsiteY5" fmla="*/ 13648 h 79471"/>
                <a:gd name="connsiteX6" fmla="*/ 221160 w 232989"/>
                <a:gd name="connsiteY6" fmla="*/ 13648 h 79471"/>
                <a:gd name="connsiteX7" fmla="*/ 221510 w 232989"/>
                <a:gd name="connsiteY7" fmla="*/ 79534 h 79471"/>
                <a:gd name="connsiteX8" fmla="*/ 233072 w 232989"/>
                <a:gd name="connsiteY8" fmla="*/ 72742 h 79471"/>
                <a:gd name="connsiteX9" fmla="*/ 221160 w 232989"/>
                <a:gd name="connsiteY9" fmla="*/ 65949 h 79471"/>
                <a:gd name="connsiteX10" fmla="*/ 11995 w 232989"/>
                <a:gd name="connsiteY10" fmla="*/ 65949 h 79471"/>
                <a:gd name="connsiteX11" fmla="*/ 83 w 232989"/>
                <a:gd name="connsiteY11" fmla="*/ 72742 h 79471"/>
                <a:gd name="connsiteX12" fmla="*/ 11645 w 232989"/>
                <a:gd name="connsiteY12" fmla="*/ 79534 h 79471"/>
                <a:gd name="connsiteX13" fmla="*/ 221510 w 232989"/>
                <a:gd name="connsiteY13" fmla="*/ 79534 h 79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2989" h="79471">
                  <a:moveTo>
                    <a:pt x="221160" y="13648"/>
                  </a:moveTo>
                  <a:cubicBezTo>
                    <a:pt x="226415" y="13648"/>
                    <a:pt x="233072" y="13648"/>
                    <a:pt x="233072" y="6855"/>
                  </a:cubicBezTo>
                  <a:cubicBezTo>
                    <a:pt x="233072" y="63"/>
                    <a:pt x="226415" y="63"/>
                    <a:pt x="221510" y="63"/>
                  </a:cubicBezTo>
                  <a:lnTo>
                    <a:pt x="11645" y="63"/>
                  </a:lnTo>
                  <a:cubicBezTo>
                    <a:pt x="6740" y="63"/>
                    <a:pt x="83" y="63"/>
                    <a:pt x="83" y="6855"/>
                  </a:cubicBezTo>
                  <a:cubicBezTo>
                    <a:pt x="83" y="13648"/>
                    <a:pt x="6740" y="13648"/>
                    <a:pt x="11995" y="13648"/>
                  </a:cubicBezTo>
                  <a:lnTo>
                    <a:pt x="221160" y="13648"/>
                  </a:lnTo>
                  <a:close/>
                  <a:moveTo>
                    <a:pt x="221510" y="79534"/>
                  </a:moveTo>
                  <a:cubicBezTo>
                    <a:pt x="226415" y="79534"/>
                    <a:pt x="233072" y="79534"/>
                    <a:pt x="233072" y="72742"/>
                  </a:cubicBezTo>
                  <a:cubicBezTo>
                    <a:pt x="233072" y="65949"/>
                    <a:pt x="226415" y="65949"/>
                    <a:pt x="221160" y="65949"/>
                  </a:cubicBezTo>
                  <a:lnTo>
                    <a:pt x="11995" y="65949"/>
                  </a:lnTo>
                  <a:cubicBezTo>
                    <a:pt x="6740" y="65949"/>
                    <a:pt x="83" y="65949"/>
                    <a:pt x="83" y="72742"/>
                  </a:cubicBezTo>
                  <a:cubicBezTo>
                    <a:pt x="83" y="79534"/>
                    <a:pt x="6740" y="79534"/>
                    <a:pt x="11645" y="79534"/>
                  </a:cubicBezTo>
                  <a:lnTo>
                    <a:pt x="221510" y="7953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5" name="Freeform: Shape 84">
              <a:extLst>
                <a:ext uri="{FF2B5EF4-FFF2-40B4-BE49-F238E27FC236}">
                  <a16:creationId xmlns:a16="http://schemas.microsoft.com/office/drawing/2014/main" id="{B8E34DCD-07BB-35D4-65A4-58EB7571246B}"/>
                </a:ext>
              </a:extLst>
            </p:cNvPr>
            <p:cNvSpPr/>
            <p:nvPr>
              <p:custDataLst>
                <p:tags r:id="rId53"/>
              </p:custDataLst>
            </p:nvPr>
          </p:nvSpPr>
          <p:spPr>
            <a:xfrm>
              <a:off x="8647181" y="6994714"/>
              <a:ext cx="63765" cy="237496"/>
            </a:xfrm>
            <a:custGeom>
              <a:avLst/>
              <a:gdLst>
                <a:gd name="connsiteX0" fmla="*/ 58955 w 63765"/>
                <a:gd name="connsiteY0" fmla="*/ 58 h 237496"/>
                <a:gd name="connsiteX1" fmla="*/ 95 w 63765"/>
                <a:gd name="connsiteY1" fmla="*/ 118688 h 237496"/>
                <a:gd name="connsiteX2" fmla="*/ 58955 w 63765"/>
                <a:gd name="connsiteY2" fmla="*/ 237555 h 237496"/>
                <a:gd name="connsiteX3" fmla="*/ 63860 w 63765"/>
                <a:gd name="connsiteY3" fmla="*/ 234702 h 237496"/>
                <a:gd name="connsiteX4" fmla="*/ 61408 w 63765"/>
                <a:gd name="connsiteY4" fmla="*/ 231136 h 237496"/>
                <a:gd name="connsiteX5" fmla="*/ 16772 w 63765"/>
                <a:gd name="connsiteY5" fmla="*/ 118925 h 237496"/>
                <a:gd name="connsiteX6" fmla="*/ 62143 w 63765"/>
                <a:gd name="connsiteY6" fmla="*/ 5764 h 237496"/>
                <a:gd name="connsiteX7" fmla="*/ 63860 w 63765"/>
                <a:gd name="connsiteY7" fmla="*/ 2911 h 237496"/>
                <a:gd name="connsiteX8" fmla="*/ 58955 w 63765"/>
                <a:gd name="connsiteY8" fmla="*/ 58 h 237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65" h="237496">
                  <a:moveTo>
                    <a:pt x="58955" y="58"/>
                  </a:moveTo>
                  <a:cubicBezTo>
                    <a:pt x="12357" y="31914"/>
                    <a:pt x="95" y="82314"/>
                    <a:pt x="95" y="118688"/>
                  </a:cubicBezTo>
                  <a:cubicBezTo>
                    <a:pt x="95" y="152208"/>
                    <a:pt x="10395" y="204272"/>
                    <a:pt x="58955" y="237555"/>
                  </a:cubicBezTo>
                  <a:cubicBezTo>
                    <a:pt x="60917" y="237555"/>
                    <a:pt x="63860" y="237555"/>
                    <a:pt x="63860" y="234702"/>
                  </a:cubicBezTo>
                  <a:cubicBezTo>
                    <a:pt x="63860" y="233276"/>
                    <a:pt x="63124" y="232800"/>
                    <a:pt x="61408" y="231136"/>
                  </a:cubicBezTo>
                  <a:cubicBezTo>
                    <a:pt x="28789" y="202608"/>
                    <a:pt x="16772" y="162193"/>
                    <a:pt x="16772" y="118925"/>
                  </a:cubicBezTo>
                  <a:cubicBezTo>
                    <a:pt x="16772" y="54737"/>
                    <a:pt x="42033" y="23356"/>
                    <a:pt x="62143" y="5764"/>
                  </a:cubicBezTo>
                  <a:cubicBezTo>
                    <a:pt x="63124" y="4813"/>
                    <a:pt x="63860" y="4099"/>
                    <a:pt x="63860" y="2911"/>
                  </a:cubicBezTo>
                  <a:cubicBezTo>
                    <a:pt x="63860" y="58"/>
                    <a:pt x="60917" y="58"/>
                    <a:pt x="58955" y="58"/>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6" name="Freeform: Shape 85">
              <a:extLst>
                <a:ext uri="{FF2B5EF4-FFF2-40B4-BE49-F238E27FC236}">
                  <a16:creationId xmlns:a16="http://schemas.microsoft.com/office/drawing/2014/main" id="{D4FCEF18-67E9-F23B-C398-7758185324E8}"/>
                </a:ext>
              </a:extLst>
            </p:cNvPr>
            <p:cNvSpPr/>
            <p:nvPr>
              <p:custDataLst>
                <p:tags r:id="rId54"/>
              </p:custDataLst>
            </p:nvPr>
          </p:nvSpPr>
          <p:spPr>
            <a:xfrm>
              <a:off x="8770013" y="7031801"/>
              <a:ext cx="97610" cy="9033"/>
            </a:xfrm>
            <a:custGeom>
              <a:avLst/>
              <a:gdLst>
                <a:gd name="connsiteX0" fmla="*/ 97709 w 97610"/>
                <a:gd name="connsiteY0" fmla="*/ 9092 h 9033"/>
                <a:gd name="connsiteX1" fmla="*/ 97709 w 97610"/>
                <a:gd name="connsiteY1" fmla="*/ 58 h 9033"/>
                <a:gd name="connsiteX2" fmla="*/ 98 w 97610"/>
                <a:gd name="connsiteY2" fmla="*/ 58 h 9033"/>
                <a:gd name="connsiteX3" fmla="*/ 98 w 97610"/>
                <a:gd name="connsiteY3" fmla="*/ 9092 h 9033"/>
                <a:gd name="connsiteX4" fmla="*/ 97709 w 97610"/>
                <a:gd name="connsiteY4" fmla="*/ 9092 h 9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10" h="9033">
                  <a:moveTo>
                    <a:pt x="97709" y="9092"/>
                  </a:moveTo>
                  <a:lnTo>
                    <a:pt x="97709" y="58"/>
                  </a:lnTo>
                  <a:lnTo>
                    <a:pt x="98" y="58"/>
                  </a:lnTo>
                  <a:lnTo>
                    <a:pt x="98" y="9092"/>
                  </a:lnTo>
                  <a:lnTo>
                    <a:pt x="97709" y="9092"/>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7" name="Freeform: Shape 86">
              <a:extLst>
                <a:ext uri="{FF2B5EF4-FFF2-40B4-BE49-F238E27FC236}">
                  <a16:creationId xmlns:a16="http://schemas.microsoft.com/office/drawing/2014/main" id="{4A572CAE-CF04-6B17-7B68-BE42CDEA7864}"/>
                </a:ext>
              </a:extLst>
            </p:cNvPr>
            <p:cNvSpPr/>
            <p:nvPr>
              <p:custDataLst>
                <p:tags r:id="rId55"/>
              </p:custDataLst>
            </p:nvPr>
          </p:nvSpPr>
          <p:spPr>
            <a:xfrm>
              <a:off x="8739992" y="7068174"/>
              <a:ext cx="125814" cy="153338"/>
            </a:xfrm>
            <a:custGeom>
              <a:avLst/>
              <a:gdLst>
                <a:gd name="connsiteX0" fmla="*/ 124931 w 125814"/>
                <a:gd name="connsiteY0" fmla="*/ 15273 h 153338"/>
                <a:gd name="connsiteX1" fmla="*/ 125912 w 125814"/>
                <a:gd name="connsiteY1" fmla="*/ 10043 h 153338"/>
                <a:gd name="connsiteX2" fmla="*/ 117819 w 125814"/>
                <a:gd name="connsiteY2" fmla="*/ 2435 h 153338"/>
                <a:gd name="connsiteX3" fmla="*/ 107763 w 125814"/>
                <a:gd name="connsiteY3" fmla="*/ 8141 h 153338"/>
                <a:gd name="connsiteX4" fmla="*/ 103839 w 125814"/>
                <a:gd name="connsiteY4" fmla="*/ 21930 h 153338"/>
                <a:gd name="connsiteX5" fmla="*/ 98689 w 125814"/>
                <a:gd name="connsiteY5" fmla="*/ 41662 h 153338"/>
                <a:gd name="connsiteX6" fmla="*/ 88879 w 125814"/>
                <a:gd name="connsiteY6" fmla="*/ 79937 h 153338"/>
                <a:gd name="connsiteX7" fmla="*/ 58713 w 125814"/>
                <a:gd name="connsiteY7" fmla="*/ 100620 h 153338"/>
                <a:gd name="connsiteX8" fmla="*/ 42036 w 125814"/>
                <a:gd name="connsiteY8" fmla="*/ 80888 h 153338"/>
                <a:gd name="connsiteX9" fmla="*/ 55034 w 125814"/>
                <a:gd name="connsiteY9" fmla="*/ 34767 h 153338"/>
                <a:gd name="connsiteX10" fmla="*/ 59204 w 125814"/>
                <a:gd name="connsiteY10" fmla="*/ 20265 h 153338"/>
                <a:gd name="connsiteX11" fmla="*/ 35905 w 125814"/>
                <a:gd name="connsiteY11" fmla="*/ 58 h 153338"/>
                <a:gd name="connsiteX12" fmla="*/ 98 w 125814"/>
                <a:gd name="connsiteY12" fmla="*/ 36431 h 153338"/>
                <a:gd name="connsiteX13" fmla="*/ 4267 w 125814"/>
                <a:gd name="connsiteY13" fmla="*/ 39522 h 153338"/>
                <a:gd name="connsiteX14" fmla="*/ 8682 w 125814"/>
                <a:gd name="connsiteY14" fmla="*/ 35718 h 153338"/>
                <a:gd name="connsiteX15" fmla="*/ 35169 w 125814"/>
                <a:gd name="connsiteY15" fmla="*/ 6715 h 153338"/>
                <a:gd name="connsiteX16" fmla="*/ 41300 w 125814"/>
                <a:gd name="connsiteY16" fmla="*/ 15035 h 153338"/>
                <a:gd name="connsiteX17" fmla="*/ 37867 w 125814"/>
                <a:gd name="connsiteY17" fmla="*/ 28824 h 153338"/>
                <a:gd name="connsiteX18" fmla="*/ 23642 w 125814"/>
                <a:gd name="connsiteY18" fmla="*/ 77084 h 153338"/>
                <a:gd name="connsiteX19" fmla="*/ 33207 w 125814"/>
                <a:gd name="connsiteY19" fmla="*/ 99907 h 153338"/>
                <a:gd name="connsiteX20" fmla="*/ 57732 w 125814"/>
                <a:gd name="connsiteY20" fmla="*/ 107276 h 153338"/>
                <a:gd name="connsiteX21" fmla="*/ 84464 w 125814"/>
                <a:gd name="connsiteY21" fmla="*/ 96578 h 153338"/>
                <a:gd name="connsiteX22" fmla="*/ 68278 w 125814"/>
                <a:gd name="connsiteY22" fmla="*/ 131525 h 153338"/>
                <a:gd name="connsiteX23" fmla="*/ 38848 w 125814"/>
                <a:gd name="connsiteY23" fmla="*/ 146740 h 153338"/>
                <a:gd name="connsiteX24" fmla="*/ 20454 w 125814"/>
                <a:gd name="connsiteY24" fmla="*/ 138895 h 153338"/>
                <a:gd name="connsiteX25" fmla="*/ 33697 w 125814"/>
                <a:gd name="connsiteY25" fmla="*/ 125820 h 153338"/>
                <a:gd name="connsiteX26" fmla="*/ 24133 w 125814"/>
                <a:gd name="connsiteY26" fmla="*/ 116786 h 153338"/>
                <a:gd name="connsiteX27" fmla="*/ 9908 w 125814"/>
                <a:gd name="connsiteY27" fmla="*/ 132476 h 153338"/>
                <a:gd name="connsiteX28" fmla="*/ 39093 w 125814"/>
                <a:gd name="connsiteY28" fmla="*/ 153397 h 153338"/>
                <a:gd name="connsiteX29" fmla="*/ 101632 w 125814"/>
                <a:gd name="connsiteY29" fmla="*/ 105137 h 153338"/>
                <a:gd name="connsiteX30" fmla="*/ 124931 w 125814"/>
                <a:gd name="connsiteY30" fmla="*/ 15273 h 153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5814" h="153338">
                  <a:moveTo>
                    <a:pt x="124931" y="15273"/>
                  </a:moveTo>
                  <a:cubicBezTo>
                    <a:pt x="125912" y="11945"/>
                    <a:pt x="125912" y="11469"/>
                    <a:pt x="125912" y="10043"/>
                  </a:cubicBezTo>
                  <a:cubicBezTo>
                    <a:pt x="125912" y="5288"/>
                    <a:pt x="121988" y="2435"/>
                    <a:pt x="117819" y="2435"/>
                  </a:cubicBezTo>
                  <a:cubicBezTo>
                    <a:pt x="115121" y="2435"/>
                    <a:pt x="110461" y="3624"/>
                    <a:pt x="107763" y="8141"/>
                  </a:cubicBezTo>
                  <a:cubicBezTo>
                    <a:pt x="107028" y="9567"/>
                    <a:pt x="105066" y="17175"/>
                    <a:pt x="103839" y="21930"/>
                  </a:cubicBezTo>
                  <a:lnTo>
                    <a:pt x="98689" y="41662"/>
                  </a:lnTo>
                  <a:cubicBezTo>
                    <a:pt x="97218" y="47367"/>
                    <a:pt x="89615" y="77322"/>
                    <a:pt x="88879" y="79937"/>
                  </a:cubicBezTo>
                  <a:cubicBezTo>
                    <a:pt x="88634" y="79937"/>
                    <a:pt x="77843" y="100620"/>
                    <a:pt x="58713" y="100620"/>
                  </a:cubicBezTo>
                  <a:cubicBezTo>
                    <a:pt x="42036" y="100620"/>
                    <a:pt x="42036" y="85167"/>
                    <a:pt x="42036" y="80888"/>
                  </a:cubicBezTo>
                  <a:cubicBezTo>
                    <a:pt x="42036" y="68050"/>
                    <a:pt x="47677" y="53073"/>
                    <a:pt x="55034" y="34767"/>
                  </a:cubicBezTo>
                  <a:cubicBezTo>
                    <a:pt x="57977" y="27160"/>
                    <a:pt x="59204" y="24307"/>
                    <a:pt x="59204" y="20265"/>
                  </a:cubicBezTo>
                  <a:cubicBezTo>
                    <a:pt x="59204" y="8854"/>
                    <a:pt x="49148" y="58"/>
                    <a:pt x="35905" y="58"/>
                  </a:cubicBezTo>
                  <a:cubicBezTo>
                    <a:pt x="11134" y="58"/>
                    <a:pt x="98" y="32390"/>
                    <a:pt x="98" y="36431"/>
                  </a:cubicBezTo>
                  <a:cubicBezTo>
                    <a:pt x="98" y="39522"/>
                    <a:pt x="3531" y="39522"/>
                    <a:pt x="4267" y="39522"/>
                  </a:cubicBezTo>
                  <a:cubicBezTo>
                    <a:pt x="7701" y="39522"/>
                    <a:pt x="7946" y="38333"/>
                    <a:pt x="8682" y="35718"/>
                  </a:cubicBezTo>
                  <a:cubicBezTo>
                    <a:pt x="14813" y="15986"/>
                    <a:pt x="25359" y="6715"/>
                    <a:pt x="35169" y="6715"/>
                  </a:cubicBezTo>
                  <a:cubicBezTo>
                    <a:pt x="39338" y="6715"/>
                    <a:pt x="41300" y="9330"/>
                    <a:pt x="41300" y="15035"/>
                  </a:cubicBezTo>
                  <a:cubicBezTo>
                    <a:pt x="41300" y="20503"/>
                    <a:pt x="39093" y="25733"/>
                    <a:pt x="37867" y="28824"/>
                  </a:cubicBezTo>
                  <a:cubicBezTo>
                    <a:pt x="26095" y="57828"/>
                    <a:pt x="23642" y="66624"/>
                    <a:pt x="23642" y="77084"/>
                  </a:cubicBezTo>
                  <a:cubicBezTo>
                    <a:pt x="23642" y="81126"/>
                    <a:pt x="23642" y="92299"/>
                    <a:pt x="33207" y="99907"/>
                  </a:cubicBezTo>
                  <a:cubicBezTo>
                    <a:pt x="40810" y="106088"/>
                    <a:pt x="51110" y="107276"/>
                    <a:pt x="57732" y="107276"/>
                  </a:cubicBezTo>
                  <a:cubicBezTo>
                    <a:pt x="67542" y="107276"/>
                    <a:pt x="76371" y="103710"/>
                    <a:pt x="84464" y="96578"/>
                  </a:cubicBezTo>
                  <a:cubicBezTo>
                    <a:pt x="81276" y="109654"/>
                    <a:pt x="78578" y="119639"/>
                    <a:pt x="68278" y="131525"/>
                  </a:cubicBezTo>
                  <a:cubicBezTo>
                    <a:pt x="61656" y="138895"/>
                    <a:pt x="51846" y="146740"/>
                    <a:pt x="38848" y="146740"/>
                  </a:cubicBezTo>
                  <a:cubicBezTo>
                    <a:pt x="37131" y="146740"/>
                    <a:pt x="25604" y="146740"/>
                    <a:pt x="20454" y="138895"/>
                  </a:cubicBezTo>
                  <a:cubicBezTo>
                    <a:pt x="33697" y="137469"/>
                    <a:pt x="33697" y="126057"/>
                    <a:pt x="33697" y="125820"/>
                  </a:cubicBezTo>
                  <a:cubicBezTo>
                    <a:pt x="33697" y="118212"/>
                    <a:pt x="26585" y="116786"/>
                    <a:pt x="24133" y="116786"/>
                  </a:cubicBezTo>
                  <a:cubicBezTo>
                    <a:pt x="18001" y="116786"/>
                    <a:pt x="9908" y="121540"/>
                    <a:pt x="9908" y="132476"/>
                  </a:cubicBezTo>
                  <a:cubicBezTo>
                    <a:pt x="9908" y="144601"/>
                    <a:pt x="21680" y="153397"/>
                    <a:pt x="39093" y="153397"/>
                  </a:cubicBezTo>
                  <a:cubicBezTo>
                    <a:pt x="63863" y="153397"/>
                    <a:pt x="94029" y="134854"/>
                    <a:pt x="101632" y="105137"/>
                  </a:cubicBezTo>
                  <a:lnTo>
                    <a:pt x="124931" y="1527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8" name="Freeform: Shape 87">
              <a:extLst>
                <a:ext uri="{FF2B5EF4-FFF2-40B4-BE49-F238E27FC236}">
                  <a16:creationId xmlns:a16="http://schemas.microsoft.com/office/drawing/2014/main" id="{0BC4B0A6-7139-B0D4-B364-62B1D5E3B06A}"/>
                </a:ext>
              </a:extLst>
            </p:cNvPr>
            <p:cNvSpPr/>
            <p:nvPr>
              <p:custDataLst>
                <p:tags r:id="rId56"/>
              </p:custDataLst>
            </p:nvPr>
          </p:nvSpPr>
          <p:spPr>
            <a:xfrm>
              <a:off x="8905843" y="7107638"/>
              <a:ext cx="165790" cy="11648"/>
            </a:xfrm>
            <a:custGeom>
              <a:avLst/>
              <a:gdLst>
                <a:gd name="connsiteX0" fmla="*/ 156082 w 165790"/>
                <a:gd name="connsiteY0" fmla="*/ 11707 h 11648"/>
                <a:gd name="connsiteX1" fmla="*/ 165892 w 165790"/>
                <a:gd name="connsiteY1" fmla="*/ 6001 h 11648"/>
                <a:gd name="connsiteX2" fmla="*/ 156082 w 165790"/>
                <a:gd name="connsiteY2" fmla="*/ 58 h 11648"/>
                <a:gd name="connsiteX3" fmla="*/ 9912 w 165790"/>
                <a:gd name="connsiteY3" fmla="*/ 58 h 11648"/>
                <a:gd name="connsiteX4" fmla="*/ 102 w 165790"/>
                <a:gd name="connsiteY4" fmla="*/ 5764 h 11648"/>
                <a:gd name="connsiteX5" fmla="*/ 9912 w 165790"/>
                <a:gd name="connsiteY5" fmla="*/ 11707 h 11648"/>
                <a:gd name="connsiteX6" fmla="*/ 156082 w 165790"/>
                <a:gd name="connsiteY6" fmla="*/ 11707 h 1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5790" h="11648">
                  <a:moveTo>
                    <a:pt x="156082" y="11707"/>
                  </a:moveTo>
                  <a:cubicBezTo>
                    <a:pt x="160006" y="11707"/>
                    <a:pt x="165892" y="11707"/>
                    <a:pt x="165892" y="6001"/>
                  </a:cubicBezTo>
                  <a:cubicBezTo>
                    <a:pt x="165892" y="58"/>
                    <a:pt x="160252" y="58"/>
                    <a:pt x="156082" y="58"/>
                  </a:cubicBezTo>
                  <a:lnTo>
                    <a:pt x="9912" y="58"/>
                  </a:lnTo>
                  <a:cubicBezTo>
                    <a:pt x="5988" y="58"/>
                    <a:pt x="102" y="58"/>
                    <a:pt x="102" y="5764"/>
                  </a:cubicBezTo>
                  <a:cubicBezTo>
                    <a:pt x="102" y="11707"/>
                    <a:pt x="5743" y="11707"/>
                    <a:pt x="9912" y="11707"/>
                  </a:cubicBezTo>
                  <a:lnTo>
                    <a:pt x="156082" y="1170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9" name="Freeform: Shape 88">
              <a:extLst>
                <a:ext uri="{FF2B5EF4-FFF2-40B4-BE49-F238E27FC236}">
                  <a16:creationId xmlns:a16="http://schemas.microsoft.com/office/drawing/2014/main" id="{7E1F46D3-ACF6-740E-E15B-2387DE6B4C0B}"/>
                </a:ext>
              </a:extLst>
            </p:cNvPr>
            <p:cNvSpPr/>
            <p:nvPr>
              <p:custDataLst>
                <p:tags r:id="rId57"/>
              </p:custDataLst>
            </p:nvPr>
          </p:nvSpPr>
          <p:spPr>
            <a:xfrm>
              <a:off x="9110594" y="7068174"/>
              <a:ext cx="146170" cy="155716"/>
            </a:xfrm>
            <a:custGeom>
              <a:avLst/>
              <a:gdLst>
                <a:gd name="connsiteX0" fmla="*/ 1089 w 146170"/>
                <a:gd name="connsiteY0" fmla="*/ 143174 h 155716"/>
                <a:gd name="connsiteX1" fmla="*/ 108 w 146170"/>
                <a:gd name="connsiteY1" fmla="*/ 148167 h 155716"/>
                <a:gd name="connsiteX2" fmla="*/ 8447 w 146170"/>
                <a:gd name="connsiteY2" fmla="*/ 155774 h 155716"/>
                <a:gd name="connsiteX3" fmla="*/ 20219 w 146170"/>
                <a:gd name="connsiteY3" fmla="*/ 143887 h 155716"/>
                <a:gd name="connsiteX4" fmla="*/ 31501 w 146170"/>
                <a:gd name="connsiteY4" fmla="*/ 100382 h 155716"/>
                <a:gd name="connsiteX5" fmla="*/ 57743 w 146170"/>
                <a:gd name="connsiteY5" fmla="*/ 107276 h 155716"/>
                <a:gd name="connsiteX6" fmla="*/ 93059 w 146170"/>
                <a:gd name="connsiteY6" fmla="*/ 90159 h 155716"/>
                <a:gd name="connsiteX7" fmla="*/ 118320 w 146170"/>
                <a:gd name="connsiteY7" fmla="*/ 107276 h 155716"/>
                <a:gd name="connsiteX8" fmla="*/ 137695 w 146170"/>
                <a:gd name="connsiteY8" fmla="*/ 94676 h 155716"/>
                <a:gd name="connsiteX9" fmla="*/ 146278 w 146170"/>
                <a:gd name="connsiteY9" fmla="*/ 70903 h 155716"/>
                <a:gd name="connsiteX10" fmla="*/ 142354 w 146170"/>
                <a:gd name="connsiteY10" fmla="*/ 67812 h 155716"/>
                <a:gd name="connsiteX11" fmla="*/ 136959 w 146170"/>
                <a:gd name="connsiteY11" fmla="*/ 75182 h 155716"/>
                <a:gd name="connsiteX12" fmla="*/ 119056 w 146170"/>
                <a:gd name="connsiteY12" fmla="*/ 100620 h 155716"/>
                <a:gd name="connsiteX13" fmla="*/ 110962 w 146170"/>
                <a:gd name="connsiteY13" fmla="*/ 88971 h 155716"/>
                <a:gd name="connsiteX14" fmla="*/ 114641 w 146170"/>
                <a:gd name="connsiteY14" fmla="*/ 70190 h 155716"/>
                <a:gd name="connsiteX15" fmla="*/ 120037 w 146170"/>
                <a:gd name="connsiteY15" fmla="*/ 48794 h 155716"/>
                <a:gd name="connsiteX16" fmla="*/ 125677 w 146170"/>
                <a:gd name="connsiteY16" fmla="*/ 27635 h 155716"/>
                <a:gd name="connsiteX17" fmla="*/ 129847 w 146170"/>
                <a:gd name="connsiteY17" fmla="*/ 10043 h 155716"/>
                <a:gd name="connsiteX18" fmla="*/ 121753 w 146170"/>
                <a:gd name="connsiteY18" fmla="*/ 2435 h 155716"/>
                <a:gd name="connsiteX19" fmla="*/ 111698 w 146170"/>
                <a:gd name="connsiteY19" fmla="*/ 8141 h 155716"/>
                <a:gd name="connsiteX20" fmla="*/ 107774 w 146170"/>
                <a:gd name="connsiteY20" fmla="*/ 21930 h 155716"/>
                <a:gd name="connsiteX21" fmla="*/ 102624 w 146170"/>
                <a:gd name="connsiteY21" fmla="*/ 41662 h 155716"/>
                <a:gd name="connsiteX22" fmla="*/ 95021 w 146170"/>
                <a:gd name="connsiteY22" fmla="*/ 71378 h 155716"/>
                <a:gd name="connsiteX23" fmla="*/ 91097 w 146170"/>
                <a:gd name="connsiteY23" fmla="*/ 80888 h 155716"/>
                <a:gd name="connsiteX24" fmla="*/ 58724 w 146170"/>
                <a:gd name="connsiteY24" fmla="*/ 100620 h 155716"/>
                <a:gd name="connsiteX25" fmla="*/ 38613 w 146170"/>
                <a:gd name="connsiteY25" fmla="*/ 79461 h 155716"/>
                <a:gd name="connsiteX26" fmla="*/ 42782 w 146170"/>
                <a:gd name="connsiteY26" fmla="*/ 57352 h 155716"/>
                <a:gd name="connsiteX27" fmla="*/ 48178 w 146170"/>
                <a:gd name="connsiteY27" fmla="*/ 35956 h 155716"/>
                <a:gd name="connsiteX28" fmla="*/ 51611 w 146170"/>
                <a:gd name="connsiteY28" fmla="*/ 22643 h 155716"/>
                <a:gd name="connsiteX29" fmla="*/ 55290 w 146170"/>
                <a:gd name="connsiteY29" fmla="*/ 7666 h 155716"/>
                <a:gd name="connsiteX30" fmla="*/ 46951 w 146170"/>
                <a:gd name="connsiteY30" fmla="*/ 58 h 155716"/>
                <a:gd name="connsiteX31" fmla="*/ 35179 w 146170"/>
                <a:gd name="connsiteY31" fmla="*/ 11232 h 155716"/>
                <a:gd name="connsiteX32" fmla="*/ 1089 w 146170"/>
                <a:gd name="connsiteY32" fmla="*/ 143174 h 155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6170" h="155716">
                  <a:moveTo>
                    <a:pt x="1089" y="143174"/>
                  </a:moveTo>
                  <a:cubicBezTo>
                    <a:pt x="108" y="146740"/>
                    <a:pt x="108" y="147929"/>
                    <a:pt x="108" y="148167"/>
                  </a:cubicBezTo>
                  <a:cubicBezTo>
                    <a:pt x="108" y="153397"/>
                    <a:pt x="4523" y="155774"/>
                    <a:pt x="8447" y="155774"/>
                  </a:cubicBezTo>
                  <a:cubicBezTo>
                    <a:pt x="17276" y="155774"/>
                    <a:pt x="19238" y="147929"/>
                    <a:pt x="20219" y="143887"/>
                  </a:cubicBezTo>
                  <a:cubicBezTo>
                    <a:pt x="20710" y="142699"/>
                    <a:pt x="25615" y="123680"/>
                    <a:pt x="31501" y="100382"/>
                  </a:cubicBezTo>
                  <a:cubicBezTo>
                    <a:pt x="39103" y="105374"/>
                    <a:pt x="48914" y="107276"/>
                    <a:pt x="57743" y="107276"/>
                  </a:cubicBezTo>
                  <a:cubicBezTo>
                    <a:pt x="78834" y="107276"/>
                    <a:pt x="92568" y="90635"/>
                    <a:pt x="93059" y="90159"/>
                  </a:cubicBezTo>
                  <a:cubicBezTo>
                    <a:pt x="97719" y="106563"/>
                    <a:pt x="114641" y="107276"/>
                    <a:pt x="118320" y="107276"/>
                  </a:cubicBezTo>
                  <a:cubicBezTo>
                    <a:pt x="127149" y="107276"/>
                    <a:pt x="133280" y="102046"/>
                    <a:pt x="137695" y="94676"/>
                  </a:cubicBezTo>
                  <a:cubicBezTo>
                    <a:pt x="143090" y="85405"/>
                    <a:pt x="146278" y="71854"/>
                    <a:pt x="146278" y="70903"/>
                  </a:cubicBezTo>
                  <a:cubicBezTo>
                    <a:pt x="146278" y="67812"/>
                    <a:pt x="143090" y="67812"/>
                    <a:pt x="142354" y="67812"/>
                  </a:cubicBezTo>
                  <a:cubicBezTo>
                    <a:pt x="138921" y="67812"/>
                    <a:pt x="138676" y="68763"/>
                    <a:pt x="136959" y="75182"/>
                  </a:cubicBezTo>
                  <a:cubicBezTo>
                    <a:pt x="134016" y="86593"/>
                    <a:pt x="129356" y="100620"/>
                    <a:pt x="119056" y="100620"/>
                  </a:cubicBezTo>
                  <a:cubicBezTo>
                    <a:pt x="112679" y="100620"/>
                    <a:pt x="110962" y="95390"/>
                    <a:pt x="110962" y="88971"/>
                  </a:cubicBezTo>
                  <a:cubicBezTo>
                    <a:pt x="110962" y="84929"/>
                    <a:pt x="112924" y="76371"/>
                    <a:pt x="114641" y="70190"/>
                  </a:cubicBezTo>
                  <a:cubicBezTo>
                    <a:pt x="116358" y="63771"/>
                    <a:pt x="118810" y="54024"/>
                    <a:pt x="120037" y="48794"/>
                  </a:cubicBezTo>
                  <a:lnTo>
                    <a:pt x="125677" y="27635"/>
                  </a:lnTo>
                  <a:cubicBezTo>
                    <a:pt x="127149" y="21692"/>
                    <a:pt x="129847" y="11232"/>
                    <a:pt x="129847" y="10043"/>
                  </a:cubicBezTo>
                  <a:cubicBezTo>
                    <a:pt x="129847" y="5288"/>
                    <a:pt x="125923" y="2435"/>
                    <a:pt x="121753" y="2435"/>
                  </a:cubicBezTo>
                  <a:cubicBezTo>
                    <a:pt x="119056" y="2435"/>
                    <a:pt x="114396" y="3624"/>
                    <a:pt x="111698" y="8141"/>
                  </a:cubicBezTo>
                  <a:cubicBezTo>
                    <a:pt x="110962" y="9567"/>
                    <a:pt x="109000" y="17175"/>
                    <a:pt x="107774" y="21930"/>
                  </a:cubicBezTo>
                  <a:lnTo>
                    <a:pt x="102624" y="41662"/>
                  </a:lnTo>
                  <a:lnTo>
                    <a:pt x="95021" y="71378"/>
                  </a:lnTo>
                  <a:cubicBezTo>
                    <a:pt x="93304" y="77322"/>
                    <a:pt x="93304" y="77797"/>
                    <a:pt x="91097" y="80888"/>
                  </a:cubicBezTo>
                  <a:cubicBezTo>
                    <a:pt x="83494" y="91348"/>
                    <a:pt x="72703" y="100620"/>
                    <a:pt x="58724" y="100620"/>
                  </a:cubicBezTo>
                  <a:cubicBezTo>
                    <a:pt x="38613" y="100620"/>
                    <a:pt x="38613" y="83741"/>
                    <a:pt x="38613" y="79461"/>
                  </a:cubicBezTo>
                  <a:cubicBezTo>
                    <a:pt x="38613" y="73280"/>
                    <a:pt x="39349" y="70190"/>
                    <a:pt x="42782" y="57352"/>
                  </a:cubicBezTo>
                  <a:cubicBezTo>
                    <a:pt x="45235" y="46892"/>
                    <a:pt x="45725" y="45228"/>
                    <a:pt x="48178" y="35956"/>
                  </a:cubicBezTo>
                  <a:lnTo>
                    <a:pt x="51611" y="22643"/>
                  </a:lnTo>
                  <a:cubicBezTo>
                    <a:pt x="52838" y="17650"/>
                    <a:pt x="55290" y="8616"/>
                    <a:pt x="55290" y="7666"/>
                  </a:cubicBezTo>
                  <a:cubicBezTo>
                    <a:pt x="55290" y="3386"/>
                    <a:pt x="51857" y="58"/>
                    <a:pt x="46951" y="58"/>
                  </a:cubicBezTo>
                  <a:cubicBezTo>
                    <a:pt x="38122" y="58"/>
                    <a:pt x="35915" y="8379"/>
                    <a:pt x="35179" y="11232"/>
                  </a:cubicBezTo>
                  <a:lnTo>
                    <a:pt x="1089" y="14317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0" name="Freeform: Shape 89">
              <a:extLst>
                <a:ext uri="{FF2B5EF4-FFF2-40B4-BE49-F238E27FC236}">
                  <a16:creationId xmlns:a16="http://schemas.microsoft.com/office/drawing/2014/main" id="{49F5ABFE-D3DA-3CC8-EB28-A95687DC3AC2}"/>
                </a:ext>
              </a:extLst>
            </p:cNvPr>
            <p:cNvSpPr/>
            <p:nvPr>
              <p:custDataLst>
                <p:tags r:id="rId58"/>
              </p:custDataLst>
            </p:nvPr>
          </p:nvSpPr>
          <p:spPr>
            <a:xfrm>
              <a:off x="9282527" y="7093883"/>
              <a:ext cx="91443" cy="116829"/>
            </a:xfrm>
            <a:custGeom>
              <a:avLst/>
              <a:gdLst>
                <a:gd name="connsiteX0" fmla="*/ 91557 w 91443"/>
                <a:gd name="connsiteY0" fmla="*/ 58813 h 116829"/>
                <a:gd name="connsiteX1" fmla="*/ 45835 w 91443"/>
                <a:gd name="connsiteY1" fmla="*/ 59 h 116829"/>
                <a:gd name="connsiteX2" fmla="*/ 113 w 91443"/>
                <a:gd name="connsiteY2" fmla="*/ 58813 h 116829"/>
                <a:gd name="connsiteX3" fmla="*/ 45835 w 91443"/>
                <a:gd name="connsiteY3" fmla="*/ 116889 h 116829"/>
                <a:gd name="connsiteX4" fmla="*/ 91557 w 91443"/>
                <a:gd name="connsiteY4" fmla="*/ 58813 h 116829"/>
                <a:gd name="connsiteX5" fmla="*/ 45835 w 91443"/>
                <a:gd name="connsiteY5" fmla="*/ 111285 h 116829"/>
                <a:gd name="connsiteX6" fmla="*/ 20259 w 91443"/>
                <a:gd name="connsiteY6" fmla="*/ 91926 h 116829"/>
                <a:gd name="connsiteX7" fmla="*/ 17631 w 91443"/>
                <a:gd name="connsiteY7" fmla="*/ 56776 h 116829"/>
                <a:gd name="connsiteX8" fmla="*/ 20434 w 91443"/>
                <a:gd name="connsiteY8" fmla="*/ 22814 h 116829"/>
                <a:gd name="connsiteX9" fmla="*/ 45835 w 91443"/>
                <a:gd name="connsiteY9" fmla="*/ 5663 h 116829"/>
                <a:gd name="connsiteX10" fmla="*/ 71587 w 91443"/>
                <a:gd name="connsiteY10" fmla="*/ 24002 h 116829"/>
                <a:gd name="connsiteX11" fmla="*/ 74039 w 91443"/>
                <a:gd name="connsiteY11" fmla="*/ 56776 h 116829"/>
                <a:gd name="connsiteX12" fmla="*/ 71411 w 91443"/>
                <a:gd name="connsiteY12" fmla="*/ 92266 h 116829"/>
                <a:gd name="connsiteX13" fmla="*/ 45835 w 91443"/>
                <a:gd name="connsiteY13" fmla="*/ 111285 h 11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443" h="116829">
                  <a:moveTo>
                    <a:pt x="91557" y="58813"/>
                  </a:moveTo>
                  <a:cubicBezTo>
                    <a:pt x="91557" y="46587"/>
                    <a:pt x="91557" y="59"/>
                    <a:pt x="45835" y="59"/>
                  </a:cubicBezTo>
                  <a:cubicBezTo>
                    <a:pt x="113" y="59"/>
                    <a:pt x="113" y="46587"/>
                    <a:pt x="113" y="58813"/>
                  </a:cubicBezTo>
                  <a:cubicBezTo>
                    <a:pt x="113" y="71210"/>
                    <a:pt x="113" y="116889"/>
                    <a:pt x="45835" y="116889"/>
                  </a:cubicBezTo>
                  <a:cubicBezTo>
                    <a:pt x="91557" y="116889"/>
                    <a:pt x="91557" y="71210"/>
                    <a:pt x="91557" y="58813"/>
                  </a:cubicBezTo>
                  <a:close/>
                  <a:moveTo>
                    <a:pt x="45835" y="111285"/>
                  </a:moveTo>
                  <a:cubicBezTo>
                    <a:pt x="39354" y="111285"/>
                    <a:pt x="24638" y="109077"/>
                    <a:pt x="20259" y="91926"/>
                  </a:cubicBezTo>
                  <a:cubicBezTo>
                    <a:pt x="17806" y="82757"/>
                    <a:pt x="17631" y="70700"/>
                    <a:pt x="17631" y="56776"/>
                  </a:cubicBezTo>
                  <a:cubicBezTo>
                    <a:pt x="17631" y="44210"/>
                    <a:pt x="17631" y="32493"/>
                    <a:pt x="20434" y="22814"/>
                  </a:cubicBezTo>
                  <a:cubicBezTo>
                    <a:pt x="24814" y="8550"/>
                    <a:pt x="38302" y="5663"/>
                    <a:pt x="45835" y="5663"/>
                  </a:cubicBezTo>
                  <a:cubicBezTo>
                    <a:pt x="58799" y="5663"/>
                    <a:pt x="68083" y="12116"/>
                    <a:pt x="71587" y="24002"/>
                  </a:cubicBezTo>
                  <a:cubicBezTo>
                    <a:pt x="74039" y="32663"/>
                    <a:pt x="74039" y="46757"/>
                    <a:pt x="74039" y="56776"/>
                  </a:cubicBezTo>
                  <a:cubicBezTo>
                    <a:pt x="74039" y="68323"/>
                    <a:pt x="74039" y="82077"/>
                    <a:pt x="71411" y="92266"/>
                  </a:cubicBezTo>
                  <a:cubicBezTo>
                    <a:pt x="66857" y="108738"/>
                    <a:pt x="52842" y="111285"/>
                    <a:pt x="45835" y="11128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1" name="Freeform: Shape 90">
              <a:extLst>
                <a:ext uri="{FF2B5EF4-FFF2-40B4-BE49-F238E27FC236}">
                  <a16:creationId xmlns:a16="http://schemas.microsoft.com/office/drawing/2014/main" id="{3551BDFD-605E-1263-73C3-942DEF981E49}"/>
                </a:ext>
              </a:extLst>
            </p:cNvPr>
            <p:cNvSpPr/>
            <p:nvPr>
              <p:custDataLst>
                <p:tags r:id="rId59"/>
              </p:custDataLst>
            </p:nvPr>
          </p:nvSpPr>
          <p:spPr>
            <a:xfrm>
              <a:off x="9422840" y="6994714"/>
              <a:ext cx="63520" cy="237496"/>
            </a:xfrm>
            <a:custGeom>
              <a:avLst/>
              <a:gdLst>
                <a:gd name="connsiteX0" fmla="*/ 4777 w 63520"/>
                <a:gd name="connsiteY0" fmla="*/ 58 h 237496"/>
                <a:gd name="connsiteX1" fmla="*/ 117 w 63520"/>
                <a:gd name="connsiteY1" fmla="*/ 2911 h 237496"/>
                <a:gd name="connsiteX2" fmla="*/ 2324 w 63520"/>
                <a:gd name="connsiteY2" fmla="*/ 6477 h 237496"/>
                <a:gd name="connsiteX3" fmla="*/ 46960 w 63520"/>
                <a:gd name="connsiteY3" fmla="*/ 118688 h 237496"/>
                <a:gd name="connsiteX4" fmla="*/ 4532 w 63520"/>
                <a:gd name="connsiteY4" fmla="*/ 229234 h 237496"/>
                <a:gd name="connsiteX5" fmla="*/ 117 w 63520"/>
                <a:gd name="connsiteY5" fmla="*/ 234702 h 237496"/>
                <a:gd name="connsiteX6" fmla="*/ 3305 w 63520"/>
                <a:gd name="connsiteY6" fmla="*/ 237555 h 237496"/>
                <a:gd name="connsiteX7" fmla="*/ 45734 w 63520"/>
                <a:gd name="connsiteY7" fmla="*/ 192148 h 237496"/>
                <a:gd name="connsiteX8" fmla="*/ 63637 w 63520"/>
                <a:gd name="connsiteY8" fmla="*/ 118925 h 237496"/>
                <a:gd name="connsiteX9" fmla="*/ 4777 w 63520"/>
                <a:gd name="connsiteY9" fmla="*/ 58 h 237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520" h="237496">
                  <a:moveTo>
                    <a:pt x="4777" y="58"/>
                  </a:moveTo>
                  <a:cubicBezTo>
                    <a:pt x="3060" y="58"/>
                    <a:pt x="117" y="58"/>
                    <a:pt x="117" y="2911"/>
                  </a:cubicBezTo>
                  <a:cubicBezTo>
                    <a:pt x="117" y="4099"/>
                    <a:pt x="853" y="4813"/>
                    <a:pt x="2324" y="6477"/>
                  </a:cubicBezTo>
                  <a:cubicBezTo>
                    <a:pt x="23416" y="25258"/>
                    <a:pt x="46960" y="57352"/>
                    <a:pt x="46960" y="118688"/>
                  </a:cubicBezTo>
                  <a:cubicBezTo>
                    <a:pt x="46960" y="168374"/>
                    <a:pt x="31019" y="205936"/>
                    <a:pt x="4532" y="229234"/>
                  </a:cubicBezTo>
                  <a:cubicBezTo>
                    <a:pt x="362" y="233276"/>
                    <a:pt x="117" y="233513"/>
                    <a:pt x="117" y="234702"/>
                  </a:cubicBezTo>
                  <a:cubicBezTo>
                    <a:pt x="117" y="235891"/>
                    <a:pt x="853" y="237555"/>
                    <a:pt x="3305" y="237555"/>
                  </a:cubicBezTo>
                  <a:cubicBezTo>
                    <a:pt x="6248" y="237555"/>
                    <a:pt x="29547" y="221864"/>
                    <a:pt x="45734" y="192148"/>
                  </a:cubicBezTo>
                  <a:cubicBezTo>
                    <a:pt x="56525" y="172416"/>
                    <a:pt x="63637" y="146740"/>
                    <a:pt x="63637" y="118925"/>
                  </a:cubicBezTo>
                  <a:cubicBezTo>
                    <a:pt x="63637" y="85405"/>
                    <a:pt x="53337" y="33341"/>
                    <a:pt x="4777" y="58"/>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2" name="Freeform: Shape 91">
              <a:extLst>
                <a:ext uri="{FF2B5EF4-FFF2-40B4-BE49-F238E27FC236}">
                  <a16:creationId xmlns:a16="http://schemas.microsoft.com/office/drawing/2014/main" id="{C63D7F20-AFB0-A15B-0F87-A92F4C3684B7}"/>
                </a:ext>
              </a:extLst>
            </p:cNvPr>
            <p:cNvSpPr/>
            <p:nvPr>
              <p:custDataLst>
                <p:tags r:id="rId60"/>
              </p:custDataLst>
            </p:nvPr>
          </p:nvSpPr>
          <p:spPr>
            <a:xfrm>
              <a:off x="8618977" y="7246033"/>
              <a:ext cx="895937" cy="13584"/>
            </a:xfrm>
            <a:custGeom>
              <a:avLst/>
              <a:gdLst>
                <a:gd name="connsiteX0" fmla="*/ 0 w 895937"/>
                <a:gd name="connsiteY0" fmla="*/ 0 h 13584"/>
                <a:gd name="connsiteX1" fmla="*/ 895938 w 895937"/>
                <a:gd name="connsiteY1" fmla="*/ 0 h 13584"/>
                <a:gd name="connsiteX2" fmla="*/ 895938 w 895937"/>
                <a:gd name="connsiteY2" fmla="*/ 13584 h 13584"/>
                <a:gd name="connsiteX3" fmla="*/ 0 w 895937"/>
                <a:gd name="connsiteY3" fmla="*/ 13584 h 13584"/>
              </a:gdLst>
              <a:ahLst/>
              <a:cxnLst>
                <a:cxn ang="0">
                  <a:pos x="connsiteX0" y="connsiteY0"/>
                </a:cxn>
                <a:cxn ang="0">
                  <a:pos x="connsiteX1" y="connsiteY1"/>
                </a:cxn>
                <a:cxn ang="0">
                  <a:pos x="connsiteX2" y="connsiteY2"/>
                </a:cxn>
                <a:cxn ang="0">
                  <a:pos x="connsiteX3" y="connsiteY3"/>
                </a:cxn>
              </a:cxnLst>
              <a:rect l="l" t="t" r="r" b="b"/>
              <a:pathLst>
                <a:path w="895937" h="13584">
                  <a:moveTo>
                    <a:pt x="0" y="0"/>
                  </a:moveTo>
                  <a:lnTo>
                    <a:pt x="895938" y="0"/>
                  </a:lnTo>
                  <a:lnTo>
                    <a:pt x="895938" y="13584"/>
                  </a:lnTo>
                  <a:lnTo>
                    <a:pt x="0" y="1358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2" name="Freeform: Shape 101">
              <a:extLst>
                <a:ext uri="{FF2B5EF4-FFF2-40B4-BE49-F238E27FC236}">
                  <a16:creationId xmlns:a16="http://schemas.microsoft.com/office/drawing/2014/main" id="{565A2926-6BD0-758A-9A2C-64D84EF835FD}"/>
                </a:ext>
              </a:extLst>
            </p:cNvPr>
            <p:cNvSpPr/>
            <p:nvPr>
              <p:custDataLst>
                <p:tags r:id="rId61"/>
              </p:custDataLst>
            </p:nvPr>
          </p:nvSpPr>
          <p:spPr>
            <a:xfrm>
              <a:off x="9028394" y="7288522"/>
              <a:ext cx="77604" cy="76924"/>
            </a:xfrm>
            <a:custGeom>
              <a:avLst/>
              <a:gdLst>
                <a:gd name="connsiteX0" fmla="*/ 68776 w 77604"/>
                <a:gd name="connsiteY0" fmla="*/ 10931 h 76924"/>
                <a:gd name="connsiteX1" fmla="*/ 61769 w 77604"/>
                <a:gd name="connsiteY1" fmla="*/ 19422 h 76924"/>
                <a:gd name="connsiteX2" fmla="*/ 68426 w 77604"/>
                <a:gd name="connsiteY2" fmla="*/ 25535 h 76924"/>
                <a:gd name="connsiteX3" fmla="*/ 77711 w 77604"/>
                <a:gd name="connsiteY3" fmla="*/ 15007 h 76924"/>
                <a:gd name="connsiteX4" fmla="*/ 50733 w 77604"/>
                <a:gd name="connsiteY4" fmla="*/ 64 h 76924"/>
                <a:gd name="connsiteX5" fmla="*/ 15522 w 77604"/>
                <a:gd name="connsiteY5" fmla="*/ 23667 h 76924"/>
                <a:gd name="connsiteX6" fmla="*/ 22354 w 77604"/>
                <a:gd name="connsiteY6" fmla="*/ 35724 h 76924"/>
                <a:gd name="connsiteX7" fmla="*/ 41799 w 77604"/>
                <a:gd name="connsiteY7" fmla="*/ 41328 h 76924"/>
                <a:gd name="connsiteX8" fmla="*/ 65098 w 77604"/>
                <a:gd name="connsiteY8" fmla="*/ 53554 h 76924"/>
                <a:gd name="connsiteX9" fmla="*/ 32864 w 77604"/>
                <a:gd name="connsiteY9" fmla="*/ 71214 h 76924"/>
                <a:gd name="connsiteX10" fmla="*/ 9741 w 77604"/>
                <a:gd name="connsiteY10" fmla="*/ 65441 h 76924"/>
                <a:gd name="connsiteX11" fmla="*/ 18850 w 77604"/>
                <a:gd name="connsiteY11" fmla="*/ 55082 h 76924"/>
                <a:gd name="connsiteX12" fmla="*/ 11317 w 77604"/>
                <a:gd name="connsiteY12" fmla="*/ 48120 h 76924"/>
                <a:gd name="connsiteX13" fmla="*/ 106 w 77604"/>
                <a:gd name="connsiteY13" fmla="*/ 60346 h 76924"/>
                <a:gd name="connsiteX14" fmla="*/ 32514 w 77604"/>
                <a:gd name="connsiteY14" fmla="*/ 76988 h 76924"/>
                <a:gd name="connsiteX15" fmla="*/ 74557 w 77604"/>
                <a:gd name="connsiteY15" fmla="*/ 49988 h 76924"/>
                <a:gd name="connsiteX16" fmla="*/ 46178 w 77604"/>
                <a:gd name="connsiteY16" fmla="*/ 30290 h 76924"/>
                <a:gd name="connsiteX17" fmla="*/ 25157 w 77604"/>
                <a:gd name="connsiteY17" fmla="*/ 20101 h 76924"/>
                <a:gd name="connsiteX18" fmla="*/ 50382 w 77604"/>
                <a:gd name="connsiteY18" fmla="*/ 5837 h 76924"/>
                <a:gd name="connsiteX19" fmla="*/ 68776 w 77604"/>
                <a:gd name="connsiteY19" fmla="*/ 10931 h 76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7604" h="76924">
                  <a:moveTo>
                    <a:pt x="68776" y="10931"/>
                  </a:moveTo>
                  <a:cubicBezTo>
                    <a:pt x="62645" y="12630"/>
                    <a:pt x="61769" y="17724"/>
                    <a:pt x="61769" y="19422"/>
                  </a:cubicBezTo>
                  <a:cubicBezTo>
                    <a:pt x="61769" y="23667"/>
                    <a:pt x="65448" y="25535"/>
                    <a:pt x="68426" y="25535"/>
                  </a:cubicBezTo>
                  <a:cubicBezTo>
                    <a:pt x="70528" y="25535"/>
                    <a:pt x="77711" y="24007"/>
                    <a:pt x="77711" y="15007"/>
                  </a:cubicBezTo>
                  <a:cubicBezTo>
                    <a:pt x="77711" y="3630"/>
                    <a:pt x="63871" y="64"/>
                    <a:pt x="50733" y="64"/>
                  </a:cubicBezTo>
                  <a:cubicBezTo>
                    <a:pt x="21127" y="64"/>
                    <a:pt x="15522" y="17554"/>
                    <a:pt x="15522" y="23667"/>
                  </a:cubicBezTo>
                  <a:cubicBezTo>
                    <a:pt x="15522" y="29780"/>
                    <a:pt x="19200" y="33346"/>
                    <a:pt x="22354" y="35724"/>
                  </a:cubicBezTo>
                  <a:cubicBezTo>
                    <a:pt x="27259" y="39120"/>
                    <a:pt x="32514" y="39799"/>
                    <a:pt x="41799" y="41328"/>
                  </a:cubicBezTo>
                  <a:cubicBezTo>
                    <a:pt x="52835" y="43026"/>
                    <a:pt x="65098" y="44894"/>
                    <a:pt x="65098" y="53554"/>
                  </a:cubicBezTo>
                  <a:cubicBezTo>
                    <a:pt x="65098" y="53724"/>
                    <a:pt x="65098" y="71214"/>
                    <a:pt x="32864" y="71214"/>
                  </a:cubicBezTo>
                  <a:cubicBezTo>
                    <a:pt x="26208" y="71214"/>
                    <a:pt x="15347" y="70705"/>
                    <a:pt x="9741" y="65441"/>
                  </a:cubicBezTo>
                  <a:cubicBezTo>
                    <a:pt x="16047" y="64082"/>
                    <a:pt x="18850" y="59158"/>
                    <a:pt x="18850" y="55082"/>
                  </a:cubicBezTo>
                  <a:cubicBezTo>
                    <a:pt x="18850" y="50327"/>
                    <a:pt x="15171" y="48120"/>
                    <a:pt x="11317" y="48120"/>
                  </a:cubicBezTo>
                  <a:cubicBezTo>
                    <a:pt x="5361" y="48120"/>
                    <a:pt x="106" y="52705"/>
                    <a:pt x="106" y="60346"/>
                  </a:cubicBezTo>
                  <a:cubicBezTo>
                    <a:pt x="106" y="76988"/>
                    <a:pt x="27434" y="76988"/>
                    <a:pt x="32514" y="76988"/>
                  </a:cubicBezTo>
                  <a:cubicBezTo>
                    <a:pt x="68426" y="76988"/>
                    <a:pt x="74557" y="56950"/>
                    <a:pt x="74557" y="49988"/>
                  </a:cubicBezTo>
                  <a:cubicBezTo>
                    <a:pt x="74557" y="34705"/>
                    <a:pt x="55287" y="31818"/>
                    <a:pt x="46178" y="30290"/>
                  </a:cubicBezTo>
                  <a:cubicBezTo>
                    <a:pt x="33740" y="28422"/>
                    <a:pt x="25157" y="27063"/>
                    <a:pt x="25157" y="20101"/>
                  </a:cubicBezTo>
                  <a:cubicBezTo>
                    <a:pt x="25157" y="19931"/>
                    <a:pt x="25157" y="5837"/>
                    <a:pt x="50382" y="5837"/>
                  </a:cubicBezTo>
                  <a:cubicBezTo>
                    <a:pt x="54937" y="5837"/>
                    <a:pt x="64222" y="6177"/>
                    <a:pt x="68776" y="1093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3" name="Freeform: Shape 102">
              <a:extLst>
                <a:ext uri="{FF2B5EF4-FFF2-40B4-BE49-F238E27FC236}">
                  <a16:creationId xmlns:a16="http://schemas.microsoft.com/office/drawing/2014/main" id="{6BBADF02-0937-35AF-93B2-611ADE1A1BAA}"/>
                </a:ext>
              </a:extLst>
            </p:cNvPr>
            <p:cNvSpPr/>
            <p:nvPr>
              <p:custDataLst>
                <p:tags r:id="rId62"/>
              </p:custDataLst>
            </p:nvPr>
          </p:nvSpPr>
          <p:spPr>
            <a:xfrm>
              <a:off x="8893689" y="7389638"/>
              <a:ext cx="346512" cy="11546"/>
            </a:xfrm>
            <a:custGeom>
              <a:avLst/>
              <a:gdLst>
                <a:gd name="connsiteX0" fmla="*/ 0 w 346512"/>
                <a:gd name="connsiteY0" fmla="*/ 0 h 11546"/>
                <a:gd name="connsiteX1" fmla="*/ 346513 w 346512"/>
                <a:gd name="connsiteY1" fmla="*/ 0 h 11546"/>
                <a:gd name="connsiteX2" fmla="*/ 346513 w 346512"/>
                <a:gd name="connsiteY2" fmla="*/ 11547 h 11546"/>
                <a:gd name="connsiteX3" fmla="*/ 0 w 346512"/>
                <a:gd name="connsiteY3" fmla="*/ 11547 h 11546"/>
              </a:gdLst>
              <a:ahLst/>
              <a:cxnLst>
                <a:cxn ang="0">
                  <a:pos x="connsiteX0" y="connsiteY0"/>
                </a:cxn>
                <a:cxn ang="0">
                  <a:pos x="connsiteX1" y="connsiteY1"/>
                </a:cxn>
                <a:cxn ang="0">
                  <a:pos x="connsiteX2" y="connsiteY2"/>
                </a:cxn>
                <a:cxn ang="0">
                  <a:pos x="connsiteX3" y="connsiteY3"/>
                </a:cxn>
              </a:cxnLst>
              <a:rect l="l" t="t" r="r" b="b"/>
              <a:pathLst>
                <a:path w="346512" h="11546">
                  <a:moveTo>
                    <a:pt x="0" y="0"/>
                  </a:moveTo>
                  <a:lnTo>
                    <a:pt x="346513" y="0"/>
                  </a:lnTo>
                  <a:lnTo>
                    <a:pt x="346513" y="11547"/>
                  </a:lnTo>
                  <a:lnTo>
                    <a:pt x="0" y="1154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4" name="Freeform: Shape 103">
              <a:extLst>
                <a:ext uri="{FF2B5EF4-FFF2-40B4-BE49-F238E27FC236}">
                  <a16:creationId xmlns:a16="http://schemas.microsoft.com/office/drawing/2014/main" id="{5001B319-683D-D079-222B-63CBAD1BE897}"/>
                </a:ext>
              </a:extLst>
            </p:cNvPr>
            <p:cNvSpPr/>
            <p:nvPr>
              <p:custDataLst>
                <p:tags r:id="rId63"/>
              </p:custDataLst>
            </p:nvPr>
          </p:nvSpPr>
          <p:spPr>
            <a:xfrm>
              <a:off x="8918915" y="7422240"/>
              <a:ext cx="172026" cy="169810"/>
            </a:xfrm>
            <a:custGeom>
              <a:avLst/>
              <a:gdLst>
                <a:gd name="connsiteX0" fmla="*/ 68948 w 172026"/>
                <a:gd name="connsiteY0" fmla="*/ 151197 h 169810"/>
                <a:gd name="connsiteX1" fmla="*/ 29708 w 172026"/>
                <a:gd name="connsiteY1" fmla="*/ 85310 h 169810"/>
                <a:gd name="connsiteX2" fmla="*/ 26380 w 172026"/>
                <a:gd name="connsiteY2" fmla="*/ 82254 h 169810"/>
                <a:gd name="connsiteX3" fmla="*/ 19548 w 172026"/>
                <a:gd name="connsiteY3" fmla="*/ 85650 h 169810"/>
                <a:gd name="connsiteX4" fmla="*/ 2555 w 172026"/>
                <a:gd name="connsiteY4" fmla="*/ 95159 h 169810"/>
                <a:gd name="connsiteX5" fmla="*/ 103 w 172026"/>
                <a:gd name="connsiteY5" fmla="*/ 98216 h 169810"/>
                <a:gd name="connsiteX6" fmla="*/ 3081 w 172026"/>
                <a:gd name="connsiteY6" fmla="*/ 101103 h 169810"/>
                <a:gd name="connsiteX7" fmla="*/ 10088 w 172026"/>
                <a:gd name="connsiteY7" fmla="*/ 97707 h 169810"/>
                <a:gd name="connsiteX8" fmla="*/ 16920 w 172026"/>
                <a:gd name="connsiteY8" fmla="*/ 93801 h 169810"/>
                <a:gd name="connsiteX9" fmla="*/ 60540 w 172026"/>
                <a:gd name="connsiteY9" fmla="*/ 166989 h 169810"/>
                <a:gd name="connsiteX10" fmla="*/ 64919 w 172026"/>
                <a:gd name="connsiteY10" fmla="*/ 169876 h 169810"/>
                <a:gd name="connsiteX11" fmla="*/ 70525 w 172026"/>
                <a:gd name="connsiteY11" fmla="*/ 166650 h 169810"/>
                <a:gd name="connsiteX12" fmla="*/ 170377 w 172026"/>
                <a:gd name="connsiteY12" fmla="*/ 8726 h 169810"/>
                <a:gd name="connsiteX13" fmla="*/ 172129 w 172026"/>
                <a:gd name="connsiteY13" fmla="*/ 4820 h 169810"/>
                <a:gd name="connsiteX14" fmla="*/ 167224 w 172026"/>
                <a:gd name="connsiteY14" fmla="*/ 66 h 169810"/>
                <a:gd name="connsiteX15" fmla="*/ 162319 w 172026"/>
                <a:gd name="connsiteY15" fmla="*/ 3462 h 169810"/>
                <a:gd name="connsiteX16" fmla="*/ 68948 w 172026"/>
                <a:gd name="connsiteY16" fmla="*/ 151197 h 16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2026" h="169810">
                  <a:moveTo>
                    <a:pt x="68948" y="151197"/>
                  </a:moveTo>
                  <a:lnTo>
                    <a:pt x="29708" y="85310"/>
                  </a:lnTo>
                  <a:cubicBezTo>
                    <a:pt x="28307" y="82933"/>
                    <a:pt x="27956" y="82254"/>
                    <a:pt x="26380" y="82254"/>
                  </a:cubicBezTo>
                  <a:cubicBezTo>
                    <a:pt x="25504" y="82254"/>
                    <a:pt x="21825" y="84292"/>
                    <a:pt x="19548" y="85650"/>
                  </a:cubicBezTo>
                  <a:lnTo>
                    <a:pt x="2555" y="95159"/>
                  </a:lnTo>
                  <a:cubicBezTo>
                    <a:pt x="1329" y="95839"/>
                    <a:pt x="103" y="96688"/>
                    <a:pt x="103" y="98216"/>
                  </a:cubicBezTo>
                  <a:cubicBezTo>
                    <a:pt x="103" y="99744"/>
                    <a:pt x="1504" y="101103"/>
                    <a:pt x="3081" y="101103"/>
                  </a:cubicBezTo>
                  <a:cubicBezTo>
                    <a:pt x="3957" y="101103"/>
                    <a:pt x="7811" y="98895"/>
                    <a:pt x="10088" y="97707"/>
                  </a:cubicBezTo>
                  <a:lnTo>
                    <a:pt x="16920" y="93801"/>
                  </a:lnTo>
                  <a:lnTo>
                    <a:pt x="60540" y="166989"/>
                  </a:lnTo>
                  <a:cubicBezTo>
                    <a:pt x="62291" y="169706"/>
                    <a:pt x="62291" y="169876"/>
                    <a:pt x="64919" y="169876"/>
                  </a:cubicBezTo>
                  <a:cubicBezTo>
                    <a:pt x="68423" y="169876"/>
                    <a:pt x="69299" y="168518"/>
                    <a:pt x="70525" y="166650"/>
                  </a:cubicBezTo>
                  <a:lnTo>
                    <a:pt x="170377" y="8726"/>
                  </a:lnTo>
                  <a:cubicBezTo>
                    <a:pt x="172129" y="6179"/>
                    <a:pt x="172129" y="5839"/>
                    <a:pt x="172129" y="4820"/>
                  </a:cubicBezTo>
                  <a:cubicBezTo>
                    <a:pt x="172129" y="2273"/>
                    <a:pt x="169852" y="66"/>
                    <a:pt x="167224" y="66"/>
                  </a:cubicBezTo>
                  <a:cubicBezTo>
                    <a:pt x="164421" y="66"/>
                    <a:pt x="163195" y="2103"/>
                    <a:pt x="162319" y="3462"/>
                  </a:cubicBezTo>
                  <a:lnTo>
                    <a:pt x="68948" y="15119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5" name="Freeform: Shape 104">
              <a:extLst>
                <a:ext uri="{FF2B5EF4-FFF2-40B4-BE49-F238E27FC236}">
                  <a16:creationId xmlns:a16="http://schemas.microsoft.com/office/drawing/2014/main" id="{B171C510-2F14-56FC-41C7-4CA200895D72}"/>
                </a:ext>
              </a:extLst>
            </p:cNvPr>
            <p:cNvSpPr/>
            <p:nvPr>
              <p:custDataLst>
                <p:tags r:id="rId64"/>
              </p:custDataLst>
            </p:nvPr>
          </p:nvSpPr>
          <p:spPr>
            <a:xfrm>
              <a:off x="9085904" y="7422240"/>
              <a:ext cx="154298" cy="9509"/>
            </a:xfrm>
            <a:custGeom>
              <a:avLst/>
              <a:gdLst>
                <a:gd name="connsiteX0" fmla="*/ 0 w 154298"/>
                <a:gd name="connsiteY0" fmla="*/ 0 h 9509"/>
                <a:gd name="connsiteX1" fmla="*/ 154298 w 154298"/>
                <a:gd name="connsiteY1" fmla="*/ 0 h 9509"/>
                <a:gd name="connsiteX2" fmla="*/ 154298 w 154298"/>
                <a:gd name="connsiteY2" fmla="*/ 9509 h 9509"/>
                <a:gd name="connsiteX3" fmla="*/ 0 w 154298"/>
                <a:gd name="connsiteY3" fmla="*/ 9509 h 9509"/>
              </a:gdLst>
              <a:ahLst/>
              <a:cxnLst>
                <a:cxn ang="0">
                  <a:pos x="connsiteX0" y="connsiteY0"/>
                </a:cxn>
                <a:cxn ang="0">
                  <a:pos x="connsiteX1" y="connsiteY1"/>
                </a:cxn>
                <a:cxn ang="0">
                  <a:pos x="connsiteX2" y="connsiteY2"/>
                </a:cxn>
                <a:cxn ang="0">
                  <a:pos x="connsiteX3" y="connsiteY3"/>
                </a:cxn>
              </a:cxnLst>
              <a:rect l="l" t="t" r="r" b="b"/>
              <a:pathLst>
                <a:path w="154298" h="9509">
                  <a:moveTo>
                    <a:pt x="0" y="0"/>
                  </a:moveTo>
                  <a:lnTo>
                    <a:pt x="154298" y="0"/>
                  </a:lnTo>
                  <a:lnTo>
                    <a:pt x="154298" y="9509"/>
                  </a:lnTo>
                  <a:lnTo>
                    <a:pt x="0" y="9509"/>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6" name="Freeform: Shape 105">
              <a:extLst>
                <a:ext uri="{FF2B5EF4-FFF2-40B4-BE49-F238E27FC236}">
                  <a16:creationId xmlns:a16="http://schemas.microsoft.com/office/drawing/2014/main" id="{FCD97AED-3762-D2A4-659A-5D875E12AD7F}"/>
                </a:ext>
              </a:extLst>
            </p:cNvPr>
            <p:cNvSpPr/>
            <p:nvPr>
              <p:custDataLst>
                <p:tags r:id="rId65"/>
              </p:custDataLst>
            </p:nvPr>
          </p:nvSpPr>
          <p:spPr>
            <a:xfrm>
              <a:off x="9101845" y="7478555"/>
              <a:ext cx="122625" cy="76924"/>
            </a:xfrm>
            <a:custGeom>
              <a:avLst/>
              <a:gdLst>
                <a:gd name="connsiteX0" fmla="*/ 18327 w 122625"/>
                <a:gd name="connsiteY0" fmla="*/ 58484 h 76924"/>
                <a:gd name="connsiteX1" fmla="*/ 15349 w 122625"/>
                <a:gd name="connsiteY1" fmla="*/ 71050 h 76924"/>
                <a:gd name="connsiteX2" fmla="*/ 21830 w 122625"/>
                <a:gd name="connsiteY2" fmla="*/ 76993 h 76924"/>
                <a:gd name="connsiteX3" fmla="*/ 30239 w 122625"/>
                <a:gd name="connsiteY3" fmla="*/ 71390 h 76924"/>
                <a:gd name="connsiteX4" fmla="*/ 33567 w 122625"/>
                <a:gd name="connsiteY4" fmla="*/ 58144 h 76924"/>
                <a:gd name="connsiteX5" fmla="*/ 39874 w 122625"/>
                <a:gd name="connsiteY5" fmla="*/ 34201 h 76924"/>
                <a:gd name="connsiteX6" fmla="*/ 76136 w 122625"/>
                <a:gd name="connsiteY6" fmla="*/ 5843 h 76924"/>
                <a:gd name="connsiteX7" fmla="*/ 88399 w 122625"/>
                <a:gd name="connsiteY7" fmla="*/ 18069 h 76924"/>
                <a:gd name="connsiteX8" fmla="*/ 77012 w 122625"/>
                <a:gd name="connsiteY8" fmla="*/ 54918 h 76924"/>
                <a:gd name="connsiteX9" fmla="*/ 75260 w 122625"/>
                <a:gd name="connsiteY9" fmla="*/ 62050 h 76924"/>
                <a:gd name="connsiteX10" fmla="*/ 94355 w 122625"/>
                <a:gd name="connsiteY10" fmla="*/ 76993 h 76924"/>
                <a:gd name="connsiteX11" fmla="*/ 122734 w 122625"/>
                <a:gd name="connsiteY11" fmla="*/ 50673 h 76924"/>
                <a:gd name="connsiteX12" fmla="*/ 119055 w 122625"/>
                <a:gd name="connsiteY12" fmla="*/ 48295 h 76924"/>
                <a:gd name="connsiteX13" fmla="*/ 114851 w 122625"/>
                <a:gd name="connsiteY13" fmla="*/ 52201 h 76924"/>
                <a:gd name="connsiteX14" fmla="*/ 95056 w 122625"/>
                <a:gd name="connsiteY14" fmla="*/ 71220 h 76924"/>
                <a:gd name="connsiteX15" fmla="*/ 89800 w 122625"/>
                <a:gd name="connsiteY15" fmla="*/ 64767 h 76924"/>
                <a:gd name="connsiteX16" fmla="*/ 92077 w 122625"/>
                <a:gd name="connsiteY16" fmla="*/ 55767 h 76924"/>
                <a:gd name="connsiteX17" fmla="*/ 103114 w 122625"/>
                <a:gd name="connsiteY17" fmla="*/ 20277 h 76924"/>
                <a:gd name="connsiteX18" fmla="*/ 77187 w 122625"/>
                <a:gd name="connsiteY18" fmla="*/ 69 h 76924"/>
                <a:gd name="connsiteX19" fmla="*/ 44078 w 122625"/>
                <a:gd name="connsiteY19" fmla="*/ 16880 h 76924"/>
                <a:gd name="connsiteX20" fmla="*/ 22706 w 122625"/>
                <a:gd name="connsiteY20" fmla="*/ 69 h 76924"/>
                <a:gd name="connsiteX21" fmla="*/ 108 w 122625"/>
                <a:gd name="connsiteY21" fmla="*/ 26390 h 76924"/>
                <a:gd name="connsiteX22" fmla="*/ 3787 w 122625"/>
                <a:gd name="connsiteY22" fmla="*/ 28767 h 76924"/>
                <a:gd name="connsiteX23" fmla="*/ 7816 w 122625"/>
                <a:gd name="connsiteY23" fmla="*/ 25541 h 76924"/>
                <a:gd name="connsiteX24" fmla="*/ 21830 w 122625"/>
                <a:gd name="connsiteY24" fmla="*/ 5843 h 76924"/>
                <a:gd name="connsiteX25" fmla="*/ 29013 w 122625"/>
                <a:gd name="connsiteY25" fmla="*/ 14843 h 76924"/>
                <a:gd name="connsiteX26" fmla="*/ 26210 w 122625"/>
                <a:gd name="connsiteY26" fmla="*/ 28088 h 76924"/>
                <a:gd name="connsiteX27" fmla="*/ 22356 w 122625"/>
                <a:gd name="connsiteY27" fmla="*/ 43371 h 76924"/>
                <a:gd name="connsiteX28" fmla="*/ 18327 w 122625"/>
                <a:gd name="connsiteY28" fmla="*/ 58484 h 76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625" h="76924">
                  <a:moveTo>
                    <a:pt x="18327" y="58484"/>
                  </a:moveTo>
                  <a:cubicBezTo>
                    <a:pt x="17276" y="62729"/>
                    <a:pt x="15349" y="70201"/>
                    <a:pt x="15349" y="71050"/>
                  </a:cubicBezTo>
                  <a:cubicBezTo>
                    <a:pt x="15349" y="74786"/>
                    <a:pt x="18502" y="76993"/>
                    <a:pt x="21830" y="76993"/>
                  </a:cubicBezTo>
                  <a:cubicBezTo>
                    <a:pt x="24458" y="76993"/>
                    <a:pt x="28312" y="75635"/>
                    <a:pt x="30239" y="71390"/>
                  </a:cubicBezTo>
                  <a:cubicBezTo>
                    <a:pt x="30414" y="70540"/>
                    <a:pt x="32516" y="62559"/>
                    <a:pt x="33567" y="58144"/>
                  </a:cubicBezTo>
                  <a:cubicBezTo>
                    <a:pt x="39524" y="35220"/>
                    <a:pt x="39524" y="34880"/>
                    <a:pt x="39874" y="34201"/>
                  </a:cubicBezTo>
                  <a:cubicBezTo>
                    <a:pt x="42151" y="29616"/>
                    <a:pt x="54764" y="5843"/>
                    <a:pt x="76136" y="5843"/>
                  </a:cubicBezTo>
                  <a:cubicBezTo>
                    <a:pt x="84720" y="5843"/>
                    <a:pt x="88399" y="10428"/>
                    <a:pt x="88399" y="18069"/>
                  </a:cubicBezTo>
                  <a:cubicBezTo>
                    <a:pt x="88399" y="27748"/>
                    <a:pt x="81041" y="45239"/>
                    <a:pt x="77012" y="54918"/>
                  </a:cubicBezTo>
                  <a:cubicBezTo>
                    <a:pt x="76136" y="56956"/>
                    <a:pt x="75260" y="59163"/>
                    <a:pt x="75260" y="62050"/>
                  </a:cubicBezTo>
                  <a:cubicBezTo>
                    <a:pt x="75260" y="70880"/>
                    <a:pt x="84019" y="76993"/>
                    <a:pt x="94355" y="76993"/>
                  </a:cubicBezTo>
                  <a:cubicBezTo>
                    <a:pt x="113099" y="76993"/>
                    <a:pt x="122734" y="54918"/>
                    <a:pt x="122734" y="50673"/>
                  </a:cubicBezTo>
                  <a:cubicBezTo>
                    <a:pt x="122734" y="48295"/>
                    <a:pt x="119756" y="48295"/>
                    <a:pt x="119055" y="48295"/>
                  </a:cubicBezTo>
                  <a:cubicBezTo>
                    <a:pt x="116077" y="48295"/>
                    <a:pt x="115902" y="48975"/>
                    <a:pt x="114851" y="52201"/>
                  </a:cubicBezTo>
                  <a:cubicBezTo>
                    <a:pt x="111522" y="62390"/>
                    <a:pt x="103464" y="71220"/>
                    <a:pt x="95056" y="71220"/>
                  </a:cubicBezTo>
                  <a:cubicBezTo>
                    <a:pt x="91026" y="71220"/>
                    <a:pt x="89800" y="68503"/>
                    <a:pt x="89800" y="64767"/>
                  </a:cubicBezTo>
                  <a:cubicBezTo>
                    <a:pt x="89800" y="61201"/>
                    <a:pt x="90501" y="59503"/>
                    <a:pt x="92077" y="55767"/>
                  </a:cubicBezTo>
                  <a:cubicBezTo>
                    <a:pt x="95056" y="48975"/>
                    <a:pt x="103114" y="29616"/>
                    <a:pt x="103114" y="20277"/>
                  </a:cubicBezTo>
                  <a:cubicBezTo>
                    <a:pt x="103114" y="7711"/>
                    <a:pt x="93829" y="69"/>
                    <a:pt x="77187" y="69"/>
                  </a:cubicBezTo>
                  <a:cubicBezTo>
                    <a:pt x="61246" y="69"/>
                    <a:pt x="50210" y="9409"/>
                    <a:pt x="44078" y="16880"/>
                  </a:cubicBezTo>
                  <a:cubicBezTo>
                    <a:pt x="43202" y="2956"/>
                    <a:pt x="29188" y="69"/>
                    <a:pt x="22706" y="69"/>
                  </a:cubicBezTo>
                  <a:cubicBezTo>
                    <a:pt x="5188" y="69"/>
                    <a:pt x="108" y="26050"/>
                    <a:pt x="108" y="26390"/>
                  </a:cubicBezTo>
                  <a:cubicBezTo>
                    <a:pt x="108" y="28767"/>
                    <a:pt x="2911" y="28767"/>
                    <a:pt x="3787" y="28767"/>
                  </a:cubicBezTo>
                  <a:cubicBezTo>
                    <a:pt x="6765" y="28767"/>
                    <a:pt x="7115" y="27748"/>
                    <a:pt x="7816" y="25541"/>
                  </a:cubicBezTo>
                  <a:cubicBezTo>
                    <a:pt x="10444" y="15692"/>
                    <a:pt x="14473" y="5843"/>
                    <a:pt x="21830" y="5843"/>
                  </a:cubicBezTo>
                  <a:cubicBezTo>
                    <a:pt x="27786" y="5843"/>
                    <a:pt x="29013" y="11277"/>
                    <a:pt x="29013" y="14843"/>
                  </a:cubicBezTo>
                  <a:cubicBezTo>
                    <a:pt x="29013" y="17220"/>
                    <a:pt x="27261" y="23673"/>
                    <a:pt x="26210" y="28088"/>
                  </a:cubicBezTo>
                  <a:cubicBezTo>
                    <a:pt x="24984" y="32673"/>
                    <a:pt x="23232" y="39635"/>
                    <a:pt x="22356" y="43371"/>
                  </a:cubicBezTo>
                  <a:lnTo>
                    <a:pt x="18327" y="5848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130" name="TextBox 129">
            <a:extLst>
              <a:ext uri="{FF2B5EF4-FFF2-40B4-BE49-F238E27FC236}">
                <a16:creationId xmlns:a16="http://schemas.microsoft.com/office/drawing/2014/main" id="{66EAF965-774C-2BF6-E31E-E4894479B756}"/>
              </a:ext>
            </a:extLst>
          </p:cNvPr>
          <p:cNvSpPr txBox="1"/>
          <p:nvPr/>
        </p:nvSpPr>
        <p:spPr>
          <a:xfrm>
            <a:off x="1416942" y="4946149"/>
            <a:ext cx="497272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Bajo la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hipótesis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nula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la variable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aleatoria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distribuye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así</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a:t>
            </a:r>
          </a:p>
        </p:txBody>
      </p:sp>
      <p:grpSp>
        <p:nvGrpSpPr>
          <p:cNvPr id="177" name="Group 176">
            <a:extLst>
              <a:ext uri="{FF2B5EF4-FFF2-40B4-BE49-F238E27FC236}">
                <a16:creationId xmlns:a16="http://schemas.microsoft.com/office/drawing/2014/main" id="{774459FF-7E45-5164-1E5E-CE1E050977E5}"/>
              </a:ext>
            </a:extLst>
          </p:cNvPr>
          <p:cNvGrpSpPr>
            <a:grpSpLocks noChangeAspect="1"/>
          </p:cNvGrpSpPr>
          <p:nvPr>
            <p:custDataLst>
              <p:tags r:id="rId4"/>
            </p:custDataLst>
          </p:nvPr>
        </p:nvGrpSpPr>
        <p:grpSpPr>
          <a:xfrm>
            <a:off x="2483495" y="5352550"/>
            <a:ext cx="1421009" cy="223120"/>
            <a:chOff x="9698021" y="7540136"/>
            <a:chExt cx="2847125" cy="447041"/>
          </a:xfrm>
        </p:grpSpPr>
        <p:sp>
          <p:nvSpPr>
            <p:cNvPr id="158" name="Freeform: Shape 157">
              <a:extLst>
                <a:ext uri="{FF2B5EF4-FFF2-40B4-BE49-F238E27FC236}">
                  <a16:creationId xmlns:a16="http://schemas.microsoft.com/office/drawing/2014/main" id="{727890ED-FAE3-7013-6315-BFEF3B8C3710}"/>
                </a:ext>
              </a:extLst>
            </p:cNvPr>
            <p:cNvSpPr/>
            <p:nvPr>
              <p:custDataLst>
                <p:tags r:id="rId32"/>
              </p:custDataLst>
            </p:nvPr>
          </p:nvSpPr>
          <p:spPr>
            <a:xfrm>
              <a:off x="9698021" y="7664841"/>
              <a:ext cx="207339" cy="210671"/>
            </a:xfrm>
            <a:custGeom>
              <a:avLst/>
              <a:gdLst>
                <a:gd name="connsiteX0" fmla="*/ 122956 w 207339"/>
                <a:gd name="connsiteY0" fmla="*/ 21846 h 210671"/>
                <a:gd name="connsiteX1" fmla="*/ 129969 w 207339"/>
                <a:gd name="connsiteY1" fmla="*/ 10332 h 210671"/>
                <a:gd name="connsiteX2" fmla="*/ 149178 w 207339"/>
                <a:gd name="connsiteY2" fmla="*/ 9710 h 210671"/>
                <a:gd name="connsiteX3" fmla="*/ 193695 w 207339"/>
                <a:gd name="connsiteY3" fmla="*/ 35227 h 210671"/>
                <a:gd name="connsiteX4" fmla="*/ 191256 w 207339"/>
                <a:gd name="connsiteY4" fmla="*/ 60122 h 210671"/>
                <a:gd name="connsiteX5" fmla="*/ 190341 w 207339"/>
                <a:gd name="connsiteY5" fmla="*/ 66034 h 210671"/>
                <a:gd name="connsiteX6" fmla="*/ 194000 w 207339"/>
                <a:gd name="connsiteY6" fmla="*/ 70080 h 210671"/>
                <a:gd name="connsiteX7" fmla="*/ 198574 w 207339"/>
                <a:gd name="connsiteY7" fmla="*/ 62923 h 210671"/>
                <a:gd name="connsiteX8" fmla="*/ 206807 w 207339"/>
                <a:gd name="connsiteY8" fmla="*/ 8777 h 210671"/>
                <a:gd name="connsiteX9" fmla="*/ 207416 w 207339"/>
                <a:gd name="connsiteY9" fmla="*/ 3486 h 210671"/>
                <a:gd name="connsiteX10" fmla="*/ 199184 w 207339"/>
                <a:gd name="connsiteY10" fmla="*/ 63 h 210671"/>
                <a:gd name="connsiteX11" fmla="*/ 29958 w 207339"/>
                <a:gd name="connsiteY11" fmla="*/ 63 h 210671"/>
                <a:gd name="connsiteX12" fmla="*/ 20201 w 207339"/>
                <a:gd name="connsiteY12" fmla="*/ 6287 h 210671"/>
                <a:gd name="connsiteX13" fmla="*/ 1906 w 207339"/>
                <a:gd name="connsiteY13" fmla="*/ 61055 h 210671"/>
                <a:gd name="connsiteX14" fmla="*/ 77 w 207339"/>
                <a:gd name="connsiteY14" fmla="*/ 66657 h 210671"/>
                <a:gd name="connsiteX15" fmla="*/ 3736 w 207339"/>
                <a:gd name="connsiteY15" fmla="*/ 70080 h 210671"/>
                <a:gd name="connsiteX16" fmla="*/ 8919 w 207339"/>
                <a:gd name="connsiteY16" fmla="*/ 63545 h 210671"/>
                <a:gd name="connsiteX17" fmla="*/ 78439 w 207339"/>
                <a:gd name="connsiteY17" fmla="*/ 9710 h 210671"/>
                <a:gd name="connsiteX18" fmla="*/ 90330 w 207339"/>
                <a:gd name="connsiteY18" fmla="*/ 9710 h 210671"/>
                <a:gd name="connsiteX19" fmla="*/ 98868 w 207339"/>
                <a:gd name="connsiteY19" fmla="*/ 13444 h 210671"/>
                <a:gd name="connsiteX20" fmla="*/ 97648 w 207339"/>
                <a:gd name="connsiteY20" fmla="*/ 19979 h 210671"/>
                <a:gd name="connsiteX21" fmla="*/ 56790 w 207339"/>
                <a:gd name="connsiteY21" fmla="*/ 186151 h 210671"/>
                <a:gd name="connsiteX22" fmla="*/ 20506 w 207339"/>
                <a:gd name="connsiteY22" fmla="*/ 201088 h 210671"/>
                <a:gd name="connsiteX23" fmla="*/ 7699 w 207339"/>
                <a:gd name="connsiteY23" fmla="*/ 207001 h 210671"/>
                <a:gd name="connsiteX24" fmla="*/ 12883 w 207339"/>
                <a:gd name="connsiteY24" fmla="*/ 210735 h 210671"/>
                <a:gd name="connsiteX25" fmla="*/ 37886 w 207339"/>
                <a:gd name="connsiteY25" fmla="*/ 210112 h 210671"/>
                <a:gd name="connsiteX26" fmla="*/ 63803 w 207339"/>
                <a:gd name="connsiteY26" fmla="*/ 209801 h 210671"/>
                <a:gd name="connsiteX27" fmla="*/ 89111 w 207339"/>
                <a:gd name="connsiteY27" fmla="*/ 210112 h 210671"/>
                <a:gd name="connsiteX28" fmla="*/ 115638 w 207339"/>
                <a:gd name="connsiteY28" fmla="*/ 210735 h 210671"/>
                <a:gd name="connsiteX29" fmla="*/ 122346 w 207339"/>
                <a:gd name="connsiteY29" fmla="*/ 204511 h 210671"/>
                <a:gd name="connsiteX30" fmla="*/ 111979 w 207339"/>
                <a:gd name="connsiteY30" fmla="*/ 201088 h 210671"/>
                <a:gd name="connsiteX31" fmla="*/ 92465 w 207339"/>
                <a:gd name="connsiteY31" fmla="*/ 200466 h 210671"/>
                <a:gd name="connsiteX32" fmla="*/ 81183 w 207339"/>
                <a:gd name="connsiteY32" fmla="*/ 193620 h 210671"/>
                <a:gd name="connsiteX33" fmla="*/ 82403 w 207339"/>
                <a:gd name="connsiteY33" fmla="*/ 187085 h 210671"/>
                <a:gd name="connsiteX34" fmla="*/ 122956 w 207339"/>
                <a:gd name="connsiteY34" fmla="*/ 21846 h 21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07339" h="210671">
                  <a:moveTo>
                    <a:pt x="122956" y="21846"/>
                  </a:moveTo>
                  <a:cubicBezTo>
                    <a:pt x="125090" y="13133"/>
                    <a:pt x="126310" y="11266"/>
                    <a:pt x="129969" y="10332"/>
                  </a:cubicBezTo>
                  <a:cubicBezTo>
                    <a:pt x="132713" y="9710"/>
                    <a:pt x="142775" y="9710"/>
                    <a:pt x="149178" y="9710"/>
                  </a:cubicBezTo>
                  <a:cubicBezTo>
                    <a:pt x="179974" y="9710"/>
                    <a:pt x="193695" y="10955"/>
                    <a:pt x="193695" y="35227"/>
                  </a:cubicBezTo>
                  <a:cubicBezTo>
                    <a:pt x="193695" y="39895"/>
                    <a:pt x="192476" y="52031"/>
                    <a:pt x="191256" y="60122"/>
                  </a:cubicBezTo>
                  <a:cubicBezTo>
                    <a:pt x="190951" y="61367"/>
                    <a:pt x="190341" y="65101"/>
                    <a:pt x="190341" y="66034"/>
                  </a:cubicBezTo>
                  <a:cubicBezTo>
                    <a:pt x="190341" y="67901"/>
                    <a:pt x="191256" y="70080"/>
                    <a:pt x="194000" y="70080"/>
                  </a:cubicBezTo>
                  <a:cubicBezTo>
                    <a:pt x="197354" y="70080"/>
                    <a:pt x="197964" y="67590"/>
                    <a:pt x="198574" y="62923"/>
                  </a:cubicBezTo>
                  <a:lnTo>
                    <a:pt x="206807" y="8777"/>
                  </a:lnTo>
                  <a:cubicBezTo>
                    <a:pt x="207111" y="7532"/>
                    <a:pt x="207416" y="4420"/>
                    <a:pt x="207416" y="3486"/>
                  </a:cubicBezTo>
                  <a:cubicBezTo>
                    <a:pt x="207416" y="63"/>
                    <a:pt x="204367" y="63"/>
                    <a:pt x="199184" y="63"/>
                  </a:cubicBezTo>
                  <a:lnTo>
                    <a:pt x="29958" y="63"/>
                  </a:lnTo>
                  <a:cubicBezTo>
                    <a:pt x="22640" y="63"/>
                    <a:pt x="22335" y="375"/>
                    <a:pt x="20201" y="6287"/>
                  </a:cubicBezTo>
                  <a:lnTo>
                    <a:pt x="1906" y="61055"/>
                  </a:lnTo>
                  <a:cubicBezTo>
                    <a:pt x="1601" y="61678"/>
                    <a:pt x="77" y="66034"/>
                    <a:pt x="77" y="66657"/>
                  </a:cubicBezTo>
                  <a:cubicBezTo>
                    <a:pt x="77" y="68524"/>
                    <a:pt x="1601" y="70080"/>
                    <a:pt x="3736" y="70080"/>
                  </a:cubicBezTo>
                  <a:cubicBezTo>
                    <a:pt x="6785" y="70080"/>
                    <a:pt x="7090" y="68524"/>
                    <a:pt x="8919" y="63545"/>
                  </a:cubicBezTo>
                  <a:cubicBezTo>
                    <a:pt x="25384" y="15311"/>
                    <a:pt x="33312" y="9710"/>
                    <a:pt x="78439" y="9710"/>
                  </a:cubicBezTo>
                  <a:lnTo>
                    <a:pt x="90330" y="9710"/>
                  </a:lnTo>
                  <a:cubicBezTo>
                    <a:pt x="98868" y="9710"/>
                    <a:pt x="98868" y="10955"/>
                    <a:pt x="98868" y="13444"/>
                  </a:cubicBezTo>
                  <a:cubicBezTo>
                    <a:pt x="98868" y="15311"/>
                    <a:pt x="97953" y="19046"/>
                    <a:pt x="97648" y="19979"/>
                  </a:cubicBezTo>
                  <a:lnTo>
                    <a:pt x="56790" y="186151"/>
                  </a:lnTo>
                  <a:cubicBezTo>
                    <a:pt x="54046" y="197665"/>
                    <a:pt x="53131" y="201088"/>
                    <a:pt x="20506" y="201088"/>
                  </a:cubicBezTo>
                  <a:cubicBezTo>
                    <a:pt x="9529" y="201088"/>
                    <a:pt x="7699" y="201088"/>
                    <a:pt x="7699" y="207001"/>
                  </a:cubicBezTo>
                  <a:cubicBezTo>
                    <a:pt x="7699" y="210735"/>
                    <a:pt x="11054" y="210735"/>
                    <a:pt x="12883" y="210735"/>
                  </a:cubicBezTo>
                  <a:cubicBezTo>
                    <a:pt x="21116" y="210735"/>
                    <a:pt x="29653" y="210112"/>
                    <a:pt x="37886" y="210112"/>
                  </a:cubicBezTo>
                  <a:cubicBezTo>
                    <a:pt x="46423" y="210112"/>
                    <a:pt x="55266" y="209801"/>
                    <a:pt x="63803" y="209801"/>
                  </a:cubicBezTo>
                  <a:cubicBezTo>
                    <a:pt x="72341" y="209801"/>
                    <a:pt x="80878" y="210112"/>
                    <a:pt x="89111" y="210112"/>
                  </a:cubicBezTo>
                  <a:cubicBezTo>
                    <a:pt x="97953" y="210112"/>
                    <a:pt x="107101" y="210735"/>
                    <a:pt x="115638" y="210735"/>
                  </a:cubicBezTo>
                  <a:cubicBezTo>
                    <a:pt x="118687" y="210735"/>
                    <a:pt x="122346" y="210735"/>
                    <a:pt x="122346" y="204511"/>
                  </a:cubicBezTo>
                  <a:cubicBezTo>
                    <a:pt x="122346" y="201088"/>
                    <a:pt x="119907" y="201088"/>
                    <a:pt x="111979" y="201088"/>
                  </a:cubicBezTo>
                  <a:cubicBezTo>
                    <a:pt x="104356" y="201088"/>
                    <a:pt x="100393" y="201088"/>
                    <a:pt x="92465" y="200466"/>
                  </a:cubicBezTo>
                  <a:cubicBezTo>
                    <a:pt x="83622" y="199532"/>
                    <a:pt x="81183" y="198599"/>
                    <a:pt x="81183" y="193620"/>
                  </a:cubicBezTo>
                  <a:cubicBezTo>
                    <a:pt x="81183" y="193309"/>
                    <a:pt x="81183" y="191753"/>
                    <a:pt x="82403" y="187085"/>
                  </a:cubicBezTo>
                  <a:lnTo>
                    <a:pt x="122956" y="21846"/>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9" name="Freeform: Shape 158">
              <a:extLst>
                <a:ext uri="{FF2B5EF4-FFF2-40B4-BE49-F238E27FC236}">
                  <a16:creationId xmlns:a16="http://schemas.microsoft.com/office/drawing/2014/main" id="{B9D973A2-3D6E-BE56-838E-87679DDEDF33}"/>
                </a:ext>
              </a:extLst>
            </p:cNvPr>
            <p:cNvSpPr/>
            <p:nvPr>
              <p:custDataLst>
                <p:tags r:id="rId33"/>
              </p:custDataLst>
            </p:nvPr>
          </p:nvSpPr>
          <p:spPr>
            <a:xfrm>
              <a:off x="10013006" y="7761308"/>
              <a:ext cx="202766" cy="72817"/>
            </a:xfrm>
            <a:custGeom>
              <a:avLst/>
              <a:gdLst>
                <a:gd name="connsiteX0" fmla="*/ 192486 w 202766"/>
                <a:gd name="connsiteY0" fmla="*/ 12511 h 72817"/>
                <a:gd name="connsiteX1" fmla="*/ 202853 w 202766"/>
                <a:gd name="connsiteY1" fmla="*/ 6287 h 72817"/>
                <a:gd name="connsiteX2" fmla="*/ 192791 w 202766"/>
                <a:gd name="connsiteY2" fmla="*/ 63 h 72817"/>
                <a:gd name="connsiteX3" fmla="*/ 10149 w 202766"/>
                <a:gd name="connsiteY3" fmla="*/ 63 h 72817"/>
                <a:gd name="connsiteX4" fmla="*/ 87 w 202766"/>
                <a:gd name="connsiteY4" fmla="*/ 6287 h 72817"/>
                <a:gd name="connsiteX5" fmla="*/ 10454 w 202766"/>
                <a:gd name="connsiteY5" fmla="*/ 12511 h 72817"/>
                <a:gd name="connsiteX6" fmla="*/ 192486 w 202766"/>
                <a:gd name="connsiteY6" fmla="*/ 12511 h 72817"/>
                <a:gd name="connsiteX7" fmla="*/ 192791 w 202766"/>
                <a:gd name="connsiteY7" fmla="*/ 72880 h 72817"/>
                <a:gd name="connsiteX8" fmla="*/ 202853 w 202766"/>
                <a:gd name="connsiteY8" fmla="*/ 66657 h 72817"/>
                <a:gd name="connsiteX9" fmla="*/ 192486 w 202766"/>
                <a:gd name="connsiteY9" fmla="*/ 60433 h 72817"/>
                <a:gd name="connsiteX10" fmla="*/ 10454 w 202766"/>
                <a:gd name="connsiteY10" fmla="*/ 60433 h 72817"/>
                <a:gd name="connsiteX11" fmla="*/ 87 w 202766"/>
                <a:gd name="connsiteY11" fmla="*/ 66657 h 72817"/>
                <a:gd name="connsiteX12" fmla="*/ 10149 w 202766"/>
                <a:gd name="connsiteY12" fmla="*/ 72880 h 72817"/>
                <a:gd name="connsiteX13" fmla="*/ 192791 w 202766"/>
                <a:gd name="connsiteY13" fmla="*/ 72880 h 72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2766" h="72817">
                  <a:moveTo>
                    <a:pt x="192486" y="12511"/>
                  </a:moveTo>
                  <a:cubicBezTo>
                    <a:pt x="197059" y="12511"/>
                    <a:pt x="202853" y="12511"/>
                    <a:pt x="202853" y="6287"/>
                  </a:cubicBezTo>
                  <a:cubicBezTo>
                    <a:pt x="202853" y="63"/>
                    <a:pt x="197059" y="63"/>
                    <a:pt x="192791" y="63"/>
                  </a:cubicBezTo>
                  <a:lnTo>
                    <a:pt x="10149" y="63"/>
                  </a:lnTo>
                  <a:cubicBezTo>
                    <a:pt x="5880" y="63"/>
                    <a:pt x="87" y="63"/>
                    <a:pt x="87" y="6287"/>
                  </a:cubicBezTo>
                  <a:cubicBezTo>
                    <a:pt x="87" y="12511"/>
                    <a:pt x="5880" y="12511"/>
                    <a:pt x="10454" y="12511"/>
                  </a:cubicBezTo>
                  <a:lnTo>
                    <a:pt x="192486" y="12511"/>
                  </a:lnTo>
                  <a:close/>
                  <a:moveTo>
                    <a:pt x="192791" y="72880"/>
                  </a:moveTo>
                  <a:cubicBezTo>
                    <a:pt x="197059" y="72880"/>
                    <a:pt x="202853" y="72880"/>
                    <a:pt x="202853" y="66657"/>
                  </a:cubicBezTo>
                  <a:cubicBezTo>
                    <a:pt x="202853" y="60433"/>
                    <a:pt x="197059" y="60433"/>
                    <a:pt x="192486" y="60433"/>
                  </a:cubicBezTo>
                  <a:lnTo>
                    <a:pt x="10454" y="60433"/>
                  </a:lnTo>
                  <a:cubicBezTo>
                    <a:pt x="5880" y="60433"/>
                    <a:pt x="87" y="60433"/>
                    <a:pt x="87" y="66657"/>
                  </a:cubicBezTo>
                  <a:cubicBezTo>
                    <a:pt x="87" y="72880"/>
                    <a:pt x="5880" y="72880"/>
                    <a:pt x="10149" y="72880"/>
                  </a:cubicBezTo>
                  <a:lnTo>
                    <a:pt x="192791" y="72880"/>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0" name="Freeform: Shape 159">
              <a:extLst>
                <a:ext uri="{FF2B5EF4-FFF2-40B4-BE49-F238E27FC236}">
                  <a16:creationId xmlns:a16="http://schemas.microsoft.com/office/drawing/2014/main" id="{91E7EC4E-5F00-E509-436C-6004F68BB6E8}"/>
                </a:ext>
              </a:extLst>
            </p:cNvPr>
            <p:cNvSpPr/>
            <p:nvPr>
              <p:custDataLst>
                <p:tags r:id="rId34"/>
              </p:custDataLst>
            </p:nvPr>
          </p:nvSpPr>
          <p:spPr>
            <a:xfrm>
              <a:off x="10374433" y="7556785"/>
              <a:ext cx="185264" cy="217828"/>
            </a:xfrm>
            <a:custGeom>
              <a:avLst/>
              <a:gdLst>
                <a:gd name="connsiteX0" fmla="*/ 74588 w 185264"/>
                <a:gd name="connsiteY0" fmla="*/ 194139 h 217828"/>
                <a:gd name="connsiteX1" fmla="*/ 32754 w 185264"/>
                <a:gd name="connsiteY1" fmla="*/ 109404 h 217828"/>
                <a:gd name="connsiteX2" fmla="*/ 29339 w 185264"/>
                <a:gd name="connsiteY2" fmla="*/ 105918 h 217828"/>
                <a:gd name="connsiteX3" fmla="*/ 25924 w 185264"/>
                <a:gd name="connsiteY3" fmla="*/ 107661 h 217828"/>
                <a:gd name="connsiteX4" fmla="*/ 3087 w 185264"/>
                <a:gd name="connsiteY4" fmla="*/ 123127 h 217828"/>
                <a:gd name="connsiteX5" fmla="*/ 98 w 185264"/>
                <a:gd name="connsiteY5" fmla="*/ 126830 h 217828"/>
                <a:gd name="connsiteX6" fmla="*/ 3087 w 185264"/>
                <a:gd name="connsiteY6" fmla="*/ 129879 h 217828"/>
                <a:gd name="connsiteX7" fmla="*/ 7142 w 185264"/>
                <a:gd name="connsiteY7" fmla="*/ 127919 h 217828"/>
                <a:gd name="connsiteX8" fmla="*/ 18241 w 185264"/>
                <a:gd name="connsiteY8" fmla="*/ 120077 h 217828"/>
                <a:gd name="connsiteX9" fmla="*/ 64984 w 185264"/>
                <a:gd name="connsiteY9" fmla="*/ 214179 h 217828"/>
                <a:gd name="connsiteX10" fmla="*/ 69893 w 185264"/>
                <a:gd name="connsiteY10" fmla="*/ 217882 h 217828"/>
                <a:gd name="connsiteX11" fmla="*/ 76296 w 185264"/>
                <a:gd name="connsiteY11" fmla="*/ 213743 h 217828"/>
                <a:gd name="connsiteX12" fmla="*/ 183655 w 185264"/>
                <a:gd name="connsiteY12" fmla="*/ 9856 h 217828"/>
                <a:gd name="connsiteX13" fmla="*/ 185362 w 185264"/>
                <a:gd name="connsiteY13" fmla="*/ 5499 h 217828"/>
                <a:gd name="connsiteX14" fmla="*/ 180240 w 185264"/>
                <a:gd name="connsiteY14" fmla="*/ 54 h 217828"/>
                <a:gd name="connsiteX15" fmla="*/ 174691 w 185264"/>
                <a:gd name="connsiteY15" fmla="*/ 4628 h 217828"/>
                <a:gd name="connsiteX16" fmla="*/ 74588 w 185264"/>
                <a:gd name="connsiteY16" fmla="*/ 194139 h 217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5264" h="217828">
                  <a:moveTo>
                    <a:pt x="74588" y="194139"/>
                  </a:moveTo>
                  <a:lnTo>
                    <a:pt x="32754" y="109404"/>
                  </a:lnTo>
                  <a:cubicBezTo>
                    <a:pt x="31687" y="107225"/>
                    <a:pt x="31047" y="105918"/>
                    <a:pt x="29339" y="105918"/>
                  </a:cubicBezTo>
                  <a:cubicBezTo>
                    <a:pt x="28486" y="105918"/>
                    <a:pt x="28059" y="105918"/>
                    <a:pt x="25924" y="107661"/>
                  </a:cubicBezTo>
                  <a:lnTo>
                    <a:pt x="3087" y="123127"/>
                  </a:lnTo>
                  <a:cubicBezTo>
                    <a:pt x="98" y="125087"/>
                    <a:pt x="98" y="126176"/>
                    <a:pt x="98" y="126830"/>
                  </a:cubicBezTo>
                  <a:cubicBezTo>
                    <a:pt x="98" y="128137"/>
                    <a:pt x="1166" y="129879"/>
                    <a:pt x="3087" y="129879"/>
                  </a:cubicBezTo>
                  <a:cubicBezTo>
                    <a:pt x="3940" y="129879"/>
                    <a:pt x="4367" y="129879"/>
                    <a:pt x="7142" y="127919"/>
                  </a:cubicBezTo>
                  <a:cubicBezTo>
                    <a:pt x="9490" y="126176"/>
                    <a:pt x="15679" y="121820"/>
                    <a:pt x="18241" y="120077"/>
                  </a:cubicBezTo>
                  <a:lnTo>
                    <a:pt x="64984" y="214179"/>
                  </a:lnTo>
                  <a:cubicBezTo>
                    <a:pt x="66478" y="217447"/>
                    <a:pt x="66904" y="217882"/>
                    <a:pt x="69893" y="217882"/>
                  </a:cubicBezTo>
                  <a:cubicBezTo>
                    <a:pt x="71814" y="217882"/>
                    <a:pt x="74161" y="217882"/>
                    <a:pt x="76296" y="213743"/>
                  </a:cubicBezTo>
                  <a:lnTo>
                    <a:pt x="183655" y="9856"/>
                  </a:lnTo>
                  <a:cubicBezTo>
                    <a:pt x="185362" y="7024"/>
                    <a:pt x="185362" y="6588"/>
                    <a:pt x="185362" y="5499"/>
                  </a:cubicBezTo>
                  <a:cubicBezTo>
                    <a:pt x="185362" y="2014"/>
                    <a:pt x="182588" y="54"/>
                    <a:pt x="180240" y="54"/>
                  </a:cubicBezTo>
                  <a:cubicBezTo>
                    <a:pt x="177038" y="54"/>
                    <a:pt x="175971" y="2014"/>
                    <a:pt x="174691" y="4628"/>
                  </a:cubicBezTo>
                  <a:lnTo>
                    <a:pt x="74588" y="194139"/>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1" name="Freeform: Shape 160">
              <a:extLst>
                <a:ext uri="{FF2B5EF4-FFF2-40B4-BE49-F238E27FC236}">
                  <a16:creationId xmlns:a16="http://schemas.microsoft.com/office/drawing/2014/main" id="{C7DC8F40-B581-F32C-4B29-FBF4488BFA50}"/>
                </a:ext>
              </a:extLst>
            </p:cNvPr>
            <p:cNvSpPr/>
            <p:nvPr>
              <p:custDataLst>
                <p:tags r:id="rId35"/>
              </p:custDataLst>
            </p:nvPr>
          </p:nvSpPr>
          <p:spPr>
            <a:xfrm>
              <a:off x="10554680" y="7556879"/>
              <a:ext cx="150727" cy="10579"/>
            </a:xfrm>
            <a:custGeom>
              <a:avLst/>
              <a:gdLst>
                <a:gd name="connsiteX0" fmla="*/ 0 w 150727"/>
                <a:gd name="connsiteY0" fmla="*/ 0 h 10579"/>
                <a:gd name="connsiteX1" fmla="*/ 150728 w 150727"/>
                <a:gd name="connsiteY1" fmla="*/ 0 h 10579"/>
                <a:gd name="connsiteX2" fmla="*/ 150728 w 150727"/>
                <a:gd name="connsiteY2" fmla="*/ 10580 h 10579"/>
                <a:gd name="connsiteX3" fmla="*/ 0 w 150727"/>
                <a:gd name="connsiteY3" fmla="*/ 10580 h 10579"/>
              </a:gdLst>
              <a:ahLst/>
              <a:cxnLst>
                <a:cxn ang="0">
                  <a:pos x="connsiteX0" y="connsiteY0"/>
                </a:cxn>
                <a:cxn ang="0">
                  <a:pos x="connsiteX1" y="connsiteY1"/>
                </a:cxn>
                <a:cxn ang="0">
                  <a:pos x="connsiteX2" y="connsiteY2"/>
                </a:cxn>
                <a:cxn ang="0">
                  <a:pos x="connsiteX3" y="connsiteY3"/>
                </a:cxn>
              </a:cxnLst>
              <a:rect l="l" t="t" r="r" b="b"/>
              <a:pathLst>
                <a:path w="150727" h="10579">
                  <a:moveTo>
                    <a:pt x="0" y="0"/>
                  </a:moveTo>
                  <a:lnTo>
                    <a:pt x="150728" y="0"/>
                  </a:lnTo>
                  <a:lnTo>
                    <a:pt x="150728" y="10580"/>
                  </a:lnTo>
                  <a:lnTo>
                    <a:pt x="0" y="10580"/>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2" name="Freeform: Shape 161">
              <a:extLst>
                <a:ext uri="{FF2B5EF4-FFF2-40B4-BE49-F238E27FC236}">
                  <a16:creationId xmlns:a16="http://schemas.microsoft.com/office/drawing/2014/main" id="{91C397DC-9FB5-A218-BE10-23B7353C69BE}"/>
                </a:ext>
              </a:extLst>
            </p:cNvPr>
            <p:cNvSpPr/>
            <p:nvPr>
              <p:custDataLst>
                <p:tags r:id="rId36"/>
              </p:custDataLst>
            </p:nvPr>
          </p:nvSpPr>
          <p:spPr>
            <a:xfrm>
              <a:off x="10564712" y="7628527"/>
              <a:ext cx="130410" cy="98240"/>
            </a:xfrm>
            <a:custGeom>
              <a:avLst/>
              <a:gdLst>
                <a:gd name="connsiteX0" fmla="*/ 16113 w 130410"/>
                <a:gd name="connsiteY0" fmla="*/ 82398 h 98240"/>
                <a:gd name="connsiteX1" fmla="*/ 13978 w 130410"/>
                <a:gd name="connsiteY1" fmla="*/ 91329 h 98240"/>
                <a:gd name="connsiteX2" fmla="*/ 21235 w 130410"/>
                <a:gd name="connsiteY2" fmla="*/ 98299 h 98240"/>
                <a:gd name="connsiteX3" fmla="*/ 29559 w 130410"/>
                <a:gd name="connsiteY3" fmla="*/ 93507 h 98240"/>
                <a:gd name="connsiteX4" fmla="*/ 33401 w 130410"/>
                <a:gd name="connsiteY4" fmla="*/ 80002 h 98240"/>
                <a:gd name="connsiteX5" fmla="*/ 38097 w 130410"/>
                <a:gd name="connsiteY5" fmla="*/ 60397 h 98240"/>
                <a:gd name="connsiteX6" fmla="*/ 41725 w 130410"/>
                <a:gd name="connsiteY6" fmla="*/ 45803 h 98240"/>
                <a:gd name="connsiteX7" fmla="*/ 50690 w 130410"/>
                <a:gd name="connsiteY7" fmla="*/ 26198 h 98240"/>
                <a:gd name="connsiteX8" fmla="*/ 82705 w 130410"/>
                <a:gd name="connsiteY8" fmla="*/ 6158 h 98240"/>
                <a:gd name="connsiteX9" fmla="*/ 95298 w 130410"/>
                <a:gd name="connsiteY9" fmla="*/ 21406 h 98240"/>
                <a:gd name="connsiteX10" fmla="*/ 82705 w 130410"/>
                <a:gd name="connsiteY10" fmla="*/ 67803 h 98240"/>
                <a:gd name="connsiteX11" fmla="*/ 79504 w 130410"/>
                <a:gd name="connsiteY11" fmla="*/ 79566 h 98240"/>
                <a:gd name="connsiteX12" fmla="*/ 99780 w 130410"/>
                <a:gd name="connsiteY12" fmla="*/ 98299 h 98240"/>
                <a:gd name="connsiteX13" fmla="*/ 130515 w 130410"/>
                <a:gd name="connsiteY13" fmla="*/ 64972 h 98240"/>
                <a:gd name="connsiteX14" fmla="*/ 127100 w 130410"/>
                <a:gd name="connsiteY14" fmla="*/ 62140 h 98240"/>
                <a:gd name="connsiteX15" fmla="*/ 123045 w 130410"/>
                <a:gd name="connsiteY15" fmla="*/ 65843 h 98240"/>
                <a:gd name="connsiteX16" fmla="*/ 100421 w 130410"/>
                <a:gd name="connsiteY16" fmla="*/ 92200 h 98240"/>
                <a:gd name="connsiteX17" fmla="*/ 95085 w 130410"/>
                <a:gd name="connsiteY17" fmla="*/ 84576 h 98240"/>
                <a:gd name="connsiteX18" fmla="*/ 99994 w 130410"/>
                <a:gd name="connsiteY18" fmla="*/ 66932 h 98240"/>
                <a:gd name="connsiteX19" fmla="*/ 111306 w 130410"/>
                <a:gd name="connsiteY19" fmla="*/ 24891 h 98240"/>
                <a:gd name="connsiteX20" fmla="*/ 83559 w 130410"/>
                <a:gd name="connsiteY20" fmla="*/ 59 h 98240"/>
                <a:gd name="connsiteX21" fmla="*/ 47488 w 130410"/>
                <a:gd name="connsiteY21" fmla="*/ 19881 h 98240"/>
                <a:gd name="connsiteX22" fmla="*/ 24650 w 130410"/>
                <a:gd name="connsiteY22" fmla="*/ 59 h 98240"/>
                <a:gd name="connsiteX23" fmla="*/ 7789 w 130410"/>
                <a:gd name="connsiteY23" fmla="*/ 11821 h 98240"/>
                <a:gd name="connsiteX24" fmla="*/ 105 w 130410"/>
                <a:gd name="connsiteY24" fmla="*/ 33386 h 98240"/>
                <a:gd name="connsiteX25" fmla="*/ 3733 w 130410"/>
                <a:gd name="connsiteY25" fmla="*/ 36218 h 98240"/>
                <a:gd name="connsiteX26" fmla="*/ 8429 w 130410"/>
                <a:gd name="connsiteY26" fmla="*/ 29683 h 98240"/>
                <a:gd name="connsiteX27" fmla="*/ 24010 w 130410"/>
                <a:gd name="connsiteY27" fmla="*/ 6158 h 98240"/>
                <a:gd name="connsiteX28" fmla="*/ 31053 w 130410"/>
                <a:gd name="connsiteY28" fmla="*/ 16831 h 98240"/>
                <a:gd name="connsiteX29" fmla="*/ 27638 w 130410"/>
                <a:gd name="connsiteY29" fmla="*/ 34911 h 98240"/>
                <a:gd name="connsiteX30" fmla="*/ 22943 w 130410"/>
                <a:gd name="connsiteY30" fmla="*/ 54516 h 98240"/>
                <a:gd name="connsiteX31" fmla="*/ 16113 w 130410"/>
                <a:gd name="connsiteY31" fmla="*/ 82398 h 98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0410" h="98240">
                  <a:moveTo>
                    <a:pt x="16113" y="82398"/>
                  </a:moveTo>
                  <a:cubicBezTo>
                    <a:pt x="15259" y="85230"/>
                    <a:pt x="13978" y="90675"/>
                    <a:pt x="13978" y="91329"/>
                  </a:cubicBezTo>
                  <a:cubicBezTo>
                    <a:pt x="13978" y="96121"/>
                    <a:pt x="17820" y="98299"/>
                    <a:pt x="21235" y="98299"/>
                  </a:cubicBezTo>
                  <a:cubicBezTo>
                    <a:pt x="25077" y="98299"/>
                    <a:pt x="28492" y="95468"/>
                    <a:pt x="29559" y="93507"/>
                  </a:cubicBezTo>
                  <a:cubicBezTo>
                    <a:pt x="30627" y="91547"/>
                    <a:pt x="32334" y="84576"/>
                    <a:pt x="33401" y="80002"/>
                  </a:cubicBezTo>
                  <a:cubicBezTo>
                    <a:pt x="34468" y="75863"/>
                    <a:pt x="36816" y="65843"/>
                    <a:pt x="38097" y="60397"/>
                  </a:cubicBezTo>
                  <a:cubicBezTo>
                    <a:pt x="39378" y="55605"/>
                    <a:pt x="40658" y="50813"/>
                    <a:pt x="41725" y="45803"/>
                  </a:cubicBezTo>
                  <a:cubicBezTo>
                    <a:pt x="44073" y="36872"/>
                    <a:pt x="44500" y="35129"/>
                    <a:pt x="50690" y="26198"/>
                  </a:cubicBezTo>
                  <a:cubicBezTo>
                    <a:pt x="56666" y="17485"/>
                    <a:pt x="66698" y="6158"/>
                    <a:pt x="82705" y="6158"/>
                  </a:cubicBezTo>
                  <a:cubicBezTo>
                    <a:pt x="95085" y="6158"/>
                    <a:pt x="95298" y="17267"/>
                    <a:pt x="95298" y="21406"/>
                  </a:cubicBezTo>
                  <a:cubicBezTo>
                    <a:pt x="95298" y="34476"/>
                    <a:pt x="86120" y="58654"/>
                    <a:pt x="82705" y="67803"/>
                  </a:cubicBezTo>
                  <a:cubicBezTo>
                    <a:pt x="80358" y="73902"/>
                    <a:pt x="79504" y="75863"/>
                    <a:pt x="79504" y="79566"/>
                  </a:cubicBezTo>
                  <a:cubicBezTo>
                    <a:pt x="79504" y="91111"/>
                    <a:pt x="88895" y="98299"/>
                    <a:pt x="99780" y="98299"/>
                  </a:cubicBezTo>
                  <a:cubicBezTo>
                    <a:pt x="121124" y="98299"/>
                    <a:pt x="130515" y="68239"/>
                    <a:pt x="130515" y="64972"/>
                  </a:cubicBezTo>
                  <a:cubicBezTo>
                    <a:pt x="130515" y="62140"/>
                    <a:pt x="127741" y="62140"/>
                    <a:pt x="127100" y="62140"/>
                  </a:cubicBezTo>
                  <a:cubicBezTo>
                    <a:pt x="124112" y="62140"/>
                    <a:pt x="123899" y="63447"/>
                    <a:pt x="123045" y="65843"/>
                  </a:cubicBezTo>
                  <a:cubicBezTo>
                    <a:pt x="118136" y="83269"/>
                    <a:pt x="108958" y="92200"/>
                    <a:pt x="100421" y="92200"/>
                  </a:cubicBezTo>
                  <a:cubicBezTo>
                    <a:pt x="95939" y="92200"/>
                    <a:pt x="95085" y="89150"/>
                    <a:pt x="95085" y="84576"/>
                  </a:cubicBezTo>
                  <a:cubicBezTo>
                    <a:pt x="95085" y="79566"/>
                    <a:pt x="96152" y="76734"/>
                    <a:pt x="99994" y="66932"/>
                  </a:cubicBezTo>
                  <a:cubicBezTo>
                    <a:pt x="102555" y="60179"/>
                    <a:pt x="111306" y="37089"/>
                    <a:pt x="111306" y="24891"/>
                  </a:cubicBezTo>
                  <a:cubicBezTo>
                    <a:pt x="111306" y="3762"/>
                    <a:pt x="94871" y="59"/>
                    <a:pt x="83559" y="59"/>
                  </a:cubicBezTo>
                  <a:cubicBezTo>
                    <a:pt x="65844" y="59"/>
                    <a:pt x="53891" y="11168"/>
                    <a:pt x="47488" y="19881"/>
                  </a:cubicBezTo>
                  <a:cubicBezTo>
                    <a:pt x="45994" y="4851"/>
                    <a:pt x="33401" y="59"/>
                    <a:pt x="24650" y="59"/>
                  </a:cubicBezTo>
                  <a:cubicBezTo>
                    <a:pt x="15472" y="59"/>
                    <a:pt x="10563" y="6811"/>
                    <a:pt x="7789" y="11821"/>
                  </a:cubicBezTo>
                  <a:cubicBezTo>
                    <a:pt x="3093" y="19881"/>
                    <a:pt x="105" y="32297"/>
                    <a:pt x="105" y="33386"/>
                  </a:cubicBezTo>
                  <a:cubicBezTo>
                    <a:pt x="105" y="36218"/>
                    <a:pt x="3093" y="36218"/>
                    <a:pt x="3733" y="36218"/>
                  </a:cubicBezTo>
                  <a:cubicBezTo>
                    <a:pt x="6722" y="36218"/>
                    <a:pt x="6935" y="35565"/>
                    <a:pt x="8429" y="29683"/>
                  </a:cubicBezTo>
                  <a:cubicBezTo>
                    <a:pt x="11631" y="16831"/>
                    <a:pt x="15686" y="6158"/>
                    <a:pt x="24010" y="6158"/>
                  </a:cubicBezTo>
                  <a:cubicBezTo>
                    <a:pt x="29559" y="6158"/>
                    <a:pt x="31053" y="10950"/>
                    <a:pt x="31053" y="16831"/>
                  </a:cubicBezTo>
                  <a:cubicBezTo>
                    <a:pt x="31053" y="20970"/>
                    <a:pt x="29132" y="29030"/>
                    <a:pt x="27638" y="34911"/>
                  </a:cubicBezTo>
                  <a:cubicBezTo>
                    <a:pt x="26144" y="40793"/>
                    <a:pt x="24010" y="49723"/>
                    <a:pt x="22943" y="54516"/>
                  </a:cubicBezTo>
                  <a:lnTo>
                    <a:pt x="16113" y="8239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3" name="Freeform: Shape 162">
              <a:extLst>
                <a:ext uri="{FF2B5EF4-FFF2-40B4-BE49-F238E27FC236}">
                  <a16:creationId xmlns:a16="http://schemas.microsoft.com/office/drawing/2014/main" id="{C43196CF-564D-E310-1B27-4207289B6B9D}"/>
                </a:ext>
              </a:extLst>
            </p:cNvPr>
            <p:cNvSpPr/>
            <p:nvPr>
              <p:custDataLst>
                <p:tags r:id="rId37"/>
              </p:custDataLst>
            </p:nvPr>
          </p:nvSpPr>
          <p:spPr>
            <a:xfrm>
              <a:off x="10729953" y="7561218"/>
              <a:ext cx="55493" cy="217610"/>
            </a:xfrm>
            <a:custGeom>
              <a:avLst/>
              <a:gdLst>
                <a:gd name="connsiteX0" fmla="*/ 51335 w 55493"/>
                <a:gd name="connsiteY0" fmla="*/ 59 h 217610"/>
                <a:gd name="connsiteX1" fmla="*/ 110 w 55493"/>
                <a:gd name="connsiteY1" fmla="*/ 108755 h 217610"/>
                <a:gd name="connsiteX2" fmla="*/ 51335 w 55493"/>
                <a:gd name="connsiteY2" fmla="*/ 217669 h 217610"/>
                <a:gd name="connsiteX3" fmla="*/ 55604 w 55493"/>
                <a:gd name="connsiteY3" fmla="*/ 215055 h 217610"/>
                <a:gd name="connsiteX4" fmla="*/ 53469 w 55493"/>
                <a:gd name="connsiteY4" fmla="*/ 211788 h 217610"/>
                <a:gd name="connsiteX5" fmla="*/ 14624 w 55493"/>
                <a:gd name="connsiteY5" fmla="*/ 108973 h 217610"/>
                <a:gd name="connsiteX6" fmla="*/ 54110 w 55493"/>
                <a:gd name="connsiteY6" fmla="*/ 5286 h 217610"/>
                <a:gd name="connsiteX7" fmla="*/ 55604 w 55493"/>
                <a:gd name="connsiteY7" fmla="*/ 2673 h 217610"/>
                <a:gd name="connsiteX8" fmla="*/ 51335 w 55493"/>
                <a:gd name="connsiteY8" fmla="*/ 59 h 217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493" h="217610">
                  <a:moveTo>
                    <a:pt x="51335" y="59"/>
                  </a:moveTo>
                  <a:cubicBezTo>
                    <a:pt x="10782" y="29248"/>
                    <a:pt x="110" y="75427"/>
                    <a:pt x="110" y="108755"/>
                  </a:cubicBezTo>
                  <a:cubicBezTo>
                    <a:pt x="110" y="139469"/>
                    <a:pt x="9074" y="187173"/>
                    <a:pt x="51335" y="217669"/>
                  </a:cubicBezTo>
                  <a:cubicBezTo>
                    <a:pt x="53042" y="217669"/>
                    <a:pt x="55604" y="217669"/>
                    <a:pt x="55604" y="215055"/>
                  </a:cubicBezTo>
                  <a:cubicBezTo>
                    <a:pt x="55604" y="213748"/>
                    <a:pt x="54963" y="213313"/>
                    <a:pt x="53469" y="211788"/>
                  </a:cubicBezTo>
                  <a:cubicBezTo>
                    <a:pt x="25082" y="185649"/>
                    <a:pt x="14624" y="148618"/>
                    <a:pt x="14624" y="108973"/>
                  </a:cubicBezTo>
                  <a:cubicBezTo>
                    <a:pt x="14624" y="50159"/>
                    <a:pt x="36608" y="21406"/>
                    <a:pt x="54110" y="5286"/>
                  </a:cubicBezTo>
                  <a:cubicBezTo>
                    <a:pt x="54963" y="4415"/>
                    <a:pt x="55604" y="3762"/>
                    <a:pt x="55604" y="2673"/>
                  </a:cubicBezTo>
                  <a:cubicBezTo>
                    <a:pt x="55604" y="59"/>
                    <a:pt x="53042" y="59"/>
                    <a:pt x="51335" y="5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4" name="Freeform: Shape 163">
              <a:extLst>
                <a:ext uri="{FF2B5EF4-FFF2-40B4-BE49-F238E27FC236}">
                  <a16:creationId xmlns:a16="http://schemas.microsoft.com/office/drawing/2014/main" id="{C9BCFA72-602E-EBC7-2098-E8C8A39B84FA}"/>
                </a:ext>
              </a:extLst>
            </p:cNvPr>
            <p:cNvSpPr/>
            <p:nvPr>
              <p:custDataLst>
                <p:tags r:id="rId38"/>
              </p:custDataLst>
            </p:nvPr>
          </p:nvSpPr>
          <p:spPr>
            <a:xfrm>
              <a:off x="10855986" y="7540136"/>
              <a:ext cx="84948" cy="8277"/>
            </a:xfrm>
            <a:custGeom>
              <a:avLst/>
              <a:gdLst>
                <a:gd name="connsiteX0" fmla="*/ 85062 w 84948"/>
                <a:gd name="connsiteY0" fmla="*/ 8334 h 8277"/>
                <a:gd name="connsiteX1" fmla="*/ 85062 w 84948"/>
                <a:gd name="connsiteY1" fmla="*/ 57 h 8277"/>
                <a:gd name="connsiteX2" fmla="*/ 114 w 84948"/>
                <a:gd name="connsiteY2" fmla="*/ 57 h 8277"/>
                <a:gd name="connsiteX3" fmla="*/ 114 w 84948"/>
                <a:gd name="connsiteY3" fmla="*/ 8334 h 8277"/>
                <a:gd name="connsiteX4" fmla="*/ 85062 w 84948"/>
                <a:gd name="connsiteY4" fmla="*/ 8334 h 8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948" h="8277">
                  <a:moveTo>
                    <a:pt x="85062" y="8334"/>
                  </a:moveTo>
                  <a:lnTo>
                    <a:pt x="85062" y="57"/>
                  </a:lnTo>
                  <a:lnTo>
                    <a:pt x="114" y="57"/>
                  </a:lnTo>
                  <a:lnTo>
                    <a:pt x="114" y="8334"/>
                  </a:lnTo>
                  <a:lnTo>
                    <a:pt x="85062" y="833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5" name="Freeform: Shape 164">
              <a:extLst>
                <a:ext uri="{FF2B5EF4-FFF2-40B4-BE49-F238E27FC236}">
                  <a16:creationId xmlns:a16="http://schemas.microsoft.com/office/drawing/2014/main" id="{13B6D259-A890-82E5-648A-72A8FAD6190E}"/>
                </a:ext>
              </a:extLst>
            </p:cNvPr>
            <p:cNvSpPr/>
            <p:nvPr>
              <p:custDataLst>
                <p:tags r:id="rId39"/>
              </p:custDataLst>
            </p:nvPr>
          </p:nvSpPr>
          <p:spPr>
            <a:xfrm>
              <a:off x="10813073" y="7575812"/>
              <a:ext cx="169683" cy="148776"/>
            </a:xfrm>
            <a:custGeom>
              <a:avLst/>
              <a:gdLst>
                <a:gd name="connsiteX0" fmla="*/ 132444 w 169683"/>
                <a:gd name="connsiteY0" fmla="*/ 26198 h 148776"/>
                <a:gd name="connsiteX1" fmla="*/ 145464 w 169683"/>
                <a:gd name="connsiteY1" fmla="*/ 14653 h 148776"/>
                <a:gd name="connsiteX2" fmla="*/ 164887 w 169683"/>
                <a:gd name="connsiteY2" fmla="*/ 7900 h 148776"/>
                <a:gd name="connsiteX3" fmla="*/ 169796 w 169683"/>
                <a:gd name="connsiteY3" fmla="*/ 3108 h 148776"/>
                <a:gd name="connsiteX4" fmla="*/ 166808 w 169683"/>
                <a:gd name="connsiteY4" fmla="*/ 59 h 148776"/>
                <a:gd name="connsiteX5" fmla="*/ 149520 w 169683"/>
                <a:gd name="connsiteY5" fmla="*/ 930 h 148776"/>
                <a:gd name="connsiteX6" fmla="*/ 127322 w 169683"/>
                <a:gd name="connsiteY6" fmla="*/ 59 h 148776"/>
                <a:gd name="connsiteX7" fmla="*/ 123053 w 169683"/>
                <a:gd name="connsiteY7" fmla="*/ 4851 h 148776"/>
                <a:gd name="connsiteX8" fmla="*/ 126895 w 169683"/>
                <a:gd name="connsiteY8" fmla="*/ 7900 h 148776"/>
                <a:gd name="connsiteX9" fmla="*/ 133085 w 169683"/>
                <a:gd name="connsiteY9" fmla="*/ 12039 h 148776"/>
                <a:gd name="connsiteX10" fmla="*/ 130310 w 169683"/>
                <a:gd name="connsiteY10" fmla="*/ 17703 h 148776"/>
                <a:gd name="connsiteX11" fmla="*/ 126682 w 169683"/>
                <a:gd name="connsiteY11" fmla="*/ 22495 h 148776"/>
                <a:gd name="connsiteX12" fmla="*/ 73322 w 169683"/>
                <a:gd name="connsiteY12" fmla="*/ 79348 h 148776"/>
                <a:gd name="connsiteX13" fmla="*/ 45148 w 169683"/>
                <a:gd name="connsiteY13" fmla="*/ 15524 h 148776"/>
                <a:gd name="connsiteX14" fmla="*/ 43654 w 169683"/>
                <a:gd name="connsiteY14" fmla="*/ 11821 h 148776"/>
                <a:gd name="connsiteX15" fmla="*/ 55180 w 169683"/>
                <a:gd name="connsiteY15" fmla="*/ 7900 h 148776"/>
                <a:gd name="connsiteX16" fmla="*/ 60729 w 169683"/>
                <a:gd name="connsiteY16" fmla="*/ 3108 h 148776"/>
                <a:gd name="connsiteX17" fmla="*/ 57314 w 169683"/>
                <a:gd name="connsiteY17" fmla="*/ 59 h 148776"/>
                <a:gd name="connsiteX18" fmla="*/ 28714 w 169683"/>
                <a:gd name="connsiteY18" fmla="*/ 930 h 148776"/>
                <a:gd name="connsiteX19" fmla="*/ 4382 w 169683"/>
                <a:gd name="connsiteY19" fmla="*/ 59 h 148776"/>
                <a:gd name="connsiteX20" fmla="*/ 113 w 169683"/>
                <a:gd name="connsiteY20" fmla="*/ 4851 h 148776"/>
                <a:gd name="connsiteX21" fmla="*/ 5876 w 169683"/>
                <a:gd name="connsiteY21" fmla="*/ 7900 h 148776"/>
                <a:gd name="connsiteX22" fmla="*/ 21243 w 169683"/>
                <a:gd name="connsiteY22" fmla="*/ 14653 h 148776"/>
                <a:gd name="connsiteX23" fmla="*/ 54326 w 169683"/>
                <a:gd name="connsiteY23" fmla="*/ 89150 h 148776"/>
                <a:gd name="connsiteX24" fmla="*/ 44721 w 169683"/>
                <a:gd name="connsiteY24" fmla="*/ 129013 h 148776"/>
                <a:gd name="connsiteX25" fmla="*/ 25085 w 169683"/>
                <a:gd name="connsiteY25" fmla="*/ 140994 h 148776"/>
                <a:gd name="connsiteX26" fmla="*/ 18682 w 169683"/>
                <a:gd name="connsiteY26" fmla="*/ 145568 h 148776"/>
                <a:gd name="connsiteX27" fmla="*/ 22097 w 169683"/>
                <a:gd name="connsiteY27" fmla="*/ 148836 h 148776"/>
                <a:gd name="connsiteX28" fmla="*/ 35330 w 169683"/>
                <a:gd name="connsiteY28" fmla="*/ 148182 h 148776"/>
                <a:gd name="connsiteX29" fmla="*/ 49417 w 169683"/>
                <a:gd name="connsiteY29" fmla="*/ 147964 h 148776"/>
                <a:gd name="connsiteX30" fmla="*/ 63077 w 169683"/>
                <a:gd name="connsiteY30" fmla="*/ 148182 h 148776"/>
                <a:gd name="connsiteX31" fmla="*/ 77378 w 169683"/>
                <a:gd name="connsiteY31" fmla="*/ 148836 h 148776"/>
                <a:gd name="connsiteX32" fmla="*/ 82073 w 169683"/>
                <a:gd name="connsiteY32" fmla="*/ 144043 h 148776"/>
                <a:gd name="connsiteX33" fmla="*/ 74816 w 169683"/>
                <a:gd name="connsiteY33" fmla="*/ 140994 h 148776"/>
                <a:gd name="connsiteX34" fmla="*/ 66706 w 169683"/>
                <a:gd name="connsiteY34" fmla="*/ 140558 h 148776"/>
                <a:gd name="connsiteX35" fmla="*/ 62010 w 169683"/>
                <a:gd name="connsiteY35" fmla="*/ 137508 h 148776"/>
                <a:gd name="connsiteX36" fmla="*/ 66065 w 169683"/>
                <a:gd name="connsiteY36" fmla="*/ 119864 h 148776"/>
                <a:gd name="connsiteX37" fmla="*/ 72682 w 169683"/>
                <a:gd name="connsiteY37" fmla="*/ 93071 h 148776"/>
                <a:gd name="connsiteX38" fmla="*/ 75670 w 169683"/>
                <a:gd name="connsiteY38" fmla="*/ 87190 h 148776"/>
                <a:gd name="connsiteX39" fmla="*/ 132444 w 169683"/>
                <a:gd name="connsiteY39" fmla="*/ 26198 h 148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9683" h="148776">
                  <a:moveTo>
                    <a:pt x="132444" y="26198"/>
                  </a:moveTo>
                  <a:cubicBezTo>
                    <a:pt x="136500" y="21841"/>
                    <a:pt x="140769" y="17920"/>
                    <a:pt x="145464" y="14653"/>
                  </a:cubicBezTo>
                  <a:cubicBezTo>
                    <a:pt x="154215" y="8554"/>
                    <a:pt x="162112" y="8118"/>
                    <a:pt x="164887" y="7900"/>
                  </a:cubicBezTo>
                  <a:cubicBezTo>
                    <a:pt x="167235" y="7683"/>
                    <a:pt x="169796" y="7683"/>
                    <a:pt x="169796" y="3108"/>
                  </a:cubicBezTo>
                  <a:cubicBezTo>
                    <a:pt x="169796" y="1583"/>
                    <a:pt x="168515" y="59"/>
                    <a:pt x="166808" y="59"/>
                  </a:cubicBezTo>
                  <a:cubicBezTo>
                    <a:pt x="161472" y="59"/>
                    <a:pt x="155069" y="930"/>
                    <a:pt x="149520" y="930"/>
                  </a:cubicBezTo>
                  <a:cubicBezTo>
                    <a:pt x="142690" y="930"/>
                    <a:pt x="133725" y="59"/>
                    <a:pt x="127322" y="59"/>
                  </a:cubicBezTo>
                  <a:cubicBezTo>
                    <a:pt x="126255" y="59"/>
                    <a:pt x="123053" y="59"/>
                    <a:pt x="123053" y="4851"/>
                  </a:cubicBezTo>
                  <a:cubicBezTo>
                    <a:pt x="123053" y="7683"/>
                    <a:pt x="125828" y="7900"/>
                    <a:pt x="126895" y="7900"/>
                  </a:cubicBezTo>
                  <a:cubicBezTo>
                    <a:pt x="133085" y="8336"/>
                    <a:pt x="133085" y="10732"/>
                    <a:pt x="133085" y="12039"/>
                  </a:cubicBezTo>
                  <a:cubicBezTo>
                    <a:pt x="133085" y="14000"/>
                    <a:pt x="131804" y="15742"/>
                    <a:pt x="130310" y="17703"/>
                  </a:cubicBezTo>
                  <a:cubicBezTo>
                    <a:pt x="129029" y="19663"/>
                    <a:pt x="127962" y="21188"/>
                    <a:pt x="126682" y="22495"/>
                  </a:cubicBezTo>
                  <a:lnTo>
                    <a:pt x="73322" y="79348"/>
                  </a:lnTo>
                  <a:lnTo>
                    <a:pt x="45148" y="15524"/>
                  </a:lnTo>
                  <a:cubicBezTo>
                    <a:pt x="43654" y="12475"/>
                    <a:pt x="43654" y="12039"/>
                    <a:pt x="43654" y="11821"/>
                  </a:cubicBezTo>
                  <a:cubicBezTo>
                    <a:pt x="43654" y="7900"/>
                    <a:pt x="53899" y="7900"/>
                    <a:pt x="55180" y="7900"/>
                  </a:cubicBezTo>
                  <a:cubicBezTo>
                    <a:pt x="57955" y="7900"/>
                    <a:pt x="60729" y="7900"/>
                    <a:pt x="60729" y="3108"/>
                  </a:cubicBezTo>
                  <a:cubicBezTo>
                    <a:pt x="60729" y="2890"/>
                    <a:pt x="60729" y="59"/>
                    <a:pt x="57314" y="59"/>
                  </a:cubicBezTo>
                  <a:cubicBezTo>
                    <a:pt x="50911" y="59"/>
                    <a:pt x="35117" y="930"/>
                    <a:pt x="28714" y="930"/>
                  </a:cubicBezTo>
                  <a:cubicBezTo>
                    <a:pt x="23378" y="930"/>
                    <a:pt x="9718" y="59"/>
                    <a:pt x="4382" y="59"/>
                  </a:cubicBezTo>
                  <a:cubicBezTo>
                    <a:pt x="2674" y="59"/>
                    <a:pt x="113" y="712"/>
                    <a:pt x="113" y="4851"/>
                  </a:cubicBezTo>
                  <a:cubicBezTo>
                    <a:pt x="113" y="7900"/>
                    <a:pt x="2888" y="7900"/>
                    <a:pt x="5876" y="7900"/>
                  </a:cubicBezTo>
                  <a:cubicBezTo>
                    <a:pt x="18255" y="7900"/>
                    <a:pt x="19109" y="9861"/>
                    <a:pt x="21243" y="14653"/>
                  </a:cubicBezTo>
                  <a:lnTo>
                    <a:pt x="54326" y="89150"/>
                  </a:lnTo>
                  <a:lnTo>
                    <a:pt x="44721" y="129013"/>
                  </a:lnTo>
                  <a:cubicBezTo>
                    <a:pt x="41947" y="140122"/>
                    <a:pt x="41733" y="140776"/>
                    <a:pt x="25085" y="140994"/>
                  </a:cubicBezTo>
                  <a:cubicBezTo>
                    <a:pt x="21457" y="140994"/>
                    <a:pt x="18682" y="140994"/>
                    <a:pt x="18682" y="145568"/>
                  </a:cubicBezTo>
                  <a:cubicBezTo>
                    <a:pt x="18682" y="147746"/>
                    <a:pt x="20176" y="148836"/>
                    <a:pt x="22097" y="148836"/>
                  </a:cubicBezTo>
                  <a:cubicBezTo>
                    <a:pt x="26152" y="148836"/>
                    <a:pt x="31061" y="148182"/>
                    <a:pt x="35330" y="148182"/>
                  </a:cubicBezTo>
                  <a:cubicBezTo>
                    <a:pt x="39386" y="148182"/>
                    <a:pt x="45575" y="147964"/>
                    <a:pt x="49417" y="147964"/>
                  </a:cubicBezTo>
                  <a:cubicBezTo>
                    <a:pt x="53686" y="147964"/>
                    <a:pt x="58595" y="148182"/>
                    <a:pt x="63077" y="148182"/>
                  </a:cubicBezTo>
                  <a:cubicBezTo>
                    <a:pt x="67559" y="148182"/>
                    <a:pt x="72895" y="148836"/>
                    <a:pt x="77378" y="148836"/>
                  </a:cubicBezTo>
                  <a:cubicBezTo>
                    <a:pt x="78658" y="148836"/>
                    <a:pt x="82073" y="148836"/>
                    <a:pt x="82073" y="144043"/>
                  </a:cubicBezTo>
                  <a:cubicBezTo>
                    <a:pt x="82073" y="140994"/>
                    <a:pt x="79512" y="140994"/>
                    <a:pt x="74816" y="140994"/>
                  </a:cubicBezTo>
                  <a:cubicBezTo>
                    <a:pt x="71401" y="140994"/>
                    <a:pt x="70547" y="140994"/>
                    <a:pt x="66706" y="140558"/>
                  </a:cubicBezTo>
                  <a:cubicBezTo>
                    <a:pt x="62650" y="140122"/>
                    <a:pt x="62010" y="139687"/>
                    <a:pt x="62010" y="137508"/>
                  </a:cubicBezTo>
                  <a:cubicBezTo>
                    <a:pt x="62010" y="136201"/>
                    <a:pt x="64571" y="125746"/>
                    <a:pt x="66065" y="119864"/>
                  </a:cubicBezTo>
                  <a:cubicBezTo>
                    <a:pt x="67773" y="112894"/>
                    <a:pt x="72255" y="93943"/>
                    <a:pt x="72682" y="93071"/>
                  </a:cubicBezTo>
                  <a:cubicBezTo>
                    <a:pt x="73536" y="89804"/>
                    <a:pt x="73536" y="89368"/>
                    <a:pt x="75670" y="87190"/>
                  </a:cubicBezTo>
                  <a:lnTo>
                    <a:pt x="132444" y="2619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6" name="Freeform: Shape 165">
              <a:extLst>
                <a:ext uri="{FF2B5EF4-FFF2-40B4-BE49-F238E27FC236}">
                  <a16:creationId xmlns:a16="http://schemas.microsoft.com/office/drawing/2014/main" id="{DE3DB727-B248-919C-63D3-7242984DAD3C}"/>
                </a:ext>
              </a:extLst>
            </p:cNvPr>
            <p:cNvSpPr/>
            <p:nvPr>
              <p:custDataLst>
                <p:tags r:id="rId40"/>
              </p:custDataLst>
            </p:nvPr>
          </p:nvSpPr>
          <p:spPr>
            <a:xfrm>
              <a:off x="11019588" y="7664686"/>
              <a:ext cx="144283" cy="10673"/>
            </a:xfrm>
            <a:custGeom>
              <a:avLst/>
              <a:gdLst>
                <a:gd name="connsiteX0" fmla="*/ 135866 w 144283"/>
                <a:gd name="connsiteY0" fmla="*/ 10732 h 10673"/>
                <a:gd name="connsiteX1" fmla="*/ 144403 w 144283"/>
                <a:gd name="connsiteY1" fmla="*/ 5504 h 10673"/>
                <a:gd name="connsiteX2" fmla="*/ 135866 w 144283"/>
                <a:gd name="connsiteY2" fmla="*/ 59 h 10673"/>
                <a:gd name="connsiteX3" fmla="*/ 8657 w 144283"/>
                <a:gd name="connsiteY3" fmla="*/ 59 h 10673"/>
                <a:gd name="connsiteX4" fmla="*/ 119 w 144283"/>
                <a:gd name="connsiteY4" fmla="*/ 5286 h 10673"/>
                <a:gd name="connsiteX5" fmla="*/ 8657 w 144283"/>
                <a:gd name="connsiteY5" fmla="*/ 10732 h 10673"/>
                <a:gd name="connsiteX6" fmla="*/ 135866 w 144283"/>
                <a:gd name="connsiteY6" fmla="*/ 10732 h 1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283" h="10673">
                  <a:moveTo>
                    <a:pt x="135866" y="10732"/>
                  </a:moveTo>
                  <a:cubicBezTo>
                    <a:pt x="139281" y="10732"/>
                    <a:pt x="144403" y="10732"/>
                    <a:pt x="144403" y="5504"/>
                  </a:cubicBezTo>
                  <a:cubicBezTo>
                    <a:pt x="144403" y="59"/>
                    <a:pt x="139494" y="59"/>
                    <a:pt x="135866" y="59"/>
                  </a:cubicBezTo>
                  <a:lnTo>
                    <a:pt x="8657" y="59"/>
                  </a:lnTo>
                  <a:cubicBezTo>
                    <a:pt x="5242" y="59"/>
                    <a:pt x="119" y="59"/>
                    <a:pt x="119" y="5286"/>
                  </a:cubicBezTo>
                  <a:cubicBezTo>
                    <a:pt x="119" y="10732"/>
                    <a:pt x="5028" y="10732"/>
                    <a:pt x="8657" y="10732"/>
                  </a:cubicBezTo>
                  <a:lnTo>
                    <a:pt x="135866" y="10732"/>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7" name="Freeform: Shape 166">
              <a:extLst>
                <a:ext uri="{FF2B5EF4-FFF2-40B4-BE49-F238E27FC236}">
                  <a16:creationId xmlns:a16="http://schemas.microsoft.com/office/drawing/2014/main" id="{28115117-5916-2AED-2448-6727ABB0C59B}"/>
                </a:ext>
              </a:extLst>
            </p:cNvPr>
            <p:cNvSpPr/>
            <p:nvPr>
              <p:custDataLst>
                <p:tags r:id="rId41"/>
              </p:custDataLst>
            </p:nvPr>
          </p:nvSpPr>
          <p:spPr>
            <a:xfrm>
              <a:off x="11197779" y="7628527"/>
              <a:ext cx="127208" cy="142677"/>
            </a:xfrm>
            <a:custGeom>
              <a:avLst/>
              <a:gdLst>
                <a:gd name="connsiteX0" fmla="*/ 979 w 127208"/>
                <a:gd name="connsiteY0" fmla="*/ 131191 h 142677"/>
                <a:gd name="connsiteX1" fmla="*/ 126 w 127208"/>
                <a:gd name="connsiteY1" fmla="*/ 135766 h 142677"/>
                <a:gd name="connsiteX2" fmla="*/ 7382 w 127208"/>
                <a:gd name="connsiteY2" fmla="*/ 142736 h 142677"/>
                <a:gd name="connsiteX3" fmla="*/ 17628 w 127208"/>
                <a:gd name="connsiteY3" fmla="*/ 131845 h 142677"/>
                <a:gd name="connsiteX4" fmla="*/ 27446 w 127208"/>
                <a:gd name="connsiteY4" fmla="*/ 91982 h 142677"/>
                <a:gd name="connsiteX5" fmla="*/ 50284 w 127208"/>
                <a:gd name="connsiteY5" fmla="*/ 98299 h 142677"/>
                <a:gd name="connsiteX6" fmla="*/ 81019 w 127208"/>
                <a:gd name="connsiteY6" fmla="*/ 82616 h 142677"/>
                <a:gd name="connsiteX7" fmla="*/ 103003 w 127208"/>
                <a:gd name="connsiteY7" fmla="*/ 98299 h 142677"/>
                <a:gd name="connsiteX8" fmla="*/ 119864 w 127208"/>
                <a:gd name="connsiteY8" fmla="*/ 86754 h 142677"/>
                <a:gd name="connsiteX9" fmla="*/ 127335 w 127208"/>
                <a:gd name="connsiteY9" fmla="*/ 64972 h 142677"/>
                <a:gd name="connsiteX10" fmla="*/ 123920 w 127208"/>
                <a:gd name="connsiteY10" fmla="*/ 62140 h 142677"/>
                <a:gd name="connsiteX11" fmla="*/ 119224 w 127208"/>
                <a:gd name="connsiteY11" fmla="*/ 68892 h 142677"/>
                <a:gd name="connsiteX12" fmla="*/ 103643 w 127208"/>
                <a:gd name="connsiteY12" fmla="*/ 92200 h 142677"/>
                <a:gd name="connsiteX13" fmla="*/ 96600 w 127208"/>
                <a:gd name="connsiteY13" fmla="*/ 81526 h 142677"/>
                <a:gd name="connsiteX14" fmla="*/ 99801 w 127208"/>
                <a:gd name="connsiteY14" fmla="*/ 64318 h 142677"/>
                <a:gd name="connsiteX15" fmla="*/ 104497 w 127208"/>
                <a:gd name="connsiteY15" fmla="*/ 44713 h 142677"/>
                <a:gd name="connsiteX16" fmla="*/ 109406 w 127208"/>
                <a:gd name="connsiteY16" fmla="*/ 25327 h 142677"/>
                <a:gd name="connsiteX17" fmla="*/ 113034 w 127208"/>
                <a:gd name="connsiteY17" fmla="*/ 9207 h 142677"/>
                <a:gd name="connsiteX18" fmla="*/ 105991 w 127208"/>
                <a:gd name="connsiteY18" fmla="*/ 2237 h 142677"/>
                <a:gd name="connsiteX19" fmla="*/ 97240 w 127208"/>
                <a:gd name="connsiteY19" fmla="*/ 7465 h 142677"/>
                <a:gd name="connsiteX20" fmla="*/ 93825 w 127208"/>
                <a:gd name="connsiteY20" fmla="*/ 20099 h 142677"/>
                <a:gd name="connsiteX21" fmla="*/ 89343 w 127208"/>
                <a:gd name="connsiteY21" fmla="*/ 38179 h 142677"/>
                <a:gd name="connsiteX22" fmla="*/ 82726 w 127208"/>
                <a:gd name="connsiteY22" fmla="*/ 65407 h 142677"/>
                <a:gd name="connsiteX23" fmla="*/ 79311 w 127208"/>
                <a:gd name="connsiteY23" fmla="*/ 74120 h 142677"/>
                <a:gd name="connsiteX24" fmla="*/ 51137 w 127208"/>
                <a:gd name="connsiteY24" fmla="*/ 92200 h 142677"/>
                <a:gd name="connsiteX25" fmla="*/ 33635 w 127208"/>
                <a:gd name="connsiteY25" fmla="*/ 72813 h 142677"/>
                <a:gd name="connsiteX26" fmla="*/ 37264 w 127208"/>
                <a:gd name="connsiteY26" fmla="*/ 52555 h 142677"/>
                <a:gd name="connsiteX27" fmla="*/ 41959 w 127208"/>
                <a:gd name="connsiteY27" fmla="*/ 32951 h 142677"/>
                <a:gd name="connsiteX28" fmla="*/ 44948 w 127208"/>
                <a:gd name="connsiteY28" fmla="*/ 20752 h 142677"/>
                <a:gd name="connsiteX29" fmla="*/ 48149 w 127208"/>
                <a:gd name="connsiteY29" fmla="*/ 7029 h 142677"/>
                <a:gd name="connsiteX30" fmla="*/ 40892 w 127208"/>
                <a:gd name="connsiteY30" fmla="*/ 59 h 142677"/>
                <a:gd name="connsiteX31" fmla="*/ 30647 w 127208"/>
                <a:gd name="connsiteY31" fmla="*/ 10297 h 142677"/>
                <a:gd name="connsiteX32" fmla="*/ 979 w 127208"/>
                <a:gd name="connsiteY32" fmla="*/ 131191 h 142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7208" h="142677">
                  <a:moveTo>
                    <a:pt x="979" y="131191"/>
                  </a:moveTo>
                  <a:cubicBezTo>
                    <a:pt x="126" y="134459"/>
                    <a:pt x="126" y="135548"/>
                    <a:pt x="126" y="135766"/>
                  </a:cubicBezTo>
                  <a:cubicBezTo>
                    <a:pt x="126" y="140558"/>
                    <a:pt x="3968" y="142736"/>
                    <a:pt x="7382" y="142736"/>
                  </a:cubicBezTo>
                  <a:cubicBezTo>
                    <a:pt x="15066" y="142736"/>
                    <a:pt x="16774" y="135548"/>
                    <a:pt x="17628" y="131845"/>
                  </a:cubicBezTo>
                  <a:cubicBezTo>
                    <a:pt x="18054" y="130756"/>
                    <a:pt x="22323" y="113329"/>
                    <a:pt x="27446" y="91982"/>
                  </a:cubicBezTo>
                  <a:cubicBezTo>
                    <a:pt x="34062" y="96557"/>
                    <a:pt x="42600" y="98299"/>
                    <a:pt x="50284" y="98299"/>
                  </a:cubicBezTo>
                  <a:cubicBezTo>
                    <a:pt x="68639" y="98299"/>
                    <a:pt x="80592" y="83051"/>
                    <a:pt x="81019" y="82616"/>
                  </a:cubicBezTo>
                  <a:cubicBezTo>
                    <a:pt x="85074" y="97646"/>
                    <a:pt x="99801" y="98299"/>
                    <a:pt x="103003" y="98299"/>
                  </a:cubicBezTo>
                  <a:cubicBezTo>
                    <a:pt x="110686" y="98299"/>
                    <a:pt x="116022" y="93507"/>
                    <a:pt x="119864" y="86754"/>
                  </a:cubicBezTo>
                  <a:cubicBezTo>
                    <a:pt x="124560" y="78259"/>
                    <a:pt x="127335" y="65843"/>
                    <a:pt x="127335" y="64972"/>
                  </a:cubicBezTo>
                  <a:cubicBezTo>
                    <a:pt x="127335" y="62140"/>
                    <a:pt x="124560" y="62140"/>
                    <a:pt x="123920" y="62140"/>
                  </a:cubicBezTo>
                  <a:cubicBezTo>
                    <a:pt x="120931" y="62140"/>
                    <a:pt x="120718" y="63011"/>
                    <a:pt x="119224" y="68892"/>
                  </a:cubicBezTo>
                  <a:cubicBezTo>
                    <a:pt x="116663" y="79348"/>
                    <a:pt x="112607" y="92200"/>
                    <a:pt x="103643" y="92200"/>
                  </a:cubicBezTo>
                  <a:cubicBezTo>
                    <a:pt x="98094" y="92200"/>
                    <a:pt x="96600" y="87408"/>
                    <a:pt x="96600" y="81526"/>
                  </a:cubicBezTo>
                  <a:cubicBezTo>
                    <a:pt x="96600" y="77823"/>
                    <a:pt x="98307" y="69982"/>
                    <a:pt x="99801" y="64318"/>
                  </a:cubicBezTo>
                  <a:cubicBezTo>
                    <a:pt x="101295" y="58437"/>
                    <a:pt x="103430" y="49506"/>
                    <a:pt x="104497" y="44713"/>
                  </a:cubicBezTo>
                  <a:lnTo>
                    <a:pt x="109406" y="25327"/>
                  </a:lnTo>
                  <a:cubicBezTo>
                    <a:pt x="110686" y="19881"/>
                    <a:pt x="113034" y="10297"/>
                    <a:pt x="113034" y="9207"/>
                  </a:cubicBezTo>
                  <a:cubicBezTo>
                    <a:pt x="113034" y="4851"/>
                    <a:pt x="109619" y="2237"/>
                    <a:pt x="105991" y="2237"/>
                  </a:cubicBezTo>
                  <a:cubicBezTo>
                    <a:pt x="103643" y="2237"/>
                    <a:pt x="99588" y="3326"/>
                    <a:pt x="97240" y="7465"/>
                  </a:cubicBezTo>
                  <a:cubicBezTo>
                    <a:pt x="96600" y="8772"/>
                    <a:pt x="94892" y="15742"/>
                    <a:pt x="93825" y="20099"/>
                  </a:cubicBezTo>
                  <a:lnTo>
                    <a:pt x="89343" y="38179"/>
                  </a:lnTo>
                  <a:lnTo>
                    <a:pt x="82726" y="65407"/>
                  </a:lnTo>
                  <a:cubicBezTo>
                    <a:pt x="81232" y="70853"/>
                    <a:pt x="81232" y="71289"/>
                    <a:pt x="79311" y="74120"/>
                  </a:cubicBezTo>
                  <a:cubicBezTo>
                    <a:pt x="72695" y="83705"/>
                    <a:pt x="63303" y="92200"/>
                    <a:pt x="51137" y="92200"/>
                  </a:cubicBezTo>
                  <a:cubicBezTo>
                    <a:pt x="33635" y="92200"/>
                    <a:pt x="33635" y="76734"/>
                    <a:pt x="33635" y="72813"/>
                  </a:cubicBezTo>
                  <a:cubicBezTo>
                    <a:pt x="33635" y="67150"/>
                    <a:pt x="34276" y="64318"/>
                    <a:pt x="37264" y="52555"/>
                  </a:cubicBezTo>
                  <a:cubicBezTo>
                    <a:pt x="39398" y="42971"/>
                    <a:pt x="39825" y="41446"/>
                    <a:pt x="41959" y="32951"/>
                  </a:cubicBezTo>
                  <a:lnTo>
                    <a:pt x="44948" y="20752"/>
                  </a:lnTo>
                  <a:cubicBezTo>
                    <a:pt x="46015" y="16178"/>
                    <a:pt x="48149" y="7900"/>
                    <a:pt x="48149" y="7029"/>
                  </a:cubicBezTo>
                  <a:cubicBezTo>
                    <a:pt x="48149" y="3108"/>
                    <a:pt x="45161" y="59"/>
                    <a:pt x="40892" y="59"/>
                  </a:cubicBezTo>
                  <a:cubicBezTo>
                    <a:pt x="33208" y="59"/>
                    <a:pt x="31288" y="7683"/>
                    <a:pt x="30647" y="10297"/>
                  </a:cubicBezTo>
                  <a:lnTo>
                    <a:pt x="979" y="131191"/>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8" name="Freeform: Shape 167">
              <a:extLst>
                <a:ext uri="{FF2B5EF4-FFF2-40B4-BE49-F238E27FC236}">
                  <a16:creationId xmlns:a16="http://schemas.microsoft.com/office/drawing/2014/main" id="{752F34AD-5E4E-24FA-EDC1-8B192942D917}"/>
                </a:ext>
              </a:extLst>
            </p:cNvPr>
            <p:cNvSpPr/>
            <p:nvPr>
              <p:custDataLst>
                <p:tags r:id="rId42"/>
              </p:custDataLst>
            </p:nvPr>
          </p:nvSpPr>
          <p:spPr>
            <a:xfrm>
              <a:off x="11347409" y="7652083"/>
              <a:ext cx="79581" cy="107047"/>
            </a:xfrm>
            <a:custGeom>
              <a:avLst/>
              <a:gdLst>
                <a:gd name="connsiteX0" fmla="*/ 79712 w 79581"/>
                <a:gd name="connsiteY0" fmla="*/ 53894 h 107047"/>
                <a:gd name="connsiteX1" fmla="*/ 39921 w 79581"/>
                <a:gd name="connsiteY1" fmla="*/ 60 h 107047"/>
                <a:gd name="connsiteX2" fmla="*/ 130 w 79581"/>
                <a:gd name="connsiteY2" fmla="*/ 53894 h 107047"/>
                <a:gd name="connsiteX3" fmla="*/ 39921 w 79581"/>
                <a:gd name="connsiteY3" fmla="*/ 107107 h 107047"/>
                <a:gd name="connsiteX4" fmla="*/ 79712 w 79581"/>
                <a:gd name="connsiteY4" fmla="*/ 53894 h 107047"/>
                <a:gd name="connsiteX5" fmla="*/ 39921 w 79581"/>
                <a:gd name="connsiteY5" fmla="*/ 101972 h 107047"/>
                <a:gd name="connsiteX6" fmla="*/ 17663 w 79581"/>
                <a:gd name="connsiteY6" fmla="*/ 84235 h 107047"/>
                <a:gd name="connsiteX7" fmla="*/ 15376 w 79581"/>
                <a:gd name="connsiteY7" fmla="*/ 52027 h 107047"/>
                <a:gd name="connsiteX8" fmla="*/ 17815 w 79581"/>
                <a:gd name="connsiteY8" fmla="*/ 20909 h 107047"/>
                <a:gd name="connsiteX9" fmla="*/ 39921 w 79581"/>
                <a:gd name="connsiteY9" fmla="*/ 5194 h 107047"/>
                <a:gd name="connsiteX10" fmla="*/ 62332 w 79581"/>
                <a:gd name="connsiteY10" fmla="*/ 21998 h 107047"/>
                <a:gd name="connsiteX11" fmla="*/ 64467 w 79581"/>
                <a:gd name="connsiteY11" fmla="*/ 52027 h 107047"/>
                <a:gd name="connsiteX12" fmla="*/ 62180 w 79581"/>
                <a:gd name="connsiteY12" fmla="*/ 84546 h 107047"/>
                <a:gd name="connsiteX13" fmla="*/ 39921 w 79581"/>
                <a:gd name="connsiteY13" fmla="*/ 101972 h 107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9581" h="107047">
                  <a:moveTo>
                    <a:pt x="79712" y="53894"/>
                  </a:moveTo>
                  <a:cubicBezTo>
                    <a:pt x="79712" y="42692"/>
                    <a:pt x="79712" y="60"/>
                    <a:pt x="39921" y="60"/>
                  </a:cubicBezTo>
                  <a:cubicBezTo>
                    <a:pt x="130" y="60"/>
                    <a:pt x="130" y="42692"/>
                    <a:pt x="130" y="53894"/>
                  </a:cubicBezTo>
                  <a:cubicBezTo>
                    <a:pt x="130" y="65253"/>
                    <a:pt x="130" y="107107"/>
                    <a:pt x="39921" y="107107"/>
                  </a:cubicBezTo>
                  <a:cubicBezTo>
                    <a:pt x="79712" y="107107"/>
                    <a:pt x="79712" y="65253"/>
                    <a:pt x="79712" y="53894"/>
                  </a:cubicBezTo>
                  <a:close/>
                  <a:moveTo>
                    <a:pt x="39921" y="101972"/>
                  </a:moveTo>
                  <a:cubicBezTo>
                    <a:pt x="34281" y="101972"/>
                    <a:pt x="21474" y="99950"/>
                    <a:pt x="17663" y="84235"/>
                  </a:cubicBezTo>
                  <a:cubicBezTo>
                    <a:pt x="15528" y="75833"/>
                    <a:pt x="15376" y="64786"/>
                    <a:pt x="15376" y="52027"/>
                  </a:cubicBezTo>
                  <a:cubicBezTo>
                    <a:pt x="15376" y="40513"/>
                    <a:pt x="15376" y="29778"/>
                    <a:pt x="17815" y="20909"/>
                  </a:cubicBezTo>
                  <a:cubicBezTo>
                    <a:pt x="21627" y="7839"/>
                    <a:pt x="33366" y="5194"/>
                    <a:pt x="39921" y="5194"/>
                  </a:cubicBezTo>
                  <a:cubicBezTo>
                    <a:pt x="51203" y="5194"/>
                    <a:pt x="59283" y="11107"/>
                    <a:pt x="62332" y="21998"/>
                  </a:cubicBezTo>
                  <a:cubicBezTo>
                    <a:pt x="64467" y="29933"/>
                    <a:pt x="64467" y="42847"/>
                    <a:pt x="64467" y="52027"/>
                  </a:cubicBezTo>
                  <a:cubicBezTo>
                    <a:pt x="64467" y="62608"/>
                    <a:pt x="64467" y="75210"/>
                    <a:pt x="62180" y="84546"/>
                  </a:cubicBezTo>
                  <a:cubicBezTo>
                    <a:pt x="58216" y="99638"/>
                    <a:pt x="46020" y="101972"/>
                    <a:pt x="39921" y="101972"/>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9" name="Freeform: Shape 168">
              <a:extLst>
                <a:ext uri="{FF2B5EF4-FFF2-40B4-BE49-F238E27FC236}">
                  <a16:creationId xmlns:a16="http://schemas.microsoft.com/office/drawing/2014/main" id="{24F8A273-D833-0AD4-6526-41B0B9280061}"/>
                </a:ext>
              </a:extLst>
            </p:cNvPr>
            <p:cNvSpPr/>
            <p:nvPr>
              <p:custDataLst>
                <p:tags r:id="rId43"/>
              </p:custDataLst>
            </p:nvPr>
          </p:nvSpPr>
          <p:spPr>
            <a:xfrm>
              <a:off x="11469520" y="7561218"/>
              <a:ext cx="55280" cy="217610"/>
            </a:xfrm>
            <a:custGeom>
              <a:avLst/>
              <a:gdLst>
                <a:gd name="connsiteX0" fmla="*/ 4190 w 55280"/>
                <a:gd name="connsiteY0" fmla="*/ 59 h 217610"/>
                <a:gd name="connsiteX1" fmla="*/ 134 w 55280"/>
                <a:gd name="connsiteY1" fmla="*/ 2673 h 217610"/>
                <a:gd name="connsiteX2" fmla="*/ 2055 w 55280"/>
                <a:gd name="connsiteY2" fmla="*/ 5940 h 217610"/>
                <a:gd name="connsiteX3" fmla="*/ 40901 w 55280"/>
                <a:gd name="connsiteY3" fmla="*/ 108755 h 217610"/>
                <a:gd name="connsiteX4" fmla="*/ 3976 w 55280"/>
                <a:gd name="connsiteY4" fmla="*/ 210045 h 217610"/>
                <a:gd name="connsiteX5" fmla="*/ 134 w 55280"/>
                <a:gd name="connsiteY5" fmla="*/ 215055 h 217610"/>
                <a:gd name="connsiteX6" fmla="*/ 2909 w 55280"/>
                <a:gd name="connsiteY6" fmla="*/ 217669 h 217610"/>
                <a:gd name="connsiteX7" fmla="*/ 39834 w 55280"/>
                <a:gd name="connsiteY7" fmla="*/ 176064 h 217610"/>
                <a:gd name="connsiteX8" fmla="*/ 55415 w 55280"/>
                <a:gd name="connsiteY8" fmla="*/ 108973 h 217610"/>
                <a:gd name="connsiteX9" fmla="*/ 4190 w 55280"/>
                <a:gd name="connsiteY9" fmla="*/ 59 h 217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280" h="217610">
                  <a:moveTo>
                    <a:pt x="4190" y="59"/>
                  </a:moveTo>
                  <a:cubicBezTo>
                    <a:pt x="2696" y="59"/>
                    <a:pt x="134" y="59"/>
                    <a:pt x="134" y="2673"/>
                  </a:cubicBezTo>
                  <a:cubicBezTo>
                    <a:pt x="134" y="3762"/>
                    <a:pt x="775" y="4415"/>
                    <a:pt x="2055" y="5940"/>
                  </a:cubicBezTo>
                  <a:cubicBezTo>
                    <a:pt x="20411" y="23148"/>
                    <a:pt x="40901" y="52555"/>
                    <a:pt x="40901" y="108755"/>
                  </a:cubicBezTo>
                  <a:cubicBezTo>
                    <a:pt x="40901" y="154281"/>
                    <a:pt x="27028" y="188698"/>
                    <a:pt x="3976" y="210045"/>
                  </a:cubicBezTo>
                  <a:cubicBezTo>
                    <a:pt x="348" y="213748"/>
                    <a:pt x="134" y="213966"/>
                    <a:pt x="134" y="215055"/>
                  </a:cubicBezTo>
                  <a:cubicBezTo>
                    <a:pt x="134" y="216145"/>
                    <a:pt x="775" y="217669"/>
                    <a:pt x="2909" y="217669"/>
                  </a:cubicBezTo>
                  <a:cubicBezTo>
                    <a:pt x="5470" y="217669"/>
                    <a:pt x="25747" y="203293"/>
                    <a:pt x="39834" y="176064"/>
                  </a:cubicBezTo>
                  <a:cubicBezTo>
                    <a:pt x="49225" y="157984"/>
                    <a:pt x="55415" y="134459"/>
                    <a:pt x="55415" y="108973"/>
                  </a:cubicBezTo>
                  <a:cubicBezTo>
                    <a:pt x="55415" y="78259"/>
                    <a:pt x="46450" y="30555"/>
                    <a:pt x="4190" y="5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0" name="Freeform: Shape 169">
              <a:extLst>
                <a:ext uri="{FF2B5EF4-FFF2-40B4-BE49-F238E27FC236}">
                  <a16:creationId xmlns:a16="http://schemas.microsoft.com/office/drawing/2014/main" id="{429D176B-1771-040D-E08F-2C905DF3DD3E}"/>
                </a:ext>
              </a:extLst>
            </p:cNvPr>
            <p:cNvSpPr/>
            <p:nvPr>
              <p:custDataLst>
                <p:tags r:id="rId44"/>
              </p:custDataLst>
            </p:nvPr>
          </p:nvSpPr>
          <p:spPr>
            <a:xfrm>
              <a:off x="10354370" y="7791493"/>
              <a:ext cx="1195281" cy="12446"/>
            </a:xfrm>
            <a:custGeom>
              <a:avLst/>
              <a:gdLst>
                <a:gd name="connsiteX0" fmla="*/ 0 w 1195281"/>
                <a:gd name="connsiteY0" fmla="*/ 0 h 12446"/>
                <a:gd name="connsiteX1" fmla="*/ 1195281 w 1195281"/>
                <a:gd name="connsiteY1" fmla="*/ 0 h 12446"/>
                <a:gd name="connsiteX2" fmla="*/ 1195281 w 1195281"/>
                <a:gd name="connsiteY2" fmla="*/ 12447 h 12446"/>
                <a:gd name="connsiteX3" fmla="*/ 0 w 1195281"/>
                <a:gd name="connsiteY3" fmla="*/ 12447 h 12446"/>
              </a:gdLst>
              <a:ahLst/>
              <a:cxnLst>
                <a:cxn ang="0">
                  <a:pos x="connsiteX0" y="connsiteY0"/>
                </a:cxn>
                <a:cxn ang="0">
                  <a:pos x="connsiteX1" y="connsiteY1"/>
                </a:cxn>
                <a:cxn ang="0">
                  <a:pos x="connsiteX2" y="connsiteY2"/>
                </a:cxn>
                <a:cxn ang="0">
                  <a:pos x="connsiteX3" y="connsiteY3"/>
                </a:cxn>
              </a:cxnLst>
              <a:rect l="l" t="t" r="r" b="b"/>
              <a:pathLst>
                <a:path w="1195281" h="12446">
                  <a:moveTo>
                    <a:pt x="0" y="0"/>
                  </a:moveTo>
                  <a:lnTo>
                    <a:pt x="1195281" y="0"/>
                  </a:lnTo>
                  <a:lnTo>
                    <a:pt x="1195281" y="12447"/>
                  </a:lnTo>
                  <a:lnTo>
                    <a:pt x="0" y="1244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1" name="Freeform: Shape 170">
              <a:extLst>
                <a:ext uri="{FF2B5EF4-FFF2-40B4-BE49-F238E27FC236}">
                  <a16:creationId xmlns:a16="http://schemas.microsoft.com/office/drawing/2014/main" id="{7E7B17C9-5DC5-14B4-9860-70351DBADC12}"/>
                </a:ext>
              </a:extLst>
            </p:cNvPr>
            <p:cNvSpPr/>
            <p:nvPr>
              <p:custDataLst>
                <p:tags r:id="rId45"/>
              </p:custDataLst>
            </p:nvPr>
          </p:nvSpPr>
          <p:spPr>
            <a:xfrm>
              <a:off x="10887322" y="7829687"/>
              <a:ext cx="135533" cy="157490"/>
            </a:xfrm>
            <a:custGeom>
              <a:avLst/>
              <a:gdLst>
                <a:gd name="connsiteX0" fmla="*/ 135648 w 135533"/>
                <a:gd name="connsiteY0" fmla="*/ 2899 h 157490"/>
                <a:gd name="connsiteX1" fmla="*/ 132874 w 135533"/>
                <a:gd name="connsiteY1" fmla="*/ 67 h 157490"/>
                <a:gd name="connsiteX2" fmla="*/ 128605 w 135533"/>
                <a:gd name="connsiteY2" fmla="*/ 3116 h 157490"/>
                <a:gd name="connsiteX3" fmla="*/ 118146 w 135533"/>
                <a:gd name="connsiteY3" fmla="*/ 15533 h 157490"/>
                <a:gd name="connsiteX4" fmla="*/ 83569 w 135533"/>
                <a:gd name="connsiteY4" fmla="*/ 67 h 157490"/>
                <a:gd name="connsiteX5" fmla="*/ 26795 w 135533"/>
                <a:gd name="connsiteY5" fmla="*/ 49950 h 157490"/>
                <a:gd name="connsiteX6" fmla="*/ 33838 w 135533"/>
                <a:gd name="connsiteY6" fmla="*/ 69990 h 157490"/>
                <a:gd name="connsiteX7" fmla="*/ 63506 w 135533"/>
                <a:gd name="connsiteY7" fmla="*/ 84149 h 157490"/>
                <a:gd name="connsiteX8" fmla="*/ 81649 w 135533"/>
                <a:gd name="connsiteY8" fmla="*/ 88505 h 157490"/>
                <a:gd name="connsiteX9" fmla="*/ 101498 w 135533"/>
                <a:gd name="connsiteY9" fmla="*/ 111377 h 157490"/>
                <a:gd name="connsiteX10" fmla="*/ 59024 w 135533"/>
                <a:gd name="connsiteY10" fmla="*/ 149715 h 157490"/>
                <a:gd name="connsiteX11" fmla="*/ 17617 w 135533"/>
                <a:gd name="connsiteY11" fmla="*/ 118783 h 157490"/>
                <a:gd name="connsiteX12" fmla="*/ 18898 w 135533"/>
                <a:gd name="connsiteY12" fmla="*/ 107892 h 157490"/>
                <a:gd name="connsiteX13" fmla="*/ 19111 w 135533"/>
                <a:gd name="connsiteY13" fmla="*/ 106585 h 157490"/>
                <a:gd name="connsiteX14" fmla="*/ 15696 w 135533"/>
                <a:gd name="connsiteY14" fmla="*/ 103753 h 157490"/>
                <a:gd name="connsiteX15" fmla="*/ 11641 w 135533"/>
                <a:gd name="connsiteY15" fmla="*/ 108110 h 157490"/>
                <a:gd name="connsiteX16" fmla="*/ 756 w 135533"/>
                <a:gd name="connsiteY16" fmla="*/ 151676 h 157490"/>
                <a:gd name="connsiteX17" fmla="*/ 115 w 135533"/>
                <a:gd name="connsiteY17" fmla="*/ 154943 h 157490"/>
                <a:gd name="connsiteX18" fmla="*/ 3103 w 135533"/>
                <a:gd name="connsiteY18" fmla="*/ 157557 h 157490"/>
                <a:gd name="connsiteX19" fmla="*/ 7372 w 135533"/>
                <a:gd name="connsiteY19" fmla="*/ 154507 h 157490"/>
                <a:gd name="connsiteX20" fmla="*/ 17617 w 135533"/>
                <a:gd name="connsiteY20" fmla="*/ 142309 h 157490"/>
                <a:gd name="connsiteX21" fmla="*/ 58384 w 135533"/>
                <a:gd name="connsiteY21" fmla="*/ 157557 h 157490"/>
                <a:gd name="connsiteX22" fmla="*/ 116652 w 135533"/>
                <a:gd name="connsiteY22" fmla="*/ 103535 h 157490"/>
                <a:gd name="connsiteX23" fmla="*/ 108115 w 135533"/>
                <a:gd name="connsiteY23" fmla="*/ 80228 h 157490"/>
                <a:gd name="connsiteX24" fmla="*/ 69909 w 135533"/>
                <a:gd name="connsiteY24" fmla="*/ 64980 h 157490"/>
                <a:gd name="connsiteX25" fmla="*/ 56463 w 135533"/>
                <a:gd name="connsiteY25" fmla="*/ 61495 h 157490"/>
                <a:gd name="connsiteX26" fmla="*/ 42163 w 135533"/>
                <a:gd name="connsiteY26" fmla="*/ 41672 h 157490"/>
                <a:gd name="connsiteX27" fmla="*/ 83356 w 135533"/>
                <a:gd name="connsiteY27" fmla="*/ 7037 h 157490"/>
                <a:gd name="connsiteX28" fmla="*/ 117506 w 135533"/>
                <a:gd name="connsiteY28" fmla="*/ 41019 h 157490"/>
                <a:gd name="connsiteX29" fmla="*/ 116652 w 135533"/>
                <a:gd name="connsiteY29" fmla="*/ 50821 h 157490"/>
                <a:gd name="connsiteX30" fmla="*/ 120281 w 135533"/>
                <a:gd name="connsiteY30" fmla="*/ 53871 h 157490"/>
                <a:gd name="connsiteX31" fmla="*/ 124550 w 135533"/>
                <a:gd name="connsiteY31" fmla="*/ 49078 h 157490"/>
                <a:gd name="connsiteX32" fmla="*/ 135648 w 135533"/>
                <a:gd name="connsiteY32" fmla="*/ 2899 h 157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35533" h="157490">
                  <a:moveTo>
                    <a:pt x="135648" y="2899"/>
                  </a:moveTo>
                  <a:cubicBezTo>
                    <a:pt x="135648" y="1809"/>
                    <a:pt x="135008" y="67"/>
                    <a:pt x="132874" y="67"/>
                  </a:cubicBezTo>
                  <a:cubicBezTo>
                    <a:pt x="131593" y="67"/>
                    <a:pt x="131380" y="285"/>
                    <a:pt x="128605" y="3116"/>
                  </a:cubicBezTo>
                  <a:lnTo>
                    <a:pt x="118146" y="15533"/>
                  </a:lnTo>
                  <a:cubicBezTo>
                    <a:pt x="110036" y="3988"/>
                    <a:pt x="96589" y="67"/>
                    <a:pt x="83569" y="67"/>
                  </a:cubicBezTo>
                  <a:cubicBezTo>
                    <a:pt x="53475" y="67"/>
                    <a:pt x="26795" y="24899"/>
                    <a:pt x="26795" y="49950"/>
                  </a:cubicBezTo>
                  <a:cubicBezTo>
                    <a:pt x="26795" y="53217"/>
                    <a:pt x="27435" y="61930"/>
                    <a:pt x="33838" y="69990"/>
                  </a:cubicBezTo>
                  <a:cubicBezTo>
                    <a:pt x="41095" y="78703"/>
                    <a:pt x="48993" y="80663"/>
                    <a:pt x="63506" y="84149"/>
                  </a:cubicBezTo>
                  <a:cubicBezTo>
                    <a:pt x="67775" y="85238"/>
                    <a:pt x="78447" y="87634"/>
                    <a:pt x="81649" y="88505"/>
                  </a:cubicBezTo>
                  <a:cubicBezTo>
                    <a:pt x="88479" y="90248"/>
                    <a:pt x="101498" y="95040"/>
                    <a:pt x="101498" y="111377"/>
                  </a:cubicBezTo>
                  <a:cubicBezTo>
                    <a:pt x="101498" y="129021"/>
                    <a:pt x="83356" y="149715"/>
                    <a:pt x="59024" y="149715"/>
                  </a:cubicBezTo>
                  <a:cubicBezTo>
                    <a:pt x="40242" y="149715"/>
                    <a:pt x="17617" y="142962"/>
                    <a:pt x="17617" y="118783"/>
                  </a:cubicBezTo>
                  <a:cubicBezTo>
                    <a:pt x="17617" y="116605"/>
                    <a:pt x="18044" y="111813"/>
                    <a:pt x="18898" y="107892"/>
                  </a:cubicBezTo>
                  <a:cubicBezTo>
                    <a:pt x="19111" y="107021"/>
                    <a:pt x="19111" y="106803"/>
                    <a:pt x="19111" y="106585"/>
                  </a:cubicBezTo>
                  <a:cubicBezTo>
                    <a:pt x="19111" y="103753"/>
                    <a:pt x="16550" y="103753"/>
                    <a:pt x="15696" y="103753"/>
                  </a:cubicBezTo>
                  <a:cubicBezTo>
                    <a:pt x="12708" y="103753"/>
                    <a:pt x="12495" y="104189"/>
                    <a:pt x="11641" y="108110"/>
                  </a:cubicBezTo>
                  <a:lnTo>
                    <a:pt x="756" y="151676"/>
                  </a:lnTo>
                  <a:cubicBezTo>
                    <a:pt x="542" y="152547"/>
                    <a:pt x="115" y="153854"/>
                    <a:pt x="115" y="154943"/>
                  </a:cubicBezTo>
                  <a:cubicBezTo>
                    <a:pt x="115" y="156250"/>
                    <a:pt x="969" y="157557"/>
                    <a:pt x="3103" y="157557"/>
                  </a:cubicBezTo>
                  <a:cubicBezTo>
                    <a:pt x="4384" y="157557"/>
                    <a:pt x="4597" y="157339"/>
                    <a:pt x="7372" y="154507"/>
                  </a:cubicBezTo>
                  <a:cubicBezTo>
                    <a:pt x="9720" y="151893"/>
                    <a:pt x="15269" y="144923"/>
                    <a:pt x="17617" y="142309"/>
                  </a:cubicBezTo>
                  <a:cubicBezTo>
                    <a:pt x="28929" y="154943"/>
                    <a:pt x="45578" y="157557"/>
                    <a:pt x="58384" y="157557"/>
                  </a:cubicBezTo>
                  <a:cubicBezTo>
                    <a:pt x="90613" y="157557"/>
                    <a:pt x="116652" y="129239"/>
                    <a:pt x="116652" y="103535"/>
                  </a:cubicBezTo>
                  <a:cubicBezTo>
                    <a:pt x="116652" y="93951"/>
                    <a:pt x="112810" y="85238"/>
                    <a:pt x="108115" y="80228"/>
                  </a:cubicBezTo>
                  <a:cubicBezTo>
                    <a:pt x="100645" y="72386"/>
                    <a:pt x="97443" y="71515"/>
                    <a:pt x="69909" y="64980"/>
                  </a:cubicBezTo>
                  <a:cubicBezTo>
                    <a:pt x="65427" y="63891"/>
                    <a:pt x="58384" y="62148"/>
                    <a:pt x="56463" y="61495"/>
                  </a:cubicBezTo>
                  <a:cubicBezTo>
                    <a:pt x="51127" y="59534"/>
                    <a:pt x="42163" y="54088"/>
                    <a:pt x="42163" y="41672"/>
                  </a:cubicBezTo>
                  <a:cubicBezTo>
                    <a:pt x="42163" y="24464"/>
                    <a:pt x="61159" y="7037"/>
                    <a:pt x="83356" y="7037"/>
                  </a:cubicBezTo>
                  <a:cubicBezTo>
                    <a:pt x="106407" y="7037"/>
                    <a:pt x="117506" y="20325"/>
                    <a:pt x="117506" y="41019"/>
                  </a:cubicBezTo>
                  <a:cubicBezTo>
                    <a:pt x="117506" y="43850"/>
                    <a:pt x="116652" y="48860"/>
                    <a:pt x="116652" y="50821"/>
                  </a:cubicBezTo>
                  <a:cubicBezTo>
                    <a:pt x="116652" y="53871"/>
                    <a:pt x="119214" y="53871"/>
                    <a:pt x="120281" y="53871"/>
                  </a:cubicBezTo>
                  <a:cubicBezTo>
                    <a:pt x="123482" y="53871"/>
                    <a:pt x="123696" y="52781"/>
                    <a:pt x="124550" y="49078"/>
                  </a:cubicBezTo>
                  <a:lnTo>
                    <a:pt x="135648" y="2899"/>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2" name="Freeform: Shape 171">
              <a:extLst>
                <a:ext uri="{FF2B5EF4-FFF2-40B4-BE49-F238E27FC236}">
                  <a16:creationId xmlns:a16="http://schemas.microsoft.com/office/drawing/2014/main" id="{4A0D9886-11E9-FFB4-DE2B-2195A9B6801E}"/>
                </a:ext>
              </a:extLst>
            </p:cNvPr>
            <p:cNvSpPr/>
            <p:nvPr>
              <p:custDataLst>
                <p:tags r:id="rId46"/>
              </p:custDataLst>
            </p:nvPr>
          </p:nvSpPr>
          <p:spPr>
            <a:xfrm>
              <a:off x="11687706" y="7761308"/>
              <a:ext cx="203375" cy="72817"/>
            </a:xfrm>
            <a:custGeom>
              <a:avLst/>
              <a:gdLst>
                <a:gd name="connsiteX0" fmla="*/ 203517 w 203375"/>
                <a:gd name="connsiteY0" fmla="*/ 10332 h 72817"/>
                <a:gd name="connsiteX1" fmla="*/ 199248 w 203375"/>
                <a:gd name="connsiteY1" fmla="*/ 375 h 72817"/>
                <a:gd name="connsiteX2" fmla="*/ 194980 w 203375"/>
                <a:gd name="connsiteY2" fmla="*/ 8465 h 72817"/>
                <a:gd name="connsiteX3" fmla="*/ 152292 w 203375"/>
                <a:gd name="connsiteY3" fmla="*/ 55454 h 72817"/>
                <a:gd name="connsiteX4" fmla="*/ 103506 w 203375"/>
                <a:gd name="connsiteY4" fmla="*/ 28692 h 72817"/>
                <a:gd name="connsiteX5" fmla="*/ 51367 w 203375"/>
                <a:gd name="connsiteY5" fmla="*/ 63 h 72817"/>
                <a:gd name="connsiteX6" fmla="*/ 141 w 203375"/>
                <a:gd name="connsiteY6" fmla="*/ 62611 h 72817"/>
                <a:gd name="connsiteX7" fmla="*/ 4410 w 203375"/>
                <a:gd name="connsiteY7" fmla="*/ 72569 h 72817"/>
                <a:gd name="connsiteX8" fmla="*/ 8679 w 203375"/>
                <a:gd name="connsiteY8" fmla="*/ 65412 h 72817"/>
                <a:gd name="connsiteX9" fmla="*/ 51367 w 203375"/>
                <a:gd name="connsiteY9" fmla="*/ 17490 h 72817"/>
                <a:gd name="connsiteX10" fmla="*/ 100152 w 203375"/>
                <a:gd name="connsiteY10" fmla="*/ 44252 h 72817"/>
                <a:gd name="connsiteX11" fmla="*/ 152292 w 203375"/>
                <a:gd name="connsiteY11" fmla="*/ 72880 h 72817"/>
                <a:gd name="connsiteX12" fmla="*/ 203517 w 203375"/>
                <a:gd name="connsiteY12" fmla="*/ 10332 h 72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3375" h="72817">
                  <a:moveTo>
                    <a:pt x="203517" y="10332"/>
                  </a:moveTo>
                  <a:cubicBezTo>
                    <a:pt x="203517" y="3486"/>
                    <a:pt x="201688" y="375"/>
                    <a:pt x="199248" y="375"/>
                  </a:cubicBezTo>
                  <a:cubicBezTo>
                    <a:pt x="197724" y="375"/>
                    <a:pt x="195285" y="2553"/>
                    <a:pt x="194980" y="8465"/>
                  </a:cubicBezTo>
                  <a:cubicBezTo>
                    <a:pt x="193760" y="38339"/>
                    <a:pt x="173636" y="55454"/>
                    <a:pt x="152292" y="55454"/>
                  </a:cubicBezTo>
                  <a:cubicBezTo>
                    <a:pt x="133083" y="55454"/>
                    <a:pt x="118447" y="42073"/>
                    <a:pt x="103506" y="28692"/>
                  </a:cubicBezTo>
                  <a:cubicBezTo>
                    <a:pt x="87956" y="14378"/>
                    <a:pt x="72100" y="63"/>
                    <a:pt x="51367" y="63"/>
                  </a:cubicBezTo>
                  <a:cubicBezTo>
                    <a:pt x="18131" y="63"/>
                    <a:pt x="141" y="34294"/>
                    <a:pt x="141" y="62611"/>
                  </a:cubicBezTo>
                  <a:cubicBezTo>
                    <a:pt x="141" y="72569"/>
                    <a:pt x="4105" y="72569"/>
                    <a:pt x="4410" y="72569"/>
                  </a:cubicBezTo>
                  <a:cubicBezTo>
                    <a:pt x="7764" y="72569"/>
                    <a:pt x="8679" y="66346"/>
                    <a:pt x="8679" y="65412"/>
                  </a:cubicBezTo>
                  <a:cubicBezTo>
                    <a:pt x="9899" y="31182"/>
                    <a:pt x="32767" y="17490"/>
                    <a:pt x="51367" y="17490"/>
                  </a:cubicBezTo>
                  <a:cubicBezTo>
                    <a:pt x="70576" y="17490"/>
                    <a:pt x="85212" y="30871"/>
                    <a:pt x="100152" y="44252"/>
                  </a:cubicBezTo>
                  <a:cubicBezTo>
                    <a:pt x="115703" y="58566"/>
                    <a:pt x="131558" y="72880"/>
                    <a:pt x="152292" y="72880"/>
                  </a:cubicBezTo>
                  <a:cubicBezTo>
                    <a:pt x="185527" y="72880"/>
                    <a:pt x="203517" y="38650"/>
                    <a:pt x="203517" y="10332"/>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3" name="Freeform: Shape 172">
              <a:extLst>
                <a:ext uri="{FF2B5EF4-FFF2-40B4-BE49-F238E27FC236}">
                  <a16:creationId xmlns:a16="http://schemas.microsoft.com/office/drawing/2014/main" id="{4430B793-8287-EB2C-C848-D3BF57315A60}"/>
                </a:ext>
              </a:extLst>
            </p:cNvPr>
            <p:cNvSpPr/>
            <p:nvPr>
              <p:custDataLst>
                <p:tags r:id="rId47"/>
              </p:custDataLst>
            </p:nvPr>
          </p:nvSpPr>
          <p:spPr>
            <a:xfrm>
              <a:off x="11999798" y="7680711"/>
              <a:ext cx="93607" cy="198224"/>
            </a:xfrm>
            <a:custGeom>
              <a:avLst/>
              <a:gdLst>
                <a:gd name="connsiteX0" fmla="*/ 55951 w 93607"/>
                <a:gd name="connsiteY0" fmla="*/ 70391 h 198224"/>
                <a:gd name="connsiteX1" fmla="*/ 84612 w 93607"/>
                <a:gd name="connsiteY1" fmla="*/ 70391 h 198224"/>
                <a:gd name="connsiteX2" fmla="*/ 93760 w 93607"/>
                <a:gd name="connsiteY2" fmla="*/ 64167 h 198224"/>
                <a:gd name="connsiteX3" fmla="*/ 85222 w 93607"/>
                <a:gd name="connsiteY3" fmla="*/ 60744 h 198224"/>
                <a:gd name="connsiteX4" fmla="*/ 58390 w 93607"/>
                <a:gd name="connsiteY4" fmla="*/ 60744 h 198224"/>
                <a:gd name="connsiteX5" fmla="*/ 70891 w 93607"/>
                <a:gd name="connsiteY5" fmla="*/ 8465 h 198224"/>
                <a:gd name="connsiteX6" fmla="*/ 62049 w 93607"/>
                <a:gd name="connsiteY6" fmla="*/ 63 h 198224"/>
                <a:gd name="connsiteX7" fmla="*/ 49852 w 93607"/>
                <a:gd name="connsiteY7" fmla="*/ 11266 h 198224"/>
                <a:gd name="connsiteX8" fmla="*/ 37961 w 93607"/>
                <a:gd name="connsiteY8" fmla="*/ 60744 h 198224"/>
                <a:gd name="connsiteX9" fmla="*/ 9299 w 93607"/>
                <a:gd name="connsiteY9" fmla="*/ 60744 h 198224"/>
                <a:gd name="connsiteX10" fmla="*/ 152 w 93607"/>
                <a:gd name="connsiteY10" fmla="*/ 66657 h 198224"/>
                <a:gd name="connsiteX11" fmla="*/ 8689 w 93607"/>
                <a:gd name="connsiteY11" fmla="*/ 70391 h 198224"/>
                <a:gd name="connsiteX12" fmla="*/ 35522 w 93607"/>
                <a:gd name="connsiteY12" fmla="*/ 70391 h 198224"/>
                <a:gd name="connsiteX13" fmla="*/ 12348 w 93607"/>
                <a:gd name="connsiteY13" fmla="*/ 169659 h 198224"/>
                <a:gd name="connsiteX14" fmla="*/ 40400 w 93607"/>
                <a:gd name="connsiteY14" fmla="*/ 198287 h 198224"/>
                <a:gd name="connsiteX15" fmla="*/ 88881 w 93607"/>
                <a:gd name="connsiteY15" fmla="*/ 150365 h 198224"/>
                <a:gd name="connsiteX16" fmla="*/ 85222 w 93607"/>
                <a:gd name="connsiteY16" fmla="*/ 147253 h 198224"/>
                <a:gd name="connsiteX17" fmla="*/ 80649 w 93607"/>
                <a:gd name="connsiteY17" fmla="*/ 151610 h 198224"/>
                <a:gd name="connsiteX18" fmla="*/ 41010 w 93607"/>
                <a:gd name="connsiteY18" fmla="*/ 191441 h 198224"/>
                <a:gd name="connsiteX19" fmla="*/ 31558 w 93607"/>
                <a:gd name="connsiteY19" fmla="*/ 177127 h 198224"/>
                <a:gd name="connsiteX20" fmla="*/ 33387 w 93607"/>
                <a:gd name="connsiteY20" fmla="*/ 162190 h 198224"/>
                <a:gd name="connsiteX21" fmla="*/ 55951 w 93607"/>
                <a:gd name="connsiteY21" fmla="*/ 70391 h 19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607" h="198224">
                  <a:moveTo>
                    <a:pt x="55951" y="70391"/>
                  </a:moveTo>
                  <a:lnTo>
                    <a:pt x="84612" y="70391"/>
                  </a:lnTo>
                  <a:cubicBezTo>
                    <a:pt x="90711" y="70391"/>
                    <a:pt x="93760" y="70391"/>
                    <a:pt x="93760" y="64167"/>
                  </a:cubicBezTo>
                  <a:cubicBezTo>
                    <a:pt x="93760" y="60744"/>
                    <a:pt x="90711" y="60744"/>
                    <a:pt x="85222" y="60744"/>
                  </a:cubicBezTo>
                  <a:lnTo>
                    <a:pt x="58390" y="60744"/>
                  </a:lnTo>
                  <a:cubicBezTo>
                    <a:pt x="69367" y="16556"/>
                    <a:pt x="70891" y="10332"/>
                    <a:pt x="70891" y="8465"/>
                  </a:cubicBezTo>
                  <a:cubicBezTo>
                    <a:pt x="70891" y="3175"/>
                    <a:pt x="67232" y="63"/>
                    <a:pt x="62049" y="63"/>
                  </a:cubicBezTo>
                  <a:cubicBezTo>
                    <a:pt x="61134" y="63"/>
                    <a:pt x="52597" y="375"/>
                    <a:pt x="49852" y="11266"/>
                  </a:cubicBezTo>
                  <a:lnTo>
                    <a:pt x="37961" y="60744"/>
                  </a:lnTo>
                  <a:lnTo>
                    <a:pt x="9299" y="60744"/>
                  </a:lnTo>
                  <a:cubicBezTo>
                    <a:pt x="3201" y="60744"/>
                    <a:pt x="152" y="60744"/>
                    <a:pt x="152" y="66657"/>
                  </a:cubicBezTo>
                  <a:cubicBezTo>
                    <a:pt x="152" y="70391"/>
                    <a:pt x="2591" y="70391"/>
                    <a:pt x="8689" y="70391"/>
                  </a:cubicBezTo>
                  <a:lnTo>
                    <a:pt x="35522" y="70391"/>
                  </a:lnTo>
                  <a:cubicBezTo>
                    <a:pt x="13568" y="158767"/>
                    <a:pt x="12348" y="164057"/>
                    <a:pt x="12348" y="169659"/>
                  </a:cubicBezTo>
                  <a:cubicBezTo>
                    <a:pt x="12348" y="186463"/>
                    <a:pt x="23935" y="198287"/>
                    <a:pt x="40400" y="198287"/>
                  </a:cubicBezTo>
                  <a:cubicBezTo>
                    <a:pt x="71501" y="198287"/>
                    <a:pt x="88881" y="152855"/>
                    <a:pt x="88881" y="150365"/>
                  </a:cubicBezTo>
                  <a:cubicBezTo>
                    <a:pt x="88881" y="147253"/>
                    <a:pt x="86442" y="147253"/>
                    <a:pt x="85222" y="147253"/>
                  </a:cubicBezTo>
                  <a:cubicBezTo>
                    <a:pt x="82478" y="147253"/>
                    <a:pt x="82173" y="148187"/>
                    <a:pt x="80649" y="151610"/>
                  </a:cubicBezTo>
                  <a:cubicBezTo>
                    <a:pt x="67537" y="183973"/>
                    <a:pt x="51377" y="191441"/>
                    <a:pt x="41010" y="191441"/>
                  </a:cubicBezTo>
                  <a:cubicBezTo>
                    <a:pt x="34607" y="191441"/>
                    <a:pt x="31558" y="187396"/>
                    <a:pt x="31558" y="177127"/>
                  </a:cubicBezTo>
                  <a:cubicBezTo>
                    <a:pt x="31558" y="169659"/>
                    <a:pt x="32168" y="167480"/>
                    <a:pt x="33387" y="162190"/>
                  </a:cubicBezTo>
                  <a:lnTo>
                    <a:pt x="55951" y="70391"/>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4" name="Freeform: Shape 173">
              <a:extLst>
                <a:ext uri="{FF2B5EF4-FFF2-40B4-BE49-F238E27FC236}">
                  <a16:creationId xmlns:a16="http://schemas.microsoft.com/office/drawing/2014/main" id="{A0D6C479-A1F3-B7F6-C9AA-E99C480A2379}"/>
                </a:ext>
              </a:extLst>
            </p:cNvPr>
            <p:cNvSpPr/>
            <p:nvPr>
              <p:custDataLst>
                <p:tags r:id="rId48"/>
              </p:custDataLst>
            </p:nvPr>
          </p:nvSpPr>
          <p:spPr>
            <a:xfrm>
              <a:off x="12112924" y="7826127"/>
              <a:ext cx="130410" cy="98240"/>
            </a:xfrm>
            <a:custGeom>
              <a:avLst/>
              <a:gdLst>
                <a:gd name="connsiteX0" fmla="*/ 16163 w 130410"/>
                <a:gd name="connsiteY0" fmla="*/ 82404 h 98240"/>
                <a:gd name="connsiteX1" fmla="*/ 14029 w 130410"/>
                <a:gd name="connsiteY1" fmla="*/ 91335 h 98240"/>
                <a:gd name="connsiteX2" fmla="*/ 21286 w 130410"/>
                <a:gd name="connsiteY2" fmla="*/ 98306 h 98240"/>
                <a:gd name="connsiteX3" fmla="*/ 29610 w 130410"/>
                <a:gd name="connsiteY3" fmla="*/ 93513 h 98240"/>
                <a:gd name="connsiteX4" fmla="*/ 33452 w 130410"/>
                <a:gd name="connsiteY4" fmla="*/ 80008 h 98240"/>
                <a:gd name="connsiteX5" fmla="*/ 38147 w 130410"/>
                <a:gd name="connsiteY5" fmla="*/ 60403 h 98240"/>
                <a:gd name="connsiteX6" fmla="*/ 41776 w 130410"/>
                <a:gd name="connsiteY6" fmla="*/ 45809 h 98240"/>
                <a:gd name="connsiteX7" fmla="*/ 50740 w 130410"/>
                <a:gd name="connsiteY7" fmla="*/ 26204 h 98240"/>
                <a:gd name="connsiteX8" fmla="*/ 82756 w 130410"/>
                <a:gd name="connsiteY8" fmla="*/ 6164 h 98240"/>
                <a:gd name="connsiteX9" fmla="*/ 95349 w 130410"/>
                <a:gd name="connsiteY9" fmla="*/ 21412 h 98240"/>
                <a:gd name="connsiteX10" fmla="*/ 82756 w 130410"/>
                <a:gd name="connsiteY10" fmla="*/ 67810 h 98240"/>
                <a:gd name="connsiteX11" fmla="*/ 79554 w 130410"/>
                <a:gd name="connsiteY11" fmla="*/ 79572 h 98240"/>
                <a:gd name="connsiteX12" fmla="*/ 99831 w 130410"/>
                <a:gd name="connsiteY12" fmla="*/ 98306 h 98240"/>
                <a:gd name="connsiteX13" fmla="*/ 130566 w 130410"/>
                <a:gd name="connsiteY13" fmla="*/ 64978 h 98240"/>
                <a:gd name="connsiteX14" fmla="*/ 127151 w 130410"/>
                <a:gd name="connsiteY14" fmla="*/ 62146 h 98240"/>
                <a:gd name="connsiteX15" fmla="*/ 123096 w 130410"/>
                <a:gd name="connsiteY15" fmla="*/ 65849 h 98240"/>
                <a:gd name="connsiteX16" fmla="*/ 100471 w 130410"/>
                <a:gd name="connsiteY16" fmla="*/ 92206 h 98240"/>
                <a:gd name="connsiteX17" fmla="*/ 95135 w 130410"/>
                <a:gd name="connsiteY17" fmla="*/ 84582 h 98240"/>
                <a:gd name="connsiteX18" fmla="*/ 100044 w 130410"/>
                <a:gd name="connsiteY18" fmla="*/ 66938 h 98240"/>
                <a:gd name="connsiteX19" fmla="*/ 111357 w 130410"/>
                <a:gd name="connsiteY19" fmla="*/ 24897 h 98240"/>
                <a:gd name="connsiteX20" fmla="*/ 83610 w 130410"/>
                <a:gd name="connsiteY20" fmla="*/ 65 h 98240"/>
                <a:gd name="connsiteX21" fmla="*/ 47539 w 130410"/>
                <a:gd name="connsiteY21" fmla="*/ 19887 h 98240"/>
                <a:gd name="connsiteX22" fmla="*/ 24701 w 130410"/>
                <a:gd name="connsiteY22" fmla="*/ 65 h 98240"/>
                <a:gd name="connsiteX23" fmla="*/ 7839 w 130410"/>
                <a:gd name="connsiteY23" fmla="*/ 11828 h 98240"/>
                <a:gd name="connsiteX24" fmla="*/ 156 w 130410"/>
                <a:gd name="connsiteY24" fmla="*/ 33393 h 98240"/>
                <a:gd name="connsiteX25" fmla="*/ 3784 w 130410"/>
                <a:gd name="connsiteY25" fmla="*/ 36224 h 98240"/>
                <a:gd name="connsiteX26" fmla="*/ 8480 w 130410"/>
                <a:gd name="connsiteY26" fmla="*/ 29690 h 98240"/>
                <a:gd name="connsiteX27" fmla="*/ 24061 w 130410"/>
                <a:gd name="connsiteY27" fmla="*/ 6164 h 98240"/>
                <a:gd name="connsiteX28" fmla="*/ 31104 w 130410"/>
                <a:gd name="connsiteY28" fmla="*/ 16838 h 98240"/>
                <a:gd name="connsiteX29" fmla="*/ 27689 w 130410"/>
                <a:gd name="connsiteY29" fmla="*/ 34917 h 98240"/>
                <a:gd name="connsiteX30" fmla="*/ 22993 w 130410"/>
                <a:gd name="connsiteY30" fmla="*/ 54522 h 98240"/>
                <a:gd name="connsiteX31" fmla="*/ 16163 w 130410"/>
                <a:gd name="connsiteY31" fmla="*/ 82404 h 98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0410" h="98240">
                  <a:moveTo>
                    <a:pt x="16163" y="82404"/>
                  </a:moveTo>
                  <a:cubicBezTo>
                    <a:pt x="15310" y="85236"/>
                    <a:pt x="14029" y="90682"/>
                    <a:pt x="14029" y="91335"/>
                  </a:cubicBezTo>
                  <a:cubicBezTo>
                    <a:pt x="14029" y="96127"/>
                    <a:pt x="17871" y="98306"/>
                    <a:pt x="21286" y="98306"/>
                  </a:cubicBezTo>
                  <a:cubicBezTo>
                    <a:pt x="25128" y="98306"/>
                    <a:pt x="28543" y="95474"/>
                    <a:pt x="29610" y="93513"/>
                  </a:cubicBezTo>
                  <a:cubicBezTo>
                    <a:pt x="30677" y="91553"/>
                    <a:pt x="32385" y="84582"/>
                    <a:pt x="33452" y="80008"/>
                  </a:cubicBezTo>
                  <a:cubicBezTo>
                    <a:pt x="34519" y="75869"/>
                    <a:pt x="36867" y="65849"/>
                    <a:pt x="38147" y="60403"/>
                  </a:cubicBezTo>
                  <a:cubicBezTo>
                    <a:pt x="39428" y="55611"/>
                    <a:pt x="40709" y="50819"/>
                    <a:pt x="41776" y="45809"/>
                  </a:cubicBezTo>
                  <a:cubicBezTo>
                    <a:pt x="44124" y="36878"/>
                    <a:pt x="44551" y="35135"/>
                    <a:pt x="50740" y="26204"/>
                  </a:cubicBezTo>
                  <a:cubicBezTo>
                    <a:pt x="56717" y="17491"/>
                    <a:pt x="66748" y="6164"/>
                    <a:pt x="82756" y="6164"/>
                  </a:cubicBezTo>
                  <a:cubicBezTo>
                    <a:pt x="95135" y="6164"/>
                    <a:pt x="95349" y="17273"/>
                    <a:pt x="95349" y="21412"/>
                  </a:cubicBezTo>
                  <a:cubicBezTo>
                    <a:pt x="95349" y="34482"/>
                    <a:pt x="86171" y="58661"/>
                    <a:pt x="82756" y="67810"/>
                  </a:cubicBezTo>
                  <a:cubicBezTo>
                    <a:pt x="80408" y="73909"/>
                    <a:pt x="79554" y="75869"/>
                    <a:pt x="79554" y="79572"/>
                  </a:cubicBezTo>
                  <a:cubicBezTo>
                    <a:pt x="79554" y="91117"/>
                    <a:pt x="88946" y="98306"/>
                    <a:pt x="99831" y="98306"/>
                  </a:cubicBezTo>
                  <a:cubicBezTo>
                    <a:pt x="121175" y="98306"/>
                    <a:pt x="130566" y="68245"/>
                    <a:pt x="130566" y="64978"/>
                  </a:cubicBezTo>
                  <a:cubicBezTo>
                    <a:pt x="130566" y="62146"/>
                    <a:pt x="127791" y="62146"/>
                    <a:pt x="127151" y="62146"/>
                  </a:cubicBezTo>
                  <a:cubicBezTo>
                    <a:pt x="124163" y="62146"/>
                    <a:pt x="123950" y="63453"/>
                    <a:pt x="123096" y="65849"/>
                  </a:cubicBezTo>
                  <a:cubicBezTo>
                    <a:pt x="118187" y="83275"/>
                    <a:pt x="109009" y="92206"/>
                    <a:pt x="100471" y="92206"/>
                  </a:cubicBezTo>
                  <a:cubicBezTo>
                    <a:pt x="95989" y="92206"/>
                    <a:pt x="95135" y="89157"/>
                    <a:pt x="95135" y="84582"/>
                  </a:cubicBezTo>
                  <a:cubicBezTo>
                    <a:pt x="95135" y="79572"/>
                    <a:pt x="96203" y="76741"/>
                    <a:pt x="100044" y="66938"/>
                  </a:cubicBezTo>
                  <a:cubicBezTo>
                    <a:pt x="102606" y="60186"/>
                    <a:pt x="111357" y="37096"/>
                    <a:pt x="111357" y="24897"/>
                  </a:cubicBezTo>
                  <a:cubicBezTo>
                    <a:pt x="111357" y="3768"/>
                    <a:pt x="94922" y="65"/>
                    <a:pt x="83610" y="65"/>
                  </a:cubicBezTo>
                  <a:cubicBezTo>
                    <a:pt x="65894" y="65"/>
                    <a:pt x="53942" y="11174"/>
                    <a:pt x="47539" y="19887"/>
                  </a:cubicBezTo>
                  <a:cubicBezTo>
                    <a:pt x="46045" y="4857"/>
                    <a:pt x="33452" y="65"/>
                    <a:pt x="24701" y="65"/>
                  </a:cubicBezTo>
                  <a:cubicBezTo>
                    <a:pt x="15523" y="65"/>
                    <a:pt x="10614" y="6818"/>
                    <a:pt x="7839" y="11828"/>
                  </a:cubicBezTo>
                  <a:cubicBezTo>
                    <a:pt x="3144" y="19887"/>
                    <a:pt x="156" y="32304"/>
                    <a:pt x="156" y="33393"/>
                  </a:cubicBezTo>
                  <a:cubicBezTo>
                    <a:pt x="156" y="36224"/>
                    <a:pt x="3144" y="36224"/>
                    <a:pt x="3784" y="36224"/>
                  </a:cubicBezTo>
                  <a:cubicBezTo>
                    <a:pt x="6772" y="36224"/>
                    <a:pt x="6986" y="35571"/>
                    <a:pt x="8480" y="29690"/>
                  </a:cubicBezTo>
                  <a:cubicBezTo>
                    <a:pt x="11681" y="16838"/>
                    <a:pt x="15736" y="6164"/>
                    <a:pt x="24061" y="6164"/>
                  </a:cubicBezTo>
                  <a:cubicBezTo>
                    <a:pt x="29610" y="6164"/>
                    <a:pt x="31104" y="10956"/>
                    <a:pt x="31104" y="16838"/>
                  </a:cubicBezTo>
                  <a:cubicBezTo>
                    <a:pt x="31104" y="20976"/>
                    <a:pt x="29183" y="29036"/>
                    <a:pt x="27689" y="34917"/>
                  </a:cubicBezTo>
                  <a:cubicBezTo>
                    <a:pt x="26195" y="40799"/>
                    <a:pt x="24061" y="49730"/>
                    <a:pt x="22993" y="54522"/>
                  </a:cubicBezTo>
                  <a:lnTo>
                    <a:pt x="16163" y="8240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5" name="Freeform: Shape 174">
              <a:extLst>
                <a:ext uri="{FF2B5EF4-FFF2-40B4-BE49-F238E27FC236}">
                  <a16:creationId xmlns:a16="http://schemas.microsoft.com/office/drawing/2014/main" id="{8DA232AA-2993-FAA7-F690-A3DD41BC3F08}"/>
                </a:ext>
              </a:extLst>
            </p:cNvPr>
            <p:cNvSpPr/>
            <p:nvPr>
              <p:custDataLst>
                <p:tags r:id="rId49"/>
              </p:custDataLst>
            </p:nvPr>
          </p:nvSpPr>
          <p:spPr>
            <a:xfrm>
              <a:off x="12276672" y="7862287"/>
              <a:ext cx="144283" cy="10673"/>
            </a:xfrm>
            <a:custGeom>
              <a:avLst/>
              <a:gdLst>
                <a:gd name="connsiteX0" fmla="*/ 135907 w 144283"/>
                <a:gd name="connsiteY0" fmla="*/ 10738 h 10673"/>
                <a:gd name="connsiteX1" fmla="*/ 144444 w 144283"/>
                <a:gd name="connsiteY1" fmla="*/ 5511 h 10673"/>
                <a:gd name="connsiteX2" fmla="*/ 135907 w 144283"/>
                <a:gd name="connsiteY2" fmla="*/ 65 h 10673"/>
                <a:gd name="connsiteX3" fmla="*/ 8698 w 144283"/>
                <a:gd name="connsiteY3" fmla="*/ 65 h 10673"/>
                <a:gd name="connsiteX4" fmla="*/ 160 w 144283"/>
                <a:gd name="connsiteY4" fmla="*/ 5293 h 10673"/>
                <a:gd name="connsiteX5" fmla="*/ 8698 w 144283"/>
                <a:gd name="connsiteY5" fmla="*/ 10738 h 10673"/>
                <a:gd name="connsiteX6" fmla="*/ 135907 w 144283"/>
                <a:gd name="connsiteY6" fmla="*/ 10738 h 1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283" h="10673">
                  <a:moveTo>
                    <a:pt x="135907" y="10738"/>
                  </a:moveTo>
                  <a:cubicBezTo>
                    <a:pt x="139322" y="10738"/>
                    <a:pt x="144444" y="10738"/>
                    <a:pt x="144444" y="5511"/>
                  </a:cubicBezTo>
                  <a:cubicBezTo>
                    <a:pt x="144444" y="65"/>
                    <a:pt x="139535" y="65"/>
                    <a:pt x="135907" y="65"/>
                  </a:cubicBezTo>
                  <a:lnTo>
                    <a:pt x="8698" y="65"/>
                  </a:lnTo>
                  <a:cubicBezTo>
                    <a:pt x="5283" y="65"/>
                    <a:pt x="160" y="65"/>
                    <a:pt x="160" y="5293"/>
                  </a:cubicBezTo>
                  <a:cubicBezTo>
                    <a:pt x="160" y="10738"/>
                    <a:pt x="5070" y="10738"/>
                    <a:pt x="8698" y="10738"/>
                  </a:cubicBezTo>
                  <a:lnTo>
                    <a:pt x="135907" y="1073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6" name="Freeform: Shape 175">
              <a:extLst>
                <a:ext uri="{FF2B5EF4-FFF2-40B4-BE49-F238E27FC236}">
                  <a16:creationId xmlns:a16="http://schemas.microsoft.com/office/drawing/2014/main" id="{BB6CFF1C-7FD9-42B7-7F39-E2051BB8E007}"/>
                </a:ext>
              </a:extLst>
            </p:cNvPr>
            <p:cNvSpPr/>
            <p:nvPr>
              <p:custDataLst>
                <p:tags r:id="rId50"/>
              </p:custDataLst>
            </p:nvPr>
          </p:nvSpPr>
          <p:spPr>
            <a:xfrm>
              <a:off x="12467455" y="7777551"/>
              <a:ext cx="77691" cy="144638"/>
            </a:xfrm>
            <a:custGeom>
              <a:avLst/>
              <a:gdLst>
                <a:gd name="connsiteX0" fmla="*/ 48404 w 77691"/>
                <a:gd name="connsiteY0" fmla="*/ 6164 h 144638"/>
                <a:gd name="connsiteX1" fmla="*/ 42001 w 77691"/>
                <a:gd name="connsiteY1" fmla="*/ 65 h 144638"/>
                <a:gd name="connsiteX2" fmla="*/ 167 w 77691"/>
                <a:gd name="connsiteY2" fmla="*/ 14006 h 144638"/>
                <a:gd name="connsiteX3" fmla="*/ 167 w 77691"/>
                <a:gd name="connsiteY3" fmla="*/ 21848 h 144638"/>
                <a:gd name="connsiteX4" fmla="*/ 31115 w 77691"/>
                <a:gd name="connsiteY4" fmla="*/ 15749 h 144638"/>
                <a:gd name="connsiteX5" fmla="*/ 31115 w 77691"/>
                <a:gd name="connsiteY5" fmla="*/ 126841 h 144638"/>
                <a:gd name="connsiteX6" fmla="*/ 9771 w 77691"/>
                <a:gd name="connsiteY6" fmla="*/ 136861 h 144638"/>
                <a:gd name="connsiteX7" fmla="*/ 1661 w 77691"/>
                <a:gd name="connsiteY7" fmla="*/ 136861 h 144638"/>
                <a:gd name="connsiteX8" fmla="*/ 1661 w 77691"/>
                <a:gd name="connsiteY8" fmla="*/ 144703 h 144638"/>
                <a:gd name="connsiteX9" fmla="*/ 39653 w 77691"/>
                <a:gd name="connsiteY9" fmla="*/ 143832 h 144638"/>
                <a:gd name="connsiteX10" fmla="*/ 77858 w 77691"/>
                <a:gd name="connsiteY10" fmla="*/ 144703 h 144638"/>
                <a:gd name="connsiteX11" fmla="*/ 77858 w 77691"/>
                <a:gd name="connsiteY11" fmla="*/ 136861 h 144638"/>
                <a:gd name="connsiteX12" fmla="*/ 69747 w 77691"/>
                <a:gd name="connsiteY12" fmla="*/ 136861 h 144638"/>
                <a:gd name="connsiteX13" fmla="*/ 48404 w 77691"/>
                <a:gd name="connsiteY13" fmla="*/ 126841 h 144638"/>
                <a:gd name="connsiteX14" fmla="*/ 48404 w 77691"/>
                <a:gd name="connsiteY14" fmla="*/ 6164 h 14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691" h="144638">
                  <a:moveTo>
                    <a:pt x="48404" y="6164"/>
                  </a:moveTo>
                  <a:cubicBezTo>
                    <a:pt x="48404" y="283"/>
                    <a:pt x="47977" y="65"/>
                    <a:pt x="42001" y="65"/>
                  </a:cubicBezTo>
                  <a:cubicBezTo>
                    <a:pt x="28340" y="13788"/>
                    <a:pt x="8918" y="14006"/>
                    <a:pt x="167" y="14006"/>
                  </a:cubicBezTo>
                  <a:lnTo>
                    <a:pt x="167" y="21848"/>
                  </a:lnTo>
                  <a:cubicBezTo>
                    <a:pt x="5289" y="21848"/>
                    <a:pt x="19376" y="21848"/>
                    <a:pt x="31115" y="15749"/>
                  </a:cubicBezTo>
                  <a:lnTo>
                    <a:pt x="31115" y="126841"/>
                  </a:lnTo>
                  <a:cubicBezTo>
                    <a:pt x="31115" y="134029"/>
                    <a:pt x="31115" y="136861"/>
                    <a:pt x="9771" y="136861"/>
                  </a:cubicBezTo>
                  <a:lnTo>
                    <a:pt x="1661" y="136861"/>
                  </a:lnTo>
                  <a:lnTo>
                    <a:pt x="1661" y="144703"/>
                  </a:lnTo>
                  <a:cubicBezTo>
                    <a:pt x="5503" y="144485"/>
                    <a:pt x="31756" y="143832"/>
                    <a:pt x="39653" y="143832"/>
                  </a:cubicBezTo>
                  <a:cubicBezTo>
                    <a:pt x="46269" y="143832"/>
                    <a:pt x="73162" y="144485"/>
                    <a:pt x="77858" y="144703"/>
                  </a:cubicBezTo>
                  <a:lnTo>
                    <a:pt x="77858" y="136861"/>
                  </a:lnTo>
                  <a:lnTo>
                    <a:pt x="69747" y="136861"/>
                  </a:lnTo>
                  <a:cubicBezTo>
                    <a:pt x="48404" y="136861"/>
                    <a:pt x="48404" y="134029"/>
                    <a:pt x="48404" y="126841"/>
                  </a:cubicBezTo>
                  <a:lnTo>
                    <a:pt x="48404" y="616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67" name="Group 66">
            <a:extLst>
              <a:ext uri="{FF2B5EF4-FFF2-40B4-BE49-F238E27FC236}">
                <a16:creationId xmlns:a16="http://schemas.microsoft.com/office/drawing/2014/main" id="{893E6B54-2506-B0D9-1CD4-E4FF961D67E8}"/>
              </a:ext>
            </a:extLst>
          </p:cNvPr>
          <p:cNvGrpSpPr>
            <a:grpSpLocks noChangeAspect="1"/>
          </p:cNvGrpSpPr>
          <p:nvPr>
            <p:custDataLst>
              <p:tags r:id="rId5"/>
            </p:custDataLst>
          </p:nvPr>
        </p:nvGrpSpPr>
        <p:grpSpPr>
          <a:xfrm>
            <a:off x="2223390" y="2530463"/>
            <a:ext cx="788755" cy="146217"/>
            <a:chOff x="2657947" y="3984349"/>
            <a:chExt cx="1104470" cy="204742"/>
          </a:xfrm>
        </p:grpSpPr>
        <p:sp>
          <p:nvSpPr>
            <p:cNvPr id="68" name="Freeform: Shape 67">
              <a:extLst>
                <a:ext uri="{FF2B5EF4-FFF2-40B4-BE49-F238E27FC236}">
                  <a16:creationId xmlns:a16="http://schemas.microsoft.com/office/drawing/2014/main" id="{384A405D-6E4C-7357-0E27-9C6153A11822}"/>
                </a:ext>
              </a:extLst>
            </p:cNvPr>
            <p:cNvSpPr/>
            <p:nvPr>
              <p:custDataLst>
                <p:tags r:id="rId25"/>
              </p:custDataLst>
            </p:nvPr>
          </p:nvSpPr>
          <p:spPr>
            <a:xfrm>
              <a:off x="2657947" y="3984349"/>
              <a:ext cx="153994" cy="155550"/>
            </a:xfrm>
            <a:custGeom>
              <a:avLst/>
              <a:gdLst>
                <a:gd name="connsiteX0" fmla="*/ 130848 w 153994"/>
                <a:gd name="connsiteY0" fmla="*/ 17827 h 155550"/>
                <a:gd name="connsiteX1" fmla="*/ 148660 w 153994"/>
                <a:gd name="connsiteY1" fmla="*/ 7123 h 155550"/>
                <a:gd name="connsiteX2" fmla="*/ 154072 w 153994"/>
                <a:gd name="connsiteY2" fmla="*/ 7123 h 155550"/>
                <a:gd name="connsiteX3" fmla="*/ 154072 w 153994"/>
                <a:gd name="connsiteY3" fmla="*/ 63 h 155550"/>
                <a:gd name="connsiteX4" fmla="*/ 120928 w 153994"/>
                <a:gd name="connsiteY4" fmla="*/ 746 h 155550"/>
                <a:gd name="connsiteX5" fmla="*/ 87558 w 153994"/>
                <a:gd name="connsiteY5" fmla="*/ 63 h 155550"/>
                <a:gd name="connsiteX6" fmla="*/ 87558 w 153994"/>
                <a:gd name="connsiteY6" fmla="*/ 7123 h 155550"/>
                <a:gd name="connsiteX7" fmla="*/ 92970 w 153994"/>
                <a:gd name="connsiteY7" fmla="*/ 7123 h 155550"/>
                <a:gd name="connsiteX8" fmla="*/ 110782 w 153994"/>
                <a:gd name="connsiteY8" fmla="*/ 17827 h 155550"/>
                <a:gd name="connsiteX9" fmla="*/ 110782 w 153994"/>
                <a:gd name="connsiteY9" fmla="*/ 71120 h 155550"/>
                <a:gd name="connsiteX10" fmla="*/ 43367 w 153994"/>
                <a:gd name="connsiteY10" fmla="*/ 71120 h 155550"/>
                <a:gd name="connsiteX11" fmla="*/ 43367 w 153994"/>
                <a:gd name="connsiteY11" fmla="*/ 17827 h 155550"/>
                <a:gd name="connsiteX12" fmla="*/ 61179 w 153994"/>
                <a:gd name="connsiteY12" fmla="*/ 7123 h 155550"/>
                <a:gd name="connsiteX13" fmla="*/ 66590 w 153994"/>
                <a:gd name="connsiteY13" fmla="*/ 7123 h 155550"/>
                <a:gd name="connsiteX14" fmla="*/ 66590 w 153994"/>
                <a:gd name="connsiteY14" fmla="*/ 63 h 155550"/>
                <a:gd name="connsiteX15" fmla="*/ 33446 w 153994"/>
                <a:gd name="connsiteY15" fmla="*/ 746 h 155550"/>
                <a:gd name="connsiteX16" fmla="*/ 77 w 153994"/>
                <a:gd name="connsiteY16" fmla="*/ 63 h 155550"/>
                <a:gd name="connsiteX17" fmla="*/ 77 w 153994"/>
                <a:gd name="connsiteY17" fmla="*/ 7123 h 155550"/>
                <a:gd name="connsiteX18" fmla="*/ 5488 w 153994"/>
                <a:gd name="connsiteY18" fmla="*/ 7123 h 155550"/>
                <a:gd name="connsiteX19" fmla="*/ 23300 w 153994"/>
                <a:gd name="connsiteY19" fmla="*/ 17827 h 155550"/>
                <a:gd name="connsiteX20" fmla="*/ 23300 w 153994"/>
                <a:gd name="connsiteY20" fmla="*/ 137849 h 155550"/>
                <a:gd name="connsiteX21" fmla="*/ 5488 w 153994"/>
                <a:gd name="connsiteY21" fmla="*/ 148553 h 155550"/>
                <a:gd name="connsiteX22" fmla="*/ 77 w 153994"/>
                <a:gd name="connsiteY22" fmla="*/ 148553 h 155550"/>
                <a:gd name="connsiteX23" fmla="*/ 77 w 153994"/>
                <a:gd name="connsiteY23" fmla="*/ 155613 h 155550"/>
                <a:gd name="connsiteX24" fmla="*/ 33221 w 153994"/>
                <a:gd name="connsiteY24" fmla="*/ 154930 h 155550"/>
                <a:gd name="connsiteX25" fmla="*/ 66590 w 153994"/>
                <a:gd name="connsiteY25" fmla="*/ 155613 h 155550"/>
                <a:gd name="connsiteX26" fmla="*/ 66590 w 153994"/>
                <a:gd name="connsiteY26" fmla="*/ 148553 h 155550"/>
                <a:gd name="connsiteX27" fmla="*/ 61179 w 153994"/>
                <a:gd name="connsiteY27" fmla="*/ 148553 h 155550"/>
                <a:gd name="connsiteX28" fmla="*/ 43367 w 153994"/>
                <a:gd name="connsiteY28" fmla="*/ 137849 h 155550"/>
                <a:gd name="connsiteX29" fmla="*/ 43367 w 153994"/>
                <a:gd name="connsiteY29" fmla="*/ 78180 h 155550"/>
                <a:gd name="connsiteX30" fmla="*/ 110782 w 153994"/>
                <a:gd name="connsiteY30" fmla="*/ 78180 h 155550"/>
                <a:gd name="connsiteX31" fmla="*/ 110782 w 153994"/>
                <a:gd name="connsiteY31" fmla="*/ 137849 h 155550"/>
                <a:gd name="connsiteX32" fmla="*/ 92970 w 153994"/>
                <a:gd name="connsiteY32" fmla="*/ 148553 h 155550"/>
                <a:gd name="connsiteX33" fmla="*/ 87558 w 153994"/>
                <a:gd name="connsiteY33" fmla="*/ 148553 h 155550"/>
                <a:gd name="connsiteX34" fmla="*/ 87558 w 153994"/>
                <a:gd name="connsiteY34" fmla="*/ 155613 h 155550"/>
                <a:gd name="connsiteX35" fmla="*/ 120702 w 153994"/>
                <a:gd name="connsiteY35" fmla="*/ 154930 h 155550"/>
                <a:gd name="connsiteX36" fmla="*/ 154072 w 153994"/>
                <a:gd name="connsiteY36" fmla="*/ 155613 h 155550"/>
                <a:gd name="connsiteX37" fmla="*/ 154072 w 153994"/>
                <a:gd name="connsiteY37" fmla="*/ 148553 h 155550"/>
                <a:gd name="connsiteX38" fmla="*/ 148660 w 153994"/>
                <a:gd name="connsiteY38" fmla="*/ 148553 h 155550"/>
                <a:gd name="connsiteX39" fmla="*/ 130848 w 153994"/>
                <a:gd name="connsiteY39" fmla="*/ 137849 h 155550"/>
                <a:gd name="connsiteX40" fmla="*/ 130848 w 153994"/>
                <a:gd name="connsiteY40" fmla="*/ 17827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3994" h="155550">
                  <a:moveTo>
                    <a:pt x="130848" y="17827"/>
                  </a:moveTo>
                  <a:cubicBezTo>
                    <a:pt x="130848" y="9628"/>
                    <a:pt x="131299" y="7123"/>
                    <a:pt x="148660" y="7123"/>
                  </a:cubicBezTo>
                  <a:lnTo>
                    <a:pt x="154072" y="7123"/>
                  </a:lnTo>
                  <a:lnTo>
                    <a:pt x="154072" y="63"/>
                  </a:lnTo>
                  <a:cubicBezTo>
                    <a:pt x="146180" y="746"/>
                    <a:pt x="129496" y="746"/>
                    <a:pt x="120928" y="746"/>
                  </a:cubicBezTo>
                  <a:cubicBezTo>
                    <a:pt x="112360" y="746"/>
                    <a:pt x="95450" y="746"/>
                    <a:pt x="87558" y="63"/>
                  </a:cubicBezTo>
                  <a:lnTo>
                    <a:pt x="87558" y="7123"/>
                  </a:lnTo>
                  <a:lnTo>
                    <a:pt x="92970" y="7123"/>
                  </a:lnTo>
                  <a:cubicBezTo>
                    <a:pt x="110331" y="7123"/>
                    <a:pt x="110782" y="9628"/>
                    <a:pt x="110782" y="17827"/>
                  </a:cubicBezTo>
                  <a:lnTo>
                    <a:pt x="110782" y="71120"/>
                  </a:lnTo>
                  <a:lnTo>
                    <a:pt x="43367" y="71120"/>
                  </a:lnTo>
                  <a:lnTo>
                    <a:pt x="43367" y="17827"/>
                  </a:lnTo>
                  <a:cubicBezTo>
                    <a:pt x="43367" y="9628"/>
                    <a:pt x="43818" y="7123"/>
                    <a:pt x="61179" y="7123"/>
                  </a:cubicBezTo>
                  <a:lnTo>
                    <a:pt x="66590" y="7123"/>
                  </a:lnTo>
                  <a:lnTo>
                    <a:pt x="66590" y="63"/>
                  </a:lnTo>
                  <a:cubicBezTo>
                    <a:pt x="58699" y="746"/>
                    <a:pt x="42014" y="746"/>
                    <a:pt x="33446" y="746"/>
                  </a:cubicBezTo>
                  <a:cubicBezTo>
                    <a:pt x="24878" y="746"/>
                    <a:pt x="7968" y="746"/>
                    <a:pt x="77" y="63"/>
                  </a:cubicBezTo>
                  <a:lnTo>
                    <a:pt x="77" y="7123"/>
                  </a:lnTo>
                  <a:lnTo>
                    <a:pt x="5488" y="7123"/>
                  </a:lnTo>
                  <a:cubicBezTo>
                    <a:pt x="22849" y="7123"/>
                    <a:pt x="23300" y="9628"/>
                    <a:pt x="23300" y="17827"/>
                  </a:cubicBezTo>
                  <a:lnTo>
                    <a:pt x="23300" y="137849"/>
                  </a:lnTo>
                  <a:cubicBezTo>
                    <a:pt x="23300" y="146048"/>
                    <a:pt x="22849" y="148553"/>
                    <a:pt x="5488" y="148553"/>
                  </a:cubicBezTo>
                  <a:lnTo>
                    <a:pt x="77" y="148553"/>
                  </a:lnTo>
                  <a:lnTo>
                    <a:pt x="77" y="155613"/>
                  </a:lnTo>
                  <a:cubicBezTo>
                    <a:pt x="7968" y="154930"/>
                    <a:pt x="24653" y="154930"/>
                    <a:pt x="33221" y="154930"/>
                  </a:cubicBezTo>
                  <a:cubicBezTo>
                    <a:pt x="41788" y="154930"/>
                    <a:pt x="58699" y="154930"/>
                    <a:pt x="66590" y="155613"/>
                  </a:cubicBezTo>
                  <a:lnTo>
                    <a:pt x="66590" y="148553"/>
                  </a:lnTo>
                  <a:lnTo>
                    <a:pt x="61179" y="148553"/>
                  </a:lnTo>
                  <a:cubicBezTo>
                    <a:pt x="43818" y="148553"/>
                    <a:pt x="43367" y="146048"/>
                    <a:pt x="43367" y="137849"/>
                  </a:cubicBezTo>
                  <a:lnTo>
                    <a:pt x="43367" y="78180"/>
                  </a:lnTo>
                  <a:lnTo>
                    <a:pt x="110782" y="78180"/>
                  </a:lnTo>
                  <a:lnTo>
                    <a:pt x="110782" y="137849"/>
                  </a:lnTo>
                  <a:cubicBezTo>
                    <a:pt x="110782" y="146048"/>
                    <a:pt x="110331" y="148553"/>
                    <a:pt x="92970" y="148553"/>
                  </a:cubicBezTo>
                  <a:lnTo>
                    <a:pt x="87558" y="148553"/>
                  </a:lnTo>
                  <a:lnTo>
                    <a:pt x="87558" y="155613"/>
                  </a:lnTo>
                  <a:cubicBezTo>
                    <a:pt x="95450" y="154930"/>
                    <a:pt x="112135" y="154930"/>
                    <a:pt x="120702" y="154930"/>
                  </a:cubicBezTo>
                  <a:cubicBezTo>
                    <a:pt x="129270" y="154930"/>
                    <a:pt x="146180" y="154930"/>
                    <a:pt x="154072" y="155613"/>
                  </a:cubicBezTo>
                  <a:lnTo>
                    <a:pt x="154072" y="148553"/>
                  </a:lnTo>
                  <a:lnTo>
                    <a:pt x="148660" y="148553"/>
                  </a:lnTo>
                  <a:cubicBezTo>
                    <a:pt x="131299" y="148553"/>
                    <a:pt x="130848" y="146048"/>
                    <a:pt x="130848" y="137849"/>
                  </a:cubicBezTo>
                  <a:lnTo>
                    <a:pt x="130848" y="1782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9" name="Freeform: Shape 68">
              <a:extLst>
                <a:ext uri="{FF2B5EF4-FFF2-40B4-BE49-F238E27FC236}">
                  <a16:creationId xmlns:a16="http://schemas.microsoft.com/office/drawing/2014/main" id="{B2BDC65C-CF55-F800-37E8-97B5513BCDC6}"/>
                </a:ext>
              </a:extLst>
            </p:cNvPr>
            <p:cNvSpPr/>
            <p:nvPr>
              <p:custDataLst>
                <p:tags r:id="rId26"/>
              </p:custDataLst>
            </p:nvPr>
          </p:nvSpPr>
          <p:spPr>
            <a:xfrm>
              <a:off x="2827816" y="4068204"/>
              <a:ext cx="73232" cy="109044"/>
            </a:xfrm>
            <a:custGeom>
              <a:avLst/>
              <a:gdLst>
                <a:gd name="connsiteX0" fmla="*/ 73316 w 73232"/>
                <a:gd name="connsiteY0" fmla="*/ 55065 h 109044"/>
                <a:gd name="connsiteX1" fmla="*/ 64005 w 73232"/>
                <a:gd name="connsiteY1" fmla="*/ 13775 h 109044"/>
                <a:gd name="connsiteX2" fmla="*/ 36700 w 73232"/>
                <a:gd name="connsiteY2" fmla="*/ 64 h 109044"/>
                <a:gd name="connsiteX3" fmla="*/ 84 w 73232"/>
                <a:gd name="connsiteY3" fmla="*/ 55065 h 109044"/>
                <a:gd name="connsiteX4" fmla="*/ 36700 w 73232"/>
                <a:gd name="connsiteY4" fmla="*/ 109109 h 109044"/>
                <a:gd name="connsiteX5" fmla="*/ 73316 w 73232"/>
                <a:gd name="connsiteY5" fmla="*/ 55065 h 109044"/>
                <a:gd name="connsiteX6" fmla="*/ 36700 w 73232"/>
                <a:gd name="connsiteY6" fmla="*/ 104645 h 109044"/>
                <a:gd name="connsiteX7" fmla="*/ 16656 w 73232"/>
                <a:gd name="connsiteY7" fmla="*/ 87268 h 109044"/>
                <a:gd name="connsiteX8" fmla="*/ 14447 w 73232"/>
                <a:gd name="connsiteY8" fmla="*/ 52992 h 109044"/>
                <a:gd name="connsiteX9" fmla="*/ 16814 w 73232"/>
                <a:gd name="connsiteY9" fmla="*/ 20470 h 109044"/>
                <a:gd name="connsiteX10" fmla="*/ 36700 w 73232"/>
                <a:gd name="connsiteY10" fmla="*/ 4528 h 109044"/>
                <a:gd name="connsiteX11" fmla="*/ 56271 w 73232"/>
                <a:gd name="connsiteY11" fmla="*/ 19035 h 109044"/>
                <a:gd name="connsiteX12" fmla="*/ 58954 w 73232"/>
                <a:gd name="connsiteY12" fmla="*/ 52992 h 109044"/>
                <a:gd name="connsiteX13" fmla="*/ 56902 w 73232"/>
                <a:gd name="connsiteY13" fmla="*/ 86630 h 109044"/>
                <a:gd name="connsiteX14" fmla="*/ 36700 w 73232"/>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232" h="109044">
                  <a:moveTo>
                    <a:pt x="73316" y="55065"/>
                  </a:moveTo>
                  <a:cubicBezTo>
                    <a:pt x="73316" y="37528"/>
                    <a:pt x="71265" y="24934"/>
                    <a:pt x="64005" y="13775"/>
                  </a:cubicBezTo>
                  <a:cubicBezTo>
                    <a:pt x="59112" y="6441"/>
                    <a:pt x="49327" y="64"/>
                    <a:pt x="36700" y="64"/>
                  </a:cubicBezTo>
                  <a:cubicBezTo>
                    <a:pt x="84" y="64"/>
                    <a:pt x="84" y="43586"/>
                    <a:pt x="84" y="55065"/>
                  </a:cubicBezTo>
                  <a:cubicBezTo>
                    <a:pt x="84" y="66543"/>
                    <a:pt x="84" y="109109"/>
                    <a:pt x="36700" y="109109"/>
                  </a:cubicBezTo>
                  <a:cubicBezTo>
                    <a:pt x="73316" y="109109"/>
                    <a:pt x="73316" y="66543"/>
                    <a:pt x="73316" y="55065"/>
                  </a:cubicBezTo>
                  <a:close/>
                  <a:moveTo>
                    <a:pt x="36700" y="104645"/>
                  </a:moveTo>
                  <a:cubicBezTo>
                    <a:pt x="29440" y="104645"/>
                    <a:pt x="19813" y="100341"/>
                    <a:pt x="16656" y="87268"/>
                  </a:cubicBezTo>
                  <a:cubicBezTo>
                    <a:pt x="14447" y="77862"/>
                    <a:pt x="14447" y="64790"/>
                    <a:pt x="14447" y="52992"/>
                  </a:cubicBezTo>
                  <a:cubicBezTo>
                    <a:pt x="14447" y="41355"/>
                    <a:pt x="14447" y="29239"/>
                    <a:pt x="16814" y="20470"/>
                  </a:cubicBezTo>
                  <a:cubicBezTo>
                    <a:pt x="20128" y="7876"/>
                    <a:pt x="30229" y="4528"/>
                    <a:pt x="36700" y="4528"/>
                  </a:cubicBezTo>
                  <a:cubicBezTo>
                    <a:pt x="45223" y="4528"/>
                    <a:pt x="53430" y="9789"/>
                    <a:pt x="56271" y="19035"/>
                  </a:cubicBezTo>
                  <a:cubicBezTo>
                    <a:pt x="58796" y="27644"/>
                    <a:pt x="58954" y="39123"/>
                    <a:pt x="58954" y="52992"/>
                  </a:cubicBezTo>
                  <a:cubicBezTo>
                    <a:pt x="58954" y="64790"/>
                    <a:pt x="58954" y="76587"/>
                    <a:pt x="56902" y="86630"/>
                  </a:cubicBezTo>
                  <a:cubicBezTo>
                    <a:pt x="53746" y="101138"/>
                    <a:pt x="43013" y="104645"/>
                    <a:pt x="36700"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0" name="Freeform: Shape 69">
              <a:extLst>
                <a:ext uri="{FF2B5EF4-FFF2-40B4-BE49-F238E27FC236}">
                  <a16:creationId xmlns:a16="http://schemas.microsoft.com/office/drawing/2014/main" id="{0D010D8F-3A9B-FB21-F894-543C313DEFF8}"/>
                </a:ext>
              </a:extLst>
            </p:cNvPr>
            <p:cNvSpPr/>
            <p:nvPr>
              <p:custDataLst>
                <p:tags r:id="rId27"/>
              </p:custDataLst>
            </p:nvPr>
          </p:nvSpPr>
          <p:spPr>
            <a:xfrm>
              <a:off x="3002776" y="4041740"/>
              <a:ext cx="23899" cy="98158"/>
            </a:xfrm>
            <a:custGeom>
              <a:avLst/>
              <a:gdLst>
                <a:gd name="connsiteX0" fmla="*/ 23991 w 23899"/>
                <a:gd name="connsiteY0" fmla="*/ 12133 h 98158"/>
                <a:gd name="connsiteX1" fmla="*/ 12041 w 23899"/>
                <a:gd name="connsiteY1" fmla="*/ 63 h 98158"/>
                <a:gd name="connsiteX2" fmla="*/ 91 w 23899"/>
                <a:gd name="connsiteY2" fmla="*/ 12133 h 98158"/>
                <a:gd name="connsiteX3" fmla="*/ 12041 w 23899"/>
                <a:gd name="connsiteY3" fmla="*/ 24204 h 98158"/>
                <a:gd name="connsiteX4" fmla="*/ 23991 w 23899"/>
                <a:gd name="connsiteY4" fmla="*/ 12133 h 98158"/>
                <a:gd name="connsiteX5" fmla="*/ 23991 w 23899"/>
                <a:gd name="connsiteY5" fmla="*/ 86151 h 98158"/>
                <a:gd name="connsiteX6" fmla="*/ 12041 w 23899"/>
                <a:gd name="connsiteY6" fmla="*/ 74080 h 98158"/>
                <a:gd name="connsiteX7" fmla="*/ 91 w 23899"/>
                <a:gd name="connsiteY7" fmla="*/ 86151 h 98158"/>
                <a:gd name="connsiteX8" fmla="*/ 12041 w 23899"/>
                <a:gd name="connsiteY8" fmla="*/ 98221 h 98158"/>
                <a:gd name="connsiteX9" fmla="*/ 23991 w 23899"/>
                <a:gd name="connsiteY9" fmla="*/ 86151 h 9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99" h="98158">
                  <a:moveTo>
                    <a:pt x="23991" y="12133"/>
                  </a:moveTo>
                  <a:cubicBezTo>
                    <a:pt x="23991" y="5529"/>
                    <a:pt x="18580" y="63"/>
                    <a:pt x="12041" y="63"/>
                  </a:cubicBezTo>
                  <a:cubicBezTo>
                    <a:pt x="5503" y="63"/>
                    <a:pt x="91" y="5529"/>
                    <a:pt x="91" y="12133"/>
                  </a:cubicBezTo>
                  <a:cubicBezTo>
                    <a:pt x="91" y="18738"/>
                    <a:pt x="5503" y="24204"/>
                    <a:pt x="12041" y="24204"/>
                  </a:cubicBezTo>
                  <a:cubicBezTo>
                    <a:pt x="18580" y="24204"/>
                    <a:pt x="23991" y="18738"/>
                    <a:pt x="23991" y="12133"/>
                  </a:cubicBezTo>
                  <a:close/>
                  <a:moveTo>
                    <a:pt x="23991" y="86151"/>
                  </a:moveTo>
                  <a:cubicBezTo>
                    <a:pt x="23991" y="79546"/>
                    <a:pt x="18580" y="74080"/>
                    <a:pt x="12041" y="74080"/>
                  </a:cubicBezTo>
                  <a:cubicBezTo>
                    <a:pt x="5503" y="74080"/>
                    <a:pt x="91" y="79546"/>
                    <a:pt x="91" y="86151"/>
                  </a:cubicBezTo>
                  <a:cubicBezTo>
                    <a:pt x="91" y="92755"/>
                    <a:pt x="5503" y="98221"/>
                    <a:pt x="12041" y="98221"/>
                  </a:cubicBezTo>
                  <a:cubicBezTo>
                    <a:pt x="18580" y="98221"/>
                    <a:pt x="23991" y="92755"/>
                    <a:pt x="23991" y="8615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1" name="Freeform: Shape 70">
              <a:extLst>
                <a:ext uri="{FF2B5EF4-FFF2-40B4-BE49-F238E27FC236}">
                  <a16:creationId xmlns:a16="http://schemas.microsoft.com/office/drawing/2014/main" id="{1C78F5BA-FF69-73C4-1F9C-55A887B35276}"/>
                </a:ext>
              </a:extLst>
            </p:cNvPr>
            <p:cNvSpPr/>
            <p:nvPr>
              <p:custDataLst>
                <p:tags r:id="rId28"/>
              </p:custDataLst>
            </p:nvPr>
          </p:nvSpPr>
          <p:spPr>
            <a:xfrm>
              <a:off x="3115408" y="4039235"/>
              <a:ext cx="122203" cy="149856"/>
            </a:xfrm>
            <a:custGeom>
              <a:avLst/>
              <a:gdLst>
                <a:gd name="connsiteX0" fmla="*/ 45416 w 122203"/>
                <a:gd name="connsiteY0" fmla="*/ 20788 h 149856"/>
                <a:gd name="connsiteX1" fmla="*/ 48798 w 122203"/>
                <a:gd name="connsiteY1" fmla="*/ 6212 h 149856"/>
                <a:gd name="connsiteX2" fmla="*/ 42260 w 122203"/>
                <a:gd name="connsiteY2" fmla="*/ 63 h 149856"/>
                <a:gd name="connsiteX3" fmla="*/ 33241 w 122203"/>
                <a:gd name="connsiteY3" fmla="*/ 8262 h 149856"/>
                <a:gd name="connsiteX4" fmla="*/ 773 w 122203"/>
                <a:gd name="connsiteY4" fmla="*/ 140127 h 149856"/>
                <a:gd name="connsiteX5" fmla="*/ 97 w 122203"/>
                <a:gd name="connsiteY5" fmla="*/ 143770 h 149856"/>
                <a:gd name="connsiteX6" fmla="*/ 6410 w 122203"/>
                <a:gd name="connsiteY6" fmla="*/ 149920 h 149856"/>
                <a:gd name="connsiteX7" fmla="*/ 14301 w 122203"/>
                <a:gd name="connsiteY7" fmla="*/ 145137 h 149856"/>
                <a:gd name="connsiteX8" fmla="*/ 26702 w 122203"/>
                <a:gd name="connsiteY8" fmla="*/ 96172 h 149856"/>
                <a:gd name="connsiteX9" fmla="*/ 48573 w 122203"/>
                <a:gd name="connsiteY9" fmla="*/ 103232 h 149856"/>
                <a:gd name="connsiteX10" fmla="*/ 78560 w 122203"/>
                <a:gd name="connsiteY10" fmla="*/ 86606 h 149856"/>
                <a:gd name="connsiteX11" fmla="*/ 98852 w 122203"/>
                <a:gd name="connsiteY11" fmla="*/ 103232 h 149856"/>
                <a:gd name="connsiteX12" fmla="*/ 115537 w 122203"/>
                <a:gd name="connsiteY12" fmla="*/ 90706 h 149856"/>
                <a:gd name="connsiteX13" fmla="*/ 122301 w 122203"/>
                <a:gd name="connsiteY13" fmla="*/ 68159 h 149856"/>
                <a:gd name="connsiteX14" fmla="*/ 119595 w 122203"/>
                <a:gd name="connsiteY14" fmla="*/ 65881 h 149856"/>
                <a:gd name="connsiteX15" fmla="*/ 116439 w 122203"/>
                <a:gd name="connsiteY15" fmla="*/ 69981 h 149856"/>
                <a:gd name="connsiteX16" fmla="*/ 99303 w 122203"/>
                <a:gd name="connsiteY16" fmla="*/ 98221 h 149856"/>
                <a:gd name="connsiteX17" fmla="*/ 92539 w 122203"/>
                <a:gd name="connsiteY17" fmla="*/ 87745 h 149856"/>
                <a:gd name="connsiteX18" fmla="*/ 97048 w 122203"/>
                <a:gd name="connsiteY18" fmla="*/ 64059 h 149856"/>
                <a:gd name="connsiteX19" fmla="*/ 103362 w 122203"/>
                <a:gd name="connsiteY19" fmla="*/ 39463 h 149856"/>
                <a:gd name="connsiteX20" fmla="*/ 107194 w 122203"/>
                <a:gd name="connsiteY20" fmla="*/ 23976 h 149856"/>
                <a:gd name="connsiteX21" fmla="*/ 110577 w 122203"/>
                <a:gd name="connsiteY21" fmla="*/ 8717 h 149856"/>
                <a:gd name="connsiteX22" fmla="*/ 104038 w 122203"/>
                <a:gd name="connsiteY22" fmla="*/ 2568 h 149856"/>
                <a:gd name="connsiteX23" fmla="*/ 95245 w 122203"/>
                <a:gd name="connsiteY23" fmla="*/ 10539 h 149856"/>
                <a:gd name="connsiteX24" fmla="*/ 84648 w 122203"/>
                <a:gd name="connsiteY24" fmla="*/ 53128 h 149856"/>
                <a:gd name="connsiteX25" fmla="*/ 78785 w 122203"/>
                <a:gd name="connsiteY25" fmla="*/ 76358 h 149856"/>
                <a:gd name="connsiteX26" fmla="*/ 49475 w 122203"/>
                <a:gd name="connsiteY26" fmla="*/ 98221 h 149856"/>
                <a:gd name="connsiteX27" fmla="*/ 32790 w 122203"/>
                <a:gd name="connsiteY27" fmla="*/ 78407 h 149856"/>
                <a:gd name="connsiteX28" fmla="*/ 35946 w 122203"/>
                <a:gd name="connsiteY28" fmla="*/ 59049 h 149856"/>
                <a:gd name="connsiteX29" fmla="*/ 45416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16" y="20788"/>
                  </a:moveTo>
                  <a:cubicBezTo>
                    <a:pt x="46543" y="16005"/>
                    <a:pt x="48798" y="7351"/>
                    <a:pt x="48798" y="6212"/>
                  </a:cubicBezTo>
                  <a:cubicBezTo>
                    <a:pt x="48798" y="2340"/>
                    <a:pt x="46093" y="63"/>
                    <a:pt x="42260" y="63"/>
                  </a:cubicBezTo>
                  <a:cubicBezTo>
                    <a:pt x="41583" y="63"/>
                    <a:pt x="35270" y="291"/>
                    <a:pt x="33241" y="8262"/>
                  </a:cubicBezTo>
                  <a:lnTo>
                    <a:pt x="773" y="140127"/>
                  </a:lnTo>
                  <a:cubicBezTo>
                    <a:pt x="97" y="142859"/>
                    <a:pt x="97" y="143315"/>
                    <a:pt x="97" y="143770"/>
                  </a:cubicBezTo>
                  <a:cubicBezTo>
                    <a:pt x="97" y="147187"/>
                    <a:pt x="2577" y="149920"/>
                    <a:pt x="6410" y="149920"/>
                  </a:cubicBezTo>
                  <a:cubicBezTo>
                    <a:pt x="11145" y="149920"/>
                    <a:pt x="13851" y="145820"/>
                    <a:pt x="14301" y="145137"/>
                  </a:cubicBezTo>
                  <a:cubicBezTo>
                    <a:pt x="15203" y="143087"/>
                    <a:pt x="18134" y="131244"/>
                    <a:pt x="26702" y="96172"/>
                  </a:cubicBezTo>
                  <a:cubicBezTo>
                    <a:pt x="33917" y="102321"/>
                    <a:pt x="44063" y="103232"/>
                    <a:pt x="48573" y="103232"/>
                  </a:cubicBezTo>
                  <a:cubicBezTo>
                    <a:pt x="64355" y="103232"/>
                    <a:pt x="73149" y="92983"/>
                    <a:pt x="78560" y="86606"/>
                  </a:cubicBezTo>
                  <a:cubicBezTo>
                    <a:pt x="80589" y="96855"/>
                    <a:pt x="88932" y="103232"/>
                    <a:pt x="98852" y="103232"/>
                  </a:cubicBezTo>
                  <a:cubicBezTo>
                    <a:pt x="106744" y="103232"/>
                    <a:pt x="111929" y="97994"/>
                    <a:pt x="115537" y="90706"/>
                  </a:cubicBezTo>
                  <a:cubicBezTo>
                    <a:pt x="119370" y="82507"/>
                    <a:pt x="122301" y="68614"/>
                    <a:pt x="122301" y="68159"/>
                  </a:cubicBezTo>
                  <a:cubicBezTo>
                    <a:pt x="122301" y="65881"/>
                    <a:pt x="120272" y="65881"/>
                    <a:pt x="119595" y="65881"/>
                  </a:cubicBezTo>
                  <a:cubicBezTo>
                    <a:pt x="117341" y="65881"/>
                    <a:pt x="117115" y="66792"/>
                    <a:pt x="116439" y="69981"/>
                  </a:cubicBezTo>
                  <a:cubicBezTo>
                    <a:pt x="112606" y="84784"/>
                    <a:pt x="108547" y="98221"/>
                    <a:pt x="99303" y="98221"/>
                  </a:cubicBezTo>
                  <a:cubicBezTo>
                    <a:pt x="93215" y="98221"/>
                    <a:pt x="92539" y="92300"/>
                    <a:pt x="92539" y="87745"/>
                  </a:cubicBezTo>
                  <a:cubicBezTo>
                    <a:pt x="92539" y="82735"/>
                    <a:pt x="95245" y="72030"/>
                    <a:pt x="97048" y="64059"/>
                  </a:cubicBezTo>
                  <a:lnTo>
                    <a:pt x="103362" y="39463"/>
                  </a:lnTo>
                  <a:cubicBezTo>
                    <a:pt x="104038" y="36047"/>
                    <a:pt x="106293" y="27392"/>
                    <a:pt x="107194" y="23976"/>
                  </a:cubicBezTo>
                  <a:cubicBezTo>
                    <a:pt x="108322" y="18738"/>
                    <a:pt x="110577" y="10084"/>
                    <a:pt x="110577" y="8717"/>
                  </a:cubicBezTo>
                  <a:cubicBezTo>
                    <a:pt x="110577" y="4618"/>
                    <a:pt x="107420" y="2568"/>
                    <a:pt x="104038" y="2568"/>
                  </a:cubicBezTo>
                  <a:cubicBezTo>
                    <a:pt x="102911" y="2568"/>
                    <a:pt x="97048" y="2796"/>
                    <a:pt x="95245" y="10539"/>
                  </a:cubicBezTo>
                  <a:lnTo>
                    <a:pt x="84648" y="53128"/>
                  </a:lnTo>
                  <a:cubicBezTo>
                    <a:pt x="81942" y="64515"/>
                    <a:pt x="79462" y="74080"/>
                    <a:pt x="78785" y="76358"/>
                  </a:cubicBezTo>
                  <a:cubicBezTo>
                    <a:pt x="78560" y="77496"/>
                    <a:pt x="67738" y="98221"/>
                    <a:pt x="49475" y="98221"/>
                  </a:cubicBezTo>
                  <a:cubicBezTo>
                    <a:pt x="38201" y="98221"/>
                    <a:pt x="32790" y="90706"/>
                    <a:pt x="32790" y="78407"/>
                  </a:cubicBezTo>
                  <a:cubicBezTo>
                    <a:pt x="32790" y="71803"/>
                    <a:pt x="34368" y="65426"/>
                    <a:pt x="35946" y="59049"/>
                  </a:cubicBezTo>
                  <a:lnTo>
                    <a:pt x="45416"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2" name="Freeform: Shape 71">
              <a:extLst>
                <a:ext uri="{FF2B5EF4-FFF2-40B4-BE49-F238E27FC236}">
                  <a16:creationId xmlns:a16="http://schemas.microsoft.com/office/drawing/2014/main" id="{810FB2F2-010A-17E7-961E-99B1AA5645D0}"/>
                </a:ext>
              </a:extLst>
            </p:cNvPr>
            <p:cNvSpPr/>
            <p:nvPr>
              <p:custDataLst>
                <p:tags r:id="rId29"/>
              </p:custDataLst>
            </p:nvPr>
          </p:nvSpPr>
          <p:spPr>
            <a:xfrm>
              <a:off x="3325843" y="3995053"/>
              <a:ext cx="137761" cy="176047"/>
            </a:xfrm>
            <a:custGeom>
              <a:avLst/>
              <a:gdLst>
                <a:gd name="connsiteX0" fmla="*/ 133583 w 137761"/>
                <a:gd name="connsiteY0" fmla="*/ 9628 h 176047"/>
                <a:gd name="connsiteX1" fmla="*/ 137867 w 137761"/>
                <a:gd name="connsiteY1" fmla="*/ 4618 h 176047"/>
                <a:gd name="connsiteX2" fmla="*/ 133358 w 137761"/>
                <a:gd name="connsiteY2" fmla="*/ 63 h 176047"/>
                <a:gd name="connsiteX3" fmla="*/ 129299 w 137761"/>
                <a:gd name="connsiteY3" fmla="*/ 1429 h 176047"/>
                <a:gd name="connsiteX4" fmla="*/ 4615 w 137761"/>
                <a:gd name="connsiteY4" fmla="*/ 60871 h 176047"/>
                <a:gd name="connsiteX5" fmla="*/ 106 w 137761"/>
                <a:gd name="connsiteY5" fmla="*/ 66109 h 176047"/>
                <a:gd name="connsiteX6" fmla="*/ 4615 w 137761"/>
                <a:gd name="connsiteY6" fmla="*/ 71120 h 176047"/>
                <a:gd name="connsiteX7" fmla="*/ 129299 w 137761"/>
                <a:gd name="connsiteY7" fmla="*/ 130333 h 176047"/>
                <a:gd name="connsiteX8" fmla="*/ 133358 w 137761"/>
                <a:gd name="connsiteY8" fmla="*/ 131928 h 176047"/>
                <a:gd name="connsiteX9" fmla="*/ 137867 w 137761"/>
                <a:gd name="connsiteY9" fmla="*/ 127373 h 176047"/>
                <a:gd name="connsiteX10" fmla="*/ 133132 w 137761"/>
                <a:gd name="connsiteY10" fmla="*/ 122135 h 176047"/>
                <a:gd name="connsiteX11" fmla="*/ 15212 w 137761"/>
                <a:gd name="connsiteY11" fmla="*/ 66109 h 176047"/>
                <a:gd name="connsiteX12" fmla="*/ 133583 w 137761"/>
                <a:gd name="connsiteY12" fmla="*/ 9628 h 176047"/>
                <a:gd name="connsiteX13" fmla="*/ 129976 w 137761"/>
                <a:gd name="connsiteY13" fmla="*/ 176110 h 176047"/>
                <a:gd name="connsiteX14" fmla="*/ 137867 w 137761"/>
                <a:gd name="connsiteY14" fmla="*/ 171555 h 176047"/>
                <a:gd name="connsiteX15" fmla="*/ 129750 w 137761"/>
                <a:gd name="connsiteY15" fmla="*/ 167001 h 176047"/>
                <a:gd name="connsiteX16" fmla="*/ 8223 w 137761"/>
                <a:gd name="connsiteY16" fmla="*/ 167001 h 176047"/>
                <a:gd name="connsiteX17" fmla="*/ 106 w 137761"/>
                <a:gd name="connsiteY17" fmla="*/ 171555 h 176047"/>
                <a:gd name="connsiteX18" fmla="*/ 7997 w 137761"/>
                <a:gd name="connsiteY18" fmla="*/ 176110 h 176047"/>
                <a:gd name="connsiteX19" fmla="*/ 129976 w 137761"/>
                <a:gd name="connsiteY19" fmla="*/ 176110 h 176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7761" h="176047">
                  <a:moveTo>
                    <a:pt x="133583" y="9628"/>
                  </a:moveTo>
                  <a:cubicBezTo>
                    <a:pt x="136063" y="8489"/>
                    <a:pt x="137867" y="7351"/>
                    <a:pt x="137867" y="4618"/>
                  </a:cubicBezTo>
                  <a:cubicBezTo>
                    <a:pt x="137867" y="2112"/>
                    <a:pt x="136063" y="63"/>
                    <a:pt x="133358" y="63"/>
                  </a:cubicBezTo>
                  <a:cubicBezTo>
                    <a:pt x="132230" y="63"/>
                    <a:pt x="130201" y="974"/>
                    <a:pt x="129299" y="1429"/>
                  </a:cubicBezTo>
                  <a:lnTo>
                    <a:pt x="4615" y="60871"/>
                  </a:lnTo>
                  <a:cubicBezTo>
                    <a:pt x="782" y="62693"/>
                    <a:pt x="106" y="64287"/>
                    <a:pt x="106" y="66109"/>
                  </a:cubicBezTo>
                  <a:cubicBezTo>
                    <a:pt x="106" y="68159"/>
                    <a:pt x="1459" y="69753"/>
                    <a:pt x="4615" y="71120"/>
                  </a:cubicBezTo>
                  <a:lnTo>
                    <a:pt x="129299" y="130333"/>
                  </a:lnTo>
                  <a:cubicBezTo>
                    <a:pt x="132230" y="131928"/>
                    <a:pt x="132681" y="131928"/>
                    <a:pt x="133358" y="131928"/>
                  </a:cubicBezTo>
                  <a:cubicBezTo>
                    <a:pt x="135838" y="131928"/>
                    <a:pt x="137867" y="129878"/>
                    <a:pt x="137867" y="127373"/>
                  </a:cubicBezTo>
                  <a:cubicBezTo>
                    <a:pt x="137867" y="125323"/>
                    <a:pt x="136965" y="123957"/>
                    <a:pt x="133132" y="122135"/>
                  </a:cubicBezTo>
                  <a:lnTo>
                    <a:pt x="15212" y="66109"/>
                  </a:lnTo>
                  <a:lnTo>
                    <a:pt x="133583" y="9628"/>
                  </a:lnTo>
                  <a:close/>
                  <a:moveTo>
                    <a:pt x="129976" y="176110"/>
                  </a:moveTo>
                  <a:cubicBezTo>
                    <a:pt x="133809" y="176110"/>
                    <a:pt x="137867" y="176110"/>
                    <a:pt x="137867" y="171555"/>
                  </a:cubicBezTo>
                  <a:cubicBezTo>
                    <a:pt x="137867" y="167001"/>
                    <a:pt x="133132" y="167001"/>
                    <a:pt x="129750" y="167001"/>
                  </a:cubicBezTo>
                  <a:lnTo>
                    <a:pt x="8223" y="167001"/>
                  </a:lnTo>
                  <a:cubicBezTo>
                    <a:pt x="4841" y="167001"/>
                    <a:pt x="106" y="167001"/>
                    <a:pt x="106" y="171555"/>
                  </a:cubicBezTo>
                  <a:cubicBezTo>
                    <a:pt x="106" y="176110"/>
                    <a:pt x="4164" y="176110"/>
                    <a:pt x="7997" y="176110"/>
                  </a:cubicBezTo>
                  <a:lnTo>
                    <a:pt x="129976" y="176110"/>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3" name="Freeform: Shape 72">
              <a:extLst>
                <a:ext uri="{FF2B5EF4-FFF2-40B4-BE49-F238E27FC236}">
                  <a16:creationId xmlns:a16="http://schemas.microsoft.com/office/drawing/2014/main" id="{05F790C8-EE1D-4DA5-8678-928513CF8B61}"/>
                </a:ext>
              </a:extLst>
            </p:cNvPr>
            <p:cNvSpPr/>
            <p:nvPr>
              <p:custDataLst>
                <p:tags r:id="rId30"/>
              </p:custDataLst>
            </p:nvPr>
          </p:nvSpPr>
          <p:spPr>
            <a:xfrm>
              <a:off x="3551886" y="4039235"/>
              <a:ext cx="122203" cy="149856"/>
            </a:xfrm>
            <a:custGeom>
              <a:avLst/>
              <a:gdLst>
                <a:gd name="connsiteX0" fmla="*/ 45435 w 122203"/>
                <a:gd name="connsiteY0" fmla="*/ 20788 h 149856"/>
                <a:gd name="connsiteX1" fmla="*/ 48817 w 122203"/>
                <a:gd name="connsiteY1" fmla="*/ 6212 h 149856"/>
                <a:gd name="connsiteX2" fmla="*/ 42279 w 122203"/>
                <a:gd name="connsiteY2" fmla="*/ 63 h 149856"/>
                <a:gd name="connsiteX3" fmla="*/ 33260 w 122203"/>
                <a:gd name="connsiteY3" fmla="*/ 8262 h 149856"/>
                <a:gd name="connsiteX4" fmla="*/ 793 w 122203"/>
                <a:gd name="connsiteY4" fmla="*/ 140127 h 149856"/>
                <a:gd name="connsiteX5" fmla="*/ 116 w 122203"/>
                <a:gd name="connsiteY5" fmla="*/ 143770 h 149856"/>
                <a:gd name="connsiteX6" fmla="*/ 6429 w 122203"/>
                <a:gd name="connsiteY6" fmla="*/ 149920 h 149856"/>
                <a:gd name="connsiteX7" fmla="*/ 14321 w 122203"/>
                <a:gd name="connsiteY7" fmla="*/ 145137 h 149856"/>
                <a:gd name="connsiteX8" fmla="*/ 26722 w 122203"/>
                <a:gd name="connsiteY8" fmla="*/ 96172 h 149856"/>
                <a:gd name="connsiteX9" fmla="*/ 48592 w 122203"/>
                <a:gd name="connsiteY9" fmla="*/ 103232 h 149856"/>
                <a:gd name="connsiteX10" fmla="*/ 78579 w 122203"/>
                <a:gd name="connsiteY10" fmla="*/ 86606 h 149856"/>
                <a:gd name="connsiteX11" fmla="*/ 98871 w 122203"/>
                <a:gd name="connsiteY11" fmla="*/ 103232 h 149856"/>
                <a:gd name="connsiteX12" fmla="*/ 115556 w 122203"/>
                <a:gd name="connsiteY12" fmla="*/ 90706 h 149856"/>
                <a:gd name="connsiteX13" fmla="*/ 122320 w 122203"/>
                <a:gd name="connsiteY13" fmla="*/ 68159 h 149856"/>
                <a:gd name="connsiteX14" fmla="*/ 119615 w 122203"/>
                <a:gd name="connsiteY14" fmla="*/ 65881 h 149856"/>
                <a:gd name="connsiteX15" fmla="*/ 116458 w 122203"/>
                <a:gd name="connsiteY15" fmla="*/ 69981 h 149856"/>
                <a:gd name="connsiteX16" fmla="*/ 99322 w 122203"/>
                <a:gd name="connsiteY16" fmla="*/ 98221 h 149856"/>
                <a:gd name="connsiteX17" fmla="*/ 92558 w 122203"/>
                <a:gd name="connsiteY17" fmla="*/ 87745 h 149856"/>
                <a:gd name="connsiteX18" fmla="*/ 97068 w 122203"/>
                <a:gd name="connsiteY18" fmla="*/ 64059 h 149856"/>
                <a:gd name="connsiteX19" fmla="*/ 103381 w 122203"/>
                <a:gd name="connsiteY19" fmla="*/ 39463 h 149856"/>
                <a:gd name="connsiteX20" fmla="*/ 107214 w 122203"/>
                <a:gd name="connsiteY20" fmla="*/ 23976 h 149856"/>
                <a:gd name="connsiteX21" fmla="*/ 110596 w 122203"/>
                <a:gd name="connsiteY21" fmla="*/ 8717 h 149856"/>
                <a:gd name="connsiteX22" fmla="*/ 104057 w 122203"/>
                <a:gd name="connsiteY22" fmla="*/ 2568 h 149856"/>
                <a:gd name="connsiteX23" fmla="*/ 95264 w 122203"/>
                <a:gd name="connsiteY23" fmla="*/ 10539 h 149856"/>
                <a:gd name="connsiteX24" fmla="*/ 84667 w 122203"/>
                <a:gd name="connsiteY24" fmla="*/ 53128 h 149856"/>
                <a:gd name="connsiteX25" fmla="*/ 78805 w 122203"/>
                <a:gd name="connsiteY25" fmla="*/ 76358 h 149856"/>
                <a:gd name="connsiteX26" fmla="*/ 49494 w 122203"/>
                <a:gd name="connsiteY26" fmla="*/ 98221 h 149856"/>
                <a:gd name="connsiteX27" fmla="*/ 32809 w 122203"/>
                <a:gd name="connsiteY27" fmla="*/ 78407 h 149856"/>
                <a:gd name="connsiteX28" fmla="*/ 35966 w 122203"/>
                <a:gd name="connsiteY28" fmla="*/ 59049 h 149856"/>
                <a:gd name="connsiteX29" fmla="*/ 45435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35" y="20788"/>
                  </a:moveTo>
                  <a:cubicBezTo>
                    <a:pt x="46563" y="16005"/>
                    <a:pt x="48817" y="7351"/>
                    <a:pt x="48817" y="6212"/>
                  </a:cubicBezTo>
                  <a:cubicBezTo>
                    <a:pt x="48817" y="2340"/>
                    <a:pt x="46112" y="63"/>
                    <a:pt x="42279" y="63"/>
                  </a:cubicBezTo>
                  <a:cubicBezTo>
                    <a:pt x="41602" y="63"/>
                    <a:pt x="35289" y="291"/>
                    <a:pt x="33260" y="8262"/>
                  </a:cubicBezTo>
                  <a:lnTo>
                    <a:pt x="793" y="140127"/>
                  </a:lnTo>
                  <a:cubicBezTo>
                    <a:pt x="116" y="142859"/>
                    <a:pt x="116" y="143315"/>
                    <a:pt x="116" y="143770"/>
                  </a:cubicBezTo>
                  <a:cubicBezTo>
                    <a:pt x="116" y="147187"/>
                    <a:pt x="2596" y="149920"/>
                    <a:pt x="6429" y="149920"/>
                  </a:cubicBezTo>
                  <a:cubicBezTo>
                    <a:pt x="11164" y="149920"/>
                    <a:pt x="13870" y="145820"/>
                    <a:pt x="14321" y="145137"/>
                  </a:cubicBezTo>
                  <a:cubicBezTo>
                    <a:pt x="15223" y="143087"/>
                    <a:pt x="18154" y="131244"/>
                    <a:pt x="26722" y="96172"/>
                  </a:cubicBezTo>
                  <a:cubicBezTo>
                    <a:pt x="33937" y="102321"/>
                    <a:pt x="44083" y="103232"/>
                    <a:pt x="48592" y="103232"/>
                  </a:cubicBezTo>
                  <a:cubicBezTo>
                    <a:pt x="64375" y="103232"/>
                    <a:pt x="73168" y="92983"/>
                    <a:pt x="78579" y="86606"/>
                  </a:cubicBezTo>
                  <a:cubicBezTo>
                    <a:pt x="80609" y="96855"/>
                    <a:pt x="88951" y="103232"/>
                    <a:pt x="98871" y="103232"/>
                  </a:cubicBezTo>
                  <a:cubicBezTo>
                    <a:pt x="106763" y="103232"/>
                    <a:pt x="111949" y="97994"/>
                    <a:pt x="115556" y="90706"/>
                  </a:cubicBezTo>
                  <a:cubicBezTo>
                    <a:pt x="119389" y="82507"/>
                    <a:pt x="122320" y="68614"/>
                    <a:pt x="122320" y="68159"/>
                  </a:cubicBezTo>
                  <a:cubicBezTo>
                    <a:pt x="122320" y="65881"/>
                    <a:pt x="120291" y="65881"/>
                    <a:pt x="119615" y="65881"/>
                  </a:cubicBezTo>
                  <a:cubicBezTo>
                    <a:pt x="117360" y="65881"/>
                    <a:pt x="117134" y="66792"/>
                    <a:pt x="116458" y="69981"/>
                  </a:cubicBezTo>
                  <a:cubicBezTo>
                    <a:pt x="112625" y="84784"/>
                    <a:pt x="108567" y="98221"/>
                    <a:pt x="99322" y="98221"/>
                  </a:cubicBezTo>
                  <a:cubicBezTo>
                    <a:pt x="93235" y="98221"/>
                    <a:pt x="92558" y="92300"/>
                    <a:pt x="92558" y="87745"/>
                  </a:cubicBezTo>
                  <a:cubicBezTo>
                    <a:pt x="92558" y="82735"/>
                    <a:pt x="95264" y="72030"/>
                    <a:pt x="97068" y="64059"/>
                  </a:cubicBezTo>
                  <a:lnTo>
                    <a:pt x="103381" y="39463"/>
                  </a:lnTo>
                  <a:cubicBezTo>
                    <a:pt x="104057" y="36047"/>
                    <a:pt x="106312" y="27392"/>
                    <a:pt x="107214" y="23976"/>
                  </a:cubicBezTo>
                  <a:cubicBezTo>
                    <a:pt x="108341" y="18738"/>
                    <a:pt x="110596" y="10084"/>
                    <a:pt x="110596" y="8717"/>
                  </a:cubicBezTo>
                  <a:cubicBezTo>
                    <a:pt x="110596" y="4618"/>
                    <a:pt x="107439" y="2568"/>
                    <a:pt x="104057" y="2568"/>
                  </a:cubicBezTo>
                  <a:cubicBezTo>
                    <a:pt x="102930" y="2568"/>
                    <a:pt x="97068" y="2796"/>
                    <a:pt x="95264" y="10539"/>
                  </a:cubicBezTo>
                  <a:lnTo>
                    <a:pt x="84667" y="53128"/>
                  </a:lnTo>
                  <a:cubicBezTo>
                    <a:pt x="81961" y="64515"/>
                    <a:pt x="79481" y="74080"/>
                    <a:pt x="78805" y="76358"/>
                  </a:cubicBezTo>
                  <a:cubicBezTo>
                    <a:pt x="78579" y="77496"/>
                    <a:pt x="67757" y="98221"/>
                    <a:pt x="49494" y="98221"/>
                  </a:cubicBezTo>
                  <a:cubicBezTo>
                    <a:pt x="38220" y="98221"/>
                    <a:pt x="32809" y="90706"/>
                    <a:pt x="32809" y="78407"/>
                  </a:cubicBezTo>
                  <a:cubicBezTo>
                    <a:pt x="32809" y="71803"/>
                    <a:pt x="34387" y="65426"/>
                    <a:pt x="35966" y="59049"/>
                  </a:cubicBezTo>
                  <a:lnTo>
                    <a:pt x="45435"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4" name="Freeform: Shape 73">
              <a:extLst>
                <a:ext uri="{FF2B5EF4-FFF2-40B4-BE49-F238E27FC236}">
                  <a16:creationId xmlns:a16="http://schemas.microsoft.com/office/drawing/2014/main" id="{26B8D54F-BEC7-9C4C-D127-A97156768293}"/>
                </a:ext>
              </a:extLst>
            </p:cNvPr>
            <p:cNvSpPr/>
            <p:nvPr>
              <p:custDataLst>
                <p:tags r:id="rId31"/>
              </p:custDataLst>
            </p:nvPr>
          </p:nvSpPr>
          <p:spPr>
            <a:xfrm>
              <a:off x="3689185" y="4068204"/>
              <a:ext cx="73232" cy="109044"/>
            </a:xfrm>
            <a:custGeom>
              <a:avLst/>
              <a:gdLst>
                <a:gd name="connsiteX0" fmla="*/ 73354 w 73232"/>
                <a:gd name="connsiteY0" fmla="*/ 55065 h 109044"/>
                <a:gd name="connsiteX1" fmla="*/ 64043 w 73232"/>
                <a:gd name="connsiteY1" fmla="*/ 13775 h 109044"/>
                <a:gd name="connsiteX2" fmla="*/ 36738 w 73232"/>
                <a:gd name="connsiteY2" fmla="*/ 64 h 109044"/>
                <a:gd name="connsiteX3" fmla="*/ 122 w 73232"/>
                <a:gd name="connsiteY3" fmla="*/ 55065 h 109044"/>
                <a:gd name="connsiteX4" fmla="*/ 36738 w 73232"/>
                <a:gd name="connsiteY4" fmla="*/ 109109 h 109044"/>
                <a:gd name="connsiteX5" fmla="*/ 73354 w 73232"/>
                <a:gd name="connsiteY5" fmla="*/ 55065 h 109044"/>
                <a:gd name="connsiteX6" fmla="*/ 36738 w 73232"/>
                <a:gd name="connsiteY6" fmla="*/ 104645 h 109044"/>
                <a:gd name="connsiteX7" fmla="*/ 16694 w 73232"/>
                <a:gd name="connsiteY7" fmla="*/ 87268 h 109044"/>
                <a:gd name="connsiteX8" fmla="*/ 14485 w 73232"/>
                <a:gd name="connsiteY8" fmla="*/ 52992 h 109044"/>
                <a:gd name="connsiteX9" fmla="*/ 16852 w 73232"/>
                <a:gd name="connsiteY9" fmla="*/ 20470 h 109044"/>
                <a:gd name="connsiteX10" fmla="*/ 36738 w 73232"/>
                <a:gd name="connsiteY10" fmla="*/ 4528 h 109044"/>
                <a:gd name="connsiteX11" fmla="*/ 56309 w 73232"/>
                <a:gd name="connsiteY11" fmla="*/ 19035 h 109044"/>
                <a:gd name="connsiteX12" fmla="*/ 58992 w 73232"/>
                <a:gd name="connsiteY12" fmla="*/ 52992 h 109044"/>
                <a:gd name="connsiteX13" fmla="*/ 56940 w 73232"/>
                <a:gd name="connsiteY13" fmla="*/ 86630 h 109044"/>
                <a:gd name="connsiteX14" fmla="*/ 36738 w 73232"/>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232" h="109044">
                  <a:moveTo>
                    <a:pt x="73354" y="55065"/>
                  </a:moveTo>
                  <a:cubicBezTo>
                    <a:pt x="73354" y="37528"/>
                    <a:pt x="71303" y="24934"/>
                    <a:pt x="64043" y="13775"/>
                  </a:cubicBezTo>
                  <a:cubicBezTo>
                    <a:pt x="59150" y="6441"/>
                    <a:pt x="49365" y="64"/>
                    <a:pt x="36738" y="64"/>
                  </a:cubicBezTo>
                  <a:cubicBezTo>
                    <a:pt x="122" y="64"/>
                    <a:pt x="122" y="43586"/>
                    <a:pt x="122" y="55065"/>
                  </a:cubicBezTo>
                  <a:cubicBezTo>
                    <a:pt x="122" y="66543"/>
                    <a:pt x="122" y="109109"/>
                    <a:pt x="36738" y="109109"/>
                  </a:cubicBezTo>
                  <a:cubicBezTo>
                    <a:pt x="73354" y="109109"/>
                    <a:pt x="73354" y="66543"/>
                    <a:pt x="73354" y="55065"/>
                  </a:cubicBezTo>
                  <a:close/>
                  <a:moveTo>
                    <a:pt x="36738" y="104645"/>
                  </a:moveTo>
                  <a:cubicBezTo>
                    <a:pt x="29478" y="104645"/>
                    <a:pt x="19851" y="100341"/>
                    <a:pt x="16694" y="87268"/>
                  </a:cubicBezTo>
                  <a:cubicBezTo>
                    <a:pt x="14485" y="77862"/>
                    <a:pt x="14485" y="64790"/>
                    <a:pt x="14485" y="52992"/>
                  </a:cubicBezTo>
                  <a:cubicBezTo>
                    <a:pt x="14485" y="41355"/>
                    <a:pt x="14485" y="29239"/>
                    <a:pt x="16852" y="20470"/>
                  </a:cubicBezTo>
                  <a:cubicBezTo>
                    <a:pt x="20166" y="7876"/>
                    <a:pt x="30267" y="4528"/>
                    <a:pt x="36738" y="4528"/>
                  </a:cubicBezTo>
                  <a:cubicBezTo>
                    <a:pt x="45261" y="4528"/>
                    <a:pt x="53468" y="9789"/>
                    <a:pt x="56309" y="19035"/>
                  </a:cubicBezTo>
                  <a:cubicBezTo>
                    <a:pt x="58834" y="27644"/>
                    <a:pt x="58992" y="39123"/>
                    <a:pt x="58992" y="52992"/>
                  </a:cubicBezTo>
                  <a:cubicBezTo>
                    <a:pt x="58992" y="64790"/>
                    <a:pt x="58992" y="76587"/>
                    <a:pt x="56940" y="86630"/>
                  </a:cubicBezTo>
                  <a:cubicBezTo>
                    <a:pt x="53784" y="101138"/>
                    <a:pt x="43051" y="104645"/>
                    <a:pt x="36738"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76" name="Group 75">
            <a:extLst>
              <a:ext uri="{FF2B5EF4-FFF2-40B4-BE49-F238E27FC236}">
                <a16:creationId xmlns:a16="http://schemas.microsoft.com/office/drawing/2014/main" id="{6D00C4E7-8514-9DBA-E89F-BAECC0DAC532}"/>
              </a:ext>
            </a:extLst>
          </p:cNvPr>
          <p:cNvGrpSpPr>
            <a:grpSpLocks noChangeAspect="1"/>
          </p:cNvGrpSpPr>
          <p:nvPr>
            <p:custDataLst>
              <p:tags r:id="rId6"/>
            </p:custDataLst>
          </p:nvPr>
        </p:nvGrpSpPr>
        <p:grpSpPr>
          <a:xfrm>
            <a:off x="6131697" y="2760449"/>
            <a:ext cx="1210401" cy="140087"/>
            <a:chOff x="2670833" y="5789189"/>
            <a:chExt cx="1918607" cy="222052"/>
          </a:xfrm>
        </p:grpSpPr>
        <p:sp>
          <p:nvSpPr>
            <p:cNvPr id="77" name="Freeform: Shape 76">
              <a:extLst>
                <a:ext uri="{FF2B5EF4-FFF2-40B4-BE49-F238E27FC236}">
                  <a16:creationId xmlns:a16="http://schemas.microsoft.com/office/drawing/2014/main" id="{F88A9B63-4519-5C6C-FE06-4B33EDBE9CC3}"/>
                </a:ext>
              </a:extLst>
            </p:cNvPr>
            <p:cNvSpPr/>
            <p:nvPr>
              <p:custDataLst>
                <p:tags r:id="rId11"/>
              </p:custDataLst>
            </p:nvPr>
          </p:nvSpPr>
          <p:spPr>
            <a:xfrm>
              <a:off x="2670833" y="5804066"/>
              <a:ext cx="133747" cy="151661"/>
            </a:xfrm>
            <a:custGeom>
              <a:avLst/>
              <a:gdLst>
                <a:gd name="connsiteX0" fmla="*/ 43675 w 133747"/>
                <a:gd name="connsiteY0" fmla="*/ 81556 h 151661"/>
                <a:gd name="connsiteX1" fmla="*/ 82051 w 133747"/>
                <a:gd name="connsiteY1" fmla="*/ 81556 h 151661"/>
                <a:gd name="connsiteX2" fmla="*/ 133825 w 133747"/>
                <a:gd name="connsiteY2" fmla="*/ 41364 h 151661"/>
                <a:gd name="connsiteX3" fmla="*/ 80235 w 133747"/>
                <a:gd name="connsiteY3" fmla="*/ 63 h 151661"/>
                <a:gd name="connsiteX4" fmla="*/ 77 w 133747"/>
                <a:gd name="connsiteY4" fmla="*/ 63 h 151661"/>
                <a:gd name="connsiteX5" fmla="*/ 77 w 133747"/>
                <a:gd name="connsiteY5" fmla="*/ 6946 h 151661"/>
                <a:gd name="connsiteX6" fmla="*/ 5527 w 133747"/>
                <a:gd name="connsiteY6" fmla="*/ 6946 h 151661"/>
                <a:gd name="connsiteX7" fmla="*/ 23466 w 133747"/>
                <a:gd name="connsiteY7" fmla="*/ 17383 h 151661"/>
                <a:gd name="connsiteX8" fmla="*/ 23466 w 133747"/>
                <a:gd name="connsiteY8" fmla="*/ 134404 h 151661"/>
                <a:gd name="connsiteX9" fmla="*/ 5527 w 133747"/>
                <a:gd name="connsiteY9" fmla="*/ 144841 h 151661"/>
                <a:gd name="connsiteX10" fmla="*/ 77 w 133747"/>
                <a:gd name="connsiteY10" fmla="*/ 144841 h 151661"/>
                <a:gd name="connsiteX11" fmla="*/ 77 w 133747"/>
                <a:gd name="connsiteY11" fmla="*/ 151724 h 151661"/>
                <a:gd name="connsiteX12" fmla="*/ 33457 w 133747"/>
                <a:gd name="connsiteY12" fmla="*/ 151058 h 151661"/>
                <a:gd name="connsiteX13" fmla="*/ 67064 w 133747"/>
                <a:gd name="connsiteY13" fmla="*/ 151724 h 151661"/>
                <a:gd name="connsiteX14" fmla="*/ 67064 w 133747"/>
                <a:gd name="connsiteY14" fmla="*/ 144841 h 151661"/>
                <a:gd name="connsiteX15" fmla="*/ 61614 w 133747"/>
                <a:gd name="connsiteY15" fmla="*/ 144841 h 151661"/>
                <a:gd name="connsiteX16" fmla="*/ 43675 w 133747"/>
                <a:gd name="connsiteY16" fmla="*/ 134404 h 151661"/>
                <a:gd name="connsiteX17" fmla="*/ 43675 w 133747"/>
                <a:gd name="connsiteY17" fmla="*/ 81556 h 151661"/>
                <a:gd name="connsiteX18" fmla="*/ 42994 w 133747"/>
                <a:gd name="connsiteY18" fmla="*/ 75783 h 151661"/>
                <a:gd name="connsiteX19" fmla="*/ 42994 w 133747"/>
                <a:gd name="connsiteY19" fmla="*/ 15828 h 151661"/>
                <a:gd name="connsiteX20" fmla="*/ 54121 w 133747"/>
                <a:gd name="connsiteY20" fmla="*/ 6946 h 151661"/>
                <a:gd name="connsiteX21" fmla="*/ 74331 w 133747"/>
                <a:gd name="connsiteY21" fmla="*/ 6946 h 151661"/>
                <a:gd name="connsiteX22" fmla="*/ 110436 w 133747"/>
                <a:gd name="connsiteY22" fmla="*/ 41364 h 151661"/>
                <a:gd name="connsiteX23" fmla="*/ 74331 w 133747"/>
                <a:gd name="connsiteY23" fmla="*/ 75783 h 151661"/>
                <a:gd name="connsiteX24" fmla="*/ 42994 w 133747"/>
                <a:gd name="connsiteY24" fmla="*/ 75783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3747" h="151661">
                  <a:moveTo>
                    <a:pt x="43675" y="81556"/>
                  </a:moveTo>
                  <a:lnTo>
                    <a:pt x="82051" y="81556"/>
                  </a:lnTo>
                  <a:cubicBezTo>
                    <a:pt x="109300" y="81556"/>
                    <a:pt x="133825" y="63570"/>
                    <a:pt x="133825" y="41364"/>
                  </a:cubicBezTo>
                  <a:cubicBezTo>
                    <a:pt x="133825" y="19603"/>
                    <a:pt x="111344" y="63"/>
                    <a:pt x="80235" y="63"/>
                  </a:cubicBezTo>
                  <a:lnTo>
                    <a:pt x="77" y="63"/>
                  </a:lnTo>
                  <a:lnTo>
                    <a:pt x="77" y="6946"/>
                  </a:lnTo>
                  <a:lnTo>
                    <a:pt x="5527" y="6946"/>
                  </a:lnTo>
                  <a:cubicBezTo>
                    <a:pt x="23011" y="6946"/>
                    <a:pt x="23466" y="9389"/>
                    <a:pt x="23466" y="17383"/>
                  </a:cubicBezTo>
                  <a:lnTo>
                    <a:pt x="23466" y="134404"/>
                  </a:lnTo>
                  <a:cubicBezTo>
                    <a:pt x="23466" y="142398"/>
                    <a:pt x="23011" y="144841"/>
                    <a:pt x="5527" y="144841"/>
                  </a:cubicBezTo>
                  <a:lnTo>
                    <a:pt x="77" y="144841"/>
                  </a:lnTo>
                  <a:lnTo>
                    <a:pt x="77" y="151724"/>
                  </a:lnTo>
                  <a:cubicBezTo>
                    <a:pt x="8024" y="151058"/>
                    <a:pt x="24828" y="151058"/>
                    <a:pt x="33457" y="151058"/>
                  </a:cubicBezTo>
                  <a:cubicBezTo>
                    <a:pt x="42086" y="151058"/>
                    <a:pt x="59117" y="151058"/>
                    <a:pt x="67064" y="151724"/>
                  </a:cubicBezTo>
                  <a:lnTo>
                    <a:pt x="67064" y="144841"/>
                  </a:lnTo>
                  <a:lnTo>
                    <a:pt x="61614" y="144841"/>
                  </a:lnTo>
                  <a:cubicBezTo>
                    <a:pt x="44129" y="144841"/>
                    <a:pt x="43675" y="142398"/>
                    <a:pt x="43675" y="134404"/>
                  </a:cubicBezTo>
                  <a:lnTo>
                    <a:pt x="43675" y="81556"/>
                  </a:lnTo>
                  <a:close/>
                  <a:moveTo>
                    <a:pt x="42994" y="75783"/>
                  </a:moveTo>
                  <a:lnTo>
                    <a:pt x="42994" y="15828"/>
                  </a:lnTo>
                  <a:cubicBezTo>
                    <a:pt x="42994" y="8501"/>
                    <a:pt x="43448" y="6946"/>
                    <a:pt x="54121" y="6946"/>
                  </a:cubicBezTo>
                  <a:lnTo>
                    <a:pt x="74331" y="6946"/>
                  </a:lnTo>
                  <a:cubicBezTo>
                    <a:pt x="110436" y="6946"/>
                    <a:pt x="110436" y="30484"/>
                    <a:pt x="110436" y="41364"/>
                  </a:cubicBezTo>
                  <a:cubicBezTo>
                    <a:pt x="110436" y="51801"/>
                    <a:pt x="110436" y="75783"/>
                    <a:pt x="74331" y="75783"/>
                  </a:cubicBezTo>
                  <a:lnTo>
                    <a:pt x="42994" y="7578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8" name="Freeform: Shape 77">
              <a:extLst>
                <a:ext uri="{FF2B5EF4-FFF2-40B4-BE49-F238E27FC236}">
                  <a16:creationId xmlns:a16="http://schemas.microsoft.com/office/drawing/2014/main" id="{BE686E74-9EA2-5999-BDBF-25E852916D17}"/>
                </a:ext>
              </a:extLst>
            </p:cNvPr>
            <p:cNvSpPr/>
            <p:nvPr>
              <p:custDataLst>
                <p:tags r:id="rId12"/>
              </p:custDataLst>
            </p:nvPr>
          </p:nvSpPr>
          <p:spPr>
            <a:xfrm>
              <a:off x="2839904" y="5789189"/>
              <a:ext cx="52681" cy="222052"/>
            </a:xfrm>
            <a:custGeom>
              <a:avLst/>
              <a:gdLst>
                <a:gd name="connsiteX0" fmla="*/ 52765 w 52681"/>
                <a:gd name="connsiteY0" fmla="*/ 219895 h 222052"/>
                <a:gd name="connsiteX1" fmla="*/ 48905 w 52681"/>
                <a:gd name="connsiteY1" fmla="*/ 215009 h 222052"/>
                <a:gd name="connsiteX2" fmla="*/ 13254 w 52681"/>
                <a:gd name="connsiteY2" fmla="*/ 111089 h 222052"/>
                <a:gd name="connsiteX3" fmla="*/ 49813 w 52681"/>
                <a:gd name="connsiteY3" fmla="*/ 6058 h 222052"/>
                <a:gd name="connsiteX4" fmla="*/ 52765 w 52681"/>
                <a:gd name="connsiteY4" fmla="*/ 2283 h 222052"/>
                <a:gd name="connsiteX5" fmla="*/ 50494 w 52681"/>
                <a:gd name="connsiteY5" fmla="*/ 63 h 222052"/>
                <a:gd name="connsiteX6" fmla="*/ 14389 w 52681"/>
                <a:gd name="connsiteY6" fmla="*/ 43363 h 222052"/>
                <a:gd name="connsiteX7" fmla="*/ 83 w 52681"/>
                <a:gd name="connsiteY7" fmla="*/ 111089 h 222052"/>
                <a:gd name="connsiteX8" fmla="*/ 15071 w 52681"/>
                <a:gd name="connsiteY8" fmla="*/ 180369 h 222052"/>
                <a:gd name="connsiteX9" fmla="*/ 50494 w 52681"/>
                <a:gd name="connsiteY9" fmla="*/ 222115 h 222052"/>
                <a:gd name="connsiteX10" fmla="*/ 52765 w 52681"/>
                <a:gd name="connsiteY10" fmla="*/ 21989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681" h="222052">
                  <a:moveTo>
                    <a:pt x="52765" y="219895"/>
                  </a:moveTo>
                  <a:cubicBezTo>
                    <a:pt x="52765" y="219228"/>
                    <a:pt x="52765" y="218784"/>
                    <a:pt x="48905" y="215009"/>
                  </a:cubicBezTo>
                  <a:cubicBezTo>
                    <a:pt x="20520" y="187031"/>
                    <a:pt x="13254" y="145063"/>
                    <a:pt x="13254" y="111089"/>
                  </a:cubicBezTo>
                  <a:cubicBezTo>
                    <a:pt x="13254" y="72452"/>
                    <a:pt x="21883" y="33815"/>
                    <a:pt x="49813" y="6058"/>
                  </a:cubicBezTo>
                  <a:cubicBezTo>
                    <a:pt x="52765" y="3394"/>
                    <a:pt x="52765" y="2949"/>
                    <a:pt x="52765" y="2283"/>
                  </a:cubicBezTo>
                  <a:cubicBezTo>
                    <a:pt x="52765" y="729"/>
                    <a:pt x="51857" y="63"/>
                    <a:pt x="50494" y="63"/>
                  </a:cubicBezTo>
                  <a:cubicBezTo>
                    <a:pt x="48224" y="63"/>
                    <a:pt x="27787" y="15162"/>
                    <a:pt x="14389" y="43363"/>
                  </a:cubicBezTo>
                  <a:cubicBezTo>
                    <a:pt x="2808" y="67789"/>
                    <a:pt x="83" y="92437"/>
                    <a:pt x="83" y="111089"/>
                  </a:cubicBezTo>
                  <a:cubicBezTo>
                    <a:pt x="83" y="128409"/>
                    <a:pt x="2581" y="155277"/>
                    <a:pt x="15071" y="180369"/>
                  </a:cubicBezTo>
                  <a:cubicBezTo>
                    <a:pt x="28695" y="207682"/>
                    <a:pt x="48224" y="222115"/>
                    <a:pt x="50494" y="222115"/>
                  </a:cubicBezTo>
                  <a:cubicBezTo>
                    <a:pt x="51857" y="222115"/>
                    <a:pt x="52765" y="221449"/>
                    <a:pt x="52765" y="21989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9" name="Freeform: Shape 78">
              <a:extLst>
                <a:ext uri="{FF2B5EF4-FFF2-40B4-BE49-F238E27FC236}">
                  <a16:creationId xmlns:a16="http://schemas.microsoft.com/office/drawing/2014/main" id="{DAE897C6-2C15-7C45-8AC5-C66516911EFE}"/>
                </a:ext>
              </a:extLst>
            </p:cNvPr>
            <p:cNvSpPr/>
            <p:nvPr>
              <p:custDataLst>
                <p:tags r:id="rId13"/>
              </p:custDataLst>
            </p:nvPr>
          </p:nvSpPr>
          <p:spPr>
            <a:xfrm>
              <a:off x="2911181" y="5805399"/>
              <a:ext cx="154411" cy="150329"/>
            </a:xfrm>
            <a:custGeom>
              <a:avLst/>
              <a:gdLst>
                <a:gd name="connsiteX0" fmla="*/ 91599 w 154411"/>
                <a:gd name="connsiteY0" fmla="*/ 15606 h 150329"/>
                <a:gd name="connsiteX1" fmla="*/ 96822 w 154411"/>
                <a:gd name="connsiteY1" fmla="*/ 7390 h 150329"/>
                <a:gd name="connsiteX2" fmla="*/ 111128 w 154411"/>
                <a:gd name="connsiteY2" fmla="*/ 6946 h 150329"/>
                <a:gd name="connsiteX3" fmla="*/ 144281 w 154411"/>
                <a:gd name="connsiteY3" fmla="*/ 25155 h 150329"/>
                <a:gd name="connsiteX4" fmla="*/ 142464 w 154411"/>
                <a:gd name="connsiteY4" fmla="*/ 42919 h 150329"/>
                <a:gd name="connsiteX5" fmla="*/ 141783 w 154411"/>
                <a:gd name="connsiteY5" fmla="*/ 47138 h 150329"/>
                <a:gd name="connsiteX6" fmla="*/ 144508 w 154411"/>
                <a:gd name="connsiteY6" fmla="*/ 50025 h 150329"/>
                <a:gd name="connsiteX7" fmla="*/ 147914 w 154411"/>
                <a:gd name="connsiteY7" fmla="*/ 44917 h 150329"/>
                <a:gd name="connsiteX8" fmla="*/ 154045 w 154411"/>
                <a:gd name="connsiteY8" fmla="*/ 6280 h 150329"/>
                <a:gd name="connsiteX9" fmla="*/ 154499 w 154411"/>
                <a:gd name="connsiteY9" fmla="*/ 2505 h 150329"/>
                <a:gd name="connsiteX10" fmla="*/ 148368 w 154411"/>
                <a:gd name="connsiteY10" fmla="*/ 63 h 150329"/>
                <a:gd name="connsiteX11" fmla="*/ 22341 w 154411"/>
                <a:gd name="connsiteY11" fmla="*/ 63 h 150329"/>
                <a:gd name="connsiteX12" fmla="*/ 15074 w 154411"/>
                <a:gd name="connsiteY12" fmla="*/ 4504 h 150329"/>
                <a:gd name="connsiteX13" fmla="*/ 1450 w 154411"/>
                <a:gd name="connsiteY13" fmla="*/ 43585 h 150329"/>
                <a:gd name="connsiteX14" fmla="*/ 87 w 154411"/>
                <a:gd name="connsiteY14" fmla="*/ 47582 h 150329"/>
                <a:gd name="connsiteX15" fmla="*/ 2812 w 154411"/>
                <a:gd name="connsiteY15" fmla="*/ 50025 h 150329"/>
                <a:gd name="connsiteX16" fmla="*/ 6673 w 154411"/>
                <a:gd name="connsiteY16" fmla="*/ 45361 h 150329"/>
                <a:gd name="connsiteX17" fmla="*/ 58446 w 154411"/>
                <a:gd name="connsiteY17" fmla="*/ 6946 h 150329"/>
                <a:gd name="connsiteX18" fmla="*/ 67302 w 154411"/>
                <a:gd name="connsiteY18" fmla="*/ 6946 h 150329"/>
                <a:gd name="connsiteX19" fmla="*/ 73660 w 154411"/>
                <a:gd name="connsiteY19" fmla="*/ 9611 h 150329"/>
                <a:gd name="connsiteX20" fmla="*/ 72752 w 154411"/>
                <a:gd name="connsiteY20" fmla="*/ 14274 h 150329"/>
                <a:gd name="connsiteX21" fmla="*/ 42324 w 154411"/>
                <a:gd name="connsiteY21" fmla="*/ 132850 h 150329"/>
                <a:gd name="connsiteX22" fmla="*/ 15301 w 154411"/>
                <a:gd name="connsiteY22" fmla="*/ 143509 h 150329"/>
                <a:gd name="connsiteX23" fmla="*/ 5764 w 154411"/>
                <a:gd name="connsiteY23" fmla="*/ 147728 h 150329"/>
                <a:gd name="connsiteX24" fmla="*/ 9625 w 154411"/>
                <a:gd name="connsiteY24" fmla="*/ 150392 h 150329"/>
                <a:gd name="connsiteX25" fmla="*/ 28245 w 154411"/>
                <a:gd name="connsiteY25" fmla="*/ 149948 h 150329"/>
                <a:gd name="connsiteX26" fmla="*/ 47546 w 154411"/>
                <a:gd name="connsiteY26" fmla="*/ 149726 h 150329"/>
                <a:gd name="connsiteX27" fmla="*/ 66394 w 154411"/>
                <a:gd name="connsiteY27" fmla="*/ 149948 h 150329"/>
                <a:gd name="connsiteX28" fmla="*/ 86149 w 154411"/>
                <a:gd name="connsiteY28" fmla="*/ 150392 h 150329"/>
                <a:gd name="connsiteX29" fmla="*/ 91145 w 154411"/>
                <a:gd name="connsiteY29" fmla="*/ 145951 h 150329"/>
                <a:gd name="connsiteX30" fmla="*/ 83424 w 154411"/>
                <a:gd name="connsiteY30" fmla="*/ 143509 h 150329"/>
                <a:gd name="connsiteX31" fmla="*/ 68891 w 154411"/>
                <a:gd name="connsiteY31" fmla="*/ 143064 h 150329"/>
                <a:gd name="connsiteX32" fmla="*/ 60490 w 154411"/>
                <a:gd name="connsiteY32" fmla="*/ 138179 h 150329"/>
                <a:gd name="connsiteX33" fmla="*/ 61398 w 154411"/>
                <a:gd name="connsiteY33" fmla="*/ 133516 h 150329"/>
                <a:gd name="connsiteX34" fmla="*/ 91599 w 154411"/>
                <a:gd name="connsiteY34" fmla="*/ 15606 h 15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4411" h="150329">
                  <a:moveTo>
                    <a:pt x="91599" y="15606"/>
                  </a:moveTo>
                  <a:cubicBezTo>
                    <a:pt x="93189" y="9389"/>
                    <a:pt x="94097" y="8057"/>
                    <a:pt x="96822" y="7390"/>
                  </a:cubicBezTo>
                  <a:cubicBezTo>
                    <a:pt x="98865" y="6946"/>
                    <a:pt x="106359" y="6946"/>
                    <a:pt x="111128" y="6946"/>
                  </a:cubicBezTo>
                  <a:cubicBezTo>
                    <a:pt x="134062" y="6946"/>
                    <a:pt x="144281" y="7835"/>
                    <a:pt x="144281" y="25155"/>
                  </a:cubicBezTo>
                  <a:cubicBezTo>
                    <a:pt x="144281" y="28485"/>
                    <a:pt x="143372" y="37146"/>
                    <a:pt x="142464" y="42919"/>
                  </a:cubicBezTo>
                  <a:cubicBezTo>
                    <a:pt x="142237" y="43807"/>
                    <a:pt x="141783" y="46472"/>
                    <a:pt x="141783" y="47138"/>
                  </a:cubicBezTo>
                  <a:cubicBezTo>
                    <a:pt x="141783" y="48470"/>
                    <a:pt x="142464" y="50025"/>
                    <a:pt x="144508" y="50025"/>
                  </a:cubicBezTo>
                  <a:cubicBezTo>
                    <a:pt x="147006" y="50025"/>
                    <a:pt x="147460" y="48248"/>
                    <a:pt x="147914" y="44917"/>
                  </a:cubicBezTo>
                  <a:lnTo>
                    <a:pt x="154045" y="6280"/>
                  </a:lnTo>
                  <a:cubicBezTo>
                    <a:pt x="154272" y="5392"/>
                    <a:pt x="154499" y="3172"/>
                    <a:pt x="154499" y="2505"/>
                  </a:cubicBezTo>
                  <a:cubicBezTo>
                    <a:pt x="154499" y="63"/>
                    <a:pt x="152228" y="63"/>
                    <a:pt x="148368" y="63"/>
                  </a:cubicBezTo>
                  <a:lnTo>
                    <a:pt x="22341" y="63"/>
                  </a:lnTo>
                  <a:cubicBezTo>
                    <a:pt x="16891" y="63"/>
                    <a:pt x="16664" y="285"/>
                    <a:pt x="15074" y="4504"/>
                  </a:cubicBezTo>
                  <a:lnTo>
                    <a:pt x="1450" y="43585"/>
                  </a:lnTo>
                  <a:cubicBezTo>
                    <a:pt x="1223" y="44029"/>
                    <a:pt x="87" y="47138"/>
                    <a:pt x="87" y="47582"/>
                  </a:cubicBezTo>
                  <a:cubicBezTo>
                    <a:pt x="87" y="48914"/>
                    <a:pt x="1223" y="50025"/>
                    <a:pt x="2812" y="50025"/>
                  </a:cubicBezTo>
                  <a:cubicBezTo>
                    <a:pt x="5083" y="50025"/>
                    <a:pt x="5310" y="48914"/>
                    <a:pt x="6673" y="45361"/>
                  </a:cubicBezTo>
                  <a:cubicBezTo>
                    <a:pt x="18935" y="10943"/>
                    <a:pt x="24839" y="6946"/>
                    <a:pt x="58446" y="6946"/>
                  </a:cubicBezTo>
                  <a:lnTo>
                    <a:pt x="67302" y="6946"/>
                  </a:lnTo>
                  <a:cubicBezTo>
                    <a:pt x="73660" y="6946"/>
                    <a:pt x="73660" y="7835"/>
                    <a:pt x="73660" y="9611"/>
                  </a:cubicBezTo>
                  <a:cubicBezTo>
                    <a:pt x="73660" y="10943"/>
                    <a:pt x="72979" y="13608"/>
                    <a:pt x="72752" y="14274"/>
                  </a:cubicBezTo>
                  <a:lnTo>
                    <a:pt x="42324" y="132850"/>
                  </a:lnTo>
                  <a:cubicBezTo>
                    <a:pt x="40280" y="141066"/>
                    <a:pt x="39599" y="143509"/>
                    <a:pt x="15301" y="143509"/>
                  </a:cubicBezTo>
                  <a:cubicBezTo>
                    <a:pt x="7127" y="143509"/>
                    <a:pt x="5764" y="143509"/>
                    <a:pt x="5764" y="147728"/>
                  </a:cubicBezTo>
                  <a:cubicBezTo>
                    <a:pt x="5764" y="150392"/>
                    <a:pt x="8262" y="150392"/>
                    <a:pt x="9625" y="150392"/>
                  </a:cubicBezTo>
                  <a:cubicBezTo>
                    <a:pt x="15756" y="150392"/>
                    <a:pt x="22114" y="149948"/>
                    <a:pt x="28245" y="149948"/>
                  </a:cubicBezTo>
                  <a:cubicBezTo>
                    <a:pt x="34603" y="149948"/>
                    <a:pt x="41188" y="149726"/>
                    <a:pt x="47546" y="149726"/>
                  </a:cubicBezTo>
                  <a:cubicBezTo>
                    <a:pt x="53904" y="149726"/>
                    <a:pt x="60263" y="149948"/>
                    <a:pt x="66394" y="149948"/>
                  </a:cubicBezTo>
                  <a:cubicBezTo>
                    <a:pt x="72979" y="149948"/>
                    <a:pt x="79791" y="150392"/>
                    <a:pt x="86149" y="150392"/>
                  </a:cubicBezTo>
                  <a:cubicBezTo>
                    <a:pt x="88420" y="150392"/>
                    <a:pt x="91145" y="150392"/>
                    <a:pt x="91145" y="145951"/>
                  </a:cubicBezTo>
                  <a:cubicBezTo>
                    <a:pt x="91145" y="143509"/>
                    <a:pt x="89328" y="143509"/>
                    <a:pt x="83424" y="143509"/>
                  </a:cubicBezTo>
                  <a:cubicBezTo>
                    <a:pt x="77747" y="143509"/>
                    <a:pt x="74795" y="143509"/>
                    <a:pt x="68891" y="143064"/>
                  </a:cubicBezTo>
                  <a:cubicBezTo>
                    <a:pt x="62306" y="142398"/>
                    <a:pt x="60490" y="141732"/>
                    <a:pt x="60490" y="138179"/>
                  </a:cubicBezTo>
                  <a:cubicBezTo>
                    <a:pt x="60490" y="137957"/>
                    <a:pt x="60490" y="136847"/>
                    <a:pt x="61398" y="133516"/>
                  </a:cubicBezTo>
                  <a:lnTo>
                    <a:pt x="91599" y="15606"/>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0" name="Freeform: Shape 79">
              <a:extLst>
                <a:ext uri="{FF2B5EF4-FFF2-40B4-BE49-F238E27FC236}">
                  <a16:creationId xmlns:a16="http://schemas.microsoft.com/office/drawing/2014/main" id="{A717FF99-B651-99E4-11C8-81FC2BC92ED8}"/>
                </a:ext>
              </a:extLst>
            </p:cNvPr>
            <p:cNvSpPr/>
            <p:nvPr>
              <p:custDataLst>
                <p:tags r:id="rId14"/>
              </p:custDataLst>
            </p:nvPr>
          </p:nvSpPr>
          <p:spPr>
            <a:xfrm>
              <a:off x="3151891" y="5835820"/>
              <a:ext cx="138743" cy="128790"/>
            </a:xfrm>
            <a:custGeom>
              <a:avLst/>
              <a:gdLst>
                <a:gd name="connsiteX0" fmla="*/ 134526 w 138743"/>
                <a:gd name="connsiteY0" fmla="*/ 69343 h 128790"/>
                <a:gd name="connsiteX1" fmla="*/ 138841 w 138743"/>
                <a:gd name="connsiteY1" fmla="*/ 64458 h 128790"/>
                <a:gd name="connsiteX2" fmla="*/ 134526 w 138743"/>
                <a:gd name="connsiteY2" fmla="*/ 59573 h 128790"/>
                <a:gd name="connsiteX3" fmla="*/ 8726 w 138743"/>
                <a:gd name="connsiteY3" fmla="*/ 1617 h 128790"/>
                <a:gd name="connsiteX4" fmla="*/ 4639 w 138743"/>
                <a:gd name="connsiteY4" fmla="*/ 63 h 128790"/>
                <a:gd name="connsiteX5" fmla="*/ 97 w 138743"/>
                <a:gd name="connsiteY5" fmla="*/ 4504 h 128790"/>
                <a:gd name="connsiteX6" fmla="*/ 4412 w 138743"/>
                <a:gd name="connsiteY6" fmla="*/ 9389 h 128790"/>
                <a:gd name="connsiteX7" fmla="*/ 123627 w 138743"/>
                <a:gd name="connsiteY7" fmla="*/ 64458 h 128790"/>
                <a:gd name="connsiteX8" fmla="*/ 4412 w 138743"/>
                <a:gd name="connsiteY8" fmla="*/ 119527 h 128790"/>
                <a:gd name="connsiteX9" fmla="*/ 97 w 138743"/>
                <a:gd name="connsiteY9" fmla="*/ 124412 h 128790"/>
                <a:gd name="connsiteX10" fmla="*/ 4639 w 138743"/>
                <a:gd name="connsiteY10" fmla="*/ 128853 h 128790"/>
                <a:gd name="connsiteX11" fmla="*/ 8726 w 138743"/>
                <a:gd name="connsiteY11" fmla="*/ 127299 h 128790"/>
                <a:gd name="connsiteX12" fmla="*/ 134526 w 138743"/>
                <a:gd name="connsiteY12" fmla="*/ 69343 h 128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8743" h="128790">
                  <a:moveTo>
                    <a:pt x="134526" y="69343"/>
                  </a:moveTo>
                  <a:cubicBezTo>
                    <a:pt x="137024" y="68233"/>
                    <a:pt x="138841" y="67123"/>
                    <a:pt x="138841" y="64458"/>
                  </a:cubicBezTo>
                  <a:cubicBezTo>
                    <a:pt x="138841" y="61793"/>
                    <a:pt x="137024" y="60683"/>
                    <a:pt x="134526" y="59573"/>
                  </a:cubicBezTo>
                  <a:lnTo>
                    <a:pt x="8726" y="1617"/>
                  </a:lnTo>
                  <a:cubicBezTo>
                    <a:pt x="5774" y="63"/>
                    <a:pt x="5320" y="63"/>
                    <a:pt x="4639" y="63"/>
                  </a:cubicBezTo>
                  <a:cubicBezTo>
                    <a:pt x="2141" y="63"/>
                    <a:pt x="97" y="2061"/>
                    <a:pt x="97" y="4504"/>
                  </a:cubicBezTo>
                  <a:cubicBezTo>
                    <a:pt x="97" y="6502"/>
                    <a:pt x="1233" y="7835"/>
                    <a:pt x="4412" y="9389"/>
                  </a:cubicBezTo>
                  <a:lnTo>
                    <a:pt x="123627" y="64458"/>
                  </a:lnTo>
                  <a:lnTo>
                    <a:pt x="4412" y="119527"/>
                  </a:lnTo>
                  <a:cubicBezTo>
                    <a:pt x="1233" y="121081"/>
                    <a:pt x="97" y="122414"/>
                    <a:pt x="97" y="124412"/>
                  </a:cubicBezTo>
                  <a:cubicBezTo>
                    <a:pt x="97" y="126855"/>
                    <a:pt x="2141" y="128853"/>
                    <a:pt x="4639" y="128853"/>
                  </a:cubicBezTo>
                  <a:cubicBezTo>
                    <a:pt x="5320" y="128853"/>
                    <a:pt x="5774" y="128853"/>
                    <a:pt x="8726" y="127299"/>
                  </a:cubicBezTo>
                  <a:lnTo>
                    <a:pt x="134526" y="6934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1" name="Freeform: Shape 80">
              <a:extLst>
                <a:ext uri="{FF2B5EF4-FFF2-40B4-BE49-F238E27FC236}">
                  <a16:creationId xmlns:a16="http://schemas.microsoft.com/office/drawing/2014/main" id="{5B23700F-4BDF-DAC5-4D29-39CAF2390946}"/>
                </a:ext>
              </a:extLst>
            </p:cNvPr>
            <p:cNvSpPr/>
            <p:nvPr>
              <p:custDataLst>
                <p:tags r:id="rId15"/>
              </p:custDataLst>
            </p:nvPr>
          </p:nvSpPr>
          <p:spPr>
            <a:xfrm>
              <a:off x="3382044" y="5857581"/>
              <a:ext cx="88332" cy="100589"/>
            </a:xfrm>
            <a:custGeom>
              <a:avLst/>
              <a:gdLst>
                <a:gd name="connsiteX0" fmla="*/ 80720 w 88332"/>
                <a:gd name="connsiteY0" fmla="*/ 13830 h 100589"/>
                <a:gd name="connsiteX1" fmla="*/ 70729 w 88332"/>
                <a:gd name="connsiteY1" fmla="*/ 16939 h 100589"/>
                <a:gd name="connsiteX2" fmla="*/ 66641 w 88332"/>
                <a:gd name="connsiteY2" fmla="*/ 25599 h 100589"/>
                <a:gd name="connsiteX3" fmla="*/ 75043 w 88332"/>
                <a:gd name="connsiteY3" fmla="*/ 33371 h 100589"/>
                <a:gd name="connsiteX4" fmla="*/ 87759 w 88332"/>
                <a:gd name="connsiteY4" fmla="*/ 19159 h 100589"/>
                <a:gd name="connsiteX5" fmla="*/ 60964 w 88332"/>
                <a:gd name="connsiteY5" fmla="*/ 63 h 100589"/>
                <a:gd name="connsiteX6" fmla="*/ 108 w 88332"/>
                <a:gd name="connsiteY6" fmla="*/ 63126 h 100589"/>
                <a:gd name="connsiteX7" fmla="*/ 36894 w 88332"/>
                <a:gd name="connsiteY7" fmla="*/ 100652 h 100589"/>
                <a:gd name="connsiteX8" fmla="*/ 88440 w 88332"/>
                <a:gd name="connsiteY8" fmla="*/ 74450 h 100589"/>
                <a:gd name="connsiteX9" fmla="*/ 85716 w 88332"/>
                <a:gd name="connsiteY9" fmla="*/ 71564 h 100589"/>
                <a:gd name="connsiteX10" fmla="*/ 82764 w 88332"/>
                <a:gd name="connsiteY10" fmla="*/ 73784 h 100589"/>
                <a:gd name="connsiteX11" fmla="*/ 37348 w 88332"/>
                <a:gd name="connsiteY11" fmla="*/ 95767 h 100589"/>
                <a:gd name="connsiteX12" fmla="*/ 16912 w 88332"/>
                <a:gd name="connsiteY12" fmla="*/ 71564 h 100589"/>
                <a:gd name="connsiteX13" fmla="*/ 29174 w 88332"/>
                <a:gd name="connsiteY13" fmla="*/ 27153 h 100589"/>
                <a:gd name="connsiteX14" fmla="*/ 61191 w 88332"/>
                <a:gd name="connsiteY14" fmla="*/ 4948 h 100589"/>
                <a:gd name="connsiteX15" fmla="*/ 80720 w 88332"/>
                <a:gd name="connsiteY15" fmla="*/ 1383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8332" h="100589">
                  <a:moveTo>
                    <a:pt x="80720" y="13830"/>
                  </a:moveTo>
                  <a:cubicBezTo>
                    <a:pt x="77087" y="13830"/>
                    <a:pt x="73908" y="13830"/>
                    <a:pt x="70729" y="16939"/>
                  </a:cubicBezTo>
                  <a:cubicBezTo>
                    <a:pt x="67095" y="20270"/>
                    <a:pt x="66641" y="24044"/>
                    <a:pt x="66641" y="25599"/>
                  </a:cubicBezTo>
                  <a:cubicBezTo>
                    <a:pt x="66641" y="30928"/>
                    <a:pt x="70729" y="33371"/>
                    <a:pt x="75043" y="33371"/>
                  </a:cubicBezTo>
                  <a:cubicBezTo>
                    <a:pt x="81628" y="33371"/>
                    <a:pt x="87759" y="28041"/>
                    <a:pt x="87759" y="19159"/>
                  </a:cubicBezTo>
                  <a:cubicBezTo>
                    <a:pt x="87759" y="8279"/>
                    <a:pt x="77087" y="63"/>
                    <a:pt x="60964" y="63"/>
                  </a:cubicBezTo>
                  <a:cubicBezTo>
                    <a:pt x="30309" y="63"/>
                    <a:pt x="108" y="31816"/>
                    <a:pt x="108" y="63126"/>
                  </a:cubicBezTo>
                  <a:cubicBezTo>
                    <a:pt x="108" y="83110"/>
                    <a:pt x="13278" y="100652"/>
                    <a:pt x="36894" y="100652"/>
                  </a:cubicBezTo>
                  <a:cubicBezTo>
                    <a:pt x="69366" y="100652"/>
                    <a:pt x="88440" y="77115"/>
                    <a:pt x="88440" y="74450"/>
                  </a:cubicBezTo>
                  <a:cubicBezTo>
                    <a:pt x="88440" y="73118"/>
                    <a:pt x="87078" y="71564"/>
                    <a:pt x="85716" y="71564"/>
                  </a:cubicBezTo>
                  <a:cubicBezTo>
                    <a:pt x="84580" y="71564"/>
                    <a:pt x="84126" y="72008"/>
                    <a:pt x="82764" y="73784"/>
                  </a:cubicBezTo>
                  <a:cubicBezTo>
                    <a:pt x="64825" y="95767"/>
                    <a:pt x="40073" y="95767"/>
                    <a:pt x="37348" y="95767"/>
                  </a:cubicBezTo>
                  <a:cubicBezTo>
                    <a:pt x="23043" y="95767"/>
                    <a:pt x="16912" y="84887"/>
                    <a:pt x="16912" y="71564"/>
                  </a:cubicBezTo>
                  <a:cubicBezTo>
                    <a:pt x="16912" y="62459"/>
                    <a:pt x="21453" y="40920"/>
                    <a:pt x="29174" y="27153"/>
                  </a:cubicBezTo>
                  <a:cubicBezTo>
                    <a:pt x="36213" y="14496"/>
                    <a:pt x="48702" y="4948"/>
                    <a:pt x="61191" y="4948"/>
                  </a:cubicBezTo>
                  <a:cubicBezTo>
                    <a:pt x="68912" y="4948"/>
                    <a:pt x="77541" y="7835"/>
                    <a:pt x="80720" y="13830"/>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2" name="Freeform: Shape 81">
              <a:extLst>
                <a:ext uri="{FF2B5EF4-FFF2-40B4-BE49-F238E27FC236}">
                  <a16:creationId xmlns:a16="http://schemas.microsoft.com/office/drawing/2014/main" id="{4D7AF726-73C6-D25E-74BF-9E552300DF91}"/>
                </a:ext>
              </a:extLst>
            </p:cNvPr>
            <p:cNvSpPr/>
            <p:nvPr>
              <p:custDataLst>
                <p:tags r:id="rId16"/>
              </p:custDataLst>
            </p:nvPr>
          </p:nvSpPr>
          <p:spPr>
            <a:xfrm>
              <a:off x="3498024" y="5789189"/>
              <a:ext cx="9083" cy="222052"/>
            </a:xfrm>
            <a:custGeom>
              <a:avLst/>
              <a:gdLst>
                <a:gd name="connsiteX0" fmla="*/ 9195 w 9083"/>
                <a:gd name="connsiteY0" fmla="*/ 8057 h 222052"/>
                <a:gd name="connsiteX1" fmla="*/ 4654 w 9083"/>
                <a:gd name="connsiteY1" fmla="*/ 63 h 222052"/>
                <a:gd name="connsiteX2" fmla="*/ 112 w 9083"/>
                <a:gd name="connsiteY2" fmla="*/ 8057 h 222052"/>
                <a:gd name="connsiteX3" fmla="*/ 112 w 9083"/>
                <a:gd name="connsiteY3" fmla="*/ 214121 h 222052"/>
                <a:gd name="connsiteX4" fmla="*/ 4654 w 9083"/>
                <a:gd name="connsiteY4" fmla="*/ 222115 h 222052"/>
                <a:gd name="connsiteX5" fmla="*/ 9195 w 9083"/>
                <a:gd name="connsiteY5" fmla="*/ 214121 h 222052"/>
                <a:gd name="connsiteX6" fmla="*/ 9195 w 9083"/>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83" h="222052">
                  <a:moveTo>
                    <a:pt x="9195" y="8057"/>
                  </a:moveTo>
                  <a:cubicBezTo>
                    <a:pt x="9195" y="4060"/>
                    <a:pt x="9195" y="63"/>
                    <a:pt x="4654" y="63"/>
                  </a:cubicBezTo>
                  <a:cubicBezTo>
                    <a:pt x="112" y="63"/>
                    <a:pt x="112" y="4060"/>
                    <a:pt x="112" y="8057"/>
                  </a:cubicBezTo>
                  <a:lnTo>
                    <a:pt x="112" y="214121"/>
                  </a:lnTo>
                  <a:cubicBezTo>
                    <a:pt x="112" y="218118"/>
                    <a:pt x="112" y="222115"/>
                    <a:pt x="4654" y="222115"/>
                  </a:cubicBezTo>
                  <a:cubicBezTo>
                    <a:pt x="9195" y="222115"/>
                    <a:pt x="9195" y="218118"/>
                    <a:pt x="9195" y="214121"/>
                  </a:cubicBezTo>
                  <a:lnTo>
                    <a:pt x="9195" y="805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3" name="Freeform: Shape 92">
              <a:extLst>
                <a:ext uri="{FF2B5EF4-FFF2-40B4-BE49-F238E27FC236}">
                  <a16:creationId xmlns:a16="http://schemas.microsoft.com/office/drawing/2014/main" id="{C56A1836-F843-6A69-F499-DAC96F301BB9}"/>
                </a:ext>
              </a:extLst>
            </p:cNvPr>
            <p:cNvSpPr/>
            <p:nvPr>
              <p:custDataLst>
                <p:tags r:id="rId17"/>
              </p:custDataLst>
            </p:nvPr>
          </p:nvSpPr>
          <p:spPr>
            <a:xfrm>
              <a:off x="3541573" y="5804066"/>
              <a:ext cx="155092" cy="151661"/>
            </a:xfrm>
            <a:custGeom>
              <a:avLst/>
              <a:gdLst>
                <a:gd name="connsiteX0" fmla="*/ 131819 w 155092"/>
                <a:gd name="connsiteY0" fmla="*/ 17383 h 151661"/>
                <a:gd name="connsiteX1" fmla="*/ 149758 w 155092"/>
                <a:gd name="connsiteY1" fmla="*/ 6946 h 151661"/>
                <a:gd name="connsiteX2" fmla="*/ 155208 w 155092"/>
                <a:gd name="connsiteY2" fmla="*/ 6946 h 151661"/>
                <a:gd name="connsiteX3" fmla="*/ 155208 w 155092"/>
                <a:gd name="connsiteY3" fmla="*/ 63 h 151661"/>
                <a:gd name="connsiteX4" fmla="*/ 121828 w 155092"/>
                <a:gd name="connsiteY4" fmla="*/ 729 h 151661"/>
                <a:gd name="connsiteX5" fmla="*/ 88220 w 155092"/>
                <a:gd name="connsiteY5" fmla="*/ 63 h 151661"/>
                <a:gd name="connsiteX6" fmla="*/ 88220 w 155092"/>
                <a:gd name="connsiteY6" fmla="*/ 6946 h 151661"/>
                <a:gd name="connsiteX7" fmla="*/ 93670 w 155092"/>
                <a:gd name="connsiteY7" fmla="*/ 6946 h 151661"/>
                <a:gd name="connsiteX8" fmla="*/ 111609 w 155092"/>
                <a:gd name="connsiteY8" fmla="*/ 17383 h 151661"/>
                <a:gd name="connsiteX9" fmla="*/ 111609 w 155092"/>
                <a:gd name="connsiteY9" fmla="*/ 69343 h 151661"/>
                <a:gd name="connsiteX10" fmla="*/ 43714 w 155092"/>
                <a:gd name="connsiteY10" fmla="*/ 69343 h 151661"/>
                <a:gd name="connsiteX11" fmla="*/ 43714 w 155092"/>
                <a:gd name="connsiteY11" fmla="*/ 17383 h 151661"/>
                <a:gd name="connsiteX12" fmla="*/ 61653 w 155092"/>
                <a:gd name="connsiteY12" fmla="*/ 6946 h 151661"/>
                <a:gd name="connsiteX13" fmla="*/ 67102 w 155092"/>
                <a:gd name="connsiteY13" fmla="*/ 6946 h 151661"/>
                <a:gd name="connsiteX14" fmla="*/ 67102 w 155092"/>
                <a:gd name="connsiteY14" fmla="*/ 63 h 151661"/>
                <a:gd name="connsiteX15" fmla="*/ 33722 w 155092"/>
                <a:gd name="connsiteY15" fmla="*/ 729 h 151661"/>
                <a:gd name="connsiteX16" fmla="*/ 115 w 155092"/>
                <a:gd name="connsiteY16" fmla="*/ 63 h 151661"/>
                <a:gd name="connsiteX17" fmla="*/ 115 w 155092"/>
                <a:gd name="connsiteY17" fmla="*/ 6946 h 151661"/>
                <a:gd name="connsiteX18" fmla="*/ 5565 w 155092"/>
                <a:gd name="connsiteY18" fmla="*/ 6946 h 151661"/>
                <a:gd name="connsiteX19" fmla="*/ 23504 w 155092"/>
                <a:gd name="connsiteY19" fmla="*/ 17383 h 151661"/>
                <a:gd name="connsiteX20" fmla="*/ 23504 w 155092"/>
                <a:gd name="connsiteY20" fmla="*/ 134404 h 151661"/>
                <a:gd name="connsiteX21" fmla="*/ 5565 w 155092"/>
                <a:gd name="connsiteY21" fmla="*/ 144841 h 151661"/>
                <a:gd name="connsiteX22" fmla="*/ 115 w 155092"/>
                <a:gd name="connsiteY22" fmla="*/ 144841 h 151661"/>
                <a:gd name="connsiteX23" fmla="*/ 115 w 155092"/>
                <a:gd name="connsiteY23" fmla="*/ 151724 h 151661"/>
                <a:gd name="connsiteX24" fmla="*/ 33495 w 155092"/>
                <a:gd name="connsiteY24" fmla="*/ 151058 h 151661"/>
                <a:gd name="connsiteX25" fmla="*/ 67102 w 155092"/>
                <a:gd name="connsiteY25" fmla="*/ 151724 h 151661"/>
                <a:gd name="connsiteX26" fmla="*/ 67102 w 155092"/>
                <a:gd name="connsiteY26" fmla="*/ 144841 h 151661"/>
                <a:gd name="connsiteX27" fmla="*/ 61653 w 155092"/>
                <a:gd name="connsiteY27" fmla="*/ 144841 h 151661"/>
                <a:gd name="connsiteX28" fmla="*/ 43714 w 155092"/>
                <a:gd name="connsiteY28" fmla="*/ 134404 h 151661"/>
                <a:gd name="connsiteX29" fmla="*/ 43714 w 155092"/>
                <a:gd name="connsiteY29" fmla="*/ 76227 h 151661"/>
                <a:gd name="connsiteX30" fmla="*/ 111609 w 155092"/>
                <a:gd name="connsiteY30" fmla="*/ 76227 h 151661"/>
                <a:gd name="connsiteX31" fmla="*/ 111609 w 155092"/>
                <a:gd name="connsiteY31" fmla="*/ 134404 h 151661"/>
                <a:gd name="connsiteX32" fmla="*/ 93670 w 155092"/>
                <a:gd name="connsiteY32" fmla="*/ 144841 h 151661"/>
                <a:gd name="connsiteX33" fmla="*/ 88220 w 155092"/>
                <a:gd name="connsiteY33" fmla="*/ 144841 h 151661"/>
                <a:gd name="connsiteX34" fmla="*/ 88220 w 155092"/>
                <a:gd name="connsiteY34" fmla="*/ 151724 h 151661"/>
                <a:gd name="connsiteX35" fmla="*/ 121601 w 155092"/>
                <a:gd name="connsiteY35" fmla="*/ 151058 h 151661"/>
                <a:gd name="connsiteX36" fmla="*/ 155208 w 155092"/>
                <a:gd name="connsiteY36" fmla="*/ 151724 h 151661"/>
                <a:gd name="connsiteX37" fmla="*/ 155208 w 155092"/>
                <a:gd name="connsiteY37" fmla="*/ 144841 h 151661"/>
                <a:gd name="connsiteX38" fmla="*/ 149758 w 155092"/>
                <a:gd name="connsiteY38" fmla="*/ 144841 h 151661"/>
                <a:gd name="connsiteX39" fmla="*/ 131819 w 155092"/>
                <a:gd name="connsiteY39" fmla="*/ 134404 h 151661"/>
                <a:gd name="connsiteX40" fmla="*/ 131819 w 155092"/>
                <a:gd name="connsiteY40" fmla="*/ 17383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5092" h="151661">
                  <a:moveTo>
                    <a:pt x="131819" y="17383"/>
                  </a:moveTo>
                  <a:cubicBezTo>
                    <a:pt x="131819" y="9389"/>
                    <a:pt x="132273" y="6946"/>
                    <a:pt x="149758" y="6946"/>
                  </a:cubicBezTo>
                  <a:lnTo>
                    <a:pt x="155208" y="6946"/>
                  </a:lnTo>
                  <a:lnTo>
                    <a:pt x="155208" y="63"/>
                  </a:lnTo>
                  <a:cubicBezTo>
                    <a:pt x="147260" y="729"/>
                    <a:pt x="130457" y="729"/>
                    <a:pt x="121828" y="729"/>
                  </a:cubicBezTo>
                  <a:cubicBezTo>
                    <a:pt x="113199" y="729"/>
                    <a:pt x="96168" y="729"/>
                    <a:pt x="88220" y="63"/>
                  </a:cubicBezTo>
                  <a:lnTo>
                    <a:pt x="88220" y="6946"/>
                  </a:lnTo>
                  <a:lnTo>
                    <a:pt x="93670" y="6946"/>
                  </a:lnTo>
                  <a:cubicBezTo>
                    <a:pt x="111155" y="6946"/>
                    <a:pt x="111609" y="9389"/>
                    <a:pt x="111609" y="17383"/>
                  </a:cubicBezTo>
                  <a:lnTo>
                    <a:pt x="111609" y="69343"/>
                  </a:lnTo>
                  <a:lnTo>
                    <a:pt x="43714" y="69343"/>
                  </a:lnTo>
                  <a:lnTo>
                    <a:pt x="43714" y="17383"/>
                  </a:lnTo>
                  <a:cubicBezTo>
                    <a:pt x="43714" y="9389"/>
                    <a:pt x="44168" y="6946"/>
                    <a:pt x="61653" y="6946"/>
                  </a:cubicBezTo>
                  <a:lnTo>
                    <a:pt x="67102" y="6946"/>
                  </a:lnTo>
                  <a:lnTo>
                    <a:pt x="67102" y="63"/>
                  </a:lnTo>
                  <a:cubicBezTo>
                    <a:pt x="59155" y="729"/>
                    <a:pt x="42351" y="729"/>
                    <a:pt x="33722" y="729"/>
                  </a:cubicBezTo>
                  <a:cubicBezTo>
                    <a:pt x="25093" y="729"/>
                    <a:pt x="8063" y="729"/>
                    <a:pt x="115" y="63"/>
                  </a:cubicBezTo>
                  <a:lnTo>
                    <a:pt x="115" y="6946"/>
                  </a:lnTo>
                  <a:lnTo>
                    <a:pt x="5565" y="6946"/>
                  </a:lnTo>
                  <a:cubicBezTo>
                    <a:pt x="23050" y="6946"/>
                    <a:pt x="23504" y="9389"/>
                    <a:pt x="23504" y="17383"/>
                  </a:cubicBezTo>
                  <a:lnTo>
                    <a:pt x="23504" y="134404"/>
                  </a:lnTo>
                  <a:cubicBezTo>
                    <a:pt x="23504" y="142398"/>
                    <a:pt x="23050" y="144841"/>
                    <a:pt x="5565" y="144841"/>
                  </a:cubicBezTo>
                  <a:lnTo>
                    <a:pt x="115" y="144841"/>
                  </a:lnTo>
                  <a:lnTo>
                    <a:pt x="115" y="151724"/>
                  </a:lnTo>
                  <a:cubicBezTo>
                    <a:pt x="8063" y="151058"/>
                    <a:pt x="24866" y="151058"/>
                    <a:pt x="33495" y="151058"/>
                  </a:cubicBezTo>
                  <a:cubicBezTo>
                    <a:pt x="42124" y="151058"/>
                    <a:pt x="59155" y="151058"/>
                    <a:pt x="67102" y="151724"/>
                  </a:cubicBezTo>
                  <a:lnTo>
                    <a:pt x="67102" y="144841"/>
                  </a:lnTo>
                  <a:lnTo>
                    <a:pt x="61653" y="144841"/>
                  </a:lnTo>
                  <a:cubicBezTo>
                    <a:pt x="44168" y="144841"/>
                    <a:pt x="43714" y="142398"/>
                    <a:pt x="43714" y="134404"/>
                  </a:cubicBezTo>
                  <a:lnTo>
                    <a:pt x="43714" y="76227"/>
                  </a:lnTo>
                  <a:lnTo>
                    <a:pt x="111609" y="76227"/>
                  </a:lnTo>
                  <a:lnTo>
                    <a:pt x="111609" y="134404"/>
                  </a:lnTo>
                  <a:cubicBezTo>
                    <a:pt x="111609" y="142398"/>
                    <a:pt x="111155" y="144841"/>
                    <a:pt x="93670" y="144841"/>
                  </a:cubicBezTo>
                  <a:lnTo>
                    <a:pt x="88220" y="144841"/>
                  </a:lnTo>
                  <a:lnTo>
                    <a:pt x="88220" y="151724"/>
                  </a:lnTo>
                  <a:cubicBezTo>
                    <a:pt x="96168" y="151058"/>
                    <a:pt x="112972" y="151058"/>
                    <a:pt x="121601" y="151058"/>
                  </a:cubicBezTo>
                  <a:cubicBezTo>
                    <a:pt x="130230" y="151058"/>
                    <a:pt x="147260" y="151058"/>
                    <a:pt x="155208" y="151724"/>
                  </a:cubicBezTo>
                  <a:lnTo>
                    <a:pt x="155208" y="144841"/>
                  </a:lnTo>
                  <a:lnTo>
                    <a:pt x="149758" y="144841"/>
                  </a:lnTo>
                  <a:cubicBezTo>
                    <a:pt x="132273" y="144841"/>
                    <a:pt x="131819" y="142398"/>
                    <a:pt x="131819" y="134404"/>
                  </a:cubicBezTo>
                  <a:lnTo>
                    <a:pt x="131819" y="1738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4" name="Freeform: Shape 93">
              <a:extLst>
                <a:ext uri="{FF2B5EF4-FFF2-40B4-BE49-F238E27FC236}">
                  <a16:creationId xmlns:a16="http://schemas.microsoft.com/office/drawing/2014/main" id="{399CBBB8-01B7-5552-692A-EBFD067929AF}"/>
                </a:ext>
              </a:extLst>
            </p:cNvPr>
            <p:cNvSpPr/>
            <p:nvPr>
              <p:custDataLst>
                <p:tags r:id="rId18"/>
              </p:custDataLst>
            </p:nvPr>
          </p:nvSpPr>
          <p:spPr>
            <a:xfrm>
              <a:off x="3712652" y="5885826"/>
              <a:ext cx="73754" cy="106318"/>
            </a:xfrm>
            <a:custGeom>
              <a:avLst/>
              <a:gdLst>
                <a:gd name="connsiteX0" fmla="*/ 73877 w 73754"/>
                <a:gd name="connsiteY0" fmla="*/ 53690 h 106318"/>
                <a:gd name="connsiteX1" fmla="*/ 64498 w 73754"/>
                <a:gd name="connsiteY1" fmla="*/ 13432 h 106318"/>
                <a:gd name="connsiteX2" fmla="*/ 37000 w 73754"/>
                <a:gd name="connsiteY2" fmla="*/ 64 h 106318"/>
                <a:gd name="connsiteX3" fmla="*/ 122 w 73754"/>
                <a:gd name="connsiteY3" fmla="*/ 53690 h 106318"/>
                <a:gd name="connsiteX4" fmla="*/ 37000 w 73754"/>
                <a:gd name="connsiteY4" fmla="*/ 106383 h 106318"/>
                <a:gd name="connsiteX5" fmla="*/ 73877 w 73754"/>
                <a:gd name="connsiteY5" fmla="*/ 53690 h 106318"/>
                <a:gd name="connsiteX6" fmla="*/ 37000 w 73754"/>
                <a:gd name="connsiteY6" fmla="*/ 102031 h 106318"/>
                <a:gd name="connsiteX7" fmla="*/ 16813 w 73754"/>
                <a:gd name="connsiteY7" fmla="*/ 85088 h 106318"/>
                <a:gd name="connsiteX8" fmla="*/ 14587 w 73754"/>
                <a:gd name="connsiteY8" fmla="*/ 51669 h 106318"/>
                <a:gd name="connsiteX9" fmla="*/ 16971 w 73754"/>
                <a:gd name="connsiteY9" fmla="*/ 19960 h 106318"/>
                <a:gd name="connsiteX10" fmla="*/ 37000 w 73754"/>
                <a:gd name="connsiteY10" fmla="*/ 4416 h 106318"/>
                <a:gd name="connsiteX11" fmla="*/ 56710 w 73754"/>
                <a:gd name="connsiteY11" fmla="*/ 18561 h 106318"/>
                <a:gd name="connsiteX12" fmla="*/ 59412 w 73754"/>
                <a:gd name="connsiteY12" fmla="*/ 51669 h 106318"/>
                <a:gd name="connsiteX13" fmla="*/ 57346 w 73754"/>
                <a:gd name="connsiteY13" fmla="*/ 84466 h 106318"/>
                <a:gd name="connsiteX14" fmla="*/ 37000 w 73754"/>
                <a:gd name="connsiteY14" fmla="*/ 102031 h 106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754" h="106318">
                  <a:moveTo>
                    <a:pt x="73877" y="53690"/>
                  </a:moveTo>
                  <a:cubicBezTo>
                    <a:pt x="73877" y="36592"/>
                    <a:pt x="71810" y="24312"/>
                    <a:pt x="64498" y="13432"/>
                  </a:cubicBezTo>
                  <a:cubicBezTo>
                    <a:pt x="59571" y="6282"/>
                    <a:pt x="49716" y="64"/>
                    <a:pt x="37000" y="64"/>
                  </a:cubicBezTo>
                  <a:cubicBezTo>
                    <a:pt x="122" y="64"/>
                    <a:pt x="122" y="42498"/>
                    <a:pt x="122" y="53690"/>
                  </a:cubicBezTo>
                  <a:cubicBezTo>
                    <a:pt x="122" y="64881"/>
                    <a:pt x="122" y="106383"/>
                    <a:pt x="37000" y="106383"/>
                  </a:cubicBezTo>
                  <a:cubicBezTo>
                    <a:pt x="73877" y="106383"/>
                    <a:pt x="73877" y="64881"/>
                    <a:pt x="73877" y="53690"/>
                  </a:cubicBezTo>
                  <a:close/>
                  <a:moveTo>
                    <a:pt x="37000" y="102031"/>
                  </a:moveTo>
                  <a:cubicBezTo>
                    <a:pt x="29688" y="102031"/>
                    <a:pt x="19992" y="97834"/>
                    <a:pt x="16813" y="85088"/>
                  </a:cubicBezTo>
                  <a:cubicBezTo>
                    <a:pt x="14587" y="75917"/>
                    <a:pt x="14587" y="63172"/>
                    <a:pt x="14587" y="51669"/>
                  </a:cubicBezTo>
                  <a:cubicBezTo>
                    <a:pt x="14587" y="40322"/>
                    <a:pt x="14587" y="28509"/>
                    <a:pt x="16971" y="19960"/>
                  </a:cubicBezTo>
                  <a:cubicBezTo>
                    <a:pt x="20309" y="7681"/>
                    <a:pt x="30482" y="4416"/>
                    <a:pt x="37000" y="4416"/>
                  </a:cubicBezTo>
                  <a:cubicBezTo>
                    <a:pt x="45583" y="4416"/>
                    <a:pt x="53849" y="9546"/>
                    <a:pt x="56710" y="18561"/>
                  </a:cubicBezTo>
                  <a:cubicBezTo>
                    <a:pt x="59253" y="26955"/>
                    <a:pt x="59412" y="38146"/>
                    <a:pt x="59412" y="51669"/>
                  </a:cubicBezTo>
                  <a:cubicBezTo>
                    <a:pt x="59412" y="63172"/>
                    <a:pt x="59412" y="74674"/>
                    <a:pt x="57346" y="84466"/>
                  </a:cubicBezTo>
                  <a:cubicBezTo>
                    <a:pt x="54167" y="98611"/>
                    <a:pt x="43358" y="102031"/>
                    <a:pt x="37000" y="10203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5" name="Freeform: Shape 94">
              <a:extLst>
                <a:ext uri="{FF2B5EF4-FFF2-40B4-BE49-F238E27FC236}">
                  <a16:creationId xmlns:a16="http://schemas.microsoft.com/office/drawing/2014/main" id="{3967B893-46C7-69A9-49C1-CD6A342E8CEB}"/>
                </a:ext>
              </a:extLst>
            </p:cNvPr>
            <p:cNvSpPr/>
            <p:nvPr>
              <p:custDataLst>
                <p:tags r:id="rId19"/>
              </p:custDataLst>
            </p:nvPr>
          </p:nvSpPr>
          <p:spPr>
            <a:xfrm>
              <a:off x="3819199" y="5789189"/>
              <a:ext cx="52681" cy="222052"/>
            </a:xfrm>
            <a:custGeom>
              <a:avLst/>
              <a:gdLst>
                <a:gd name="connsiteX0" fmla="*/ 52809 w 52681"/>
                <a:gd name="connsiteY0" fmla="*/ 111089 h 222052"/>
                <a:gd name="connsiteX1" fmla="*/ 37822 w 52681"/>
                <a:gd name="connsiteY1" fmla="*/ 41809 h 222052"/>
                <a:gd name="connsiteX2" fmla="*/ 2398 w 52681"/>
                <a:gd name="connsiteY2" fmla="*/ 63 h 222052"/>
                <a:gd name="connsiteX3" fmla="*/ 127 w 52681"/>
                <a:gd name="connsiteY3" fmla="*/ 2283 h 222052"/>
                <a:gd name="connsiteX4" fmla="*/ 4441 w 52681"/>
                <a:gd name="connsiteY4" fmla="*/ 7390 h 222052"/>
                <a:gd name="connsiteX5" fmla="*/ 39638 w 52681"/>
                <a:gd name="connsiteY5" fmla="*/ 111089 h 222052"/>
                <a:gd name="connsiteX6" fmla="*/ 3079 w 52681"/>
                <a:gd name="connsiteY6" fmla="*/ 216120 h 222052"/>
                <a:gd name="connsiteX7" fmla="*/ 127 w 52681"/>
                <a:gd name="connsiteY7" fmla="*/ 219895 h 222052"/>
                <a:gd name="connsiteX8" fmla="*/ 2398 w 52681"/>
                <a:gd name="connsiteY8" fmla="*/ 222115 h 222052"/>
                <a:gd name="connsiteX9" fmla="*/ 38503 w 52681"/>
                <a:gd name="connsiteY9" fmla="*/ 178815 h 222052"/>
                <a:gd name="connsiteX10" fmla="*/ 52809 w 52681"/>
                <a:gd name="connsiteY10" fmla="*/ 111089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681" h="222052">
                  <a:moveTo>
                    <a:pt x="52809" y="111089"/>
                  </a:moveTo>
                  <a:cubicBezTo>
                    <a:pt x="52809" y="93769"/>
                    <a:pt x="50311" y="66901"/>
                    <a:pt x="37822" y="41809"/>
                  </a:cubicBezTo>
                  <a:cubicBezTo>
                    <a:pt x="24197" y="14496"/>
                    <a:pt x="4668" y="63"/>
                    <a:pt x="2398" y="63"/>
                  </a:cubicBezTo>
                  <a:cubicBezTo>
                    <a:pt x="1035" y="63"/>
                    <a:pt x="127" y="951"/>
                    <a:pt x="127" y="2283"/>
                  </a:cubicBezTo>
                  <a:cubicBezTo>
                    <a:pt x="127" y="2949"/>
                    <a:pt x="127" y="3394"/>
                    <a:pt x="4441" y="7390"/>
                  </a:cubicBezTo>
                  <a:cubicBezTo>
                    <a:pt x="26695" y="29374"/>
                    <a:pt x="39638" y="64680"/>
                    <a:pt x="39638" y="111089"/>
                  </a:cubicBezTo>
                  <a:cubicBezTo>
                    <a:pt x="39638" y="149060"/>
                    <a:pt x="31236" y="188141"/>
                    <a:pt x="3079" y="216120"/>
                  </a:cubicBezTo>
                  <a:cubicBezTo>
                    <a:pt x="127" y="218784"/>
                    <a:pt x="127" y="219228"/>
                    <a:pt x="127" y="219895"/>
                  </a:cubicBezTo>
                  <a:cubicBezTo>
                    <a:pt x="127" y="221227"/>
                    <a:pt x="1035" y="222115"/>
                    <a:pt x="2398" y="222115"/>
                  </a:cubicBezTo>
                  <a:cubicBezTo>
                    <a:pt x="4668" y="222115"/>
                    <a:pt x="25105" y="207016"/>
                    <a:pt x="38503" y="178815"/>
                  </a:cubicBezTo>
                  <a:cubicBezTo>
                    <a:pt x="50084" y="154389"/>
                    <a:pt x="52809" y="129741"/>
                    <a:pt x="52809" y="11108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6" name="Freeform: Shape 95">
              <a:extLst>
                <a:ext uri="{FF2B5EF4-FFF2-40B4-BE49-F238E27FC236}">
                  <a16:creationId xmlns:a16="http://schemas.microsoft.com/office/drawing/2014/main" id="{388A72CB-0CA9-BB5D-FA6C-F84F374BEC84}"/>
                </a:ext>
              </a:extLst>
            </p:cNvPr>
            <p:cNvSpPr/>
            <p:nvPr>
              <p:custDataLst>
                <p:tags r:id="rId20"/>
              </p:custDataLst>
            </p:nvPr>
          </p:nvSpPr>
          <p:spPr>
            <a:xfrm>
              <a:off x="3970355" y="5874235"/>
              <a:ext cx="151005" cy="51960"/>
            </a:xfrm>
            <a:custGeom>
              <a:avLst/>
              <a:gdLst>
                <a:gd name="connsiteX0" fmla="*/ 143419 w 151005"/>
                <a:gd name="connsiteY0" fmla="*/ 8945 h 51960"/>
                <a:gd name="connsiteX1" fmla="*/ 151139 w 151005"/>
                <a:gd name="connsiteY1" fmla="*/ 4504 h 51960"/>
                <a:gd name="connsiteX2" fmla="*/ 143646 w 151005"/>
                <a:gd name="connsiteY2" fmla="*/ 63 h 51960"/>
                <a:gd name="connsiteX3" fmla="*/ 7627 w 151005"/>
                <a:gd name="connsiteY3" fmla="*/ 63 h 51960"/>
                <a:gd name="connsiteX4" fmla="*/ 134 w 151005"/>
                <a:gd name="connsiteY4" fmla="*/ 4504 h 51960"/>
                <a:gd name="connsiteX5" fmla="*/ 7854 w 151005"/>
                <a:gd name="connsiteY5" fmla="*/ 8945 h 51960"/>
                <a:gd name="connsiteX6" fmla="*/ 143419 w 151005"/>
                <a:gd name="connsiteY6" fmla="*/ 8945 h 51960"/>
                <a:gd name="connsiteX7" fmla="*/ 143646 w 151005"/>
                <a:gd name="connsiteY7" fmla="*/ 52023 h 51960"/>
                <a:gd name="connsiteX8" fmla="*/ 151139 w 151005"/>
                <a:gd name="connsiteY8" fmla="*/ 47582 h 51960"/>
                <a:gd name="connsiteX9" fmla="*/ 143419 w 151005"/>
                <a:gd name="connsiteY9" fmla="*/ 43141 h 51960"/>
                <a:gd name="connsiteX10" fmla="*/ 7854 w 151005"/>
                <a:gd name="connsiteY10" fmla="*/ 43141 h 51960"/>
                <a:gd name="connsiteX11" fmla="*/ 134 w 151005"/>
                <a:gd name="connsiteY11" fmla="*/ 47582 h 51960"/>
                <a:gd name="connsiteX12" fmla="*/ 7627 w 151005"/>
                <a:gd name="connsiteY12" fmla="*/ 52023 h 51960"/>
                <a:gd name="connsiteX13" fmla="*/ 143646 w 151005"/>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005" h="51960">
                  <a:moveTo>
                    <a:pt x="143419" y="8945"/>
                  </a:moveTo>
                  <a:cubicBezTo>
                    <a:pt x="146825" y="8945"/>
                    <a:pt x="151139" y="8945"/>
                    <a:pt x="151139" y="4504"/>
                  </a:cubicBezTo>
                  <a:cubicBezTo>
                    <a:pt x="151139" y="63"/>
                    <a:pt x="146825" y="63"/>
                    <a:pt x="143646" y="63"/>
                  </a:cubicBezTo>
                  <a:lnTo>
                    <a:pt x="7627" y="63"/>
                  </a:lnTo>
                  <a:cubicBezTo>
                    <a:pt x="4448" y="63"/>
                    <a:pt x="134" y="63"/>
                    <a:pt x="134" y="4504"/>
                  </a:cubicBezTo>
                  <a:cubicBezTo>
                    <a:pt x="134" y="8945"/>
                    <a:pt x="4448" y="8945"/>
                    <a:pt x="7854" y="8945"/>
                  </a:cubicBezTo>
                  <a:lnTo>
                    <a:pt x="143419" y="8945"/>
                  </a:lnTo>
                  <a:close/>
                  <a:moveTo>
                    <a:pt x="143646" y="52023"/>
                  </a:moveTo>
                  <a:cubicBezTo>
                    <a:pt x="146825" y="52023"/>
                    <a:pt x="151139" y="52023"/>
                    <a:pt x="151139" y="47582"/>
                  </a:cubicBezTo>
                  <a:cubicBezTo>
                    <a:pt x="151139" y="43141"/>
                    <a:pt x="146825" y="43141"/>
                    <a:pt x="143419" y="43141"/>
                  </a:cubicBezTo>
                  <a:lnTo>
                    <a:pt x="7854" y="43141"/>
                  </a:lnTo>
                  <a:cubicBezTo>
                    <a:pt x="4448" y="43141"/>
                    <a:pt x="134" y="43141"/>
                    <a:pt x="134" y="47582"/>
                  </a:cubicBezTo>
                  <a:cubicBezTo>
                    <a:pt x="134" y="52023"/>
                    <a:pt x="4448" y="52023"/>
                    <a:pt x="7627" y="52023"/>
                  </a:cubicBezTo>
                  <a:lnTo>
                    <a:pt x="143646" y="5202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7" name="Freeform: Shape 96">
              <a:extLst>
                <a:ext uri="{FF2B5EF4-FFF2-40B4-BE49-F238E27FC236}">
                  <a16:creationId xmlns:a16="http://schemas.microsoft.com/office/drawing/2014/main" id="{B6292674-4807-9EA3-D403-63E6D498CB2A}"/>
                </a:ext>
              </a:extLst>
            </p:cNvPr>
            <p:cNvSpPr/>
            <p:nvPr>
              <p:custDataLst>
                <p:tags r:id="rId21"/>
              </p:custDataLst>
            </p:nvPr>
          </p:nvSpPr>
          <p:spPr>
            <a:xfrm>
              <a:off x="4206185" y="5807841"/>
              <a:ext cx="95599" cy="152771"/>
            </a:xfrm>
            <a:custGeom>
              <a:avLst/>
              <a:gdLst>
                <a:gd name="connsiteX0" fmla="*/ 95743 w 95599"/>
                <a:gd name="connsiteY0" fmla="*/ 76893 h 152771"/>
                <a:gd name="connsiteX1" fmla="*/ 86660 w 95599"/>
                <a:gd name="connsiteY1" fmla="*/ 24933 h 152771"/>
                <a:gd name="connsiteX2" fmla="*/ 48057 w 95599"/>
                <a:gd name="connsiteY2" fmla="*/ 63 h 152771"/>
                <a:gd name="connsiteX3" fmla="*/ 8546 w 95599"/>
                <a:gd name="connsiteY3" fmla="*/ 26487 h 152771"/>
                <a:gd name="connsiteX4" fmla="*/ 144 w 95599"/>
                <a:gd name="connsiteY4" fmla="*/ 76893 h 152771"/>
                <a:gd name="connsiteX5" fmla="*/ 10362 w 95599"/>
                <a:gd name="connsiteY5" fmla="*/ 130407 h 152771"/>
                <a:gd name="connsiteX6" fmla="*/ 47830 w 95599"/>
                <a:gd name="connsiteY6" fmla="*/ 152835 h 152771"/>
                <a:gd name="connsiteX7" fmla="*/ 87341 w 95599"/>
                <a:gd name="connsiteY7" fmla="*/ 127077 h 152771"/>
                <a:gd name="connsiteX8" fmla="*/ 95743 w 95599"/>
                <a:gd name="connsiteY8" fmla="*/ 76893 h 152771"/>
                <a:gd name="connsiteX9" fmla="*/ 47830 w 95599"/>
                <a:gd name="connsiteY9" fmla="*/ 147950 h 152771"/>
                <a:gd name="connsiteX10" fmla="*/ 21489 w 95599"/>
                <a:gd name="connsiteY10" fmla="*/ 121081 h 152771"/>
                <a:gd name="connsiteX11" fmla="*/ 18991 w 95599"/>
                <a:gd name="connsiteY11" fmla="*/ 74228 h 152771"/>
                <a:gd name="connsiteX12" fmla="*/ 20808 w 95599"/>
                <a:gd name="connsiteY12" fmla="*/ 33371 h 152771"/>
                <a:gd name="connsiteX13" fmla="*/ 47830 w 95599"/>
                <a:gd name="connsiteY13" fmla="*/ 4948 h 152771"/>
                <a:gd name="connsiteX14" fmla="*/ 74625 w 95599"/>
                <a:gd name="connsiteY14" fmla="*/ 30928 h 152771"/>
                <a:gd name="connsiteX15" fmla="*/ 76896 w 95599"/>
                <a:gd name="connsiteY15" fmla="*/ 74228 h 152771"/>
                <a:gd name="connsiteX16" fmla="*/ 74398 w 95599"/>
                <a:gd name="connsiteY16" fmla="*/ 120193 h 152771"/>
                <a:gd name="connsiteX17" fmla="*/ 47830 w 95599"/>
                <a:gd name="connsiteY17" fmla="*/ 147950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599" h="152771">
                  <a:moveTo>
                    <a:pt x="95743" y="76893"/>
                  </a:moveTo>
                  <a:cubicBezTo>
                    <a:pt x="95743" y="59129"/>
                    <a:pt x="94608" y="41364"/>
                    <a:pt x="86660" y="24933"/>
                  </a:cubicBezTo>
                  <a:cubicBezTo>
                    <a:pt x="76215" y="3616"/>
                    <a:pt x="57594" y="63"/>
                    <a:pt x="48057" y="63"/>
                  </a:cubicBezTo>
                  <a:cubicBezTo>
                    <a:pt x="34433" y="63"/>
                    <a:pt x="17856" y="5836"/>
                    <a:pt x="8546" y="26487"/>
                  </a:cubicBezTo>
                  <a:cubicBezTo>
                    <a:pt x="1279" y="41809"/>
                    <a:pt x="144" y="59129"/>
                    <a:pt x="144" y="76893"/>
                  </a:cubicBezTo>
                  <a:cubicBezTo>
                    <a:pt x="144" y="93547"/>
                    <a:pt x="1052" y="113531"/>
                    <a:pt x="10362" y="130407"/>
                  </a:cubicBezTo>
                  <a:cubicBezTo>
                    <a:pt x="20127" y="148394"/>
                    <a:pt x="36703" y="152835"/>
                    <a:pt x="47830" y="152835"/>
                  </a:cubicBezTo>
                  <a:cubicBezTo>
                    <a:pt x="60092" y="152835"/>
                    <a:pt x="77350" y="148172"/>
                    <a:pt x="87341" y="127077"/>
                  </a:cubicBezTo>
                  <a:cubicBezTo>
                    <a:pt x="94608" y="111755"/>
                    <a:pt x="95743" y="94435"/>
                    <a:pt x="95743" y="76893"/>
                  </a:cubicBezTo>
                  <a:close/>
                  <a:moveTo>
                    <a:pt x="47830" y="147950"/>
                  </a:moveTo>
                  <a:cubicBezTo>
                    <a:pt x="38974" y="147950"/>
                    <a:pt x="25577" y="142398"/>
                    <a:pt x="21489" y="121081"/>
                  </a:cubicBezTo>
                  <a:cubicBezTo>
                    <a:pt x="18991" y="107758"/>
                    <a:pt x="18991" y="87329"/>
                    <a:pt x="18991" y="74228"/>
                  </a:cubicBezTo>
                  <a:cubicBezTo>
                    <a:pt x="18991" y="60017"/>
                    <a:pt x="18991" y="45361"/>
                    <a:pt x="20808" y="33371"/>
                  </a:cubicBezTo>
                  <a:cubicBezTo>
                    <a:pt x="25122" y="6946"/>
                    <a:pt x="42153" y="4948"/>
                    <a:pt x="47830" y="4948"/>
                  </a:cubicBezTo>
                  <a:cubicBezTo>
                    <a:pt x="55324" y="4948"/>
                    <a:pt x="70311" y="8945"/>
                    <a:pt x="74625" y="30928"/>
                  </a:cubicBezTo>
                  <a:cubicBezTo>
                    <a:pt x="76896" y="43363"/>
                    <a:pt x="76896" y="60239"/>
                    <a:pt x="76896" y="74228"/>
                  </a:cubicBezTo>
                  <a:cubicBezTo>
                    <a:pt x="76896" y="90882"/>
                    <a:pt x="76896" y="105982"/>
                    <a:pt x="74398" y="120193"/>
                  </a:cubicBezTo>
                  <a:cubicBezTo>
                    <a:pt x="70992" y="141288"/>
                    <a:pt x="58048" y="147950"/>
                    <a:pt x="47830" y="147950"/>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8" name="Freeform: Shape 97">
              <a:extLst>
                <a:ext uri="{FF2B5EF4-FFF2-40B4-BE49-F238E27FC236}">
                  <a16:creationId xmlns:a16="http://schemas.microsoft.com/office/drawing/2014/main" id="{4CC65C52-8C67-009F-8A9A-984DF73804C9}"/>
                </a:ext>
              </a:extLst>
            </p:cNvPr>
            <p:cNvSpPr/>
            <p:nvPr>
              <p:custDataLst>
                <p:tags r:id="rId22"/>
              </p:custDataLst>
            </p:nvPr>
          </p:nvSpPr>
          <p:spPr>
            <a:xfrm>
              <a:off x="4330396" y="5932190"/>
              <a:ext cx="24070" cy="23537"/>
            </a:xfrm>
            <a:custGeom>
              <a:avLst/>
              <a:gdLst>
                <a:gd name="connsiteX0" fmla="*/ 24219 w 24070"/>
                <a:gd name="connsiteY0" fmla="*/ 11832 h 23537"/>
                <a:gd name="connsiteX1" fmla="*/ 12184 w 24070"/>
                <a:gd name="connsiteY1" fmla="*/ 63 h 23537"/>
                <a:gd name="connsiteX2" fmla="*/ 149 w 24070"/>
                <a:gd name="connsiteY2" fmla="*/ 11832 h 23537"/>
                <a:gd name="connsiteX3" fmla="*/ 12184 w 24070"/>
                <a:gd name="connsiteY3" fmla="*/ 23600 h 23537"/>
                <a:gd name="connsiteX4" fmla="*/ 24219 w 24070"/>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70" h="23537">
                  <a:moveTo>
                    <a:pt x="24219" y="11832"/>
                  </a:moveTo>
                  <a:cubicBezTo>
                    <a:pt x="24219" y="5392"/>
                    <a:pt x="18769" y="63"/>
                    <a:pt x="12184" y="63"/>
                  </a:cubicBezTo>
                  <a:cubicBezTo>
                    <a:pt x="5599" y="63"/>
                    <a:pt x="149" y="5392"/>
                    <a:pt x="149" y="11832"/>
                  </a:cubicBezTo>
                  <a:cubicBezTo>
                    <a:pt x="149" y="18271"/>
                    <a:pt x="5599" y="23600"/>
                    <a:pt x="12184" y="23600"/>
                  </a:cubicBezTo>
                  <a:cubicBezTo>
                    <a:pt x="18769" y="23600"/>
                    <a:pt x="24219" y="18271"/>
                    <a:pt x="24219" y="11832"/>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9" name="Freeform: Shape 98">
              <a:extLst>
                <a:ext uri="{FF2B5EF4-FFF2-40B4-BE49-F238E27FC236}">
                  <a16:creationId xmlns:a16="http://schemas.microsoft.com/office/drawing/2014/main" id="{CAD97E52-6DC9-4C80-38D8-D95307E4C15F}"/>
                </a:ext>
              </a:extLst>
            </p:cNvPr>
            <p:cNvSpPr/>
            <p:nvPr>
              <p:custDataLst>
                <p:tags r:id="rId23"/>
              </p:custDataLst>
            </p:nvPr>
          </p:nvSpPr>
          <p:spPr>
            <a:xfrm>
              <a:off x="4382801" y="5807841"/>
              <a:ext cx="95599" cy="152771"/>
            </a:xfrm>
            <a:custGeom>
              <a:avLst/>
              <a:gdLst>
                <a:gd name="connsiteX0" fmla="*/ 95751 w 95599"/>
                <a:gd name="connsiteY0" fmla="*/ 76893 h 152771"/>
                <a:gd name="connsiteX1" fmla="*/ 86668 w 95599"/>
                <a:gd name="connsiteY1" fmla="*/ 24933 h 152771"/>
                <a:gd name="connsiteX2" fmla="*/ 48065 w 95599"/>
                <a:gd name="connsiteY2" fmla="*/ 63 h 152771"/>
                <a:gd name="connsiteX3" fmla="*/ 8554 w 95599"/>
                <a:gd name="connsiteY3" fmla="*/ 26487 h 152771"/>
                <a:gd name="connsiteX4" fmla="*/ 152 w 95599"/>
                <a:gd name="connsiteY4" fmla="*/ 76893 h 152771"/>
                <a:gd name="connsiteX5" fmla="*/ 10370 w 95599"/>
                <a:gd name="connsiteY5" fmla="*/ 130407 h 152771"/>
                <a:gd name="connsiteX6" fmla="*/ 47838 w 95599"/>
                <a:gd name="connsiteY6" fmla="*/ 152835 h 152771"/>
                <a:gd name="connsiteX7" fmla="*/ 87349 w 95599"/>
                <a:gd name="connsiteY7" fmla="*/ 127077 h 152771"/>
                <a:gd name="connsiteX8" fmla="*/ 95751 w 95599"/>
                <a:gd name="connsiteY8" fmla="*/ 76893 h 152771"/>
                <a:gd name="connsiteX9" fmla="*/ 47838 w 95599"/>
                <a:gd name="connsiteY9" fmla="*/ 147950 h 152771"/>
                <a:gd name="connsiteX10" fmla="*/ 21497 w 95599"/>
                <a:gd name="connsiteY10" fmla="*/ 121081 h 152771"/>
                <a:gd name="connsiteX11" fmla="*/ 18999 w 95599"/>
                <a:gd name="connsiteY11" fmla="*/ 74228 h 152771"/>
                <a:gd name="connsiteX12" fmla="*/ 20816 w 95599"/>
                <a:gd name="connsiteY12" fmla="*/ 33371 h 152771"/>
                <a:gd name="connsiteX13" fmla="*/ 47838 w 95599"/>
                <a:gd name="connsiteY13" fmla="*/ 4948 h 152771"/>
                <a:gd name="connsiteX14" fmla="*/ 74633 w 95599"/>
                <a:gd name="connsiteY14" fmla="*/ 30928 h 152771"/>
                <a:gd name="connsiteX15" fmla="*/ 76904 w 95599"/>
                <a:gd name="connsiteY15" fmla="*/ 74228 h 152771"/>
                <a:gd name="connsiteX16" fmla="*/ 74406 w 95599"/>
                <a:gd name="connsiteY16" fmla="*/ 120193 h 152771"/>
                <a:gd name="connsiteX17" fmla="*/ 47838 w 95599"/>
                <a:gd name="connsiteY17" fmla="*/ 147950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599" h="152771">
                  <a:moveTo>
                    <a:pt x="95751" y="76893"/>
                  </a:moveTo>
                  <a:cubicBezTo>
                    <a:pt x="95751" y="59129"/>
                    <a:pt x="94615" y="41364"/>
                    <a:pt x="86668" y="24933"/>
                  </a:cubicBezTo>
                  <a:cubicBezTo>
                    <a:pt x="76222" y="3616"/>
                    <a:pt x="57602" y="63"/>
                    <a:pt x="48065" y="63"/>
                  </a:cubicBezTo>
                  <a:cubicBezTo>
                    <a:pt x="34440" y="63"/>
                    <a:pt x="17864" y="5836"/>
                    <a:pt x="8554" y="26487"/>
                  </a:cubicBezTo>
                  <a:cubicBezTo>
                    <a:pt x="1287" y="41809"/>
                    <a:pt x="152" y="59129"/>
                    <a:pt x="152" y="76893"/>
                  </a:cubicBezTo>
                  <a:cubicBezTo>
                    <a:pt x="152" y="93547"/>
                    <a:pt x="1060" y="113531"/>
                    <a:pt x="10370" y="130407"/>
                  </a:cubicBezTo>
                  <a:cubicBezTo>
                    <a:pt x="20134" y="148394"/>
                    <a:pt x="36711" y="152835"/>
                    <a:pt x="47838" y="152835"/>
                  </a:cubicBezTo>
                  <a:cubicBezTo>
                    <a:pt x="60100" y="152835"/>
                    <a:pt x="77358" y="148172"/>
                    <a:pt x="87349" y="127077"/>
                  </a:cubicBezTo>
                  <a:cubicBezTo>
                    <a:pt x="94615" y="111755"/>
                    <a:pt x="95751" y="94435"/>
                    <a:pt x="95751" y="76893"/>
                  </a:cubicBezTo>
                  <a:close/>
                  <a:moveTo>
                    <a:pt x="47838" y="147950"/>
                  </a:moveTo>
                  <a:cubicBezTo>
                    <a:pt x="38982" y="147950"/>
                    <a:pt x="25584" y="142398"/>
                    <a:pt x="21497" y="121081"/>
                  </a:cubicBezTo>
                  <a:cubicBezTo>
                    <a:pt x="18999" y="107758"/>
                    <a:pt x="18999" y="87329"/>
                    <a:pt x="18999" y="74228"/>
                  </a:cubicBezTo>
                  <a:cubicBezTo>
                    <a:pt x="18999" y="60017"/>
                    <a:pt x="18999" y="45361"/>
                    <a:pt x="20816" y="33371"/>
                  </a:cubicBezTo>
                  <a:cubicBezTo>
                    <a:pt x="25130" y="6946"/>
                    <a:pt x="42161" y="4948"/>
                    <a:pt x="47838" y="4948"/>
                  </a:cubicBezTo>
                  <a:cubicBezTo>
                    <a:pt x="55331" y="4948"/>
                    <a:pt x="70318" y="8945"/>
                    <a:pt x="74633" y="30928"/>
                  </a:cubicBezTo>
                  <a:cubicBezTo>
                    <a:pt x="76904" y="43363"/>
                    <a:pt x="76904" y="60239"/>
                    <a:pt x="76904" y="74228"/>
                  </a:cubicBezTo>
                  <a:cubicBezTo>
                    <a:pt x="76904" y="90882"/>
                    <a:pt x="76904" y="105982"/>
                    <a:pt x="74406" y="120193"/>
                  </a:cubicBezTo>
                  <a:cubicBezTo>
                    <a:pt x="71000" y="141288"/>
                    <a:pt x="58056" y="147950"/>
                    <a:pt x="47838" y="147950"/>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0" name="Freeform: Shape 99">
              <a:extLst>
                <a:ext uri="{FF2B5EF4-FFF2-40B4-BE49-F238E27FC236}">
                  <a16:creationId xmlns:a16="http://schemas.microsoft.com/office/drawing/2014/main" id="{950DD61F-F395-7F69-AEF5-EB492E93ADDA}"/>
                </a:ext>
              </a:extLst>
            </p:cNvPr>
            <p:cNvSpPr/>
            <p:nvPr>
              <p:custDataLst>
                <p:tags r:id="rId24"/>
              </p:custDataLst>
            </p:nvPr>
          </p:nvSpPr>
          <p:spPr>
            <a:xfrm>
              <a:off x="4498837" y="5807841"/>
              <a:ext cx="90603" cy="152771"/>
            </a:xfrm>
            <a:custGeom>
              <a:avLst/>
              <a:gdLst>
                <a:gd name="connsiteX0" fmla="*/ 90760 w 90603"/>
                <a:gd name="connsiteY0" fmla="*/ 103317 h 152771"/>
                <a:gd name="connsiteX1" fmla="*/ 47616 w 90603"/>
                <a:gd name="connsiteY1" fmla="*/ 54688 h 152771"/>
                <a:gd name="connsiteX2" fmla="*/ 18777 w 90603"/>
                <a:gd name="connsiteY2" fmla="*/ 66012 h 152771"/>
                <a:gd name="connsiteX3" fmla="*/ 18777 w 90603"/>
                <a:gd name="connsiteY3" fmla="*/ 22712 h 152771"/>
                <a:gd name="connsiteX4" fmla="*/ 38078 w 90603"/>
                <a:gd name="connsiteY4" fmla="*/ 25599 h 152771"/>
                <a:gd name="connsiteX5" fmla="*/ 81904 w 90603"/>
                <a:gd name="connsiteY5" fmla="*/ 2505 h 152771"/>
                <a:gd name="connsiteX6" fmla="*/ 79633 w 90603"/>
                <a:gd name="connsiteY6" fmla="*/ 63 h 152771"/>
                <a:gd name="connsiteX7" fmla="*/ 77817 w 90603"/>
                <a:gd name="connsiteY7" fmla="*/ 729 h 152771"/>
                <a:gd name="connsiteX8" fmla="*/ 46934 w 90603"/>
                <a:gd name="connsiteY8" fmla="*/ 7168 h 152771"/>
                <a:gd name="connsiteX9" fmla="*/ 16733 w 90603"/>
                <a:gd name="connsiteY9" fmla="*/ 951 h 152771"/>
                <a:gd name="connsiteX10" fmla="*/ 14008 w 90603"/>
                <a:gd name="connsiteY10" fmla="*/ 285 h 152771"/>
                <a:gd name="connsiteX11" fmla="*/ 11738 w 90603"/>
                <a:gd name="connsiteY11" fmla="*/ 5614 h 152771"/>
                <a:gd name="connsiteX12" fmla="*/ 11738 w 90603"/>
                <a:gd name="connsiteY12" fmla="*/ 71342 h 152771"/>
                <a:gd name="connsiteX13" fmla="*/ 14917 w 90603"/>
                <a:gd name="connsiteY13" fmla="*/ 77115 h 152771"/>
                <a:gd name="connsiteX14" fmla="*/ 17869 w 90603"/>
                <a:gd name="connsiteY14" fmla="*/ 75116 h 152771"/>
                <a:gd name="connsiteX15" fmla="*/ 47162 w 90603"/>
                <a:gd name="connsiteY15" fmla="*/ 59573 h 152771"/>
                <a:gd name="connsiteX16" fmla="*/ 66463 w 90603"/>
                <a:gd name="connsiteY16" fmla="*/ 73784 h 152771"/>
                <a:gd name="connsiteX17" fmla="*/ 70550 w 90603"/>
                <a:gd name="connsiteY17" fmla="*/ 101763 h 152771"/>
                <a:gd name="connsiteX18" fmla="*/ 65101 w 90603"/>
                <a:gd name="connsiteY18" fmla="*/ 132184 h 152771"/>
                <a:gd name="connsiteX19" fmla="*/ 40803 w 90603"/>
                <a:gd name="connsiteY19" fmla="*/ 146617 h 152771"/>
                <a:gd name="connsiteX20" fmla="*/ 7423 w 90603"/>
                <a:gd name="connsiteY20" fmla="*/ 121747 h 152771"/>
                <a:gd name="connsiteX21" fmla="*/ 11283 w 90603"/>
                <a:gd name="connsiteY21" fmla="*/ 122192 h 152771"/>
                <a:gd name="connsiteX22" fmla="*/ 22637 w 90603"/>
                <a:gd name="connsiteY22" fmla="*/ 111311 h 152771"/>
                <a:gd name="connsiteX23" fmla="*/ 11283 w 90603"/>
                <a:gd name="connsiteY23" fmla="*/ 100430 h 152771"/>
                <a:gd name="connsiteX24" fmla="*/ 157 w 90603"/>
                <a:gd name="connsiteY24" fmla="*/ 112199 h 152771"/>
                <a:gd name="connsiteX25" fmla="*/ 41258 w 90603"/>
                <a:gd name="connsiteY25" fmla="*/ 152835 h 152771"/>
                <a:gd name="connsiteX26" fmla="*/ 90760 w 90603"/>
                <a:gd name="connsiteY26" fmla="*/ 103317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0603" h="152771">
                  <a:moveTo>
                    <a:pt x="90760" y="103317"/>
                  </a:moveTo>
                  <a:cubicBezTo>
                    <a:pt x="90760" y="76893"/>
                    <a:pt x="72140" y="54688"/>
                    <a:pt x="47616" y="54688"/>
                  </a:cubicBezTo>
                  <a:cubicBezTo>
                    <a:pt x="36716" y="54688"/>
                    <a:pt x="26952" y="58240"/>
                    <a:pt x="18777" y="66012"/>
                  </a:cubicBezTo>
                  <a:lnTo>
                    <a:pt x="18777" y="22712"/>
                  </a:lnTo>
                  <a:cubicBezTo>
                    <a:pt x="23319" y="24044"/>
                    <a:pt x="30812" y="25599"/>
                    <a:pt x="38078" y="25599"/>
                  </a:cubicBezTo>
                  <a:cubicBezTo>
                    <a:pt x="66009" y="25599"/>
                    <a:pt x="81904" y="5392"/>
                    <a:pt x="81904" y="2505"/>
                  </a:cubicBezTo>
                  <a:cubicBezTo>
                    <a:pt x="81904" y="1173"/>
                    <a:pt x="81223" y="63"/>
                    <a:pt x="79633" y="63"/>
                  </a:cubicBezTo>
                  <a:cubicBezTo>
                    <a:pt x="79406" y="63"/>
                    <a:pt x="78952" y="63"/>
                    <a:pt x="77817" y="729"/>
                  </a:cubicBezTo>
                  <a:cubicBezTo>
                    <a:pt x="73275" y="2727"/>
                    <a:pt x="62149" y="7168"/>
                    <a:pt x="46934" y="7168"/>
                  </a:cubicBezTo>
                  <a:cubicBezTo>
                    <a:pt x="37851" y="7168"/>
                    <a:pt x="27406" y="5614"/>
                    <a:pt x="16733" y="951"/>
                  </a:cubicBezTo>
                  <a:cubicBezTo>
                    <a:pt x="14917" y="285"/>
                    <a:pt x="14463" y="285"/>
                    <a:pt x="14008" y="285"/>
                  </a:cubicBezTo>
                  <a:cubicBezTo>
                    <a:pt x="11738" y="285"/>
                    <a:pt x="11738" y="2061"/>
                    <a:pt x="11738" y="5614"/>
                  </a:cubicBezTo>
                  <a:lnTo>
                    <a:pt x="11738" y="71342"/>
                  </a:lnTo>
                  <a:cubicBezTo>
                    <a:pt x="11738" y="75339"/>
                    <a:pt x="11738" y="77115"/>
                    <a:pt x="14917" y="77115"/>
                  </a:cubicBezTo>
                  <a:cubicBezTo>
                    <a:pt x="16506" y="77115"/>
                    <a:pt x="16960" y="76449"/>
                    <a:pt x="17869" y="75116"/>
                  </a:cubicBezTo>
                  <a:cubicBezTo>
                    <a:pt x="20367" y="71564"/>
                    <a:pt x="28768" y="59573"/>
                    <a:pt x="47162" y="59573"/>
                  </a:cubicBezTo>
                  <a:cubicBezTo>
                    <a:pt x="58969" y="59573"/>
                    <a:pt x="64646" y="69787"/>
                    <a:pt x="66463" y="73784"/>
                  </a:cubicBezTo>
                  <a:cubicBezTo>
                    <a:pt x="70096" y="82000"/>
                    <a:pt x="70550" y="90660"/>
                    <a:pt x="70550" y="101763"/>
                  </a:cubicBezTo>
                  <a:cubicBezTo>
                    <a:pt x="70550" y="109535"/>
                    <a:pt x="70550" y="122858"/>
                    <a:pt x="65101" y="132184"/>
                  </a:cubicBezTo>
                  <a:cubicBezTo>
                    <a:pt x="59651" y="140844"/>
                    <a:pt x="51249" y="146617"/>
                    <a:pt x="40803" y="146617"/>
                  </a:cubicBezTo>
                  <a:cubicBezTo>
                    <a:pt x="24227" y="146617"/>
                    <a:pt x="11283" y="134849"/>
                    <a:pt x="7423" y="121747"/>
                  </a:cubicBezTo>
                  <a:cubicBezTo>
                    <a:pt x="8104" y="121969"/>
                    <a:pt x="8786" y="122192"/>
                    <a:pt x="11283" y="122192"/>
                  </a:cubicBezTo>
                  <a:cubicBezTo>
                    <a:pt x="18777" y="122192"/>
                    <a:pt x="22637" y="116640"/>
                    <a:pt x="22637" y="111311"/>
                  </a:cubicBezTo>
                  <a:cubicBezTo>
                    <a:pt x="22637" y="105982"/>
                    <a:pt x="18777" y="100430"/>
                    <a:pt x="11283" y="100430"/>
                  </a:cubicBezTo>
                  <a:cubicBezTo>
                    <a:pt x="8104" y="100430"/>
                    <a:pt x="157" y="101985"/>
                    <a:pt x="157" y="112199"/>
                  </a:cubicBezTo>
                  <a:cubicBezTo>
                    <a:pt x="157" y="131296"/>
                    <a:pt x="15825" y="152835"/>
                    <a:pt x="41258" y="152835"/>
                  </a:cubicBezTo>
                  <a:cubicBezTo>
                    <a:pt x="67598" y="152835"/>
                    <a:pt x="90760" y="131518"/>
                    <a:pt x="90760" y="103317"/>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101" name="TextBox 100">
            <a:extLst>
              <a:ext uri="{FF2B5EF4-FFF2-40B4-BE49-F238E27FC236}">
                <a16:creationId xmlns:a16="http://schemas.microsoft.com/office/drawing/2014/main" id="{6390C235-7C5A-21F1-D074-973A8A674416}"/>
              </a:ext>
            </a:extLst>
          </p:cNvPr>
          <p:cNvSpPr txBox="1"/>
          <p:nvPr/>
        </p:nvSpPr>
        <p:spPr>
          <a:xfrm>
            <a:off x="5992403" y="2981708"/>
            <a:ext cx="3799404"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Con </a:t>
            </a:r>
            <a:r>
              <a:rPr kumimoji="0" lang="en-GB" sz="1100" b="0" i="1" u="none" strike="noStrike" kern="1200" cap="none" spc="0" normalizeH="0" baseline="0" noProof="0">
                <a:ln>
                  <a:noFill/>
                </a:ln>
                <a:solidFill>
                  <a:prstClr val="black"/>
                </a:solidFill>
                <a:effectLst/>
                <a:uLnTx/>
                <a:uFillTx/>
                <a:latin typeface="Aptos" panose="020B0004020202020204"/>
                <a:ea typeface="+mn-ea"/>
                <a:cs typeface="+mn-cs"/>
              </a:rPr>
              <a:t>c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definido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región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rechazo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es:</a:t>
            </a:r>
            <a:endParaRPr kumimoji="0" lang="en-GB" sz="1100" b="0" i="1"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108" name="Group 107">
            <a:extLst>
              <a:ext uri="{FF2B5EF4-FFF2-40B4-BE49-F238E27FC236}">
                <a16:creationId xmlns:a16="http://schemas.microsoft.com/office/drawing/2014/main" id="{2203CDAD-1412-350B-7778-BE64FF643E9C}"/>
              </a:ext>
            </a:extLst>
          </p:cNvPr>
          <p:cNvGrpSpPr>
            <a:grpSpLocks noChangeAspect="1"/>
          </p:cNvGrpSpPr>
          <p:nvPr>
            <p:custDataLst>
              <p:tags r:id="rId7"/>
            </p:custDataLst>
          </p:nvPr>
        </p:nvGrpSpPr>
        <p:grpSpPr>
          <a:xfrm>
            <a:off x="6370127" y="3464477"/>
            <a:ext cx="301932" cy="92273"/>
            <a:chOff x="2679005" y="6837371"/>
            <a:chExt cx="478593" cy="146262"/>
          </a:xfrm>
        </p:grpSpPr>
        <p:sp>
          <p:nvSpPr>
            <p:cNvPr id="109" name="Freeform: Shape 108">
              <a:extLst>
                <a:ext uri="{FF2B5EF4-FFF2-40B4-BE49-F238E27FC236}">
                  <a16:creationId xmlns:a16="http://schemas.microsoft.com/office/drawing/2014/main" id="{9E337B48-AFC3-CC33-C2C5-5129EAB8AE94}"/>
                </a:ext>
              </a:extLst>
            </p:cNvPr>
            <p:cNvSpPr/>
            <p:nvPr>
              <p:custDataLst>
                <p:tags r:id="rId8"/>
              </p:custDataLst>
            </p:nvPr>
          </p:nvSpPr>
          <p:spPr>
            <a:xfrm>
              <a:off x="2679005" y="6837371"/>
              <a:ext cx="69917" cy="139892"/>
            </a:xfrm>
            <a:custGeom>
              <a:avLst/>
              <a:gdLst>
                <a:gd name="connsiteX0" fmla="*/ 41754 w 69917"/>
                <a:gd name="connsiteY0" fmla="*/ 49695 h 139892"/>
                <a:gd name="connsiteX1" fmla="*/ 63162 w 69917"/>
                <a:gd name="connsiteY1" fmla="*/ 49695 h 139892"/>
                <a:gd name="connsiteX2" fmla="*/ 69995 w 69917"/>
                <a:gd name="connsiteY2" fmla="*/ 45303 h 139892"/>
                <a:gd name="connsiteX3" fmla="*/ 63618 w 69917"/>
                <a:gd name="connsiteY3" fmla="*/ 42887 h 139892"/>
                <a:gd name="connsiteX4" fmla="*/ 43576 w 69917"/>
                <a:gd name="connsiteY4" fmla="*/ 42887 h 139892"/>
                <a:gd name="connsiteX5" fmla="*/ 52914 w 69917"/>
                <a:gd name="connsiteY5" fmla="*/ 5992 h 139892"/>
                <a:gd name="connsiteX6" fmla="*/ 46309 w 69917"/>
                <a:gd name="connsiteY6" fmla="*/ 63 h 139892"/>
                <a:gd name="connsiteX7" fmla="*/ 37199 w 69917"/>
                <a:gd name="connsiteY7" fmla="*/ 7969 h 139892"/>
                <a:gd name="connsiteX8" fmla="*/ 28317 w 69917"/>
                <a:gd name="connsiteY8" fmla="*/ 42887 h 139892"/>
                <a:gd name="connsiteX9" fmla="*/ 6909 w 69917"/>
                <a:gd name="connsiteY9" fmla="*/ 42887 h 139892"/>
                <a:gd name="connsiteX10" fmla="*/ 77 w 69917"/>
                <a:gd name="connsiteY10" fmla="*/ 47060 h 139892"/>
                <a:gd name="connsiteX11" fmla="*/ 6454 w 69917"/>
                <a:gd name="connsiteY11" fmla="*/ 49695 h 139892"/>
                <a:gd name="connsiteX12" fmla="*/ 26495 w 69917"/>
                <a:gd name="connsiteY12" fmla="*/ 49695 h 139892"/>
                <a:gd name="connsiteX13" fmla="*/ 9187 w 69917"/>
                <a:gd name="connsiteY13" fmla="*/ 119751 h 139892"/>
                <a:gd name="connsiteX14" fmla="*/ 30139 w 69917"/>
                <a:gd name="connsiteY14" fmla="*/ 139956 h 139892"/>
                <a:gd name="connsiteX15" fmla="*/ 66351 w 69917"/>
                <a:gd name="connsiteY15" fmla="*/ 106135 h 139892"/>
                <a:gd name="connsiteX16" fmla="*/ 63618 w 69917"/>
                <a:gd name="connsiteY16" fmla="*/ 103939 h 139892"/>
                <a:gd name="connsiteX17" fmla="*/ 60202 w 69917"/>
                <a:gd name="connsiteY17" fmla="*/ 107014 h 139892"/>
                <a:gd name="connsiteX18" fmla="*/ 30595 w 69917"/>
                <a:gd name="connsiteY18" fmla="*/ 135124 h 139892"/>
                <a:gd name="connsiteX19" fmla="*/ 23535 w 69917"/>
                <a:gd name="connsiteY19" fmla="*/ 125022 h 139892"/>
                <a:gd name="connsiteX20" fmla="*/ 24901 w 69917"/>
                <a:gd name="connsiteY20" fmla="*/ 114481 h 139892"/>
                <a:gd name="connsiteX21" fmla="*/ 41754 w 69917"/>
                <a:gd name="connsiteY21" fmla="*/ 49695 h 139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9917" h="139892">
                  <a:moveTo>
                    <a:pt x="41754" y="49695"/>
                  </a:moveTo>
                  <a:lnTo>
                    <a:pt x="63162" y="49695"/>
                  </a:lnTo>
                  <a:cubicBezTo>
                    <a:pt x="67717" y="49695"/>
                    <a:pt x="69995" y="49695"/>
                    <a:pt x="69995" y="45303"/>
                  </a:cubicBezTo>
                  <a:cubicBezTo>
                    <a:pt x="69995" y="42887"/>
                    <a:pt x="67717" y="42887"/>
                    <a:pt x="63618" y="42887"/>
                  </a:cubicBezTo>
                  <a:lnTo>
                    <a:pt x="43576" y="42887"/>
                  </a:lnTo>
                  <a:cubicBezTo>
                    <a:pt x="51775" y="11702"/>
                    <a:pt x="52914" y="7310"/>
                    <a:pt x="52914" y="5992"/>
                  </a:cubicBezTo>
                  <a:cubicBezTo>
                    <a:pt x="52914" y="2259"/>
                    <a:pt x="50181" y="63"/>
                    <a:pt x="46309" y="63"/>
                  </a:cubicBezTo>
                  <a:cubicBezTo>
                    <a:pt x="45626" y="63"/>
                    <a:pt x="39249" y="282"/>
                    <a:pt x="37199" y="7969"/>
                  </a:cubicBezTo>
                  <a:lnTo>
                    <a:pt x="28317" y="42887"/>
                  </a:lnTo>
                  <a:lnTo>
                    <a:pt x="6909" y="42887"/>
                  </a:lnTo>
                  <a:cubicBezTo>
                    <a:pt x="2354" y="42887"/>
                    <a:pt x="77" y="42887"/>
                    <a:pt x="77" y="47060"/>
                  </a:cubicBezTo>
                  <a:cubicBezTo>
                    <a:pt x="77" y="49695"/>
                    <a:pt x="1899" y="49695"/>
                    <a:pt x="6454" y="49695"/>
                  </a:cubicBezTo>
                  <a:lnTo>
                    <a:pt x="26495" y="49695"/>
                  </a:lnTo>
                  <a:cubicBezTo>
                    <a:pt x="10098" y="112065"/>
                    <a:pt x="9187" y="115798"/>
                    <a:pt x="9187" y="119751"/>
                  </a:cubicBezTo>
                  <a:cubicBezTo>
                    <a:pt x="9187" y="131610"/>
                    <a:pt x="17841" y="139956"/>
                    <a:pt x="30139" y="139956"/>
                  </a:cubicBezTo>
                  <a:cubicBezTo>
                    <a:pt x="53369" y="139956"/>
                    <a:pt x="66351" y="107892"/>
                    <a:pt x="66351" y="106135"/>
                  </a:cubicBezTo>
                  <a:cubicBezTo>
                    <a:pt x="66351" y="103939"/>
                    <a:pt x="64529" y="103939"/>
                    <a:pt x="63618" y="103939"/>
                  </a:cubicBezTo>
                  <a:cubicBezTo>
                    <a:pt x="61568" y="103939"/>
                    <a:pt x="61340" y="104598"/>
                    <a:pt x="60202" y="107014"/>
                  </a:cubicBezTo>
                  <a:cubicBezTo>
                    <a:pt x="50409" y="129854"/>
                    <a:pt x="38338" y="135124"/>
                    <a:pt x="30595" y="135124"/>
                  </a:cubicBezTo>
                  <a:cubicBezTo>
                    <a:pt x="25812" y="135124"/>
                    <a:pt x="23535" y="132269"/>
                    <a:pt x="23535" y="125022"/>
                  </a:cubicBezTo>
                  <a:cubicBezTo>
                    <a:pt x="23535" y="119751"/>
                    <a:pt x="23990" y="118214"/>
                    <a:pt x="24901" y="114481"/>
                  </a:cubicBezTo>
                  <a:lnTo>
                    <a:pt x="41754" y="49695"/>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0" name="Freeform: Shape 109">
              <a:extLst>
                <a:ext uri="{FF2B5EF4-FFF2-40B4-BE49-F238E27FC236}">
                  <a16:creationId xmlns:a16="http://schemas.microsoft.com/office/drawing/2014/main" id="{BF02DCE4-6F43-49E6-F69B-CA67333BB1BC}"/>
                </a:ext>
              </a:extLst>
            </p:cNvPr>
            <p:cNvSpPr/>
            <p:nvPr>
              <p:custDataLst>
                <p:tags r:id="rId9"/>
              </p:custDataLst>
            </p:nvPr>
          </p:nvSpPr>
          <p:spPr>
            <a:xfrm>
              <a:off x="2838172" y="6856258"/>
              <a:ext cx="139152" cy="127375"/>
            </a:xfrm>
            <a:custGeom>
              <a:avLst/>
              <a:gdLst>
                <a:gd name="connsiteX0" fmla="*/ 134909 w 139152"/>
                <a:gd name="connsiteY0" fmla="*/ 68582 h 127375"/>
                <a:gd name="connsiteX1" fmla="*/ 139236 w 139152"/>
                <a:gd name="connsiteY1" fmla="*/ 63750 h 127375"/>
                <a:gd name="connsiteX2" fmla="*/ 134909 w 139152"/>
                <a:gd name="connsiteY2" fmla="*/ 58919 h 127375"/>
                <a:gd name="connsiteX3" fmla="*/ 8737 w 139152"/>
                <a:gd name="connsiteY3" fmla="*/ 1600 h 127375"/>
                <a:gd name="connsiteX4" fmla="*/ 4638 w 139152"/>
                <a:gd name="connsiteY4" fmla="*/ 63 h 127375"/>
                <a:gd name="connsiteX5" fmla="*/ 83 w 139152"/>
                <a:gd name="connsiteY5" fmla="*/ 4455 h 127375"/>
                <a:gd name="connsiteX6" fmla="*/ 4410 w 139152"/>
                <a:gd name="connsiteY6" fmla="*/ 9286 h 127375"/>
                <a:gd name="connsiteX7" fmla="*/ 123977 w 139152"/>
                <a:gd name="connsiteY7" fmla="*/ 63750 h 127375"/>
                <a:gd name="connsiteX8" fmla="*/ 4410 w 139152"/>
                <a:gd name="connsiteY8" fmla="*/ 118214 h 127375"/>
                <a:gd name="connsiteX9" fmla="*/ 83 w 139152"/>
                <a:gd name="connsiteY9" fmla="*/ 123046 h 127375"/>
                <a:gd name="connsiteX10" fmla="*/ 4638 w 139152"/>
                <a:gd name="connsiteY10" fmla="*/ 127438 h 127375"/>
                <a:gd name="connsiteX11" fmla="*/ 8737 w 139152"/>
                <a:gd name="connsiteY11" fmla="*/ 125901 h 127375"/>
                <a:gd name="connsiteX12" fmla="*/ 134909 w 139152"/>
                <a:gd name="connsiteY12" fmla="*/ 68582 h 127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9152" h="127375">
                  <a:moveTo>
                    <a:pt x="134909" y="68582"/>
                  </a:moveTo>
                  <a:cubicBezTo>
                    <a:pt x="137414" y="67484"/>
                    <a:pt x="139236" y="66386"/>
                    <a:pt x="139236" y="63750"/>
                  </a:cubicBezTo>
                  <a:cubicBezTo>
                    <a:pt x="139236" y="61115"/>
                    <a:pt x="137414" y="60017"/>
                    <a:pt x="134909" y="58919"/>
                  </a:cubicBezTo>
                  <a:lnTo>
                    <a:pt x="8737" y="1600"/>
                  </a:lnTo>
                  <a:cubicBezTo>
                    <a:pt x="5777" y="63"/>
                    <a:pt x="5321" y="63"/>
                    <a:pt x="4638" y="63"/>
                  </a:cubicBezTo>
                  <a:cubicBezTo>
                    <a:pt x="2133" y="63"/>
                    <a:pt x="83" y="2039"/>
                    <a:pt x="83" y="4455"/>
                  </a:cubicBezTo>
                  <a:cubicBezTo>
                    <a:pt x="83" y="6432"/>
                    <a:pt x="1222" y="7749"/>
                    <a:pt x="4410" y="9286"/>
                  </a:cubicBezTo>
                  <a:lnTo>
                    <a:pt x="123977" y="63750"/>
                  </a:lnTo>
                  <a:lnTo>
                    <a:pt x="4410" y="118214"/>
                  </a:lnTo>
                  <a:cubicBezTo>
                    <a:pt x="1222" y="119751"/>
                    <a:pt x="83" y="121069"/>
                    <a:pt x="83" y="123046"/>
                  </a:cubicBezTo>
                  <a:cubicBezTo>
                    <a:pt x="83" y="125461"/>
                    <a:pt x="2133" y="127438"/>
                    <a:pt x="4638" y="127438"/>
                  </a:cubicBezTo>
                  <a:cubicBezTo>
                    <a:pt x="5321" y="127438"/>
                    <a:pt x="5777" y="127438"/>
                    <a:pt x="8737" y="125901"/>
                  </a:cubicBezTo>
                  <a:lnTo>
                    <a:pt x="134909" y="68582"/>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1" name="Freeform: Shape 110">
              <a:extLst>
                <a:ext uri="{FF2B5EF4-FFF2-40B4-BE49-F238E27FC236}">
                  <a16:creationId xmlns:a16="http://schemas.microsoft.com/office/drawing/2014/main" id="{E9252DC2-974D-A5D7-AFDD-97FBBE29237C}"/>
                </a:ext>
              </a:extLst>
            </p:cNvPr>
            <p:cNvSpPr/>
            <p:nvPr>
              <p:custDataLst>
                <p:tags r:id="rId10"/>
              </p:custDataLst>
            </p:nvPr>
          </p:nvSpPr>
          <p:spPr>
            <a:xfrm>
              <a:off x="3069005" y="6877780"/>
              <a:ext cx="88593" cy="99484"/>
            </a:xfrm>
            <a:custGeom>
              <a:avLst/>
              <a:gdLst>
                <a:gd name="connsiteX0" fmla="*/ 80943 w 88593"/>
                <a:gd name="connsiteY0" fmla="*/ 13679 h 99484"/>
                <a:gd name="connsiteX1" fmla="*/ 70923 w 88593"/>
                <a:gd name="connsiteY1" fmla="*/ 16753 h 99484"/>
                <a:gd name="connsiteX2" fmla="*/ 66823 w 88593"/>
                <a:gd name="connsiteY2" fmla="*/ 25318 h 99484"/>
                <a:gd name="connsiteX3" fmla="*/ 75250 w 88593"/>
                <a:gd name="connsiteY3" fmla="*/ 33005 h 99484"/>
                <a:gd name="connsiteX4" fmla="*/ 88004 w 88593"/>
                <a:gd name="connsiteY4" fmla="*/ 18949 h 99484"/>
                <a:gd name="connsiteX5" fmla="*/ 61130 w 88593"/>
                <a:gd name="connsiteY5" fmla="*/ 63 h 99484"/>
                <a:gd name="connsiteX6" fmla="*/ 94 w 88593"/>
                <a:gd name="connsiteY6" fmla="*/ 62433 h 99484"/>
                <a:gd name="connsiteX7" fmla="*/ 36988 w 88593"/>
                <a:gd name="connsiteY7" fmla="*/ 99547 h 99484"/>
                <a:gd name="connsiteX8" fmla="*/ 88687 w 88593"/>
                <a:gd name="connsiteY8" fmla="*/ 73633 h 99484"/>
                <a:gd name="connsiteX9" fmla="*/ 85954 w 88593"/>
                <a:gd name="connsiteY9" fmla="*/ 70778 h 99484"/>
                <a:gd name="connsiteX10" fmla="*/ 82993 w 88593"/>
                <a:gd name="connsiteY10" fmla="*/ 72974 h 99484"/>
                <a:gd name="connsiteX11" fmla="*/ 37444 w 88593"/>
                <a:gd name="connsiteY11" fmla="*/ 94716 h 99484"/>
                <a:gd name="connsiteX12" fmla="*/ 16947 w 88593"/>
                <a:gd name="connsiteY12" fmla="*/ 70778 h 99484"/>
                <a:gd name="connsiteX13" fmla="*/ 29245 w 88593"/>
                <a:gd name="connsiteY13" fmla="*/ 26855 h 99484"/>
                <a:gd name="connsiteX14" fmla="*/ 61357 w 88593"/>
                <a:gd name="connsiteY14" fmla="*/ 4894 h 99484"/>
                <a:gd name="connsiteX15" fmla="*/ 80943 w 88593"/>
                <a:gd name="connsiteY15" fmla="*/ 13679 h 99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8593" h="99484">
                  <a:moveTo>
                    <a:pt x="80943" y="13679"/>
                  </a:moveTo>
                  <a:cubicBezTo>
                    <a:pt x="77299" y="13679"/>
                    <a:pt x="74111" y="13679"/>
                    <a:pt x="70923" y="16753"/>
                  </a:cubicBezTo>
                  <a:cubicBezTo>
                    <a:pt x="67279" y="20047"/>
                    <a:pt x="66823" y="23781"/>
                    <a:pt x="66823" y="25318"/>
                  </a:cubicBezTo>
                  <a:cubicBezTo>
                    <a:pt x="66823" y="30589"/>
                    <a:pt x="70923" y="33005"/>
                    <a:pt x="75250" y="33005"/>
                  </a:cubicBezTo>
                  <a:cubicBezTo>
                    <a:pt x="81854" y="33005"/>
                    <a:pt x="88004" y="27734"/>
                    <a:pt x="88004" y="18949"/>
                  </a:cubicBezTo>
                  <a:cubicBezTo>
                    <a:pt x="88004" y="8188"/>
                    <a:pt x="77299" y="63"/>
                    <a:pt x="61130" y="63"/>
                  </a:cubicBezTo>
                  <a:cubicBezTo>
                    <a:pt x="30384" y="63"/>
                    <a:pt x="94" y="31467"/>
                    <a:pt x="94" y="62433"/>
                  </a:cubicBezTo>
                  <a:cubicBezTo>
                    <a:pt x="94" y="82198"/>
                    <a:pt x="13303" y="99547"/>
                    <a:pt x="36988" y="99547"/>
                  </a:cubicBezTo>
                  <a:cubicBezTo>
                    <a:pt x="69556" y="99547"/>
                    <a:pt x="88687" y="76268"/>
                    <a:pt x="88687" y="73633"/>
                  </a:cubicBezTo>
                  <a:cubicBezTo>
                    <a:pt x="88687" y="72315"/>
                    <a:pt x="87320" y="70778"/>
                    <a:pt x="85954" y="70778"/>
                  </a:cubicBezTo>
                  <a:cubicBezTo>
                    <a:pt x="84815" y="70778"/>
                    <a:pt x="84360" y="71217"/>
                    <a:pt x="82993" y="72974"/>
                  </a:cubicBezTo>
                  <a:cubicBezTo>
                    <a:pt x="65001" y="94716"/>
                    <a:pt x="40177" y="94716"/>
                    <a:pt x="37444" y="94716"/>
                  </a:cubicBezTo>
                  <a:cubicBezTo>
                    <a:pt x="23096" y="94716"/>
                    <a:pt x="16947" y="83955"/>
                    <a:pt x="16947" y="70778"/>
                  </a:cubicBezTo>
                  <a:cubicBezTo>
                    <a:pt x="16947" y="61774"/>
                    <a:pt x="21502" y="40471"/>
                    <a:pt x="29245" y="26855"/>
                  </a:cubicBezTo>
                  <a:cubicBezTo>
                    <a:pt x="36305" y="14338"/>
                    <a:pt x="48831" y="4894"/>
                    <a:pt x="61357" y="4894"/>
                  </a:cubicBezTo>
                  <a:cubicBezTo>
                    <a:pt x="69101" y="4894"/>
                    <a:pt x="77755" y="7749"/>
                    <a:pt x="80943" y="1367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112" name="TextBox 111">
            <a:extLst>
              <a:ext uri="{FF2B5EF4-FFF2-40B4-BE49-F238E27FC236}">
                <a16:creationId xmlns:a16="http://schemas.microsoft.com/office/drawing/2014/main" id="{F8C64FE7-9BCF-DD2A-6968-2313CC0BDA80}"/>
              </a:ext>
            </a:extLst>
          </p:cNvPr>
          <p:cNvSpPr txBox="1"/>
          <p:nvPr/>
        </p:nvSpPr>
        <p:spPr>
          <a:xfrm>
            <a:off x="5992403" y="3547455"/>
            <a:ext cx="4200512"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Donde </a:t>
            </a:r>
            <a:r>
              <a:rPr kumimoji="0" lang="en-GB" sz="1100" b="0" i="1" u="none" strike="noStrike" kern="1200" cap="none" spc="0" normalizeH="0" baseline="0" noProof="0">
                <a:ln>
                  <a:noFill/>
                </a:ln>
                <a:solidFill>
                  <a:prstClr val="black"/>
                </a:solidFill>
                <a:effectLst/>
                <a:uLnTx/>
                <a:uFillTx/>
                <a:latin typeface="Aptos" panose="020B0004020202020204"/>
                <a:ea typeface="+mn-ea"/>
                <a:cs typeface="+mn-cs"/>
              </a:rPr>
              <a:t>c </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es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percentil</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100(1-alpha)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distribución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1" u="none" strike="noStrike" kern="1200" cap="none" spc="0" normalizeH="0" baseline="0" noProof="0">
                <a:ln>
                  <a:noFill/>
                </a:ln>
                <a:solidFill>
                  <a:prstClr val="black"/>
                </a:solidFill>
                <a:effectLst/>
                <a:uLnTx/>
                <a:uFillTx/>
                <a:latin typeface="Aptos" panose="020B0004020202020204"/>
                <a:ea typeface="+mn-ea"/>
                <a:cs typeface="+mn-cs"/>
              </a:rPr>
              <a:t>t </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con n-1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grados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libertad</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a:t>
            </a:r>
            <a:endParaRPr kumimoji="0" lang="en-GB" sz="1100" b="0" i="1"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3" name="TextBox 112">
            <a:extLst>
              <a:ext uri="{FF2B5EF4-FFF2-40B4-BE49-F238E27FC236}">
                <a16:creationId xmlns:a16="http://schemas.microsoft.com/office/drawing/2014/main" id="{EADA05CF-3123-2ECA-815B-B0090C8F9405}"/>
              </a:ext>
            </a:extLst>
          </p:cNvPr>
          <p:cNvSpPr txBox="1"/>
          <p:nvPr/>
        </p:nvSpPr>
        <p:spPr>
          <a:xfrm>
            <a:off x="5992403" y="2230056"/>
            <a:ext cx="4600981"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Con un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significancia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del 5%,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critico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1" u="none" strike="noStrike" kern="1200" cap="none" spc="0" normalizeH="0" baseline="0" noProof="0">
                <a:ln>
                  <a:noFill/>
                </a:ln>
                <a:solidFill>
                  <a:prstClr val="black"/>
                </a:solidFill>
                <a:effectLst/>
                <a:uLnTx/>
                <a:uFillTx/>
                <a:latin typeface="Aptos" panose="020B0004020202020204"/>
                <a:ea typeface="+mn-ea"/>
                <a:cs typeface="+mn-cs"/>
              </a:rPr>
              <a:t>c </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se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escoge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tal</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manera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probabilidad</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del error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tipo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I sea 5%.</a:t>
            </a:r>
            <a:endParaRPr kumimoji="0" lang="en-GB" sz="1100" b="0" i="1" u="none" strike="noStrike" kern="1200" cap="none" spc="0" normalizeH="0" baseline="0" noProof="0">
              <a:ln>
                <a:noFill/>
              </a:ln>
              <a:solidFill>
                <a:prstClr val="black"/>
              </a:solidFill>
              <a:effectLst/>
              <a:uLnTx/>
              <a:uFillTx/>
              <a:latin typeface="Aptos" panose="020B0004020202020204"/>
              <a:ea typeface="+mn-ea"/>
              <a:cs typeface="+mn-cs"/>
            </a:endParaRPr>
          </a:p>
        </p:txBody>
      </p:sp>
      <p:pic>
        <p:nvPicPr>
          <p:cNvPr id="114" name="Picture 113">
            <a:extLst>
              <a:ext uri="{FF2B5EF4-FFF2-40B4-BE49-F238E27FC236}">
                <a16:creationId xmlns:a16="http://schemas.microsoft.com/office/drawing/2014/main" id="{CD2F624A-50A8-4C53-0953-62B20FA51C94}"/>
              </a:ext>
            </a:extLst>
          </p:cNvPr>
          <p:cNvPicPr>
            <a:picLocks noChangeAspect="1"/>
          </p:cNvPicPr>
          <p:nvPr/>
        </p:nvPicPr>
        <p:blipFill>
          <a:blip r:embed="rId89">
            <a:clrChange>
              <a:clrFrom>
                <a:srgbClr val="000000"/>
              </a:clrFrom>
              <a:clrTo>
                <a:srgbClr val="000000">
                  <a:alpha val="0"/>
                </a:srgbClr>
              </a:clrTo>
            </a:clrChange>
            <a:duotone>
              <a:schemeClr val="accent4">
                <a:shade val="45000"/>
                <a:satMod val="135000"/>
              </a:schemeClr>
              <a:prstClr val="white"/>
            </a:duotone>
            <a:extLst>
              <a:ext uri="{BEBA8EAE-BF5A-486C-A8C5-ECC9F3942E4B}">
                <a14:imgProps xmlns:a14="http://schemas.microsoft.com/office/drawing/2010/main">
                  <a14:imgLayer r:embed="rId90">
                    <a14:imgEffect>
                      <a14:brightnessContrast bright="-40000" contrast="20000"/>
                    </a14:imgEffect>
                  </a14:imgLayer>
                </a14:imgProps>
              </a:ext>
            </a:extLst>
          </a:blip>
          <a:stretch>
            <a:fillRect/>
          </a:stretch>
        </p:blipFill>
        <p:spPr>
          <a:xfrm>
            <a:off x="7116824" y="4054404"/>
            <a:ext cx="3615496" cy="2390695"/>
          </a:xfrm>
          <a:prstGeom prst="rect">
            <a:avLst/>
          </a:prstGeom>
        </p:spPr>
      </p:pic>
      <p:sp>
        <p:nvSpPr>
          <p:cNvPr id="115" name="TextBox 114">
            <a:extLst>
              <a:ext uri="{FF2B5EF4-FFF2-40B4-BE49-F238E27FC236}">
                <a16:creationId xmlns:a16="http://schemas.microsoft.com/office/drawing/2014/main" id="{1558BDD0-9611-EE65-00F6-48711A378162}"/>
              </a:ext>
            </a:extLst>
          </p:cNvPr>
          <p:cNvSpPr txBox="1"/>
          <p:nvPr/>
        </p:nvSpPr>
        <p:spPr>
          <a:xfrm>
            <a:off x="6099473" y="4085596"/>
            <a:ext cx="1946952" cy="938719"/>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err="1">
                <a:ln>
                  <a:noFill/>
                </a:ln>
                <a:effectLst/>
                <a:uLnTx/>
                <a:uFillTx/>
                <a:latin typeface="Aptos" panose="020B0004020202020204"/>
                <a:ea typeface="+mn-ea"/>
                <a:cs typeface="+mn-cs"/>
              </a:rPr>
              <a:t>Región</a:t>
            </a:r>
            <a:r>
              <a:rPr kumimoji="0" lang="en-GB" sz="1100" b="1" i="0" u="none" strike="noStrike" kern="1200" cap="none" spc="0" normalizeH="0" baseline="0" noProof="0">
                <a:ln>
                  <a:noFill/>
                </a:ln>
                <a:effectLst/>
                <a:uLnTx/>
                <a:uFillTx/>
                <a:latin typeface="Aptos" panose="020B0004020202020204"/>
                <a:ea typeface="+mn-ea"/>
                <a:cs typeface="+mn-cs"/>
              </a:rPr>
              <a:t> de </a:t>
            </a:r>
            <a:r>
              <a:rPr kumimoji="0" lang="en-GB" sz="1100" b="1" i="0" u="none" strike="noStrike" kern="1200" cap="none" spc="0" normalizeH="0" baseline="0" noProof="0" err="1">
                <a:ln>
                  <a:noFill/>
                </a:ln>
                <a:effectLst/>
                <a:uLnTx/>
                <a:uFillTx/>
                <a:latin typeface="Aptos" panose="020B0004020202020204"/>
                <a:ea typeface="+mn-ea"/>
                <a:cs typeface="+mn-cs"/>
              </a:rPr>
              <a:t>rechazo</a:t>
            </a:r>
            <a:r>
              <a:rPr kumimoji="0" lang="en-GB" sz="1100" b="1" i="0" u="none" strike="noStrike" kern="1200" cap="none" spc="0" normalizeH="0" baseline="0" noProof="0">
                <a:ln>
                  <a:noFill/>
                </a:ln>
                <a:effectLst/>
                <a:uLnTx/>
                <a:uFillTx/>
                <a:latin typeface="Aptos" panose="020B0004020202020204"/>
                <a:ea typeface="+mn-ea"/>
                <a:cs typeface="+mn-cs"/>
              </a:rPr>
              <a:t> para </a:t>
            </a:r>
            <a:r>
              <a:rPr kumimoji="0" lang="en-GB" sz="1100" b="1" i="0" u="none" strike="noStrike" kern="1200" cap="none" spc="0" normalizeH="0" baseline="0" noProof="0" err="1">
                <a:ln>
                  <a:noFill/>
                </a:ln>
                <a:effectLst/>
                <a:uLnTx/>
                <a:uFillTx/>
                <a:latin typeface="Aptos" panose="020B0004020202020204"/>
                <a:ea typeface="+mn-ea"/>
                <a:cs typeface="+mn-cs"/>
              </a:rPr>
              <a:t>una</a:t>
            </a:r>
            <a:r>
              <a:rPr kumimoji="0" lang="en-GB" sz="1100" b="1" i="0" u="none" strike="noStrike" kern="1200" cap="none" spc="0" normalizeH="0" baseline="0" noProof="0">
                <a:ln>
                  <a:noFill/>
                </a:ln>
                <a:effectLst/>
                <a:uLnTx/>
                <a:uFillTx/>
                <a:latin typeface="Aptos" panose="020B0004020202020204"/>
                <a:ea typeface="+mn-ea"/>
                <a:cs typeface="+mn-cs"/>
              </a:rPr>
              <a:t> </a:t>
            </a:r>
            <a:r>
              <a:rPr kumimoji="0" lang="en-GB" sz="1100" b="1" i="0" u="none" strike="noStrike" kern="1200" cap="none" spc="0" normalizeH="0" baseline="0" noProof="0" err="1">
                <a:ln>
                  <a:noFill/>
                </a:ln>
                <a:effectLst/>
                <a:uLnTx/>
                <a:uFillTx/>
                <a:latin typeface="Aptos" panose="020B0004020202020204"/>
                <a:ea typeface="+mn-ea"/>
                <a:cs typeface="+mn-cs"/>
              </a:rPr>
              <a:t>prueba</a:t>
            </a:r>
            <a:r>
              <a:rPr kumimoji="0" lang="en-GB" sz="1100" b="1" i="0" u="none" strike="noStrike" kern="1200" cap="none" spc="0" normalizeH="0" baseline="0" noProof="0">
                <a:ln>
                  <a:noFill/>
                </a:ln>
                <a:effectLst/>
                <a:uLnTx/>
                <a:uFillTx/>
                <a:latin typeface="Aptos" panose="020B0004020202020204"/>
                <a:ea typeface="+mn-ea"/>
                <a:cs typeface="+mn-cs"/>
              </a:rPr>
              <a:t> de un </a:t>
            </a:r>
            <a:r>
              <a:rPr kumimoji="0" lang="en-GB" sz="1100" b="1" i="0" u="none" strike="noStrike" kern="1200" cap="none" spc="0" normalizeH="0" baseline="0" noProof="0" err="1">
                <a:ln>
                  <a:noFill/>
                </a:ln>
                <a:effectLst/>
                <a:uLnTx/>
                <a:uFillTx/>
                <a:latin typeface="Aptos" panose="020B0004020202020204"/>
                <a:ea typeface="+mn-ea"/>
                <a:cs typeface="+mn-cs"/>
              </a:rPr>
              <a:t>lado</a:t>
            </a:r>
            <a:r>
              <a:rPr kumimoji="0" lang="en-GB" sz="1100" b="1" i="0" u="none" strike="noStrike" kern="1200" cap="none" spc="0" normalizeH="0" baseline="0" noProof="0">
                <a:ln>
                  <a:noFill/>
                </a:ln>
                <a:effectLst/>
                <a:uLnTx/>
                <a:uFillTx/>
                <a:latin typeface="Aptos" panose="020B0004020202020204"/>
                <a:ea typeface="+mn-ea"/>
                <a:cs typeface="+mn-cs"/>
              </a:rPr>
              <a:t> con un </a:t>
            </a:r>
            <a:r>
              <a:rPr kumimoji="0" lang="en-GB" sz="1100" b="1" i="0" u="none" strike="noStrike" kern="1200" cap="none" spc="0" normalizeH="0" baseline="0" noProof="0" err="1">
                <a:ln>
                  <a:noFill/>
                </a:ln>
                <a:effectLst/>
                <a:uLnTx/>
                <a:uFillTx/>
                <a:latin typeface="Aptos" panose="020B0004020202020204"/>
                <a:ea typeface="+mn-ea"/>
                <a:cs typeface="+mn-cs"/>
              </a:rPr>
              <a:t>nivel</a:t>
            </a:r>
            <a:r>
              <a:rPr kumimoji="0" lang="en-GB" sz="1100" b="1" i="0" u="none" strike="noStrike" kern="1200" cap="none" spc="0" normalizeH="0" baseline="0" noProof="0">
                <a:ln>
                  <a:noFill/>
                </a:ln>
                <a:effectLst/>
                <a:uLnTx/>
                <a:uFillTx/>
                <a:latin typeface="Aptos" panose="020B0004020202020204"/>
                <a:ea typeface="+mn-ea"/>
                <a:cs typeface="+mn-cs"/>
              </a:rPr>
              <a:t> de </a:t>
            </a:r>
            <a:r>
              <a:rPr kumimoji="0" lang="en-GB" sz="1100" b="1" i="0" u="none" strike="noStrike" kern="1200" cap="none" spc="0" normalizeH="0" baseline="0" noProof="0" err="1">
                <a:ln>
                  <a:noFill/>
                </a:ln>
                <a:effectLst/>
                <a:uLnTx/>
                <a:uFillTx/>
                <a:latin typeface="Aptos" panose="020B0004020202020204"/>
                <a:ea typeface="+mn-ea"/>
                <a:cs typeface="+mn-cs"/>
              </a:rPr>
              <a:t>significancia</a:t>
            </a:r>
            <a:r>
              <a:rPr kumimoji="0" lang="en-GB" sz="1100" b="1" i="0" u="none" strike="noStrike" kern="1200" cap="none" spc="0" normalizeH="0" baseline="0" noProof="0">
                <a:ln>
                  <a:noFill/>
                </a:ln>
                <a:effectLst/>
                <a:uLnTx/>
                <a:uFillTx/>
                <a:latin typeface="Aptos" panose="020B0004020202020204"/>
                <a:ea typeface="+mn-ea"/>
                <a:cs typeface="+mn-cs"/>
              </a:rPr>
              <a:t> del 5% </a:t>
            </a:r>
            <a:r>
              <a:rPr kumimoji="0" lang="en-GB" sz="1100" b="1" i="0" u="none" strike="noStrike" kern="1200" cap="none" spc="0" normalizeH="0" baseline="0" noProof="0" err="1">
                <a:ln>
                  <a:noFill/>
                </a:ln>
                <a:effectLst/>
                <a:uLnTx/>
                <a:uFillTx/>
                <a:latin typeface="Aptos" panose="020B0004020202020204"/>
                <a:ea typeface="+mn-ea"/>
                <a:cs typeface="+mn-cs"/>
              </a:rPr>
              <a:t>frente</a:t>
            </a:r>
            <a:r>
              <a:rPr kumimoji="0" lang="en-GB" sz="1100" b="1" i="0" u="none" strike="noStrike" kern="1200" cap="none" spc="0" normalizeH="0" baseline="0" noProof="0">
                <a:ln>
                  <a:noFill/>
                </a:ln>
                <a:effectLst/>
                <a:uLnTx/>
                <a:uFillTx/>
                <a:latin typeface="Aptos" panose="020B0004020202020204"/>
                <a:ea typeface="+mn-ea"/>
                <a:cs typeface="+mn-cs"/>
              </a:rPr>
              <a:t> a la </a:t>
            </a:r>
            <a:r>
              <a:rPr kumimoji="0" lang="en-GB" sz="1100" b="1" i="0" u="none" strike="noStrike" kern="1200" cap="none" spc="0" normalizeH="0" baseline="0" noProof="0" err="1">
                <a:ln>
                  <a:noFill/>
                </a:ln>
                <a:effectLst/>
                <a:uLnTx/>
                <a:uFillTx/>
                <a:latin typeface="Aptos" panose="020B0004020202020204"/>
                <a:ea typeface="+mn-ea"/>
                <a:cs typeface="+mn-cs"/>
              </a:rPr>
              <a:t>alternativa</a:t>
            </a:r>
            <a:r>
              <a:rPr kumimoji="0" lang="en-GB" sz="1100" b="1" i="0" u="none" strike="noStrike" kern="1200" cap="none" spc="0" normalizeH="0" baseline="0" noProof="0">
                <a:ln>
                  <a:noFill/>
                </a:ln>
                <a:effectLst/>
                <a:uLnTx/>
                <a:uFillTx/>
                <a:latin typeface="Aptos" panose="020B0004020202020204"/>
                <a:ea typeface="+mn-ea"/>
                <a:cs typeface="+mn-cs"/>
              </a:rPr>
              <a:t> mu&gt;mu0</a:t>
            </a:r>
          </a:p>
        </p:txBody>
      </p:sp>
      <p:grpSp>
        <p:nvGrpSpPr>
          <p:cNvPr id="116" name="Group 115">
            <a:extLst>
              <a:ext uri="{FF2B5EF4-FFF2-40B4-BE49-F238E27FC236}">
                <a16:creationId xmlns:a16="http://schemas.microsoft.com/office/drawing/2014/main" id="{49D5F8F8-289E-856E-1746-67CC7DBA380C}"/>
              </a:ext>
            </a:extLst>
          </p:cNvPr>
          <p:cNvGrpSpPr/>
          <p:nvPr/>
        </p:nvGrpSpPr>
        <p:grpSpPr>
          <a:xfrm>
            <a:off x="891589" y="977005"/>
            <a:ext cx="2333526" cy="646331"/>
            <a:chOff x="1217680" y="3449509"/>
            <a:chExt cx="2333526" cy="646331"/>
          </a:xfrm>
        </p:grpSpPr>
        <p:sp>
          <p:nvSpPr>
            <p:cNvPr id="117" name="TextBox 116">
              <a:extLst>
                <a:ext uri="{FF2B5EF4-FFF2-40B4-BE49-F238E27FC236}">
                  <a16:creationId xmlns:a16="http://schemas.microsoft.com/office/drawing/2014/main" id="{43561C38-7232-05ED-F15A-2A6A2293230A}"/>
                </a:ext>
              </a:extLst>
            </p:cNvPr>
            <p:cNvSpPr txBox="1"/>
            <p:nvPr/>
          </p:nvSpPr>
          <p:spPr>
            <a:xfrm>
              <a:off x="1811354" y="3555926"/>
              <a:ext cx="1739852" cy="507639"/>
            </a:xfrm>
            <a:prstGeom prst="rect">
              <a:avLst/>
            </a:prstGeom>
            <a:noFill/>
          </p:spPr>
          <p:txBody>
            <a:bodyPr wrap="square">
              <a:spAutoFit/>
            </a:bodyPr>
            <a:lstStyle/>
            <a:p>
              <a:pPr>
                <a:lnSpc>
                  <a:spcPts val="1600"/>
                </a:lnSpc>
              </a:pPr>
              <a:r>
                <a:rPr lang="en-GB" sz="1600" b="1" noProof="0" err="1"/>
                <a:t>Diseño</a:t>
              </a:r>
              <a:r>
                <a:rPr lang="en-GB" sz="1600" b="1" noProof="0"/>
                <a:t> de </a:t>
              </a:r>
              <a:r>
                <a:rPr lang="en-GB" sz="1600" b="1" noProof="0" err="1"/>
                <a:t>encuestas</a:t>
              </a:r>
              <a:endParaRPr lang="en-GB" sz="1600" b="1" noProof="0">
                <a:solidFill>
                  <a:schemeClr val="accent5"/>
                </a:solidFill>
                <a:latin typeface="Corbel" panose="020B0503020204020204" pitchFamily="34" charset="0"/>
              </a:endParaRPr>
            </a:p>
          </p:txBody>
        </p:sp>
        <p:sp>
          <p:nvSpPr>
            <p:cNvPr id="118" name="TextBox 117">
              <a:extLst>
                <a:ext uri="{FF2B5EF4-FFF2-40B4-BE49-F238E27FC236}">
                  <a16:creationId xmlns:a16="http://schemas.microsoft.com/office/drawing/2014/main" id="{E8D399F3-557C-2368-7B92-B53E2C4D9FA1}"/>
                </a:ext>
              </a:extLst>
            </p:cNvPr>
            <p:cNvSpPr txBox="1"/>
            <p:nvPr/>
          </p:nvSpPr>
          <p:spPr>
            <a:xfrm>
              <a:off x="1217680" y="3449509"/>
              <a:ext cx="593674" cy="646331"/>
            </a:xfrm>
            <a:prstGeom prst="rect">
              <a:avLst/>
            </a:prstGeom>
            <a:noFill/>
          </p:spPr>
          <p:txBody>
            <a:bodyPr wrap="square">
              <a:spAutoFit/>
            </a:bodyPr>
            <a:lstStyle/>
            <a:p>
              <a:r>
                <a:rPr lang="en-GB" sz="3600" noProof="0">
                  <a:solidFill>
                    <a:srgbClr val="FF0000"/>
                  </a:solidFill>
                  <a:latin typeface="Aptos Black" panose="020B0004020202020204" pitchFamily="34" charset="0"/>
                </a:rPr>
                <a:t>1.</a:t>
              </a:r>
              <a:endParaRPr lang="en-GB" sz="3600" b="1" noProof="0">
                <a:solidFill>
                  <a:srgbClr val="FF0000"/>
                </a:solidFill>
                <a:latin typeface="Aptos Black" panose="020B0004020202020204" pitchFamily="34" charset="0"/>
              </a:endParaRPr>
            </a:p>
          </p:txBody>
        </p:sp>
      </p:grpSp>
      <p:sp>
        <p:nvSpPr>
          <p:cNvPr id="119" name="TextBox 118">
            <a:extLst>
              <a:ext uri="{FF2B5EF4-FFF2-40B4-BE49-F238E27FC236}">
                <a16:creationId xmlns:a16="http://schemas.microsoft.com/office/drawing/2014/main" id="{BB088F4B-E04D-BD67-FF89-09C1F86C2FC6}"/>
              </a:ext>
            </a:extLst>
          </p:cNvPr>
          <p:cNvSpPr txBox="1"/>
          <p:nvPr/>
        </p:nvSpPr>
        <p:spPr>
          <a:xfrm>
            <a:off x="962445" y="1625291"/>
            <a:ext cx="4905790" cy="276999"/>
          </a:xfrm>
          <a:prstGeom prst="rect">
            <a:avLst/>
          </a:prstGeom>
          <a:noFill/>
        </p:spPr>
        <p:txBody>
          <a:bodyPr wrap="square">
            <a:spAutoFit/>
          </a:bodyPr>
          <a:lstStyle/>
          <a:p>
            <a:r>
              <a:rPr lang="en-GB" sz="1200" b="1" noProof="0">
                <a:solidFill>
                  <a:srgbClr val="FF0000"/>
                </a:solidFill>
              </a:rPr>
              <a:t>La </a:t>
            </a:r>
            <a:r>
              <a:rPr lang="en-GB" sz="1200" b="1" noProof="0" err="1">
                <a:solidFill>
                  <a:srgbClr val="FF0000"/>
                </a:solidFill>
              </a:rPr>
              <a:t>muestra</a:t>
            </a:r>
            <a:r>
              <a:rPr lang="en-GB" sz="1200" b="1" noProof="0">
                <a:solidFill>
                  <a:srgbClr val="FF0000"/>
                </a:solidFill>
              </a:rPr>
              <a:t> y la población</a:t>
            </a:r>
            <a:endParaRPr lang="en-GB" sz="1100" b="1" noProof="0">
              <a:solidFill>
                <a:srgbClr val="FF0000"/>
              </a:solidFill>
            </a:endParaRPr>
          </a:p>
        </p:txBody>
      </p:sp>
      <p:sp>
        <p:nvSpPr>
          <p:cNvPr id="120" name="TextBox 119">
            <a:extLst>
              <a:ext uri="{FF2B5EF4-FFF2-40B4-BE49-F238E27FC236}">
                <a16:creationId xmlns:a16="http://schemas.microsoft.com/office/drawing/2014/main" id="{D1F0FBAA-7838-1C5B-5EB8-B95BDAAC543F}"/>
              </a:ext>
            </a:extLst>
          </p:cNvPr>
          <p:cNvSpPr txBox="1"/>
          <p:nvPr/>
        </p:nvSpPr>
        <p:spPr>
          <a:xfrm>
            <a:off x="962446" y="1881572"/>
            <a:ext cx="3132183" cy="261610"/>
          </a:xfrm>
          <a:prstGeom prst="rect">
            <a:avLst/>
          </a:prstGeom>
          <a:noFill/>
        </p:spPr>
        <p:txBody>
          <a:bodyPr wrap="square">
            <a:spAutoFit/>
          </a:bodyPr>
          <a:lstStyle/>
          <a:p>
            <a:pPr lvl="0">
              <a:defRPr/>
            </a:pPr>
            <a:r>
              <a:rPr lang="en-GB" sz="1100" b="1" noProof="0" err="1">
                <a:solidFill>
                  <a:prstClr val="black"/>
                </a:solidFill>
              </a:rPr>
              <a:t>Determinación</a:t>
            </a:r>
            <a:r>
              <a:rPr lang="en-GB" sz="1100" b="1" noProof="0">
                <a:solidFill>
                  <a:prstClr val="black"/>
                </a:solidFill>
              </a:rPr>
              <a:t> del </a:t>
            </a:r>
            <a:r>
              <a:rPr lang="en-GB" sz="1100" b="1" noProof="0" err="1">
                <a:solidFill>
                  <a:prstClr val="black"/>
                </a:solidFill>
              </a:rPr>
              <a:t>tamaño</a:t>
            </a:r>
            <a:r>
              <a:rPr lang="en-GB" sz="1100" b="1" noProof="0">
                <a:solidFill>
                  <a:prstClr val="black"/>
                </a:solidFill>
              </a:rPr>
              <a:t> de </a:t>
            </a:r>
            <a:r>
              <a:rPr lang="en-GB" sz="1100" b="1" noProof="0" err="1">
                <a:solidFill>
                  <a:prstClr val="black"/>
                </a:solidFill>
              </a:rPr>
              <a:t>muestra</a:t>
            </a:r>
            <a:endParaRPr lang="en-GB" sz="1100" b="1" noProof="0">
              <a:solidFill>
                <a:prstClr val="black"/>
              </a:solidFill>
            </a:endParaRPr>
          </a:p>
        </p:txBody>
      </p:sp>
      <p:sp>
        <p:nvSpPr>
          <p:cNvPr id="122" name="Título 1">
            <a:extLst>
              <a:ext uri="{FF2B5EF4-FFF2-40B4-BE49-F238E27FC236}">
                <a16:creationId xmlns:a16="http://schemas.microsoft.com/office/drawing/2014/main" id="{8C9A57AC-543A-3E67-432B-7A6F5FDACB76}"/>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err="1">
                <a:ln>
                  <a:noFill/>
                </a:ln>
                <a:solidFill>
                  <a:srgbClr val="FF0000"/>
                </a:solidFill>
                <a:effectLst/>
                <a:uLnTx/>
                <a:uFillTx/>
                <a:latin typeface="Aptos SemiBold" panose="020F0502020204030204" pitchFamily="34" charset="0"/>
                <a:ea typeface="+mj-ea"/>
                <a:cs typeface="+mj-cs"/>
              </a:rPr>
              <a:t>Diseños</a:t>
            </a: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 </a:t>
            </a:r>
            <a:r>
              <a:rPr kumimoji="0" lang="en-GB" sz="3200" b="1" i="0" u="none" strike="noStrike" kern="1200" cap="none" spc="0" normalizeH="0" baseline="0" noProof="0" err="1">
                <a:ln>
                  <a:noFill/>
                </a:ln>
                <a:solidFill>
                  <a:srgbClr val="FF0000"/>
                </a:solidFill>
                <a:effectLst/>
                <a:uLnTx/>
                <a:uFillTx/>
                <a:latin typeface="Aptos SemiBold" panose="020F0502020204030204" pitchFamily="34" charset="0"/>
                <a:ea typeface="+mj-ea"/>
                <a:cs typeface="+mj-cs"/>
              </a:rPr>
              <a:t>cuantitativos</a:t>
            </a:r>
            <a:endPar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endParaRPr>
          </a:p>
        </p:txBody>
      </p:sp>
    </p:spTree>
    <p:extLst>
      <p:ext uri="{BB962C8B-B14F-4D97-AF65-F5344CB8AC3E}">
        <p14:creationId xmlns:p14="http://schemas.microsoft.com/office/powerpoint/2010/main" val="36799763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fade">
                                      <p:cBhvr>
                                        <p:cTn id="7" dur="500"/>
                                        <p:tgtEl>
                                          <p:spTgt spid="75"/>
                                        </p:tgtEl>
                                      </p:cBhvr>
                                    </p:animEffect>
                                  </p:childTnLst>
                                </p:cTn>
                              </p:par>
                              <p:par>
                                <p:cTn id="8" presetID="10" presetClass="entr" presetSubtype="0" fill="hold" nodeType="withEffect">
                                  <p:stCondLst>
                                    <p:cond delay="0"/>
                                  </p:stCondLst>
                                  <p:childTnLst>
                                    <p:set>
                                      <p:cBhvr>
                                        <p:cTn id="9" dur="1" fill="hold">
                                          <p:stCondLst>
                                            <p:cond delay="0"/>
                                          </p:stCondLst>
                                        </p:cTn>
                                        <p:tgtEl>
                                          <p:spTgt spid="140"/>
                                        </p:tgtEl>
                                        <p:attrNameLst>
                                          <p:attrName>style.visibility</p:attrName>
                                        </p:attrNameLst>
                                      </p:cBhvr>
                                      <p:to>
                                        <p:strVal val="visible"/>
                                      </p:to>
                                    </p:set>
                                    <p:animEffect transition="in" filter="fade">
                                      <p:cBhvr>
                                        <p:cTn id="10" dur="500"/>
                                        <p:tgtEl>
                                          <p:spTgt spid="14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67"/>
                                        </p:tgtEl>
                                        <p:attrNameLst>
                                          <p:attrName>style.visibility</p:attrName>
                                        </p:attrNameLst>
                                      </p:cBhvr>
                                      <p:to>
                                        <p:strVal val="visible"/>
                                      </p:to>
                                    </p:set>
                                    <p:animEffect transition="in" filter="fade">
                                      <p:cBhvr>
                                        <p:cTn id="19" dur="500"/>
                                        <p:tgtEl>
                                          <p:spTgt spid="6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9"/>
                                        </p:tgtEl>
                                        <p:attrNameLst>
                                          <p:attrName>style.visibility</p:attrName>
                                        </p:attrNameLst>
                                      </p:cBhvr>
                                      <p:to>
                                        <p:strVal val="visible"/>
                                      </p:to>
                                    </p:set>
                                    <p:animEffect transition="in" filter="fade">
                                      <p:cBhvr>
                                        <p:cTn id="24" dur="500"/>
                                        <p:tgtEl>
                                          <p:spTgt spid="129"/>
                                        </p:tgtEl>
                                      </p:cBhvr>
                                    </p:animEffect>
                                  </p:childTnLst>
                                </p:cTn>
                              </p:par>
                              <p:par>
                                <p:cTn id="25" presetID="10" presetClass="entr" presetSubtype="0" fill="hold" nodeType="with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500"/>
                                        <p:tgtEl>
                                          <p:spTgt spid="51"/>
                                        </p:tgtEl>
                                      </p:cBhvr>
                                    </p:animEffect>
                                  </p:childTnLst>
                                </p:cTn>
                              </p:par>
                              <p:par>
                                <p:cTn id="28" presetID="10" presetClass="entr" presetSubtype="0" fill="hold" nodeType="withEffect">
                                  <p:stCondLst>
                                    <p:cond delay="0"/>
                                  </p:stCondLst>
                                  <p:childTnLst>
                                    <p:set>
                                      <p:cBhvr>
                                        <p:cTn id="29" dur="1" fill="hold">
                                          <p:stCondLst>
                                            <p:cond delay="0"/>
                                          </p:stCondLst>
                                        </p:cTn>
                                        <p:tgtEl>
                                          <p:spTgt spid="107"/>
                                        </p:tgtEl>
                                        <p:attrNameLst>
                                          <p:attrName>style.visibility</p:attrName>
                                        </p:attrNameLst>
                                      </p:cBhvr>
                                      <p:to>
                                        <p:strVal val="visible"/>
                                      </p:to>
                                    </p:set>
                                    <p:animEffect transition="in" filter="fade">
                                      <p:cBhvr>
                                        <p:cTn id="30" dur="500"/>
                                        <p:tgtEl>
                                          <p:spTgt spid="107"/>
                                        </p:tgtEl>
                                      </p:cBhvr>
                                    </p:animEffect>
                                  </p:childTnLst>
                                </p:cTn>
                              </p:par>
                              <p:par>
                                <p:cTn id="31" presetID="10" presetClass="entr" presetSubtype="0" fill="hold" nodeType="withEffect">
                                  <p:stCondLst>
                                    <p:cond delay="0"/>
                                  </p:stCondLst>
                                  <p:childTnLst>
                                    <p:set>
                                      <p:cBhvr>
                                        <p:cTn id="32" dur="1" fill="hold">
                                          <p:stCondLst>
                                            <p:cond delay="0"/>
                                          </p:stCondLst>
                                        </p:cTn>
                                        <p:tgtEl>
                                          <p:spTgt spid="177"/>
                                        </p:tgtEl>
                                        <p:attrNameLst>
                                          <p:attrName>style.visibility</p:attrName>
                                        </p:attrNameLst>
                                      </p:cBhvr>
                                      <p:to>
                                        <p:strVal val="visible"/>
                                      </p:to>
                                    </p:set>
                                    <p:animEffect transition="in" filter="fade">
                                      <p:cBhvr>
                                        <p:cTn id="33" dur="500"/>
                                        <p:tgtEl>
                                          <p:spTgt spid="17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76"/>
                                        </p:tgtEl>
                                        <p:attrNameLst>
                                          <p:attrName>style.visibility</p:attrName>
                                        </p:attrNameLst>
                                      </p:cBhvr>
                                      <p:to>
                                        <p:strVal val="visible"/>
                                      </p:to>
                                    </p:set>
                                    <p:animEffect transition="in" filter="fade">
                                      <p:cBhvr>
                                        <p:cTn id="38" dur="500"/>
                                        <p:tgtEl>
                                          <p:spTgt spid="76"/>
                                        </p:tgtEl>
                                      </p:cBhvr>
                                    </p:animEffect>
                                  </p:childTnLst>
                                </p:cTn>
                              </p:par>
                              <p:par>
                                <p:cTn id="39" presetID="10" presetClass="entr" presetSubtype="0" fill="hold" nodeType="withEffect">
                                  <p:stCondLst>
                                    <p:cond delay="0"/>
                                  </p:stCondLst>
                                  <p:childTnLst>
                                    <p:set>
                                      <p:cBhvr>
                                        <p:cTn id="40" dur="1" fill="hold">
                                          <p:stCondLst>
                                            <p:cond delay="0"/>
                                          </p:stCondLst>
                                        </p:cTn>
                                        <p:tgtEl>
                                          <p:spTgt spid="108"/>
                                        </p:tgtEl>
                                        <p:attrNameLst>
                                          <p:attrName>style.visibility</p:attrName>
                                        </p:attrNameLst>
                                      </p:cBhvr>
                                      <p:to>
                                        <p:strVal val="visible"/>
                                      </p:to>
                                    </p:set>
                                    <p:animEffect transition="in" filter="fade">
                                      <p:cBhvr>
                                        <p:cTn id="41" dur="500"/>
                                        <p:tgtEl>
                                          <p:spTgt spid="10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3"/>
                                        </p:tgtEl>
                                        <p:attrNameLst>
                                          <p:attrName>style.visibility</p:attrName>
                                        </p:attrNameLst>
                                      </p:cBhvr>
                                      <p:to>
                                        <p:strVal val="visible"/>
                                      </p:to>
                                    </p:set>
                                    <p:animEffect transition="in" filter="fade">
                                      <p:cBhvr>
                                        <p:cTn id="44" dur="500"/>
                                        <p:tgtEl>
                                          <p:spTgt spid="11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01"/>
                                        </p:tgtEl>
                                        <p:attrNameLst>
                                          <p:attrName>style.visibility</p:attrName>
                                        </p:attrNameLst>
                                      </p:cBhvr>
                                      <p:to>
                                        <p:strVal val="visible"/>
                                      </p:to>
                                    </p:set>
                                    <p:animEffect transition="in" filter="fade">
                                      <p:cBhvr>
                                        <p:cTn id="47" dur="500"/>
                                        <p:tgtEl>
                                          <p:spTgt spid="10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12"/>
                                        </p:tgtEl>
                                        <p:attrNameLst>
                                          <p:attrName>style.visibility</p:attrName>
                                        </p:attrNameLst>
                                      </p:cBhvr>
                                      <p:to>
                                        <p:strVal val="visible"/>
                                      </p:to>
                                    </p:set>
                                    <p:animEffect transition="in" filter="fade">
                                      <p:cBhvr>
                                        <p:cTn id="50" dur="500"/>
                                        <p:tgtEl>
                                          <p:spTgt spid="11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15"/>
                                        </p:tgtEl>
                                        <p:attrNameLst>
                                          <p:attrName>style.visibility</p:attrName>
                                        </p:attrNameLst>
                                      </p:cBhvr>
                                      <p:to>
                                        <p:strVal val="visible"/>
                                      </p:to>
                                    </p:set>
                                    <p:animEffect transition="in" filter="fade">
                                      <p:cBhvr>
                                        <p:cTn id="55" dur="500"/>
                                        <p:tgtEl>
                                          <p:spTgt spid="115"/>
                                        </p:tgtEl>
                                      </p:cBhvr>
                                    </p:animEffect>
                                  </p:childTnLst>
                                </p:cTn>
                              </p:par>
                              <p:par>
                                <p:cTn id="56" presetID="10" presetClass="entr" presetSubtype="0" fill="hold" nodeType="withEffect">
                                  <p:stCondLst>
                                    <p:cond delay="0"/>
                                  </p:stCondLst>
                                  <p:childTnLst>
                                    <p:set>
                                      <p:cBhvr>
                                        <p:cTn id="57" dur="1" fill="hold">
                                          <p:stCondLst>
                                            <p:cond delay="0"/>
                                          </p:stCondLst>
                                        </p:cTn>
                                        <p:tgtEl>
                                          <p:spTgt spid="114"/>
                                        </p:tgtEl>
                                        <p:attrNameLst>
                                          <p:attrName>style.visibility</p:attrName>
                                        </p:attrNameLst>
                                      </p:cBhvr>
                                      <p:to>
                                        <p:strVal val="visible"/>
                                      </p:to>
                                    </p:set>
                                    <p:animEffect transition="in" filter="fade">
                                      <p:cBhvr>
                                        <p:cTn id="58" dur="5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P spid="75" grpId="0"/>
      <p:bldP spid="6" grpId="0"/>
      <p:bldP spid="9" grpId="0"/>
      <p:bldP spid="101" grpId="0"/>
      <p:bldP spid="112" grpId="0"/>
      <p:bldP spid="113" grpId="0"/>
      <p:bldP spid="115" grpId="0"/>
    </p:bld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23" name="TextBox 22">
            <a:extLst>
              <a:ext uri="{FF2B5EF4-FFF2-40B4-BE49-F238E27FC236}">
                <a16:creationId xmlns:a16="http://schemas.microsoft.com/office/drawing/2014/main" id="{7309AFDA-0ED4-1383-9759-B87D5648C3B0}"/>
              </a:ext>
            </a:extLst>
          </p:cNvPr>
          <p:cNvSpPr txBox="1"/>
          <p:nvPr/>
        </p:nvSpPr>
        <p:spPr>
          <a:xfrm>
            <a:off x="962445" y="2502870"/>
            <a:ext cx="4098505" cy="769441"/>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Hipótesis</a:t>
            </a:r>
            <a:endParaRPr kumimoji="0" lang="en-GB" sz="1100" b="1" i="0" u="none" strike="noStrike" kern="1200" cap="none" spc="0" normalizeH="0" baseline="0" noProof="0">
              <a:ln>
                <a:noFill/>
              </a:ln>
              <a:solidFill>
                <a:srgbClr val="DF102C"/>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Para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poder</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contrastar</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hipótesis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nula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respecto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especificación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alternativa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necesitamos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seleccionar</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estadística</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(o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estadístico</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y un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crítico</a:t>
            </a: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54591982-F5AD-DB9F-9F89-470ABB30708F}"/>
              </a:ext>
            </a:extLst>
          </p:cNvPr>
          <p:cNvSpPr txBox="1"/>
          <p:nvPr/>
        </p:nvSpPr>
        <p:spPr>
          <a:xfrm>
            <a:off x="962445" y="3425849"/>
            <a:ext cx="3717505" cy="769441"/>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La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elección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del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estadístico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y del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crítico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se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basa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conveniencia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y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en</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el</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deseo</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de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maximizar</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la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potencia</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asociada</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al error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tipo</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II) dado un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nivel</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de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significación</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asociada</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al error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tipo</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I) para la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prueba</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a:t>
            </a:r>
          </a:p>
        </p:txBody>
      </p:sp>
      <p:grpSp>
        <p:nvGrpSpPr>
          <p:cNvPr id="7" name="Group 6">
            <a:extLst>
              <a:ext uri="{FF2B5EF4-FFF2-40B4-BE49-F238E27FC236}">
                <a16:creationId xmlns:a16="http://schemas.microsoft.com/office/drawing/2014/main" id="{DF314437-E0B6-131E-88D8-F8AD863A37A0}"/>
              </a:ext>
            </a:extLst>
          </p:cNvPr>
          <p:cNvGrpSpPr/>
          <p:nvPr/>
        </p:nvGrpSpPr>
        <p:grpSpPr>
          <a:xfrm>
            <a:off x="891589" y="977005"/>
            <a:ext cx="2333526" cy="646331"/>
            <a:chOff x="1217680" y="3449509"/>
            <a:chExt cx="2333526" cy="646331"/>
          </a:xfrm>
        </p:grpSpPr>
        <p:sp>
          <p:nvSpPr>
            <p:cNvPr id="11" name="TextBox 10">
              <a:extLst>
                <a:ext uri="{FF2B5EF4-FFF2-40B4-BE49-F238E27FC236}">
                  <a16:creationId xmlns:a16="http://schemas.microsoft.com/office/drawing/2014/main" id="{975DE16E-DF4D-BC2D-5B08-D8A528509411}"/>
                </a:ext>
              </a:extLst>
            </p:cNvPr>
            <p:cNvSpPr txBox="1"/>
            <p:nvPr/>
          </p:nvSpPr>
          <p:spPr>
            <a:xfrm>
              <a:off x="1811354" y="3555926"/>
              <a:ext cx="1739852" cy="507639"/>
            </a:xfrm>
            <a:prstGeom prst="rect">
              <a:avLst/>
            </a:prstGeom>
            <a:noFill/>
          </p:spPr>
          <p:txBody>
            <a:bodyPr wrap="square">
              <a:spAutoFit/>
            </a:bodyPr>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Diseño</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encuestas</a:t>
              </a:r>
              <a:endParaRPr kumimoji="0" lang="en-GB" sz="1600" b="1" i="0" u="none" strike="noStrike" kern="1200" cap="none" spc="0" normalizeH="0" baseline="0" noProof="0">
                <a:ln>
                  <a:noFill/>
                </a:ln>
                <a:solidFill>
                  <a:srgbClr val="9F2A63"/>
                </a:solidFill>
                <a:effectLst/>
                <a:uLnTx/>
                <a:uFillTx/>
                <a:latin typeface="Corbel" panose="020B0503020204020204" pitchFamily="34" charset="0"/>
                <a:ea typeface="+mn-ea"/>
                <a:cs typeface="+mn-cs"/>
              </a:endParaRPr>
            </a:p>
          </p:txBody>
        </p:sp>
        <p:sp>
          <p:nvSpPr>
            <p:cNvPr id="14" name="TextBox 13">
              <a:extLst>
                <a:ext uri="{FF2B5EF4-FFF2-40B4-BE49-F238E27FC236}">
                  <a16:creationId xmlns:a16="http://schemas.microsoft.com/office/drawing/2014/main" id="{4317F3E3-D182-C884-5F9D-AB405EB72C2E}"/>
                </a:ext>
              </a:extLst>
            </p:cNvPr>
            <p:cNvSpPr txBox="1"/>
            <p:nvPr/>
          </p:nvSpPr>
          <p:spPr>
            <a:xfrm>
              <a:off x="1217680" y="3449509"/>
              <a:ext cx="59367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FF0000"/>
                  </a:solidFill>
                  <a:effectLst/>
                  <a:uLnTx/>
                  <a:uFillTx/>
                  <a:latin typeface="Aptos Black" panose="020B0004020202020204" pitchFamily="34" charset="0"/>
                  <a:ea typeface="+mn-ea"/>
                  <a:cs typeface="+mn-cs"/>
                </a:rPr>
                <a:t>1.</a:t>
              </a:r>
              <a:endParaRPr kumimoji="0" lang="en-GB" sz="3600" b="1" i="0" u="none" strike="noStrike" kern="1200" cap="none" spc="0" normalizeH="0" baseline="0" noProof="0">
                <a:ln>
                  <a:noFill/>
                </a:ln>
                <a:solidFill>
                  <a:srgbClr val="FF0000"/>
                </a:solidFill>
                <a:effectLst/>
                <a:uLnTx/>
                <a:uFillTx/>
                <a:latin typeface="Aptos Black" panose="020B0004020202020204" pitchFamily="34" charset="0"/>
                <a:ea typeface="+mn-ea"/>
                <a:cs typeface="+mn-cs"/>
              </a:endParaRPr>
            </a:p>
          </p:txBody>
        </p:sp>
      </p:grpSp>
      <p:sp>
        <p:nvSpPr>
          <p:cNvPr id="15" name="TextBox 14">
            <a:extLst>
              <a:ext uri="{FF2B5EF4-FFF2-40B4-BE49-F238E27FC236}">
                <a16:creationId xmlns:a16="http://schemas.microsoft.com/office/drawing/2014/main" id="{51F610D0-2230-CBB9-922B-12CEEA3D5F60}"/>
              </a:ext>
            </a:extLst>
          </p:cNvPr>
          <p:cNvSpPr txBox="1"/>
          <p:nvPr/>
        </p:nvSpPr>
        <p:spPr>
          <a:xfrm>
            <a:off x="962445" y="1625291"/>
            <a:ext cx="490579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0000"/>
                </a:solidFill>
                <a:effectLst/>
                <a:uLnTx/>
                <a:uFillTx/>
                <a:latin typeface="Aptos" panose="020B0004020202020204"/>
                <a:ea typeface="+mn-ea"/>
                <a:cs typeface="+mn-cs"/>
              </a:rPr>
              <a:t>La </a:t>
            </a:r>
            <a:r>
              <a:rPr kumimoji="0" lang="en-GB" sz="1200" b="1" i="0" u="none" strike="noStrike" kern="1200" cap="none" spc="0" normalizeH="0" baseline="0" noProof="0" err="1">
                <a:ln>
                  <a:noFill/>
                </a:ln>
                <a:solidFill>
                  <a:srgbClr val="FF0000"/>
                </a:solidFill>
                <a:effectLst/>
                <a:uLnTx/>
                <a:uFillTx/>
                <a:latin typeface="Aptos" panose="020B0004020202020204"/>
                <a:ea typeface="+mn-ea"/>
                <a:cs typeface="+mn-cs"/>
              </a:rPr>
              <a:t>muestra</a:t>
            </a:r>
            <a:r>
              <a:rPr kumimoji="0" lang="en-GB" sz="1200" b="1" i="0" u="none" strike="noStrike" kern="1200" cap="none" spc="0" normalizeH="0" baseline="0" noProof="0">
                <a:ln>
                  <a:noFill/>
                </a:ln>
                <a:solidFill>
                  <a:srgbClr val="FF0000"/>
                </a:solidFill>
                <a:effectLst/>
                <a:uLnTx/>
                <a:uFillTx/>
                <a:latin typeface="Aptos" panose="020B0004020202020204"/>
                <a:ea typeface="+mn-ea"/>
                <a:cs typeface="+mn-cs"/>
              </a:rPr>
              <a:t> y la población</a:t>
            </a:r>
            <a:endParaRPr kumimoji="0" lang="en-GB" sz="1100" b="1" i="0" u="none" strike="noStrike" kern="1200" cap="none" spc="0" normalizeH="0" baseline="0" noProof="0">
              <a:ln>
                <a:noFill/>
              </a:ln>
              <a:solidFill>
                <a:srgbClr val="FF0000"/>
              </a:solidFill>
              <a:effectLst/>
              <a:uLnTx/>
              <a:uFillTx/>
              <a:latin typeface="Aptos" panose="020B0004020202020204"/>
              <a:ea typeface="+mn-ea"/>
              <a:cs typeface="+mn-cs"/>
            </a:endParaRPr>
          </a:p>
        </p:txBody>
      </p:sp>
      <p:sp>
        <p:nvSpPr>
          <p:cNvPr id="16" name="TextBox 15">
            <a:extLst>
              <a:ext uri="{FF2B5EF4-FFF2-40B4-BE49-F238E27FC236}">
                <a16:creationId xmlns:a16="http://schemas.microsoft.com/office/drawing/2014/main" id="{92989DB4-4686-2A21-C6DA-11EDA6AC318F}"/>
              </a:ext>
            </a:extLst>
          </p:cNvPr>
          <p:cNvSpPr txBox="1"/>
          <p:nvPr/>
        </p:nvSpPr>
        <p:spPr>
          <a:xfrm>
            <a:off x="962446" y="1881572"/>
            <a:ext cx="3132183"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Determinación</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del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tamaño</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muestra</a:t>
            </a:r>
            <a:endParaRPr kumimoji="0" lang="en-GB" sz="11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 name="TextBox 16">
            <a:extLst>
              <a:ext uri="{FF2B5EF4-FFF2-40B4-BE49-F238E27FC236}">
                <a16:creationId xmlns:a16="http://schemas.microsoft.com/office/drawing/2014/main" id="{E3013E7C-520B-E284-B335-79FE2C66D95B}"/>
              </a:ext>
            </a:extLst>
          </p:cNvPr>
          <p:cNvSpPr txBox="1"/>
          <p:nvPr/>
        </p:nvSpPr>
        <p:spPr>
          <a:xfrm>
            <a:off x="5263735" y="2695795"/>
            <a:ext cx="5961810" cy="430887"/>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prstClr val="black"/>
                </a:solidFill>
                <a:effectLst/>
                <a:uLnTx/>
                <a:uFillTx/>
                <a:latin typeface="Aptos" panose="020B0004020202020204"/>
                <a:ea typeface="+mn-ea"/>
                <a:cs typeface="+mn-cs"/>
              </a:rPr>
              <a:t>T</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También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definido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como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estadístico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función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muestra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aleatoria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Cuando se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calcula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estadístico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para un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resultado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especifico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este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se define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como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1" u="none" strike="noStrike" kern="1200" cap="none" spc="0" normalizeH="0" baseline="0" noProof="0">
                <a:ln>
                  <a:noFill/>
                </a:ln>
                <a:solidFill>
                  <a:prstClr val="black"/>
                </a:solidFill>
                <a:effectLst/>
                <a:uLnTx/>
                <a:uFillTx/>
                <a:latin typeface="Aptos" panose="020B0004020202020204"/>
                <a:ea typeface="+mn-ea"/>
                <a:cs typeface="+mn-cs"/>
              </a:rPr>
              <a:t>t.</a:t>
            </a:r>
            <a:endParaRPr kumimoji="0" lang="en-GB" sz="1100" b="1" i="1" u="none" strike="noStrike" kern="1200" cap="none" spc="0" normalizeH="0" baseline="0" noProof="0">
              <a:ln>
                <a:noFill/>
              </a:ln>
              <a:solidFill>
                <a:srgbClr val="9F2A63"/>
              </a:solidFill>
              <a:effectLst/>
              <a:uLnTx/>
              <a:uFillTx/>
              <a:latin typeface="Aptos" panose="020B0004020202020204"/>
              <a:ea typeface="+mn-ea"/>
              <a:cs typeface="+mn-cs"/>
            </a:endParaRPr>
          </a:p>
        </p:txBody>
      </p:sp>
      <p:sp>
        <p:nvSpPr>
          <p:cNvPr id="18" name="TextBox 17">
            <a:extLst>
              <a:ext uri="{FF2B5EF4-FFF2-40B4-BE49-F238E27FC236}">
                <a16:creationId xmlns:a16="http://schemas.microsoft.com/office/drawing/2014/main" id="{A05E931E-63F2-7AE4-50D3-9E071DD22606}"/>
              </a:ext>
            </a:extLst>
          </p:cNvPr>
          <p:cNvSpPr txBox="1"/>
          <p:nvPr/>
        </p:nvSpPr>
        <p:spPr>
          <a:xfrm>
            <a:off x="5263735" y="2451046"/>
            <a:ext cx="1454980" cy="304507"/>
          </a:xfrm>
          <a:prstGeom prst="rect">
            <a:avLst/>
          </a:prstGeom>
          <a:noFill/>
        </p:spPr>
        <p:txBody>
          <a:bodyPr wrap="square">
            <a:spAutoFit/>
          </a:bodyPr>
          <a:lstStyle>
            <a:defPPr>
              <a:defRPr lang="en-US"/>
            </a:defPPr>
            <a:lvl1pPr>
              <a:defRPr b="1">
                <a:solidFill>
                  <a:schemeClr val="accent2"/>
                </a:solidFill>
              </a:defRPr>
            </a:lvl1p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Prueba</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estadística</a:t>
            </a:r>
            <a:endParaRPr kumimoji="0" lang="en-GB" sz="1100" b="0" i="0" u="none" strike="noStrike" kern="1200" cap="none" spc="0" normalizeH="0" baseline="0" noProof="0">
              <a:ln>
                <a:noFill/>
              </a:ln>
              <a:solidFill>
                <a:srgbClr val="DF102C"/>
              </a:solidFill>
              <a:effectLst/>
              <a:uLnTx/>
              <a:uFillTx/>
              <a:latin typeface="Aptos" panose="020B0004020202020204"/>
              <a:ea typeface="+mn-ea"/>
              <a:cs typeface="+mn-cs"/>
            </a:endParaRPr>
          </a:p>
        </p:txBody>
      </p:sp>
      <p:sp>
        <p:nvSpPr>
          <p:cNvPr id="21" name="TextBox 20">
            <a:extLst>
              <a:ext uri="{FF2B5EF4-FFF2-40B4-BE49-F238E27FC236}">
                <a16:creationId xmlns:a16="http://schemas.microsoft.com/office/drawing/2014/main" id="{633048E9-BF5F-0F03-5DAB-F91B063740E2}"/>
              </a:ext>
            </a:extLst>
          </p:cNvPr>
          <p:cNvSpPr txBox="1"/>
          <p:nvPr/>
        </p:nvSpPr>
        <p:spPr>
          <a:xfrm>
            <a:off x="5263735" y="3098213"/>
            <a:ext cx="1247354" cy="304507"/>
          </a:xfrm>
          <a:prstGeom prst="rect">
            <a:avLst/>
          </a:prstGeom>
          <a:noFill/>
        </p:spPr>
        <p:txBody>
          <a:bodyPr wrap="square">
            <a:spAutoFit/>
          </a:bodyPr>
          <a:lstStyle>
            <a:defPPr>
              <a:defRPr lang="en-US"/>
            </a:defPPr>
            <a:lvl1pPr>
              <a:defRPr b="1">
                <a:solidFill>
                  <a:schemeClr val="accent2"/>
                </a:solidFill>
              </a:defRPr>
            </a:lvl1p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Valor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crítico</a:t>
            </a:r>
            <a:endParaRPr kumimoji="0" lang="en-GB" sz="1100" b="0" i="0" u="none" strike="noStrike" kern="1200" cap="none" spc="0" normalizeH="0" baseline="0" noProof="0">
              <a:ln>
                <a:noFill/>
              </a:ln>
              <a:solidFill>
                <a:srgbClr val="DF102C"/>
              </a:solidFill>
              <a:effectLst/>
              <a:uLnTx/>
              <a:uFillTx/>
              <a:latin typeface="Aptos" panose="020B0004020202020204"/>
              <a:ea typeface="+mn-ea"/>
              <a:cs typeface="+mn-cs"/>
            </a:endParaRPr>
          </a:p>
        </p:txBody>
      </p:sp>
      <p:sp>
        <p:nvSpPr>
          <p:cNvPr id="22" name="TextBox 21">
            <a:extLst>
              <a:ext uri="{FF2B5EF4-FFF2-40B4-BE49-F238E27FC236}">
                <a16:creationId xmlns:a16="http://schemas.microsoft.com/office/drawing/2014/main" id="{C442BC36-967F-2CF9-0B6B-C2AEA7BC6754}"/>
              </a:ext>
            </a:extLst>
          </p:cNvPr>
          <p:cNvSpPr txBox="1"/>
          <p:nvPr/>
        </p:nvSpPr>
        <p:spPr>
          <a:xfrm>
            <a:off x="5263735" y="3371431"/>
            <a:ext cx="6086055" cy="769441"/>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prstClr val="black"/>
                </a:solidFill>
                <a:effectLst/>
                <a:uLnTx/>
                <a:uFillTx/>
                <a:latin typeface="Aptos" panose="020B0004020202020204"/>
                <a:ea typeface="+mn-ea"/>
                <a:cs typeface="+mn-cs"/>
              </a:rPr>
              <a:t>C</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Dado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identificamos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un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estadístico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posible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definir</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las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reglas</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rechazo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determinan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si</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H0 </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se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rechaza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favor</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H1.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Todas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las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reglas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rechazo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se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basan</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en</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comparación</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del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de un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estadístico</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1" u="none" strike="noStrike" kern="1200" cap="none" spc="0" normalizeH="0" baseline="0" noProof="0">
                <a:ln>
                  <a:noFill/>
                </a:ln>
                <a:solidFill>
                  <a:prstClr val="black"/>
                </a:solidFill>
                <a:effectLst/>
                <a:uLnTx/>
                <a:uFillTx/>
                <a:latin typeface="Aptos" panose="020B0004020202020204"/>
                <a:ea typeface="+mn-ea"/>
                <a:cs typeface="+mn-cs"/>
              </a:rPr>
              <a:t>t</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con un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crítico</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1" u="none" strike="noStrike" kern="1200" cap="none" spc="0" normalizeH="0" baseline="0" noProof="0">
                <a:ln>
                  <a:noFill/>
                </a:ln>
                <a:solidFill>
                  <a:prstClr val="black"/>
                </a:solidFill>
                <a:effectLst/>
                <a:uLnTx/>
                <a:uFillTx/>
                <a:latin typeface="Aptos" panose="020B0004020202020204"/>
                <a:ea typeface="+mn-ea"/>
                <a:cs typeface="+mn-cs"/>
              </a:rPr>
              <a:t>c. </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Los </a:t>
            </a:r>
            <a:r>
              <a:rPr kumimoji="0" lang="en-GB" sz="1100" b="0" i="0" u="none" strike="noStrike" kern="1200" cap="none" spc="0" normalizeH="0" baseline="0" noProof="0" err="1">
                <a:ln>
                  <a:noFill/>
                </a:ln>
                <a:solidFill>
                  <a:srgbClr val="DF102C"/>
                </a:solidFill>
                <a:effectLst/>
                <a:uLnTx/>
                <a:uFillTx/>
                <a:latin typeface="Aptos" panose="020B0004020202020204"/>
                <a:ea typeface="+mn-ea"/>
                <a:cs typeface="+mn-cs"/>
              </a:rPr>
              <a:t>valores</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 de </a:t>
            </a:r>
            <a:r>
              <a:rPr kumimoji="0" lang="en-GB" sz="1100" b="0" i="1" u="none" strike="noStrike" kern="1200" cap="none" spc="0" normalizeH="0" baseline="0" noProof="0">
                <a:ln>
                  <a:noFill/>
                </a:ln>
                <a:solidFill>
                  <a:srgbClr val="DF102C"/>
                </a:solidFill>
                <a:effectLst/>
                <a:uLnTx/>
                <a:uFillTx/>
                <a:latin typeface="Aptos" panose="020B0004020202020204"/>
                <a:ea typeface="+mn-ea"/>
                <a:cs typeface="+mn-cs"/>
              </a:rPr>
              <a:t>t </a:t>
            </a:r>
            <a:r>
              <a:rPr kumimoji="0" lang="en-GB" sz="1100" b="0" i="0" u="none" strike="noStrike" kern="1200" cap="none" spc="0" normalizeH="0" baseline="0" noProof="0" err="1">
                <a:ln>
                  <a:noFill/>
                </a:ln>
                <a:solidFill>
                  <a:srgbClr val="DF102C"/>
                </a:solidFill>
                <a:effectLst/>
                <a:uLnTx/>
                <a:uFillTx/>
                <a:latin typeface="Aptos" panose="020B0004020202020204"/>
                <a:ea typeface="+mn-ea"/>
                <a:cs typeface="+mn-cs"/>
              </a:rPr>
              <a:t>que</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srgbClr val="DF102C"/>
                </a:solidFill>
                <a:effectLst/>
                <a:uLnTx/>
                <a:uFillTx/>
                <a:latin typeface="Aptos" panose="020B0004020202020204"/>
                <a:ea typeface="+mn-ea"/>
                <a:cs typeface="+mn-cs"/>
              </a:rPr>
              <a:t>resultan</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srgbClr val="DF102C"/>
                </a:solidFill>
                <a:effectLst/>
                <a:uLnTx/>
                <a:uFillTx/>
                <a:latin typeface="Aptos" panose="020B0004020202020204"/>
                <a:ea typeface="+mn-ea"/>
                <a:cs typeface="+mn-cs"/>
              </a:rPr>
              <a:t>en</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srgbClr val="DF102C"/>
                </a:solidFill>
                <a:effectLst/>
                <a:uLnTx/>
                <a:uFillTx/>
                <a:latin typeface="Aptos" panose="020B0004020202020204"/>
                <a:ea typeface="+mn-ea"/>
                <a:cs typeface="+mn-cs"/>
              </a:rPr>
              <a:t>el</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srgbClr val="DF102C"/>
                </a:solidFill>
                <a:effectLst/>
                <a:uLnTx/>
                <a:uFillTx/>
                <a:latin typeface="Aptos" panose="020B0004020202020204"/>
                <a:ea typeface="+mn-ea"/>
                <a:cs typeface="+mn-cs"/>
              </a:rPr>
              <a:t>rechazo</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 de la </a:t>
            </a:r>
            <a:r>
              <a:rPr kumimoji="0" lang="en-GB" sz="1100" b="0" i="0" u="none" strike="noStrike" kern="1200" cap="none" spc="0" normalizeH="0" baseline="0" noProof="0" err="1">
                <a:ln>
                  <a:noFill/>
                </a:ln>
                <a:solidFill>
                  <a:srgbClr val="DF102C"/>
                </a:solidFill>
                <a:effectLst/>
                <a:uLnTx/>
                <a:uFillTx/>
                <a:latin typeface="Aptos" panose="020B0004020202020204"/>
                <a:ea typeface="+mn-ea"/>
                <a:cs typeface="+mn-cs"/>
              </a:rPr>
              <a:t>hipótesis</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srgbClr val="DF102C"/>
                </a:solidFill>
                <a:effectLst/>
                <a:uLnTx/>
                <a:uFillTx/>
                <a:latin typeface="Aptos" panose="020B0004020202020204"/>
                <a:ea typeface="+mn-ea"/>
                <a:cs typeface="+mn-cs"/>
              </a:rPr>
              <a:t>nula</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 se </a:t>
            </a:r>
            <a:r>
              <a:rPr kumimoji="0" lang="en-GB" sz="1100" b="0" i="0" u="none" strike="noStrike" kern="1200" cap="none" spc="0" normalizeH="0" baseline="0" noProof="0" err="1">
                <a:ln>
                  <a:noFill/>
                </a:ln>
                <a:solidFill>
                  <a:srgbClr val="DF102C"/>
                </a:solidFill>
                <a:effectLst/>
                <a:uLnTx/>
                <a:uFillTx/>
                <a:latin typeface="Aptos" panose="020B0004020202020204"/>
                <a:ea typeface="+mn-ea"/>
                <a:cs typeface="+mn-cs"/>
              </a:rPr>
              <a:t>conocen</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srgbClr val="DF102C"/>
                </a:solidFill>
                <a:effectLst/>
                <a:uLnTx/>
                <a:uFillTx/>
                <a:latin typeface="Aptos" panose="020B0004020202020204"/>
                <a:ea typeface="+mn-ea"/>
                <a:cs typeface="+mn-cs"/>
              </a:rPr>
              <a:t>como</a:t>
            </a:r>
            <a:r>
              <a:rPr kumimoji="0" lang="en-GB" sz="1100" b="0" i="0" u="none" strike="noStrike" kern="1200" cap="none" spc="0" normalizeH="0" baseline="0" noProof="0">
                <a:ln>
                  <a:noFill/>
                </a:ln>
                <a:solidFill>
                  <a:srgbClr val="DF102C"/>
                </a:solidFill>
                <a:effectLst/>
                <a:uLnTx/>
                <a:uFillTx/>
                <a:latin typeface="Aptos" panose="020B0004020202020204"/>
                <a:ea typeface="+mn-ea"/>
                <a:cs typeface="+mn-cs"/>
              </a:rPr>
              <a:t> </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la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región</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 de </a:t>
            </a:r>
            <a:r>
              <a:rPr kumimoji="0" lang="en-GB" sz="1100" b="1" i="0" u="none" strike="noStrike" kern="1200" cap="none" spc="0" normalizeH="0" baseline="0" noProof="0" err="1">
                <a:ln>
                  <a:noFill/>
                </a:ln>
                <a:solidFill>
                  <a:srgbClr val="DF102C"/>
                </a:solidFill>
                <a:effectLst/>
                <a:uLnTx/>
                <a:uFillTx/>
                <a:latin typeface="Aptos" panose="020B0004020202020204"/>
                <a:ea typeface="+mn-ea"/>
                <a:cs typeface="+mn-cs"/>
              </a:rPr>
              <a:t>rechazo</a:t>
            </a:r>
            <a:r>
              <a:rPr kumimoji="0" lang="en-GB" sz="1100" b="1" i="0" u="none" strike="noStrike" kern="1200" cap="none" spc="0" normalizeH="0" baseline="0" noProof="0">
                <a:ln>
                  <a:noFill/>
                </a:ln>
                <a:solidFill>
                  <a:srgbClr val="DF102C"/>
                </a:solidFill>
                <a:effectLst/>
                <a:uLnTx/>
                <a:uFillTx/>
                <a:latin typeface="Aptos" panose="020B0004020202020204"/>
                <a:ea typeface="+mn-ea"/>
                <a:cs typeface="+mn-cs"/>
              </a:rPr>
              <a:t>.</a:t>
            </a:r>
            <a:endParaRPr kumimoji="0" lang="en-GB" sz="1100" b="0" i="1" u="none" strike="noStrike" kern="1200" cap="none" spc="0" normalizeH="0" baseline="0" noProof="0">
              <a:ln>
                <a:noFill/>
              </a:ln>
              <a:solidFill>
                <a:srgbClr val="DF102C"/>
              </a:solidFill>
              <a:effectLst/>
              <a:uLnTx/>
              <a:uFillTx/>
              <a:latin typeface="Aptos" panose="020B0004020202020204"/>
              <a:ea typeface="+mn-ea"/>
              <a:cs typeface="+mn-cs"/>
            </a:endParaRPr>
          </a:p>
        </p:txBody>
      </p:sp>
      <p:sp>
        <p:nvSpPr>
          <p:cNvPr id="24" name="TextBox 23">
            <a:extLst>
              <a:ext uri="{FF2B5EF4-FFF2-40B4-BE49-F238E27FC236}">
                <a16:creationId xmlns:a16="http://schemas.microsoft.com/office/drawing/2014/main" id="{0D3C0039-B3DB-AB7F-0EF2-20AFF4CCFE2D}"/>
              </a:ext>
            </a:extLst>
          </p:cNvPr>
          <p:cNvSpPr txBox="1"/>
          <p:nvPr/>
        </p:nvSpPr>
        <p:spPr>
          <a:xfrm>
            <a:off x="954068" y="2125837"/>
            <a:ext cx="5037157"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GB" sz="1050" b="0" i="0" u="none" strike="noStrike" kern="1200" cap="none" spc="0" normalizeH="0" baseline="0" noProof="0">
                <a:ln>
                  <a:noFill/>
                </a:ln>
                <a:solidFill>
                  <a:srgbClr val="FF0000"/>
                </a:solidFill>
                <a:effectLst/>
                <a:uLnTx/>
                <a:uFillTx/>
                <a:latin typeface="Aptos" panose="020B0004020202020204"/>
                <a:ea typeface="+mn-ea"/>
                <a:cs typeface="+mn-cs"/>
              </a:rPr>
              <a:t>¿</a:t>
            </a:r>
            <a:r>
              <a:rPr kumimoji="0" lang="en-GB" sz="1050" b="0" i="0" u="none" strike="noStrike" kern="1200" cap="none" spc="0" normalizeH="0" baseline="0" noProof="0" err="1">
                <a:ln>
                  <a:noFill/>
                </a:ln>
                <a:solidFill>
                  <a:srgbClr val="FF0000"/>
                </a:solidFill>
                <a:effectLst/>
                <a:uLnTx/>
                <a:uFillTx/>
                <a:latin typeface="Aptos" panose="020B0004020202020204"/>
                <a:ea typeface="+mn-ea"/>
                <a:cs typeface="+mn-cs"/>
              </a:rPr>
              <a:t>Qué</a:t>
            </a:r>
            <a:r>
              <a:rPr kumimoji="0" lang="en-GB" sz="1050" b="0" i="0" u="none" strike="noStrike" kern="1200" cap="none" spc="0" normalizeH="0" baseline="0" noProof="0">
                <a:ln>
                  <a:noFill/>
                </a:ln>
                <a:solidFill>
                  <a:srgbClr val="FF0000"/>
                </a:solidFill>
                <a:effectLst/>
                <a:uLnTx/>
                <a:uFillTx/>
                <a:latin typeface="Aptos" panose="020B0004020202020204"/>
                <a:ea typeface="+mn-ea"/>
                <a:cs typeface="+mn-cs"/>
              </a:rPr>
              <a:t> </a:t>
            </a:r>
            <a:r>
              <a:rPr kumimoji="0" lang="en-GB" sz="1050" b="1" i="0" u="none" strike="noStrike" kern="1200" cap="none" spc="0" normalizeH="0" baseline="0" noProof="0" err="1">
                <a:ln>
                  <a:noFill/>
                </a:ln>
                <a:solidFill>
                  <a:srgbClr val="FF0000"/>
                </a:solidFill>
                <a:effectLst/>
                <a:uLnTx/>
                <a:uFillTx/>
                <a:latin typeface="Aptos" panose="020B0004020202020204"/>
                <a:ea typeface="+mn-ea"/>
                <a:cs typeface="+mn-cs"/>
              </a:rPr>
              <a:t>pruebas</a:t>
            </a:r>
            <a:r>
              <a:rPr kumimoji="0" lang="en-GB" sz="1050" b="0" i="0" u="none" strike="noStrike" kern="1200" cap="none" spc="0" normalizeH="0" baseline="0" noProof="0">
                <a:ln>
                  <a:noFill/>
                </a:ln>
                <a:solidFill>
                  <a:srgbClr val="FF0000"/>
                </a:solidFill>
                <a:effectLst/>
                <a:uLnTx/>
                <a:uFillTx/>
                <a:latin typeface="Aptos" panose="020B0004020202020204"/>
                <a:ea typeface="+mn-ea"/>
                <a:cs typeface="+mn-cs"/>
              </a:rPr>
              <a:t> </a:t>
            </a:r>
            <a:r>
              <a:rPr kumimoji="0" lang="en-GB" sz="1050" b="1" i="0" u="none" strike="noStrike" kern="1200" cap="none" spc="0" normalizeH="0" baseline="0" noProof="0" err="1">
                <a:ln>
                  <a:noFill/>
                </a:ln>
                <a:solidFill>
                  <a:srgbClr val="FF0000"/>
                </a:solidFill>
                <a:effectLst/>
                <a:uLnTx/>
                <a:uFillTx/>
                <a:latin typeface="Aptos" panose="020B0004020202020204"/>
                <a:ea typeface="+mn-ea"/>
                <a:cs typeface="+mn-cs"/>
              </a:rPr>
              <a:t>estadísticas</a:t>
            </a:r>
            <a:r>
              <a:rPr kumimoji="0" lang="en-GB" sz="1050" b="1" i="0" u="none" strike="noStrike" kern="1200" cap="none" spc="0" normalizeH="0" baseline="0" noProof="0">
                <a:ln>
                  <a:noFill/>
                </a:ln>
                <a:solidFill>
                  <a:srgbClr val="FF0000"/>
                </a:solidFill>
                <a:effectLst/>
                <a:uLnTx/>
                <a:uFillTx/>
                <a:latin typeface="Aptos" panose="020B0004020202020204"/>
                <a:ea typeface="+mn-ea"/>
                <a:cs typeface="+mn-cs"/>
              </a:rPr>
              <a:t> </a:t>
            </a:r>
            <a:r>
              <a:rPr kumimoji="0" lang="en-GB" sz="1050" b="0" i="0" u="none" strike="noStrike" kern="1200" cap="none" spc="0" normalizeH="0" baseline="0" noProof="0">
                <a:ln>
                  <a:noFill/>
                </a:ln>
                <a:solidFill>
                  <a:srgbClr val="FF0000"/>
                </a:solidFill>
                <a:effectLst/>
                <a:uLnTx/>
                <a:uFillTx/>
                <a:latin typeface="Aptos" panose="020B0004020202020204"/>
                <a:ea typeface="+mn-ea"/>
                <a:cs typeface="+mn-cs"/>
              </a:rPr>
              <a:t>se </a:t>
            </a:r>
            <a:r>
              <a:rPr kumimoji="0" lang="en-GB" sz="1050" b="0" i="0" u="none" strike="noStrike" kern="1200" cap="none" spc="0" normalizeH="0" baseline="0" noProof="0" err="1">
                <a:ln>
                  <a:noFill/>
                </a:ln>
                <a:solidFill>
                  <a:srgbClr val="FF0000"/>
                </a:solidFill>
                <a:effectLst/>
                <a:uLnTx/>
                <a:uFillTx/>
                <a:latin typeface="Aptos" panose="020B0004020202020204"/>
                <a:ea typeface="+mn-ea"/>
                <a:cs typeface="+mn-cs"/>
              </a:rPr>
              <a:t>deben</a:t>
            </a:r>
            <a:r>
              <a:rPr kumimoji="0" lang="en-GB" sz="1050" b="0" i="0" u="none" strike="noStrike" kern="1200" cap="none" spc="0" normalizeH="0" baseline="0" noProof="0">
                <a:ln>
                  <a:noFill/>
                </a:ln>
                <a:solidFill>
                  <a:srgbClr val="FF0000"/>
                </a:solidFill>
                <a:effectLst/>
                <a:uLnTx/>
                <a:uFillTx/>
                <a:latin typeface="Aptos" panose="020B0004020202020204"/>
                <a:ea typeface="+mn-ea"/>
                <a:cs typeface="+mn-cs"/>
              </a:rPr>
              <a:t> </a:t>
            </a:r>
            <a:r>
              <a:rPr kumimoji="0" lang="en-GB" sz="1050" b="0" i="0" u="none" strike="noStrike" kern="1200" cap="none" spc="0" normalizeH="0" baseline="0" noProof="0" err="1">
                <a:ln>
                  <a:noFill/>
                </a:ln>
                <a:solidFill>
                  <a:srgbClr val="FF0000"/>
                </a:solidFill>
                <a:effectLst/>
                <a:uLnTx/>
                <a:uFillTx/>
                <a:latin typeface="Aptos" panose="020B0004020202020204"/>
                <a:ea typeface="+mn-ea"/>
                <a:cs typeface="+mn-cs"/>
              </a:rPr>
              <a:t>utilizar</a:t>
            </a:r>
            <a:r>
              <a:rPr kumimoji="0" lang="en-GB" sz="1050" b="0" i="0" u="none" strike="noStrike" kern="1200" cap="none" spc="0" normalizeH="0" baseline="0" noProof="0">
                <a:ln>
                  <a:noFill/>
                </a:ln>
                <a:solidFill>
                  <a:srgbClr val="FF0000"/>
                </a:solidFill>
                <a:effectLst/>
                <a:uLnTx/>
                <a:uFillTx/>
                <a:latin typeface="Aptos" panose="020B0004020202020204"/>
                <a:ea typeface="+mn-ea"/>
                <a:cs typeface="+mn-cs"/>
              </a:rPr>
              <a:t>?</a:t>
            </a:r>
          </a:p>
        </p:txBody>
      </p:sp>
      <p:sp>
        <p:nvSpPr>
          <p:cNvPr id="25" name="Rectangle: Rounded Corners 24">
            <a:extLst>
              <a:ext uri="{FF2B5EF4-FFF2-40B4-BE49-F238E27FC236}">
                <a16:creationId xmlns:a16="http://schemas.microsoft.com/office/drawing/2014/main" id="{C17ADFE7-7F6A-FB03-4A83-2F8DD39DBA9A}"/>
              </a:ext>
            </a:extLst>
          </p:cNvPr>
          <p:cNvSpPr/>
          <p:nvPr/>
        </p:nvSpPr>
        <p:spPr>
          <a:xfrm>
            <a:off x="5388575" y="5120480"/>
            <a:ext cx="4670197" cy="790435"/>
          </a:xfrm>
          <a:prstGeom prst="roundRect">
            <a:avLst/>
          </a:prstGeom>
          <a:solidFill>
            <a:schemeClr val="accent2">
              <a:lumMod val="20000"/>
              <a:lumOff val="80000"/>
            </a:schemeClr>
          </a:solidFill>
          <a:ln>
            <a:noFill/>
          </a:ln>
          <a:effectLst>
            <a:outerShdw blurRad="50800" dist="38100" dir="5400000" algn="t"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srgbClr val="65156E">
                  <a:lumMod val="50000"/>
                </a:srgbClr>
              </a:solidFill>
              <a:effectLst/>
              <a:uLnTx/>
              <a:uFillTx/>
              <a:latin typeface="Aptos" panose="020B0004020202020204"/>
              <a:ea typeface="+mn-ea"/>
              <a:cs typeface="+mn-cs"/>
            </a:endParaRPr>
          </a:p>
        </p:txBody>
      </p:sp>
      <p:sp>
        <p:nvSpPr>
          <p:cNvPr id="26" name="Oval 25">
            <a:extLst>
              <a:ext uri="{FF2B5EF4-FFF2-40B4-BE49-F238E27FC236}">
                <a16:creationId xmlns:a16="http://schemas.microsoft.com/office/drawing/2014/main" id="{DF4DF695-8C92-4645-7E34-7D6757C53545}"/>
              </a:ext>
            </a:extLst>
          </p:cNvPr>
          <p:cNvSpPr/>
          <p:nvPr/>
        </p:nvSpPr>
        <p:spPr>
          <a:xfrm>
            <a:off x="1053321" y="4475727"/>
            <a:ext cx="453397" cy="4517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solidFill>
                <a:effectLst/>
                <a:uLnTx/>
                <a:uFillTx/>
                <a:latin typeface="Aptos Black" panose="020B0004020202020204" pitchFamily="34" charset="0"/>
                <a:ea typeface="+mn-ea"/>
                <a:cs typeface="+mn-cs"/>
              </a:rPr>
              <a:t>a</a:t>
            </a:r>
          </a:p>
        </p:txBody>
      </p:sp>
      <p:sp>
        <p:nvSpPr>
          <p:cNvPr id="27" name="TextBox 26">
            <a:extLst>
              <a:ext uri="{FF2B5EF4-FFF2-40B4-BE49-F238E27FC236}">
                <a16:creationId xmlns:a16="http://schemas.microsoft.com/office/drawing/2014/main" id="{8264589E-09BF-5F22-288F-97D2D8AF0AF9}"/>
              </a:ext>
            </a:extLst>
          </p:cNvPr>
          <p:cNvSpPr txBox="1"/>
          <p:nvPr/>
        </p:nvSpPr>
        <p:spPr>
          <a:xfrm>
            <a:off x="1506716" y="4450128"/>
            <a:ext cx="2219324" cy="425758"/>
          </a:xfrm>
          <a:prstGeom prst="rect">
            <a:avLst/>
          </a:prstGeom>
          <a:noFill/>
        </p:spPr>
        <p:txBody>
          <a:bodyPr wrap="square">
            <a:spAutoFit/>
          </a:bodyPr>
          <a:lstStyle>
            <a:defPPr>
              <a:defRPr lang="en-US"/>
            </a:defPPr>
            <a:lvl1pPr>
              <a:defRPr b="1">
                <a:solidFill>
                  <a:schemeClr val="accent2"/>
                </a:solidFill>
              </a:defRPr>
            </a:lvl1pPr>
          </a:lstStyle>
          <a:p>
            <a:pPr marL="0" marR="0" lvl="0" indent="0" algn="l" defTabSz="914400" rtl="0" eaLnBrk="1" fontAlgn="auto" latinLnBrk="0" hangingPunct="1">
              <a:lnSpc>
                <a:spcPts val="1300"/>
              </a:lnSpc>
              <a:spcBef>
                <a:spcPts val="0"/>
              </a:spcBef>
              <a:spcAft>
                <a:spcPts val="0"/>
              </a:spcAft>
              <a:buClrTx/>
              <a:buSzTx/>
              <a:buFontTx/>
              <a:buNone/>
              <a:tabLst/>
              <a:defRPr/>
            </a:pP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Definición</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del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significancia</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(Alpha)</a:t>
            </a:r>
          </a:p>
        </p:txBody>
      </p:sp>
      <p:sp>
        <p:nvSpPr>
          <p:cNvPr id="28" name="Oval 27">
            <a:extLst>
              <a:ext uri="{FF2B5EF4-FFF2-40B4-BE49-F238E27FC236}">
                <a16:creationId xmlns:a16="http://schemas.microsoft.com/office/drawing/2014/main" id="{47939809-76A5-1207-33C4-BA1E588BD03A}"/>
              </a:ext>
            </a:extLst>
          </p:cNvPr>
          <p:cNvSpPr/>
          <p:nvPr/>
        </p:nvSpPr>
        <p:spPr>
          <a:xfrm>
            <a:off x="4962716" y="4440406"/>
            <a:ext cx="453397" cy="4517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solidFill>
                <a:effectLst/>
                <a:uLnTx/>
                <a:uFillTx/>
                <a:latin typeface="Aptos Black" panose="020B0004020202020204" pitchFamily="34" charset="0"/>
                <a:ea typeface="+mn-ea"/>
                <a:cs typeface="+mn-cs"/>
              </a:rPr>
              <a:t>b</a:t>
            </a:r>
          </a:p>
        </p:txBody>
      </p:sp>
      <p:sp>
        <p:nvSpPr>
          <p:cNvPr id="29" name="TextBox 28">
            <a:extLst>
              <a:ext uri="{FF2B5EF4-FFF2-40B4-BE49-F238E27FC236}">
                <a16:creationId xmlns:a16="http://schemas.microsoft.com/office/drawing/2014/main" id="{240EB778-D99C-C151-58A7-83DC4B71CF87}"/>
              </a:ext>
            </a:extLst>
          </p:cNvPr>
          <p:cNvSpPr txBox="1"/>
          <p:nvPr/>
        </p:nvSpPr>
        <p:spPr>
          <a:xfrm>
            <a:off x="5416111" y="4414807"/>
            <a:ext cx="3470738" cy="600164"/>
          </a:xfrm>
          <a:prstGeom prst="rect">
            <a:avLst/>
          </a:prstGeom>
          <a:noFill/>
        </p:spPr>
        <p:txBody>
          <a:bodyPr wrap="square">
            <a:spAutoFit/>
          </a:bodyPr>
          <a:lstStyle>
            <a:defPPr>
              <a:defRPr lang="en-US"/>
            </a:defPPr>
            <a:lvl1pPr>
              <a:defRPr b="1">
                <a:solidFill>
                  <a:schemeClr val="accent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Dado Alpha,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critico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C se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determina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partir</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la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distribución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1" i="1" u="none" strike="noStrike" kern="1200" cap="none" spc="0" normalizeH="0" baseline="0" noProof="0">
                <a:ln>
                  <a:noFill/>
                </a:ln>
                <a:solidFill>
                  <a:prstClr val="black"/>
                </a:solidFill>
                <a:effectLst/>
                <a:uLnTx/>
                <a:uFillTx/>
                <a:latin typeface="Aptos" panose="020B0004020202020204"/>
                <a:ea typeface="+mn-ea"/>
                <a:cs typeface="+mn-cs"/>
              </a:rPr>
              <a:t>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asumiendo</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H0 es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verdadera</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a:t>
            </a:r>
            <a:endParaRPr kumimoji="0" lang="en-GB" sz="1100" b="1" i="1"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30" name="Group 29">
            <a:extLst>
              <a:ext uri="{FF2B5EF4-FFF2-40B4-BE49-F238E27FC236}">
                <a16:creationId xmlns:a16="http://schemas.microsoft.com/office/drawing/2014/main" id="{20153781-80E4-4E27-31A7-BF8BA89C8136}"/>
              </a:ext>
            </a:extLst>
          </p:cNvPr>
          <p:cNvGrpSpPr>
            <a:grpSpLocks noChangeAspect="1"/>
          </p:cNvGrpSpPr>
          <p:nvPr>
            <p:custDataLst>
              <p:tags r:id="rId1"/>
            </p:custDataLst>
          </p:nvPr>
        </p:nvGrpSpPr>
        <p:grpSpPr>
          <a:xfrm>
            <a:off x="5628511" y="5263989"/>
            <a:ext cx="632068" cy="113675"/>
            <a:chOff x="7413122" y="5906380"/>
            <a:chExt cx="1138427" cy="204742"/>
          </a:xfrm>
        </p:grpSpPr>
        <p:sp>
          <p:nvSpPr>
            <p:cNvPr id="31" name="Freeform: Shape 30">
              <a:extLst>
                <a:ext uri="{FF2B5EF4-FFF2-40B4-BE49-F238E27FC236}">
                  <a16:creationId xmlns:a16="http://schemas.microsoft.com/office/drawing/2014/main" id="{9040B6DD-971E-87FB-B1CD-672922F93220}"/>
                </a:ext>
              </a:extLst>
            </p:cNvPr>
            <p:cNvSpPr/>
            <p:nvPr>
              <p:custDataLst>
                <p:tags r:id="rId15"/>
              </p:custDataLst>
            </p:nvPr>
          </p:nvSpPr>
          <p:spPr>
            <a:xfrm>
              <a:off x="7413122" y="5906380"/>
              <a:ext cx="192720" cy="155550"/>
            </a:xfrm>
            <a:custGeom>
              <a:avLst/>
              <a:gdLst>
                <a:gd name="connsiteX0" fmla="*/ 165789 w 192720"/>
                <a:gd name="connsiteY0" fmla="*/ 17599 h 155550"/>
                <a:gd name="connsiteX1" fmla="*/ 185016 w 192720"/>
                <a:gd name="connsiteY1" fmla="*/ 7123 h 155550"/>
                <a:gd name="connsiteX2" fmla="*/ 192798 w 192720"/>
                <a:gd name="connsiteY2" fmla="*/ 2568 h 155550"/>
                <a:gd name="connsiteX3" fmla="*/ 189593 w 192720"/>
                <a:gd name="connsiteY3" fmla="*/ 63 h 155550"/>
                <a:gd name="connsiteX4" fmla="*/ 160296 w 192720"/>
                <a:gd name="connsiteY4" fmla="*/ 746 h 155550"/>
                <a:gd name="connsiteX5" fmla="*/ 130770 w 192720"/>
                <a:gd name="connsiteY5" fmla="*/ 63 h 155550"/>
                <a:gd name="connsiteX6" fmla="*/ 126421 w 192720"/>
                <a:gd name="connsiteY6" fmla="*/ 4618 h 155550"/>
                <a:gd name="connsiteX7" fmla="*/ 132830 w 192720"/>
                <a:gd name="connsiteY7" fmla="*/ 7123 h 155550"/>
                <a:gd name="connsiteX8" fmla="*/ 141527 w 192720"/>
                <a:gd name="connsiteY8" fmla="*/ 7578 h 155550"/>
                <a:gd name="connsiteX9" fmla="*/ 147707 w 192720"/>
                <a:gd name="connsiteY9" fmla="*/ 11222 h 155550"/>
                <a:gd name="connsiteX10" fmla="*/ 146792 w 192720"/>
                <a:gd name="connsiteY10" fmla="*/ 15549 h 155550"/>
                <a:gd name="connsiteX11" fmla="*/ 133059 w 192720"/>
                <a:gd name="connsiteY11" fmla="*/ 71120 h 155550"/>
                <a:gd name="connsiteX12" fmla="*/ 63249 w 192720"/>
                <a:gd name="connsiteY12" fmla="*/ 71120 h 155550"/>
                <a:gd name="connsiteX13" fmla="*/ 76753 w 192720"/>
                <a:gd name="connsiteY13" fmla="*/ 17599 h 155550"/>
                <a:gd name="connsiteX14" fmla="*/ 95979 w 192720"/>
                <a:gd name="connsiteY14" fmla="*/ 7123 h 155550"/>
                <a:gd name="connsiteX15" fmla="*/ 103761 w 192720"/>
                <a:gd name="connsiteY15" fmla="*/ 2568 h 155550"/>
                <a:gd name="connsiteX16" fmla="*/ 100557 w 192720"/>
                <a:gd name="connsiteY16" fmla="*/ 63 h 155550"/>
                <a:gd name="connsiteX17" fmla="*/ 71260 w 192720"/>
                <a:gd name="connsiteY17" fmla="*/ 746 h 155550"/>
                <a:gd name="connsiteX18" fmla="*/ 41734 w 192720"/>
                <a:gd name="connsiteY18" fmla="*/ 63 h 155550"/>
                <a:gd name="connsiteX19" fmla="*/ 37385 w 192720"/>
                <a:gd name="connsiteY19" fmla="*/ 4618 h 155550"/>
                <a:gd name="connsiteX20" fmla="*/ 43794 w 192720"/>
                <a:gd name="connsiteY20" fmla="*/ 7123 h 155550"/>
                <a:gd name="connsiteX21" fmla="*/ 52491 w 192720"/>
                <a:gd name="connsiteY21" fmla="*/ 7578 h 155550"/>
                <a:gd name="connsiteX22" fmla="*/ 58671 w 192720"/>
                <a:gd name="connsiteY22" fmla="*/ 11222 h 155550"/>
                <a:gd name="connsiteX23" fmla="*/ 57756 w 192720"/>
                <a:gd name="connsiteY23" fmla="*/ 15549 h 155550"/>
                <a:gd name="connsiteX24" fmla="*/ 27085 w 192720"/>
                <a:gd name="connsiteY24" fmla="*/ 137849 h 155550"/>
                <a:gd name="connsiteX25" fmla="*/ 6257 w 192720"/>
                <a:gd name="connsiteY25" fmla="*/ 148553 h 155550"/>
                <a:gd name="connsiteX26" fmla="*/ 77 w 192720"/>
                <a:gd name="connsiteY26" fmla="*/ 153108 h 155550"/>
                <a:gd name="connsiteX27" fmla="*/ 3281 w 192720"/>
                <a:gd name="connsiteY27" fmla="*/ 155613 h 155550"/>
                <a:gd name="connsiteX28" fmla="*/ 32349 w 192720"/>
                <a:gd name="connsiteY28" fmla="*/ 154930 h 155550"/>
                <a:gd name="connsiteX29" fmla="*/ 46998 w 192720"/>
                <a:gd name="connsiteY29" fmla="*/ 155158 h 155550"/>
                <a:gd name="connsiteX30" fmla="*/ 61876 w 192720"/>
                <a:gd name="connsiteY30" fmla="*/ 155613 h 155550"/>
                <a:gd name="connsiteX31" fmla="*/ 66453 w 192720"/>
                <a:gd name="connsiteY31" fmla="*/ 151058 h 155550"/>
                <a:gd name="connsiteX32" fmla="*/ 60045 w 192720"/>
                <a:gd name="connsiteY32" fmla="*/ 148553 h 155550"/>
                <a:gd name="connsiteX33" fmla="*/ 45167 w 192720"/>
                <a:gd name="connsiteY33" fmla="*/ 144454 h 155550"/>
                <a:gd name="connsiteX34" fmla="*/ 45854 w 192720"/>
                <a:gd name="connsiteY34" fmla="*/ 140582 h 155550"/>
                <a:gd name="connsiteX35" fmla="*/ 61418 w 192720"/>
                <a:gd name="connsiteY35" fmla="*/ 78180 h 155550"/>
                <a:gd name="connsiteX36" fmla="*/ 131228 w 192720"/>
                <a:gd name="connsiteY36" fmla="*/ 78180 h 155550"/>
                <a:gd name="connsiteX37" fmla="*/ 115435 w 192720"/>
                <a:gd name="connsiteY37" fmla="*/ 141038 h 155550"/>
                <a:gd name="connsiteX38" fmla="*/ 94606 w 192720"/>
                <a:gd name="connsiteY38" fmla="*/ 148553 h 155550"/>
                <a:gd name="connsiteX39" fmla="*/ 89113 w 192720"/>
                <a:gd name="connsiteY39" fmla="*/ 153108 h 155550"/>
                <a:gd name="connsiteX40" fmla="*/ 92317 w 192720"/>
                <a:gd name="connsiteY40" fmla="*/ 155613 h 155550"/>
                <a:gd name="connsiteX41" fmla="*/ 121386 w 192720"/>
                <a:gd name="connsiteY41" fmla="*/ 154930 h 155550"/>
                <a:gd name="connsiteX42" fmla="*/ 136034 w 192720"/>
                <a:gd name="connsiteY42" fmla="*/ 155158 h 155550"/>
                <a:gd name="connsiteX43" fmla="*/ 150912 w 192720"/>
                <a:gd name="connsiteY43" fmla="*/ 155613 h 155550"/>
                <a:gd name="connsiteX44" fmla="*/ 155489 w 192720"/>
                <a:gd name="connsiteY44" fmla="*/ 151058 h 155550"/>
                <a:gd name="connsiteX45" fmla="*/ 149081 w 192720"/>
                <a:gd name="connsiteY45" fmla="*/ 148553 h 155550"/>
                <a:gd name="connsiteX46" fmla="*/ 134203 w 192720"/>
                <a:gd name="connsiteY46" fmla="*/ 144454 h 155550"/>
                <a:gd name="connsiteX47" fmla="*/ 134890 w 192720"/>
                <a:gd name="connsiteY47" fmla="*/ 140582 h 155550"/>
                <a:gd name="connsiteX48" fmla="*/ 165789 w 192720"/>
                <a:gd name="connsiteY48" fmla="*/ 17599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2720" h="155550">
                  <a:moveTo>
                    <a:pt x="165789" y="17599"/>
                  </a:moveTo>
                  <a:cubicBezTo>
                    <a:pt x="167849" y="9400"/>
                    <a:pt x="168307" y="7123"/>
                    <a:pt x="185016" y="7123"/>
                  </a:cubicBezTo>
                  <a:cubicBezTo>
                    <a:pt x="190967" y="7123"/>
                    <a:pt x="192798" y="7123"/>
                    <a:pt x="192798" y="2568"/>
                  </a:cubicBezTo>
                  <a:cubicBezTo>
                    <a:pt x="192798" y="63"/>
                    <a:pt x="190280" y="63"/>
                    <a:pt x="189593" y="63"/>
                  </a:cubicBezTo>
                  <a:cubicBezTo>
                    <a:pt x="183184" y="63"/>
                    <a:pt x="166705" y="746"/>
                    <a:pt x="160296" y="746"/>
                  </a:cubicBezTo>
                  <a:cubicBezTo>
                    <a:pt x="153658" y="746"/>
                    <a:pt x="137408" y="63"/>
                    <a:pt x="130770" y="63"/>
                  </a:cubicBezTo>
                  <a:cubicBezTo>
                    <a:pt x="128939" y="63"/>
                    <a:pt x="126421" y="63"/>
                    <a:pt x="126421" y="4618"/>
                  </a:cubicBezTo>
                  <a:cubicBezTo>
                    <a:pt x="126421" y="7123"/>
                    <a:pt x="128481" y="7123"/>
                    <a:pt x="132830" y="7123"/>
                  </a:cubicBezTo>
                  <a:cubicBezTo>
                    <a:pt x="133288" y="7123"/>
                    <a:pt x="137636" y="7123"/>
                    <a:pt x="141527" y="7578"/>
                  </a:cubicBezTo>
                  <a:cubicBezTo>
                    <a:pt x="145647" y="8034"/>
                    <a:pt x="147707" y="8262"/>
                    <a:pt x="147707" y="11222"/>
                  </a:cubicBezTo>
                  <a:cubicBezTo>
                    <a:pt x="147707" y="12133"/>
                    <a:pt x="147478" y="12589"/>
                    <a:pt x="146792" y="15549"/>
                  </a:cubicBezTo>
                  <a:lnTo>
                    <a:pt x="133059" y="71120"/>
                  </a:lnTo>
                  <a:lnTo>
                    <a:pt x="63249" y="71120"/>
                  </a:lnTo>
                  <a:lnTo>
                    <a:pt x="76753" y="17599"/>
                  </a:lnTo>
                  <a:cubicBezTo>
                    <a:pt x="78813" y="9400"/>
                    <a:pt x="79500" y="7123"/>
                    <a:pt x="95979" y="7123"/>
                  </a:cubicBezTo>
                  <a:cubicBezTo>
                    <a:pt x="101930" y="7123"/>
                    <a:pt x="103761" y="7123"/>
                    <a:pt x="103761" y="2568"/>
                  </a:cubicBezTo>
                  <a:cubicBezTo>
                    <a:pt x="103761" y="63"/>
                    <a:pt x="101244" y="63"/>
                    <a:pt x="100557" y="63"/>
                  </a:cubicBezTo>
                  <a:cubicBezTo>
                    <a:pt x="94148" y="63"/>
                    <a:pt x="77669" y="746"/>
                    <a:pt x="71260" y="746"/>
                  </a:cubicBezTo>
                  <a:cubicBezTo>
                    <a:pt x="64622" y="746"/>
                    <a:pt x="48371" y="63"/>
                    <a:pt x="41734" y="63"/>
                  </a:cubicBezTo>
                  <a:cubicBezTo>
                    <a:pt x="39903" y="63"/>
                    <a:pt x="37385" y="63"/>
                    <a:pt x="37385" y="4618"/>
                  </a:cubicBezTo>
                  <a:cubicBezTo>
                    <a:pt x="37385" y="7123"/>
                    <a:pt x="39445" y="7123"/>
                    <a:pt x="43794" y="7123"/>
                  </a:cubicBezTo>
                  <a:cubicBezTo>
                    <a:pt x="44251" y="7123"/>
                    <a:pt x="48600" y="7123"/>
                    <a:pt x="52491" y="7578"/>
                  </a:cubicBezTo>
                  <a:cubicBezTo>
                    <a:pt x="56611" y="8034"/>
                    <a:pt x="58671" y="8262"/>
                    <a:pt x="58671" y="11222"/>
                  </a:cubicBezTo>
                  <a:cubicBezTo>
                    <a:pt x="58671" y="12133"/>
                    <a:pt x="58442" y="12817"/>
                    <a:pt x="57756" y="15549"/>
                  </a:cubicBezTo>
                  <a:lnTo>
                    <a:pt x="27085" y="137849"/>
                  </a:lnTo>
                  <a:cubicBezTo>
                    <a:pt x="24796" y="146731"/>
                    <a:pt x="24338" y="148553"/>
                    <a:pt x="6257" y="148553"/>
                  </a:cubicBezTo>
                  <a:cubicBezTo>
                    <a:pt x="2137" y="148553"/>
                    <a:pt x="77" y="148553"/>
                    <a:pt x="77" y="153108"/>
                  </a:cubicBezTo>
                  <a:cubicBezTo>
                    <a:pt x="77" y="155613"/>
                    <a:pt x="2823" y="155613"/>
                    <a:pt x="3281" y="155613"/>
                  </a:cubicBezTo>
                  <a:cubicBezTo>
                    <a:pt x="9690" y="155613"/>
                    <a:pt x="25941" y="154930"/>
                    <a:pt x="32349" y="154930"/>
                  </a:cubicBezTo>
                  <a:cubicBezTo>
                    <a:pt x="37156" y="154930"/>
                    <a:pt x="42191" y="155158"/>
                    <a:pt x="46998" y="155158"/>
                  </a:cubicBezTo>
                  <a:cubicBezTo>
                    <a:pt x="52034" y="155158"/>
                    <a:pt x="57069" y="155613"/>
                    <a:pt x="61876" y="155613"/>
                  </a:cubicBezTo>
                  <a:cubicBezTo>
                    <a:pt x="63707" y="155613"/>
                    <a:pt x="66453" y="155613"/>
                    <a:pt x="66453" y="151058"/>
                  </a:cubicBezTo>
                  <a:cubicBezTo>
                    <a:pt x="66453" y="148553"/>
                    <a:pt x="64393" y="148553"/>
                    <a:pt x="60045" y="148553"/>
                  </a:cubicBezTo>
                  <a:cubicBezTo>
                    <a:pt x="51576" y="148553"/>
                    <a:pt x="45167" y="148553"/>
                    <a:pt x="45167" y="144454"/>
                  </a:cubicBezTo>
                  <a:cubicBezTo>
                    <a:pt x="45167" y="143087"/>
                    <a:pt x="45625" y="141949"/>
                    <a:pt x="45854" y="140582"/>
                  </a:cubicBezTo>
                  <a:lnTo>
                    <a:pt x="61418" y="78180"/>
                  </a:lnTo>
                  <a:lnTo>
                    <a:pt x="131228" y="78180"/>
                  </a:lnTo>
                  <a:cubicBezTo>
                    <a:pt x="121614" y="115985"/>
                    <a:pt x="116350" y="137621"/>
                    <a:pt x="115435" y="141038"/>
                  </a:cubicBezTo>
                  <a:cubicBezTo>
                    <a:pt x="113146" y="148325"/>
                    <a:pt x="108797" y="148553"/>
                    <a:pt x="94606" y="148553"/>
                  </a:cubicBezTo>
                  <a:cubicBezTo>
                    <a:pt x="91173" y="148553"/>
                    <a:pt x="89113" y="148553"/>
                    <a:pt x="89113" y="153108"/>
                  </a:cubicBezTo>
                  <a:cubicBezTo>
                    <a:pt x="89113" y="155613"/>
                    <a:pt x="91859" y="155613"/>
                    <a:pt x="92317" y="155613"/>
                  </a:cubicBezTo>
                  <a:cubicBezTo>
                    <a:pt x="98726" y="155613"/>
                    <a:pt x="114977" y="154930"/>
                    <a:pt x="121386" y="154930"/>
                  </a:cubicBezTo>
                  <a:cubicBezTo>
                    <a:pt x="126192" y="154930"/>
                    <a:pt x="131228" y="155158"/>
                    <a:pt x="136034" y="155158"/>
                  </a:cubicBezTo>
                  <a:cubicBezTo>
                    <a:pt x="141070" y="155158"/>
                    <a:pt x="146105" y="155613"/>
                    <a:pt x="150912" y="155613"/>
                  </a:cubicBezTo>
                  <a:cubicBezTo>
                    <a:pt x="152743" y="155613"/>
                    <a:pt x="155489" y="155613"/>
                    <a:pt x="155489" y="151058"/>
                  </a:cubicBezTo>
                  <a:cubicBezTo>
                    <a:pt x="155489" y="148553"/>
                    <a:pt x="153429" y="148553"/>
                    <a:pt x="149081" y="148553"/>
                  </a:cubicBezTo>
                  <a:cubicBezTo>
                    <a:pt x="140612" y="148553"/>
                    <a:pt x="134203" y="148553"/>
                    <a:pt x="134203" y="144454"/>
                  </a:cubicBezTo>
                  <a:cubicBezTo>
                    <a:pt x="134203" y="143087"/>
                    <a:pt x="134661" y="141949"/>
                    <a:pt x="134890" y="140582"/>
                  </a:cubicBezTo>
                  <a:lnTo>
                    <a:pt x="165789" y="17599"/>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 name="Freeform: Shape 31">
              <a:extLst>
                <a:ext uri="{FF2B5EF4-FFF2-40B4-BE49-F238E27FC236}">
                  <a16:creationId xmlns:a16="http://schemas.microsoft.com/office/drawing/2014/main" id="{3D46FBEF-F26C-4B48-5D1F-BF7FEC32FAD0}"/>
                </a:ext>
              </a:extLst>
            </p:cNvPr>
            <p:cNvSpPr/>
            <p:nvPr>
              <p:custDataLst>
                <p:tags r:id="rId16"/>
              </p:custDataLst>
            </p:nvPr>
          </p:nvSpPr>
          <p:spPr>
            <a:xfrm>
              <a:off x="7602788" y="5990235"/>
              <a:ext cx="74341" cy="109044"/>
            </a:xfrm>
            <a:custGeom>
              <a:avLst/>
              <a:gdLst>
                <a:gd name="connsiteX0" fmla="*/ 74427 w 74341"/>
                <a:gd name="connsiteY0" fmla="*/ 55065 h 109044"/>
                <a:gd name="connsiteX1" fmla="*/ 64974 w 74341"/>
                <a:gd name="connsiteY1" fmla="*/ 13775 h 109044"/>
                <a:gd name="connsiteX2" fmla="*/ 37256 w 74341"/>
                <a:gd name="connsiteY2" fmla="*/ 64 h 109044"/>
                <a:gd name="connsiteX3" fmla="*/ 85 w 74341"/>
                <a:gd name="connsiteY3" fmla="*/ 55065 h 109044"/>
                <a:gd name="connsiteX4" fmla="*/ 37256 w 74341"/>
                <a:gd name="connsiteY4" fmla="*/ 109109 h 109044"/>
                <a:gd name="connsiteX5" fmla="*/ 74427 w 74341"/>
                <a:gd name="connsiteY5" fmla="*/ 55065 h 109044"/>
                <a:gd name="connsiteX6" fmla="*/ 37256 w 74341"/>
                <a:gd name="connsiteY6" fmla="*/ 104645 h 109044"/>
                <a:gd name="connsiteX7" fmla="*/ 16908 w 74341"/>
                <a:gd name="connsiteY7" fmla="*/ 87268 h 109044"/>
                <a:gd name="connsiteX8" fmla="*/ 14665 w 74341"/>
                <a:gd name="connsiteY8" fmla="*/ 52992 h 109044"/>
                <a:gd name="connsiteX9" fmla="*/ 17068 w 74341"/>
                <a:gd name="connsiteY9" fmla="*/ 20470 h 109044"/>
                <a:gd name="connsiteX10" fmla="*/ 37256 w 74341"/>
                <a:gd name="connsiteY10" fmla="*/ 4528 h 109044"/>
                <a:gd name="connsiteX11" fmla="*/ 57123 w 74341"/>
                <a:gd name="connsiteY11" fmla="*/ 19035 h 109044"/>
                <a:gd name="connsiteX12" fmla="*/ 59847 w 74341"/>
                <a:gd name="connsiteY12" fmla="*/ 52992 h 109044"/>
                <a:gd name="connsiteX13" fmla="*/ 57764 w 74341"/>
                <a:gd name="connsiteY13" fmla="*/ 86630 h 109044"/>
                <a:gd name="connsiteX14" fmla="*/ 37256 w 74341"/>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341" h="109044">
                  <a:moveTo>
                    <a:pt x="74427" y="55065"/>
                  </a:moveTo>
                  <a:cubicBezTo>
                    <a:pt x="74427" y="37528"/>
                    <a:pt x="72344" y="24934"/>
                    <a:pt x="64974" y="13775"/>
                  </a:cubicBezTo>
                  <a:cubicBezTo>
                    <a:pt x="60007" y="6441"/>
                    <a:pt x="50073" y="64"/>
                    <a:pt x="37256" y="64"/>
                  </a:cubicBezTo>
                  <a:cubicBezTo>
                    <a:pt x="85" y="64"/>
                    <a:pt x="85" y="43586"/>
                    <a:pt x="85" y="55065"/>
                  </a:cubicBezTo>
                  <a:cubicBezTo>
                    <a:pt x="85" y="66543"/>
                    <a:pt x="85" y="109109"/>
                    <a:pt x="37256" y="109109"/>
                  </a:cubicBezTo>
                  <a:cubicBezTo>
                    <a:pt x="74427" y="109109"/>
                    <a:pt x="74427" y="66543"/>
                    <a:pt x="74427" y="55065"/>
                  </a:cubicBezTo>
                  <a:close/>
                  <a:moveTo>
                    <a:pt x="37256" y="104645"/>
                  </a:moveTo>
                  <a:cubicBezTo>
                    <a:pt x="29886" y="104645"/>
                    <a:pt x="20112" y="100341"/>
                    <a:pt x="16908" y="87268"/>
                  </a:cubicBezTo>
                  <a:cubicBezTo>
                    <a:pt x="14665" y="77862"/>
                    <a:pt x="14665" y="64790"/>
                    <a:pt x="14665" y="52992"/>
                  </a:cubicBezTo>
                  <a:cubicBezTo>
                    <a:pt x="14665" y="41355"/>
                    <a:pt x="14665" y="29239"/>
                    <a:pt x="17068" y="20470"/>
                  </a:cubicBezTo>
                  <a:cubicBezTo>
                    <a:pt x="20433" y="7876"/>
                    <a:pt x="30687" y="4528"/>
                    <a:pt x="37256" y="4528"/>
                  </a:cubicBezTo>
                  <a:cubicBezTo>
                    <a:pt x="45908" y="4528"/>
                    <a:pt x="54239" y="9789"/>
                    <a:pt x="57123" y="19035"/>
                  </a:cubicBezTo>
                  <a:cubicBezTo>
                    <a:pt x="59687" y="27644"/>
                    <a:pt x="59847" y="39123"/>
                    <a:pt x="59847" y="52992"/>
                  </a:cubicBezTo>
                  <a:cubicBezTo>
                    <a:pt x="59847" y="64790"/>
                    <a:pt x="59847" y="76587"/>
                    <a:pt x="57764" y="86630"/>
                  </a:cubicBezTo>
                  <a:cubicBezTo>
                    <a:pt x="54560" y="101138"/>
                    <a:pt x="43665" y="104645"/>
                    <a:pt x="37256"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 name="Freeform: Shape 32">
              <a:extLst>
                <a:ext uri="{FF2B5EF4-FFF2-40B4-BE49-F238E27FC236}">
                  <a16:creationId xmlns:a16="http://schemas.microsoft.com/office/drawing/2014/main" id="{D7C0CF8D-4693-8637-813E-7055DF297AA4}"/>
                </a:ext>
              </a:extLst>
            </p:cNvPr>
            <p:cNvSpPr/>
            <p:nvPr>
              <p:custDataLst>
                <p:tags r:id="rId17"/>
              </p:custDataLst>
            </p:nvPr>
          </p:nvSpPr>
          <p:spPr>
            <a:xfrm>
              <a:off x="7780398" y="5963771"/>
              <a:ext cx="24261" cy="98158"/>
            </a:xfrm>
            <a:custGeom>
              <a:avLst/>
              <a:gdLst>
                <a:gd name="connsiteX0" fmla="*/ 24354 w 24261"/>
                <a:gd name="connsiteY0" fmla="*/ 12133 h 98158"/>
                <a:gd name="connsiteX1" fmla="*/ 12223 w 24261"/>
                <a:gd name="connsiteY1" fmla="*/ 63 h 98158"/>
                <a:gd name="connsiteX2" fmla="*/ 92 w 24261"/>
                <a:gd name="connsiteY2" fmla="*/ 12133 h 98158"/>
                <a:gd name="connsiteX3" fmla="*/ 12223 w 24261"/>
                <a:gd name="connsiteY3" fmla="*/ 24204 h 98158"/>
                <a:gd name="connsiteX4" fmla="*/ 24354 w 24261"/>
                <a:gd name="connsiteY4" fmla="*/ 12133 h 98158"/>
                <a:gd name="connsiteX5" fmla="*/ 24354 w 24261"/>
                <a:gd name="connsiteY5" fmla="*/ 86151 h 98158"/>
                <a:gd name="connsiteX6" fmla="*/ 12223 w 24261"/>
                <a:gd name="connsiteY6" fmla="*/ 74080 h 98158"/>
                <a:gd name="connsiteX7" fmla="*/ 92 w 24261"/>
                <a:gd name="connsiteY7" fmla="*/ 86151 h 98158"/>
                <a:gd name="connsiteX8" fmla="*/ 12223 w 24261"/>
                <a:gd name="connsiteY8" fmla="*/ 98221 h 98158"/>
                <a:gd name="connsiteX9" fmla="*/ 24354 w 24261"/>
                <a:gd name="connsiteY9" fmla="*/ 86151 h 9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61" h="98158">
                  <a:moveTo>
                    <a:pt x="24354" y="12133"/>
                  </a:moveTo>
                  <a:cubicBezTo>
                    <a:pt x="24354" y="5529"/>
                    <a:pt x="18861" y="63"/>
                    <a:pt x="12223" y="63"/>
                  </a:cubicBezTo>
                  <a:cubicBezTo>
                    <a:pt x="5585" y="63"/>
                    <a:pt x="92" y="5529"/>
                    <a:pt x="92" y="12133"/>
                  </a:cubicBezTo>
                  <a:cubicBezTo>
                    <a:pt x="92" y="18738"/>
                    <a:pt x="5585" y="24204"/>
                    <a:pt x="12223" y="24204"/>
                  </a:cubicBezTo>
                  <a:cubicBezTo>
                    <a:pt x="18861" y="24204"/>
                    <a:pt x="24354" y="18738"/>
                    <a:pt x="24354" y="12133"/>
                  </a:cubicBezTo>
                  <a:close/>
                  <a:moveTo>
                    <a:pt x="24354" y="86151"/>
                  </a:moveTo>
                  <a:cubicBezTo>
                    <a:pt x="24354" y="79546"/>
                    <a:pt x="18861" y="74080"/>
                    <a:pt x="12223" y="74080"/>
                  </a:cubicBezTo>
                  <a:cubicBezTo>
                    <a:pt x="5585" y="74080"/>
                    <a:pt x="92" y="79546"/>
                    <a:pt x="92" y="86151"/>
                  </a:cubicBezTo>
                  <a:cubicBezTo>
                    <a:pt x="92" y="92755"/>
                    <a:pt x="5585" y="98221"/>
                    <a:pt x="12223" y="98221"/>
                  </a:cubicBezTo>
                  <a:cubicBezTo>
                    <a:pt x="18861" y="98221"/>
                    <a:pt x="24354" y="92755"/>
                    <a:pt x="24354" y="8615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 name="Freeform: Shape 33">
              <a:extLst>
                <a:ext uri="{FF2B5EF4-FFF2-40B4-BE49-F238E27FC236}">
                  <a16:creationId xmlns:a16="http://schemas.microsoft.com/office/drawing/2014/main" id="{5EEC8BF3-3588-7F48-2DE0-7CF3E4AD42E1}"/>
                </a:ext>
              </a:extLst>
            </p:cNvPr>
            <p:cNvSpPr/>
            <p:nvPr>
              <p:custDataLst>
                <p:tags r:id="rId18"/>
              </p:custDataLst>
            </p:nvPr>
          </p:nvSpPr>
          <p:spPr>
            <a:xfrm>
              <a:off x="7894738" y="5961266"/>
              <a:ext cx="124055" cy="149856"/>
            </a:xfrm>
            <a:custGeom>
              <a:avLst/>
              <a:gdLst>
                <a:gd name="connsiteX0" fmla="*/ 46104 w 124055"/>
                <a:gd name="connsiteY0" fmla="*/ 20788 h 149856"/>
                <a:gd name="connsiteX1" fmla="*/ 49537 w 124055"/>
                <a:gd name="connsiteY1" fmla="*/ 6212 h 149856"/>
                <a:gd name="connsiteX2" fmla="*/ 42899 w 124055"/>
                <a:gd name="connsiteY2" fmla="*/ 63 h 149856"/>
                <a:gd name="connsiteX3" fmla="*/ 33744 w 124055"/>
                <a:gd name="connsiteY3" fmla="*/ 8262 h 149856"/>
                <a:gd name="connsiteX4" fmla="*/ 784 w 124055"/>
                <a:gd name="connsiteY4" fmla="*/ 140127 h 149856"/>
                <a:gd name="connsiteX5" fmla="*/ 98 w 124055"/>
                <a:gd name="connsiteY5" fmla="*/ 143770 h 149856"/>
                <a:gd name="connsiteX6" fmla="*/ 6507 w 124055"/>
                <a:gd name="connsiteY6" fmla="*/ 149920 h 149856"/>
                <a:gd name="connsiteX7" fmla="*/ 14518 w 124055"/>
                <a:gd name="connsiteY7" fmla="*/ 145137 h 149856"/>
                <a:gd name="connsiteX8" fmla="*/ 27106 w 124055"/>
                <a:gd name="connsiteY8" fmla="*/ 96172 h 149856"/>
                <a:gd name="connsiteX9" fmla="*/ 49308 w 124055"/>
                <a:gd name="connsiteY9" fmla="*/ 103232 h 149856"/>
                <a:gd name="connsiteX10" fmla="*/ 79750 w 124055"/>
                <a:gd name="connsiteY10" fmla="*/ 86606 h 149856"/>
                <a:gd name="connsiteX11" fmla="*/ 100349 w 124055"/>
                <a:gd name="connsiteY11" fmla="*/ 103232 h 149856"/>
                <a:gd name="connsiteX12" fmla="*/ 117287 w 124055"/>
                <a:gd name="connsiteY12" fmla="*/ 90706 h 149856"/>
                <a:gd name="connsiteX13" fmla="*/ 124153 w 124055"/>
                <a:gd name="connsiteY13" fmla="*/ 68159 h 149856"/>
                <a:gd name="connsiteX14" fmla="*/ 121407 w 124055"/>
                <a:gd name="connsiteY14" fmla="*/ 65881 h 149856"/>
                <a:gd name="connsiteX15" fmla="*/ 118202 w 124055"/>
                <a:gd name="connsiteY15" fmla="*/ 69981 h 149856"/>
                <a:gd name="connsiteX16" fmla="*/ 100807 w 124055"/>
                <a:gd name="connsiteY16" fmla="*/ 98221 h 149856"/>
                <a:gd name="connsiteX17" fmla="*/ 93941 w 124055"/>
                <a:gd name="connsiteY17" fmla="*/ 87745 h 149856"/>
                <a:gd name="connsiteX18" fmla="*/ 98518 w 124055"/>
                <a:gd name="connsiteY18" fmla="*/ 64059 h 149856"/>
                <a:gd name="connsiteX19" fmla="*/ 104927 w 124055"/>
                <a:gd name="connsiteY19" fmla="*/ 39463 h 149856"/>
                <a:gd name="connsiteX20" fmla="*/ 108818 w 124055"/>
                <a:gd name="connsiteY20" fmla="*/ 23976 h 149856"/>
                <a:gd name="connsiteX21" fmla="*/ 112251 w 124055"/>
                <a:gd name="connsiteY21" fmla="*/ 8717 h 149856"/>
                <a:gd name="connsiteX22" fmla="*/ 105614 w 124055"/>
                <a:gd name="connsiteY22" fmla="*/ 2568 h 149856"/>
                <a:gd name="connsiteX23" fmla="*/ 96687 w 124055"/>
                <a:gd name="connsiteY23" fmla="*/ 10539 h 149856"/>
                <a:gd name="connsiteX24" fmla="*/ 85930 w 124055"/>
                <a:gd name="connsiteY24" fmla="*/ 53128 h 149856"/>
                <a:gd name="connsiteX25" fmla="*/ 79979 w 124055"/>
                <a:gd name="connsiteY25" fmla="*/ 76358 h 149856"/>
                <a:gd name="connsiteX26" fmla="*/ 50224 w 124055"/>
                <a:gd name="connsiteY26" fmla="*/ 98221 h 149856"/>
                <a:gd name="connsiteX27" fmla="*/ 33286 w 124055"/>
                <a:gd name="connsiteY27" fmla="*/ 78407 h 149856"/>
                <a:gd name="connsiteX28" fmla="*/ 36490 w 124055"/>
                <a:gd name="connsiteY28" fmla="*/ 59049 h 149856"/>
                <a:gd name="connsiteX29" fmla="*/ 46104 w 124055"/>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4055" h="149856">
                  <a:moveTo>
                    <a:pt x="46104" y="20788"/>
                  </a:moveTo>
                  <a:cubicBezTo>
                    <a:pt x="47248" y="16005"/>
                    <a:pt x="49537" y="7351"/>
                    <a:pt x="49537" y="6212"/>
                  </a:cubicBezTo>
                  <a:cubicBezTo>
                    <a:pt x="49537" y="2340"/>
                    <a:pt x="46790" y="63"/>
                    <a:pt x="42899" y="63"/>
                  </a:cubicBezTo>
                  <a:cubicBezTo>
                    <a:pt x="42213" y="63"/>
                    <a:pt x="35804" y="291"/>
                    <a:pt x="33744" y="8262"/>
                  </a:cubicBezTo>
                  <a:lnTo>
                    <a:pt x="784" y="140127"/>
                  </a:lnTo>
                  <a:cubicBezTo>
                    <a:pt x="98" y="142859"/>
                    <a:pt x="98" y="143315"/>
                    <a:pt x="98" y="143770"/>
                  </a:cubicBezTo>
                  <a:cubicBezTo>
                    <a:pt x="98" y="147187"/>
                    <a:pt x="2615" y="149920"/>
                    <a:pt x="6507" y="149920"/>
                  </a:cubicBezTo>
                  <a:cubicBezTo>
                    <a:pt x="11313" y="149920"/>
                    <a:pt x="14060" y="145820"/>
                    <a:pt x="14518" y="145137"/>
                  </a:cubicBezTo>
                  <a:cubicBezTo>
                    <a:pt x="15433" y="143087"/>
                    <a:pt x="18409" y="131244"/>
                    <a:pt x="27106" y="96172"/>
                  </a:cubicBezTo>
                  <a:cubicBezTo>
                    <a:pt x="34430" y="102321"/>
                    <a:pt x="44730" y="103232"/>
                    <a:pt x="49308" y="103232"/>
                  </a:cubicBezTo>
                  <a:cubicBezTo>
                    <a:pt x="65330" y="103232"/>
                    <a:pt x="74256" y="92983"/>
                    <a:pt x="79750" y="86606"/>
                  </a:cubicBezTo>
                  <a:cubicBezTo>
                    <a:pt x="81810" y="96855"/>
                    <a:pt x="90278" y="103232"/>
                    <a:pt x="100349" y="103232"/>
                  </a:cubicBezTo>
                  <a:cubicBezTo>
                    <a:pt x="108360" y="103232"/>
                    <a:pt x="113625" y="97994"/>
                    <a:pt x="117287" y="90706"/>
                  </a:cubicBezTo>
                  <a:cubicBezTo>
                    <a:pt x="121178" y="82507"/>
                    <a:pt x="124153" y="68614"/>
                    <a:pt x="124153" y="68159"/>
                  </a:cubicBezTo>
                  <a:cubicBezTo>
                    <a:pt x="124153" y="65881"/>
                    <a:pt x="122093" y="65881"/>
                    <a:pt x="121407" y="65881"/>
                  </a:cubicBezTo>
                  <a:cubicBezTo>
                    <a:pt x="119118" y="65881"/>
                    <a:pt x="118889" y="66792"/>
                    <a:pt x="118202" y="69981"/>
                  </a:cubicBezTo>
                  <a:cubicBezTo>
                    <a:pt x="114311" y="84784"/>
                    <a:pt x="110191" y="98221"/>
                    <a:pt x="100807" y="98221"/>
                  </a:cubicBezTo>
                  <a:cubicBezTo>
                    <a:pt x="94627" y="98221"/>
                    <a:pt x="93941" y="92300"/>
                    <a:pt x="93941" y="87745"/>
                  </a:cubicBezTo>
                  <a:cubicBezTo>
                    <a:pt x="93941" y="82735"/>
                    <a:pt x="96687" y="72030"/>
                    <a:pt x="98518" y="64059"/>
                  </a:cubicBezTo>
                  <a:lnTo>
                    <a:pt x="104927" y="39463"/>
                  </a:lnTo>
                  <a:cubicBezTo>
                    <a:pt x="105614" y="36047"/>
                    <a:pt x="107902" y="27392"/>
                    <a:pt x="108818" y="23976"/>
                  </a:cubicBezTo>
                  <a:cubicBezTo>
                    <a:pt x="109962" y="18738"/>
                    <a:pt x="112251" y="10084"/>
                    <a:pt x="112251" y="8717"/>
                  </a:cubicBezTo>
                  <a:cubicBezTo>
                    <a:pt x="112251" y="4618"/>
                    <a:pt x="109047" y="2568"/>
                    <a:pt x="105614" y="2568"/>
                  </a:cubicBezTo>
                  <a:cubicBezTo>
                    <a:pt x="104469" y="2568"/>
                    <a:pt x="98518" y="2796"/>
                    <a:pt x="96687" y="10539"/>
                  </a:cubicBezTo>
                  <a:lnTo>
                    <a:pt x="85930" y="53128"/>
                  </a:lnTo>
                  <a:cubicBezTo>
                    <a:pt x="83183" y="64515"/>
                    <a:pt x="80665" y="74080"/>
                    <a:pt x="79979" y="76358"/>
                  </a:cubicBezTo>
                  <a:cubicBezTo>
                    <a:pt x="79750" y="77496"/>
                    <a:pt x="68763" y="98221"/>
                    <a:pt x="50224" y="98221"/>
                  </a:cubicBezTo>
                  <a:cubicBezTo>
                    <a:pt x="38779" y="98221"/>
                    <a:pt x="33286" y="90706"/>
                    <a:pt x="33286" y="78407"/>
                  </a:cubicBezTo>
                  <a:cubicBezTo>
                    <a:pt x="33286" y="71803"/>
                    <a:pt x="34888" y="65426"/>
                    <a:pt x="36490" y="59049"/>
                  </a:cubicBezTo>
                  <a:lnTo>
                    <a:pt x="46104"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 name="Freeform: Shape 34">
              <a:extLst>
                <a:ext uri="{FF2B5EF4-FFF2-40B4-BE49-F238E27FC236}">
                  <a16:creationId xmlns:a16="http://schemas.microsoft.com/office/drawing/2014/main" id="{E76267F4-A084-27AF-B20E-3A8D6DC832AF}"/>
                </a:ext>
              </a:extLst>
            </p:cNvPr>
            <p:cNvSpPr/>
            <p:nvPr>
              <p:custDataLst>
                <p:tags r:id="rId19"/>
              </p:custDataLst>
            </p:nvPr>
          </p:nvSpPr>
          <p:spPr>
            <a:xfrm>
              <a:off x="8102181" y="5978347"/>
              <a:ext cx="152208" cy="53292"/>
            </a:xfrm>
            <a:custGeom>
              <a:avLst/>
              <a:gdLst>
                <a:gd name="connsiteX0" fmla="*/ 144533 w 152208"/>
                <a:gd name="connsiteY0" fmla="*/ 9173 h 53292"/>
                <a:gd name="connsiteX1" fmla="*/ 152315 w 152208"/>
                <a:gd name="connsiteY1" fmla="*/ 4618 h 53292"/>
                <a:gd name="connsiteX2" fmla="*/ 144762 w 152208"/>
                <a:gd name="connsiteY2" fmla="*/ 63 h 53292"/>
                <a:gd name="connsiteX3" fmla="*/ 7660 w 152208"/>
                <a:gd name="connsiteY3" fmla="*/ 63 h 53292"/>
                <a:gd name="connsiteX4" fmla="*/ 107 w 152208"/>
                <a:gd name="connsiteY4" fmla="*/ 4618 h 53292"/>
                <a:gd name="connsiteX5" fmla="*/ 7889 w 152208"/>
                <a:gd name="connsiteY5" fmla="*/ 9173 h 53292"/>
                <a:gd name="connsiteX6" fmla="*/ 144533 w 152208"/>
                <a:gd name="connsiteY6" fmla="*/ 9173 h 53292"/>
                <a:gd name="connsiteX7" fmla="*/ 144762 w 152208"/>
                <a:gd name="connsiteY7" fmla="*/ 53355 h 53292"/>
                <a:gd name="connsiteX8" fmla="*/ 152315 w 152208"/>
                <a:gd name="connsiteY8" fmla="*/ 48800 h 53292"/>
                <a:gd name="connsiteX9" fmla="*/ 144533 w 152208"/>
                <a:gd name="connsiteY9" fmla="*/ 44245 h 53292"/>
                <a:gd name="connsiteX10" fmla="*/ 7889 w 152208"/>
                <a:gd name="connsiteY10" fmla="*/ 44245 h 53292"/>
                <a:gd name="connsiteX11" fmla="*/ 107 w 152208"/>
                <a:gd name="connsiteY11" fmla="*/ 48800 h 53292"/>
                <a:gd name="connsiteX12" fmla="*/ 7660 w 152208"/>
                <a:gd name="connsiteY12" fmla="*/ 53355 h 53292"/>
                <a:gd name="connsiteX13" fmla="*/ 144762 w 152208"/>
                <a:gd name="connsiteY13" fmla="*/ 53355 h 5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208" h="53292">
                  <a:moveTo>
                    <a:pt x="144533" y="9173"/>
                  </a:moveTo>
                  <a:cubicBezTo>
                    <a:pt x="147966" y="9173"/>
                    <a:pt x="152315" y="9173"/>
                    <a:pt x="152315" y="4618"/>
                  </a:cubicBezTo>
                  <a:cubicBezTo>
                    <a:pt x="152315" y="63"/>
                    <a:pt x="147966" y="63"/>
                    <a:pt x="144762" y="63"/>
                  </a:cubicBezTo>
                  <a:lnTo>
                    <a:pt x="7660" y="63"/>
                  </a:lnTo>
                  <a:cubicBezTo>
                    <a:pt x="4455" y="63"/>
                    <a:pt x="107" y="63"/>
                    <a:pt x="107" y="4618"/>
                  </a:cubicBezTo>
                  <a:cubicBezTo>
                    <a:pt x="107" y="9173"/>
                    <a:pt x="4455" y="9173"/>
                    <a:pt x="7889" y="9173"/>
                  </a:cubicBezTo>
                  <a:lnTo>
                    <a:pt x="144533" y="9173"/>
                  </a:lnTo>
                  <a:close/>
                  <a:moveTo>
                    <a:pt x="144762" y="53355"/>
                  </a:moveTo>
                  <a:cubicBezTo>
                    <a:pt x="147966" y="53355"/>
                    <a:pt x="152315" y="53355"/>
                    <a:pt x="152315" y="48800"/>
                  </a:cubicBezTo>
                  <a:cubicBezTo>
                    <a:pt x="152315" y="44245"/>
                    <a:pt x="147966" y="44245"/>
                    <a:pt x="144533" y="44245"/>
                  </a:cubicBezTo>
                  <a:lnTo>
                    <a:pt x="7889" y="44245"/>
                  </a:lnTo>
                  <a:cubicBezTo>
                    <a:pt x="4455" y="44245"/>
                    <a:pt x="107" y="44245"/>
                    <a:pt x="107" y="48800"/>
                  </a:cubicBezTo>
                  <a:cubicBezTo>
                    <a:pt x="107" y="53355"/>
                    <a:pt x="4455" y="53355"/>
                    <a:pt x="7660" y="53355"/>
                  </a:cubicBezTo>
                  <a:lnTo>
                    <a:pt x="144762" y="53355"/>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6" name="Freeform: Shape 35">
              <a:extLst>
                <a:ext uri="{FF2B5EF4-FFF2-40B4-BE49-F238E27FC236}">
                  <a16:creationId xmlns:a16="http://schemas.microsoft.com/office/drawing/2014/main" id="{34D7C8DE-9D0A-A6D3-FE85-C2FD49481EAA}"/>
                </a:ext>
              </a:extLst>
            </p:cNvPr>
            <p:cNvSpPr/>
            <p:nvPr>
              <p:custDataLst>
                <p:tags r:id="rId20"/>
              </p:custDataLst>
            </p:nvPr>
          </p:nvSpPr>
          <p:spPr>
            <a:xfrm>
              <a:off x="8337829" y="5961266"/>
              <a:ext cx="124055" cy="149856"/>
            </a:xfrm>
            <a:custGeom>
              <a:avLst/>
              <a:gdLst>
                <a:gd name="connsiteX0" fmla="*/ 46123 w 124055"/>
                <a:gd name="connsiteY0" fmla="*/ 20788 h 149856"/>
                <a:gd name="connsiteX1" fmla="*/ 49556 w 124055"/>
                <a:gd name="connsiteY1" fmla="*/ 6212 h 149856"/>
                <a:gd name="connsiteX2" fmla="*/ 42918 w 124055"/>
                <a:gd name="connsiteY2" fmla="*/ 63 h 149856"/>
                <a:gd name="connsiteX3" fmla="*/ 33763 w 124055"/>
                <a:gd name="connsiteY3" fmla="*/ 8262 h 149856"/>
                <a:gd name="connsiteX4" fmla="*/ 804 w 124055"/>
                <a:gd name="connsiteY4" fmla="*/ 140127 h 149856"/>
                <a:gd name="connsiteX5" fmla="*/ 117 w 124055"/>
                <a:gd name="connsiteY5" fmla="*/ 143770 h 149856"/>
                <a:gd name="connsiteX6" fmla="*/ 6526 w 124055"/>
                <a:gd name="connsiteY6" fmla="*/ 149920 h 149856"/>
                <a:gd name="connsiteX7" fmla="*/ 14537 w 124055"/>
                <a:gd name="connsiteY7" fmla="*/ 145137 h 149856"/>
                <a:gd name="connsiteX8" fmla="*/ 27125 w 124055"/>
                <a:gd name="connsiteY8" fmla="*/ 96172 h 149856"/>
                <a:gd name="connsiteX9" fmla="*/ 49327 w 124055"/>
                <a:gd name="connsiteY9" fmla="*/ 103232 h 149856"/>
                <a:gd name="connsiteX10" fmla="*/ 79769 w 124055"/>
                <a:gd name="connsiteY10" fmla="*/ 86606 h 149856"/>
                <a:gd name="connsiteX11" fmla="*/ 100369 w 124055"/>
                <a:gd name="connsiteY11" fmla="*/ 103232 h 149856"/>
                <a:gd name="connsiteX12" fmla="*/ 117306 w 124055"/>
                <a:gd name="connsiteY12" fmla="*/ 90706 h 149856"/>
                <a:gd name="connsiteX13" fmla="*/ 124173 w 124055"/>
                <a:gd name="connsiteY13" fmla="*/ 68159 h 149856"/>
                <a:gd name="connsiteX14" fmla="*/ 121426 w 124055"/>
                <a:gd name="connsiteY14" fmla="*/ 65881 h 149856"/>
                <a:gd name="connsiteX15" fmla="*/ 118222 w 124055"/>
                <a:gd name="connsiteY15" fmla="*/ 69981 h 149856"/>
                <a:gd name="connsiteX16" fmla="*/ 100826 w 124055"/>
                <a:gd name="connsiteY16" fmla="*/ 98221 h 149856"/>
                <a:gd name="connsiteX17" fmla="*/ 93960 w 124055"/>
                <a:gd name="connsiteY17" fmla="*/ 87745 h 149856"/>
                <a:gd name="connsiteX18" fmla="*/ 98537 w 124055"/>
                <a:gd name="connsiteY18" fmla="*/ 64059 h 149856"/>
                <a:gd name="connsiteX19" fmla="*/ 104946 w 124055"/>
                <a:gd name="connsiteY19" fmla="*/ 39463 h 149856"/>
                <a:gd name="connsiteX20" fmla="*/ 108837 w 124055"/>
                <a:gd name="connsiteY20" fmla="*/ 23976 h 149856"/>
                <a:gd name="connsiteX21" fmla="*/ 112271 w 124055"/>
                <a:gd name="connsiteY21" fmla="*/ 8717 h 149856"/>
                <a:gd name="connsiteX22" fmla="*/ 105633 w 124055"/>
                <a:gd name="connsiteY22" fmla="*/ 2568 h 149856"/>
                <a:gd name="connsiteX23" fmla="*/ 96706 w 124055"/>
                <a:gd name="connsiteY23" fmla="*/ 10539 h 149856"/>
                <a:gd name="connsiteX24" fmla="*/ 85949 w 124055"/>
                <a:gd name="connsiteY24" fmla="*/ 53128 h 149856"/>
                <a:gd name="connsiteX25" fmla="*/ 79998 w 124055"/>
                <a:gd name="connsiteY25" fmla="*/ 76358 h 149856"/>
                <a:gd name="connsiteX26" fmla="*/ 50243 w 124055"/>
                <a:gd name="connsiteY26" fmla="*/ 98221 h 149856"/>
                <a:gd name="connsiteX27" fmla="*/ 33305 w 124055"/>
                <a:gd name="connsiteY27" fmla="*/ 78407 h 149856"/>
                <a:gd name="connsiteX28" fmla="*/ 36510 w 124055"/>
                <a:gd name="connsiteY28" fmla="*/ 59049 h 149856"/>
                <a:gd name="connsiteX29" fmla="*/ 46123 w 124055"/>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4055" h="149856">
                  <a:moveTo>
                    <a:pt x="46123" y="20788"/>
                  </a:moveTo>
                  <a:cubicBezTo>
                    <a:pt x="47267" y="16005"/>
                    <a:pt x="49556" y="7351"/>
                    <a:pt x="49556" y="6212"/>
                  </a:cubicBezTo>
                  <a:cubicBezTo>
                    <a:pt x="49556" y="2340"/>
                    <a:pt x="46810" y="63"/>
                    <a:pt x="42918" y="63"/>
                  </a:cubicBezTo>
                  <a:cubicBezTo>
                    <a:pt x="42232" y="63"/>
                    <a:pt x="35823" y="291"/>
                    <a:pt x="33763" y="8262"/>
                  </a:cubicBezTo>
                  <a:lnTo>
                    <a:pt x="804" y="140127"/>
                  </a:lnTo>
                  <a:cubicBezTo>
                    <a:pt x="117" y="142859"/>
                    <a:pt x="117" y="143315"/>
                    <a:pt x="117" y="143770"/>
                  </a:cubicBezTo>
                  <a:cubicBezTo>
                    <a:pt x="117" y="147187"/>
                    <a:pt x="2635" y="149920"/>
                    <a:pt x="6526" y="149920"/>
                  </a:cubicBezTo>
                  <a:cubicBezTo>
                    <a:pt x="11332" y="149920"/>
                    <a:pt x="14079" y="145820"/>
                    <a:pt x="14537" y="145137"/>
                  </a:cubicBezTo>
                  <a:cubicBezTo>
                    <a:pt x="15452" y="143087"/>
                    <a:pt x="18428" y="131244"/>
                    <a:pt x="27125" y="96172"/>
                  </a:cubicBezTo>
                  <a:cubicBezTo>
                    <a:pt x="34450" y="102321"/>
                    <a:pt x="44750" y="103232"/>
                    <a:pt x="49327" y="103232"/>
                  </a:cubicBezTo>
                  <a:cubicBezTo>
                    <a:pt x="65349" y="103232"/>
                    <a:pt x="74276" y="92983"/>
                    <a:pt x="79769" y="86606"/>
                  </a:cubicBezTo>
                  <a:cubicBezTo>
                    <a:pt x="81829" y="96855"/>
                    <a:pt x="90298" y="103232"/>
                    <a:pt x="100369" y="103232"/>
                  </a:cubicBezTo>
                  <a:cubicBezTo>
                    <a:pt x="108380" y="103232"/>
                    <a:pt x="113644" y="97994"/>
                    <a:pt x="117306" y="90706"/>
                  </a:cubicBezTo>
                  <a:cubicBezTo>
                    <a:pt x="121197" y="82507"/>
                    <a:pt x="124173" y="68614"/>
                    <a:pt x="124173" y="68159"/>
                  </a:cubicBezTo>
                  <a:cubicBezTo>
                    <a:pt x="124173" y="65881"/>
                    <a:pt x="122113" y="65881"/>
                    <a:pt x="121426" y="65881"/>
                  </a:cubicBezTo>
                  <a:cubicBezTo>
                    <a:pt x="119137" y="65881"/>
                    <a:pt x="118908" y="66792"/>
                    <a:pt x="118222" y="69981"/>
                  </a:cubicBezTo>
                  <a:cubicBezTo>
                    <a:pt x="114331" y="84784"/>
                    <a:pt x="110211" y="98221"/>
                    <a:pt x="100826" y="98221"/>
                  </a:cubicBezTo>
                  <a:cubicBezTo>
                    <a:pt x="94646" y="98221"/>
                    <a:pt x="93960" y="92300"/>
                    <a:pt x="93960" y="87745"/>
                  </a:cubicBezTo>
                  <a:cubicBezTo>
                    <a:pt x="93960" y="82735"/>
                    <a:pt x="96706" y="72030"/>
                    <a:pt x="98537" y="64059"/>
                  </a:cubicBezTo>
                  <a:lnTo>
                    <a:pt x="104946" y="39463"/>
                  </a:lnTo>
                  <a:cubicBezTo>
                    <a:pt x="105633" y="36047"/>
                    <a:pt x="107922" y="27392"/>
                    <a:pt x="108837" y="23976"/>
                  </a:cubicBezTo>
                  <a:cubicBezTo>
                    <a:pt x="109982" y="18738"/>
                    <a:pt x="112271" y="10084"/>
                    <a:pt x="112271" y="8717"/>
                  </a:cubicBezTo>
                  <a:cubicBezTo>
                    <a:pt x="112271" y="4618"/>
                    <a:pt x="109066" y="2568"/>
                    <a:pt x="105633" y="2568"/>
                  </a:cubicBezTo>
                  <a:cubicBezTo>
                    <a:pt x="104488" y="2568"/>
                    <a:pt x="98537" y="2796"/>
                    <a:pt x="96706" y="10539"/>
                  </a:cubicBezTo>
                  <a:lnTo>
                    <a:pt x="85949" y="53128"/>
                  </a:lnTo>
                  <a:cubicBezTo>
                    <a:pt x="83202" y="64515"/>
                    <a:pt x="80684" y="74080"/>
                    <a:pt x="79998" y="76358"/>
                  </a:cubicBezTo>
                  <a:cubicBezTo>
                    <a:pt x="79769" y="77496"/>
                    <a:pt x="68782" y="98221"/>
                    <a:pt x="50243" y="98221"/>
                  </a:cubicBezTo>
                  <a:cubicBezTo>
                    <a:pt x="38799" y="98221"/>
                    <a:pt x="33305" y="90706"/>
                    <a:pt x="33305" y="78407"/>
                  </a:cubicBezTo>
                  <a:cubicBezTo>
                    <a:pt x="33305" y="71803"/>
                    <a:pt x="34908" y="65426"/>
                    <a:pt x="36510" y="59049"/>
                  </a:cubicBezTo>
                  <a:lnTo>
                    <a:pt x="46123"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 name="Freeform: Shape 36">
              <a:extLst>
                <a:ext uri="{FF2B5EF4-FFF2-40B4-BE49-F238E27FC236}">
                  <a16:creationId xmlns:a16="http://schemas.microsoft.com/office/drawing/2014/main" id="{8BF050AC-C425-0562-DBBC-C14F363EF2A8}"/>
                </a:ext>
              </a:extLst>
            </p:cNvPr>
            <p:cNvSpPr/>
            <p:nvPr>
              <p:custDataLst>
                <p:tags r:id="rId21"/>
              </p:custDataLst>
            </p:nvPr>
          </p:nvSpPr>
          <p:spPr>
            <a:xfrm>
              <a:off x="8477208" y="5990235"/>
              <a:ext cx="74341" cy="109044"/>
            </a:xfrm>
            <a:custGeom>
              <a:avLst/>
              <a:gdLst>
                <a:gd name="connsiteX0" fmla="*/ 74465 w 74341"/>
                <a:gd name="connsiteY0" fmla="*/ 55065 h 109044"/>
                <a:gd name="connsiteX1" fmla="*/ 65012 w 74341"/>
                <a:gd name="connsiteY1" fmla="*/ 13775 h 109044"/>
                <a:gd name="connsiteX2" fmla="*/ 37294 w 74341"/>
                <a:gd name="connsiteY2" fmla="*/ 64 h 109044"/>
                <a:gd name="connsiteX3" fmla="*/ 123 w 74341"/>
                <a:gd name="connsiteY3" fmla="*/ 55065 h 109044"/>
                <a:gd name="connsiteX4" fmla="*/ 37294 w 74341"/>
                <a:gd name="connsiteY4" fmla="*/ 109109 h 109044"/>
                <a:gd name="connsiteX5" fmla="*/ 74465 w 74341"/>
                <a:gd name="connsiteY5" fmla="*/ 55065 h 109044"/>
                <a:gd name="connsiteX6" fmla="*/ 37294 w 74341"/>
                <a:gd name="connsiteY6" fmla="*/ 104645 h 109044"/>
                <a:gd name="connsiteX7" fmla="*/ 16946 w 74341"/>
                <a:gd name="connsiteY7" fmla="*/ 87268 h 109044"/>
                <a:gd name="connsiteX8" fmla="*/ 14703 w 74341"/>
                <a:gd name="connsiteY8" fmla="*/ 52992 h 109044"/>
                <a:gd name="connsiteX9" fmla="*/ 17106 w 74341"/>
                <a:gd name="connsiteY9" fmla="*/ 20470 h 109044"/>
                <a:gd name="connsiteX10" fmla="*/ 37294 w 74341"/>
                <a:gd name="connsiteY10" fmla="*/ 4528 h 109044"/>
                <a:gd name="connsiteX11" fmla="*/ 57161 w 74341"/>
                <a:gd name="connsiteY11" fmla="*/ 19035 h 109044"/>
                <a:gd name="connsiteX12" fmla="*/ 59885 w 74341"/>
                <a:gd name="connsiteY12" fmla="*/ 52992 h 109044"/>
                <a:gd name="connsiteX13" fmla="*/ 57802 w 74341"/>
                <a:gd name="connsiteY13" fmla="*/ 86630 h 109044"/>
                <a:gd name="connsiteX14" fmla="*/ 37294 w 74341"/>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341" h="109044">
                  <a:moveTo>
                    <a:pt x="74465" y="55065"/>
                  </a:moveTo>
                  <a:cubicBezTo>
                    <a:pt x="74465" y="37528"/>
                    <a:pt x="72382" y="24934"/>
                    <a:pt x="65012" y="13775"/>
                  </a:cubicBezTo>
                  <a:cubicBezTo>
                    <a:pt x="60045" y="6441"/>
                    <a:pt x="50111" y="64"/>
                    <a:pt x="37294" y="64"/>
                  </a:cubicBezTo>
                  <a:cubicBezTo>
                    <a:pt x="123" y="64"/>
                    <a:pt x="123" y="43586"/>
                    <a:pt x="123" y="55065"/>
                  </a:cubicBezTo>
                  <a:cubicBezTo>
                    <a:pt x="123" y="66543"/>
                    <a:pt x="123" y="109109"/>
                    <a:pt x="37294" y="109109"/>
                  </a:cubicBezTo>
                  <a:cubicBezTo>
                    <a:pt x="74465" y="109109"/>
                    <a:pt x="74465" y="66543"/>
                    <a:pt x="74465" y="55065"/>
                  </a:cubicBezTo>
                  <a:close/>
                  <a:moveTo>
                    <a:pt x="37294" y="104645"/>
                  </a:moveTo>
                  <a:cubicBezTo>
                    <a:pt x="29924" y="104645"/>
                    <a:pt x="20150" y="100341"/>
                    <a:pt x="16946" y="87268"/>
                  </a:cubicBezTo>
                  <a:cubicBezTo>
                    <a:pt x="14703" y="77862"/>
                    <a:pt x="14703" y="64790"/>
                    <a:pt x="14703" y="52992"/>
                  </a:cubicBezTo>
                  <a:cubicBezTo>
                    <a:pt x="14703" y="41355"/>
                    <a:pt x="14703" y="29239"/>
                    <a:pt x="17106" y="20470"/>
                  </a:cubicBezTo>
                  <a:cubicBezTo>
                    <a:pt x="20471" y="7876"/>
                    <a:pt x="30725" y="4528"/>
                    <a:pt x="37294" y="4528"/>
                  </a:cubicBezTo>
                  <a:cubicBezTo>
                    <a:pt x="45946" y="4528"/>
                    <a:pt x="54277" y="9789"/>
                    <a:pt x="57161" y="19035"/>
                  </a:cubicBezTo>
                  <a:cubicBezTo>
                    <a:pt x="59725" y="27644"/>
                    <a:pt x="59885" y="39123"/>
                    <a:pt x="59885" y="52992"/>
                  </a:cubicBezTo>
                  <a:cubicBezTo>
                    <a:pt x="59885" y="64790"/>
                    <a:pt x="59885" y="76587"/>
                    <a:pt x="57802" y="86630"/>
                  </a:cubicBezTo>
                  <a:cubicBezTo>
                    <a:pt x="54598" y="101138"/>
                    <a:pt x="43703" y="104645"/>
                    <a:pt x="37294"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38" name="Group 37">
            <a:extLst>
              <a:ext uri="{FF2B5EF4-FFF2-40B4-BE49-F238E27FC236}">
                <a16:creationId xmlns:a16="http://schemas.microsoft.com/office/drawing/2014/main" id="{5C9DE1DE-A587-2FD1-0367-E44CD2C08DBA}"/>
              </a:ext>
            </a:extLst>
          </p:cNvPr>
          <p:cNvGrpSpPr>
            <a:grpSpLocks noChangeAspect="1"/>
          </p:cNvGrpSpPr>
          <p:nvPr>
            <p:custDataLst>
              <p:tags r:id="rId2"/>
            </p:custDataLst>
          </p:nvPr>
        </p:nvGrpSpPr>
        <p:grpSpPr>
          <a:xfrm>
            <a:off x="1795171" y="5673723"/>
            <a:ext cx="816639" cy="140575"/>
            <a:chOff x="4639614" y="5606187"/>
            <a:chExt cx="1361005" cy="234282"/>
          </a:xfrm>
        </p:grpSpPr>
        <p:sp>
          <p:nvSpPr>
            <p:cNvPr id="39" name="Freeform: Shape 38">
              <a:extLst>
                <a:ext uri="{FF2B5EF4-FFF2-40B4-BE49-F238E27FC236}">
                  <a16:creationId xmlns:a16="http://schemas.microsoft.com/office/drawing/2014/main" id="{74EF5431-096D-FF37-876E-D10DAF7DDDD5}"/>
                </a:ext>
              </a:extLst>
            </p:cNvPr>
            <p:cNvSpPr/>
            <p:nvPr>
              <p:custDataLst>
                <p:tags r:id="rId3"/>
              </p:custDataLst>
            </p:nvPr>
          </p:nvSpPr>
          <p:spPr>
            <a:xfrm>
              <a:off x="4639614" y="5637642"/>
              <a:ext cx="154912" cy="148480"/>
            </a:xfrm>
            <a:custGeom>
              <a:avLst/>
              <a:gdLst>
                <a:gd name="connsiteX0" fmla="*/ 45212 w 154912"/>
                <a:gd name="connsiteY0" fmla="*/ 2889 h 148480"/>
                <a:gd name="connsiteX1" fmla="*/ 38635 w 154912"/>
                <a:gd name="connsiteY1" fmla="*/ 63 h 148480"/>
                <a:gd name="connsiteX2" fmla="*/ 77 w 154912"/>
                <a:gd name="connsiteY2" fmla="*/ 63 h 148480"/>
                <a:gd name="connsiteX3" fmla="*/ 77 w 154912"/>
                <a:gd name="connsiteY3" fmla="*/ 6802 h 148480"/>
                <a:gd name="connsiteX4" fmla="*/ 6654 w 154912"/>
                <a:gd name="connsiteY4" fmla="*/ 6802 h 148480"/>
                <a:gd name="connsiteX5" fmla="*/ 17995 w 154912"/>
                <a:gd name="connsiteY5" fmla="*/ 7237 h 148480"/>
                <a:gd name="connsiteX6" fmla="*/ 23438 w 154912"/>
                <a:gd name="connsiteY6" fmla="*/ 12237 h 148480"/>
                <a:gd name="connsiteX7" fmla="*/ 23438 w 154912"/>
                <a:gd name="connsiteY7" fmla="*/ 125716 h 148480"/>
                <a:gd name="connsiteX8" fmla="*/ 77 w 154912"/>
                <a:gd name="connsiteY8" fmla="*/ 141804 h 148480"/>
                <a:gd name="connsiteX9" fmla="*/ 77 w 154912"/>
                <a:gd name="connsiteY9" fmla="*/ 148543 h 148480"/>
                <a:gd name="connsiteX10" fmla="*/ 26614 w 154912"/>
                <a:gd name="connsiteY10" fmla="*/ 147891 h 148480"/>
                <a:gd name="connsiteX11" fmla="*/ 53151 w 154912"/>
                <a:gd name="connsiteY11" fmla="*/ 148543 h 148480"/>
                <a:gd name="connsiteX12" fmla="*/ 53151 w 154912"/>
                <a:gd name="connsiteY12" fmla="*/ 141804 h 148480"/>
                <a:gd name="connsiteX13" fmla="*/ 29789 w 154912"/>
                <a:gd name="connsiteY13" fmla="*/ 125716 h 148480"/>
                <a:gd name="connsiteX14" fmla="*/ 29789 w 154912"/>
                <a:gd name="connsiteY14" fmla="*/ 12672 h 148480"/>
                <a:gd name="connsiteX15" fmla="*/ 32057 w 154912"/>
                <a:gd name="connsiteY15" fmla="*/ 15280 h 148480"/>
                <a:gd name="connsiteX16" fmla="*/ 124597 w 154912"/>
                <a:gd name="connsiteY16" fmla="*/ 145717 h 148480"/>
                <a:gd name="connsiteX17" fmla="*/ 128453 w 154912"/>
                <a:gd name="connsiteY17" fmla="*/ 148543 h 148480"/>
                <a:gd name="connsiteX18" fmla="*/ 131628 w 154912"/>
                <a:gd name="connsiteY18" fmla="*/ 142891 h 148480"/>
                <a:gd name="connsiteX19" fmla="*/ 131628 w 154912"/>
                <a:gd name="connsiteY19" fmla="*/ 22889 h 148480"/>
                <a:gd name="connsiteX20" fmla="*/ 154990 w 154912"/>
                <a:gd name="connsiteY20" fmla="*/ 6802 h 148480"/>
                <a:gd name="connsiteX21" fmla="*/ 154990 w 154912"/>
                <a:gd name="connsiteY21" fmla="*/ 63 h 148480"/>
                <a:gd name="connsiteX22" fmla="*/ 128453 w 154912"/>
                <a:gd name="connsiteY22" fmla="*/ 715 h 148480"/>
                <a:gd name="connsiteX23" fmla="*/ 101916 w 154912"/>
                <a:gd name="connsiteY23" fmla="*/ 63 h 148480"/>
                <a:gd name="connsiteX24" fmla="*/ 101916 w 154912"/>
                <a:gd name="connsiteY24" fmla="*/ 6802 h 148480"/>
                <a:gd name="connsiteX25" fmla="*/ 125277 w 154912"/>
                <a:gd name="connsiteY25" fmla="*/ 22889 h 148480"/>
                <a:gd name="connsiteX26" fmla="*/ 125277 w 154912"/>
                <a:gd name="connsiteY26" fmla="*/ 115716 h 148480"/>
                <a:gd name="connsiteX27" fmla="*/ 45212 w 154912"/>
                <a:gd name="connsiteY27" fmla="*/ 2889 h 1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4912" h="148480">
                  <a:moveTo>
                    <a:pt x="45212" y="2889"/>
                  </a:moveTo>
                  <a:cubicBezTo>
                    <a:pt x="43171" y="280"/>
                    <a:pt x="42944" y="63"/>
                    <a:pt x="38635" y="63"/>
                  </a:cubicBezTo>
                  <a:lnTo>
                    <a:pt x="77" y="63"/>
                  </a:lnTo>
                  <a:lnTo>
                    <a:pt x="77" y="6802"/>
                  </a:lnTo>
                  <a:lnTo>
                    <a:pt x="6654" y="6802"/>
                  </a:lnTo>
                  <a:cubicBezTo>
                    <a:pt x="10056" y="6802"/>
                    <a:pt x="14593" y="7019"/>
                    <a:pt x="17995" y="7237"/>
                  </a:cubicBezTo>
                  <a:cubicBezTo>
                    <a:pt x="23212" y="7889"/>
                    <a:pt x="23438" y="8106"/>
                    <a:pt x="23438" y="12237"/>
                  </a:cubicBezTo>
                  <a:lnTo>
                    <a:pt x="23438" y="125716"/>
                  </a:lnTo>
                  <a:cubicBezTo>
                    <a:pt x="23438" y="131586"/>
                    <a:pt x="23438" y="141804"/>
                    <a:pt x="77" y="141804"/>
                  </a:cubicBezTo>
                  <a:lnTo>
                    <a:pt x="77" y="148543"/>
                  </a:lnTo>
                  <a:cubicBezTo>
                    <a:pt x="8015" y="148325"/>
                    <a:pt x="19129" y="147891"/>
                    <a:pt x="26614" y="147891"/>
                  </a:cubicBezTo>
                  <a:cubicBezTo>
                    <a:pt x="34099" y="147891"/>
                    <a:pt x="45212" y="148325"/>
                    <a:pt x="53151" y="148543"/>
                  </a:cubicBezTo>
                  <a:lnTo>
                    <a:pt x="53151" y="141804"/>
                  </a:lnTo>
                  <a:cubicBezTo>
                    <a:pt x="29789" y="141804"/>
                    <a:pt x="29789" y="131586"/>
                    <a:pt x="29789" y="125716"/>
                  </a:cubicBezTo>
                  <a:lnTo>
                    <a:pt x="29789" y="12672"/>
                  </a:lnTo>
                  <a:cubicBezTo>
                    <a:pt x="30923" y="13759"/>
                    <a:pt x="31150" y="13976"/>
                    <a:pt x="32057" y="15280"/>
                  </a:cubicBezTo>
                  <a:lnTo>
                    <a:pt x="124597" y="145717"/>
                  </a:lnTo>
                  <a:cubicBezTo>
                    <a:pt x="126638" y="148325"/>
                    <a:pt x="126865" y="148543"/>
                    <a:pt x="128453" y="148543"/>
                  </a:cubicBezTo>
                  <a:cubicBezTo>
                    <a:pt x="131628" y="148543"/>
                    <a:pt x="131628" y="147021"/>
                    <a:pt x="131628" y="142891"/>
                  </a:cubicBezTo>
                  <a:lnTo>
                    <a:pt x="131628" y="22889"/>
                  </a:lnTo>
                  <a:cubicBezTo>
                    <a:pt x="131628" y="17019"/>
                    <a:pt x="131628" y="6802"/>
                    <a:pt x="154990" y="6802"/>
                  </a:cubicBezTo>
                  <a:lnTo>
                    <a:pt x="154990" y="63"/>
                  </a:lnTo>
                  <a:cubicBezTo>
                    <a:pt x="147051" y="280"/>
                    <a:pt x="135937" y="715"/>
                    <a:pt x="128453" y="715"/>
                  </a:cubicBezTo>
                  <a:cubicBezTo>
                    <a:pt x="120968" y="715"/>
                    <a:pt x="109854" y="280"/>
                    <a:pt x="101916" y="63"/>
                  </a:cubicBezTo>
                  <a:lnTo>
                    <a:pt x="101916" y="6802"/>
                  </a:lnTo>
                  <a:cubicBezTo>
                    <a:pt x="125277" y="6802"/>
                    <a:pt x="125277" y="17019"/>
                    <a:pt x="125277" y="22889"/>
                  </a:cubicBezTo>
                  <a:lnTo>
                    <a:pt x="125277" y="115716"/>
                  </a:lnTo>
                  <a:lnTo>
                    <a:pt x="45212" y="2889"/>
                  </a:ln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0" name="Freeform: Shape 39">
              <a:extLst>
                <a:ext uri="{FF2B5EF4-FFF2-40B4-BE49-F238E27FC236}">
                  <a16:creationId xmlns:a16="http://schemas.microsoft.com/office/drawing/2014/main" id="{4877D58D-CF32-5F15-47ED-C97137FCC408}"/>
                </a:ext>
              </a:extLst>
            </p:cNvPr>
            <p:cNvSpPr/>
            <p:nvPr>
              <p:custDataLst>
                <p:tags r:id="rId4"/>
              </p:custDataLst>
            </p:nvPr>
          </p:nvSpPr>
          <p:spPr>
            <a:xfrm>
              <a:off x="4808590" y="5688729"/>
              <a:ext cx="100477" cy="99783"/>
            </a:xfrm>
            <a:custGeom>
              <a:avLst/>
              <a:gdLst>
                <a:gd name="connsiteX0" fmla="*/ 100562 w 100477"/>
                <a:gd name="connsiteY0" fmla="*/ 50933 h 99783"/>
                <a:gd name="connsiteX1" fmla="*/ 50437 w 100477"/>
                <a:gd name="connsiteY1" fmla="*/ 63 h 99783"/>
                <a:gd name="connsiteX2" fmla="*/ 84 w 100477"/>
                <a:gd name="connsiteY2" fmla="*/ 50933 h 99783"/>
                <a:gd name="connsiteX3" fmla="*/ 50210 w 100477"/>
                <a:gd name="connsiteY3" fmla="*/ 99847 h 99783"/>
                <a:gd name="connsiteX4" fmla="*/ 100562 w 100477"/>
                <a:gd name="connsiteY4" fmla="*/ 50933 h 99783"/>
                <a:gd name="connsiteX5" fmla="*/ 50437 w 100477"/>
                <a:gd name="connsiteY5" fmla="*/ 94412 h 99783"/>
                <a:gd name="connsiteX6" fmla="*/ 24580 w 100477"/>
                <a:gd name="connsiteY6" fmla="*/ 79846 h 99783"/>
                <a:gd name="connsiteX7" fmla="*/ 18910 w 100477"/>
                <a:gd name="connsiteY7" fmla="*/ 49194 h 99783"/>
                <a:gd name="connsiteX8" fmla="*/ 24353 w 100477"/>
                <a:gd name="connsiteY8" fmla="*/ 19411 h 99783"/>
                <a:gd name="connsiteX9" fmla="*/ 50210 w 100477"/>
                <a:gd name="connsiteY9" fmla="*/ 4845 h 99783"/>
                <a:gd name="connsiteX10" fmla="*/ 75840 w 100477"/>
                <a:gd name="connsiteY10" fmla="*/ 18976 h 99783"/>
                <a:gd name="connsiteX11" fmla="*/ 81737 w 100477"/>
                <a:gd name="connsiteY11" fmla="*/ 49194 h 99783"/>
                <a:gd name="connsiteX12" fmla="*/ 76747 w 100477"/>
                <a:gd name="connsiteY12" fmla="*/ 78325 h 99783"/>
                <a:gd name="connsiteX13" fmla="*/ 50437 w 100477"/>
                <a:gd name="connsiteY13" fmla="*/ 94412 h 99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0477" h="99783">
                  <a:moveTo>
                    <a:pt x="100562" y="50933"/>
                  </a:moveTo>
                  <a:cubicBezTo>
                    <a:pt x="100562" y="23107"/>
                    <a:pt x="77881" y="63"/>
                    <a:pt x="50437" y="63"/>
                  </a:cubicBezTo>
                  <a:cubicBezTo>
                    <a:pt x="22085" y="63"/>
                    <a:pt x="84" y="23759"/>
                    <a:pt x="84" y="50933"/>
                  </a:cubicBezTo>
                  <a:cubicBezTo>
                    <a:pt x="84" y="78977"/>
                    <a:pt x="23673" y="99847"/>
                    <a:pt x="50210" y="99847"/>
                  </a:cubicBezTo>
                  <a:cubicBezTo>
                    <a:pt x="77654" y="99847"/>
                    <a:pt x="100562" y="78542"/>
                    <a:pt x="100562" y="50933"/>
                  </a:cubicBezTo>
                  <a:close/>
                  <a:moveTo>
                    <a:pt x="50437" y="94412"/>
                  </a:moveTo>
                  <a:cubicBezTo>
                    <a:pt x="40684" y="94412"/>
                    <a:pt x="30704" y="89846"/>
                    <a:pt x="24580" y="79846"/>
                  </a:cubicBezTo>
                  <a:cubicBezTo>
                    <a:pt x="18910" y="70281"/>
                    <a:pt x="18910" y="57020"/>
                    <a:pt x="18910" y="49194"/>
                  </a:cubicBezTo>
                  <a:cubicBezTo>
                    <a:pt x="18910" y="40715"/>
                    <a:pt x="18910" y="28976"/>
                    <a:pt x="24353" y="19411"/>
                  </a:cubicBezTo>
                  <a:cubicBezTo>
                    <a:pt x="30477" y="9411"/>
                    <a:pt x="41137" y="4845"/>
                    <a:pt x="50210" y="4845"/>
                  </a:cubicBezTo>
                  <a:cubicBezTo>
                    <a:pt x="60190" y="4845"/>
                    <a:pt x="69942" y="9628"/>
                    <a:pt x="75840" y="18976"/>
                  </a:cubicBezTo>
                  <a:cubicBezTo>
                    <a:pt x="81737" y="28324"/>
                    <a:pt x="81737" y="40933"/>
                    <a:pt x="81737" y="49194"/>
                  </a:cubicBezTo>
                  <a:cubicBezTo>
                    <a:pt x="81737" y="57020"/>
                    <a:pt x="81737" y="68759"/>
                    <a:pt x="76747" y="78325"/>
                  </a:cubicBezTo>
                  <a:cubicBezTo>
                    <a:pt x="71757" y="88107"/>
                    <a:pt x="61777" y="94412"/>
                    <a:pt x="50437" y="94412"/>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1" name="Freeform: Shape 40">
              <a:extLst>
                <a:ext uri="{FF2B5EF4-FFF2-40B4-BE49-F238E27FC236}">
                  <a16:creationId xmlns:a16="http://schemas.microsoft.com/office/drawing/2014/main" id="{2B9E2E1C-F251-369B-9B1B-F226741CE650}"/>
                </a:ext>
              </a:extLst>
            </p:cNvPr>
            <p:cNvSpPr/>
            <p:nvPr>
              <p:custDataLst>
                <p:tags r:id="rId5"/>
              </p:custDataLst>
            </p:nvPr>
          </p:nvSpPr>
          <p:spPr>
            <a:xfrm>
              <a:off x="4921997" y="5690034"/>
              <a:ext cx="76209" cy="96088"/>
            </a:xfrm>
            <a:custGeom>
              <a:avLst/>
              <a:gdLst>
                <a:gd name="connsiteX0" fmla="*/ 31616 w 76209"/>
                <a:gd name="connsiteY0" fmla="*/ 23976 h 96088"/>
                <a:gd name="connsiteX1" fmla="*/ 31616 w 76209"/>
                <a:gd name="connsiteY1" fmla="*/ 63 h 96088"/>
                <a:gd name="connsiteX2" fmla="*/ 89 w 76209"/>
                <a:gd name="connsiteY2" fmla="*/ 2454 h 96088"/>
                <a:gd name="connsiteX3" fmla="*/ 89 w 76209"/>
                <a:gd name="connsiteY3" fmla="*/ 9193 h 96088"/>
                <a:gd name="connsiteX4" fmla="*/ 17781 w 76209"/>
                <a:gd name="connsiteY4" fmla="*/ 21367 h 96088"/>
                <a:gd name="connsiteX5" fmla="*/ 17781 w 76209"/>
                <a:gd name="connsiteY5" fmla="*/ 79629 h 96088"/>
                <a:gd name="connsiteX6" fmla="*/ 89 w 76209"/>
                <a:gd name="connsiteY6" fmla="*/ 89412 h 96088"/>
                <a:gd name="connsiteX7" fmla="*/ 89 w 76209"/>
                <a:gd name="connsiteY7" fmla="*/ 96151 h 96088"/>
                <a:gd name="connsiteX8" fmla="*/ 25946 w 76209"/>
                <a:gd name="connsiteY8" fmla="*/ 95499 h 96088"/>
                <a:gd name="connsiteX9" fmla="*/ 54751 w 76209"/>
                <a:gd name="connsiteY9" fmla="*/ 96151 h 96088"/>
                <a:gd name="connsiteX10" fmla="*/ 54751 w 76209"/>
                <a:gd name="connsiteY10" fmla="*/ 89412 h 96088"/>
                <a:gd name="connsiteX11" fmla="*/ 49988 w 76209"/>
                <a:gd name="connsiteY11" fmla="*/ 89412 h 96088"/>
                <a:gd name="connsiteX12" fmla="*/ 32750 w 76209"/>
                <a:gd name="connsiteY12" fmla="*/ 79194 h 96088"/>
                <a:gd name="connsiteX13" fmla="*/ 32750 w 76209"/>
                <a:gd name="connsiteY13" fmla="*/ 45715 h 96088"/>
                <a:gd name="connsiteX14" fmla="*/ 59514 w 76209"/>
                <a:gd name="connsiteY14" fmla="*/ 4845 h 96088"/>
                <a:gd name="connsiteX15" fmla="*/ 62009 w 76209"/>
                <a:gd name="connsiteY15" fmla="*/ 5063 h 96088"/>
                <a:gd name="connsiteX16" fmla="*/ 56792 w 76209"/>
                <a:gd name="connsiteY16" fmla="*/ 13541 h 96088"/>
                <a:gd name="connsiteX17" fmla="*/ 66545 w 76209"/>
                <a:gd name="connsiteY17" fmla="*/ 22889 h 96088"/>
                <a:gd name="connsiteX18" fmla="*/ 76298 w 76209"/>
                <a:gd name="connsiteY18" fmla="*/ 13324 h 96088"/>
                <a:gd name="connsiteX19" fmla="*/ 59514 w 76209"/>
                <a:gd name="connsiteY19" fmla="*/ 63 h 96088"/>
                <a:gd name="connsiteX20" fmla="*/ 31616 w 76209"/>
                <a:gd name="connsiteY20" fmla="*/ 23976 h 9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209" h="96088">
                  <a:moveTo>
                    <a:pt x="31616" y="23976"/>
                  </a:moveTo>
                  <a:lnTo>
                    <a:pt x="31616" y="63"/>
                  </a:lnTo>
                  <a:lnTo>
                    <a:pt x="89" y="2454"/>
                  </a:lnTo>
                  <a:lnTo>
                    <a:pt x="89" y="9193"/>
                  </a:lnTo>
                  <a:cubicBezTo>
                    <a:pt x="15966" y="9193"/>
                    <a:pt x="17781" y="10715"/>
                    <a:pt x="17781" y="21367"/>
                  </a:cubicBezTo>
                  <a:lnTo>
                    <a:pt x="17781" y="79629"/>
                  </a:lnTo>
                  <a:cubicBezTo>
                    <a:pt x="17781" y="89412"/>
                    <a:pt x="15286" y="89412"/>
                    <a:pt x="89" y="89412"/>
                  </a:cubicBezTo>
                  <a:lnTo>
                    <a:pt x="89" y="96151"/>
                  </a:lnTo>
                  <a:cubicBezTo>
                    <a:pt x="8935" y="95933"/>
                    <a:pt x="19595" y="95499"/>
                    <a:pt x="25946" y="95499"/>
                  </a:cubicBezTo>
                  <a:cubicBezTo>
                    <a:pt x="35018" y="95499"/>
                    <a:pt x="45679" y="95499"/>
                    <a:pt x="54751" y="96151"/>
                  </a:cubicBezTo>
                  <a:lnTo>
                    <a:pt x="54751" y="89412"/>
                  </a:lnTo>
                  <a:lnTo>
                    <a:pt x="49988" y="89412"/>
                  </a:lnTo>
                  <a:cubicBezTo>
                    <a:pt x="33204" y="89412"/>
                    <a:pt x="32750" y="87020"/>
                    <a:pt x="32750" y="79194"/>
                  </a:cubicBezTo>
                  <a:lnTo>
                    <a:pt x="32750" y="45715"/>
                  </a:lnTo>
                  <a:cubicBezTo>
                    <a:pt x="32750" y="24193"/>
                    <a:pt x="42276" y="4845"/>
                    <a:pt x="59514" y="4845"/>
                  </a:cubicBezTo>
                  <a:cubicBezTo>
                    <a:pt x="61102" y="4845"/>
                    <a:pt x="61555" y="4845"/>
                    <a:pt x="62009" y="5063"/>
                  </a:cubicBezTo>
                  <a:cubicBezTo>
                    <a:pt x="61329" y="5280"/>
                    <a:pt x="56792" y="7889"/>
                    <a:pt x="56792" y="13541"/>
                  </a:cubicBezTo>
                  <a:cubicBezTo>
                    <a:pt x="56792" y="19628"/>
                    <a:pt x="61555" y="22889"/>
                    <a:pt x="66545" y="22889"/>
                  </a:cubicBezTo>
                  <a:cubicBezTo>
                    <a:pt x="70628" y="22889"/>
                    <a:pt x="76298" y="20280"/>
                    <a:pt x="76298" y="13324"/>
                  </a:cubicBezTo>
                  <a:cubicBezTo>
                    <a:pt x="76298" y="6367"/>
                    <a:pt x="69267" y="63"/>
                    <a:pt x="59514" y="63"/>
                  </a:cubicBezTo>
                  <a:cubicBezTo>
                    <a:pt x="42957" y="63"/>
                    <a:pt x="34791" y="14628"/>
                    <a:pt x="31616" y="23976"/>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2" name="Freeform: Shape 41">
              <a:extLst>
                <a:ext uri="{FF2B5EF4-FFF2-40B4-BE49-F238E27FC236}">
                  <a16:creationId xmlns:a16="http://schemas.microsoft.com/office/drawing/2014/main" id="{78906A3E-C367-6F56-12C1-9BFD93EA82DE}"/>
                </a:ext>
              </a:extLst>
            </p:cNvPr>
            <p:cNvSpPr/>
            <p:nvPr>
              <p:custDataLst>
                <p:tags r:id="rId6"/>
              </p:custDataLst>
            </p:nvPr>
          </p:nvSpPr>
          <p:spPr>
            <a:xfrm>
              <a:off x="5011739" y="5690034"/>
              <a:ext cx="177140" cy="96088"/>
            </a:xfrm>
            <a:custGeom>
              <a:avLst/>
              <a:gdLst>
                <a:gd name="connsiteX0" fmla="*/ 17784 w 177140"/>
                <a:gd name="connsiteY0" fmla="*/ 21367 h 96088"/>
                <a:gd name="connsiteX1" fmla="*/ 17784 w 177140"/>
                <a:gd name="connsiteY1" fmla="*/ 79629 h 96088"/>
                <a:gd name="connsiteX2" fmla="*/ 93 w 177140"/>
                <a:gd name="connsiteY2" fmla="*/ 89412 h 96088"/>
                <a:gd name="connsiteX3" fmla="*/ 93 w 177140"/>
                <a:gd name="connsiteY3" fmla="*/ 96151 h 96088"/>
                <a:gd name="connsiteX4" fmla="*/ 25723 w 177140"/>
                <a:gd name="connsiteY4" fmla="*/ 95499 h 96088"/>
                <a:gd name="connsiteX5" fmla="*/ 51126 w 177140"/>
                <a:gd name="connsiteY5" fmla="*/ 96151 h 96088"/>
                <a:gd name="connsiteX6" fmla="*/ 51126 w 177140"/>
                <a:gd name="connsiteY6" fmla="*/ 89412 h 96088"/>
                <a:gd name="connsiteX7" fmla="*/ 33435 w 177140"/>
                <a:gd name="connsiteY7" fmla="*/ 79629 h 96088"/>
                <a:gd name="connsiteX8" fmla="*/ 33435 w 177140"/>
                <a:gd name="connsiteY8" fmla="*/ 39628 h 96088"/>
                <a:gd name="connsiteX9" fmla="*/ 64054 w 177140"/>
                <a:gd name="connsiteY9" fmla="*/ 4845 h 96088"/>
                <a:gd name="connsiteX10" fmla="*/ 80838 w 177140"/>
                <a:gd name="connsiteY10" fmla="*/ 28976 h 96088"/>
                <a:gd name="connsiteX11" fmla="*/ 80838 w 177140"/>
                <a:gd name="connsiteY11" fmla="*/ 79629 h 96088"/>
                <a:gd name="connsiteX12" fmla="*/ 63147 w 177140"/>
                <a:gd name="connsiteY12" fmla="*/ 89412 h 96088"/>
                <a:gd name="connsiteX13" fmla="*/ 63147 w 177140"/>
                <a:gd name="connsiteY13" fmla="*/ 96151 h 96088"/>
                <a:gd name="connsiteX14" fmla="*/ 88777 w 177140"/>
                <a:gd name="connsiteY14" fmla="*/ 95499 h 96088"/>
                <a:gd name="connsiteX15" fmla="*/ 114180 w 177140"/>
                <a:gd name="connsiteY15" fmla="*/ 96151 h 96088"/>
                <a:gd name="connsiteX16" fmla="*/ 114180 w 177140"/>
                <a:gd name="connsiteY16" fmla="*/ 89412 h 96088"/>
                <a:gd name="connsiteX17" fmla="*/ 96488 w 177140"/>
                <a:gd name="connsiteY17" fmla="*/ 79629 h 96088"/>
                <a:gd name="connsiteX18" fmla="*/ 96488 w 177140"/>
                <a:gd name="connsiteY18" fmla="*/ 39628 h 96088"/>
                <a:gd name="connsiteX19" fmla="*/ 127108 w 177140"/>
                <a:gd name="connsiteY19" fmla="*/ 4845 h 96088"/>
                <a:gd name="connsiteX20" fmla="*/ 143892 w 177140"/>
                <a:gd name="connsiteY20" fmla="*/ 28976 h 96088"/>
                <a:gd name="connsiteX21" fmla="*/ 143892 w 177140"/>
                <a:gd name="connsiteY21" fmla="*/ 79629 h 96088"/>
                <a:gd name="connsiteX22" fmla="*/ 126201 w 177140"/>
                <a:gd name="connsiteY22" fmla="*/ 89412 h 96088"/>
                <a:gd name="connsiteX23" fmla="*/ 126201 w 177140"/>
                <a:gd name="connsiteY23" fmla="*/ 96151 h 96088"/>
                <a:gd name="connsiteX24" fmla="*/ 151831 w 177140"/>
                <a:gd name="connsiteY24" fmla="*/ 95499 h 96088"/>
                <a:gd name="connsiteX25" fmla="*/ 177234 w 177140"/>
                <a:gd name="connsiteY25" fmla="*/ 96151 h 96088"/>
                <a:gd name="connsiteX26" fmla="*/ 177234 w 177140"/>
                <a:gd name="connsiteY26" fmla="*/ 89412 h 96088"/>
                <a:gd name="connsiteX27" fmla="*/ 159542 w 177140"/>
                <a:gd name="connsiteY27" fmla="*/ 82890 h 96088"/>
                <a:gd name="connsiteX28" fmla="*/ 159542 w 177140"/>
                <a:gd name="connsiteY28" fmla="*/ 41368 h 96088"/>
                <a:gd name="connsiteX29" fmla="*/ 152511 w 177140"/>
                <a:gd name="connsiteY29" fmla="*/ 8106 h 96088"/>
                <a:gd name="connsiteX30" fmla="*/ 128696 w 177140"/>
                <a:gd name="connsiteY30" fmla="*/ 63 h 96088"/>
                <a:gd name="connsiteX31" fmla="*/ 95808 w 177140"/>
                <a:gd name="connsiteY31" fmla="*/ 21367 h 96088"/>
                <a:gd name="connsiteX32" fmla="*/ 65642 w 177140"/>
                <a:gd name="connsiteY32" fmla="*/ 63 h 96088"/>
                <a:gd name="connsiteX33" fmla="*/ 32074 w 177140"/>
                <a:gd name="connsiteY33" fmla="*/ 22889 h 96088"/>
                <a:gd name="connsiteX34" fmla="*/ 32074 w 177140"/>
                <a:gd name="connsiteY34" fmla="*/ 63 h 96088"/>
                <a:gd name="connsiteX35" fmla="*/ 93 w 177140"/>
                <a:gd name="connsiteY35" fmla="*/ 2454 h 96088"/>
                <a:gd name="connsiteX36" fmla="*/ 93 w 177140"/>
                <a:gd name="connsiteY36" fmla="*/ 9193 h 96088"/>
                <a:gd name="connsiteX37" fmla="*/ 17784 w 177140"/>
                <a:gd name="connsiteY37" fmla="*/ 21367 h 9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7140" h="96088">
                  <a:moveTo>
                    <a:pt x="17784" y="21367"/>
                  </a:moveTo>
                  <a:lnTo>
                    <a:pt x="17784" y="79629"/>
                  </a:lnTo>
                  <a:cubicBezTo>
                    <a:pt x="17784" y="89412"/>
                    <a:pt x="15290" y="89412"/>
                    <a:pt x="93" y="89412"/>
                  </a:cubicBezTo>
                  <a:lnTo>
                    <a:pt x="93" y="96151"/>
                  </a:lnTo>
                  <a:cubicBezTo>
                    <a:pt x="8032" y="95933"/>
                    <a:pt x="19599" y="95499"/>
                    <a:pt x="25723" y="95499"/>
                  </a:cubicBezTo>
                  <a:cubicBezTo>
                    <a:pt x="31620" y="95499"/>
                    <a:pt x="43414" y="95933"/>
                    <a:pt x="51126" y="96151"/>
                  </a:cubicBezTo>
                  <a:lnTo>
                    <a:pt x="51126" y="89412"/>
                  </a:lnTo>
                  <a:cubicBezTo>
                    <a:pt x="35929" y="89412"/>
                    <a:pt x="33435" y="89412"/>
                    <a:pt x="33435" y="79629"/>
                  </a:cubicBezTo>
                  <a:lnTo>
                    <a:pt x="33435" y="39628"/>
                  </a:lnTo>
                  <a:cubicBezTo>
                    <a:pt x="33435" y="17019"/>
                    <a:pt x="49538" y="4845"/>
                    <a:pt x="64054" y="4845"/>
                  </a:cubicBezTo>
                  <a:cubicBezTo>
                    <a:pt x="78343" y="4845"/>
                    <a:pt x="80838" y="16585"/>
                    <a:pt x="80838" y="28976"/>
                  </a:cubicBezTo>
                  <a:lnTo>
                    <a:pt x="80838" y="79629"/>
                  </a:lnTo>
                  <a:cubicBezTo>
                    <a:pt x="80838" y="89412"/>
                    <a:pt x="78343" y="89412"/>
                    <a:pt x="63147" y="89412"/>
                  </a:cubicBezTo>
                  <a:lnTo>
                    <a:pt x="63147" y="96151"/>
                  </a:lnTo>
                  <a:cubicBezTo>
                    <a:pt x="71085" y="95933"/>
                    <a:pt x="82653" y="95499"/>
                    <a:pt x="88777" y="95499"/>
                  </a:cubicBezTo>
                  <a:cubicBezTo>
                    <a:pt x="94674" y="95499"/>
                    <a:pt x="106468" y="95933"/>
                    <a:pt x="114180" y="96151"/>
                  </a:cubicBezTo>
                  <a:lnTo>
                    <a:pt x="114180" y="89412"/>
                  </a:lnTo>
                  <a:cubicBezTo>
                    <a:pt x="98983" y="89412"/>
                    <a:pt x="96488" y="89412"/>
                    <a:pt x="96488" y="79629"/>
                  </a:cubicBezTo>
                  <a:lnTo>
                    <a:pt x="96488" y="39628"/>
                  </a:lnTo>
                  <a:cubicBezTo>
                    <a:pt x="96488" y="17019"/>
                    <a:pt x="112592" y="4845"/>
                    <a:pt x="127108" y="4845"/>
                  </a:cubicBezTo>
                  <a:cubicBezTo>
                    <a:pt x="141397" y="4845"/>
                    <a:pt x="143892" y="16585"/>
                    <a:pt x="143892" y="28976"/>
                  </a:cubicBezTo>
                  <a:lnTo>
                    <a:pt x="143892" y="79629"/>
                  </a:lnTo>
                  <a:cubicBezTo>
                    <a:pt x="143892" y="89412"/>
                    <a:pt x="141397" y="89412"/>
                    <a:pt x="126201" y="89412"/>
                  </a:cubicBezTo>
                  <a:lnTo>
                    <a:pt x="126201" y="96151"/>
                  </a:lnTo>
                  <a:cubicBezTo>
                    <a:pt x="134139" y="95933"/>
                    <a:pt x="145707" y="95499"/>
                    <a:pt x="151831" y="95499"/>
                  </a:cubicBezTo>
                  <a:cubicBezTo>
                    <a:pt x="157728" y="95499"/>
                    <a:pt x="169522" y="95933"/>
                    <a:pt x="177234" y="96151"/>
                  </a:cubicBezTo>
                  <a:lnTo>
                    <a:pt x="177234" y="89412"/>
                  </a:lnTo>
                  <a:cubicBezTo>
                    <a:pt x="165439" y="89412"/>
                    <a:pt x="159769" y="89412"/>
                    <a:pt x="159542" y="82890"/>
                  </a:cubicBezTo>
                  <a:lnTo>
                    <a:pt x="159542" y="41368"/>
                  </a:lnTo>
                  <a:cubicBezTo>
                    <a:pt x="159542" y="22672"/>
                    <a:pt x="159542" y="15933"/>
                    <a:pt x="152511" y="8106"/>
                  </a:cubicBezTo>
                  <a:cubicBezTo>
                    <a:pt x="149336" y="4411"/>
                    <a:pt x="141851" y="63"/>
                    <a:pt x="128696" y="63"/>
                  </a:cubicBezTo>
                  <a:cubicBezTo>
                    <a:pt x="109644" y="63"/>
                    <a:pt x="99664" y="13106"/>
                    <a:pt x="95808" y="21367"/>
                  </a:cubicBezTo>
                  <a:cubicBezTo>
                    <a:pt x="92633" y="2454"/>
                    <a:pt x="75848" y="63"/>
                    <a:pt x="65642" y="63"/>
                  </a:cubicBezTo>
                  <a:cubicBezTo>
                    <a:pt x="49085" y="63"/>
                    <a:pt x="38424" y="9411"/>
                    <a:pt x="32074" y="22889"/>
                  </a:cubicBezTo>
                  <a:lnTo>
                    <a:pt x="32074" y="63"/>
                  </a:lnTo>
                  <a:lnTo>
                    <a:pt x="93" y="2454"/>
                  </a:lnTo>
                  <a:lnTo>
                    <a:pt x="93" y="9193"/>
                  </a:lnTo>
                  <a:cubicBezTo>
                    <a:pt x="15970" y="9193"/>
                    <a:pt x="17784" y="10715"/>
                    <a:pt x="17784" y="21367"/>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 name="Freeform: Shape 42">
              <a:extLst>
                <a:ext uri="{FF2B5EF4-FFF2-40B4-BE49-F238E27FC236}">
                  <a16:creationId xmlns:a16="http://schemas.microsoft.com/office/drawing/2014/main" id="{5AE5F9EB-D749-9936-D691-95F12A5F9435}"/>
                </a:ext>
              </a:extLst>
            </p:cNvPr>
            <p:cNvSpPr/>
            <p:nvPr>
              <p:custDataLst>
                <p:tags r:id="rId7"/>
              </p:custDataLst>
            </p:nvPr>
          </p:nvSpPr>
          <p:spPr>
            <a:xfrm>
              <a:off x="5203018" y="5688729"/>
              <a:ext cx="102292" cy="99783"/>
            </a:xfrm>
            <a:custGeom>
              <a:avLst/>
              <a:gdLst>
                <a:gd name="connsiteX0" fmla="*/ 66104 w 102292"/>
                <a:gd name="connsiteY0" fmla="*/ 80933 h 99783"/>
                <a:gd name="connsiteX1" fmla="*/ 83795 w 102292"/>
                <a:gd name="connsiteY1" fmla="*/ 98760 h 99783"/>
                <a:gd name="connsiteX2" fmla="*/ 102394 w 102292"/>
                <a:gd name="connsiteY2" fmla="*/ 78107 h 99783"/>
                <a:gd name="connsiteX3" fmla="*/ 102394 w 102292"/>
                <a:gd name="connsiteY3" fmla="*/ 65933 h 99783"/>
                <a:gd name="connsiteX4" fmla="*/ 96724 w 102292"/>
                <a:gd name="connsiteY4" fmla="*/ 65933 h 99783"/>
                <a:gd name="connsiteX5" fmla="*/ 96724 w 102292"/>
                <a:gd name="connsiteY5" fmla="*/ 78107 h 99783"/>
                <a:gd name="connsiteX6" fmla="*/ 88558 w 102292"/>
                <a:gd name="connsiteY6" fmla="*/ 92020 h 99783"/>
                <a:gd name="connsiteX7" fmla="*/ 80166 w 102292"/>
                <a:gd name="connsiteY7" fmla="*/ 81151 h 99783"/>
                <a:gd name="connsiteX8" fmla="*/ 80166 w 102292"/>
                <a:gd name="connsiteY8" fmla="*/ 37672 h 99783"/>
                <a:gd name="connsiteX9" fmla="*/ 72001 w 102292"/>
                <a:gd name="connsiteY9" fmla="*/ 12019 h 99783"/>
                <a:gd name="connsiteX10" fmla="*/ 40928 w 102292"/>
                <a:gd name="connsiteY10" fmla="*/ 63 h 99783"/>
                <a:gd name="connsiteX11" fmla="*/ 6679 w 102292"/>
                <a:gd name="connsiteY11" fmla="*/ 24628 h 99783"/>
                <a:gd name="connsiteX12" fmla="*/ 17112 w 102292"/>
                <a:gd name="connsiteY12" fmla="*/ 34846 h 99783"/>
                <a:gd name="connsiteX13" fmla="*/ 27546 w 102292"/>
                <a:gd name="connsiteY13" fmla="*/ 24846 h 99783"/>
                <a:gd name="connsiteX14" fmla="*/ 15978 w 102292"/>
                <a:gd name="connsiteY14" fmla="*/ 14846 h 99783"/>
                <a:gd name="connsiteX15" fmla="*/ 40474 w 102292"/>
                <a:gd name="connsiteY15" fmla="*/ 4845 h 99783"/>
                <a:gd name="connsiteX16" fmla="*/ 64516 w 102292"/>
                <a:gd name="connsiteY16" fmla="*/ 32672 h 99783"/>
                <a:gd name="connsiteX17" fmla="*/ 64516 w 102292"/>
                <a:gd name="connsiteY17" fmla="*/ 40715 h 99783"/>
                <a:gd name="connsiteX18" fmla="*/ 22783 w 102292"/>
                <a:gd name="connsiteY18" fmla="*/ 48542 h 99783"/>
                <a:gd name="connsiteX19" fmla="*/ 101 w 102292"/>
                <a:gd name="connsiteY19" fmla="*/ 76803 h 99783"/>
                <a:gd name="connsiteX20" fmla="*/ 36391 w 102292"/>
                <a:gd name="connsiteY20" fmla="*/ 99847 h 99783"/>
                <a:gd name="connsiteX21" fmla="*/ 66104 w 102292"/>
                <a:gd name="connsiteY21" fmla="*/ 80933 h 99783"/>
                <a:gd name="connsiteX22" fmla="*/ 64516 w 102292"/>
                <a:gd name="connsiteY22" fmla="*/ 45281 h 99783"/>
                <a:gd name="connsiteX23" fmla="*/ 64516 w 102292"/>
                <a:gd name="connsiteY23" fmla="*/ 67020 h 99783"/>
                <a:gd name="connsiteX24" fmla="*/ 37979 w 102292"/>
                <a:gd name="connsiteY24" fmla="*/ 95064 h 99783"/>
                <a:gd name="connsiteX25" fmla="*/ 17566 w 102292"/>
                <a:gd name="connsiteY25" fmla="*/ 76585 h 99783"/>
                <a:gd name="connsiteX26" fmla="*/ 64516 w 102292"/>
                <a:gd name="connsiteY26" fmla="*/ 45281 h 99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2292" h="99783">
                  <a:moveTo>
                    <a:pt x="66104" y="80933"/>
                  </a:moveTo>
                  <a:cubicBezTo>
                    <a:pt x="67011" y="89629"/>
                    <a:pt x="73135" y="98760"/>
                    <a:pt x="83795" y="98760"/>
                  </a:cubicBezTo>
                  <a:cubicBezTo>
                    <a:pt x="88558" y="98760"/>
                    <a:pt x="102394" y="95716"/>
                    <a:pt x="102394" y="78107"/>
                  </a:cubicBezTo>
                  <a:lnTo>
                    <a:pt x="102394" y="65933"/>
                  </a:lnTo>
                  <a:lnTo>
                    <a:pt x="96724" y="65933"/>
                  </a:lnTo>
                  <a:lnTo>
                    <a:pt x="96724" y="78107"/>
                  </a:lnTo>
                  <a:cubicBezTo>
                    <a:pt x="96724" y="90716"/>
                    <a:pt x="91053" y="92020"/>
                    <a:pt x="88558" y="92020"/>
                  </a:cubicBezTo>
                  <a:cubicBezTo>
                    <a:pt x="81073" y="92020"/>
                    <a:pt x="80166" y="82238"/>
                    <a:pt x="80166" y="81151"/>
                  </a:cubicBezTo>
                  <a:lnTo>
                    <a:pt x="80166" y="37672"/>
                  </a:lnTo>
                  <a:cubicBezTo>
                    <a:pt x="80166" y="28541"/>
                    <a:pt x="80166" y="20063"/>
                    <a:pt x="72001" y="12019"/>
                  </a:cubicBezTo>
                  <a:cubicBezTo>
                    <a:pt x="63155" y="3541"/>
                    <a:pt x="51815" y="63"/>
                    <a:pt x="40928" y="63"/>
                  </a:cubicBezTo>
                  <a:cubicBezTo>
                    <a:pt x="22329" y="63"/>
                    <a:pt x="6679" y="10280"/>
                    <a:pt x="6679" y="24628"/>
                  </a:cubicBezTo>
                  <a:cubicBezTo>
                    <a:pt x="6679" y="31150"/>
                    <a:pt x="11215" y="34846"/>
                    <a:pt x="17112" y="34846"/>
                  </a:cubicBezTo>
                  <a:cubicBezTo>
                    <a:pt x="23463" y="34846"/>
                    <a:pt x="27546" y="30498"/>
                    <a:pt x="27546" y="24846"/>
                  </a:cubicBezTo>
                  <a:cubicBezTo>
                    <a:pt x="27546" y="22237"/>
                    <a:pt x="26412" y="15063"/>
                    <a:pt x="15978" y="14846"/>
                  </a:cubicBezTo>
                  <a:cubicBezTo>
                    <a:pt x="22102" y="7237"/>
                    <a:pt x="33216" y="4845"/>
                    <a:pt x="40474" y="4845"/>
                  </a:cubicBezTo>
                  <a:cubicBezTo>
                    <a:pt x="51588" y="4845"/>
                    <a:pt x="64516" y="13324"/>
                    <a:pt x="64516" y="32672"/>
                  </a:cubicBezTo>
                  <a:lnTo>
                    <a:pt x="64516" y="40715"/>
                  </a:lnTo>
                  <a:cubicBezTo>
                    <a:pt x="52949" y="41368"/>
                    <a:pt x="37072" y="42020"/>
                    <a:pt x="22783" y="48542"/>
                  </a:cubicBezTo>
                  <a:cubicBezTo>
                    <a:pt x="5772" y="55933"/>
                    <a:pt x="101" y="67237"/>
                    <a:pt x="101" y="76803"/>
                  </a:cubicBezTo>
                  <a:cubicBezTo>
                    <a:pt x="101" y="94412"/>
                    <a:pt x="22102" y="99847"/>
                    <a:pt x="36391" y="99847"/>
                  </a:cubicBezTo>
                  <a:cubicBezTo>
                    <a:pt x="51361" y="99847"/>
                    <a:pt x="61794" y="91151"/>
                    <a:pt x="66104" y="80933"/>
                  </a:cubicBezTo>
                  <a:close/>
                  <a:moveTo>
                    <a:pt x="64516" y="45281"/>
                  </a:moveTo>
                  <a:lnTo>
                    <a:pt x="64516" y="67020"/>
                  </a:lnTo>
                  <a:cubicBezTo>
                    <a:pt x="64516" y="87672"/>
                    <a:pt x="48186" y="95064"/>
                    <a:pt x="37979" y="95064"/>
                  </a:cubicBezTo>
                  <a:cubicBezTo>
                    <a:pt x="26865" y="95064"/>
                    <a:pt x="17566" y="87455"/>
                    <a:pt x="17566" y="76585"/>
                  </a:cubicBezTo>
                  <a:cubicBezTo>
                    <a:pt x="17566" y="64629"/>
                    <a:pt x="27092" y="46585"/>
                    <a:pt x="64516" y="45281"/>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4" name="Freeform: Shape 43">
              <a:extLst>
                <a:ext uri="{FF2B5EF4-FFF2-40B4-BE49-F238E27FC236}">
                  <a16:creationId xmlns:a16="http://schemas.microsoft.com/office/drawing/2014/main" id="{95835C23-83E8-C809-784A-A77104DEB65B}"/>
                </a:ext>
              </a:extLst>
            </p:cNvPr>
            <p:cNvSpPr/>
            <p:nvPr>
              <p:custDataLst>
                <p:tags r:id="rId8"/>
              </p:custDataLst>
            </p:nvPr>
          </p:nvSpPr>
          <p:spPr>
            <a:xfrm>
              <a:off x="5314384" y="5635251"/>
              <a:ext cx="50352" cy="150871"/>
            </a:xfrm>
            <a:custGeom>
              <a:avLst/>
              <a:gdLst>
                <a:gd name="connsiteX0" fmla="*/ 32767 w 50352"/>
                <a:gd name="connsiteY0" fmla="*/ 63 h 150871"/>
                <a:gd name="connsiteX1" fmla="*/ 106 w 50352"/>
                <a:gd name="connsiteY1" fmla="*/ 2454 h 150871"/>
                <a:gd name="connsiteX2" fmla="*/ 106 w 50352"/>
                <a:gd name="connsiteY2" fmla="*/ 9193 h 150871"/>
                <a:gd name="connsiteX3" fmla="*/ 17798 w 50352"/>
                <a:gd name="connsiteY3" fmla="*/ 21367 h 150871"/>
                <a:gd name="connsiteX4" fmla="*/ 17798 w 50352"/>
                <a:gd name="connsiteY4" fmla="*/ 134412 h 150871"/>
                <a:gd name="connsiteX5" fmla="*/ 106 w 50352"/>
                <a:gd name="connsiteY5" fmla="*/ 144195 h 150871"/>
                <a:gd name="connsiteX6" fmla="*/ 106 w 50352"/>
                <a:gd name="connsiteY6" fmla="*/ 150934 h 150871"/>
                <a:gd name="connsiteX7" fmla="*/ 25283 w 50352"/>
                <a:gd name="connsiteY7" fmla="*/ 150282 h 150871"/>
                <a:gd name="connsiteX8" fmla="*/ 50459 w 50352"/>
                <a:gd name="connsiteY8" fmla="*/ 150934 h 150871"/>
                <a:gd name="connsiteX9" fmla="*/ 50459 w 50352"/>
                <a:gd name="connsiteY9" fmla="*/ 144195 h 150871"/>
                <a:gd name="connsiteX10" fmla="*/ 32767 w 50352"/>
                <a:gd name="connsiteY10" fmla="*/ 134412 h 150871"/>
                <a:gd name="connsiteX11" fmla="*/ 32767 w 50352"/>
                <a:gd name="connsiteY11" fmla="*/ 63 h 150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352" h="150871">
                  <a:moveTo>
                    <a:pt x="32767" y="63"/>
                  </a:moveTo>
                  <a:lnTo>
                    <a:pt x="106" y="2454"/>
                  </a:lnTo>
                  <a:lnTo>
                    <a:pt x="106" y="9193"/>
                  </a:lnTo>
                  <a:cubicBezTo>
                    <a:pt x="15983" y="9193"/>
                    <a:pt x="17798" y="10715"/>
                    <a:pt x="17798" y="21367"/>
                  </a:cubicBezTo>
                  <a:lnTo>
                    <a:pt x="17798" y="134412"/>
                  </a:lnTo>
                  <a:cubicBezTo>
                    <a:pt x="17798" y="144195"/>
                    <a:pt x="15303" y="144195"/>
                    <a:pt x="106" y="144195"/>
                  </a:cubicBezTo>
                  <a:lnTo>
                    <a:pt x="106" y="150934"/>
                  </a:lnTo>
                  <a:cubicBezTo>
                    <a:pt x="7591" y="150717"/>
                    <a:pt x="19612" y="150282"/>
                    <a:pt x="25283" y="150282"/>
                  </a:cubicBezTo>
                  <a:cubicBezTo>
                    <a:pt x="30953" y="150282"/>
                    <a:pt x="42067" y="150717"/>
                    <a:pt x="50459" y="150934"/>
                  </a:cubicBezTo>
                  <a:lnTo>
                    <a:pt x="50459" y="144195"/>
                  </a:lnTo>
                  <a:cubicBezTo>
                    <a:pt x="35262" y="144195"/>
                    <a:pt x="32767" y="144195"/>
                    <a:pt x="32767" y="134412"/>
                  </a:cubicBezTo>
                  <a:lnTo>
                    <a:pt x="32767" y="63"/>
                  </a:ln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5" name="Freeform: Shape 44">
              <a:extLst>
                <a:ext uri="{FF2B5EF4-FFF2-40B4-BE49-F238E27FC236}">
                  <a16:creationId xmlns:a16="http://schemas.microsoft.com/office/drawing/2014/main" id="{052FB45D-4BA6-EC03-8C22-7473301617FF}"/>
                </a:ext>
              </a:extLst>
            </p:cNvPr>
            <p:cNvSpPr/>
            <p:nvPr>
              <p:custDataLst>
                <p:tags r:id="rId9"/>
              </p:custDataLst>
            </p:nvPr>
          </p:nvSpPr>
          <p:spPr>
            <a:xfrm>
              <a:off x="5392357" y="5623076"/>
              <a:ext cx="52620" cy="217393"/>
            </a:xfrm>
            <a:custGeom>
              <a:avLst/>
              <a:gdLst>
                <a:gd name="connsiteX0" fmla="*/ 52730 w 52620"/>
                <a:gd name="connsiteY0" fmla="*/ 215283 h 217393"/>
                <a:gd name="connsiteX1" fmla="*/ 48874 w 52620"/>
                <a:gd name="connsiteY1" fmla="*/ 210500 h 217393"/>
                <a:gd name="connsiteX2" fmla="*/ 13264 w 52620"/>
                <a:gd name="connsiteY2" fmla="*/ 108760 h 217393"/>
                <a:gd name="connsiteX3" fmla="*/ 49781 w 52620"/>
                <a:gd name="connsiteY3" fmla="*/ 5932 h 217393"/>
                <a:gd name="connsiteX4" fmla="*/ 52730 w 52620"/>
                <a:gd name="connsiteY4" fmla="*/ 2237 h 217393"/>
                <a:gd name="connsiteX5" fmla="*/ 50462 w 52620"/>
                <a:gd name="connsiteY5" fmla="*/ 63 h 217393"/>
                <a:gd name="connsiteX6" fmla="*/ 14398 w 52620"/>
                <a:gd name="connsiteY6" fmla="*/ 42455 h 217393"/>
                <a:gd name="connsiteX7" fmla="*/ 109 w 52620"/>
                <a:gd name="connsiteY7" fmla="*/ 108760 h 217393"/>
                <a:gd name="connsiteX8" fmla="*/ 15079 w 52620"/>
                <a:gd name="connsiteY8" fmla="*/ 176587 h 217393"/>
                <a:gd name="connsiteX9" fmla="*/ 50462 w 52620"/>
                <a:gd name="connsiteY9" fmla="*/ 217457 h 217393"/>
                <a:gd name="connsiteX10" fmla="*/ 52730 w 52620"/>
                <a:gd name="connsiteY10" fmla="*/ 215283 h 21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620" h="217393">
                  <a:moveTo>
                    <a:pt x="52730" y="215283"/>
                  </a:moveTo>
                  <a:cubicBezTo>
                    <a:pt x="52730" y="214631"/>
                    <a:pt x="52730" y="214196"/>
                    <a:pt x="48874" y="210500"/>
                  </a:cubicBezTo>
                  <a:cubicBezTo>
                    <a:pt x="20522" y="183108"/>
                    <a:pt x="13264" y="142021"/>
                    <a:pt x="13264" y="108760"/>
                  </a:cubicBezTo>
                  <a:cubicBezTo>
                    <a:pt x="13264" y="70933"/>
                    <a:pt x="21883" y="33107"/>
                    <a:pt x="49781" y="5932"/>
                  </a:cubicBezTo>
                  <a:cubicBezTo>
                    <a:pt x="52730" y="3324"/>
                    <a:pt x="52730" y="2889"/>
                    <a:pt x="52730" y="2237"/>
                  </a:cubicBezTo>
                  <a:cubicBezTo>
                    <a:pt x="52730" y="715"/>
                    <a:pt x="51822" y="63"/>
                    <a:pt x="50462" y="63"/>
                  </a:cubicBezTo>
                  <a:cubicBezTo>
                    <a:pt x="48193" y="63"/>
                    <a:pt x="27780" y="14846"/>
                    <a:pt x="14398" y="42455"/>
                  </a:cubicBezTo>
                  <a:cubicBezTo>
                    <a:pt x="2831" y="66368"/>
                    <a:pt x="109" y="90499"/>
                    <a:pt x="109" y="108760"/>
                  </a:cubicBezTo>
                  <a:cubicBezTo>
                    <a:pt x="109" y="125716"/>
                    <a:pt x="2604" y="152021"/>
                    <a:pt x="15079" y="176587"/>
                  </a:cubicBezTo>
                  <a:cubicBezTo>
                    <a:pt x="28688" y="203326"/>
                    <a:pt x="48193" y="217457"/>
                    <a:pt x="50462" y="217457"/>
                  </a:cubicBezTo>
                  <a:cubicBezTo>
                    <a:pt x="51822" y="217457"/>
                    <a:pt x="52730" y="216804"/>
                    <a:pt x="52730" y="215283"/>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6" name="Freeform: Shape 45">
              <a:extLst>
                <a:ext uri="{FF2B5EF4-FFF2-40B4-BE49-F238E27FC236}">
                  <a16:creationId xmlns:a16="http://schemas.microsoft.com/office/drawing/2014/main" id="{FF21608E-9E4A-0CEA-CF80-5E168BF303FE}"/>
                </a:ext>
              </a:extLst>
            </p:cNvPr>
            <p:cNvSpPr/>
            <p:nvPr>
              <p:custDataLst>
                <p:tags r:id="rId10"/>
              </p:custDataLst>
            </p:nvPr>
          </p:nvSpPr>
          <p:spPr>
            <a:xfrm>
              <a:off x="5464912" y="5690034"/>
              <a:ext cx="122932" cy="143045"/>
            </a:xfrm>
            <a:custGeom>
              <a:avLst/>
              <a:gdLst>
                <a:gd name="connsiteX0" fmla="*/ 45702 w 122932"/>
                <a:gd name="connsiteY0" fmla="*/ 19846 h 143045"/>
                <a:gd name="connsiteX1" fmla="*/ 49105 w 122932"/>
                <a:gd name="connsiteY1" fmla="*/ 5932 h 143045"/>
                <a:gd name="connsiteX2" fmla="*/ 42527 w 122932"/>
                <a:gd name="connsiteY2" fmla="*/ 63 h 143045"/>
                <a:gd name="connsiteX3" fmla="*/ 33454 w 122932"/>
                <a:gd name="connsiteY3" fmla="*/ 7889 h 143045"/>
                <a:gd name="connsiteX4" fmla="*/ 793 w 122932"/>
                <a:gd name="connsiteY4" fmla="*/ 133760 h 143045"/>
                <a:gd name="connsiteX5" fmla="*/ 113 w 122932"/>
                <a:gd name="connsiteY5" fmla="*/ 137238 h 143045"/>
                <a:gd name="connsiteX6" fmla="*/ 6464 w 122932"/>
                <a:gd name="connsiteY6" fmla="*/ 143108 h 143045"/>
                <a:gd name="connsiteX7" fmla="*/ 14402 w 122932"/>
                <a:gd name="connsiteY7" fmla="*/ 138543 h 143045"/>
                <a:gd name="connsiteX8" fmla="*/ 26877 w 122932"/>
                <a:gd name="connsiteY8" fmla="*/ 91803 h 143045"/>
                <a:gd name="connsiteX9" fmla="*/ 48878 w 122932"/>
                <a:gd name="connsiteY9" fmla="*/ 98542 h 143045"/>
                <a:gd name="connsiteX10" fmla="*/ 79044 w 122932"/>
                <a:gd name="connsiteY10" fmla="*/ 82672 h 143045"/>
                <a:gd name="connsiteX11" fmla="*/ 99457 w 122932"/>
                <a:gd name="connsiteY11" fmla="*/ 98542 h 143045"/>
                <a:gd name="connsiteX12" fmla="*/ 116241 w 122932"/>
                <a:gd name="connsiteY12" fmla="*/ 86586 h 143045"/>
                <a:gd name="connsiteX13" fmla="*/ 123045 w 122932"/>
                <a:gd name="connsiteY13" fmla="*/ 65064 h 143045"/>
                <a:gd name="connsiteX14" fmla="*/ 120324 w 122932"/>
                <a:gd name="connsiteY14" fmla="*/ 62890 h 143045"/>
                <a:gd name="connsiteX15" fmla="*/ 117148 w 122932"/>
                <a:gd name="connsiteY15" fmla="*/ 66803 h 143045"/>
                <a:gd name="connsiteX16" fmla="*/ 99911 w 122932"/>
                <a:gd name="connsiteY16" fmla="*/ 93760 h 143045"/>
                <a:gd name="connsiteX17" fmla="*/ 93106 w 122932"/>
                <a:gd name="connsiteY17" fmla="*/ 83759 h 143045"/>
                <a:gd name="connsiteX18" fmla="*/ 97642 w 122932"/>
                <a:gd name="connsiteY18" fmla="*/ 61150 h 143045"/>
                <a:gd name="connsiteX19" fmla="*/ 103993 w 122932"/>
                <a:gd name="connsiteY19" fmla="*/ 37672 h 143045"/>
                <a:gd name="connsiteX20" fmla="*/ 107849 w 122932"/>
                <a:gd name="connsiteY20" fmla="*/ 22889 h 143045"/>
                <a:gd name="connsiteX21" fmla="*/ 111251 w 122932"/>
                <a:gd name="connsiteY21" fmla="*/ 8324 h 143045"/>
                <a:gd name="connsiteX22" fmla="*/ 104674 w 122932"/>
                <a:gd name="connsiteY22" fmla="*/ 2454 h 143045"/>
                <a:gd name="connsiteX23" fmla="*/ 95828 w 122932"/>
                <a:gd name="connsiteY23" fmla="*/ 10063 h 143045"/>
                <a:gd name="connsiteX24" fmla="*/ 85168 w 122932"/>
                <a:gd name="connsiteY24" fmla="*/ 50716 h 143045"/>
                <a:gd name="connsiteX25" fmla="*/ 79271 w 122932"/>
                <a:gd name="connsiteY25" fmla="*/ 72890 h 143045"/>
                <a:gd name="connsiteX26" fmla="*/ 49785 w 122932"/>
                <a:gd name="connsiteY26" fmla="*/ 93760 h 143045"/>
                <a:gd name="connsiteX27" fmla="*/ 33001 w 122932"/>
                <a:gd name="connsiteY27" fmla="*/ 74846 h 143045"/>
                <a:gd name="connsiteX28" fmla="*/ 36176 w 122932"/>
                <a:gd name="connsiteY28" fmla="*/ 56368 h 143045"/>
                <a:gd name="connsiteX29" fmla="*/ 45702 w 122932"/>
                <a:gd name="connsiteY29" fmla="*/ 19846 h 14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932" h="143045">
                  <a:moveTo>
                    <a:pt x="45702" y="19846"/>
                  </a:moveTo>
                  <a:cubicBezTo>
                    <a:pt x="46836" y="15280"/>
                    <a:pt x="49105" y="7019"/>
                    <a:pt x="49105" y="5932"/>
                  </a:cubicBezTo>
                  <a:cubicBezTo>
                    <a:pt x="49105" y="2237"/>
                    <a:pt x="46383" y="63"/>
                    <a:pt x="42527" y="63"/>
                  </a:cubicBezTo>
                  <a:cubicBezTo>
                    <a:pt x="41847" y="63"/>
                    <a:pt x="35496" y="280"/>
                    <a:pt x="33454" y="7889"/>
                  </a:cubicBezTo>
                  <a:lnTo>
                    <a:pt x="793" y="133760"/>
                  </a:lnTo>
                  <a:cubicBezTo>
                    <a:pt x="113" y="136369"/>
                    <a:pt x="113" y="136804"/>
                    <a:pt x="113" y="137238"/>
                  </a:cubicBezTo>
                  <a:cubicBezTo>
                    <a:pt x="113" y="140499"/>
                    <a:pt x="2608" y="143108"/>
                    <a:pt x="6464" y="143108"/>
                  </a:cubicBezTo>
                  <a:cubicBezTo>
                    <a:pt x="11227" y="143108"/>
                    <a:pt x="13949" y="139195"/>
                    <a:pt x="14402" y="138543"/>
                  </a:cubicBezTo>
                  <a:cubicBezTo>
                    <a:pt x="15309" y="136586"/>
                    <a:pt x="18258" y="125282"/>
                    <a:pt x="26877" y="91803"/>
                  </a:cubicBezTo>
                  <a:cubicBezTo>
                    <a:pt x="34135" y="97673"/>
                    <a:pt x="44341" y="98542"/>
                    <a:pt x="48878" y="98542"/>
                  </a:cubicBezTo>
                  <a:cubicBezTo>
                    <a:pt x="64755" y="98542"/>
                    <a:pt x="73600" y="88759"/>
                    <a:pt x="79044" y="82672"/>
                  </a:cubicBezTo>
                  <a:cubicBezTo>
                    <a:pt x="81085" y="92455"/>
                    <a:pt x="89477" y="98542"/>
                    <a:pt x="99457" y="98542"/>
                  </a:cubicBezTo>
                  <a:cubicBezTo>
                    <a:pt x="107395" y="98542"/>
                    <a:pt x="112612" y="93542"/>
                    <a:pt x="116241" y="86586"/>
                  </a:cubicBezTo>
                  <a:cubicBezTo>
                    <a:pt x="120097" y="78759"/>
                    <a:pt x="123045" y="65498"/>
                    <a:pt x="123045" y="65064"/>
                  </a:cubicBezTo>
                  <a:cubicBezTo>
                    <a:pt x="123045" y="62890"/>
                    <a:pt x="121004" y="62890"/>
                    <a:pt x="120324" y="62890"/>
                  </a:cubicBezTo>
                  <a:cubicBezTo>
                    <a:pt x="118056" y="62890"/>
                    <a:pt x="117829" y="63759"/>
                    <a:pt x="117148" y="66803"/>
                  </a:cubicBezTo>
                  <a:cubicBezTo>
                    <a:pt x="113292" y="80933"/>
                    <a:pt x="109210" y="93760"/>
                    <a:pt x="99911" y="93760"/>
                  </a:cubicBezTo>
                  <a:cubicBezTo>
                    <a:pt x="93787" y="93760"/>
                    <a:pt x="93106" y="88107"/>
                    <a:pt x="93106" y="83759"/>
                  </a:cubicBezTo>
                  <a:cubicBezTo>
                    <a:pt x="93106" y="78977"/>
                    <a:pt x="95828" y="68759"/>
                    <a:pt x="97642" y="61150"/>
                  </a:cubicBezTo>
                  <a:lnTo>
                    <a:pt x="103993" y="37672"/>
                  </a:lnTo>
                  <a:cubicBezTo>
                    <a:pt x="104674" y="34411"/>
                    <a:pt x="106942" y="26150"/>
                    <a:pt x="107849" y="22889"/>
                  </a:cubicBezTo>
                  <a:cubicBezTo>
                    <a:pt x="108983" y="17889"/>
                    <a:pt x="111251" y="9628"/>
                    <a:pt x="111251" y="8324"/>
                  </a:cubicBezTo>
                  <a:cubicBezTo>
                    <a:pt x="111251" y="4411"/>
                    <a:pt x="108076" y="2454"/>
                    <a:pt x="104674" y="2454"/>
                  </a:cubicBezTo>
                  <a:cubicBezTo>
                    <a:pt x="103540" y="2454"/>
                    <a:pt x="97642" y="2672"/>
                    <a:pt x="95828" y="10063"/>
                  </a:cubicBezTo>
                  <a:lnTo>
                    <a:pt x="85168" y="50716"/>
                  </a:lnTo>
                  <a:cubicBezTo>
                    <a:pt x="82446" y="61585"/>
                    <a:pt x="79951" y="70716"/>
                    <a:pt x="79271" y="72890"/>
                  </a:cubicBezTo>
                  <a:cubicBezTo>
                    <a:pt x="79044" y="73977"/>
                    <a:pt x="68157" y="93760"/>
                    <a:pt x="49785" y="93760"/>
                  </a:cubicBezTo>
                  <a:cubicBezTo>
                    <a:pt x="38444" y="93760"/>
                    <a:pt x="33001" y="86586"/>
                    <a:pt x="33001" y="74846"/>
                  </a:cubicBezTo>
                  <a:cubicBezTo>
                    <a:pt x="33001" y="68542"/>
                    <a:pt x="34588" y="62455"/>
                    <a:pt x="36176" y="56368"/>
                  </a:cubicBezTo>
                  <a:lnTo>
                    <a:pt x="45702" y="19846"/>
                  </a:ln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7" name="Freeform: Shape 46">
              <a:extLst>
                <a:ext uri="{FF2B5EF4-FFF2-40B4-BE49-F238E27FC236}">
                  <a16:creationId xmlns:a16="http://schemas.microsoft.com/office/drawing/2014/main" id="{BA4D11DC-306B-EC0B-06FA-96E7A95201A4}"/>
                </a:ext>
              </a:extLst>
            </p:cNvPr>
            <p:cNvSpPr/>
            <p:nvPr>
              <p:custDataLst>
                <p:tags r:id="rId11"/>
              </p:custDataLst>
            </p:nvPr>
          </p:nvSpPr>
          <p:spPr>
            <a:xfrm>
              <a:off x="5614279" y="5763078"/>
              <a:ext cx="26537" cy="65000"/>
            </a:xfrm>
            <a:custGeom>
              <a:avLst/>
              <a:gdLst>
                <a:gd name="connsiteX0" fmla="*/ 26656 w 26537"/>
                <a:gd name="connsiteY0" fmla="*/ 22889 h 65000"/>
                <a:gd name="connsiteX1" fmla="*/ 12140 w 26537"/>
                <a:gd name="connsiteY1" fmla="*/ 63 h 65000"/>
                <a:gd name="connsiteX2" fmla="*/ 119 w 26537"/>
                <a:gd name="connsiteY2" fmla="*/ 11585 h 65000"/>
                <a:gd name="connsiteX3" fmla="*/ 12140 w 26537"/>
                <a:gd name="connsiteY3" fmla="*/ 23107 h 65000"/>
                <a:gd name="connsiteX4" fmla="*/ 20078 w 26537"/>
                <a:gd name="connsiteY4" fmla="*/ 20280 h 65000"/>
                <a:gd name="connsiteX5" fmla="*/ 21213 w 26537"/>
                <a:gd name="connsiteY5" fmla="*/ 19628 h 65000"/>
                <a:gd name="connsiteX6" fmla="*/ 21666 w 26537"/>
                <a:gd name="connsiteY6" fmla="*/ 22889 h 65000"/>
                <a:gd name="connsiteX7" fmla="*/ 6243 w 26537"/>
                <a:gd name="connsiteY7" fmla="*/ 59194 h 65000"/>
                <a:gd name="connsiteX8" fmla="*/ 3748 w 26537"/>
                <a:gd name="connsiteY8" fmla="*/ 62672 h 65000"/>
                <a:gd name="connsiteX9" fmla="*/ 6016 w 26537"/>
                <a:gd name="connsiteY9" fmla="*/ 65064 h 65000"/>
                <a:gd name="connsiteX10" fmla="*/ 26656 w 26537"/>
                <a:gd name="connsiteY10" fmla="*/ 22889 h 6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537" h="65000">
                  <a:moveTo>
                    <a:pt x="26656" y="22889"/>
                  </a:moveTo>
                  <a:cubicBezTo>
                    <a:pt x="26656" y="8541"/>
                    <a:pt x="20986" y="63"/>
                    <a:pt x="12140" y="63"/>
                  </a:cubicBezTo>
                  <a:cubicBezTo>
                    <a:pt x="4655" y="63"/>
                    <a:pt x="119" y="5498"/>
                    <a:pt x="119" y="11585"/>
                  </a:cubicBezTo>
                  <a:cubicBezTo>
                    <a:pt x="119" y="17454"/>
                    <a:pt x="4655" y="23107"/>
                    <a:pt x="12140" y="23107"/>
                  </a:cubicBezTo>
                  <a:cubicBezTo>
                    <a:pt x="14862" y="23107"/>
                    <a:pt x="17810" y="22237"/>
                    <a:pt x="20078" y="20280"/>
                  </a:cubicBezTo>
                  <a:cubicBezTo>
                    <a:pt x="20759" y="19846"/>
                    <a:pt x="20986" y="19628"/>
                    <a:pt x="21213" y="19628"/>
                  </a:cubicBezTo>
                  <a:cubicBezTo>
                    <a:pt x="21439" y="19628"/>
                    <a:pt x="21666" y="19846"/>
                    <a:pt x="21666" y="22889"/>
                  </a:cubicBezTo>
                  <a:cubicBezTo>
                    <a:pt x="21666" y="38976"/>
                    <a:pt x="13728" y="52020"/>
                    <a:pt x="6243" y="59194"/>
                  </a:cubicBezTo>
                  <a:cubicBezTo>
                    <a:pt x="3748" y="61585"/>
                    <a:pt x="3748" y="62020"/>
                    <a:pt x="3748" y="62672"/>
                  </a:cubicBezTo>
                  <a:cubicBezTo>
                    <a:pt x="3748" y="64194"/>
                    <a:pt x="4882" y="65064"/>
                    <a:pt x="6016" y="65064"/>
                  </a:cubicBezTo>
                  <a:cubicBezTo>
                    <a:pt x="8511" y="65064"/>
                    <a:pt x="26656" y="48324"/>
                    <a:pt x="26656" y="22889"/>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8" name="Freeform: Shape 47">
              <a:extLst>
                <a:ext uri="{FF2B5EF4-FFF2-40B4-BE49-F238E27FC236}">
                  <a16:creationId xmlns:a16="http://schemas.microsoft.com/office/drawing/2014/main" id="{B9AC53D8-B9FB-23CF-CA40-2B4CFC50CEE4}"/>
                </a:ext>
              </a:extLst>
            </p:cNvPr>
            <p:cNvSpPr/>
            <p:nvPr>
              <p:custDataLst>
                <p:tags r:id="rId12"/>
              </p:custDataLst>
            </p:nvPr>
          </p:nvSpPr>
          <p:spPr>
            <a:xfrm>
              <a:off x="5704197" y="5692425"/>
              <a:ext cx="119983" cy="96088"/>
            </a:xfrm>
            <a:custGeom>
              <a:avLst/>
              <a:gdLst>
                <a:gd name="connsiteX0" fmla="*/ 108993 w 119983"/>
                <a:gd name="connsiteY0" fmla="*/ 12672 h 96088"/>
                <a:gd name="connsiteX1" fmla="*/ 120107 w 119983"/>
                <a:gd name="connsiteY1" fmla="*/ 5280 h 96088"/>
                <a:gd name="connsiteX2" fmla="*/ 111262 w 119983"/>
                <a:gd name="connsiteY2" fmla="*/ 63 h 96088"/>
                <a:gd name="connsiteX3" fmla="*/ 59548 w 119983"/>
                <a:gd name="connsiteY3" fmla="*/ 63 h 96088"/>
                <a:gd name="connsiteX4" fmla="*/ 123 w 119983"/>
                <a:gd name="connsiteY4" fmla="*/ 61803 h 96088"/>
                <a:gd name="connsiteX5" fmla="*/ 34145 w 119983"/>
                <a:gd name="connsiteY5" fmla="*/ 96151 h 96088"/>
                <a:gd name="connsiteX6" fmla="*/ 91075 w 119983"/>
                <a:gd name="connsiteY6" fmla="*/ 36368 h 96088"/>
                <a:gd name="connsiteX7" fmla="*/ 84044 w 119983"/>
                <a:gd name="connsiteY7" fmla="*/ 12672 h 96088"/>
                <a:gd name="connsiteX8" fmla="*/ 108993 w 119983"/>
                <a:gd name="connsiteY8" fmla="*/ 12672 h 96088"/>
                <a:gd name="connsiteX9" fmla="*/ 34372 w 119983"/>
                <a:gd name="connsiteY9" fmla="*/ 91368 h 96088"/>
                <a:gd name="connsiteX10" fmla="*/ 14186 w 119983"/>
                <a:gd name="connsiteY10" fmla="*/ 67890 h 96088"/>
                <a:gd name="connsiteX11" fmla="*/ 24846 w 119983"/>
                <a:gd name="connsiteY11" fmla="*/ 30715 h 96088"/>
                <a:gd name="connsiteX12" fmla="*/ 55693 w 119983"/>
                <a:gd name="connsiteY12" fmla="*/ 12672 h 96088"/>
                <a:gd name="connsiteX13" fmla="*/ 76559 w 119983"/>
                <a:gd name="connsiteY13" fmla="*/ 33759 h 96088"/>
                <a:gd name="connsiteX14" fmla="*/ 64311 w 119983"/>
                <a:gd name="connsiteY14" fmla="*/ 72890 h 96088"/>
                <a:gd name="connsiteX15" fmla="*/ 34372 w 119983"/>
                <a:gd name="connsiteY15" fmla="*/ 91368 h 9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9983" h="96088">
                  <a:moveTo>
                    <a:pt x="108993" y="12672"/>
                  </a:moveTo>
                  <a:cubicBezTo>
                    <a:pt x="111942" y="12672"/>
                    <a:pt x="120107" y="12672"/>
                    <a:pt x="120107" y="5280"/>
                  </a:cubicBezTo>
                  <a:cubicBezTo>
                    <a:pt x="120107" y="63"/>
                    <a:pt x="115344" y="63"/>
                    <a:pt x="111262" y="63"/>
                  </a:cubicBezTo>
                  <a:lnTo>
                    <a:pt x="59548" y="63"/>
                  </a:lnTo>
                  <a:cubicBezTo>
                    <a:pt x="25300" y="63"/>
                    <a:pt x="123" y="35933"/>
                    <a:pt x="123" y="61803"/>
                  </a:cubicBezTo>
                  <a:cubicBezTo>
                    <a:pt x="123" y="80933"/>
                    <a:pt x="13505" y="96151"/>
                    <a:pt x="34145" y="96151"/>
                  </a:cubicBezTo>
                  <a:cubicBezTo>
                    <a:pt x="60909" y="96151"/>
                    <a:pt x="91075" y="69846"/>
                    <a:pt x="91075" y="36368"/>
                  </a:cubicBezTo>
                  <a:cubicBezTo>
                    <a:pt x="91075" y="32672"/>
                    <a:pt x="91075" y="22237"/>
                    <a:pt x="84044" y="12672"/>
                  </a:cubicBezTo>
                  <a:lnTo>
                    <a:pt x="108993" y="12672"/>
                  </a:lnTo>
                  <a:close/>
                  <a:moveTo>
                    <a:pt x="34372" y="91368"/>
                  </a:moveTo>
                  <a:cubicBezTo>
                    <a:pt x="23258" y="91368"/>
                    <a:pt x="14186" y="83542"/>
                    <a:pt x="14186" y="67890"/>
                  </a:cubicBezTo>
                  <a:cubicBezTo>
                    <a:pt x="14186" y="61368"/>
                    <a:pt x="16908" y="43542"/>
                    <a:pt x="24846" y="30715"/>
                  </a:cubicBezTo>
                  <a:cubicBezTo>
                    <a:pt x="34372" y="15715"/>
                    <a:pt x="47981" y="12672"/>
                    <a:pt x="55693" y="12672"/>
                  </a:cubicBezTo>
                  <a:cubicBezTo>
                    <a:pt x="74745" y="12672"/>
                    <a:pt x="76559" y="27020"/>
                    <a:pt x="76559" y="33759"/>
                  </a:cubicBezTo>
                  <a:cubicBezTo>
                    <a:pt x="76559" y="43976"/>
                    <a:pt x="72023" y="61803"/>
                    <a:pt x="64311" y="72890"/>
                  </a:cubicBezTo>
                  <a:cubicBezTo>
                    <a:pt x="55466" y="85716"/>
                    <a:pt x="43218" y="91368"/>
                    <a:pt x="34372" y="91368"/>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 name="Freeform: Shape 48">
              <a:extLst>
                <a:ext uri="{FF2B5EF4-FFF2-40B4-BE49-F238E27FC236}">
                  <a16:creationId xmlns:a16="http://schemas.microsoft.com/office/drawing/2014/main" id="{0AE86999-1552-CDD4-39B5-9CCFB8E3D8E3}"/>
                </a:ext>
              </a:extLst>
            </p:cNvPr>
            <p:cNvSpPr/>
            <p:nvPr>
              <p:custDataLst>
                <p:tags r:id="rId13"/>
              </p:custDataLst>
            </p:nvPr>
          </p:nvSpPr>
          <p:spPr>
            <a:xfrm>
              <a:off x="5843322" y="5606187"/>
              <a:ext cx="70175" cy="101044"/>
            </a:xfrm>
            <a:custGeom>
              <a:avLst/>
              <a:gdLst>
                <a:gd name="connsiteX0" fmla="*/ 70305 w 70175"/>
                <a:gd name="connsiteY0" fmla="*/ 73408 h 101044"/>
                <a:gd name="connsiteX1" fmla="*/ 64907 w 70175"/>
                <a:gd name="connsiteY1" fmla="*/ 73408 h 101044"/>
                <a:gd name="connsiteX2" fmla="*/ 60779 w 70175"/>
                <a:gd name="connsiteY2" fmla="*/ 87256 h 101044"/>
                <a:gd name="connsiteX3" fmla="*/ 45061 w 70175"/>
                <a:gd name="connsiteY3" fmla="*/ 88169 h 101044"/>
                <a:gd name="connsiteX4" fmla="*/ 15848 w 70175"/>
                <a:gd name="connsiteY4" fmla="*/ 88169 h 101044"/>
                <a:gd name="connsiteX5" fmla="*/ 47601 w 70175"/>
                <a:gd name="connsiteY5" fmla="*/ 62603 h 101044"/>
                <a:gd name="connsiteX6" fmla="*/ 70305 w 70175"/>
                <a:gd name="connsiteY6" fmla="*/ 29733 h 101044"/>
                <a:gd name="connsiteX7" fmla="*/ 33153 w 70175"/>
                <a:gd name="connsiteY7" fmla="*/ 59 h 101044"/>
                <a:gd name="connsiteX8" fmla="*/ 129 w 70175"/>
                <a:gd name="connsiteY8" fmla="*/ 27299 h 101044"/>
                <a:gd name="connsiteX9" fmla="*/ 8544 w 70175"/>
                <a:gd name="connsiteY9" fmla="*/ 35820 h 101044"/>
                <a:gd name="connsiteX10" fmla="*/ 16959 w 70175"/>
                <a:gd name="connsiteY10" fmla="*/ 27755 h 101044"/>
                <a:gd name="connsiteX11" fmla="*/ 7592 w 70175"/>
                <a:gd name="connsiteY11" fmla="*/ 19690 h 101044"/>
                <a:gd name="connsiteX12" fmla="*/ 30772 w 70175"/>
                <a:gd name="connsiteY12" fmla="*/ 5537 h 101044"/>
                <a:gd name="connsiteX13" fmla="*/ 54905 w 70175"/>
                <a:gd name="connsiteY13" fmla="*/ 29733 h 101044"/>
                <a:gd name="connsiteX14" fmla="*/ 39980 w 70175"/>
                <a:gd name="connsiteY14" fmla="*/ 58951 h 101044"/>
                <a:gd name="connsiteX15" fmla="*/ 1717 w 70175"/>
                <a:gd name="connsiteY15" fmla="*/ 95169 h 101044"/>
                <a:gd name="connsiteX16" fmla="*/ 129 w 70175"/>
                <a:gd name="connsiteY16" fmla="*/ 101104 h 101044"/>
                <a:gd name="connsiteX17" fmla="*/ 65542 w 70175"/>
                <a:gd name="connsiteY17" fmla="*/ 101104 h 101044"/>
                <a:gd name="connsiteX18" fmla="*/ 70305 w 70175"/>
                <a:gd name="connsiteY18" fmla="*/ 73408 h 10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0175" h="101044">
                  <a:moveTo>
                    <a:pt x="70305" y="73408"/>
                  </a:moveTo>
                  <a:lnTo>
                    <a:pt x="64907" y="73408"/>
                  </a:lnTo>
                  <a:cubicBezTo>
                    <a:pt x="64431" y="76756"/>
                    <a:pt x="62843" y="85734"/>
                    <a:pt x="60779" y="87256"/>
                  </a:cubicBezTo>
                  <a:cubicBezTo>
                    <a:pt x="59509" y="88169"/>
                    <a:pt x="47284" y="88169"/>
                    <a:pt x="45061" y="88169"/>
                  </a:cubicBezTo>
                  <a:lnTo>
                    <a:pt x="15848" y="88169"/>
                  </a:lnTo>
                  <a:cubicBezTo>
                    <a:pt x="32518" y="74017"/>
                    <a:pt x="38075" y="69756"/>
                    <a:pt x="47601" y="62603"/>
                  </a:cubicBezTo>
                  <a:cubicBezTo>
                    <a:pt x="59350" y="53625"/>
                    <a:pt x="70305" y="44190"/>
                    <a:pt x="70305" y="29733"/>
                  </a:cubicBezTo>
                  <a:cubicBezTo>
                    <a:pt x="70305" y="11320"/>
                    <a:pt x="53476" y="59"/>
                    <a:pt x="33153" y="59"/>
                  </a:cubicBezTo>
                  <a:cubicBezTo>
                    <a:pt x="13466" y="59"/>
                    <a:pt x="129" y="13298"/>
                    <a:pt x="129" y="27299"/>
                  </a:cubicBezTo>
                  <a:cubicBezTo>
                    <a:pt x="129" y="35060"/>
                    <a:pt x="6957" y="35820"/>
                    <a:pt x="8544" y="35820"/>
                  </a:cubicBezTo>
                  <a:cubicBezTo>
                    <a:pt x="12355" y="35820"/>
                    <a:pt x="16959" y="33233"/>
                    <a:pt x="16959" y="27755"/>
                  </a:cubicBezTo>
                  <a:cubicBezTo>
                    <a:pt x="16959" y="25016"/>
                    <a:pt x="15848" y="19690"/>
                    <a:pt x="7592" y="19690"/>
                  </a:cubicBezTo>
                  <a:cubicBezTo>
                    <a:pt x="12513" y="8885"/>
                    <a:pt x="23310" y="5537"/>
                    <a:pt x="30772" y="5537"/>
                  </a:cubicBezTo>
                  <a:cubicBezTo>
                    <a:pt x="46649" y="5537"/>
                    <a:pt x="54905" y="17407"/>
                    <a:pt x="54905" y="29733"/>
                  </a:cubicBezTo>
                  <a:cubicBezTo>
                    <a:pt x="54905" y="42973"/>
                    <a:pt x="45061" y="53473"/>
                    <a:pt x="39980" y="58951"/>
                  </a:cubicBezTo>
                  <a:lnTo>
                    <a:pt x="1717" y="95169"/>
                  </a:lnTo>
                  <a:cubicBezTo>
                    <a:pt x="129" y="96539"/>
                    <a:pt x="129" y="96843"/>
                    <a:pt x="129" y="101104"/>
                  </a:cubicBezTo>
                  <a:lnTo>
                    <a:pt x="65542" y="101104"/>
                  </a:lnTo>
                  <a:lnTo>
                    <a:pt x="70305" y="73408"/>
                  </a:ln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 name="Freeform: Shape 49">
              <a:extLst>
                <a:ext uri="{FF2B5EF4-FFF2-40B4-BE49-F238E27FC236}">
                  <a16:creationId xmlns:a16="http://schemas.microsoft.com/office/drawing/2014/main" id="{76AC73A0-E981-12C7-1D75-47FDE11AA3A9}"/>
                </a:ext>
              </a:extLst>
            </p:cNvPr>
            <p:cNvSpPr/>
            <p:nvPr>
              <p:custDataLst>
                <p:tags r:id="rId14"/>
              </p:custDataLst>
            </p:nvPr>
          </p:nvSpPr>
          <p:spPr>
            <a:xfrm>
              <a:off x="5947999" y="5623076"/>
              <a:ext cx="52620" cy="217393"/>
            </a:xfrm>
            <a:custGeom>
              <a:avLst/>
              <a:gdLst>
                <a:gd name="connsiteX0" fmla="*/ 52754 w 52620"/>
                <a:gd name="connsiteY0" fmla="*/ 108760 h 217393"/>
                <a:gd name="connsiteX1" fmla="*/ 37785 w 52620"/>
                <a:gd name="connsiteY1" fmla="*/ 40933 h 217393"/>
                <a:gd name="connsiteX2" fmla="*/ 2402 w 52620"/>
                <a:gd name="connsiteY2" fmla="*/ 63 h 217393"/>
                <a:gd name="connsiteX3" fmla="*/ 134 w 52620"/>
                <a:gd name="connsiteY3" fmla="*/ 2237 h 217393"/>
                <a:gd name="connsiteX4" fmla="*/ 4443 w 52620"/>
                <a:gd name="connsiteY4" fmla="*/ 7237 h 217393"/>
                <a:gd name="connsiteX5" fmla="*/ 39599 w 52620"/>
                <a:gd name="connsiteY5" fmla="*/ 108760 h 217393"/>
                <a:gd name="connsiteX6" fmla="*/ 3083 w 52620"/>
                <a:gd name="connsiteY6" fmla="*/ 211587 h 217393"/>
                <a:gd name="connsiteX7" fmla="*/ 134 w 52620"/>
                <a:gd name="connsiteY7" fmla="*/ 215283 h 217393"/>
                <a:gd name="connsiteX8" fmla="*/ 2402 w 52620"/>
                <a:gd name="connsiteY8" fmla="*/ 217457 h 217393"/>
                <a:gd name="connsiteX9" fmla="*/ 38465 w 52620"/>
                <a:gd name="connsiteY9" fmla="*/ 175065 h 217393"/>
                <a:gd name="connsiteX10" fmla="*/ 52754 w 52620"/>
                <a:gd name="connsiteY10" fmla="*/ 108760 h 21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620" h="217393">
                  <a:moveTo>
                    <a:pt x="52754" y="108760"/>
                  </a:moveTo>
                  <a:cubicBezTo>
                    <a:pt x="52754" y="91803"/>
                    <a:pt x="50260" y="65498"/>
                    <a:pt x="37785" y="40933"/>
                  </a:cubicBezTo>
                  <a:cubicBezTo>
                    <a:pt x="24176" y="14193"/>
                    <a:pt x="4670" y="63"/>
                    <a:pt x="2402" y="63"/>
                  </a:cubicBezTo>
                  <a:cubicBezTo>
                    <a:pt x="1041" y="63"/>
                    <a:pt x="134" y="932"/>
                    <a:pt x="134" y="2237"/>
                  </a:cubicBezTo>
                  <a:cubicBezTo>
                    <a:pt x="134" y="2889"/>
                    <a:pt x="134" y="3324"/>
                    <a:pt x="4443" y="7237"/>
                  </a:cubicBezTo>
                  <a:cubicBezTo>
                    <a:pt x="26671" y="28759"/>
                    <a:pt x="39599" y="63324"/>
                    <a:pt x="39599" y="108760"/>
                  </a:cubicBezTo>
                  <a:cubicBezTo>
                    <a:pt x="39599" y="145934"/>
                    <a:pt x="31207" y="184195"/>
                    <a:pt x="3083" y="211587"/>
                  </a:cubicBezTo>
                  <a:cubicBezTo>
                    <a:pt x="134" y="214196"/>
                    <a:pt x="134" y="214631"/>
                    <a:pt x="134" y="215283"/>
                  </a:cubicBezTo>
                  <a:cubicBezTo>
                    <a:pt x="134" y="216587"/>
                    <a:pt x="1041" y="217457"/>
                    <a:pt x="2402" y="217457"/>
                  </a:cubicBezTo>
                  <a:cubicBezTo>
                    <a:pt x="4670" y="217457"/>
                    <a:pt x="25083" y="202674"/>
                    <a:pt x="38465" y="175065"/>
                  </a:cubicBezTo>
                  <a:cubicBezTo>
                    <a:pt x="50033" y="151152"/>
                    <a:pt x="52754" y="127021"/>
                    <a:pt x="52754" y="108760"/>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51" name="TextBox 50">
            <a:extLst>
              <a:ext uri="{FF2B5EF4-FFF2-40B4-BE49-F238E27FC236}">
                <a16:creationId xmlns:a16="http://schemas.microsoft.com/office/drawing/2014/main" id="{D9F4A88B-06C6-E9BF-74FC-77E3ED6FE0FE}"/>
              </a:ext>
            </a:extLst>
          </p:cNvPr>
          <p:cNvSpPr txBox="1"/>
          <p:nvPr/>
        </p:nvSpPr>
        <p:spPr>
          <a:xfrm>
            <a:off x="962445" y="4997377"/>
            <a:ext cx="4000271" cy="600164"/>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La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hipótesis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acerca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la media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población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se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distribuye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manera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normal se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presenta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la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siguiente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manera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a:t>
            </a:r>
          </a:p>
        </p:txBody>
      </p:sp>
      <p:sp>
        <p:nvSpPr>
          <p:cNvPr id="52" name="TextBox 51">
            <a:extLst>
              <a:ext uri="{FF2B5EF4-FFF2-40B4-BE49-F238E27FC236}">
                <a16:creationId xmlns:a16="http://schemas.microsoft.com/office/drawing/2014/main" id="{926E3B6C-8745-7CF7-A3D9-50878A529620}"/>
              </a:ext>
            </a:extLst>
          </p:cNvPr>
          <p:cNvSpPr txBox="1"/>
          <p:nvPr/>
        </p:nvSpPr>
        <p:spPr>
          <a:xfrm>
            <a:off x="5522298" y="5409890"/>
            <a:ext cx="4286702" cy="430887"/>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En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este</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caso</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mu0 </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es un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la media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especificamos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bajo la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estructura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H0,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muchas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aplicaciones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ese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es cero.</a:t>
            </a:r>
            <a:endParaRPr kumimoji="0" lang="en-GB" sz="11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8" name="Título 1">
            <a:extLst>
              <a:ext uri="{FF2B5EF4-FFF2-40B4-BE49-F238E27FC236}">
                <a16:creationId xmlns:a16="http://schemas.microsoft.com/office/drawing/2014/main" id="{14F7740E-DE0E-4CEA-189D-0B898451D6AD}"/>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err="1">
                <a:ln>
                  <a:noFill/>
                </a:ln>
                <a:solidFill>
                  <a:srgbClr val="FF0000"/>
                </a:solidFill>
                <a:effectLst/>
                <a:uLnTx/>
                <a:uFillTx/>
                <a:latin typeface="Aptos SemiBold" panose="020F0502020204030204" pitchFamily="34" charset="0"/>
                <a:ea typeface="+mj-ea"/>
                <a:cs typeface="+mj-cs"/>
              </a:rPr>
              <a:t>Diseños</a:t>
            </a: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 </a:t>
            </a:r>
            <a:r>
              <a:rPr kumimoji="0" lang="en-GB" sz="3200" b="1" i="0" u="none" strike="noStrike" kern="1200" cap="none" spc="0" normalizeH="0" baseline="0" noProof="0" err="1">
                <a:ln>
                  <a:noFill/>
                </a:ln>
                <a:solidFill>
                  <a:srgbClr val="FF0000"/>
                </a:solidFill>
                <a:effectLst/>
                <a:uLnTx/>
                <a:uFillTx/>
                <a:latin typeface="Aptos SemiBold" panose="020F0502020204030204" pitchFamily="34" charset="0"/>
                <a:ea typeface="+mj-ea"/>
                <a:cs typeface="+mj-cs"/>
              </a:rPr>
              <a:t>cuantitativos</a:t>
            </a:r>
            <a:endPar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endParaRPr>
          </a:p>
        </p:txBody>
      </p:sp>
    </p:spTree>
    <p:extLst>
      <p:ext uri="{BB962C8B-B14F-4D97-AF65-F5344CB8AC3E}">
        <p14:creationId xmlns:p14="http://schemas.microsoft.com/office/powerpoint/2010/main" val="30640463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500"/>
                                        <p:tgtEl>
                                          <p:spTgt spid="2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par>
                                <p:cTn id="33" presetID="10" presetClass="entr" presetSubtype="0" fill="hold" nodeType="with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500"/>
                                        <p:tgtEl>
                                          <p:spTgt spid="3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1"/>
                                        </p:tgtEl>
                                        <p:attrNameLst>
                                          <p:attrName>style.visibility</p:attrName>
                                        </p:attrNameLst>
                                      </p:cBhvr>
                                      <p:to>
                                        <p:strVal val="visible"/>
                                      </p:to>
                                    </p:set>
                                    <p:animEffect transition="in" filter="fade">
                                      <p:cBhvr>
                                        <p:cTn id="38" dur="500"/>
                                        <p:tgtEl>
                                          <p:spTgt spid="51"/>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500"/>
                                        <p:tgtEl>
                                          <p:spTgt spid="29"/>
                                        </p:tgtEl>
                                      </p:cBhvr>
                                    </p:animEffect>
                                  </p:childTnLst>
                                </p:cTn>
                              </p:par>
                              <p:par>
                                <p:cTn id="50" presetID="10" presetClass="entr" presetSubtype="0" fill="hold"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2"/>
                                        </p:tgtEl>
                                        <p:attrNameLst>
                                          <p:attrName>style.visibility</p:attrName>
                                        </p:attrNameLst>
                                      </p:cBhvr>
                                      <p:to>
                                        <p:strVal val="visible"/>
                                      </p:to>
                                    </p:set>
                                    <p:animEffect transition="in" filter="fade">
                                      <p:cBhvr>
                                        <p:cTn id="55"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6" grpId="0"/>
      <p:bldP spid="17" grpId="0"/>
      <p:bldP spid="18" grpId="0"/>
      <p:bldP spid="21" grpId="0"/>
      <p:bldP spid="22" grpId="0"/>
      <p:bldP spid="25" grpId="0" animBg="1"/>
      <p:bldP spid="26" grpId="0" animBg="1"/>
      <p:bldP spid="27" grpId="0"/>
      <p:bldP spid="28" grpId="0" animBg="1"/>
      <p:bldP spid="29" grpId="0"/>
      <p:bldP spid="51" grpId="0"/>
      <p:bldP spid="52" grpId="0"/>
    </p:bld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9" name="Rectangle: Rounded Corners 128">
            <a:extLst>
              <a:ext uri="{FF2B5EF4-FFF2-40B4-BE49-F238E27FC236}">
                <a16:creationId xmlns:a16="http://schemas.microsoft.com/office/drawing/2014/main" id="{59DAA76A-1007-A0C9-8CC8-32C6ECC69BBA}"/>
              </a:ext>
            </a:extLst>
          </p:cNvPr>
          <p:cNvSpPr/>
          <p:nvPr/>
        </p:nvSpPr>
        <p:spPr>
          <a:xfrm>
            <a:off x="1038959" y="4415210"/>
            <a:ext cx="4627005" cy="1409882"/>
          </a:xfrm>
          <a:prstGeom prst="roundRect">
            <a:avLst/>
          </a:prstGeom>
          <a:solidFill>
            <a:schemeClr val="accent2">
              <a:lumMod val="20000"/>
              <a:lumOff val="80000"/>
            </a:schemeClr>
          </a:solidFill>
          <a:ln>
            <a:noFill/>
          </a:ln>
          <a:effectLst>
            <a:outerShdw blurRad="50800" dist="38100" dir="5400000" algn="t"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srgbClr val="65156E">
                  <a:lumMod val="50000"/>
                </a:srgbClr>
              </a:solidFill>
              <a:effectLst/>
              <a:uLnTx/>
              <a:uFillTx/>
              <a:latin typeface="Aptos" panose="020B0004020202020204"/>
              <a:ea typeface="+mn-ea"/>
              <a:cs typeface="+mn-cs"/>
            </a:endParaRPr>
          </a:p>
        </p:txBody>
      </p:sp>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12" name="TextBox 11">
            <a:extLst>
              <a:ext uri="{FF2B5EF4-FFF2-40B4-BE49-F238E27FC236}">
                <a16:creationId xmlns:a16="http://schemas.microsoft.com/office/drawing/2014/main" id="{DE968164-241B-755B-1D69-1EFA5BBAACF1}"/>
              </a:ext>
            </a:extLst>
          </p:cNvPr>
          <p:cNvSpPr txBox="1"/>
          <p:nvPr/>
        </p:nvSpPr>
        <p:spPr>
          <a:xfrm>
            <a:off x="999447" y="2192434"/>
            <a:ext cx="4200511" cy="261610"/>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Definición</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de la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región</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de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rechazo</a:t>
            </a:r>
            <a:endParaRPr kumimoji="0" lang="en-GB" sz="1100" b="1" i="0" u="none" strike="noStrike" kern="1200" cap="none" spc="0" normalizeH="0" baseline="0" noProof="0">
              <a:ln>
                <a:noFill/>
              </a:ln>
              <a:solidFill>
                <a:srgbClr val="FF0000"/>
              </a:solidFill>
              <a:effectLst/>
              <a:uLnTx/>
              <a:uFillTx/>
              <a:latin typeface="Aptos" panose="020B0004020202020204"/>
              <a:ea typeface="+mn-ea"/>
              <a:cs typeface="+mn-cs"/>
            </a:endParaRPr>
          </a:p>
        </p:txBody>
      </p:sp>
      <p:sp>
        <p:nvSpPr>
          <p:cNvPr id="75" name="TextBox 74">
            <a:extLst>
              <a:ext uri="{FF2B5EF4-FFF2-40B4-BE49-F238E27FC236}">
                <a16:creationId xmlns:a16="http://schemas.microsoft.com/office/drawing/2014/main" id="{FB326B81-CD89-B3DA-C27A-45A86152064F}"/>
              </a:ext>
            </a:extLst>
          </p:cNvPr>
          <p:cNvSpPr txBox="1"/>
          <p:nvPr/>
        </p:nvSpPr>
        <p:spPr>
          <a:xfrm>
            <a:off x="999132" y="2783995"/>
            <a:ext cx="4000271" cy="600164"/>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Considerando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esta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especificación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H1,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deberíamos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rechazar</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H0 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favor</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H1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cuando</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de la media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muestral</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suficientemente</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mayor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mu0.</a:t>
            </a:r>
          </a:p>
        </p:txBody>
      </p:sp>
      <p:grpSp>
        <p:nvGrpSpPr>
          <p:cNvPr id="140" name="Group 139">
            <a:extLst>
              <a:ext uri="{FF2B5EF4-FFF2-40B4-BE49-F238E27FC236}">
                <a16:creationId xmlns:a16="http://schemas.microsoft.com/office/drawing/2014/main" id="{BCA36EB0-1A5A-BF88-277A-BF9CDF2096DB}"/>
              </a:ext>
            </a:extLst>
          </p:cNvPr>
          <p:cNvGrpSpPr>
            <a:grpSpLocks noChangeAspect="1"/>
          </p:cNvGrpSpPr>
          <p:nvPr>
            <p:custDataLst>
              <p:tags r:id="rId1"/>
            </p:custDataLst>
          </p:nvPr>
        </p:nvGrpSpPr>
        <p:grpSpPr>
          <a:xfrm>
            <a:off x="1159455" y="2525698"/>
            <a:ext cx="797095" cy="147762"/>
            <a:chOff x="3196013" y="5643973"/>
            <a:chExt cx="1104470" cy="204742"/>
          </a:xfrm>
        </p:grpSpPr>
        <p:sp>
          <p:nvSpPr>
            <p:cNvPr id="141" name="Freeform: Shape 140">
              <a:extLst>
                <a:ext uri="{FF2B5EF4-FFF2-40B4-BE49-F238E27FC236}">
                  <a16:creationId xmlns:a16="http://schemas.microsoft.com/office/drawing/2014/main" id="{D8F0F5E8-2D02-0B36-6670-DB3575FA9D40}"/>
                </a:ext>
              </a:extLst>
            </p:cNvPr>
            <p:cNvSpPr/>
            <p:nvPr>
              <p:custDataLst>
                <p:tags r:id="rId80"/>
              </p:custDataLst>
            </p:nvPr>
          </p:nvSpPr>
          <p:spPr>
            <a:xfrm>
              <a:off x="3196013" y="5643973"/>
              <a:ext cx="153994" cy="155550"/>
            </a:xfrm>
            <a:custGeom>
              <a:avLst/>
              <a:gdLst>
                <a:gd name="connsiteX0" fmla="*/ 130848 w 153994"/>
                <a:gd name="connsiteY0" fmla="*/ 17827 h 155550"/>
                <a:gd name="connsiteX1" fmla="*/ 148660 w 153994"/>
                <a:gd name="connsiteY1" fmla="*/ 7123 h 155550"/>
                <a:gd name="connsiteX2" fmla="*/ 154072 w 153994"/>
                <a:gd name="connsiteY2" fmla="*/ 7123 h 155550"/>
                <a:gd name="connsiteX3" fmla="*/ 154072 w 153994"/>
                <a:gd name="connsiteY3" fmla="*/ 63 h 155550"/>
                <a:gd name="connsiteX4" fmla="*/ 120928 w 153994"/>
                <a:gd name="connsiteY4" fmla="*/ 746 h 155550"/>
                <a:gd name="connsiteX5" fmla="*/ 87558 w 153994"/>
                <a:gd name="connsiteY5" fmla="*/ 63 h 155550"/>
                <a:gd name="connsiteX6" fmla="*/ 87558 w 153994"/>
                <a:gd name="connsiteY6" fmla="*/ 7123 h 155550"/>
                <a:gd name="connsiteX7" fmla="*/ 92970 w 153994"/>
                <a:gd name="connsiteY7" fmla="*/ 7123 h 155550"/>
                <a:gd name="connsiteX8" fmla="*/ 110782 w 153994"/>
                <a:gd name="connsiteY8" fmla="*/ 17827 h 155550"/>
                <a:gd name="connsiteX9" fmla="*/ 110782 w 153994"/>
                <a:gd name="connsiteY9" fmla="*/ 71120 h 155550"/>
                <a:gd name="connsiteX10" fmla="*/ 43367 w 153994"/>
                <a:gd name="connsiteY10" fmla="*/ 71120 h 155550"/>
                <a:gd name="connsiteX11" fmla="*/ 43367 w 153994"/>
                <a:gd name="connsiteY11" fmla="*/ 17827 h 155550"/>
                <a:gd name="connsiteX12" fmla="*/ 61179 w 153994"/>
                <a:gd name="connsiteY12" fmla="*/ 7123 h 155550"/>
                <a:gd name="connsiteX13" fmla="*/ 66590 w 153994"/>
                <a:gd name="connsiteY13" fmla="*/ 7123 h 155550"/>
                <a:gd name="connsiteX14" fmla="*/ 66590 w 153994"/>
                <a:gd name="connsiteY14" fmla="*/ 63 h 155550"/>
                <a:gd name="connsiteX15" fmla="*/ 33446 w 153994"/>
                <a:gd name="connsiteY15" fmla="*/ 746 h 155550"/>
                <a:gd name="connsiteX16" fmla="*/ 77 w 153994"/>
                <a:gd name="connsiteY16" fmla="*/ 63 h 155550"/>
                <a:gd name="connsiteX17" fmla="*/ 77 w 153994"/>
                <a:gd name="connsiteY17" fmla="*/ 7123 h 155550"/>
                <a:gd name="connsiteX18" fmla="*/ 5488 w 153994"/>
                <a:gd name="connsiteY18" fmla="*/ 7123 h 155550"/>
                <a:gd name="connsiteX19" fmla="*/ 23300 w 153994"/>
                <a:gd name="connsiteY19" fmla="*/ 17827 h 155550"/>
                <a:gd name="connsiteX20" fmla="*/ 23300 w 153994"/>
                <a:gd name="connsiteY20" fmla="*/ 137849 h 155550"/>
                <a:gd name="connsiteX21" fmla="*/ 5488 w 153994"/>
                <a:gd name="connsiteY21" fmla="*/ 148553 h 155550"/>
                <a:gd name="connsiteX22" fmla="*/ 77 w 153994"/>
                <a:gd name="connsiteY22" fmla="*/ 148553 h 155550"/>
                <a:gd name="connsiteX23" fmla="*/ 77 w 153994"/>
                <a:gd name="connsiteY23" fmla="*/ 155613 h 155550"/>
                <a:gd name="connsiteX24" fmla="*/ 33221 w 153994"/>
                <a:gd name="connsiteY24" fmla="*/ 154930 h 155550"/>
                <a:gd name="connsiteX25" fmla="*/ 66590 w 153994"/>
                <a:gd name="connsiteY25" fmla="*/ 155613 h 155550"/>
                <a:gd name="connsiteX26" fmla="*/ 66590 w 153994"/>
                <a:gd name="connsiteY26" fmla="*/ 148553 h 155550"/>
                <a:gd name="connsiteX27" fmla="*/ 61179 w 153994"/>
                <a:gd name="connsiteY27" fmla="*/ 148553 h 155550"/>
                <a:gd name="connsiteX28" fmla="*/ 43367 w 153994"/>
                <a:gd name="connsiteY28" fmla="*/ 137849 h 155550"/>
                <a:gd name="connsiteX29" fmla="*/ 43367 w 153994"/>
                <a:gd name="connsiteY29" fmla="*/ 78180 h 155550"/>
                <a:gd name="connsiteX30" fmla="*/ 110782 w 153994"/>
                <a:gd name="connsiteY30" fmla="*/ 78180 h 155550"/>
                <a:gd name="connsiteX31" fmla="*/ 110782 w 153994"/>
                <a:gd name="connsiteY31" fmla="*/ 137849 h 155550"/>
                <a:gd name="connsiteX32" fmla="*/ 92970 w 153994"/>
                <a:gd name="connsiteY32" fmla="*/ 148553 h 155550"/>
                <a:gd name="connsiteX33" fmla="*/ 87558 w 153994"/>
                <a:gd name="connsiteY33" fmla="*/ 148553 h 155550"/>
                <a:gd name="connsiteX34" fmla="*/ 87558 w 153994"/>
                <a:gd name="connsiteY34" fmla="*/ 155613 h 155550"/>
                <a:gd name="connsiteX35" fmla="*/ 120702 w 153994"/>
                <a:gd name="connsiteY35" fmla="*/ 154930 h 155550"/>
                <a:gd name="connsiteX36" fmla="*/ 154072 w 153994"/>
                <a:gd name="connsiteY36" fmla="*/ 155613 h 155550"/>
                <a:gd name="connsiteX37" fmla="*/ 154072 w 153994"/>
                <a:gd name="connsiteY37" fmla="*/ 148553 h 155550"/>
                <a:gd name="connsiteX38" fmla="*/ 148660 w 153994"/>
                <a:gd name="connsiteY38" fmla="*/ 148553 h 155550"/>
                <a:gd name="connsiteX39" fmla="*/ 130848 w 153994"/>
                <a:gd name="connsiteY39" fmla="*/ 137849 h 155550"/>
                <a:gd name="connsiteX40" fmla="*/ 130848 w 153994"/>
                <a:gd name="connsiteY40" fmla="*/ 17827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3994" h="155550">
                  <a:moveTo>
                    <a:pt x="130848" y="17827"/>
                  </a:moveTo>
                  <a:cubicBezTo>
                    <a:pt x="130848" y="9628"/>
                    <a:pt x="131299" y="7123"/>
                    <a:pt x="148660" y="7123"/>
                  </a:cubicBezTo>
                  <a:lnTo>
                    <a:pt x="154072" y="7123"/>
                  </a:lnTo>
                  <a:lnTo>
                    <a:pt x="154072" y="63"/>
                  </a:lnTo>
                  <a:cubicBezTo>
                    <a:pt x="146180" y="746"/>
                    <a:pt x="129496" y="746"/>
                    <a:pt x="120928" y="746"/>
                  </a:cubicBezTo>
                  <a:cubicBezTo>
                    <a:pt x="112360" y="746"/>
                    <a:pt x="95450" y="746"/>
                    <a:pt x="87558" y="63"/>
                  </a:cubicBezTo>
                  <a:lnTo>
                    <a:pt x="87558" y="7123"/>
                  </a:lnTo>
                  <a:lnTo>
                    <a:pt x="92970" y="7123"/>
                  </a:lnTo>
                  <a:cubicBezTo>
                    <a:pt x="110331" y="7123"/>
                    <a:pt x="110782" y="9628"/>
                    <a:pt x="110782" y="17827"/>
                  </a:cubicBezTo>
                  <a:lnTo>
                    <a:pt x="110782" y="71120"/>
                  </a:lnTo>
                  <a:lnTo>
                    <a:pt x="43367" y="71120"/>
                  </a:lnTo>
                  <a:lnTo>
                    <a:pt x="43367" y="17827"/>
                  </a:lnTo>
                  <a:cubicBezTo>
                    <a:pt x="43367" y="9628"/>
                    <a:pt x="43818" y="7123"/>
                    <a:pt x="61179" y="7123"/>
                  </a:cubicBezTo>
                  <a:lnTo>
                    <a:pt x="66590" y="7123"/>
                  </a:lnTo>
                  <a:lnTo>
                    <a:pt x="66590" y="63"/>
                  </a:lnTo>
                  <a:cubicBezTo>
                    <a:pt x="58699" y="746"/>
                    <a:pt x="42014" y="746"/>
                    <a:pt x="33446" y="746"/>
                  </a:cubicBezTo>
                  <a:cubicBezTo>
                    <a:pt x="24878" y="746"/>
                    <a:pt x="7968" y="746"/>
                    <a:pt x="77" y="63"/>
                  </a:cubicBezTo>
                  <a:lnTo>
                    <a:pt x="77" y="7123"/>
                  </a:lnTo>
                  <a:lnTo>
                    <a:pt x="5488" y="7123"/>
                  </a:lnTo>
                  <a:cubicBezTo>
                    <a:pt x="22849" y="7123"/>
                    <a:pt x="23300" y="9628"/>
                    <a:pt x="23300" y="17827"/>
                  </a:cubicBezTo>
                  <a:lnTo>
                    <a:pt x="23300" y="137849"/>
                  </a:lnTo>
                  <a:cubicBezTo>
                    <a:pt x="23300" y="146048"/>
                    <a:pt x="22849" y="148553"/>
                    <a:pt x="5488" y="148553"/>
                  </a:cubicBezTo>
                  <a:lnTo>
                    <a:pt x="77" y="148553"/>
                  </a:lnTo>
                  <a:lnTo>
                    <a:pt x="77" y="155613"/>
                  </a:lnTo>
                  <a:cubicBezTo>
                    <a:pt x="7968" y="154930"/>
                    <a:pt x="24653" y="154930"/>
                    <a:pt x="33221" y="154930"/>
                  </a:cubicBezTo>
                  <a:cubicBezTo>
                    <a:pt x="41788" y="154930"/>
                    <a:pt x="58699" y="154930"/>
                    <a:pt x="66590" y="155613"/>
                  </a:cubicBezTo>
                  <a:lnTo>
                    <a:pt x="66590" y="148553"/>
                  </a:lnTo>
                  <a:lnTo>
                    <a:pt x="61179" y="148553"/>
                  </a:lnTo>
                  <a:cubicBezTo>
                    <a:pt x="43818" y="148553"/>
                    <a:pt x="43367" y="146048"/>
                    <a:pt x="43367" y="137849"/>
                  </a:cubicBezTo>
                  <a:lnTo>
                    <a:pt x="43367" y="78180"/>
                  </a:lnTo>
                  <a:lnTo>
                    <a:pt x="110782" y="78180"/>
                  </a:lnTo>
                  <a:lnTo>
                    <a:pt x="110782" y="137849"/>
                  </a:lnTo>
                  <a:cubicBezTo>
                    <a:pt x="110782" y="146048"/>
                    <a:pt x="110331" y="148553"/>
                    <a:pt x="92970" y="148553"/>
                  </a:cubicBezTo>
                  <a:lnTo>
                    <a:pt x="87558" y="148553"/>
                  </a:lnTo>
                  <a:lnTo>
                    <a:pt x="87558" y="155613"/>
                  </a:lnTo>
                  <a:cubicBezTo>
                    <a:pt x="95450" y="154930"/>
                    <a:pt x="112135" y="154930"/>
                    <a:pt x="120702" y="154930"/>
                  </a:cubicBezTo>
                  <a:cubicBezTo>
                    <a:pt x="129270" y="154930"/>
                    <a:pt x="146180" y="154930"/>
                    <a:pt x="154072" y="155613"/>
                  </a:cubicBezTo>
                  <a:lnTo>
                    <a:pt x="154072" y="148553"/>
                  </a:lnTo>
                  <a:lnTo>
                    <a:pt x="148660" y="148553"/>
                  </a:lnTo>
                  <a:cubicBezTo>
                    <a:pt x="131299" y="148553"/>
                    <a:pt x="130848" y="146048"/>
                    <a:pt x="130848" y="137849"/>
                  </a:cubicBezTo>
                  <a:lnTo>
                    <a:pt x="130848" y="1782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2" name="Freeform: Shape 141">
              <a:extLst>
                <a:ext uri="{FF2B5EF4-FFF2-40B4-BE49-F238E27FC236}">
                  <a16:creationId xmlns:a16="http://schemas.microsoft.com/office/drawing/2014/main" id="{A2B7A70F-4309-4F74-83F8-D811E1316FDE}"/>
                </a:ext>
              </a:extLst>
            </p:cNvPr>
            <p:cNvSpPr/>
            <p:nvPr>
              <p:custDataLst>
                <p:tags r:id="rId81"/>
              </p:custDataLst>
            </p:nvPr>
          </p:nvSpPr>
          <p:spPr>
            <a:xfrm>
              <a:off x="3374878" y="5727828"/>
              <a:ext cx="57449" cy="105856"/>
            </a:xfrm>
            <a:custGeom>
              <a:avLst/>
              <a:gdLst>
                <a:gd name="connsiteX0" fmla="*/ 35753 w 57449"/>
                <a:gd name="connsiteY0" fmla="*/ 4528 h 105856"/>
                <a:gd name="connsiteX1" fmla="*/ 31018 w 57449"/>
                <a:gd name="connsiteY1" fmla="*/ 64 h 105856"/>
                <a:gd name="connsiteX2" fmla="*/ 84 w 57449"/>
                <a:gd name="connsiteY2" fmla="*/ 10267 h 105856"/>
                <a:gd name="connsiteX3" fmla="*/ 84 w 57449"/>
                <a:gd name="connsiteY3" fmla="*/ 16006 h 105856"/>
                <a:gd name="connsiteX4" fmla="*/ 22969 w 57449"/>
                <a:gd name="connsiteY4" fmla="*/ 11543 h 105856"/>
                <a:gd name="connsiteX5" fmla="*/ 22969 w 57449"/>
                <a:gd name="connsiteY5" fmla="*/ 92848 h 105856"/>
                <a:gd name="connsiteX6" fmla="*/ 7186 w 57449"/>
                <a:gd name="connsiteY6" fmla="*/ 100181 h 105856"/>
                <a:gd name="connsiteX7" fmla="*/ 1189 w 57449"/>
                <a:gd name="connsiteY7" fmla="*/ 100181 h 105856"/>
                <a:gd name="connsiteX8" fmla="*/ 1189 w 57449"/>
                <a:gd name="connsiteY8" fmla="*/ 105921 h 105856"/>
                <a:gd name="connsiteX9" fmla="*/ 29282 w 57449"/>
                <a:gd name="connsiteY9" fmla="*/ 105283 h 105856"/>
                <a:gd name="connsiteX10" fmla="*/ 57534 w 57449"/>
                <a:gd name="connsiteY10" fmla="*/ 105921 h 105856"/>
                <a:gd name="connsiteX11" fmla="*/ 57534 w 57449"/>
                <a:gd name="connsiteY11" fmla="*/ 100181 h 105856"/>
                <a:gd name="connsiteX12" fmla="*/ 51536 w 57449"/>
                <a:gd name="connsiteY12" fmla="*/ 100181 h 105856"/>
                <a:gd name="connsiteX13" fmla="*/ 35753 w 57449"/>
                <a:gd name="connsiteY13" fmla="*/ 92848 h 105856"/>
                <a:gd name="connsiteX14" fmla="*/ 35753 w 57449"/>
                <a:gd name="connsiteY14" fmla="*/ 4528 h 10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49" h="105856">
                  <a:moveTo>
                    <a:pt x="35753" y="4528"/>
                  </a:moveTo>
                  <a:cubicBezTo>
                    <a:pt x="35753" y="224"/>
                    <a:pt x="35438" y="64"/>
                    <a:pt x="31018" y="64"/>
                  </a:cubicBezTo>
                  <a:cubicBezTo>
                    <a:pt x="20917" y="10108"/>
                    <a:pt x="6555" y="10267"/>
                    <a:pt x="84" y="10267"/>
                  </a:cubicBezTo>
                  <a:lnTo>
                    <a:pt x="84" y="16006"/>
                  </a:lnTo>
                  <a:cubicBezTo>
                    <a:pt x="3872" y="16006"/>
                    <a:pt x="14289" y="16006"/>
                    <a:pt x="22969" y="11543"/>
                  </a:cubicBezTo>
                  <a:lnTo>
                    <a:pt x="22969" y="92848"/>
                  </a:lnTo>
                  <a:cubicBezTo>
                    <a:pt x="22969" y="98109"/>
                    <a:pt x="22969" y="100181"/>
                    <a:pt x="7186" y="100181"/>
                  </a:cubicBezTo>
                  <a:lnTo>
                    <a:pt x="1189" y="100181"/>
                  </a:lnTo>
                  <a:lnTo>
                    <a:pt x="1189" y="105921"/>
                  </a:lnTo>
                  <a:cubicBezTo>
                    <a:pt x="4030" y="105761"/>
                    <a:pt x="23443" y="105283"/>
                    <a:pt x="29282" y="105283"/>
                  </a:cubicBezTo>
                  <a:cubicBezTo>
                    <a:pt x="34175" y="105283"/>
                    <a:pt x="54061" y="105761"/>
                    <a:pt x="57534" y="105921"/>
                  </a:cubicBezTo>
                  <a:lnTo>
                    <a:pt x="57534" y="100181"/>
                  </a:lnTo>
                  <a:lnTo>
                    <a:pt x="51536" y="100181"/>
                  </a:lnTo>
                  <a:cubicBezTo>
                    <a:pt x="35753" y="100181"/>
                    <a:pt x="35753" y="98109"/>
                    <a:pt x="35753" y="92848"/>
                  </a:cubicBezTo>
                  <a:lnTo>
                    <a:pt x="35753" y="452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3" name="Freeform: Shape 142">
              <a:extLst>
                <a:ext uri="{FF2B5EF4-FFF2-40B4-BE49-F238E27FC236}">
                  <a16:creationId xmlns:a16="http://schemas.microsoft.com/office/drawing/2014/main" id="{6021D584-1A85-5E5F-972A-EFC90D11D9B9}"/>
                </a:ext>
              </a:extLst>
            </p:cNvPr>
            <p:cNvSpPr/>
            <p:nvPr>
              <p:custDataLst>
                <p:tags r:id="rId82"/>
              </p:custDataLst>
            </p:nvPr>
          </p:nvSpPr>
          <p:spPr>
            <a:xfrm>
              <a:off x="3540842" y="5701364"/>
              <a:ext cx="23899" cy="98158"/>
            </a:xfrm>
            <a:custGeom>
              <a:avLst/>
              <a:gdLst>
                <a:gd name="connsiteX0" fmla="*/ 23991 w 23899"/>
                <a:gd name="connsiteY0" fmla="*/ 12133 h 98158"/>
                <a:gd name="connsiteX1" fmla="*/ 12041 w 23899"/>
                <a:gd name="connsiteY1" fmla="*/ 63 h 98158"/>
                <a:gd name="connsiteX2" fmla="*/ 91 w 23899"/>
                <a:gd name="connsiteY2" fmla="*/ 12133 h 98158"/>
                <a:gd name="connsiteX3" fmla="*/ 12041 w 23899"/>
                <a:gd name="connsiteY3" fmla="*/ 24204 h 98158"/>
                <a:gd name="connsiteX4" fmla="*/ 23991 w 23899"/>
                <a:gd name="connsiteY4" fmla="*/ 12133 h 98158"/>
                <a:gd name="connsiteX5" fmla="*/ 23991 w 23899"/>
                <a:gd name="connsiteY5" fmla="*/ 86151 h 98158"/>
                <a:gd name="connsiteX6" fmla="*/ 12041 w 23899"/>
                <a:gd name="connsiteY6" fmla="*/ 74080 h 98158"/>
                <a:gd name="connsiteX7" fmla="*/ 91 w 23899"/>
                <a:gd name="connsiteY7" fmla="*/ 86151 h 98158"/>
                <a:gd name="connsiteX8" fmla="*/ 12041 w 23899"/>
                <a:gd name="connsiteY8" fmla="*/ 98221 h 98158"/>
                <a:gd name="connsiteX9" fmla="*/ 23991 w 23899"/>
                <a:gd name="connsiteY9" fmla="*/ 86151 h 9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99" h="98158">
                  <a:moveTo>
                    <a:pt x="23991" y="12133"/>
                  </a:moveTo>
                  <a:cubicBezTo>
                    <a:pt x="23991" y="5529"/>
                    <a:pt x="18580" y="63"/>
                    <a:pt x="12041" y="63"/>
                  </a:cubicBezTo>
                  <a:cubicBezTo>
                    <a:pt x="5503" y="63"/>
                    <a:pt x="91" y="5529"/>
                    <a:pt x="91" y="12133"/>
                  </a:cubicBezTo>
                  <a:cubicBezTo>
                    <a:pt x="91" y="18738"/>
                    <a:pt x="5503" y="24204"/>
                    <a:pt x="12041" y="24204"/>
                  </a:cubicBezTo>
                  <a:cubicBezTo>
                    <a:pt x="18580" y="24204"/>
                    <a:pt x="23991" y="18738"/>
                    <a:pt x="23991" y="12133"/>
                  </a:cubicBezTo>
                  <a:close/>
                  <a:moveTo>
                    <a:pt x="23991" y="86151"/>
                  </a:moveTo>
                  <a:cubicBezTo>
                    <a:pt x="23991" y="79546"/>
                    <a:pt x="18580" y="74080"/>
                    <a:pt x="12041" y="74080"/>
                  </a:cubicBezTo>
                  <a:cubicBezTo>
                    <a:pt x="5503" y="74080"/>
                    <a:pt x="91" y="79546"/>
                    <a:pt x="91" y="86151"/>
                  </a:cubicBezTo>
                  <a:cubicBezTo>
                    <a:pt x="91" y="92755"/>
                    <a:pt x="5503" y="98221"/>
                    <a:pt x="12041" y="98221"/>
                  </a:cubicBezTo>
                  <a:cubicBezTo>
                    <a:pt x="18580" y="98221"/>
                    <a:pt x="23991" y="92755"/>
                    <a:pt x="23991" y="8615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4" name="Freeform: Shape 143">
              <a:extLst>
                <a:ext uri="{FF2B5EF4-FFF2-40B4-BE49-F238E27FC236}">
                  <a16:creationId xmlns:a16="http://schemas.microsoft.com/office/drawing/2014/main" id="{2A5B2C7E-6CBB-B8A7-62F1-BB4F177606E0}"/>
                </a:ext>
              </a:extLst>
            </p:cNvPr>
            <p:cNvSpPr/>
            <p:nvPr>
              <p:custDataLst>
                <p:tags r:id="rId83"/>
              </p:custDataLst>
            </p:nvPr>
          </p:nvSpPr>
          <p:spPr>
            <a:xfrm>
              <a:off x="3653474" y="5698859"/>
              <a:ext cx="122203" cy="149856"/>
            </a:xfrm>
            <a:custGeom>
              <a:avLst/>
              <a:gdLst>
                <a:gd name="connsiteX0" fmla="*/ 45416 w 122203"/>
                <a:gd name="connsiteY0" fmla="*/ 20788 h 149856"/>
                <a:gd name="connsiteX1" fmla="*/ 48798 w 122203"/>
                <a:gd name="connsiteY1" fmla="*/ 6212 h 149856"/>
                <a:gd name="connsiteX2" fmla="*/ 42260 w 122203"/>
                <a:gd name="connsiteY2" fmla="*/ 63 h 149856"/>
                <a:gd name="connsiteX3" fmla="*/ 33241 w 122203"/>
                <a:gd name="connsiteY3" fmla="*/ 8262 h 149856"/>
                <a:gd name="connsiteX4" fmla="*/ 773 w 122203"/>
                <a:gd name="connsiteY4" fmla="*/ 140127 h 149856"/>
                <a:gd name="connsiteX5" fmla="*/ 97 w 122203"/>
                <a:gd name="connsiteY5" fmla="*/ 143770 h 149856"/>
                <a:gd name="connsiteX6" fmla="*/ 6410 w 122203"/>
                <a:gd name="connsiteY6" fmla="*/ 149920 h 149856"/>
                <a:gd name="connsiteX7" fmla="*/ 14301 w 122203"/>
                <a:gd name="connsiteY7" fmla="*/ 145137 h 149856"/>
                <a:gd name="connsiteX8" fmla="*/ 26702 w 122203"/>
                <a:gd name="connsiteY8" fmla="*/ 96172 h 149856"/>
                <a:gd name="connsiteX9" fmla="*/ 48573 w 122203"/>
                <a:gd name="connsiteY9" fmla="*/ 103232 h 149856"/>
                <a:gd name="connsiteX10" fmla="*/ 78560 w 122203"/>
                <a:gd name="connsiteY10" fmla="*/ 86606 h 149856"/>
                <a:gd name="connsiteX11" fmla="*/ 98852 w 122203"/>
                <a:gd name="connsiteY11" fmla="*/ 103232 h 149856"/>
                <a:gd name="connsiteX12" fmla="*/ 115537 w 122203"/>
                <a:gd name="connsiteY12" fmla="*/ 90706 h 149856"/>
                <a:gd name="connsiteX13" fmla="*/ 122301 w 122203"/>
                <a:gd name="connsiteY13" fmla="*/ 68159 h 149856"/>
                <a:gd name="connsiteX14" fmla="*/ 119595 w 122203"/>
                <a:gd name="connsiteY14" fmla="*/ 65881 h 149856"/>
                <a:gd name="connsiteX15" fmla="*/ 116439 w 122203"/>
                <a:gd name="connsiteY15" fmla="*/ 69981 h 149856"/>
                <a:gd name="connsiteX16" fmla="*/ 99303 w 122203"/>
                <a:gd name="connsiteY16" fmla="*/ 98221 h 149856"/>
                <a:gd name="connsiteX17" fmla="*/ 92539 w 122203"/>
                <a:gd name="connsiteY17" fmla="*/ 87745 h 149856"/>
                <a:gd name="connsiteX18" fmla="*/ 97048 w 122203"/>
                <a:gd name="connsiteY18" fmla="*/ 64059 h 149856"/>
                <a:gd name="connsiteX19" fmla="*/ 103362 w 122203"/>
                <a:gd name="connsiteY19" fmla="*/ 39463 h 149856"/>
                <a:gd name="connsiteX20" fmla="*/ 107194 w 122203"/>
                <a:gd name="connsiteY20" fmla="*/ 23976 h 149856"/>
                <a:gd name="connsiteX21" fmla="*/ 110577 w 122203"/>
                <a:gd name="connsiteY21" fmla="*/ 8717 h 149856"/>
                <a:gd name="connsiteX22" fmla="*/ 104038 w 122203"/>
                <a:gd name="connsiteY22" fmla="*/ 2568 h 149856"/>
                <a:gd name="connsiteX23" fmla="*/ 95245 w 122203"/>
                <a:gd name="connsiteY23" fmla="*/ 10539 h 149856"/>
                <a:gd name="connsiteX24" fmla="*/ 84648 w 122203"/>
                <a:gd name="connsiteY24" fmla="*/ 53128 h 149856"/>
                <a:gd name="connsiteX25" fmla="*/ 78785 w 122203"/>
                <a:gd name="connsiteY25" fmla="*/ 76358 h 149856"/>
                <a:gd name="connsiteX26" fmla="*/ 49475 w 122203"/>
                <a:gd name="connsiteY26" fmla="*/ 98221 h 149856"/>
                <a:gd name="connsiteX27" fmla="*/ 32790 w 122203"/>
                <a:gd name="connsiteY27" fmla="*/ 78407 h 149856"/>
                <a:gd name="connsiteX28" fmla="*/ 35946 w 122203"/>
                <a:gd name="connsiteY28" fmla="*/ 59049 h 149856"/>
                <a:gd name="connsiteX29" fmla="*/ 45416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16" y="20788"/>
                  </a:moveTo>
                  <a:cubicBezTo>
                    <a:pt x="46543" y="16005"/>
                    <a:pt x="48798" y="7351"/>
                    <a:pt x="48798" y="6212"/>
                  </a:cubicBezTo>
                  <a:cubicBezTo>
                    <a:pt x="48798" y="2340"/>
                    <a:pt x="46093" y="63"/>
                    <a:pt x="42260" y="63"/>
                  </a:cubicBezTo>
                  <a:cubicBezTo>
                    <a:pt x="41583" y="63"/>
                    <a:pt x="35270" y="291"/>
                    <a:pt x="33241" y="8262"/>
                  </a:cubicBezTo>
                  <a:lnTo>
                    <a:pt x="773" y="140127"/>
                  </a:lnTo>
                  <a:cubicBezTo>
                    <a:pt x="97" y="142859"/>
                    <a:pt x="97" y="143315"/>
                    <a:pt x="97" y="143770"/>
                  </a:cubicBezTo>
                  <a:cubicBezTo>
                    <a:pt x="97" y="147187"/>
                    <a:pt x="2577" y="149920"/>
                    <a:pt x="6410" y="149920"/>
                  </a:cubicBezTo>
                  <a:cubicBezTo>
                    <a:pt x="11145" y="149920"/>
                    <a:pt x="13851" y="145820"/>
                    <a:pt x="14301" y="145137"/>
                  </a:cubicBezTo>
                  <a:cubicBezTo>
                    <a:pt x="15203" y="143087"/>
                    <a:pt x="18134" y="131244"/>
                    <a:pt x="26702" y="96172"/>
                  </a:cubicBezTo>
                  <a:cubicBezTo>
                    <a:pt x="33917" y="102321"/>
                    <a:pt x="44063" y="103232"/>
                    <a:pt x="48573" y="103232"/>
                  </a:cubicBezTo>
                  <a:cubicBezTo>
                    <a:pt x="64355" y="103232"/>
                    <a:pt x="73149" y="92983"/>
                    <a:pt x="78560" y="86606"/>
                  </a:cubicBezTo>
                  <a:cubicBezTo>
                    <a:pt x="80589" y="96855"/>
                    <a:pt x="88932" y="103232"/>
                    <a:pt x="98852" y="103232"/>
                  </a:cubicBezTo>
                  <a:cubicBezTo>
                    <a:pt x="106744" y="103232"/>
                    <a:pt x="111929" y="97994"/>
                    <a:pt x="115537" y="90706"/>
                  </a:cubicBezTo>
                  <a:cubicBezTo>
                    <a:pt x="119370" y="82507"/>
                    <a:pt x="122301" y="68614"/>
                    <a:pt x="122301" y="68159"/>
                  </a:cubicBezTo>
                  <a:cubicBezTo>
                    <a:pt x="122301" y="65881"/>
                    <a:pt x="120272" y="65881"/>
                    <a:pt x="119595" y="65881"/>
                  </a:cubicBezTo>
                  <a:cubicBezTo>
                    <a:pt x="117341" y="65881"/>
                    <a:pt x="117115" y="66792"/>
                    <a:pt x="116439" y="69981"/>
                  </a:cubicBezTo>
                  <a:cubicBezTo>
                    <a:pt x="112606" y="84784"/>
                    <a:pt x="108547" y="98221"/>
                    <a:pt x="99303" y="98221"/>
                  </a:cubicBezTo>
                  <a:cubicBezTo>
                    <a:pt x="93215" y="98221"/>
                    <a:pt x="92539" y="92300"/>
                    <a:pt x="92539" y="87745"/>
                  </a:cubicBezTo>
                  <a:cubicBezTo>
                    <a:pt x="92539" y="82735"/>
                    <a:pt x="95245" y="72030"/>
                    <a:pt x="97048" y="64059"/>
                  </a:cubicBezTo>
                  <a:lnTo>
                    <a:pt x="103362" y="39463"/>
                  </a:lnTo>
                  <a:cubicBezTo>
                    <a:pt x="104038" y="36047"/>
                    <a:pt x="106293" y="27392"/>
                    <a:pt x="107194" y="23976"/>
                  </a:cubicBezTo>
                  <a:cubicBezTo>
                    <a:pt x="108322" y="18738"/>
                    <a:pt x="110577" y="10084"/>
                    <a:pt x="110577" y="8717"/>
                  </a:cubicBezTo>
                  <a:cubicBezTo>
                    <a:pt x="110577" y="4618"/>
                    <a:pt x="107420" y="2568"/>
                    <a:pt x="104038" y="2568"/>
                  </a:cubicBezTo>
                  <a:cubicBezTo>
                    <a:pt x="102911" y="2568"/>
                    <a:pt x="97048" y="2796"/>
                    <a:pt x="95245" y="10539"/>
                  </a:cubicBezTo>
                  <a:lnTo>
                    <a:pt x="84648" y="53128"/>
                  </a:lnTo>
                  <a:cubicBezTo>
                    <a:pt x="81942" y="64515"/>
                    <a:pt x="79462" y="74080"/>
                    <a:pt x="78785" y="76358"/>
                  </a:cubicBezTo>
                  <a:cubicBezTo>
                    <a:pt x="78560" y="77496"/>
                    <a:pt x="67738" y="98221"/>
                    <a:pt x="49475" y="98221"/>
                  </a:cubicBezTo>
                  <a:cubicBezTo>
                    <a:pt x="38201" y="98221"/>
                    <a:pt x="32790" y="90706"/>
                    <a:pt x="32790" y="78407"/>
                  </a:cubicBezTo>
                  <a:cubicBezTo>
                    <a:pt x="32790" y="71803"/>
                    <a:pt x="34368" y="65426"/>
                    <a:pt x="35946" y="59049"/>
                  </a:cubicBezTo>
                  <a:lnTo>
                    <a:pt x="45416"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5" name="Freeform: Shape 144">
              <a:extLst>
                <a:ext uri="{FF2B5EF4-FFF2-40B4-BE49-F238E27FC236}">
                  <a16:creationId xmlns:a16="http://schemas.microsoft.com/office/drawing/2014/main" id="{478A4461-E0E8-C9FA-D8D5-A821F4036AF8}"/>
                </a:ext>
              </a:extLst>
            </p:cNvPr>
            <p:cNvSpPr/>
            <p:nvPr>
              <p:custDataLst>
                <p:tags r:id="rId84"/>
              </p:custDataLst>
            </p:nvPr>
          </p:nvSpPr>
          <p:spPr>
            <a:xfrm>
              <a:off x="3863909" y="5676540"/>
              <a:ext cx="137761" cy="132092"/>
            </a:xfrm>
            <a:custGeom>
              <a:avLst/>
              <a:gdLst>
                <a:gd name="connsiteX0" fmla="*/ 133583 w 137761"/>
                <a:gd name="connsiteY0" fmla="*/ 71120 h 132092"/>
                <a:gd name="connsiteX1" fmla="*/ 137867 w 137761"/>
                <a:gd name="connsiteY1" fmla="*/ 66109 h 132092"/>
                <a:gd name="connsiteX2" fmla="*/ 133583 w 137761"/>
                <a:gd name="connsiteY2" fmla="*/ 61099 h 132092"/>
                <a:gd name="connsiteX3" fmla="*/ 8674 w 137761"/>
                <a:gd name="connsiteY3" fmla="*/ 1657 h 132092"/>
                <a:gd name="connsiteX4" fmla="*/ 4615 w 137761"/>
                <a:gd name="connsiteY4" fmla="*/ 63 h 132092"/>
                <a:gd name="connsiteX5" fmla="*/ 106 w 137761"/>
                <a:gd name="connsiteY5" fmla="*/ 4618 h 132092"/>
                <a:gd name="connsiteX6" fmla="*/ 4390 w 137761"/>
                <a:gd name="connsiteY6" fmla="*/ 9628 h 132092"/>
                <a:gd name="connsiteX7" fmla="*/ 122761 w 137761"/>
                <a:gd name="connsiteY7" fmla="*/ 66109 h 132092"/>
                <a:gd name="connsiteX8" fmla="*/ 4390 w 137761"/>
                <a:gd name="connsiteY8" fmla="*/ 122590 h 132092"/>
                <a:gd name="connsiteX9" fmla="*/ 106 w 137761"/>
                <a:gd name="connsiteY9" fmla="*/ 127601 h 132092"/>
                <a:gd name="connsiteX10" fmla="*/ 4615 w 137761"/>
                <a:gd name="connsiteY10" fmla="*/ 132155 h 132092"/>
                <a:gd name="connsiteX11" fmla="*/ 8674 w 137761"/>
                <a:gd name="connsiteY11" fmla="*/ 130561 h 132092"/>
                <a:gd name="connsiteX12" fmla="*/ 133583 w 137761"/>
                <a:gd name="connsiteY12" fmla="*/ 71120 h 1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761" h="132092">
                  <a:moveTo>
                    <a:pt x="133583" y="71120"/>
                  </a:moveTo>
                  <a:cubicBezTo>
                    <a:pt x="136063" y="69981"/>
                    <a:pt x="137867" y="68842"/>
                    <a:pt x="137867" y="66109"/>
                  </a:cubicBezTo>
                  <a:cubicBezTo>
                    <a:pt x="137867" y="63376"/>
                    <a:pt x="136063" y="62237"/>
                    <a:pt x="133583" y="61099"/>
                  </a:cubicBezTo>
                  <a:lnTo>
                    <a:pt x="8674" y="1657"/>
                  </a:lnTo>
                  <a:cubicBezTo>
                    <a:pt x="5742" y="63"/>
                    <a:pt x="5292" y="63"/>
                    <a:pt x="4615" y="63"/>
                  </a:cubicBezTo>
                  <a:cubicBezTo>
                    <a:pt x="2135" y="63"/>
                    <a:pt x="106" y="2112"/>
                    <a:pt x="106" y="4618"/>
                  </a:cubicBezTo>
                  <a:cubicBezTo>
                    <a:pt x="106" y="6667"/>
                    <a:pt x="1233" y="8034"/>
                    <a:pt x="4390" y="9628"/>
                  </a:cubicBezTo>
                  <a:lnTo>
                    <a:pt x="122761" y="66109"/>
                  </a:lnTo>
                  <a:lnTo>
                    <a:pt x="4390" y="122590"/>
                  </a:lnTo>
                  <a:cubicBezTo>
                    <a:pt x="1233" y="124184"/>
                    <a:pt x="106" y="125551"/>
                    <a:pt x="106" y="127601"/>
                  </a:cubicBezTo>
                  <a:cubicBezTo>
                    <a:pt x="106" y="130106"/>
                    <a:pt x="2135" y="132155"/>
                    <a:pt x="4615" y="132155"/>
                  </a:cubicBezTo>
                  <a:cubicBezTo>
                    <a:pt x="5292" y="132155"/>
                    <a:pt x="5742" y="132155"/>
                    <a:pt x="8674" y="130561"/>
                  </a:cubicBezTo>
                  <a:lnTo>
                    <a:pt x="133583" y="71120"/>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6" name="Freeform: Shape 145">
              <a:extLst>
                <a:ext uri="{FF2B5EF4-FFF2-40B4-BE49-F238E27FC236}">
                  <a16:creationId xmlns:a16="http://schemas.microsoft.com/office/drawing/2014/main" id="{24E35812-5A84-E7CE-9DEF-63E2B199D0DE}"/>
                </a:ext>
              </a:extLst>
            </p:cNvPr>
            <p:cNvSpPr/>
            <p:nvPr>
              <p:custDataLst>
                <p:tags r:id="rId85"/>
              </p:custDataLst>
            </p:nvPr>
          </p:nvSpPr>
          <p:spPr>
            <a:xfrm>
              <a:off x="4089952" y="5698859"/>
              <a:ext cx="122203" cy="149856"/>
            </a:xfrm>
            <a:custGeom>
              <a:avLst/>
              <a:gdLst>
                <a:gd name="connsiteX0" fmla="*/ 45435 w 122203"/>
                <a:gd name="connsiteY0" fmla="*/ 20788 h 149856"/>
                <a:gd name="connsiteX1" fmla="*/ 48817 w 122203"/>
                <a:gd name="connsiteY1" fmla="*/ 6212 h 149856"/>
                <a:gd name="connsiteX2" fmla="*/ 42279 w 122203"/>
                <a:gd name="connsiteY2" fmla="*/ 63 h 149856"/>
                <a:gd name="connsiteX3" fmla="*/ 33260 w 122203"/>
                <a:gd name="connsiteY3" fmla="*/ 8262 h 149856"/>
                <a:gd name="connsiteX4" fmla="*/ 793 w 122203"/>
                <a:gd name="connsiteY4" fmla="*/ 140127 h 149856"/>
                <a:gd name="connsiteX5" fmla="*/ 116 w 122203"/>
                <a:gd name="connsiteY5" fmla="*/ 143770 h 149856"/>
                <a:gd name="connsiteX6" fmla="*/ 6429 w 122203"/>
                <a:gd name="connsiteY6" fmla="*/ 149920 h 149856"/>
                <a:gd name="connsiteX7" fmla="*/ 14321 w 122203"/>
                <a:gd name="connsiteY7" fmla="*/ 145137 h 149856"/>
                <a:gd name="connsiteX8" fmla="*/ 26722 w 122203"/>
                <a:gd name="connsiteY8" fmla="*/ 96172 h 149856"/>
                <a:gd name="connsiteX9" fmla="*/ 48592 w 122203"/>
                <a:gd name="connsiteY9" fmla="*/ 103232 h 149856"/>
                <a:gd name="connsiteX10" fmla="*/ 78579 w 122203"/>
                <a:gd name="connsiteY10" fmla="*/ 86606 h 149856"/>
                <a:gd name="connsiteX11" fmla="*/ 98871 w 122203"/>
                <a:gd name="connsiteY11" fmla="*/ 103232 h 149856"/>
                <a:gd name="connsiteX12" fmla="*/ 115556 w 122203"/>
                <a:gd name="connsiteY12" fmla="*/ 90706 h 149856"/>
                <a:gd name="connsiteX13" fmla="*/ 122320 w 122203"/>
                <a:gd name="connsiteY13" fmla="*/ 68159 h 149856"/>
                <a:gd name="connsiteX14" fmla="*/ 119615 w 122203"/>
                <a:gd name="connsiteY14" fmla="*/ 65881 h 149856"/>
                <a:gd name="connsiteX15" fmla="*/ 116458 w 122203"/>
                <a:gd name="connsiteY15" fmla="*/ 69981 h 149856"/>
                <a:gd name="connsiteX16" fmla="*/ 99322 w 122203"/>
                <a:gd name="connsiteY16" fmla="*/ 98221 h 149856"/>
                <a:gd name="connsiteX17" fmla="*/ 92558 w 122203"/>
                <a:gd name="connsiteY17" fmla="*/ 87745 h 149856"/>
                <a:gd name="connsiteX18" fmla="*/ 97068 w 122203"/>
                <a:gd name="connsiteY18" fmla="*/ 64059 h 149856"/>
                <a:gd name="connsiteX19" fmla="*/ 103381 w 122203"/>
                <a:gd name="connsiteY19" fmla="*/ 39463 h 149856"/>
                <a:gd name="connsiteX20" fmla="*/ 107214 w 122203"/>
                <a:gd name="connsiteY20" fmla="*/ 23976 h 149856"/>
                <a:gd name="connsiteX21" fmla="*/ 110596 w 122203"/>
                <a:gd name="connsiteY21" fmla="*/ 8717 h 149856"/>
                <a:gd name="connsiteX22" fmla="*/ 104057 w 122203"/>
                <a:gd name="connsiteY22" fmla="*/ 2568 h 149856"/>
                <a:gd name="connsiteX23" fmla="*/ 95264 w 122203"/>
                <a:gd name="connsiteY23" fmla="*/ 10539 h 149856"/>
                <a:gd name="connsiteX24" fmla="*/ 84667 w 122203"/>
                <a:gd name="connsiteY24" fmla="*/ 53128 h 149856"/>
                <a:gd name="connsiteX25" fmla="*/ 78805 w 122203"/>
                <a:gd name="connsiteY25" fmla="*/ 76358 h 149856"/>
                <a:gd name="connsiteX26" fmla="*/ 49494 w 122203"/>
                <a:gd name="connsiteY26" fmla="*/ 98221 h 149856"/>
                <a:gd name="connsiteX27" fmla="*/ 32809 w 122203"/>
                <a:gd name="connsiteY27" fmla="*/ 78407 h 149856"/>
                <a:gd name="connsiteX28" fmla="*/ 35966 w 122203"/>
                <a:gd name="connsiteY28" fmla="*/ 59049 h 149856"/>
                <a:gd name="connsiteX29" fmla="*/ 45435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35" y="20788"/>
                  </a:moveTo>
                  <a:cubicBezTo>
                    <a:pt x="46563" y="16005"/>
                    <a:pt x="48817" y="7351"/>
                    <a:pt x="48817" y="6212"/>
                  </a:cubicBezTo>
                  <a:cubicBezTo>
                    <a:pt x="48817" y="2340"/>
                    <a:pt x="46112" y="63"/>
                    <a:pt x="42279" y="63"/>
                  </a:cubicBezTo>
                  <a:cubicBezTo>
                    <a:pt x="41602" y="63"/>
                    <a:pt x="35289" y="291"/>
                    <a:pt x="33260" y="8262"/>
                  </a:cubicBezTo>
                  <a:lnTo>
                    <a:pt x="793" y="140127"/>
                  </a:lnTo>
                  <a:cubicBezTo>
                    <a:pt x="116" y="142859"/>
                    <a:pt x="116" y="143315"/>
                    <a:pt x="116" y="143770"/>
                  </a:cubicBezTo>
                  <a:cubicBezTo>
                    <a:pt x="116" y="147187"/>
                    <a:pt x="2596" y="149920"/>
                    <a:pt x="6429" y="149920"/>
                  </a:cubicBezTo>
                  <a:cubicBezTo>
                    <a:pt x="11164" y="149920"/>
                    <a:pt x="13870" y="145820"/>
                    <a:pt x="14321" y="145137"/>
                  </a:cubicBezTo>
                  <a:cubicBezTo>
                    <a:pt x="15223" y="143087"/>
                    <a:pt x="18154" y="131244"/>
                    <a:pt x="26722" y="96172"/>
                  </a:cubicBezTo>
                  <a:cubicBezTo>
                    <a:pt x="33937" y="102321"/>
                    <a:pt x="44083" y="103232"/>
                    <a:pt x="48592" y="103232"/>
                  </a:cubicBezTo>
                  <a:cubicBezTo>
                    <a:pt x="64375" y="103232"/>
                    <a:pt x="73168" y="92983"/>
                    <a:pt x="78579" y="86606"/>
                  </a:cubicBezTo>
                  <a:cubicBezTo>
                    <a:pt x="80609" y="96855"/>
                    <a:pt x="88951" y="103232"/>
                    <a:pt x="98871" y="103232"/>
                  </a:cubicBezTo>
                  <a:cubicBezTo>
                    <a:pt x="106763" y="103232"/>
                    <a:pt x="111949" y="97994"/>
                    <a:pt x="115556" y="90706"/>
                  </a:cubicBezTo>
                  <a:cubicBezTo>
                    <a:pt x="119389" y="82507"/>
                    <a:pt x="122320" y="68614"/>
                    <a:pt x="122320" y="68159"/>
                  </a:cubicBezTo>
                  <a:cubicBezTo>
                    <a:pt x="122320" y="65881"/>
                    <a:pt x="120291" y="65881"/>
                    <a:pt x="119615" y="65881"/>
                  </a:cubicBezTo>
                  <a:cubicBezTo>
                    <a:pt x="117360" y="65881"/>
                    <a:pt x="117134" y="66792"/>
                    <a:pt x="116458" y="69981"/>
                  </a:cubicBezTo>
                  <a:cubicBezTo>
                    <a:pt x="112625" y="84784"/>
                    <a:pt x="108567" y="98221"/>
                    <a:pt x="99322" y="98221"/>
                  </a:cubicBezTo>
                  <a:cubicBezTo>
                    <a:pt x="93235" y="98221"/>
                    <a:pt x="92558" y="92300"/>
                    <a:pt x="92558" y="87745"/>
                  </a:cubicBezTo>
                  <a:cubicBezTo>
                    <a:pt x="92558" y="82735"/>
                    <a:pt x="95264" y="72030"/>
                    <a:pt x="97068" y="64059"/>
                  </a:cubicBezTo>
                  <a:lnTo>
                    <a:pt x="103381" y="39463"/>
                  </a:lnTo>
                  <a:cubicBezTo>
                    <a:pt x="104057" y="36047"/>
                    <a:pt x="106312" y="27392"/>
                    <a:pt x="107214" y="23976"/>
                  </a:cubicBezTo>
                  <a:cubicBezTo>
                    <a:pt x="108341" y="18738"/>
                    <a:pt x="110596" y="10084"/>
                    <a:pt x="110596" y="8717"/>
                  </a:cubicBezTo>
                  <a:cubicBezTo>
                    <a:pt x="110596" y="4618"/>
                    <a:pt x="107439" y="2568"/>
                    <a:pt x="104057" y="2568"/>
                  </a:cubicBezTo>
                  <a:cubicBezTo>
                    <a:pt x="102930" y="2568"/>
                    <a:pt x="97068" y="2796"/>
                    <a:pt x="95264" y="10539"/>
                  </a:cubicBezTo>
                  <a:lnTo>
                    <a:pt x="84667" y="53128"/>
                  </a:lnTo>
                  <a:cubicBezTo>
                    <a:pt x="81961" y="64515"/>
                    <a:pt x="79481" y="74080"/>
                    <a:pt x="78805" y="76358"/>
                  </a:cubicBezTo>
                  <a:cubicBezTo>
                    <a:pt x="78579" y="77496"/>
                    <a:pt x="67757" y="98221"/>
                    <a:pt x="49494" y="98221"/>
                  </a:cubicBezTo>
                  <a:cubicBezTo>
                    <a:pt x="38220" y="98221"/>
                    <a:pt x="32809" y="90706"/>
                    <a:pt x="32809" y="78407"/>
                  </a:cubicBezTo>
                  <a:cubicBezTo>
                    <a:pt x="32809" y="71803"/>
                    <a:pt x="34387" y="65426"/>
                    <a:pt x="35966" y="59049"/>
                  </a:cubicBezTo>
                  <a:lnTo>
                    <a:pt x="45435"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7" name="Freeform: Shape 146">
              <a:extLst>
                <a:ext uri="{FF2B5EF4-FFF2-40B4-BE49-F238E27FC236}">
                  <a16:creationId xmlns:a16="http://schemas.microsoft.com/office/drawing/2014/main" id="{2A846734-8B2C-783A-EFC5-EB7E1002EE3F}"/>
                </a:ext>
              </a:extLst>
            </p:cNvPr>
            <p:cNvSpPr/>
            <p:nvPr>
              <p:custDataLst>
                <p:tags r:id="rId86"/>
              </p:custDataLst>
            </p:nvPr>
          </p:nvSpPr>
          <p:spPr>
            <a:xfrm>
              <a:off x="4227251" y="5727828"/>
              <a:ext cx="73232" cy="109044"/>
            </a:xfrm>
            <a:custGeom>
              <a:avLst/>
              <a:gdLst>
                <a:gd name="connsiteX0" fmla="*/ 73354 w 73232"/>
                <a:gd name="connsiteY0" fmla="*/ 55065 h 109044"/>
                <a:gd name="connsiteX1" fmla="*/ 64043 w 73232"/>
                <a:gd name="connsiteY1" fmla="*/ 13775 h 109044"/>
                <a:gd name="connsiteX2" fmla="*/ 36738 w 73232"/>
                <a:gd name="connsiteY2" fmla="*/ 64 h 109044"/>
                <a:gd name="connsiteX3" fmla="*/ 122 w 73232"/>
                <a:gd name="connsiteY3" fmla="*/ 55065 h 109044"/>
                <a:gd name="connsiteX4" fmla="*/ 36738 w 73232"/>
                <a:gd name="connsiteY4" fmla="*/ 109109 h 109044"/>
                <a:gd name="connsiteX5" fmla="*/ 73354 w 73232"/>
                <a:gd name="connsiteY5" fmla="*/ 55065 h 109044"/>
                <a:gd name="connsiteX6" fmla="*/ 36738 w 73232"/>
                <a:gd name="connsiteY6" fmla="*/ 104645 h 109044"/>
                <a:gd name="connsiteX7" fmla="*/ 16694 w 73232"/>
                <a:gd name="connsiteY7" fmla="*/ 87268 h 109044"/>
                <a:gd name="connsiteX8" fmla="*/ 14485 w 73232"/>
                <a:gd name="connsiteY8" fmla="*/ 52992 h 109044"/>
                <a:gd name="connsiteX9" fmla="*/ 16852 w 73232"/>
                <a:gd name="connsiteY9" fmla="*/ 20470 h 109044"/>
                <a:gd name="connsiteX10" fmla="*/ 36738 w 73232"/>
                <a:gd name="connsiteY10" fmla="*/ 4528 h 109044"/>
                <a:gd name="connsiteX11" fmla="*/ 56309 w 73232"/>
                <a:gd name="connsiteY11" fmla="*/ 19035 h 109044"/>
                <a:gd name="connsiteX12" fmla="*/ 58992 w 73232"/>
                <a:gd name="connsiteY12" fmla="*/ 52992 h 109044"/>
                <a:gd name="connsiteX13" fmla="*/ 56940 w 73232"/>
                <a:gd name="connsiteY13" fmla="*/ 86630 h 109044"/>
                <a:gd name="connsiteX14" fmla="*/ 36738 w 73232"/>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232" h="109044">
                  <a:moveTo>
                    <a:pt x="73354" y="55065"/>
                  </a:moveTo>
                  <a:cubicBezTo>
                    <a:pt x="73354" y="37528"/>
                    <a:pt x="71303" y="24934"/>
                    <a:pt x="64043" y="13775"/>
                  </a:cubicBezTo>
                  <a:cubicBezTo>
                    <a:pt x="59150" y="6441"/>
                    <a:pt x="49365" y="64"/>
                    <a:pt x="36738" y="64"/>
                  </a:cubicBezTo>
                  <a:cubicBezTo>
                    <a:pt x="122" y="64"/>
                    <a:pt x="122" y="43586"/>
                    <a:pt x="122" y="55065"/>
                  </a:cubicBezTo>
                  <a:cubicBezTo>
                    <a:pt x="122" y="66543"/>
                    <a:pt x="122" y="109109"/>
                    <a:pt x="36738" y="109109"/>
                  </a:cubicBezTo>
                  <a:cubicBezTo>
                    <a:pt x="73354" y="109109"/>
                    <a:pt x="73354" y="66543"/>
                    <a:pt x="73354" y="55065"/>
                  </a:cubicBezTo>
                  <a:close/>
                  <a:moveTo>
                    <a:pt x="36738" y="104645"/>
                  </a:moveTo>
                  <a:cubicBezTo>
                    <a:pt x="29478" y="104645"/>
                    <a:pt x="19851" y="100341"/>
                    <a:pt x="16694" y="87268"/>
                  </a:cubicBezTo>
                  <a:cubicBezTo>
                    <a:pt x="14485" y="77862"/>
                    <a:pt x="14485" y="64790"/>
                    <a:pt x="14485" y="52992"/>
                  </a:cubicBezTo>
                  <a:cubicBezTo>
                    <a:pt x="14485" y="41355"/>
                    <a:pt x="14485" y="29239"/>
                    <a:pt x="16852" y="20470"/>
                  </a:cubicBezTo>
                  <a:cubicBezTo>
                    <a:pt x="20166" y="7876"/>
                    <a:pt x="30267" y="4528"/>
                    <a:pt x="36738" y="4528"/>
                  </a:cubicBezTo>
                  <a:cubicBezTo>
                    <a:pt x="45261" y="4528"/>
                    <a:pt x="53468" y="9789"/>
                    <a:pt x="56309" y="19035"/>
                  </a:cubicBezTo>
                  <a:cubicBezTo>
                    <a:pt x="58834" y="27644"/>
                    <a:pt x="58992" y="39123"/>
                    <a:pt x="58992" y="52992"/>
                  </a:cubicBezTo>
                  <a:cubicBezTo>
                    <a:pt x="58992" y="64790"/>
                    <a:pt x="58992" y="76587"/>
                    <a:pt x="56940" y="86630"/>
                  </a:cubicBezTo>
                  <a:cubicBezTo>
                    <a:pt x="53784" y="101138"/>
                    <a:pt x="43051" y="104645"/>
                    <a:pt x="36738"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6" name="TextBox 5">
            <a:extLst>
              <a:ext uri="{FF2B5EF4-FFF2-40B4-BE49-F238E27FC236}">
                <a16:creationId xmlns:a16="http://schemas.microsoft.com/office/drawing/2014/main" id="{E303022E-4D79-68B5-87B8-E4C0531B7D87}"/>
              </a:ext>
            </a:extLst>
          </p:cNvPr>
          <p:cNvSpPr txBox="1"/>
          <p:nvPr/>
        </p:nvSpPr>
        <p:spPr>
          <a:xfrm>
            <a:off x="955495" y="3834795"/>
            <a:ext cx="4416821" cy="430887"/>
          </a:xfrm>
          <a:prstGeom prst="rect">
            <a:avLst/>
          </a:prstGeom>
          <a:noFill/>
        </p:spPr>
        <p:txBody>
          <a:bodyPr wrap="square">
            <a:spAutoFit/>
          </a:bodyPr>
          <a:lstStyle>
            <a:defPPr>
              <a:defRPr lang="en-US"/>
            </a:defPPr>
            <a:lvl1pPr>
              <a:defRPr sz="1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¿Como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determinar</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que</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el</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valor</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de la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medición</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muestral</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es grande, para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rechazar</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H0 dado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el</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nivel</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de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confianza</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srgbClr val="FF0000"/>
                </a:solidFill>
                <a:effectLst/>
                <a:uLnTx/>
                <a:uFillTx/>
                <a:latin typeface="Aptos" panose="020B0004020202020204"/>
                <a:ea typeface="+mn-ea"/>
                <a:cs typeface="+mn-cs"/>
              </a:rPr>
              <a:t>predeterminado</a:t>
            </a:r>
            <a:r>
              <a:rPr kumimoji="0" lang="en-GB" sz="1100" b="1" i="0" u="none" strike="noStrike" kern="1200" cap="none" spc="0" normalizeH="0" baseline="0" noProof="0">
                <a:ln>
                  <a:noFill/>
                </a:ln>
                <a:solidFill>
                  <a:srgbClr val="FF0000"/>
                </a:solidFill>
                <a:effectLst/>
                <a:uLnTx/>
                <a:uFillTx/>
                <a:latin typeface="Aptos" panose="020B0004020202020204"/>
                <a:ea typeface="+mn-ea"/>
                <a:cs typeface="+mn-cs"/>
              </a:rPr>
              <a:t>?</a:t>
            </a:r>
          </a:p>
        </p:txBody>
      </p:sp>
      <p:sp>
        <p:nvSpPr>
          <p:cNvPr id="9" name="TextBox 8">
            <a:extLst>
              <a:ext uri="{FF2B5EF4-FFF2-40B4-BE49-F238E27FC236}">
                <a16:creationId xmlns:a16="http://schemas.microsoft.com/office/drawing/2014/main" id="{87A8B33A-83D9-B41A-258D-A423EBEC79A1}"/>
              </a:ext>
            </a:extLst>
          </p:cNvPr>
          <p:cNvSpPr txBox="1"/>
          <p:nvPr/>
        </p:nvSpPr>
        <p:spPr>
          <a:xfrm>
            <a:off x="999132" y="3384159"/>
            <a:ext cx="3799404"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Para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esto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necesario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conocer</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probabilidad</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rechazar</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hipótesis</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nula</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cuando</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cierta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p>
        </p:txBody>
      </p:sp>
      <p:grpSp>
        <p:nvGrpSpPr>
          <p:cNvPr id="51" name="Group 50">
            <a:extLst>
              <a:ext uri="{FF2B5EF4-FFF2-40B4-BE49-F238E27FC236}">
                <a16:creationId xmlns:a16="http://schemas.microsoft.com/office/drawing/2014/main" id="{70C89F7C-C80D-79E3-8A9A-AAD03CF1097E}"/>
              </a:ext>
            </a:extLst>
          </p:cNvPr>
          <p:cNvGrpSpPr>
            <a:grpSpLocks noChangeAspect="1"/>
          </p:cNvGrpSpPr>
          <p:nvPr>
            <p:custDataLst>
              <p:tags r:id="rId2"/>
            </p:custDataLst>
          </p:nvPr>
        </p:nvGrpSpPr>
        <p:grpSpPr>
          <a:xfrm>
            <a:off x="2208131" y="4664220"/>
            <a:ext cx="934962" cy="226603"/>
            <a:chOff x="7035884" y="6162061"/>
            <a:chExt cx="1246888" cy="302204"/>
          </a:xfrm>
        </p:grpSpPr>
        <p:sp>
          <p:nvSpPr>
            <p:cNvPr id="31" name="Freeform: Shape 30">
              <a:extLst>
                <a:ext uri="{FF2B5EF4-FFF2-40B4-BE49-F238E27FC236}">
                  <a16:creationId xmlns:a16="http://schemas.microsoft.com/office/drawing/2014/main" id="{F6F65A35-BE69-D4CD-7E1D-7039EFFA93A2}"/>
                </a:ext>
              </a:extLst>
            </p:cNvPr>
            <p:cNvSpPr/>
            <p:nvPr>
              <p:custDataLst>
                <p:tags r:id="rId66"/>
              </p:custDataLst>
            </p:nvPr>
          </p:nvSpPr>
          <p:spPr>
            <a:xfrm>
              <a:off x="7035884" y="6249520"/>
              <a:ext cx="69600" cy="139892"/>
            </a:xfrm>
            <a:custGeom>
              <a:avLst/>
              <a:gdLst>
                <a:gd name="connsiteX0" fmla="*/ 41565 w 69600"/>
                <a:gd name="connsiteY0" fmla="*/ 49696 h 139892"/>
                <a:gd name="connsiteX1" fmla="*/ 62876 w 69600"/>
                <a:gd name="connsiteY1" fmla="*/ 49696 h 139892"/>
                <a:gd name="connsiteX2" fmla="*/ 69677 w 69600"/>
                <a:gd name="connsiteY2" fmla="*/ 45303 h 139892"/>
                <a:gd name="connsiteX3" fmla="*/ 63329 w 69600"/>
                <a:gd name="connsiteY3" fmla="*/ 42888 h 139892"/>
                <a:gd name="connsiteX4" fmla="*/ 43378 w 69600"/>
                <a:gd name="connsiteY4" fmla="*/ 42888 h 139892"/>
                <a:gd name="connsiteX5" fmla="*/ 52674 w 69600"/>
                <a:gd name="connsiteY5" fmla="*/ 5993 h 139892"/>
                <a:gd name="connsiteX6" fmla="*/ 46099 w 69600"/>
                <a:gd name="connsiteY6" fmla="*/ 63 h 139892"/>
                <a:gd name="connsiteX7" fmla="*/ 37031 w 69600"/>
                <a:gd name="connsiteY7" fmla="*/ 7969 h 139892"/>
                <a:gd name="connsiteX8" fmla="*/ 28189 w 69600"/>
                <a:gd name="connsiteY8" fmla="*/ 42888 h 139892"/>
                <a:gd name="connsiteX9" fmla="*/ 6878 w 69600"/>
                <a:gd name="connsiteY9" fmla="*/ 42888 h 139892"/>
                <a:gd name="connsiteX10" fmla="*/ 77 w 69600"/>
                <a:gd name="connsiteY10" fmla="*/ 47060 h 139892"/>
                <a:gd name="connsiteX11" fmla="*/ 6425 w 69600"/>
                <a:gd name="connsiteY11" fmla="*/ 49696 h 139892"/>
                <a:gd name="connsiteX12" fmla="*/ 26375 w 69600"/>
                <a:gd name="connsiteY12" fmla="*/ 49696 h 139892"/>
                <a:gd name="connsiteX13" fmla="*/ 9145 w 69600"/>
                <a:gd name="connsiteY13" fmla="*/ 119752 h 139892"/>
                <a:gd name="connsiteX14" fmla="*/ 30003 w 69600"/>
                <a:gd name="connsiteY14" fmla="*/ 139956 h 139892"/>
                <a:gd name="connsiteX15" fmla="*/ 66050 w 69600"/>
                <a:gd name="connsiteY15" fmla="*/ 106136 h 139892"/>
                <a:gd name="connsiteX16" fmla="*/ 63329 w 69600"/>
                <a:gd name="connsiteY16" fmla="*/ 103940 h 139892"/>
                <a:gd name="connsiteX17" fmla="*/ 59928 w 69600"/>
                <a:gd name="connsiteY17" fmla="*/ 107014 h 139892"/>
                <a:gd name="connsiteX18" fmla="*/ 30456 w 69600"/>
                <a:gd name="connsiteY18" fmla="*/ 135125 h 139892"/>
                <a:gd name="connsiteX19" fmla="*/ 23428 w 69600"/>
                <a:gd name="connsiteY19" fmla="*/ 125023 h 139892"/>
                <a:gd name="connsiteX20" fmla="*/ 24788 w 69600"/>
                <a:gd name="connsiteY20" fmla="*/ 114481 h 139892"/>
                <a:gd name="connsiteX21" fmla="*/ 41565 w 69600"/>
                <a:gd name="connsiteY21" fmla="*/ 49696 h 139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9600" h="139892">
                  <a:moveTo>
                    <a:pt x="41565" y="49696"/>
                  </a:moveTo>
                  <a:lnTo>
                    <a:pt x="62876" y="49696"/>
                  </a:lnTo>
                  <a:cubicBezTo>
                    <a:pt x="67410" y="49696"/>
                    <a:pt x="69677" y="49696"/>
                    <a:pt x="69677" y="45303"/>
                  </a:cubicBezTo>
                  <a:cubicBezTo>
                    <a:pt x="69677" y="42888"/>
                    <a:pt x="67410" y="42888"/>
                    <a:pt x="63329" y="42888"/>
                  </a:cubicBezTo>
                  <a:lnTo>
                    <a:pt x="43378" y="42888"/>
                  </a:lnTo>
                  <a:cubicBezTo>
                    <a:pt x="51540" y="11703"/>
                    <a:pt x="52674" y="7311"/>
                    <a:pt x="52674" y="5993"/>
                  </a:cubicBezTo>
                  <a:cubicBezTo>
                    <a:pt x="52674" y="2259"/>
                    <a:pt x="49953" y="63"/>
                    <a:pt x="46099" y="63"/>
                  </a:cubicBezTo>
                  <a:cubicBezTo>
                    <a:pt x="45419" y="63"/>
                    <a:pt x="39071" y="283"/>
                    <a:pt x="37031" y="7969"/>
                  </a:cubicBezTo>
                  <a:lnTo>
                    <a:pt x="28189" y="42888"/>
                  </a:lnTo>
                  <a:lnTo>
                    <a:pt x="6878" y="42888"/>
                  </a:lnTo>
                  <a:cubicBezTo>
                    <a:pt x="2344" y="42888"/>
                    <a:pt x="77" y="42888"/>
                    <a:pt x="77" y="47060"/>
                  </a:cubicBezTo>
                  <a:cubicBezTo>
                    <a:pt x="77" y="49696"/>
                    <a:pt x="1890" y="49696"/>
                    <a:pt x="6425" y="49696"/>
                  </a:cubicBezTo>
                  <a:lnTo>
                    <a:pt x="26375" y="49696"/>
                  </a:lnTo>
                  <a:cubicBezTo>
                    <a:pt x="10052" y="112066"/>
                    <a:pt x="9145" y="115799"/>
                    <a:pt x="9145" y="119752"/>
                  </a:cubicBezTo>
                  <a:cubicBezTo>
                    <a:pt x="9145" y="131611"/>
                    <a:pt x="17760" y="139956"/>
                    <a:pt x="30003" y="139956"/>
                  </a:cubicBezTo>
                  <a:cubicBezTo>
                    <a:pt x="53127" y="139956"/>
                    <a:pt x="66050" y="107893"/>
                    <a:pt x="66050" y="106136"/>
                  </a:cubicBezTo>
                  <a:cubicBezTo>
                    <a:pt x="66050" y="103940"/>
                    <a:pt x="64236" y="103940"/>
                    <a:pt x="63329" y="103940"/>
                  </a:cubicBezTo>
                  <a:cubicBezTo>
                    <a:pt x="61289" y="103940"/>
                    <a:pt x="61062" y="104599"/>
                    <a:pt x="59928" y="107014"/>
                  </a:cubicBezTo>
                  <a:cubicBezTo>
                    <a:pt x="50180" y="129854"/>
                    <a:pt x="38164" y="135125"/>
                    <a:pt x="30456" y="135125"/>
                  </a:cubicBezTo>
                  <a:cubicBezTo>
                    <a:pt x="25695" y="135125"/>
                    <a:pt x="23428" y="132270"/>
                    <a:pt x="23428" y="125023"/>
                  </a:cubicBezTo>
                  <a:cubicBezTo>
                    <a:pt x="23428" y="119752"/>
                    <a:pt x="23881" y="118215"/>
                    <a:pt x="24788" y="114481"/>
                  </a:cubicBezTo>
                  <a:lnTo>
                    <a:pt x="41565" y="49696"/>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 name="Freeform: Shape 31">
              <a:extLst>
                <a:ext uri="{FF2B5EF4-FFF2-40B4-BE49-F238E27FC236}">
                  <a16:creationId xmlns:a16="http://schemas.microsoft.com/office/drawing/2014/main" id="{97829FB5-E3C9-2510-6590-4C945D5F3A54}"/>
                </a:ext>
              </a:extLst>
            </p:cNvPr>
            <p:cNvSpPr/>
            <p:nvPr>
              <p:custDataLst>
                <p:tags r:id="rId67"/>
              </p:custDataLst>
            </p:nvPr>
          </p:nvSpPr>
          <p:spPr>
            <a:xfrm>
              <a:off x="7188207" y="6306399"/>
              <a:ext cx="150762" cy="51389"/>
            </a:xfrm>
            <a:custGeom>
              <a:avLst/>
              <a:gdLst>
                <a:gd name="connsiteX0" fmla="*/ 143138 w 150762"/>
                <a:gd name="connsiteY0" fmla="*/ 8848 h 51389"/>
                <a:gd name="connsiteX1" fmla="*/ 150846 w 150762"/>
                <a:gd name="connsiteY1" fmla="*/ 4456 h 51389"/>
                <a:gd name="connsiteX2" fmla="*/ 143364 w 150762"/>
                <a:gd name="connsiteY2" fmla="*/ 63 h 51389"/>
                <a:gd name="connsiteX3" fmla="*/ 7565 w 150762"/>
                <a:gd name="connsiteY3" fmla="*/ 63 h 51389"/>
                <a:gd name="connsiteX4" fmla="*/ 83 w 150762"/>
                <a:gd name="connsiteY4" fmla="*/ 4456 h 51389"/>
                <a:gd name="connsiteX5" fmla="*/ 7791 w 150762"/>
                <a:gd name="connsiteY5" fmla="*/ 8848 h 51389"/>
                <a:gd name="connsiteX6" fmla="*/ 143138 w 150762"/>
                <a:gd name="connsiteY6" fmla="*/ 8848 h 51389"/>
                <a:gd name="connsiteX7" fmla="*/ 143364 w 150762"/>
                <a:gd name="connsiteY7" fmla="*/ 51453 h 51389"/>
                <a:gd name="connsiteX8" fmla="*/ 150846 w 150762"/>
                <a:gd name="connsiteY8" fmla="*/ 47060 h 51389"/>
                <a:gd name="connsiteX9" fmla="*/ 143138 w 150762"/>
                <a:gd name="connsiteY9" fmla="*/ 42668 h 51389"/>
                <a:gd name="connsiteX10" fmla="*/ 7791 w 150762"/>
                <a:gd name="connsiteY10" fmla="*/ 42668 h 51389"/>
                <a:gd name="connsiteX11" fmla="*/ 83 w 150762"/>
                <a:gd name="connsiteY11" fmla="*/ 47060 h 51389"/>
                <a:gd name="connsiteX12" fmla="*/ 7565 w 150762"/>
                <a:gd name="connsiteY12" fmla="*/ 51453 h 51389"/>
                <a:gd name="connsiteX13" fmla="*/ 143364 w 150762"/>
                <a:gd name="connsiteY13" fmla="*/ 51453 h 5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0762" h="51389">
                  <a:moveTo>
                    <a:pt x="143138" y="8848"/>
                  </a:moveTo>
                  <a:cubicBezTo>
                    <a:pt x="146538" y="8848"/>
                    <a:pt x="150846" y="8848"/>
                    <a:pt x="150846" y="4456"/>
                  </a:cubicBezTo>
                  <a:cubicBezTo>
                    <a:pt x="150846" y="63"/>
                    <a:pt x="146538" y="63"/>
                    <a:pt x="143364" y="63"/>
                  </a:cubicBezTo>
                  <a:lnTo>
                    <a:pt x="7565" y="63"/>
                  </a:lnTo>
                  <a:cubicBezTo>
                    <a:pt x="4391" y="63"/>
                    <a:pt x="83" y="63"/>
                    <a:pt x="83" y="4456"/>
                  </a:cubicBezTo>
                  <a:cubicBezTo>
                    <a:pt x="83" y="8848"/>
                    <a:pt x="4391" y="8848"/>
                    <a:pt x="7791" y="8848"/>
                  </a:cubicBezTo>
                  <a:lnTo>
                    <a:pt x="143138" y="8848"/>
                  </a:lnTo>
                  <a:close/>
                  <a:moveTo>
                    <a:pt x="143364" y="51453"/>
                  </a:moveTo>
                  <a:cubicBezTo>
                    <a:pt x="146538" y="51453"/>
                    <a:pt x="150846" y="51453"/>
                    <a:pt x="150846" y="47060"/>
                  </a:cubicBezTo>
                  <a:cubicBezTo>
                    <a:pt x="150846" y="42668"/>
                    <a:pt x="146538" y="42668"/>
                    <a:pt x="143138" y="42668"/>
                  </a:cubicBezTo>
                  <a:lnTo>
                    <a:pt x="7791" y="42668"/>
                  </a:lnTo>
                  <a:cubicBezTo>
                    <a:pt x="4391" y="42668"/>
                    <a:pt x="83" y="42668"/>
                    <a:pt x="83" y="47060"/>
                  </a:cubicBezTo>
                  <a:cubicBezTo>
                    <a:pt x="83" y="51453"/>
                    <a:pt x="4391" y="51453"/>
                    <a:pt x="7565" y="51453"/>
                  </a:cubicBezTo>
                  <a:lnTo>
                    <a:pt x="143364" y="5145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 name="Freeform: Shape 32">
              <a:extLst>
                <a:ext uri="{FF2B5EF4-FFF2-40B4-BE49-F238E27FC236}">
                  <a16:creationId xmlns:a16="http://schemas.microsoft.com/office/drawing/2014/main" id="{353B8217-74CE-E704-B3CB-27F2FB07610E}"/>
                </a:ext>
              </a:extLst>
            </p:cNvPr>
            <p:cNvSpPr/>
            <p:nvPr>
              <p:custDataLst>
                <p:tags r:id="rId68"/>
              </p:custDataLst>
            </p:nvPr>
          </p:nvSpPr>
          <p:spPr>
            <a:xfrm>
              <a:off x="7456939" y="6162061"/>
              <a:ext cx="137749" cy="153728"/>
            </a:xfrm>
            <a:custGeom>
              <a:avLst/>
              <a:gdLst>
                <a:gd name="connsiteX0" fmla="*/ 55480 w 137749"/>
                <a:gd name="connsiteY0" fmla="*/ 137026 h 153728"/>
                <a:gd name="connsiteX1" fmla="*/ 24375 w 137749"/>
                <a:gd name="connsiteY1" fmla="*/ 77225 h 153728"/>
                <a:gd name="connsiteX2" fmla="*/ 21836 w 137749"/>
                <a:gd name="connsiteY2" fmla="*/ 74766 h 153728"/>
                <a:gd name="connsiteX3" fmla="*/ 19297 w 137749"/>
                <a:gd name="connsiteY3" fmla="*/ 75995 h 153728"/>
                <a:gd name="connsiteX4" fmla="*/ 2317 w 137749"/>
                <a:gd name="connsiteY4" fmla="*/ 86910 h 153728"/>
                <a:gd name="connsiteX5" fmla="*/ 95 w 137749"/>
                <a:gd name="connsiteY5" fmla="*/ 89523 h 153728"/>
                <a:gd name="connsiteX6" fmla="*/ 2317 w 137749"/>
                <a:gd name="connsiteY6" fmla="*/ 91676 h 153728"/>
                <a:gd name="connsiteX7" fmla="*/ 5332 w 137749"/>
                <a:gd name="connsiteY7" fmla="*/ 90292 h 153728"/>
                <a:gd name="connsiteX8" fmla="*/ 13584 w 137749"/>
                <a:gd name="connsiteY8" fmla="*/ 84758 h 153728"/>
                <a:gd name="connsiteX9" fmla="*/ 48339 w 137749"/>
                <a:gd name="connsiteY9" fmla="*/ 151169 h 153728"/>
                <a:gd name="connsiteX10" fmla="*/ 51989 w 137749"/>
                <a:gd name="connsiteY10" fmla="*/ 153782 h 153728"/>
                <a:gd name="connsiteX11" fmla="*/ 56750 w 137749"/>
                <a:gd name="connsiteY11" fmla="*/ 150861 h 153728"/>
                <a:gd name="connsiteX12" fmla="*/ 136575 w 137749"/>
                <a:gd name="connsiteY12" fmla="*/ 6971 h 153728"/>
                <a:gd name="connsiteX13" fmla="*/ 137844 w 137749"/>
                <a:gd name="connsiteY13" fmla="*/ 3897 h 153728"/>
                <a:gd name="connsiteX14" fmla="*/ 134035 w 137749"/>
                <a:gd name="connsiteY14" fmla="*/ 53 h 153728"/>
                <a:gd name="connsiteX15" fmla="*/ 129909 w 137749"/>
                <a:gd name="connsiteY15" fmla="*/ 3282 h 153728"/>
                <a:gd name="connsiteX16" fmla="*/ 55480 w 137749"/>
                <a:gd name="connsiteY16" fmla="*/ 137026 h 15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7749" h="153728">
                  <a:moveTo>
                    <a:pt x="55480" y="137026"/>
                  </a:moveTo>
                  <a:lnTo>
                    <a:pt x="24375" y="77225"/>
                  </a:lnTo>
                  <a:cubicBezTo>
                    <a:pt x="23582" y="75688"/>
                    <a:pt x="23106" y="74766"/>
                    <a:pt x="21836" y="74766"/>
                  </a:cubicBezTo>
                  <a:cubicBezTo>
                    <a:pt x="21202" y="74766"/>
                    <a:pt x="20884" y="74766"/>
                    <a:pt x="19297" y="75995"/>
                  </a:cubicBezTo>
                  <a:lnTo>
                    <a:pt x="2317" y="86910"/>
                  </a:lnTo>
                  <a:cubicBezTo>
                    <a:pt x="95" y="88294"/>
                    <a:pt x="95" y="89062"/>
                    <a:pt x="95" y="89523"/>
                  </a:cubicBezTo>
                  <a:cubicBezTo>
                    <a:pt x="95" y="90446"/>
                    <a:pt x="888" y="91676"/>
                    <a:pt x="2317" y="91676"/>
                  </a:cubicBezTo>
                  <a:cubicBezTo>
                    <a:pt x="2951" y="91676"/>
                    <a:pt x="3269" y="91676"/>
                    <a:pt x="5332" y="90292"/>
                  </a:cubicBezTo>
                  <a:cubicBezTo>
                    <a:pt x="7077" y="89062"/>
                    <a:pt x="11680" y="85988"/>
                    <a:pt x="13584" y="84758"/>
                  </a:cubicBezTo>
                  <a:lnTo>
                    <a:pt x="48339" y="151169"/>
                  </a:lnTo>
                  <a:cubicBezTo>
                    <a:pt x="49450" y="153475"/>
                    <a:pt x="49767" y="153782"/>
                    <a:pt x="51989" y="153782"/>
                  </a:cubicBezTo>
                  <a:cubicBezTo>
                    <a:pt x="53417" y="153782"/>
                    <a:pt x="55163" y="153782"/>
                    <a:pt x="56750" y="150861"/>
                  </a:cubicBezTo>
                  <a:lnTo>
                    <a:pt x="136575" y="6971"/>
                  </a:lnTo>
                  <a:cubicBezTo>
                    <a:pt x="137844" y="4973"/>
                    <a:pt x="137844" y="4665"/>
                    <a:pt x="137844" y="3897"/>
                  </a:cubicBezTo>
                  <a:cubicBezTo>
                    <a:pt x="137844" y="1437"/>
                    <a:pt x="135781" y="53"/>
                    <a:pt x="134035" y="53"/>
                  </a:cubicBezTo>
                  <a:cubicBezTo>
                    <a:pt x="131655" y="53"/>
                    <a:pt x="130862" y="1437"/>
                    <a:pt x="129909" y="3282"/>
                  </a:cubicBezTo>
                  <a:lnTo>
                    <a:pt x="55480" y="137026"/>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 name="Freeform: Shape 33">
              <a:extLst>
                <a:ext uri="{FF2B5EF4-FFF2-40B4-BE49-F238E27FC236}">
                  <a16:creationId xmlns:a16="http://schemas.microsoft.com/office/drawing/2014/main" id="{BEB2D030-7153-B363-682A-935FF2DAC54D}"/>
                </a:ext>
              </a:extLst>
            </p:cNvPr>
            <p:cNvSpPr/>
            <p:nvPr>
              <p:custDataLst>
                <p:tags r:id="rId69"/>
              </p:custDataLst>
            </p:nvPr>
          </p:nvSpPr>
          <p:spPr>
            <a:xfrm>
              <a:off x="7590958" y="6162127"/>
              <a:ext cx="112070" cy="7466"/>
            </a:xfrm>
            <a:custGeom>
              <a:avLst/>
              <a:gdLst>
                <a:gd name="connsiteX0" fmla="*/ 0 w 112070"/>
                <a:gd name="connsiteY0" fmla="*/ 0 h 7466"/>
                <a:gd name="connsiteX1" fmla="*/ 112070 w 112070"/>
                <a:gd name="connsiteY1" fmla="*/ 0 h 7466"/>
                <a:gd name="connsiteX2" fmla="*/ 112070 w 112070"/>
                <a:gd name="connsiteY2" fmla="*/ 7466 h 7466"/>
                <a:gd name="connsiteX3" fmla="*/ 0 w 112070"/>
                <a:gd name="connsiteY3" fmla="*/ 7466 h 7466"/>
              </a:gdLst>
              <a:ahLst/>
              <a:cxnLst>
                <a:cxn ang="0">
                  <a:pos x="connsiteX0" y="connsiteY0"/>
                </a:cxn>
                <a:cxn ang="0">
                  <a:pos x="connsiteX1" y="connsiteY1"/>
                </a:cxn>
                <a:cxn ang="0">
                  <a:pos x="connsiteX2" y="connsiteY2"/>
                </a:cxn>
                <a:cxn ang="0">
                  <a:pos x="connsiteX3" y="connsiteY3"/>
                </a:cxn>
              </a:cxnLst>
              <a:rect l="l" t="t" r="r" b="b"/>
              <a:pathLst>
                <a:path w="112070" h="7466">
                  <a:moveTo>
                    <a:pt x="0" y="0"/>
                  </a:moveTo>
                  <a:lnTo>
                    <a:pt x="112070" y="0"/>
                  </a:lnTo>
                  <a:lnTo>
                    <a:pt x="112070" y="7466"/>
                  </a:lnTo>
                  <a:lnTo>
                    <a:pt x="0" y="7466"/>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 name="Freeform: Shape 34">
              <a:extLst>
                <a:ext uri="{FF2B5EF4-FFF2-40B4-BE49-F238E27FC236}">
                  <a16:creationId xmlns:a16="http://schemas.microsoft.com/office/drawing/2014/main" id="{4E7104C7-D9B7-B86E-E561-B965EF0DD0A9}"/>
                </a:ext>
              </a:extLst>
            </p:cNvPr>
            <p:cNvSpPr/>
            <p:nvPr>
              <p:custDataLst>
                <p:tags r:id="rId70"/>
              </p:custDataLst>
            </p:nvPr>
          </p:nvSpPr>
          <p:spPr>
            <a:xfrm>
              <a:off x="7598417" y="6212691"/>
              <a:ext cx="96964" cy="69331"/>
            </a:xfrm>
            <a:custGeom>
              <a:avLst/>
              <a:gdLst>
                <a:gd name="connsiteX0" fmla="*/ 12004 w 96964"/>
                <a:gd name="connsiteY0" fmla="*/ 58168 h 69331"/>
                <a:gd name="connsiteX1" fmla="*/ 10417 w 96964"/>
                <a:gd name="connsiteY1" fmla="*/ 64471 h 69331"/>
                <a:gd name="connsiteX2" fmla="*/ 15812 w 96964"/>
                <a:gd name="connsiteY2" fmla="*/ 69390 h 69331"/>
                <a:gd name="connsiteX3" fmla="*/ 22002 w 96964"/>
                <a:gd name="connsiteY3" fmla="*/ 66008 h 69331"/>
                <a:gd name="connsiteX4" fmla="*/ 24858 w 96964"/>
                <a:gd name="connsiteY4" fmla="*/ 56477 h 69331"/>
                <a:gd name="connsiteX5" fmla="*/ 28349 w 96964"/>
                <a:gd name="connsiteY5" fmla="*/ 42641 h 69331"/>
                <a:gd name="connsiteX6" fmla="*/ 31047 w 96964"/>
                <a:gd name="connsiteY6" fmla="*/ 32341 h 69331"/>
                <a:gd name="connsiteX7" fmla="*/ 37713 w 96964"/>
                <a:gd name="connsiteY7" fmla="*/ 18506 h 69331"/>
                <a:gd name="connsiteX8" fmla="*/ 61517 w 96964"/>
                <a:gd name="connsiteY8" fmla="*/ 4363 h 69331"/>
                <a:gd name="connsiteX9" fmla="*/ 70880 w 96964"/>
                <a:gd name="connsiteY9" fmla="*/ 15124 h 69331"/>
                <a:gd name="connsiteX10" fmla="*/ 61517 w 96964"/>
                <a:gd name="connsiteY10" fmla="*/ 47868 h 69331"/>
                <a:gd name="connsiteX11" fmla="*/ 59137 w 96964"/>
                <a:gd name="connsiteY11" fmla="*/ 56169 h 69331"/>
                <a:gd name="connsiteX12" fmla="*/ 74213 w 96964"/>
                <a:gd name="connsiteY12" fmla="*/ 69390 h 69331"/>
                <a:gd name="connsiteX13" fmla="*/ 97066 w 96964"/>
                <a:gd name="connsiteY13" fmla="*/ 45870 h 69331"/>
                <a:gd name="connsiteX14" fmla="*/ 94526 w 96964"/>
                <a:gd name="connsiteY14" fmla="*/ 43871 h 69331"/>
                <a:gd name="connsiteX15" fmla="*/ 91511 w 96964"/>
                <a:gd name="connsiteY15" fmla="*/ 46485 h 69331"/>
                <a:gd name="connsiteX16" fmla="*/ 74689 w 96964"/>
                <a:gd name="connsiteY16" fmla="*/ 65086 h 69331"/>
                <a:gd name="connsiteX17" fmla="*/ 70722 w 96964"/>
                <a:gd name="connsiteY17" fmla="*/ 59705 h 69331"/>
                <a:gd name="connsiteX18" fmla="*/ 74372 w 96964"/>
                <a:gd name="connsiteY18" fmla="*/ 47253 h 69331"/>
                <a:gd name="connsiteX19" fmla="*/ 82783 w 96964"/>
                <a:gd name="connsiteY19" fmla="*/ 17584 h 69331"/>
                <a:gd name="connsiteX20" fmla="*/ 62152 w 96964"/>
                <a:gd name="connsiteY20" fmla="*/ 59 h 69331"/>
                <a:gd name="connsiteX21" fmla="*/ 35332 w 96964"/>
                <a:gd name="connsiteY21" fmla="*/ 14048 h 69331"/>
                <a:gd name="connsiteX22" fmla="*/ 18352 w 96964"/>
                <a:gd name="connsiteY22" fmla="*/ 59 h 69331"/>
                <a:gd name="connsiteX23" fmla="*/ 5814 w 96964"/>
                <a:gd name="connsiteY23" fmla="*/ 8360 h 69331"/>
                <a:gd name="connsiteX24" fmla="*/ 101 w 96964"/>
                <a:gd name="connsiteY24" fmla="*/ 23579 h 69331"/>
                <a:gd name="connsiteX25" fmla="*/ 2799 w 96964"/>
                <a:gd name="connsiteY25" fmla="*/ 25577 h 69331"/>
                <a:gd name="connsiteX26" fmla="*/ 6291 w 96964"/>
                <a:gd name="connsiteY26" fmla="*/ 20966 h 69331"/>
                <a:gd name="connsiteX27" fmla="*/ 17875 w 96964"/>
                <a:gd name="connsiteY27" fmla="*/ 4363 h 69331"/>
                <a:gd name="connsiteX28" fmla="*/ 23112 w 96964"/>
                <a:gd name="connsiteY28" fmla="*/ 11896 h 69331"/>
                <a:gd name="connsiteX29" fmla="*/ 20573 w 96964"/>
                <a:gd name="connsiteY29" fmla="*/ 24655 h 69331"/>
                <a:gd name="connsiteX30" fmla="*/ 17082 w 96964"/>
                <a:gd name="connsiteY30" fmla="*/ 38491 h 69331"/>
                <a:gd name="connsiteX31" fmla="*/ 12004 w 96964"/>
                <a:gd name="connsiteY31" fmla="*/ 58168 h 69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6964" h="69331">
                  <a:moveTo>
                    <a:pt x="12004" y="58168"/>
                  </a:moveTo>
                  <a:cubicBezTo>
                    <a:pt x="11369" y="60166"/>
                    <a:pt x="10417" y="64010"/>
                    <a:pt x="10417" y="64471"/>
                  </a:cubicBezTo>
                  <a:cubicBezTo>
                    <a:pt x="10417" y="67853"/>
                    <a:pt x="13273" y="69390"/>
                    <a:pt x="15812" y="69390"/>
                  </a:cubicBezTo>
                  <a:cubicBezTo>
                    <a:pt x="18669" y="69390"/>
                    <a:pt x="21208" y="67392"/>
                    <a:pt x="22002" y="66008"/>
                  </a:cubicBezTo>
                  <a:cubicBezTo>
                    <a:pt x="22795" y="64625"/>
                    <a:pt x="24065" y="59705"/>
                    <a:pt x="24858" y="56477"/>
                  </a:cubicBezTo>
                  <a:cubicBezTo>
                    <a:pt x="25652" y="53556"/>
                    <a:pt x="27397" y="46485"/>
                    <a:pt x="28349" y="42641"/>
                  </a:cubicBezTo>
                  <a:cubicBezTo>
                    <a:pt x="29302" y="39259"/>
                    <a:pt x="30254" y="35877"/>
                    <a:pt x="31047" y="32341"/>
                  </a:cubicBezTo>
                  <a:cubicBezTo>
                    <a:pt x="32793" y="26039"/>
                    <a:pt x="33110" y="24809"/>
                    <a:pt x="37713" y="18506"/>
                  </a:cubicBezTo>
                  <a:cubicBezTo>
                    <a:pt x="42156" y="12357"/>
                    <a:pt x="49615" y="4363"/>
                    <a:pt x="61517" y="4363"/>
                  </a:cubicBezTo>
                  <a:cubicBezTo>
                    <a:pt x="70722" y="4363"/>
                    <a:pt x="70880" y="12203"/>
                    <a:pt x="70880" y="15124"/>
                  </a:cubicBezTo>
                  <a:cubicBezTo>
                    <a:pt x="70880" y="24348"/>
                    <a:pt x="64056" y="41411"/>
                    <a:pt x="61517" y="47868"/>
                  </a:cubicBezTo>
                  <a:cubicBezTo>
                    <a:pt x="59772" y="52172"/>
                    <a:pt x="59137" y="53556"/>
                    <a:pt x="59137" y="56169"/>
                  </a:cubicBezTo>
                  <a:cubicBezTo>
                    <a:pt x="59137" y="64317"/>
                    <a:pt x="66120" y="69390"/>
                    <a:pt x="74213" y="69390"/>
                  </a:cubicBezTo>
                  <a:cubicBezTo>
                    <a:pt x="90083" y="69390"/>
                    <a:pt x="97066" y="48176"/>
                    <a:pt x="97066" y="45870"/>
                  </a:cubicBezTo>
                  <a:cubicBezTo>
                    <a:pt x="97066" y="43871"/>
                    <a:pt x="95002" y="43871"/>
                    <a:pt x="94526" y="43871"/>
                  </a:cubicBezTo>
                  <a:cubicBezTo>
                    <a:pt x="92305" y="43871"/>
                    <a:pt x="92146" y="44794"/>
                    <a:pt x="91511" y="46485"/>
                  </a:cubicBezTo>
                  <a:cubicBezTo>
                    <a:pt x="87861" y="58783"/>
                    <a:pt x="81037" y="65086"/>
                    <a:pt x="74689" y="65086"/>
                  </a:cubicBezTo>
                  <a:cubicBezTo>
                    <a:pt x="71357" y="65086"/>
                    <a:pt x="70722" y="62933"/>
                    <a:pt x="70722" y="59705"/>
                  </a:cubicBezTo>
                  <a:cubicBezTo>
                    <a:pt x="70722" y="56169"/>
                    <a:pt x="71515" y="54171"/>
                    <a:pt x="74372" y="47253"/>
                  </a:cubicBezTo>
                  <a:cubicBezTo>
                    <a:pt x="76276" y="42488"/>
                    <a:pt x="82783" y="26192"/>
                    <a:pt x="82783" y="17584"/>
                  </a:cubicBezTo>
                  <a:cubicBezTo>
                    <a:pt x="82783" y="2672"/>
                    <a:pt x="70563" y="59"/>
                    <a:pt x="62152" y="59"/>
                  </a:cubicBezTo>
                  <a:cubicBezTo>
                    <a:pt x="48980" y="59"/>
                    <a:pt x="40093" y="7899"/>
                    <a:pt x="35332" y="14048"/>
                  </a:cubicBezTo>
                  <a:cubicBezTo>
                    <a:pt x="34221" y="3441"/>
                    <a:pt x="24858" y="59"/>
                    <a:pt x="18352" y="59"/>
                  </a:cubicBezTo>
                  <a:cubicBezTo>
                    <a:pt x="11528" y="59"/>
                    <a:pt x="7878" y="4824"/>
                    <a:pt x="5814" y="8360"/>
                  </a:cubicBezTo>
                  <a:cubicBezTo>
                    <a:pt x="2323" y="14048"/>
                    <a:pt x="101" y="22810"/>
                    <a:pt x="101" y="23579"/>
                  </a:cubicBezTo>
                  <a:cubicBezTo>
                    <a:pt x="101" y="25577"/>
                    <a:pt x="2323" y="25577"/>
                    <a:pt x="2799" y="25577"/>
                  </a:cubicBezTo>
                  <a:cubicBezTo>
                    <a:pt x="5021" y="25577"/>
                    <a:pt x="5180" y="25116"/>
                    <a:pt x="6291" y="20966"/>
                  </a:cubicBezTo>
                  <a:cubicBezTo>
                    <a:pt x="8671" y="11896"/>
                    <a:pt x="11686" y="4363"/>
                    <a:pt x="17875" y="4363"/>
                  </a:cubicBezTo>
                  <a:cubicBezTo>
                    <a:pt x="22002" y="4363"/>
                    <a:pt x="23112" y="7745"/>
                    <a:pt x="23112" y="11896"/>
                  </a:cubicBezTo>
                  <a:cubicBezTo>
                    <a:pt x="23112" y="14816"/>
                    <a:pt x="21684" y="20504"/>
                    <a:pt x="20573" y="24655"/>
                  </a:cubicBezTo>
                  <a:cubicBezTo>
                    <a:pt x="19462" y="28806"/>
                    <a:pt x="17875" y="35109"/>
                    <a:pt x="17082" y="38491"/>
                  </a:cubicBezTo>
                  <a:lnTo>
                    <a:pt x="12004" y="5816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6" name="Freeform: Shape 35">
              <a:extLst>
                <a:ext uri="{FF2B5EF4-FFF2-40B4-BE49-F238E27FC236}">
                  <a16:creationId xmlns:a16="http://schemas.microsoft.com/office/drawing/2014/main" id="{EFACFEFB-B6CD-867A-53A9-878E9F5E40BD}"/>
                </a:ext>
              </a:extLst>
            </p:cNvPr>
            <p:cNvSpPr/>
            <p:nvPr>
              <p:custDataLst>
                <p:tags r:id="rId71"/>
              </p:custDataLst>
            </p:nvPr>
          </p:nvSpPr>
          <p:spPr>
            <a:xfrm>
              <a:off x="7721279" y="6165189"/>
              <a:ext cx="41261" cy="153574"/>
            </a:xfrm>
            <a:custGeom>
              <a:avLst/>
              <a:gdLst>
                <a:gd name="connsiteX0" fmla="*/ 38194 w 41261"/>
                <a:gd name="connsiteY0" fmla="*/ 59 h 153574"/>
                <a:gd name="connsiteX1" fmla="*/ 106 w 41261"/>
                <a:gd name="connsiteY1" fmla="*/ 76769 h 153574"/>
                <a:gd name="connsiteX2" fmla="*/ 38194 w 41261"/>
                <a:gd name="connsiteY2" fmla="*/ 153633 h 153574"/>
                <a:gd name="connsiteX3" fmla="*/ 41368 w 41261"/>
                <a:gd name="connsiteY3" fmla="*/ 151789 h 153574"/>
                <a:gd name="connsiteX4" fmla="*/ 39781 w 41261"/>
                <a:gd name="connsiteY4" fmla="*/ 149483 h 153574"/>
                <a:gd name="connsiteX5" fmla="*/ 10898 w 41261"/>
                <a:gd name="connsiteY5" fmla="*/ 76923 h 153574"/>
                <a:gd name="connsiteX6" fmla="*/ 40257 w 41261"/>
                <a:gd name="connsiteY6" fmla="*/ 3748 h 153574"/>
                <a:gd name="connsiteX7" fmla="*/ 41368 w 41261"/>
                <a:gd name="connsiteY7" fmla="*/ 1903 h 153574"/>
                <a:gd name="connsiteX8" fmla="*/ 38194 w 41261"/>
                <a:gd name="connsiteY8" fmla="*/ 59 h 153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261" h="153574">
                  <a:moveTo>
                    <a:pt x="38194" y="59"/>
                  </a:moveTo>
                  <a:cubicBezTo>
                    <a:pt x="8041" y="20658"/>
                    <a:pt x="106" y="53249"/>
                    <a:pt x="106" y="76769"/>
                  </a:cubicBezTo>
                  <a:cubicBezTo>
                    <a:pt x="106" y="98445"/>
                    <a:pt x="6772" y="132111"/>
                    <a:pt x="38194" y="153633"/>
                  </a:cubicBezTo>
                  <a:cubicBezTo>
                    <a:pt x="39463" y="153633"/>
                    <a:pt x="41368" y="153633"/>
                    <a:pt x="41368" y="151789"/>
                  </a:cubicBezTo>
                  <a:cubicBezTo>
                    <a:pt x="41368" y="150866"/>
                    <a:pt x="40892" y="150559"/>
                    <a:pt x="39781" y="149483"/>
                  </a:cubicBezTo>
                  <a:cubicBezTo>
                    <a:pt x="18674" y="131035"/>
                    <a:pt x="10898" y="104901"/>
                    <a:pt x="10898" y="76923"/>
                  </a:cubicBezTo>
                  <a:cubicBezTo>
                    <a:pt x="10898" y="35416"/>
                    <a:pt x="27244" y="15124"/>
                    <a:pt x="40257" y="3748"/>
                  </a:cubicBezTo>
                  <a:cubicBezTo>
                    <a:pt x="40892" y="3133"/>
                    <a:pt x="41368" y="2672"/>
                    <a:pt x="41368" y="1903"/>
                  </a:cubicBezTo>
                  <a:cubicBezTo>
                    <a:pt x="41368" y="59"/>
                    <a:pt x="39463" y="59"/>
                    <a:pt x="38194" y="5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 name="Freeform: Shape 36">
              <a:extLst>
                <a:ext uri="{FF2B5EF4-FFF2-40B4-BE49-F238E27FC236}">
                  <a16:creationId xmlns:a16="http://schemas.microsoft.com/office/drawing/2014/main" id="{07CE7BF8-1AEA-12B0-C114-F90C70049182}"/>
                </a:ext>
              </a:extLst>
            </p:cNvPr>
            <p:cNvSpPr/>
            <p:nvPr>
              <p:custDataLst>
                <p:tags r:id="rId72"/>
              </p:custDataLst>
            </p:nvPr>
          </p:nvSpPr>
          <p:spPr>
            <a:xfrm>
              <a:off x="7800761" y="6189171"/>
              <a:ext cx="63161" cy="5841"/>
            </a:xfrm>
            <a:custGeom>
              <a:avLst/>
              <a:gdLst>
                <a:gd name="connsiteX0" fmla="*/ 63272 w 63161"/>
                <a:gd name="connsiteY0" fmla="*/ 5900 h 5841"/>
                <a:gd name="connsiteX1" fmla="*/ 63272 w 63161"/>
                <a:gd name="connsiteY1" fmla="*/ 59 h 5841"/>
                <a:gd name="connsiteX2" fmla="*/ 110 w 63161"/>
                <a:gd name="connsiteY2" fmla="*/ 59 h 5841"/>
                <a:gd name="connsiteX3" fmla="*/ 110 w 63161"/>
                <a:gd name="connsiteY3" fmla="*/ 5900 h 5841"/>
                <a:gd name="connsiteX4" fmla="*/ 63272 w 63161"/>
                <a:gd name="connsiteY4" fmla="*/ 5900 h 5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161" h="5841">
                  <a:moveTo>
                    <a:pt x="63272" y="5900"/>
                  </a:moveTo>
                  <a:lnTo>
                    <a:pt x="63272" y="59"/>
                  </a:lnTo>
                  <a:lnTo>
                    <a:pt x="110" y="59"/>
                  </a:lnTo>
                  <a:lnTo>
                    <a:pt x="110" y="5900"/>
                  </a:lnTo>
                  <a:lnTo>
                    <a:pt x="63272" y="5900"/>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8" name="Freeform: Shape 37">
              <a:extLst>
                <a:ext uri="{FF2B5EF4-FFF2-40B4-BE49-F238E27FC236}">
                  <a16:creationId xmlns:a16="http://schemas.microsoft.com/office/drawing/2014/main" id="{967CAC56-A3CD-AB91-5C2E-243B500938F5}"/>
                </a:ext>
              </a:extLst>
            </p:cNvPr>
            <p:cNvSpPr/>
            <p:nvPr>
              <p:custDataLst>
                <p:tags r:id="rId73"/>
              </p:custDataLst>
            </p:nvPr>
          </p:nvSpPr>
          <p:spPr>
            <a:xfrm>
              <a:off x="7781335" y="6212691"/>
              <a:ext cx="81411" cy="99154"/>
            </a:xfrm>
            <a:custGeom>
              <a:avLst/>
              <a:gdLst>
                <a:gd name="connsiteX0" fmla="*/ 80886 w 81411"/>
                <a:gd name="connsiteY0" fmla="*/ 9897 h 99154"/>
                <a:gd name="connsiteX1" fmla="*/ 81521 w 81411"/>
                <a:gd name="connsiteY1" fmla="*/ 6515 h 99154"/>
                <a:gd name="connsiteX2" fmla="*/ 76284 w 81411"/>
                <a:gd name="connsiteY2" fmla="*/ 1596 h 99154"/>
                <a:gd name="connsiteX3" fmla="*/ 69778 w 81411"/>
                <a:gd name="connsiteY3" fmla="*/ 5285 h 99154"/>
                <a:gd name="connsiteX4" fmla="*/ 67238 w 81411"/>
                <a:gd name="connsiteY4" fmla="*/ 14202 h 99154"/>
                <a:gd name="connsiteX5" fmla="*/ 63906 w 81411"/>
                <a:gd name="connsiteY5" fmla="*/ 26961 h 99154"/>
                <a:gd name="connsiteX6" fmla="*/ 57558 w 81411"/>
                <a:gd name="connsiteY6" fmla="*/ 51711 h 99154"/>
                <a:gd name="connsiteX7" fmla="*/ 38038 w 81411"/>
                <a:gd name="connsiteY7" fmla="*/ 65086 h 99154"/>
                <a:gd name="connsiteX8" fmla="*/ 27247 w 81411"/>
                <a:gd name="connsiteY8" fmla="*/ 52326 h 99154"/>
                <a:gd name="connsiteX9" fmla="*/ 35658 w 81411"/>
                <a:gd name="connsiteY9" fmla="*/ 22503 h 99154"/>
                <a:gd name="connsiteX10" fmla="*/ 38355 w 81411"/>
                <a:gd name="connsiteY10" fmla="*/ 13125 h 99154"/>
                <a:gd name="connsiteX11" fmla="*/ 23279 w 81411"/>
                <a:gd name="connsiteY11" fmla="*/ 59 h 99154"/>
                <a:gd name="connsiteX12" fmla="*/ 109 w 81411"/>
                <a:gd name="connsiteY12" fmla="*/ 23579 h 99154"/>
                <a:gd name="connsiteX13" fmla="*/ 2807 w 81411"/>
                <a:gd name="connsiteY13" fmla="*/ 25577 h 99154"/>
                <a:gd name="connsiteX14" fmla="*/ 5664 w 81411"/>
                <a:gd name="connsiteY14" fmla="*/ 23118 h 99154"/>
                <a:gd name="connsiteX15" fmla="*/ 22803 w 81411"/>
                <a:gd name="connsiteY15" fmla="*/ 4363 h 99154"/>
                <a:gd name="connsiteX16" fmla="*/ 26771 w 81411"/>
                <a:gd name="connsiteY16" fmla="*/ 9743 h 99154"/>
                <a:gd name="connsiteX17" fmla="*/ 24549 w 81411"/>
                <a:gd name="connsiteY17" fmla="*/ 18660 h 99154"/>
                <a:gd name="connsiteX18" fmla="*/ 15344 w 81411"/>
                <a:gd name="connsiteY18" fmla="*/ 49867 h 99154"/>
                <a:gd name="connsiteX19" fmla="*/ 21534 w 81411"/>
                <a:gd name="connsiteY19" fmla="*/ 64624 h 99154"/>
                <a:gd name="connsiteX20" fmla="*/ 37403 w 81411"/>
                <a:gd name="connsiteY20" fmla="*/ 69390 h 99154"/>
                <a:gd name="connsiteX21" fmla="*/ 54701 w 81411"/>
                <a:gd name="connsiteY21" fmla="*/ 62472 h 99154"/>
                <a:gd name="connsiteX22" fmla="*/ 44227 w 81411"/>
                <a:gd name="connsiteY22" fmla="*/ 85070 h 99154"/>
                <a:gd name="connsiteX23" fmla="*/ 25184 w 81411"/>
                <a:gd name="connsiteY23" fmla="*/ 94909 h 99154"/>
                <a:gd name="connsiteX24" fmla="*/ 13281 w 81411"/>
                <a:gd name="connsiteY24" fmla="*/ 89836 h 99154"/>
                <a:gd name="connsiteX25" fmla="*/ 21851 w 81411"/>
                <a:gd name="connsiteY25" fmla="*/ 81381 h 99154"/>
                <a:gd name="connsiteX26" fmla="*/ 15662 w 81411"/>
                <a:gd name="connsiteY26" fmla="*/ 75539 h 99154"/>
                <a:gd name="connsiteX27" fmla="*/ 6457 w 81411"/>
                <a:gd name="connsiteY27" fmla="*/ 85685 h 99154"/>
                <a:gd name="connsiteX28" fmla="*/ 25342 w 81411"/>
                <a:gd name="connsiteY28" fmla="*/ 99213 h 99154"/>
                <a:gd name="connsiteX29" fmla="*/ 65810 w 81411"/>
                <a:gd name="connsiteY29" fmla="*/ 68007 h 99154"/>
                <a:gd name="connsiteX30" fmla="*/ 80886 w 81411"/>
                <a:gd name="connsiteY30" fmla="*/ 9897 h 99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1411" h="99154">
                  <a:moveTo>
                    <a:pt x="80886" y="9897"/>
                  </a:moveTo>
                  <a:cubicBezTo>
                    <a:pt x="81521" y="7745"/>
                    <a:pt x="81521" y="7437"/>
                    <a:pt x="81521" y="6515"/>
                  </a:cubicBezTo>
                  <a:cubicBezTo>
                    <a:pt x="81521" y="3441"/>
                    <a:pt x="78982" y="1596"/>
                    <a:pt x="76284" y="1596"/>
                  </a:cubicBezTo>
                  <a:cubicBezTo>
                    <a:pt x="74539" y="1596"/>
                    <a:pt x="71523" y="2364"/>
                    <a:pt x="69778" y="5285"/>
                  </a:cubicBezTo>
                  <a:cubicBezTo>
                    <a:pt x="69302" y="6208"/>
                    <a:pt x="68032" y="11127"/>
                    <a:pt x="67238" y="14202"/>
                  </a:cubicBezTo>
                  <a:lnTo>
                    <a:pt x="63906" y="26961"/>
                  </a:lnTo>
                  <a:cubicBezTo>
                    <a:pt x="62954" y="30650"/>
                    <a:pt x="58034" y="50020"/>
                    <a:pt x="57558" y="51711"/>
                  </a:cubicBezTo>
                  <a:cubicBezTo>
                    <a:pt x="57399" y="51711"/>
                    <a:pt x="50416" y="65086"/>
                    <a:pt x="38038" y="65086"/>
                  </a:cubicBezTo>
                  <a:cubicBezTo>
                    <a:pt x="27247" y="65086"/>
                    <a:pt x="27247" y="55093"/>
                    <a:pt x="27247" y="52326"/>
                  </a:cubicBezTo>
                  <a:cubicBezTo>
                    <a:pt x="27247" y="44025"/>
                    <a:pt x="30897" y="34340"/>
                    <a:pt x="35658" y="22503"/>
                  </a:cubicBezTo>
                  <a:cubicBezTo>
                    <a:pt x="37562" y="17584"/>
                    <a:pt x="38355" y="15739"/>
                    <a:pt x="38355" y="13125"/>
                  </a:cubicBezTo>
                  <a:cubicBezTo>
                    <a:pt x="38355" y="5746"/>
                    <a:pt x="31849" y="59"/>
                    <a:pt x="23279" y="59"/>
                  </a:cubicBezTo>
                  <a:cubicBezTo>
                    <a:pt x="7251" y="59"/>
                    <a:pt x="109" y="20966"/>
                    <a:pt x="109" y="23579"/>
                  </a:cubicBezTo>
                  <a:cubicBezTo>
                    <a:pt x="109" y="25577"/>
                    <a:pt x="2331" y="25577"/>
                    <a:pt x="2807" y="25577"/>
                  </a:cubicBezTo>
                  <a:cubicBezTo>
                    <a:pt x="5029" y="25577"/>
                    <a:pt x="5188" y="24809"/>
                    <a:pt x="5664" y="23118"/>
                  </a:cubicBezTo>
                  <a:cubicBezTo>
                    <a:pt x="9631" y="10358"/>
                    <a:pt x="16455" y="4363"/>
                    <a:pt x="22803" y="4363"/>
                  </a:cubicBezTo>
                  <a:cubicBezTo>
                    <a:pt x="25501" y="4363"/>
                    <a:pt x="26771" y="6054"/>
                    <a:pt x="26771" y="9743"/>
                  </a:cubicBezTo>
                  <a:cubicBezTo>
                    <a:pt x="26771" y="13279"/>
                    <a:pt x="25342" y="16661"/>
                    <a:pt x="24549" y="18660"/>
                  </a:cubicBezTo>
                  <a:cubicBezTo>
                    <a:pt x="16931" y="37415"/>
                    <a:pt x="15344" y="43102"/>
                    <a:pt x="15344" y="49867"/>
                  </a:cubicBezTo>
                  <a:cubicBezTo>
                    <a:pt x="15344" y="52480"/>
                    <a:pt x="15344" y="59705"/>
                    <a:pt x="21534" y="64624"/>
                  </a:cubicBezTo>
                  <a:cubicBezTo>
                    <a:pt x="26453" y="68621"/>
                    <a:pt x="33118" y="69390"/>
                    <a:pt x="37403" y="69390"/>
                  </a:cubicBezTo>
                  <a:cubicBezTo>
                    <a:pt x="43751" y="69390"/>
                    <a:pt x="49464" y="67084"/>
                    <a:pt x="54701" y="62472"/>
                  </a:cubicBezTo>
                  <a:cubicBezTo>
                    <a:pt x="52638" y="70927"/>
                    <a:pt x="50893" y="77384"/>
                    <a:pt x="44227" y="85070"/>
                  </a:cubicBezTo>
                  <a:cubicBezTo>
                    <a:pt x="39942" y="89836"/>
                    <a:pt x="33595" y="94909"/>
                    <a:pt x="25184" y="94909"/>
                  </a:cubicBezTo>
                  <a:cubicBezTo>
                    <a:pt x="24073" y="94909"/>
                    <a:pt x="16614" y="94909"/>
                    <a:pt x="13281" y="89836"/>
                  </a:cubicBezTo>
                  <a:cubicBezTo>
                    <a:pt x="21851" y="88914"/>
                    <a:pt x="21851" y="81535"/>
                    <a:pt x="21851" y="81381"/>
                  </a:cubicBezTo>
                  <a:cubicBezTo>
                    <a:pt x="21851" y="76462"/>
                    <a:pt x="17249" y="75539"/>
                    <a:pt x="15662" y="75539"/>
                  </a:cubicBezTo>
                  <a:cubicBezTo>
                    <a:pt x="11694" y="75539"/>
                    <a:pt x="6457" y="78614"/>
                    <a:pt x="6457" y="85685"/>
                  </a:cubicBezTo>
                  <a:cubicBezTo>
                    <a:pt x="6457" y="93525"/>
                    <a:pt x="14075" y="99213"/>
                    <a:pt x="25342" y="99213"/>
                  </a:cubicBezTo>
                  <a:cubicBezTo>
                    <a:pt x="41371" y="99213"/>
                    <a:pt x="60891" y="87223"/>
                    <a:pt x="65810" y="68007"/>
                  </a:cubicBezTo>
                  <a:lnTo>
                    <a:pt x="80886" y="989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9" name="Freeform: Shape 38">
              <a:extLst>
                <a:ext uri="{FF2B5EF4-FFF2-40B4-BE49-F238E27FC236}">
                  <a16:creationId xmlns:a16="http://schemas.microsoft.com/office/drawing/2014/main" id="{9BF621CB-EBA8-481E-E1CB-CD7338DFDD4D}"/>
                </a:ext>
              </a:extLst>
            </p:cNvPr>
            <p:cNvSpPr/>
            <p:nvPr>
              <p:custDataLst>
                <p:tags r:id="rId74"/>
              </p:custDataLst>
            </p:nvPr>
          </p:nvSpPr>
          <p:spPr>
            <a:xfrm>
              <a:off x="7888654" y="6238210"/>
              <a:ext cx="107279" cy="7532"/>
            </a:xfrm>
            <a:custGeom>
              <a:avLst/>
              <a:gdLst>
                <a:gd name="connsiteX0" fmla="*/ 101045 w 107279"/>
                <a:gd name="connsiteY0" fmla="*/ 7591 h 7532"/>
                <a:gd name="connsiteX1" fmla="*/ 107393 w 107279"/>
                <a:gd name="connsiteY1" fmla="*/ 3902 h 7532"/>
                <a:gd name="connsiteX2" fmla="*/ 101045 w 107279"/>
                <a:gd name="connsiteY2" fmla="*/ 59 h 7532"/>
                <a:gd name="connsiteX3" fmla="*/ 6462 w 107279"/>
                <a:gd name="connsiteY3" fmla="*/ 59 h 7532"/>
                <a:gd name="connsiteX4" fmla="*/ 114 w 107279"/>
                <a:gd name="connsiteY4" fmla="*/ 3748 h 7532"/>
                <a:gd name="connsiteX5" fmla="*/ 6462 w 107279"/>
                <a:gd name="connsiteY5" fmla="*/ 7591 h 7532"/>
                <a:gd name="connsiteX6" fmla="*/ 101045 w 107279"/>
                <a:gd name="connsiteY6" fmla="*/ 7591 h 7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279" h="7532">
                  <a:moveTo>
                    <a:pt x="101045" y="7591"/>
                  </a:moveTo>
                  <a:cubicBezTo>
                    <a:pt x="103584" y="7591"/>
                    <a:pt x="107393" y="7591"/>
                    <a:pt x="107393" y="3902"/>
                  </a:cubicBezTo>
                  <a:cubicBezTo>
                    <a:pt x="107393" y="59"/>
                    <a:pt x="103743" y="59"/>
                    <a:pt x="101045" y="59"/>
                  </a:cubicBezTo>
                  <a:lnTo>
                    <a:pt x="6462" y="59"/>
                  </a:lnTo>
                  <a:cubicBezTo>
                    <a:pt x="3922" y="59"/>
                    <a:pt x="114" y="59"/>
                    <a:pt x="114" y="3748"/>
                  </a:cubicBezTo>
                  <a:cubicBezTo>
                    <a:pt x="114" y="7591"/>
                    <a:pt x="3764" y="7591"/>
                    <a:pt x="6462" y="7591"/>
                  </a:cubicBezTo>
                  <a:lnTo>
                    <a:pt x="101045" y="7591"/>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0" name="Freeform: Shape 39">
              <a:extLst>
                <a:ext uri="{FF2B5EF4-FFF2-40B4-BE49-F238E27FC236}">
                  <a16:creationId xmlns:a16="http://schemas.microsoft.com/office/drawing/2014/main" id="{46269A4D-C57C-413D-9342-27E15926B5E9}"/>
                </a:ext>
              </a:extLst>
            </p:cNvPr>
            <p:cNvSpPr/>
            <p:nvPr>
              <p:custDataLst>
                <p:tags r:id="rId75"/>
              </p:custDataLst>
            </p:nvPr>
          </p:nvSpPr>
          <p:spPr>
            <a:xfrm>
              <a:off x="8021145" y="6212691"/>
              <a:ext cx="94583" cy="100692"/>
            </a:xfrm>
            <a:custGeom>
              <a:avLst/>
              <a:gdLst>
                <a:gd name="connsiteX0" fmla="*/ 755 w 94583"/>
                <a:gd name="connsiteY0" fmla="*/ 92603 h 100692"/>
                <a:gd name="connsiteX1" fmla="*/ 120 w 94583"/>
                <a:gd name="connsiteY1" fmla="*/ 95831 h 100692"/>
                <a:gd name="connsiteX2" fmla="*/ 5516 w 94583"/>
                <a:gd name="connsiteY2" fmla="*/ 100751 h 100692"/>
                <a:gd name="connsiteX3" fmla="*/ 13133 w 94583"/>
                <a:gd name="connsiteY3" fmla="*/ 93064 h 100692"/>
                <a:gd name="connsiteX4" fmla="*/ 20433 w 94583"/>
                <a:gd name="connsiteY4" fmla="*/ 64932 h 100692"/>
                <a:gd name="connsiteX5" fmla="*/ 37414 w 94583"/>
                <a:gd name="connsiteY5" fmla="*/ 69390 h 100692"/>
                <a:gd name="connsiteX6" fmla="*/ 60266 w 94583"/>
                <a:gd name="connsiteY6" fmla="*/ 58322 h 100692"/>
                <a:gd name="connsiteX7" fmla="*/ 76612 w 94583"/>
                <a:gd name="connsiteY7" fmla="*/ 69390 h 100692"/>
                <a:gd name="connsiteX8" fmla="*/ 89149 w 94583"/>
                <a:gd name="connsiteY8" fmla="*/ 61242 h 100692"/>
                <a:gd name="connsiteX9" fmla="*/ 94704 w 94583"/>
                <a:gd name="connsiteY9" fmla="*/ 45870 h 100692"/>
                <a:gd name="connsiteX10" fmla="*/ 92164 w 94583"/>
                <a:gd name="connsiteY10" fmla="*/ 43871 h 100692"/>
                <a:gd name="connsiteX11" fmla="*/ 88673 w 94583"/>
                <a:gd name="connsiteY11" fmla="*/ 48637 h 100692"/>
                <a:gd name="connsiteX12" fmla="*/ 77088 w 94583"/>
                <a:gd name="connsiteY12" fmla="*/ 65086 h 100692"/>
                <a:gd name="connsiteX13" fmla="*/ 71851 w 94583"/>
                <a:gd name="connsiteY13" fmla="*/ 57553 h 100692"/>
                <a:gd name="connsiteX14" fmla="*/ 74232 w 94583"/>
                <a:gd name="connsiteY14" fmla="*/ 45408 h 100692"/>
                <a:gd name="connsiteX15" fmla="*/ 77723 w 94583"/>
                <a:gd name="connsiteY15" fmla="*/ 31573 h 100692"/>
                <a:gd name="connsiteX16" fmla="*/ 81373 w 94583"/>
                <a:gd name="connsiteY16" fmla="*/ 17891 h 100692"/>
                <a:gd name="connsiteX17" fmla="*/ 84071 w 94583"/>
                <a:gd name="connsiteY17" fmla="*/ 6515 h 100692"/>
                <a:gd name="connsiteX18" fmla="*/ 78834 w 94583"/>
                <a:gd name="connsiteY18" fmla="*/ 1596 h 100692"/>
                <a:gd name="connsiteX19" fmla="*/ 72327 w 94583"/>
                <a:gd name="connsiteY19" fmla="*/ 5285 h 100692"/>
                <a:gd name="connsiteX20" fmla="*/ 69788 w 94583"/>
                <a:gd name="connsiteY20" fmla="*/ 14202 h 100692"/>
                <a:gd name="connsiteX21" fmla="*/ 66455 w 94583"/>
                <a:gd name="connsiteY21" fmla="*/ 26961 h 100692"/>
                <a:gd name="connsiteX22" fmla="*/ 61536 w 94583"/>
                <a:gd name="connsiteY22" fmla="*/ 46177 h 100692"/>
                <a:gd name="connsiteX23" fmla="*/ 58997 w 94583"/>
                <a:gd name="connsiteY23" fmla="*/ 52326 h 100692"/>
                <a:gd name="connsiteX24" fmla="*/ 38049 w 94583"/>
                <a:gd name="connsiteY24" fmla="*/ 65086 h 100692"/>
                <a:gd name="connsiteX25" fmla="*/ 25035 w 94583"/>
                <a:gd name="connsiteY25" fmla="*/ 51404 h 100692"/>
                <a:gd name="connsiteX26" fmla="*/ 27733 w 94583"/>
                <a:gd name="connsiteY26" fmla="*/ 37107 h 100692"/>
                <a:gd name="connsiteX27" fmla="*/ 31225 w 94583"/>
                <a:gd name="connsiteY27" fmla="*/ 23272 h 100692"/>
                <a:gd name="connsiteX28" fmla="*/ 33446 w 94583"/>
                <a:gd name="connsiteY28" fmla="*/ 14663 h 100692"/>
                <a:gd name="connsiteX29" fmla="*/ 35827 w 94583"/>
                <a:gd name="connsiteY29" fmla="*/ 4978 h 100692"/>
                <a:gd name="connsiteX30" fmla="*/ 30431 w 94583"/>
                <a:gd name="connsiteY30" fmla="*/ 59 h 100692"/>
                <a:gd name="connsiteX31" fmla="*/ 22814 w 94583"/>
                <a:gd name="connsiteY31" fmla="*/ 7284 h 100692"/>
                <a:gd name="connsiteX32" fmla="*/ 755 w 94583"/>
                <a:gd name="connsiteY32" fmla="*/ 92603 h 100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4583" h="100692">
                  <a:moveTo>
                    <a:pt x="755" y="92603"/>
                  </a:moveTo>
                  <a:cubicBezTo>
                    <a:pt x="120" y="94909"/>
                    <a:pt x="120" y="95678"/>
                    <a:pt x="120" y="95831"/>
                  </a:cubicBezTo>
                  <a:cubicBezTo>
                    <a:pt x="120" y="99213"/>
                    <a:pt x="2976" y="100751"/>
                    <a:pt x="5516" y="100751"/>
                  </a:cubicBezTo>
                  <a:cubicBezTo>
                    <a:pt x="11229" y="100751"/>
                    <a:pt x="12498" y="95678"/>
                    <a:pt x="13133" y="93064"/>
                  </a:cubicBezTo>
                  <a:cubicBezTo>
                    <a:pt x="13450" y="92296"/>
                    <a:pt x="16624" y="79997"/>
                    <a:pt x="20433" y="64932"/>
                  </a:cubicBezTo>
                  <a:cubicBezTo>
                    <a:pt x="25353" y="68160"/>
                    <a:pt x="31701" y="69390"/>
                    <a:pt x="37414" y="69390"/>
                  </a:cubicBezTo>
                  <a:cubicBezTo>
                    <a:pt x="51062" y="69390"/>
                    <a:pt x="59949" y="58629"/>
                    <a:pt x="60266" y="58322"/>
                  </a:cubicBezTo>
                  <a:cubicBezTo>
                    <a:pt x="63282" y="68929"/>
                    <a:pt x="74232" y="69390"/>
                    <a:pt x="76612" y="69390"/>
                  </a:cubicBezTo>
                  <a:cubicBezTo>
                    <a:pt x="82325" y="69390"/>
                    <a:pt x="86293" y="66008"/>
                    <a:pt x="89149" y="61242"/>
                  </a:cubicBezTo>
                  <a:cubicBezTo>
                    <a:pt x="92641" y="55247"/>
                    <a:pt x="94704" y="46485"/>
                    <a:pt x="94704" y="45870"/>
                  </a:cubicBezTo>
                  <a:cubicBezTo>
                    <a:pt x="94704" y="43871"/>
                    <a:pt x="92641" y="43871"/>
                    <a:pt x="92164" y="43871"/>
                  </a:cubicBezTo>
                  <a:cubicBezTo>
                    <a:pt x="89943" y="43871"/>
                    <a:pt x="89784" y="44486"/>
                    <a:pt x="88673" y="48637"/>
                  </a:cubicBezTo>
                  <a:cubicBezTo>
                    <a:pt x="86769" y="56016"/>
                    <a:pt x="83753" y="65086"/>
                    <a:pt x="77088" y="65086"/>
                  </a:cubicBezTo>
                  <a:cubicBezTo>
                    <a:pt x="72962" y="65086"/>
                    <a:pt x="71851" y="61704"/>
                    <a:pt x="71851" y="57553"/>
                  </a:cubicBezTo>
                  <a:cubicBezTo>
                    <a:pt x="71851" y="54940"/>
                    <a:pt x="73121" y="49405"/>
                    <a:pt x="74232" y="45408"/>
                  </a:cubicBezTo>
                  <a:cubicBezTo>
                    <a:pt x="75343" y="41258"/>
                    <a:pt x="76930" y="34955"/>
                    <a:pt x="77723" y="31573"/>
                  </a:cubicBezTo>
                  <a:lnTo>
                    <a:pt x="81373" y="17891"/>
                  </a:lnTo>
                  <a:cubicBezTo>
                    <a:pt x="82325" y="14048"/>
                    <a:pt x="84071" y="7284"/>
                    <a:pt x="84071" y="6515"/>
                  </a:cubicBezTo>
                  <a:cubicBezTo>
                    <a:pt x="84071" y="3441"/>
                    <a:pt x="81532" y="1596"/>
                    <a:pt x="78834" y="1596"/>
                  </a:cubicBezTo>
                  <a:cubicBezTo>
                    <a:pt x="77088" y="1596"/>
                    <a:pt x="74073" y="2364"/>
                    <a:pt x="72327" y="5285"/>
                  </a:cubicBezTo>
                  <a:cubicBezTo>
                    <a:pt x="71851" y="6208"/>
                    <a:pt x="70582" y="11127"/>
                    <a:pt x="69788" y="14202"/>
                  </a:cubicBezTo>
                  <a:lnTo>
                    <a:pt x="66455" y="26961"/>
                  </a:lnTo>
                  <a:lnTo>
                    <a:pt x="61536" y="46177"/>
                  </a:lnTo>
                  <a:cubicBezTo>
                    <a:pt x="60425" y="50020"/>
                    <a:pt x="60425" y="50328"/>
                    <a:pt x="58997" y="52326"/>
                  </a:cubicBezTo>
                  <a:cubicBezTo>
                    <a:pt x="54077" y="59090"/>
                    <a:pt x="47094" y="65086"/>
                    <a:pt x="38049" y="65086"/>
                  </a:cubicBezTo>
                  <a:cubicBezTo>
                    <a:pt x="25035" y="65086"/>
                    <a:pt x="25035" y="54171"/>
                    <a:pt x="25035" y="51404"/>
                  </a:cubicBezTo>
                  <a:cubicBezTo>
                    <a:pt x="25035" y="47407"/>
                    <a:pt x="25512" y="45408"/>
                    <a:pt x="27733" y="37107"/>
                  </a:cubicBezTo>
                  <a:cubicBezTo>
                    <a:pt x="29320" y="30343"/>
                    <a:pt x="29638" y="29267"/>
                    <a:pt x="31225" y="23272"/>
                  </a:cubicBezTo>
                  <a:lnTo>
                    <a:pt x="33446" y="14663"/>
                  </a:lnTo>
                  <a:cubicBezTo>
                    <a:pt x="34240" y="11434"/>
                    <a:pt x="35827" y="5593"/>
                    <a:pt x="35827" y="4978"/>
                  </a:cubicBezTo>
                  <a:cubicBezTo>
                    <a:pt x="35827" y="2211"/>
                    <a:pt x="33605" y="59"/>
                    <a:pt x="30431" y="59"/>
                  </a:cubicBezTo>
                  <a:cubicBezTo>
                    <a:pt x="24718" y="59"/>
                    <a:pt x="23290" y="5439"/>
                    <a:pt x="22814" y="7284"/>
                  </a:cubicBezTo>
                  <a:lnTo>
                    <a:pt x="755" y="9260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1" name="Freeform: Shape 40">
              <a:extLst>
                <a:ext uri="{FF2B5EF4-FFF2-40B4-BE49-F238E27FC236}">
                  <a16:creationId xmlns:a16="http://schemas.microsoft.com/office/drawing/2014/main" id="{5063F70F-5F2C-495B-08CB-24E7779AB23F}"/>
                </a:ext>
              </a:extLst>
            </p:cNvPr>
            <p:cNvSpPr/>
            <p:nvPr>
              <p:custDataLst>
                <p:tags r:id="rId76"/>
              </p:custDataLst>
            </p:nvPr>
          </p:nvSpPr>
          <p:spPr>
            <a:xfrm>
              <a:off x="8132399" y="6229316"/>
              <a:ext cx="59171" cy="75546"/>
            </a:xfrm>
            <a:custGeom>
              <a:avLst/>
              <a:gdLst>
                <a:gd name="connsiteX0" fmla="*/ 59296 w 59171"/>
                <a:gd name="connsiteY0" fmla="*/ 38052 h 75546"/>
                <a:gd name="connsiteX1" fmla="*/ 29710 w 59171"/>
                <a:gd name="connsiteY1" fmla="*/ 60 h 75546"/>
                <a:gd name="connsiteX2" fmla="*/ 125 w 59171"/>
                <a:gd name="connsiteY2" fmla="*/ 38052 h 75546"/>
                <a:gd name="connsiteX3" fmla="*/ 29710 w 59171"/>
                <a:gd name="connsiteY3" fmla="*/ 75606 h 75546"/>
                <a:gd name="connsiteX4" fmla="*/ 59296 w 59171"/>
                <a:gd name="connsiteY4" fmla="*/ 38052 h 75546"/>
                <a:gd name="connsiteX5" fmla="*/ 29710 w 59171"/>
                <a:gd name="connsiteY5" fmla="*/ 71982 h 75546"/>
                <a:gd name="connsiteX6" fmla="*/ 13161 w 59171"/>
                <a:gd name="connsiteY6" fmla="*/ 59465 h 75546"/>
                <a:gd name="connsiteX7" fmla="*/ 11460 w 59171"/>
                <a:gd name="connsiteY7" fmla="*/ 36735 h 75546"/>
                <a:gd name="connsiteX8" fmla="*/ 13274 w 59171"/>
                <a:gd name="connsiteY8" fmla="*/ 14774 h 75546"/>
                <a:gd name="connsiteX9" fmla="*/ 29710 w 59171"/>
                <a:gd name="connsiteY9" fmla="*/ 3683 h 75546"/>
                <a:gd name="connsiteX10" fmla="*/ 46374 w 59171"/>
                <a:gd name="connsiteY10" fmla="*/ 15542 h 75546"/>
                <a:gd name="connsiteX11" fmla="*/ 47961 w 59171"/>
                <a:gd name="connsiteY11" fmla="*/ 36735 h 75546"/>
                <a:gd name="connsiteX12" fmla="*/ 46260 w 59171"/>
                <a:gd name="connsiteY12" fmla="*/ 59684 h 75546"/>
                <a:gd name="connsiteX13" fmla="*/ 29710 w 59171"/>
                <a:gd name="connsiteY13" fmla="*/ 71982 h 75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171" h="75546">
                  <a:moveTo>
                    <a:pt x="59296" y="38052"/>
                  </a:moveTo>
                  <a:cubicBezTo>
                    <a:pt x="59296" y="30146"/>
                    <a:pt x="59296" y="60"/>
                    <a:pt x="29710" y="60"/>
                  </a:cubicBezTo>
                  <a:cubicBezTo>
                    <a:pt x="125" y="60"/>
                    <a:pt x="125" y="30146"/>
                    <a:pt x="125" y="38052"/>
                  </a:cubicBezTo>
                  <a:cubicBezTo>
                    <a:pt x="125" y="46068"/>
                    <a:pt x="125" y="75606"/>
                    <a:pt x="29710" y="75606"/>
                  </a:cubicBezTo>
                  <a:cubicBezTo>
                    <a:pt x="59296" y="75606"/>
                    <a:pt x="59296" y="46068"/>
                    <a:pt x="59296" y="38052"/>
                  </a:cubicBezTo>
                  <a:close/>
                  <a:moveTo>
                    <a:pt x="29710" y="71982"/>
                  </a:moveTo>
                  <a:cubicBezTo>
                    <a:pt x="25516" y="71982"/>
                    <a:pt x="15994" y="70555"/>
                    <a:pt x="13161" y="59465"/>
                  </a:cubicBezTo>
                  <a:cubicBezTo>
                    <a:pt x="11574" y="53535"/>
                    <a:pt x="11460" y="45739"/>
                    <a:pt x="11460" y="36735"/>
                  </a:cubicBezTo>
                  <a:cubicBezTo>
                    <a:pt x="11460" y="28609"/>
                    <a:pt x="11460" y="21032"/>
                    <a:pt x="13274" y="14774"/>
                  </a:cubicBezTo>
                  <a:cubicBezTo>
                    <a:pt x="16108" y="5550"/>
                    <a:pt x="24836" y="3683"/>
                    <a:pt x="29710" y="3683"/>
                  </a:cubicBezTo>
                  <a:cubicBezTo>
                    <a:pt x="38099" y="3683"/>
                    <a:pt x="44107" y="7856"/>
                    <a:pt x="46374" y="15542"/>
                  </a:cubicBezTo>
                  <a:cubicBezTo>
                    <a:pt x="47961" y="21142"/>
                    <a:pt x="47961" y="30256"/>
                    <a:pt x="47961" y="36735"/>
                  </a:cubicBezTo>
                  <a:cubicBezTo>
                    <a:pt x="47961" y="44202"/>
                    <a:pt x="47961" y="53096"/>
                    <a:pt x="46260" y="59684"/>
                  </a:cubicBezTo>
                  <a:cubicBezTo>
                    <a:pt x="43313" y="70335"/>
                    <a:pt x="34245" y="71982"/>
                    <a:pt x="29710" y="71982"/>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8" name="Freeform: Shape 47">
              <a:extLst>
                <a:ext uri="{FF2B5EF4-FFF2-40B4-BE49-F238E27FC236}">
                  <a16:creationId xmlns:a16="http://schemas.microsoft.com/office/drawing/2014/main" id="{432EB69D-A2E3-57D8-34A7-6CE09CC60FBF}"/>
                </a:ext>
              </a:extLst>
            </p:cNvPr>
            <p:cNvSpPr/>
            <p:nvPr>
              <p:custDataLst>
                <p:tags r:id="rId77"/>
              </p:custDataLst>
            </p:nvPr>
          </p:nvSpPr>
          <p:spPr>
            <a:xfrm>
              <a:off x="8223193" y="6165189"/>
              <a:ext cx="41102" cy="153574"/>
            </a:xfrm>
            <a:custGeom>
              <a:avLst/>
              <a:gdLst>
                <a:gd name="connsiteX0" fmla="*/ 3144 w 41102"/>
                <a:gd name="connsiteY0" fmla="*/ 59 h 153574"/>
                <a:gd name="connsiteX1" fmla="*/ 129 w 41102"/>
                <a:gd name="connsiteY1" fmla="*/ 1903 h 153574"/>
                <a:gd name="connsiteX2" fmla="*/ 1557 w 41102"/>
                <a:gd name="connsiteY2" fmla="*/ 4209 h 153574"/>
                <a:gd name="connsiteX3" fmla="*/ 30440 w 41102"/>
                <a:gd name="connsiteY3" fmla="*/ 76769 h 153574"/>
                <a:gd name="connsiteX4" fmla="*/ 2985 w 41102"/>
                <a:gd name="connsiteY4" fmla="*/ 148253 h 153574"/>
                <a:gd name="connsiteX5" fmla="*/ 129 w 41102"/>
                <a:gd name="connsiteY5" fmla="*/ 151789 h 153574"/>
                <a:gd name="connsiteX6" fmla="*/ 2192 w 41102"/>
                <a:gd name="connsiteY6" fmla="*/ 153633 h 153574"/>
                <a:gd name="connsiteX7" fmla="*/ 29646 w 41102"/>
                <a:gd name="connsiteY7" fmla="*/ 124271 h 153574"/>
                <a:gd name="connsiteX8" fmla="*/ 41231 w 41102"/>
                <a:gd name="connsiteY8" fmla="*/ 76923 h 153574"/>
                <a:gd name="connsiteX9" fmla="*/ 3144 w 41102"/>
                <a:gd name="connsiteY9" fmla="*/ 59 h 153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02" h="153574">
                  <a:moveTo>
                    <a:pt x="3144" y="59"/>
                  </a:moveTo>
                  <a:cubicBezTo>
                    <a:pt x="2033" y="59"/>
                    <a:pt x="129" y="59"/>
                    <a:pt x="129" y="1903"/>
                  </a:cubicBezTo>
                  <a:cubicBezTo>
                    <a:pt x="129" y="2672"/>
                    <a:pt x="605" y="3133"/>
                    <a:pt x="1557" y="4209"/>
                  </a:cubicBezTo>
                  <a:cubicBezTo>
                    <a:pt x="15205" y="16354"/>
                    <a:pt x="30440" y="37107"/>
                    <a:pt x="30440" y="76769"/>
                  </a:cubicBezTo>
                  <a:cubicBezTo>
                    <a:pt x="30440" y="108898"/>
                    <a:pt x="20125" y="133187"/>
                    <a:pt x="2985" y="148253"/>
                  </a:cubicBezTo>
                  <a:cubicBezTo>
                    <a:pt x="287" y="150866"/>
                    <a:pt x="129" y="151020"/>
                    <a:pt x="129" y="151789"/>
                  </a:cubicBezTo>
                  <a:cubicBezTo>
                    <a:pt x="129" y="152557"/>
                    <a:pt x="605" y="153633"/>
                    <a:pt x="2192" y="153633"/>
                  </a:cubicBezTo>
                  <a:cubicBezTo>
                    <a:pt x="4096" y="153633"/>
                    <a:pt x="19172" y="143487"/>
                    <a:pt x="29646" y="124271"/>
                  </a:cubicBezTo>
                  <a:cubicBezTo>
                    <a:pt x="36629" y="111512"/>
                    <a:pt x="41231" y="94909"/>
                    <a:pt x="41231" y="76923"/>
                  </a:cubicBezTo>
                  <a:cubicBezTo>
                    <a:pt x="41231" y="55247"/>
                    <a:pt x="34566" y="21581"/>
                    <a:pt x="3144" y="5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 name="Freeform: Shape 48">
              <a:extLst>
                <a:ext uri="{FF2B5EF4-FFF2-40B4-BE49-F238E27FC236}">
                  <a16:creationId xmlns:a16="http://schemas.microsoft.com/office/drawing/2014/main" id="{2313530C-A1AC-6FC5-352B-A7AAFCE9F7DF}"/>
                </a:ext>
              </a:extLst>
            </p:cNvPr>
            <p:cNvSpPr/>
            <p:nvPr>
              <p:custDataLst>
                <p:tags r:id="rId78"/>
              </p:custDataLst>
            </p:nvPr>
          </p:nvSpPr>
          <p:spPr>
            <a:xfrm>
              <a:off x="7442021" y="6327702"/>
              <a:ext cx="840751" cy="8784"/>
            </a:xfrm>
            <a:custGeom>
              <a:avLst/>
              <a:gdLst>
                <a:gd name="connsiteX0" fmla="*/ 0 w 840751"/>
                <a:gd name="connsiteY0" fmla="*/ 0 h 8784"/>
                <a:gd name="connsiteX1" fmla="*/ 840751 w 840751"/>
                <a:gd name="connsiteY1" fmla="*/ 0 h 8784"/>
                <a:gd name="connsiteX2" fmla="*/ 840751 w 840751"/>
                <a:gd name="connsiteY2" fmla="*/ 8784 h 8784"/>
                <a:gd name="connsiteX3" fmla="*/ 0 w 840751"/>
                <a:gd name="connsiteY3" fmla="*/ 8784 h 8784"/>
              </a:gdLst>
              <a:ahLst/>
              <a:cxnLst>
                <a:cxn ang="0">
                  <a:pos x="connsiteX0" y="connsiteY0"/>
                </a:cxn>
                <a:cxn ang="0">
                  <a:pos x="connsiteX1" y="connsiteY1"/>
                </a:cxn>
                <a:cxn ang="0">
                  <a:pos x="connsiteX2" y="connsiteY2"/>
                </a:cxn>
                <a:cxn ang="0">
                  <a:pos x="connsiteX3" y="connsiteY3"/>
                </a:cxn>
              </a:cxnLst>
              <a:rect l="l" t="t" r="r" b="b"/>
              <a:pathLst>
                <a:path w="840751" h="8784">
                  <a:moveTo>
                    <a:pt x="0" y="0"/>
                  </a:moveTo>
                  <a:lnTo>
                    <a:pt x="840751" y="0"/>
                  </a:lnTo>
                  <a:lnTo>
                    <a:pt x="840751" y="8784"/>
                  </a:lnTo>
                  <a:lnTo>
                    <a:pt x="0" y="878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 name="Freeform: Shape 49">
              <a:extLst>
                <a:ext uri="{FF2B5EF4-FFF2-40B4-BE49-F238E27FC236}">
                  <a16:creationId xmlns:a16="http://schemas.microsoft.com/office/drawing/2014/main" id="{FBA039A7-344B-0459-D35F-BCF3855DE1BD}"/>
                </a:ext>
              </a:extLst>
            </p:cNvPr>
            <p:cNvSpPr/>
            <p:nvPr>
              <p:custDataLst>
                <p:tags r:id="rId79"/>
              </p:custDataLst>
            </p:nvPr>
          </p:nvSpPr>
          <p:spPr>
            <a:xfrm>
              <a:off x="7830880" y="6394934"/>
              <a:ext cx="63320" cy="69331"/>
            </a:xfrm>
            <a:custGeom>
              <a:avLst/>
              <a:gdLst>
                <a:gd name="connsiteX0" fmla="*/ 57243 w 63320"/>
                <a:gd name="connsiteY0" fmla="*/ 10059 h 69331"/>
                <a:gd name="connsiteX1" fmla="*/ 50577 w 63320"/>
                <a:gd name="connsiteY1" fmla="*/ 17284 h 69331"/>
                <a:gd name="connsiteX2" fmla="*/ 55814 w 63320"/>
                <a:gd name="connsiteY2" fmla="*/ 22204 h 69331"/>
                <a:gd name="connsiteX3" fmla="*/ 63432 w 63320"/>
                <a:gd name="connsiteY3" fmla="*/ 13441 h 69331"/>
                <a:gd name="connsiteX4" fmla="*/ 42325 w 63320"/>
                <a:gd name="connsiteY4" fmla="*/ 67 h 69331"/>
                <a:gd name="connsiteX5" fmla="*/ 13125 w 63320"/>
                <a:gd name="connsiteY5" fmla="*/ 22511 h 69331"/>
                <a:gd name="connsiteX6" fmla="*/ 18679 w 63320"/>
                <a:gd name="connsiteY6" fmla="*/ 33733 h 69331"/>
                <a:gd name="connsiteX7" fmla="*/ 36612 w 63320"/>
                <a:gd name="connsiteY7" fmla="*/ 39268 h 69331"/>
                <a:gd name="connsiteX8" fmla="*/ 50101 w 63320"/>
                <a:gd name="connsiteY8" fmla="*/ 49414 h 69331"/>
                <a:gd name="connsiteX9" fmla="*/ 41690 w 63320"/>
                <a:gd name="connsiteY9" fmla="*/ 61712 h 69331"/>
                <a:gd name="connsiteX10" fmla="*/ 25820 w 63320"/>
                <a:gd name="connsiteY10" fmla="*/ 65094 h 69331"/>
                <a:gd name="connsiteX11" fmla="*/ 6777 w 63320"/>
                <a:gd name="connsiteY11" fmla="*/ 58637 h 69331"/>
                <a:gd name="connsiteX12" fmla="*/ 15505 w 63320"/>
                <a:gd name="connsiteY12" fmla="*/ 49875 h 69331"/>
                <a:gd name="connsiteX13" fmla="*/ 9316 w 63320"/>
                <a:gd name="connsiteY13" fmla="*/ 44187 h 69331"/>
                <a:gd name="connsiteX14" fmla="*/ 111 w 63320"/>
                <a:gd name="connsiteY14" fmla="*/ 54487 h 69331"/>
                <a:gd name="connsiteX15" fmla="*/ 25662 w 63320"/>
                <a:gd name="connsiteY15" fmla="*/ 69398 h 69331"/>
                <a:gd name="connsiteX16" fmla="*/ 60258 w 63320"/>
                <a:gd name="connsiteY16" fmla="*/ 44033 h 69331"/>
                <a:gd name="connsiteX17" fmla="*/ 38358 w 63320"/>
                <a:gd name="connsiteY17" fmla="*/ 26047 h 69331"/>
                <a:gd name="connsiteX18" fmla="*/ 32010 w 63320"/>
                <a:gd name="connsiteY18" fmla="*/ 24817 h 69331"/>
                <a:gd name="connsiteX19" fmla="*/ 23281 w 63320"/>
                <a:gd name="connsiteY19" fmla="*/ 17131 h 69331"/>
                <a:gd name="connsiteX20" fmla="*/ 29629 w 63320"/>
                <a:gd name="connsiteY20" fmla="*/ 7292 h 69331"/>
                <a:gd name="connsiteX21" fmla="*/ 42166 w 63320"/>
                <a:gd name="connsiteY21" fmla="*/ 4371 h 69331"/>
                <a:gd name="connsiteX22" fmla="*/ 57243 w 63320"/>
                <a:gd name="connsiteY22" fmla="*/ 10059 h 69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3320" h="69331">
                  <a:moveTo>
                    <a:pt x="57243" y="10059"/>
                  </a:moveTo>
                  <a:cubicBezTo>
                    <a:pt x="53116" y="10982"/>
                    <a:pt x="50577" y="14210"/>
                    <a:pt x="50577" y="17284"/>
                  </a:cubicBezTo>
                  <a:cubicBezTo>
                    <a:pt x="50577" y="20820"/>
                    <a:pt x="53751" y="22204"/>
                    <a:pt x="55814" y="22204"/>
                  </a:cubicBezTo>
                  <a:cubicBezTo>
                    <a:pt x="57401" y="22204"/>
                    <a:pt x="63432" y="21281"/>
                    <a:pt x="63432" y="13441"/>
                  </a:cubicBezTo>
                  <a:cubicBezTo>
                    <a:pt x="63432" y="3449"/>
                    <a:pt x="52005" y="67"/>
                    <a:pt x="42325" y="67"/>
                  </a:cubicBezTo>
                  <a:cubicBezTo>
                    <a:pt x="17568" y="67"/>
                    <a:pt x="13125" y="17746"/>
                    <a:pt x="13125" y="22511"/>
                  </a:cubicBezTo>
                  <a:cubicBezTo>
                    <a:pt x="13125" y="28199"/>
                    <a:pt x="16457" y="31889"/>
                    <a:pt x="18679" y="33733"/>
                  </a:cubicBezTo>
                  <a:cubicBezTo>
                    <a:pt x="22805" y="36808"/>
                    <a:pt x="25662" y="37423"/>
                    <a:pt x="36612" y="39268"/>
                  </a:cubicBezTo>
                  <a:cubicBezTo>
                    <a:pt x="39944" y="39882"/>
                    <a:pt x="50101" y="41727"/>
                    <a:pt x="50101" y="49414"/>
                  </a:cubicBezTo>
                  <a:cubicBezTo>
                    <a:pt x="50101" y="52027"/>
                    <a:pt x="48355" y="57869"/>
                    <a:pt x="41690" y="61712"/>
                  </a:cubicBezTo>
                  <a:cubicBezTo>
                    <a:pt x="35501" y="65094"/>
                    <a:pt x="27725" y="65094"/>
                    <a:pt x="25820" y="65094"/>
                  </a:cubicBezTo>
                  <a:cubicBezTo>
                    <a:pt x="19472" y="65094"/>
                    <a:pt x="10427" y="63710"/>
                    <a:pt x="6777" y="58637"/>
                  </a:cubicBezTo>
                  <a:cubicBezTo>
                    <a:pt x="12014" y="58022"/>
                    <a:pt x="15505" y="54179"/>
                    <a:pt x="15505" y="49875"/>
                  </a:cubicBezTo>
                  <a:cubicBezTo>
                    <a:pt x="15505" y="46032"/>
                    <a:pt x="12648" y="44187"/>
                    <a:pt x="9316" y="44187"/>
                  </a:cubicBezTo>
                  <a:cubicBezTo>
                    <a:pt x="4714" y="44187"/>
                    <a:pt x="111" y="47723"/>
                    <a:pt x="111" y="54487"/>
                  </a:cubicBezTo>
                  <a:cubicBezTo>
                    <a:pt x="111" y="63710"/>
                    <a:pt x="10268" y="69398"/>
                    <a:pt x="25662" y="69398"/>
                  </a:cubicBezTo>
                  <a:cubicBezTo>
                    <a:pt x="54862" y="69398"/>
                    <a:pt x="60258" y="50029"/>
                    <a:pt x="60258" y="44033"/>
                  </a:cubicBezTo>
                  <a:cubicBezTo>
                    <a:pt x="60258" y="29890"/>
                    <a:pt x="44229" y="27123"/>
                    <a:pt x="38358" y="26047"/>
                  </a:cubicBezTo>
                  <a:cubicBezTo>
                    <a:pt x="36929" y="25739"/>
                    <a:pt x="32962" y="25125"/>
                    <a:pt x="32010" y="24817"/>
                  </a:cubicBezTo>
                  <a:cubicBezTo>
                    <a:pt x="26138" y="23741"/>
                    <a:pt x="23281" y="20513"/>
                    <a:pt x="23281" y="17131"/>
                  </a:cubicBezTo>
                  <a:cubicBezTo>
                    <a:pt x="23281" y="13595"/>
                    <a:pt x="26138" y="9444"/>
                    <a:pt x="29629" y="7292"/>
                  </a:cubicBezTo>
                  <a:cubicBezTo>
                    <a:pt x="33914" y="4679"/>
                    <a:pt x="39468" y="4371"/>
                    <a:pt x="42166" y="4371"/>
                  </a:cubicBezTo>
                  <a:cubicBezTo>
                    <a:pt x="45499" y="4371"/>
                    <a:pt x="53751" y="4832"/>
                    <a:pt x="57243" y="1005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07" name="Group 106">
            <a:extLst>
              <a:ext uri="{FF2B5EF4-FFF2-40B4-BE49-F238E27FC236}">
                <a16:creationId xmlns:a16="http://schemas.microsoft.com/office/drawing/2014/main" id="{321E686C-D678-A8A7-5105-E70A8EC64A9B}"/>
              </a:ext>
            </a:extLst>
          </p:cNvPr>
          <p:cNvGrpSpPr>
            <a:grpSpLocks noChangeAspect="1"/>
          </p:cNvGrpSpPr>
          <p:nvPr>
            <p:custDataLst>
              <p:tags r:id="rId3"/>
            </p:custDataLst>
          </p:nvPr>
        </p:nvGrpSpPr>
        <p:grpSpPr>
          <a:xfrm>
            <a:off x="3388342" y="4641924"/>
            <a:ext cx="774579" cy="303681"/>
            <a:chOff x="7991330" y="6994714"/>
            <a:chExt cx="1523584" cy="597336"/>
          </a:xfrm>
        </p:grpSpPr>
        <p:sp>
          <p:nvSpPr>
            <p:cNvPr id="83" name="Freeform: Shape 82">
              <a:extLst>
                <a:ext uri="{FF2B5EF4-FFF2-40B4-BE49-F238E27FC236}">
                  <a16:creationId xmlns:a16="http://schemas.microsoft.com/office/drawing/2014/main" id="{79670272-B248-E543-F323-BCD09D53B880}"/>
                </a:ext>
              </a:extLst>
            </p:cNvPr>
            <p:cNvSpPr/>
            <p:nvPr>
              <p:custDataLst>
                <p:tags r:id="rId51"/>
              </p:custDataLst>
            </p:nvPr>
          </p:nvSpPr>
          <p:spPr>
            <a:xfrm>
              <a:off x="7991330" y="7125128"/>
              <a:ext cx="107560" cy="216338"/>
            </a:xfrm>
            <a:custGeom>
              <a:avLst/>
              <a:gdLst>
                <a:gd name="connsiteX0" fmla="*/ 64193 w 107560"/>
                <a:gd name="connsiteY0" fmla="*/ 76817 h 216338"/>
                <a:gd name="connsiteX1" fmla="*/ 97126 w 107560"/>
                <a:gd name="connsiteY1" fmla="*/ 76817 h 216338"/>
                <a:gd name="connsiteX2" fmla="*/ 107637 w 107560"/>
                <a:gd name="connsiteY2" fmla="*/ 70025 h 216338"/>
                <a:gd name="connsiteX3" fmla="*/ 97827 w 107560"/>
                <a:gd name="connsiteY3" fmla="*/ 66289 h 216338"/>
                <a:gd name="connsiteX4" fmla="*/ 66995 w 107560"/>
                <a:gd name="connsiteY4" fmla="*/ 66289 h 216338"/>
                <a:gd name="connsiteX5" fmla="*/ 81360 w 107560"/>
                <a:gd name="connsiteY5" fmla="*/ 9233 h 216338"/>
                <a:gd name="connsiteX6" fmla="*/ 71200 w 107560"/>
                <a:gd name="connsiteY6" fmla="*/ 63 h 216338"/>
                <a:gd name="connsiteX7" fmla="*/ 57185 w 107560"/>
                <a:gd name="connsiteY7" fmla="*/ 12289 h 216338"/>
                <a:gd name="connsiteX8" fmla="*/ 43521 w 107560"/>
                <a:gd name="connsiteY8" fmla="*/ 66289 h 216338"/>
                <a:gd name="connsiteX9" fmla="*/ 10587 w 107560"/>
                <a:gd name="connsiteY9" fmla="*/ 66289 h 216338"/>
                <a:gd name="connsiteX10" fmla="*/ 77 w 107560"/>
                <a:gd name="connsiteY10" fmla="*/ 72742 h 216338"/>
                <a:gd name="connsiteX11" fmla="*/ 9887 w 107560"/>
                <a:gd name="connsiteY11" fmla="*/ 76817 h 216338"/>
                <a:gd name="connsiteX12" fmla="*/ 40718 w 107560"/>
                <a:gd name="connsiteY12" fmla="*/ 76817 h 216338"/>
                <a:gd name="connsiteX13" fmla="*/ 14091 w 107560"/>
                <a:gd name="connsiteY13" fmla="*/ 185156 h 216338"/>
                <a:gd name="connsiteX14" fmla="*/ 46324 w 107560"/>
                <a:gd name="connsiteY14" fmla="*/ 216401 h 216338"/>
                <a:gd name="connsiteX15" fmla="*/ 102031 w 107560"/>
                <a:gd name="connsiteY15" fmla="*/ 164100 h 216338"/>
                <a:gd name="connsiteX16" fmla="*/ 97827 w 107560"/>
                <a:gd name="connsiteY16" fmla="*/ 160704 h 216338"/>
                <a:gd name="connsiteX17" fmla="*/ 92572 w 107560"/>
                <a:gd name="connsiteY17" fmla="*/ 165458 h 216338"/>
                <a:gd name="connsiteX18" fmla="*/ 47025 w 107560"/>
                <a:gd name="connsiteY18" fmla="*/ 208930 h 216338"/>
                <a:gd name="connsiteX19" fmla="*/ 36164 w 107560"/>
                <a:gd name="connsiteY19" fmla="*/ 193307 h 216338"/>
                <a:gd name="connsiteX20" fmla="*/ 38266 w 107560"/>
                <a:gd name="connsiteY20" fmla="*/ 177005 h 216338"/>
                <a:gd name="connsiteX21" fmla="*/ 64193 w 107560"/>
                <a:gd name="connsiteY21" fmla="*/ 76817 h 216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7560" h="216338">
                  <a:moveTo>
                    <a:pt x="64193" y="76817"/>
                  </a:moveTo>
                  <a:lnTo>
                    <a:pt x="97126" y="76817"/>
                  </a:lnTo>
                  <a:cubicBezTo>
                    <a:pt x="104134" y="76817"/>
                    <a:pt x="107637" y="76817"/>
                    <a:pt x="107637" y="70025"/>
                  </a:cubicBezTo>
                  <a:cubicBezTo>
                    <a:pt x="107637" y="66289"/>
                    <a:pt x="104134" y="66289"/>
                    <a:pt x="97827" y="66289"/>
                  </a:cubicBezTo>
                  <a:lnTo>
                    <a:pt x="66995" y="66289"/>
                  </a:lnTo>
                  <a:cubicBezTo>
                    <a:pt x="79608" y="18063"/>
                    <a:pt x="81360" y="11270"/>
                    <a:pt x="81360" y="9233"/>
                  </a:cubicBezTo>
                  <a:cubicBezTo>
                    <a:pt x="81360" y="3459"/>
                    <a:pt x="77156" y="63"/>
                    <a:pt x="71200" y="63"/>
                  </a:cubicBezTo>
                  <a:cubicBezTo>
                    <a:pt x="70149" y="63"/>
                    <a:pt x="60339" y="402"/>
                    <a:pt x="57185" y="12289"/>
                  </a:cubicBezTo>
                  <a:lnTo>
                    <a:pt x="43521" y="66289"/>
                  </a:lnTo>
                  <a:lnTo>
                    <a:pt x="10587" y="66289"/>
                  </a:lnTo>
                  <a:cubicBezTo>
                    <a:pt x="3580" y="66289"/>
                    <a:pt x="77" y="66289"/>
                    <a:pt x="77" y="72742"/>
                  </a:cubicBezTo>
                  <a:cubicBezTo>
                    <a:pt x="77" y="76817"/>
                    <a:pt x="2880" y="76817"/>
                    <a:pt x="9887" y="76817"/>
                  </a:cubicBezTo>
                  <a:lnTo>
                    <a:pt x="40718" y="76817"/>
                  </a:lnTo>
                  <a:cubicBezTo>
                    <a:pt x="15493" y="173270"/>
                    <a:pt x="14091" y="179043"/>
                    <a:pt x="14091" y="185156"/>
                  </a:cubicBezTo>
                  <a:cubicBezTo>
                    <a:pt x="14091" y="203496"/>
                    <a:pt x="27405" y="216401"/>
                    <a:pt x="46324" y="216401"/>
                  </a:cubicBezTo>
                  <a:cubicBezTo>
                    <a:pt x="82061" y="216401"/>
                    <a:pt x="102031" y="166817"/>
                    <a:pt x="102031" y="164100"/>
                  </a:cubicBezTo>
                  <a:cubicBezTo>
                    <a:pt x="102031" y="160704"/>
                    <a:pt x="99228" y="160704"/>
                    <a:pt x="97827" y="160704"/>
                  </a:cubicBezTo>
                  <a:cubicBezTo>
                    <a:pt x="94674" y="160704"/>
                    <a:pt x="94323" y="161722"/>
                    <a:pt x="92572" y="165458"/>
                  </a:cubicBezTo>
                  <a:cubicBezTo>
                    <a:pt x="77506" y="200779"/>
                    <a:pt x="58937" y="208930"/>
                    <a:pt x="47025" y="208930"/>
                  </a:cubicBezTo>
                  <a:cubicBezTo>
                    <a:pt x="39667" y="208930"/>
                    <a:pt x="36164" y="204515"/>
                    <a:pt x="36164" y="193307"/>
                  </a:cubicBezTo>
                  <a:cubicBezTo>
                    <a:pt x="36164" y="185156"/>
                    <a:pt x="36864" y="182779"/>
                    <a:pt x="38266" y="177005"/>
                  </a:cubicBezTo>
                  <a:lnTo>
                    <a:pt x="64193" y="7681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4" name="Freeform: Shape 83">
              <a:extLst>
                <a:ext uri="{FF2B5EF4-FFF2-40B4-BE49-F238E27FC236}">
                  <a16:creationId xmlns:a16="http://schemas.microsoft.com/office/drawing/2014/main" id="{95ED0857-7C25-A3A2-4F48-3A73066F357B}"/>
                </a:ext>
              </a:extLst>
            </p:cNvPr>
            <p:cNvSpPr/>
            <p:nvPr>
              <p:custDataLst>
                <p:tags r:id="rId52"/>
              </p:custDataLst>
            </p:nvPr>
          </p:nvSpPr>
          <p:spPr>
            <a:xfrm>
              <a:off x="8226731" y="7213089"/>
              <a:ext cx="232989" cy="79471"/>
            </a:xfrm>
            <a:custGeom>
              <a:avLst/>
              <a:gdLst>
                <a:gd name="connsiteX0" fmla="*/ 221160 w 232989"/>
                <a:gd name="connsiteY0" fmla="*/ 13648 h 79471"/>
                <a:gd name="connsiteX1" fmla="*/ 233072 w 232989"/>
                <a:gd name="connsiteY1" fmla="*/ 6855 h 79471"/>
                <a:gd name="connsiteX2" fmla="*/ 221510 w 232989"/>
                <a:gd name="connsiteY2" fmla="*/ 63 h 79471"/>
                <a:gd name="connsiteX3" fmla="*/ 11645 w 232989"/>
                <a:gd name="connsiteY3" fmla="*/ 63 h 79471"/>
                <a:gd name="connsiteX4" fmla="*/ 83 w 232989"/>
                <a:gd name="connsiteY4" fmla="*/ 6855 h 79471"/>
                <a:gd name="connsiteX5" fmla="*/ 11995 w 232989"/>
                <a:gd name="connsiteY5" fmla="*/ 13648 h 79471"/>
                <a:gd name="connsiteX6" fmla="*/ 221160 w 232989"/>
                <a:gd name="connsiteY6" fmla="*/ 13648 h 79471"/>
                <a:gd name="connsiteX7" fmla="*/ 221510 w 232989"/>
                <a:gd name="connsiteY7" fmla="*/ 79534 h 79471"/>
                <a:gd name="connsiteX8" fmla="*/ 233072 w 232989"/>
                <a:gd name="connsiteY8" fmla="*/ 72742 h 79471"/>
                <a:gd name="connsiteX9" fmla="*/ 221160 w 232989"/>
                <a:gd name="connsiteY9" fmla="*/ 65949 h 79471"/>
                <a:gd name="connsiteX10" fmla="*/ 11995 w 232989"/>
                <a:gd name="connsiteY10" fmla="*/ 65949 h 79471"/>
                <a:gd name="connsiteX11" fmla="*/ 83 w 232989"/>
                <a:gd name="connsiteY11" fmla="*/ 72742 h 79471"/>
                <a:gd name="connsiteX12" fmla="*/ 11645 w 232989"/>
                <a:gd name="connsiteY12" fmla="*/ 79534 h 79471"/>
                <a:gd name="connsiteX13" fmla="*/ 221510 w 232989"/>
                <a:gd name="connsiteY13" fmla="*/ 79534 h 79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2989" h="79471">
                  <a:moveTo>
                    <a:pt x="221160" y="13648"/>
                  </a:moveTo>
                  <a:cubicBezTo>
                    <a:pt x="226415" y="13648"/>
                    <a:pt x="233072" y="13648"/>
                    <a:pt x="233072" y="6855"/>
                  </a:cubicBezTo>
                  <a:cubicBezTo>
                    <a:pt x="233072" y="63"/>
                    <a:pt x="226415" y="63"/>
                    <a:pt x="221510" y="63"/>
                  </a:cubicBezTo>
                  <a:lnTo>
                    <a:pt x="11645" y="63"/>
                  </a:lnTo>
                  <a:cubicBezTo>
                    <a:pt x="6740" y="63"/>
                    <a:pt x="83" y="63"/>
                    <a:pt x="83" y="6855"/>
                  </a:cubicBezTo>
                  <a:cubicBezTo>
                    <a:pt x="83" y="13648"/>
                    <a:pt x="6740" y="13648"/>
                    <a:pt x="11995" y="13648"/>
                  </a:cubicBezTo>
                  <a:lnTo>
                    <a:pt x="221160" y="13648"/>
                  </a:lnTo>
                  <a:close/>
                  <a:moveTo>
                    <a:pt x="221510" y="79534"/>
                  </a:moveTo>
                  <a:cubicBezTo>
                    <a:pt x="226415" y="79534"/>
                    <a:pt x="233072" y="79534"/>
                    <a:pt x="233072" y="72742"/>
                  </a:cubicBezTo>
                  <a:cubicBezTo>
                    <a:pt x="233072" y="65949"/>
                    <a:pt x="226415" y="65949"/>
                    <a:pt x="221160" y="65949"/>
                  </a:cubicBezTo>
                  <a:lnTo>
                    <a:pt x="11995" y="65949"/>
                  </a:lnTo>
                  <a:cubicBezTo>
                    <a:pt x="6740" y="65949"/>
                    <a:pt x="83" y="65949"/>
                    <a:pt x="83" y="72742"/>
                  </a:cubicBezTo>
                  <a:cubicBezTo>
                    <a:pt x="83" y="79534"/>
                    <a:pt x="6740" y="79534"/>
                    <a:pt x="11645" y="79534"/>
                  </a:cubicBezTo>
                  <a:lnTo>
                    <a:pt x="221510" y="7953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5" name="Freeform: Shape 84">
              <a:extLst>
                <a:ext uri="{FF2B5EF4-FFF2-40B4-BE49-F238E27FC236}">
                  <a16:creationId xmlns:a16="http://schemas.microsoft.com/office/drawing/2014/main" id="{B8E34DCD-07BB-35D4-65A4-58EB7571246B}"/>
                </a:ext>
              </a:extLst>
            </p:cNvPr>
            <p:cNvSpPr/>
            <p:nvPr>
              <p:custDataLst>
                <p:tags r:id="rId53"/>
              </p:custDataLst>
            </p:nvPr>
          </p:nvSpPr>
          <p:spPr>
            <a:xfrm>
              <a:off x="8647181" y="6994714"/>
              <a:ext cx="63765" cy="237496"/>
            </a:xfrm>
            <a:custGeom>
              <a:avLst/>
              <a:gdLst>
                <a:gd name="connsiteX0" fmla="*/ 58955 w 63765"/>
                <a:gd name="connsiteY0" fmla="*/ 58 h 237496"/>
                <a:gd name="connsiteX1" fmla="*/ 95 w 63765"/>
                <a:gd name="connsiteY1" fmla="*/ 118688 h 237496"/>
                <a:gd name="connsiteX2" fmla="*/ 58955 w 63765"/>
                <a:gd name="connsiteY2" fmla="*/ 237555 h 237496"/>
                <a:gd name="connsiteX3" fmla="*/ 63860 w 63765"/>
                <a:gd name="connsiteY3" fmla="*/ 234702 h 237496"/>
                <a:gd name="connsiteX4" fmla="*/ 61408 w 63765"/>
                <a:gd name="connsiteY4" fmla="*/ 231136 h 237496"/>
                <a:gd name="connsiteX5" fmla="*/ 16772 w 63765"/>
                <a:gd name="connsiteY5" fmla="*/ 118925 h 237496"/>
                <a:gd name="connsiteX6" fmla="*/ 62143 w 63765"/>
                <a:gd name="connsiteY6" fmla="*/ 5764 h 237496"/>
                <a:gd name="connsiteX7" fmla="*/ 63860 w 63765"/>
                <a:gd name="connsiteY7" fmla="*/ 2911 h 237496"/>
                <a:gd name="connsiteX8" fmla="*/ 58955 w 63765"/>
                <a:gd name="connsiteY8" fmla="*/ 58 h 237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65" h="237496">
                  <a:moveTo>
                    <a:pt x="58955" y="58"/>
                  </a:moveTo>
                  <a:cubicBezTo>
                    <a:pt x="12357" y="31914"/>
                    <a:pt x="95" y="82314"/>
                    <a:pt x="95" y="118688"/>
                  </a:cubicBezTo>
                  <a:cubicBezTo>
                    <a:pt x="95" y="152208"/>
                    <a:pt x="10395" y="204272"/>
                    <a:pt x="58955" y="237555"/>
                  </a:cubicBezTo>
                  <a:cubicBezTo>
                    <a:pt x="60917" y="237555"/>
                    <a:pt x="63860" y="237555"/>
                    <a:pt x="63860" y="234702"/>
                  </a:cubicBezTo>
                  <a:cubicBezTo>
                    <a:pt x="63860" y="233276"/>
                    <a:pt x="63124" y="232800"/>
                    <a:pt x="61408" y="231136"/>
                  </a:cubicBezTo>
                  <a:cubicBezTo>
                    <a:pt x="28789" y="202608"/>
                    <a:pt x="16772" y="162193"/>
                    <a:pt x="16772" y="118925"/>
                  </a:cubicBezTo>
                  <a:cubicBezTo>
                    <a:pt x="16772" y="54737"/>
                    <a:pt x="42033" y="23356"/>
                    <a:pt x="62143" y="5764"/>
                  </a:cubicBezTo>
                  <a:cubicBezTo>
                    <a:pt x="63124" y="4813"/>
                    <a:pt x="63860" y="4099"/>
                    <a:pt x="63860" y="2911"/>
                  </a:cubicBezTo>
                  <a:cubicBezTo>
                    <a:pt x="63860" y="58"/>
                    <a:pt x="60917" y="58"/>
                    <a:pt x="58955" y="58"/>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6" name="Freeform: Shape 85">
              <a:extLst>
                <a:ext uri="{FF2B5EF4-FFF2-40B4-BE49-F238E27FC236}">
                  <a16:creationId xmlns:a16="http://schemas.microsoft.com/office/drawing/2014/main" id="{D4FCEF18-67E9-F23B-C398-7758185324E8}"/>
                </a:ext>
              </a:extLst>
            </p:cNvPr>
            <p:cNvSpPr/>
            <p:nvPr>
              <p:custDataLst>
                <p:tags r:id="rId54"/>
              </p:custDataLst>
            </p:nvPr>
          </p:nvSpPr>
          <p:spPr>
            <a:xfrm>
              <a:off x="8770013" y="7031801"/>
              <a:ext cx="97610" cy="9033"/>
            </a:xfrm>
            <a:custGeom>
              <a:avLst/>
              <a:gdLst>
                <a:gd name="connsiteX0" fmla="*/ 97709 w 97610"/>
                <a:gd name="connsiteY0" fmla="*/ 9092 h 9033"/>
                <a:gd name="connsiteX1" fmla="*/ 97709 w 97610"/>
                <a:gd name="connsiteY1" fmla="*/ 58 h 9033"/>
                <a:gd name="connsiteX2" fmla="*/ 98 w 97610"/>
                <a:gd name="connsiteY2" fmla="*/ 58 h 9033"/>
                <a:gd name="connsiteX3" fmla="*/ 98 w 97610"/>
                <a:gd name="connsiteY3" fmla="*/ 9092 h 9033"/>
                <a:gd name="connsiteX4" fmla="*/ 97709 w 97610"/>
                <a:gd name="connsiteY4" fmla="*/ 9092 h 9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10" h="9033">
                  <a:moveTo>
                    <a:pt x="97709" y="9092"/>
                  </a:moveTo>
                  <a:lnTo>
                    <a:pt x="97709" y="58"/>
                  </a:lnTo>
                  <a:lnTo>
                    <a:pt x="98" y="58"/>
                  </a:lnTo>
                  <a:lnTo>
                    <a:pt x="98" y="9092"/>
                  </a:lnTo>
                  <a:lnTo>
                    <a:pt x="97709" y="9092"/>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7" name="Freeform: Shape 86">
              <a:extLst>
                <a:ext uri="{FF2B5EF4-FFF2-40B4-BE49-F238E27FC236}">
                  <a16:creationId xmlns:a16="http://schemas.microsoft.com/office/drawing/2014/main" id="{4A572CAE-CF04-6B17-7B68-BE42CDEA7864}"/>
                </a:ext>
              </a:extLst>
            </p:cNvPr>
            <p:cNvSpPr/>
            <p:nvPr>
              <p:custDataLst>
                <p:tags r:id="rId55"/>
              </p:custDataLst>
            </p:nvPr>
          </p:nvSpPr>
          <p:spPr>
            <a:xfrm>
              <a:off x="8739992" y="7068174"/>
              <a:ext cx="125814" cy="153338"/>
            </a:xfrm>
            <a:custGeom>
              <a:avLst/>
              <a:gdLst>
                <a:gd name="connsiteX0" fmla="*/ 124931 w 125814"/>
                <a:gd name="connsiteY0" fmla="*/ 15273 h 153338"/>
                <a:gd name="connsiteX1" fmla="*/ 125912 w 125814"/>
                <a:gd name="connsiteY1" fmla="*/ 10043 h 153338"/>
                <a:gd name="connsiteX2" fmla="*/ 117819 w 125814"/>
                <a:gd name="connsiteY2" fmla="*/ 2435 h 153338"/>
                <a:gd name="connsiteX3" fmla="*/ 107763 w 125814"/>
                <a:gd name="connsiteY3" fmla="*/ 8141 h 153338"/>
                <a:gd name="connsiteX4" fmla="*/ 103839 w 125814"/>
                <a:gd name="connsiteY4" fmla="*/ 21930 h 153338"/>
                <a:gd name="connsiteX5" fmla="*/ 98689 w 125814"/>
                <a:gd name="connsiteY5" fmla="*/ 41662 h 153338"/>
                <a:gd name="connsiteX6" fmla="*/ 88879 w 125814"/>
                <a:gd name="connsiteY6" fmla="*/ 79937 h 153338"/>
                <a:gd name="connsiteX7" fmla="*/ 58713 w 125814"/>
                <a:gd name="connsiteY7" fmla="*/ 100620 h 153338"/>
                <a:gd name="connsiteX8" fmla="*/ 42036 w 125814"/>
                <a:gd name="connsiteY8" fmla="*/ 80888 h 153338"/>
                <a:gd name="connsiteX9" fmla="*/ 55034 w 125814"/>
                <a:gd name="connsiteY9" fmla="*/ 34767 h 153338"/>
                <a:gd name="connsiteX10" fmla="*/ 59204 w 125814"/>
                <a:gd name="connsiteY10" fmla="*/ 20265 h 153338"/>
                <a:gd name="connsiteX11" fmla="*/ 35905 w 125814"/>
                <a:gd name="connsiteY11" fmla="*/ 58 h 153338"/>
                <a:gd name="connsiteX12" fmla="*/ 98 w 125814"/>
                <a:gd name="connsiteY12" fmla="*/ 36431 h 153338"/>
                <a:gd name="connsiteX13" fmla="*/ 4267 w 125814"/>
                <a:gd name="connsiteY13" fmla="*/ 39522 h 153338"/>
                <a:gd name="connsiteX14" fmla="*/ 8682 w 125814"/>
                <a:gd name="connsiteY14" fmla="*/ 35718 h 153338"/>
                <a:gd name="connsiteX15" fmla="*/ 35169 w 125814"/>
                <a:gd name="connsiteY15" fmla="*/ 6715 h 153338"/>
                <a:gd name="connsiteX16" fmla="*/ 41300 w 125814"/>
                <a:gd name="connsiteY16" fmla="*/ 15035 h 153338"/>
                <a:gd name="connsiteX17" fmla="*/ 37867 w 125814"/>
                <a:gd name="connsiteY17" fmla="*/ 28824 h 153338"/>
                <a:gd name="connsiteX18" fmla="*/ 23642 w 125814"/>
                <a:gd name="connsiteY18" fmla="*/ 77084 h 153338"/>
                <a:gd name="connsiteX19" fmla="*/ 33207 w 125814"/>
                <a:gd name="connsiteY19" fmla="*/ 99907 h 153338"/>
                <a:gd name="connsiteX20" fmla="*/ 57732 w 125814"/>
                <a:gd name="connsiteY20" fmla="*/ 107276 h 153338"/>
                <a:gd name="connsiteX21" fmla="*/ 84464 w 125814"/>
                <a:gd name="connsiteY21" fmla="*/ 96578 h 153338"/>
                <a:gd name="connsiteX22" fmla="*/ 68278 w 125814"/>
                <a:gd name="connsiteY22" fmla="*/ 131525 h 153338"/>
                <a:gd name="connsiteX23" fmla="*/ 38848 w 125814"/>
                <a:gd name="connsiteY23" fmla="*/ 146740 h 153338"/>
                <a:gd name="connsiteX24" fmla="*/ 20454 w 125814"/>
                <a:gd name="connsiteY24" fmla="*/ 138895 h 153338"/>
                <a:gd name="connsiteX25" fmla="*/ 33697 w 125814"/>
                <a:gd name="connsiteY25" fmla="*/ 125820 h 153338"/>
                <a:gd name="connsiteX26" fmla="*/ 24133 w 125814"/>
                <a:gd name="connsiteY26" fmla="*/ 116786 h 153338"/>
                <a:gd name="connsiteX27" fmla="*/ 9908 w 125814"/>
                <a:gd name="connsiteY27" fmla="*/ 132476 h 153338"/>
                <a:gd name="connsiteX28" fmla="*/ 39093 w 125814"/>
                <a:gd name="connsiteY28" fmla="*/ 153397 h 153338"/>
                <a:gd name="connsiteX29" fmla="*/ 101632 w 125814"/>
                <a:gd name="connsiteY29" fmla="*/ 105137 h 153338"/>
                <a:gd name="connsiteX30" fmla="*/ 124931 w 125814"/>
                <a:gd name="connsiteY30" fmla="*/ 15273 h 153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5814" h="153338">
                  <a:moveTo>
                    <a:pt x="124931" y="15273"/>
                  </a:moveTo>
                  <a:cubicBezTo>
                    <a:pt x="125912" y="11945"/>
                    <a:pt x="125912" y="11469"/>
                    <a:pt x="125912" y="10043"/>
                  </a:cubicBezTo>
                  <a:cubicBezTo>
                    <a:pt x="125912" y="5288"/>
                    <a:pt x="121988" y="2435"/>
                    <a:pt x="117819" y="2435"/>
                  </a:cubicBezTo>
                  <a:cubicBezTo>
                    <a:pt x="115121" y="2435"/>
                    <a:pt x="110461" y="3624"/>
                    <a:pt x="107763" y="8141"/>
                  </a:cubicBezTo>
                  <a:cubicBezTo>
                    <a:pt x="107028" y="9567"/>
                    <a:pt x="105066" y="17175"/>
                    <a:pt x="103839" y="21930"/>
                  </a:cubicBezTo>
                  <a:lnTo>
                    <a:pt x="98689" y="41662"/>
                  </a:lnTo>
                  <a:cubicBezTo>
                    <a:pt x="97218" y="47367"/>
                    <a:pt x="89615" y="77322"/>
                    <a:pt x="88879" y="79937"/>
                  </a:cubicBezTo>
                  <a:cubicBezTo>
                    <a:pt x="88634" y="79937"/>
                    <a:pt x="77843" y="100620"/>
                    <a:pt x="58713" y="100620"/>
                  </a:cubicBezTo>
                  <a:cubicBezTo>
                    <a:pt x="42036" y="100620"/>
                    <a:pt x="42036" y="85167"/>
                    <a:pt x="42036" y="80888"/>
                  </a:cubicBezTo>
                  <a:cubicBezTo>
                    <a:pt x="42036" y="68050"/>
                    <a:pt x="47677" y="53073"/>
                    <a:pt x="55034" y="34767"/>
                  </a:cubicBezTo>
                  <a:cubicBezTo>
                    <a:pt x="57977" y="27160"/>
                    <a:pt x="59204" y="24307"/>
                    <a:pt x="59204" y="20265"/>
                  </a:cubicBezTo>
                  <a:cubicBezTo>
                    <a:pt x="59204" y="8854"/>
                    <a:pt x="49148" y="58"/>
                    <a:pt x="35905" y="58"/>
                  </a:cubicBezTo>
                  <a:cubicBezTo>
                    <a:pt x="11134" y="58"/>
                    <a:pt x="98" y="32390"/>
                    <a:pt x="98" y="36431"/>
                  </a:cubicBezTo>
                  <a:cubicBezTo>
                    <a:pt x="98" y="39522"/>
                    <a:pt x="3531" y="39522"/>
                    <a:pt x="4267" y="39522"/>
                  </a:cubicBezTo>
                  <a:cubicBezTo>
                    <a:pt x="7701" y="39522"/>
                    <a:pt x="7946" y="38333"/>
                    <a:pt x="8682" y="35718"/>
                  </a:cubicBezTo>
                  <a:cubicBezTo>
                    <a:pt x="14813" y="15986"/>
                    <a:pt x="25359" y="6715"/>
                    <a:pt x="35169" y="6715"/>
                  </a:cubicBezTo>
                  <a:cubicBezTo>
                    <a:pt x="39338" y="6715"/>
                    <a:pt x="41300" y="9330"/>
                    <a:pt x="41300" y="15035"/>
                  </a:cubicBezTo>
                  <a:cubicBezTo>
                    <a:pt x="41300" y="20503"/>
                    <a:pt x="39093" y="25733"/>
                    <a:pt x="37867" y="28824"/>
                  </a:cubicBezTo>
                  <a:cubicBezTo>
                    <a:pt x="26095" y="57828"/>
                    <a:pt x="23642" y="66624"/>
                    <a:pt x="23642" y="77084"/>
                  </a:cubicBezTo>
                  <a:cubicBezTo>
                    <a:pt x="23642" y="81126"/>
                    <a:pt x="23642" y="92299"/>
                    <a:pt x="33207" y="99907"/>
                  </a:cubicBezTo>
                  <a:cubicBezTo>
                    <a:pt x="40810" y="106088"/>
                    <a:pt x="51110" y="107276"/>
                    <a:pt x="57732" y="107276"/>
                  </a:cubicBezTo>
                  <a:cubicBezTo>
                    <a:pt x="67542" y="107276"/>
                    <a:pt x="76371" y="103710"/>
                    <a:pt x="84464" y="96578"/>
                  </a:cubicBezTo>
                  <a:cubicBezTo>
                    <a:pt x="81276" y="109654"/>
                    <a:pt x="78578" y="119639"/>
                    <a:pt x="68278" y="131525"/>
                  </a:cubicBezTo>
                  <a:cubicBezTo>
                    <a:pt x="61656" y="138895"/>
                    <a:pt x="51846" y="146740"/>
                    <a:pt x="38848" y="146740"/>
                  </a:cubicBezTo>
                  <a:cubicBezTo>
                    <a:pt x="37131" y="146740"/>
                    <a:pt x="25604" y="146740"/>
                    <a:pt x="20454" y="138895"/>
                  </a:cubicBezTo>
                  <a:cubicBezTo>
                    <a:pt x="33697" y="137469"/>
                    <a:pt x="33697" y="126057"/>
                    <a:pt x="33697" y="125820"/>
                  </a:cubicBezTo>
                  <a:cubicBezTo>
                    <a:pt x="33697" y="118212"/>
                    <a:pt x="26585" y="116786"/>
                    <a:pt x="24133" y="116786"/>
                  </a:cubicBezTo>
                  <a:cubicBezTo>
                    <a:pt x="18001" y="116786"/>
                    <a:pt x="9908" y="121540"/>
                    <a:pt x="9908" y="132476"/>
                  </a:cubicBezTo>
                  <a:cubicBezTo>
                    <a:pt x="9908" y="144601"/>
                    <a:pt x="21680" y="153397"/>
                    <a:pt x="39093" y="153397"/>
                  </a:cubicBezTo>
                  <a:cubicBezTo>
                    <a:pt x="63863" y="153397"/>
                    <a:pt x="94029" y="134854"/>
                    <a:pt x="101632" y="105137"/>
                  </a:cubicBezTo>
                  <a:lnTo>
                    <a:pt x="124931" y="1527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8" name="Freeform: Shape 87">
              <a:extLst>
                <a:ext uri="{FF2B5EF4-FFF2-40B4-BE49-F238E27FC236}">
                  <a16:creationId xmlns:a16="http://schemas.microsoft.com/office/drawing/2014/main" id="{0BC4B0A6-7139-B0D4-B364-62B1D5E3B06A}"/>
                </a:ext>
              </a:extLst>
            </p:cNvPr>
            <p:cNvSpPr/>
            <p:nvPr>
              <p:custDataLst>
                <p:tags r:id="rId56"/>
              </p:custDataLst>
            </p:nvPr>
          </p:nvSpPr>
          <p:spPr>
            <a:xfrm>
              <a:off x="8905843" y="7107638"/>
              <a:ext cx="165790" cy="11648"/>
            </a:xfrm>
            <a:custGeom>
              <a:avLst/>
              <a:gdLst>
                <a:gd name="connsiteX0" fmla="*/ 156082 w 165790"/>
                <a:gd name="connsiteY0" fmla="*/ 11707 h 11648"/>
                <a:gd name="connsiteX1" fmla="*/ 165892 w 165790"/>
                <a:gd name="connsiteY1" fmla="*/ 6001 h 11648"/>
                <a:gd name="connsiteX2" fmla="*/ 156082 w 165790"/>
                <a:gd name="connsiteY2" fmla="*/ 58 h 11648"/>
                <a:gd name="connsiteX3" fmla="*/ 9912 w 165790"/>
                <a:gd name="connsiteY3" fmla="*/ 58 h 11648"/>
                <a:gd name="connsiteX4" fmla="*/ 102 w 165790"/>
                <a:gd name="connsiteY4" fmla="*/ 5764 h 11648"/>
                <a:gd name="connsiteX5" fmla="*/ 9912 w 165790"/>
                <a:gd name="connsiteY5" fmla="*/ 11707 h 11648"/>
                <a:gd name="connsiteX6" fmla="*/ 156082 w 165790"/>
                <a:gd name="connsiteY6" fmla="*/ 11707 h 1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5790" h="11648">
                  <a:moveTo>
                    <a:pt x="156082" y="11707"/>
                  </a:moveTo>
                  <a:cubicBezTo>
                    <a:pt x="160006" y="11707"/>
                    <a:pt x="165892" y="11707"/>
                    <a:pt x="165892" y="6001"/>
                  </a:cubicBezTo>
                  <a:cubicBezTo>
                    <a:pt x="165892" y="58"/>
                    <a:pt x="160252" y="58"/>
                    <a:pt x="156082" y="58"/>
                  </a:cubicBezTo>
                  <a:lnTo>
                    <a:pt x="9912" y="58"/>
                  </a:lnTo>
                  <a:cubicBezTo>
                    <a:pt x="5988" y="58"/>
                    <a:pt x="102" y="58"/>
                    <a:pt x="102" y="5764"/>
                  </a:cubicBezTo>
                  <a:cubicBezTo>
                    <a:pt x="102" y="11707"/>
                    <a:pt x="5743" y="11707"/>
                    <a:pt x="9912" y="11707"/>
                  </a:cubicBezTo>
                  <a:lnTo>
                    <a:pt x="156082" y="1170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9" name="Freeform: Shape 88">
              <a:extLst>
                <a:ext uri="{FF2B5EF4-FFF2-40B4-BE49-F238E27FC236}">
                  <a16:creationId xmlns:a16="http://schemas.microsoft.com/office/drawing/2014/main" id="{7E1F46D3-ACF6-740E-E15B-2387DE6B4C0B}"/>
                </a:ext>
              </a:extLst>
            </p:cNvPr>
            <p:cNvSpPr/>
            <p:nvPr>
              <p:custDataLst>
                <p:tags r:id="rId57"/>
              </p:custDataLst>
            </p:nvPr>
          </p:nvSpPr>
          <p:spPr>
            <a:xfrm>
              <a:off x="9110594" y="7068174"/>
              <a:ext cx="146170" cy="155716"/>
            </a:xfrm>
            <a:custGeom>
              <a:avLst/>
              <a:gdLst>
                <a:gd name="connsiteX0" fmla="*/ 1089 w 146170"/>
                <a:gd name="connsiteY0" fmla="*/ 143174 h 155716"/>
                <a:gd name="connsiteX1" fmla="*/ 108 w 146170"/>
                <a:gd name="connsiteY1" fmla="*/ 148167 h 155716"/>
                <a:gd name="connsiteX2" fmla="*/ 8447 w 146170"/>
                <a:gd name="connsiteY2" fmla="*/ 155774 h 155716"/>
                <a:gd name="connsiteX3" fmla="*/ 20219 w 146170"/>
                <a:gd name="connsiteY3" fmla="*/ 143887 h 155716"/>
                <a:gd name="connsiteX4" fmla="*/ 31501 w 146170"/>
                <a:gd name="connsiteY4" fmla="*/ 100382 h 155716"/>
                <a:gd name="connsiteX5" fmla="*/ 57743 w 146170"/>
                <a:gd name="connsiteY5" fmla="*/ 107276 h 155716"/>
                <a:gd name="connsiteX6" fmla="*/ 93059 w 146170"/>
                <a:gd name="connsiteY6" fmla="*/ 90159 h 155716"/>
                <a:gd name="connsiteX7" fmla="*/ 118320 w 146170"/>
                <a:gd name="connsiteY7" fmla="*/ 107276 h 155716"/>
                <a:gd name="connsiteX8" fmla="*/ 137695 w 146170"/>
                <a:gd name="connsiteY8" fmla="*/ 94676 h 155716"/>
                <a:gd name="connsiteX9" fmla="*/ 146278 w 146170"/>
                <a:gd name="connsiteY9" fmla="*/ 70903 h 155716"/>
                <a:gd name="connsiteX10" fmla="*/ 142354 w 146170"/>
                <a:gd name="connsiteY10" fmla="*/ 67812 h 155716"/>
                <a:gd name="connsiteX11" fmla="*/ 136959 w 146170"/>
                <a:gd name="connsiteY11" fmla="*/ 75182 h 155716"/>
                <a:gd name="connsiteX12" fmla="*/ 119056 w 146170"/>
                <a:gd name="connsiteY12" fmla="*/ 100620 h 155716"/>
                <a:gd name="connsiteX13" fmla="*/ 110962 w 146170"/>
                <a:gd name="connsiteY13" fmla="*/ 88971 h 155716"/>
                <a:gd name="connsiteX14" fmla="*/ 114641 w 146170"/>
                <a:gd name="connsiteY14" fmla="*/ 70190 h 155716"/>
                <a:gd name="connsiteX15" fmla="*/ 120037 w 146170"/>
                <a:gd name="connsiteY15" fmla="*/ 48794 h 155716"/>
                <a:gd name="connsiteX16" fmla="*/ 125677 w 146170"/>
                <a:gd name="connsiteY16" fmla="*/ 27635 h 155716"/>
                <a:gd name="connsiteX17" fmla="*/ 129847 w 146170"/>
                <a:gd name="connsiteY17" fmla="*/ 10043 h 155716"/>
                <a:gd name="connsiteX18" fmla="*/ 121753 w 146170"/>
                <a:gd name="connsiteY18" fmla="*/ 2435 h 155716"/>
                <a:gd name="connsiteX19" fmla="*/ 111698 w 146170"/>
                <a:gd name="connsiteY19" fmla="*/ 8141 h 155716"/>
                <a:gd name="connsiteX20" fmla="*/ 107774 w 146170"/>
                <a:gd name="connsiteY20" fmla="*/ 21930 h 155716"/>
                <a:gd name="connsiteX21" fmla="*/ 102624 w 146170"/>
                <a:gd name="connsiteY21" fmla="*/ 41662 h 155716"/>
                <a:gd name="connsiteX22" fmla="*/ 95021 w 146170"/>
                <a:gd name="connsiteY22" fmla="*/ 71378 h 155716"/>
                <a:gd name="connsiteX23" fmla="*/ 91097 w 146170"/>
                <a:gd name="connsiteY23" fmla="*/ 80888 h 155716"/>
                <a:gd name="connsiteX24" fmla="*/ 58724 w 146170"/>
                <a:gd name="connsiteY24" fmla="*/ 100620 h 155716"/>
                <a:gd name="connsiteX25" fmla="*/ 38613 w 146170"/>
                <a:gd name="connsiteY25" fmla="*/ 79461 h 155716"/>
                <a:gd name="connsiteX26" fmla="*/ 42782 w 146170"/>
                <a:gd name="connsiteY26" fmla="*/ 57352 h 155716"/>
                <a:gd name="connsiteX27" fmla="*/ 48178 w 146170"/>
                <a:gd name="connsiteY27" fmla="*/ 35956 h 155716"/>
                <a:gd name="connsiteX28" fmla="*/ 51611 w 146170"/>
                <a:gd name="connsiteY28" fmla="*/ 22643 h 155716"/>
                <a:gd name="connsiteX29" fmla="*/ 55290 w 146170"/>
                <a:gd name="connsiteY29" fmla="*/ 7666 h 155716"/>
                <a:gd name="connsiteX30" fmla="*/ 46951 w 146170"/>
                <a:gd name="connsiteY30" fmla="*/ 58 h 155716"/>
                <a:gd name="connsiteX31" fmla="*/ 35179 w 146170"/>
                <a:gd name="connsiteY31" fmla="*/ 11232 h 155716"/>
                <a:gd name="connsiteX32" fmla="*/ 1089 w 146170"/>
                <a:gd name="connsiteY32" fmla="*/ 143174 h 155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6170" h="155716">
                  <a:moveTo>
                    <a:pt x="1089" y="143174"/>
                  </a:moveTo>
                  <a:cubicBezTo>
                    <a:pt x="108" y="146740"/>
                    <a:pt x="108" y="147929"/>
                    <a:pt x="108" y="148167"/>
                  </a:cubicBezTo>
                  <a:cubicBezTo>
                    <a:pt x="108" y="153397"/>
                    <a:pt x="4523" y="155774"/>
                    <a:pt x="8447" y="155774"/>
                  </a:cubicBezTo>
                  <a:cubicBezTo>
                    <a:pt x="17276" y="155774"/>
                    <a:pt x="19238" y="147929"/>
                    <a:pt x="20219" y="143887"/>
                  </a:cubicBezTo>
                  <a:cubicBezTo>
                    <a:pt x="20710" y="142699"/>
                    <a:pt x="25615" y="123680"/>
                    <a:pt x="31501" y="100382"/>
                  </a:cubicBezTo>
                  <a:cubicBezTo>
                    <a:pt x="39103" y="105374"/>
                    <a:pt x="48914" y="107276"/>
                    <a:pt x="57743" y="107276"/>
                  </a:cubicBezTo>
                  <a:cubicBezTo>
                    <a:pt x="78834" y="107276"/>
                    <a:pt x="92568" y="90635"/>
                    <a:pt x="93059" y="90159"/>
                  </a:cubicBezTo>
                  <a:cubicBezTo>
                    <a:pt x="97719" y="106563"/>
                    <a:pt x="114641" y="107276"/>
                    <a:pt x="118320" y="107276"/>
                  </a:cubicBezTo>
                  <a:cubicBezTo>
                    <a:pt x="127149" y="107276"/>
                    <a:pt x="133280" y="102046"/>
                    <a:pt x="137695" y="94676"/>
                  </a:cubicBezTo>
                  <a:cubicBezTo>
                    <a:pt x="143090" y="85405"/>
                    <a:pt x="146278" y="71854"/>
                    <a:pt x="146278" y="70903"/>
                  </a:cubicBezTo>
                  <a:cubicBezTo>
                    <a:pt x="146278" y="67812"/>
                    <a:pt x="143090" y="67812"/>
                    <a:pt x="142354" y="67812"/>
                  </a:cubicBezTo>
                  <a:cubicBezTo>
                    <a:pt x="138921" y="67812"/>
                    <a:pt x="138676" y="68763"/>
                    <a:pt x="136959" y="75182"/>
                  </a:cubicBezTo>
                  <a:cubicBezTo>
                    <a:pt x="134016" y="86593"/>
                    <a:pt x="129356" y="100620"/>
                    <a:pt x="119056" y="100620"/>
                  </a:cubicBezTo>
                  <a:cubicBezTo>
                    <a:pt x="112679" y="100620"/>
                    <a:pt x="110962" y="95390"/>
                    <a:pt x="110962" y="88971"/>
                  </a:cubicBezTo>
                  <a:cubicBezTo>
                    <a:pt x="110962" y="84929"/>
                    <a:pt x="112924" y="76371"/>
                    <a:pt x="114641" y="70190"/>
                  </a:cubicBezTo>
                  <a:cubicBezTo>
                    <a:pt x="116358" y="63771"/>
                    <a:pt x="118810" y="54024"/>
                    <a:pt x="120037" y="48794"/>
                  </a:cubicBezTo>
                  <a:lnTo>
                    <a:pt x="125677" y="27635"/>
                  </a:lnTo>
                  <a:cubicBezTo>
                    <a:pt x="127149" y="21692"/>
                    <a:pt x="129847" y="11232"/>
                    <a:pt x="129847" y="10043"/>
                  </a:cubicBezTo>
                  <a:cubicBezTo>
                    <a:pt x="129847" y="5288"/>
                    <a:pt x="125923" y="2435"/>
                    <a:pt x="121753" y="2435"/>
                  </a:cubicBezTo>
                  <a:cubicBezTo>
                    <a:pt x="119056" y="2435"/>
                    <a:pt x="114396" y="3624"/>
                    <a:pt x="111698" y="8141"/>
                  </a:cubicBezTo>
                  <a:cubicBezTo>
                    <a:pt x="110962" y="9567"/>
                    <a:pt x="109000" y="17175"/>
                    <a:pt x="107774" y="21930"/>
                  </a:cubicBezTo>
                  <a:lnTo>
                    <a:pt x="102624" y="41662"/>
                  </a:lnTo>
                  <a:lnTo>
                    <a:pt x="95021" y="71378"/>
                  </a:lnTo>
                  <a:cubicBezTo>
                    <a:pt x="93304" y="77322"/>
                    <a:pt x="93304" y="77797"/>
                    <a:pt x="91097" y="80888"/>
                  </a:cubicBezTo>
                  <a:cubicBezTo>
                    <a:pt x="83494" y="91348"/>
                    <a:pt x="72703" y="100620"/>
                    <a:pt x="58724" y="100620"/>
                  </a:cubicBezTo>
                  <a:cubicBezTo>
                    <a:pt x="38613" y="100620"/>
                    <a:pt x="38613" y="83741"/>
                    <a:pt x="38613" y="79461"/>
                  </a:cubicBezTo>
                  <a:cubicBezTo>
                    <a:pt x="38613" y="73280"/>
                    <a:pt x="39349" y="70190"/>
                    <a:pt x="42782" y="57352"/>
                  </a:cubicBezTo>
                  <a:cubicBezTo>
                    <a:pt x="45235" y="46892"/>
                    <a:pt x="45725" y="45228"/>
                    <a:pt x="48178" y="35956"/>
                  </a:cubicBezTo>
                  <a:lnTo>
                    <a:pt x="51611" y="22643"/>
                  </a:lnTo>
                  <a:cubicBezTo>
                    <a:pt x="52838" y="17650"/>
                    <a:pt x="55290" y="8616"/>
                    <a:pt x="55290" y="7666"/>
                  </a:cubicBezTo>
                  <a:cubicBezTo>
                    <a:pt x="55290" y="3386"/>
                    <a:pt x="51857" y="58"/>
                    <a:pt x="46951" y="58"/>
                  </a:cubicBezTo>
                  <a:cubicBezTo>
                    <a:pt x="38122" y="58"/>
                    <a:pt x="35915" y="8379"/>
                    <a:pt x="35179" y="11232"/>
                  </a:cubicBezTo>
                  <a:lnTo>
                    <a:pt x="1089" y="14317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0" name="Freeform: Shape 89">
              <a:extLst>
                <a:ext uri="{FF2B5EF4-FFF2-40B4-BE49-F238E27FC236}">
                  <a16:creationId xmlns:a16="http://schemas.microsoft.com/office/drawing/2014/main" id="{49F5ABFE-D3DA-3CC8-EB28-A95687DC3AC2}"/>
                </a:ext>
              </a:extLst>
            </p:cNvPr>
            <p:cNvSpPr/>
            <p:nvPr>
              <p:custDataLst>
                <p:tags r:id="rId58"/>
              </p:custDataLst>
            </p:nvPr>
          </p:nvSpPr>
          <p:spPr>
            <a:xfrm>
              <a:off x="9282527" y="7093883"/>
              <a:ext cx="91443" cy="116829"/>
            </a:xfrm>
            <a:custGeom>
              <a:avLst/>
              <a:gdLst>
                <a:gd name="connsiteX0" fmla="*/ 91557 w 91443"/>
                <a:gd name="connsiteY0" fmla="*/ 58813 h 116829"/>
                <a:gd name="connsiteX1" fmla="*/ 45835 w 91443"/>
                <a:gd name="connsiteY1" fmla="*/ 59 h 116829"/>
                <a:gd name="connsiteX2" fmla="*/ 113 w 91443"/>
                <a:gd name="connsiteY2" fmla="*/ 58813 h 116829"/>
                <a:gd name="connsiteX3" fmla="*/ 45835 w 91443"/>
                <a:gd name="connsiteY3" fmla="*/ 116889 h 116829"/>
                <a:gd name="connsiteX4" fmla="*/ 91557 w 91443"/>
                <a:gd name="connsiteY4" fmla="*/ 58813 h 116829"/>
                <a:gd name="connsiteX5" fmla="*/ 45835 w 91443"/>
                <a:gd name="connsiteY5" fmla="*/ 111285 h 116829"/>
                <a:gd name="connsiteX6" fmla="*/ 20259 w 91443"/>
                <a:gd name="connsiteY6" fmla="*/ 91926 h 116829"/>
                <a:gd name="connsiteX7" fmla="*/ 17631 w 91443"/>
                <a:gd name="connsiteY7" fmla="*/ 56776 h 116829"/>
                <a:gd name="connsiteX8" fmla="*/ 20434 w 91443"/>
                <a:gd name="connsiteY8" fmla="*/ 22814 h 116829"/>
                <a:gd name="connsiteX9" fmla="*/ 45835 w 91443"/>
                <a:gd name="connsiteY9" fmla="*/ 5663 h 116829"/>
                <a:gd name="connsiteX10" fmla="*/ 71587 w 91443"/>
                <a:gd name="connsiteY10" fmla="*/ 24002 h 116829"/>
                <a:gd name="connsiteX11" fmla="*/ 74039 w 91443"/>
                <a:gd name="connsiteY11" fmla="*/ 56776 h 116829"/>
                <a:gd name="connsiteX12" fmla="*/ 71411 w 91443"/>
                <a:gd name="connsiteY12" fmla="*/ 92266 h 116829"/>
                <a:gd name="connsiteX13" fmla="*/ 45835 w 91443"/>
                <a:gd name="connsiteY13" fmla="*/ 111285 h 11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443" h="116829">
                  <a:moveTo>
                    <a:pt x="91557" y="58813"/>
                  </a:moveTo>
                  <a:cubicBezTo>
                    <a:pt x="91557" y="46587"/>
                    <a:pt x="91557" y="59"/>
                    <a:pt x="45835" y="59"/>
                  </a:cubicBezTo>
                  <a:cubicBezTo>
                    <a:pt x="113" y="59"/>
                    <a:pt x="113" y="46587"/>
                    <a:pt x="113" y="58813"/>
                  </a:cubicBezTo>
                  <a:cubicBezTo>
                    <a:pt x="113" y="71210"/>
                    <a:pt x="113" y="116889"/>
                    <a:pt x="45835" y="116889"/>
                  </a:cubicBezTo>
                  <a:cubicBezTo>
                    <a:pt x="91557" y="116889"/>
                    <a:pt x="91557" y="71210"/>
                    <a:pt x="91557" y="58813"/>
                  </a:cubicBezTo>
                  <a:close/>
                  <a:moveTo>
                    <a:pt x="45835" y="111285"/>
                  </a:moveTo>
                  <a:cubicBezTo>
                    <a:pt x="39354" y="111285"/>
                    <a:pt x="24638" y="109077"/>
                    <a:pt x="20259" y="91926"/>
                  </a:cubicBezTo>
                  <a:cubicBezTo>
                    <a:pt x="17806" y="82757"/>
                    <a:pt x="17631" y="70700"/>
                    <a:pt x="17631" y="56776"/>
                  </a:cubicBezTo>
                  <a:cubicBezTo>
                    <a:pt x="17631" y="44210"/>
                    <a:pt x="17631" y="32493"/>
                    <a:pt x="20434" y="22814"/>
                  </a:cubicBezTo>
                  <a:cubicBezTo>
                    <a:pt x="24814" y="8550"/>
                    <a:pt x="38302" y="5663"/>
                    <a:pt x="45835" y="5663"/>
                  </a:cubicBezTo>
                  <a:cubicBezTo>
                    <a:pt x="58799" y="5663"/>
                    <a:pt x="68083" y="12116"/>
                    <a:pt x="71587" y="24002"/>
                  </a:cubicBezTo>
                  <a:cubicBezTo>
                    <a:pt x="74039" y="32663"/>
                    <a:pt x="74039" y="46757"/>
                    <a:pt x="74039" y="56776"/>
                  </a:cubicBezTo>
                  <a:cubicBezTo>
                    <a:pt x="74039" y="68323"/>
                    <a:pt x="74039" y="82077"/>
                    <a:pt x="71411" y="92266"/>
                  </a:cubicBezTo>
                  <a:cubicBezTo>
                    <a:pt x="66857" y="108738"/>
                    <a:pt x="52842" y="111285"/>
                    <a:pt x="45835" y="11128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1" name="Freeform: Shape 90">
              <a:extLst>
                <a:ext uri="{FF2B5EF4-FFF2-40B4-BE49-F238E27FC236}">
                  <a16:creationId xmlns:a16="http://schemas.microsoft.com/office/drawing/2014/main" id="{3551BDFD-605E-1263-73C3-942DEF981E49}"/>
                </a:ext>
              </a:extLst>
            </p:cNvPr>
            <p:cNvSpPr/>
            <p:nvPr>
              <p:custDataLst>
                <p:tags r:id="rId59"/>
              </p:custDataLst>
            </p:nvPr>
          </p:nvSpPr>
          <p:spPr>
            <a:xfrm>
              <a:off x="9422840" y="6994714"/>
              <a:ext cx="63520" cy="237496"/>
            </a:xfrm>
            <a:custGeom>
              <a:avLst/>
              <a:gdLst>
                <a:gd name="connsiteX0" fmla="*/ 4777 w 63520"/>
                <a:gd name="connsiteY0" fmla="*/ 58 h 237496"/>
                <a:gd name="connsiteX1" fmla="*/ 117 w 63520"/>
                <a:gd name="connsiteY1" fmla="*/ 2911 h 237496"/>
                <a:gd name="connsiteX2" fmla="*/ 2324 w 63520"/>
                <a:gd name="connsiteY2" fmla="*/ 6477 h 237496"/>
                <a:gd name="connsiteX3" fmla="*/ 46960 w 63520"/>
                <a:gd name="connsiteY3" fmla="*/ 118688 h 237496"/>
                <a:gd name="connsiteX4" fmla="*/ 4532 w 63520"/>
                <a:gd name="connsiteY4" fmla="*/ 229234 h 237496"/>
                <a:gd name="connsiteX5" fmla="*/ 117 w 63520"/>
                <a:gd name="connsiteY5" fmla="*/ 234702 h 237496"/>
                <a:gd name="connsiteX6" fmla="*/ 3305 w 63520"/>
                <a:gd name="connsiteY6" fmla="*/ 237555 h 237496"/>
                <a:gd name="connsiteX7" fmla="*/ 45734 w 63520"/>
                <a:gd name="connsiteY7" fmla="*/ 192148 h 237496"/>
                <a:gd name="connsiteX8" fmla="*/ 63637 w 63520"/>
                <a:gd name="connsiteY8" fmla="*/ 118925 h 237496"/>
                <a:gd name="connsiteX9" fmla="*/ 4777 w 63520"/>
                <a:gd name="connsiteY9" fmla="*/ 58 h 237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520" h="237496">
                  <a:moveTo>
                    <a:pt x="4777" y="58"/>
                  </a:moveTo>
                  <a:cubicBezTo>
                    <a:pt x="3060" y="58"/>
                    <a:pt x="117" y="58"/>
                    <a:pt x="117" y="2911"/>
                  </a:cubicBezTo>
                  <a:cubicBezTo>
                    <a:pt x="117" y="4099"/>
                    <a:pt x="853" y="4813"/>
                    <a:pt x="2324" y="6477"/>
                  </a:cubicBezTo>
                  <a:cubicBezTo>
                    <a:pt x="23416" y="25258"/>
                    <a:pt x="46960" y="57352"/>
                    <a:pt x="46960" y="118688"/>
                  </a:cubicBezTo>
                  <a:cubicBezTo>
                    <a:pt x="46960" y="168374"/>
                    <a:pt x="31019" y="205936"/>
                    <a:pt x="4532" y="229234"/>
                  </a:cubicBezTo>
                  <a:cubicBezTo>
                    <a:pt x="362" y="233276"/>
                    <a:pt x="117" y="233513"/>
                    <a:pt x="117" y="234702"/>
                  </a:cubicBezTo>
                  <a:cubicBezTo>
                    <a:pt x="117" y="235891"/>
                    <a:pt x="853" y="237555"/>
                    <a:pt x="3305" y="237555"/>
                  </a:cubicBezTo>
                  <a:cubicBezTo>
                    <a:pt x="6248" y="237555"/>
                    <a:pt x="29547" y="221864"/>
                    <a:pt x="45734" y="192148"/>
                  </a:cubicBezTo>
                  <a:cubicBezTo>
                    <a:pt x="56525" y="172416"/>
                    <a:pt x="63637" y="146740"/>
                    <a:pt x="63637" y="118925"/>
                  </a:cubicBezTo>
                  <a:cubicBezTo>
                    <a:pt x="63637" y="85405"/>
                    <a:pt x="53337" y="33341"/>
                    <a:pt x="4777" y="58"/>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2" name="Freeform: Shape 91">
              <a:extLst>
                <a:ext uri="{FF2B5EF4-FFF2-40B4-BE49-F238E27FC236}">
                  <a16:creationId xmlns:a16="http://schemas.microsoft.com/office/drawing/2014/main" id="{C63D7F20-AFB0-A15B-0F87-A92F4C3684B7}"/>
                </a:ext>
              </a:extLst>
            </p:cNvPr>
            <p:cNvSpPr/>
            <p:nvPr>
              <p:custDataLst>
                <p:tags r:id="rId60"/>
              </p:custDataLst>
            </p:nvPr>
          </p:nvSpPr>
          <p:spPr>
            <a:xfrm>
              <a:off x="8618977" y="7246033"/>
              <a:ext cx="895937" cy="13584"/>
            </a:xfrm>
            <a:custGeom>
              <a:avLst/>
              <a:gdLst>
                <a:gd name="connsiteX0" fmla="*/ 0 w 895937"/>
                <a:gd name="connsiteY0" fmla="*/ 0 h 13584"/>
                <a:gd name="connsiteX1" fmla="*/ 895938 w 895937"/>
                <a:gd name="connsiteY1" fmla="*/ 0 h 13584"/>
                <a:gd name="connsiteX2" fmla="*/ 895938 w 895937"/>
                <a:gd name="connsiteY2" fmla="*/ 13584 h 13584"/>
                <a:gd name="connsiteX3" fmla="*/ 0 w 895937"/>
                <a:gd name="connsiteY3" fmla="*/ 13584 h 13584"/>
              </a:gdLst>
              <a:ahLst/>
              <a:cxnLst>
                <a:cxn ang="0">
                  <a:pos x="connsiteX0" y="connsiteY0"/>
                </a:cxn>
                <a:cxn ang="0">
                  <a:pos x="connsiteX1" y="connsiteY1"/>
                </a:cxn>
                <a:cxn ang="0">
                  <a:pos x="connsiteX2" y="connsiteY2"/>
                </a:cxn>
                <a:cxn ang="0">
                  <a:pos x="connsiteX3" y="connsiteY3"/>
                </a:cxn>
              </a:cxnLst>
              <a:rect l="l" t="t" r="r" b="b"/>
              <a:pathLst>
                <a:path w="895937" h="13584">
                  <a:moveTo>
                    <a:pt x="0" y="0"/>
                  </a:moveTo>
                  <a:lnTo>
                    <a:pt x="895938" y="0"/>
                  </a:lnTo>
                  <a:lnTo>
                    <a:pt x="895938" y="13584"/>
                  </a:lnTo>
                  <a:lnTo>
                    <a:pt x="0" y="1358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2" name="Freeform: Shape 101">
              <a:extLst>
                <a:ext uri="{FF2B5EF4-FFF2-40B4-BE49-F238E27FC236}">
                  <a16:creationId xmlns:a16="http://schemas.microsoft.com/office/drawing/2014/main" id="{565A2926-6BD0-758A-9A2C-64D84EF835FD}"/>
                </a:ext>
              </a:extLst>
            </p:cNvPr>
            <p:cNvSpPr/>
            <p:nvPr>
              <p:custDataLst>
                <p:tags r:id="rId61"/>
              </p:custDataLst>
            </p:nvPr>
          </p:nvSpPr>
          <p:spPr>
            <a:xfrm>
              <a:off x="9028394" y="7288522"/>
              <a:ext cx="77604" cy="76924"/>
            </a:xfrm>
            <a:custGeom>
              <a:avLst/>
              <a:gdLst>
                <a:gd name="connsiteX0" fmla="*/ 68776 w 77604"/>
                <a:gd name="connsiteY0" fmla="*/ 10931 h 76924"/>
                <a:gd name="connsiteX1" fmla="*/ 61769 w 77604"/>
                <a:gd name="connsiteY1" fmla="*/ 19422 h 76924"/>
                <a:gd name="connsiteX2" fmla="*/ 68426 w 77604"/>
                <a:gd name="connsiteY2" fmla="*/ 25535 h 76924"/>
                <a:gd name="connsiteX3" fmla="*/ 77711 w 77604"/>
                <a:gd name="connsiteY3" fmla="*/ 15007 h 76924"/>
                <a:gd name="connsiteX4" fmla="*/ 50733 w 77604"/>
                <a:gd name="connsiteY4" fmla="*/ 64 h 76924"/>
                <a:gd name="connsiteX5" fmla="*/ 15522 w 77604"/>
                <a:gd name="connsiteY5" fmla="*/ 23667 h 76924"/>
                <a:gd name="connsiteX6" fmla="*/ 22354 w 77604"/>
                <a:gd name="connsiteY6" fmla="*/ 35724 h 76924"/>
                <a:gd name="connsiteX7" fmla="*/ 41799 w 77604"/>
                <a:gd name="connsiteY7" fmla="*/ 41328 h 76924"/>
                <a:gd name="connsiteX8" fmla="*/ 65098 w 77604"/>
                <a:gd name="connsiteY8" fmla="*/ 53554 h 76924"/>
                <a:gd name="connsiteX9" fmla="*/ 32864 w 77604"/>
                <a:gd name="connsiteY9" fmla="*/ 71214 h 76924"/>
                <a:gd name="connsiteX10" fmla="*/ 9741 w 77604"/>
                <a:gd name="connsiteY10" fmla="*/ 65441 h 76924"/>
                <a:gd name="connsiteX11" fmla="*/ 18850 w 77604"/>
                <a:gd name="connsiteY11" fmla="*/ 55082 h 76924"/>
                <a:gd name="connsiteX12" fmla="*/ 11317 w 77604"/>
                <a:gd name="connsiteY12" fmla="*/ 48120 h 76924"/>
                <a:gd name="connsiteX13" fmla="*/ 106 w 77604"/>
                <a:gd name="connsiteY13" fmla="*/ 60346 h 76924"/>
                <a:gd name="connsiteX14" fmla="*/ 32514 w 77604"/>
                <a:gd name="connsiteY14" fmla="*/ 76988 h 76924"/>
                <a:gd name="connsiteX15" fmla="*/ 74557 w 77604"/>
                <a:gd name="connsiteY15" fmla="*/ 49988 h 76924"/>
                <a:gd name="connsiteX16" fmla="*/ 46178 w 77604"/>
                <a:gd name="connsiteY16" fmla="*/ 30290 h 76924"/>
                <a:gd name="connsiteX17" fmla="*/ 25157 w 77604"/>
                <a:gd name="connsiteY17" fmla="*/ 20101 h 76924"/>
                <a:gd name="connsiteX18" fmla="*/ 50382 w 77604"/>
                <a:gd name="connsiteY18" fmla="*/ 5837 h 76924"/>
                <a:gd name="connsiteX19" fmla="*/ 68776 w 77604"/>
                <a:gd name="connsiteY19" fmla="*/ 10931 h 76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7604" h="76924">
                  <a:moveTo>
                    <a:pt x="68776" y="10931"/>
                  </a:moveTo>
                  <a:cubicBezTo>
                    <a:pt x="62645" y="12630"/>
                    <a:pt x="61769" y="17724"/>
                    <a:pt x="61769" y="19422"/>
                  </a:cubicBezTo>
                  <a:cubicBezTo>
                    <a:pt x="61769" y="23667"/>
                    <a:pt x="65448" y="25535"/>
                    <a:pt x="68426" y="25535"/>
                  </a:cubicBezTo>
                  <a:cubicBezTo>
                    <a:pt x="70528" y="25535"/>
                    <a:pt x="77711" y="24007"/>
                    <a:pt x="77711" y="15007"/>
                  </a:cubicBezTo>
                  <a:cubicBezTo>
                    <a:pt x="77711" y="3630"/>
                    <a:pt x="63871" y="64"/>
                    <a:pt x="50733" y="64"/>
                  </a:cubicBezTo>
                  <a:cubicBezTo>
                    <a:pt x="21127" y="64"/>
                    <a:pt x="15522" y="17554"/>
                    <a:pt x="15522" y="23667"/>
                  </a:cubicBezTo>
                  <a:cubicBezTo>
                    <a:pt x="15522" y="29780"/>
                    <a:pt x="19200" y="33346"/>
                    <a:pt x="22354" y="35724"/>
                  </a:cubicBezTo>
                  <a:cubicBezTo>
                    <a:pt x="27259" y="39120"/>
                    <a:pt x="32514" y="39799"/>
                    <a:pt x="41799" y="41328"/>
                  </a:cubicBezTo>
                  <a:cubicBezTo>
                    <a:pt x="52835" y="43026"/>
                    <a:pt x="65098" y="44894"/>
                    <a:pt x="65098" y="53554"/>
                  </a:cubicBezTo>
                  <a:cubicBezTo>
                    <a:pt x="65098" y="53724"/>
                    <a:pt x="65098" y="71214"/>
                    <a:pt x="32864" y="71214"/>
                  </a:cubicBezTo>
                  <a:cubicBezTo>
                    <a:pt x="26208" y="71214"/>
                    <a:pt x="15347" y="70705"/>
                    <a:pt x="9741" y="65441"/>
                  </a:cubicBezTo>
                  <a:cubicBezTo>
                    <a:pt x="16047" y="64082"/>
                    <a:pt x="18850" y="59158"/>
                    <a:pt x="18850" y="55082"/>
                  </a:cubicBezTo>
                  <a:cubicBezTo>
                    <a:pt x="18850" y="50327"/>
                    <a:pt x="15171" y="48120"/>
                    <a:pt x="11317" y="48120"/>
                  </a:cubicBezTo>
                  <a:cubicBezTo>
                    <a:pt x="5361" y="48120"/>
                    <a:pt x="106" y="52705"/>
                    <a:pt x="106" y="60346"/>
                  </a:cubicBezTo>
                  <a:cubicBezTo>
                    <a:pt x="106" y="76988"/>
                    <a:pt x="27434" y="76988"/>
                    <a:pt x="32514" y="76988"/>
                  </a:cubicBezTo>
                  <a:cubicBezTo>
                    <a:pt x="68426" y="76988"/>
                    <a:pt x="74557" y="56950"/>
                    <a:pt x="74557" y="49988"/>
                  </a:cubicBezTo>
                  <a:cubicBezTo>
                    <a:pt x="74557" y="34705"/>
                    <a:pt x="55287" y="31818"/>
                    <a:pt x="46178" y="30290"/>
                  </a:cubicBezTo>
                  <a:cubicBezTo>
                    <a:pt x="33740" y="28422"/>
                    <a:pt x="25157" y="27063"/>
                    <a:pt x="25157" y="20101"/>
                  </a:cubicBezTo>
                  <a:cubicBezTo>
                    <a:pt x="25157" y="19931"/>
                    <a:pt x="25157" y="5837"/>
                    <a:pt x="50382" y="5837"/>
                  </a:cubicBezTo>
                  <a:cubicBezTo>
                    <a:pt x="54937" y="5837"/>
                    <a:pt x="64222" y="6177"/>
                    <a:pt x="68776" y="1093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3" name="Freeform: Shape 102">
              <a:extLst>
                <a:ext uri="{FF2B5EF4-FFF2-40B4-BE49-F238E27FC236}">
                  <a16:creationId xmlns:a16="http://schemas.microsoft.com/office/drawing/2014/main" id="{6BBADF02-0937-35AF-93B2-611ADE1A1BAA}"/>
                </a:ext>
              </a:extLst>
            </p:cNvPr>
            <p:cNvSpPr/>
            <p:nvPr>
              <p:custDataLst>
                <p:tags r:id="rId62"/>
              </p:custDataLst>
            </p:nvPr>
          </p:nvSpPr>
          <p:spPr>
            <a:xfrm>
              <a:off x="8893689" y="7389638"/>
              <a:ext cx="346512" cy="11546"/>
            </a:xfrm>
            <a:custGeom>
              <a:avLst/>
              <a:gdLst>
                <a:gd name="connsiteX0" fmla="*/ 0 w 346512"/>
                <a:gd name="connsiteY0" fmla="*/ 0 h 11546"/>
                <a:gd name="connsiteX1" fmla="*/ 346513 w 346512"/>
                <a:gd name="connsiteY1" fmla="*/ 0 h 11546"/>
                <a:gd name="connsiteX2" fmla="*/ 346513 w 346512"/>
                <a:gd name="connsiteY2" fmla="*/ 11547 h 11546"/>
                <a:gd name="connsiteX3" fmla="*/ 0 w 346512"/>
                <a:gd name="connsiteY3" fmla="*/ 11547 h 11546"/>
              </a:gdLst>
              <a:ahLst/>
              <a:cxnLst>
                <a:cxn ang="0">
                  <a:pos x="connsiteX0" y="connsiteY0"/>
                </a:cxn>
                <a:cxn ang="0">
                  <a:pos x="connsiteX1" y="connsiteY1"/>
                </a:cxn>
                <a:cxn ang="0">
                  <a:pos x="connsiteX2" y="connsiteY2"/>
                </a:cxn>
                <a:cxn ang="0">
                  <a:pos x="connsiteX3" y="connsiteY3"/>
                </a:cxn>
              </a:cxnLst>
              <a:rect l="l" t="t" r="r" b="b"/>
              <a:pathLst>
                <a:path w="346512" h="11546">
                  <a:moveTo>
                    <a:pt x="0" y="0"/>
                  </a:moveTo>
                  <a:lnTo>
                    <a:pt x="346513" y="0"/>
                  </a:lnTo>
                  <a:lnTo>
                    <a:pt x="346513" y="11547"/>
                  </a:lnTo>
                  <a:lnTo>
                    <a:pt x="0" y="1154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4" name="Freeform: Shape 103">
              <a:extLst>
                <a:ext uri="{FF2B5EF4-FFF2-40B4-BE49-F238E27FC236}">
                  <a16:creationId xmlns:a16="http://schemas.microsoft.com/office/drawing/2014/main" id="{5001B319-683D-D079-222B-63CBAD1BE897}"/>
                </a:ext>
              </a:extLst>
            </p:cNvPr>
            <p:cNvSpPr/>
            <p:nvPr>
              <p:custDataLst>
                <p:tags r:id="rId63"/>
              </p:custDataLst>
            </p:nvPr>
          </p:nvSpPr>
          <p:spPr>
            <a:xfrm>
              <a:off x="8918915" y="7422240"/>
              <a:ext cx="172026" cy="169810"/>
            </a:xfrm>
            <a:custGeom>
              <a:avLst/>
              <a:gdLst>
                <a:gd name="connsiteX0" fmla="*/ 68948 w 172026"/>
                <a:gd name="connsiteY0" fmla="*/ 151197 h 169810"/>
                <a:gd name="connsiteX1" fmla="*/ 29708 w 172026"/>
                <a:gd name="connsiteY1" fmla="*/ 85310 h 169810"/>
                <a:gd name="connsiteX2" fmla="*/ 26380 w 172026"/>
                <a:gd name="connsiteY2" fmla="*/ 82254 h 169810"/>
                <a:gd name="connsiteX3" fmla="*/ 19548 w 172026"/>
                <a:gd name="connsiteY3" fmla="*/ 85650 h 169810"/>
                <a:gd name="connsiteX4" fmla="*/ 2555 w 172026"/>
                <a:gd name="connsiteY4" fmla="*/ 95159 h 169810"/>
                <a:gd name="connsiteX5" fmla="*/ 103 w 172026"/>
                <a:gd name="connsiteY5" fmla="*/ 98216 h 169810"/>
                <a:gd name="connsiteX6" fmla="*/ 3081 w 172026"/>
                <a:gd name="connsiteY6" fmla="*/ 101103 h 169810"/>
                <a:gd name="connsiteX7" fmla="*/ 10088 w 172026"/>
                <a:gd name="connsiteY7" fmla="*/ 97707 h 169810"/>
                <a:gd name="connsiteX8" fmla="*/ 16920 w 172026"/>
                <a:gd name="connsiteY8" fmla="*/ 93801 h 169810"/>
                <a:gd name="connsiteX9" fmla="*/ 60540 w 172026"/>
                <a:gd name="connsiteY9" fmla="*/ 166989 h 169810"/>
                <a:gd name="connsiteX10" fmla="*/ 64919 w 172026"/>
                <a:gd name="connsiteY10" fmla="*/ 169876 h 169810"/>
                <a:gd name="connsiteX11" fmla="*/ 70525 w 172026"/>
                <a:gd name="connsiteY11" fmla="*/ 166650 h 169810"/>
                <a:gd name="connsiteX12" fmla="*/ 170377 w 172026"/>
                <a:gd name="connsiteY12" fmla="*/ 8726 h 169810"/>
                <a:gd name="connsiteX13" fmla="*/ 172129 w 172026"/>
                <a:gd name="connsiteY13" fmla="*/ 4820 h 169810"/>
                <a:gd name="connsiteX14" fmla="*/ 167224 w 172026"/>
                <a:gd name="connsiteY14" fmla="*/ 66 h 169810"/>
                <a:gd name="connsiteX15" fmla="*/ 162319 w 172026"/>
                <a:gd name="connsiteY15" fmla="*/ 3462 h 169810"/>
                <a:gd name="connsiteX16" fmla="*/ 68948 w 172026"/>
                <a:gd name="connsiteY16" fmla="*/ 151197 h 16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2026" h="169810">
                  <a:moveTo>
                    <a:pt x="68948" y="151197"/>
                  </a:moveTo>
                  <a:lnTo>
                    <a:pt x="29708" y="85310"/>
                  </a:lnTo>
                  <a:cubicBezTo>
                    <a:pt x="28307" y="82933"/>
                    <a:pt x="27956" y="82254"/>
                    <a:pt x="26380" y="82254"/>
                  </a:cubicBezTo>
                  <a:cubicBezTo>
                    <a:pt x="25504" y="82254"/>
                    <a:pt x="21825" y="84292"/>
                    <a:pt x="19548" y="85650"/>
                  </a:cubicBezTo>
                  <a:lnTo>
                    <a:pt x="2555" y="95159"/>
                  </a:lnTo>
                  <a:cubicBezTo>
                    <a:pt x="1329" y="95839"/>
                    <a:pt x="103" y="96688"/>
                    <a:pt x="103" y="98216"/>
                  </a:cubicBezTo>
                  <a:cubicBezTo>
                    <a:pt x="103" y="99744"/>
                    <a:pt x="1504" y="101103"/>
                    <a:pt x="3081" y="101103"/>
                  </a:cubicBezTo>
                  <a:cubicBezTo>
                    <a:pt x="3957" y="101103"/>
                    <a:pt x="7811" y="98895"/>
                    <a:pt x="10088" y="97707"/>
                  </a:cubicBezTo>
                  <a:lnTo>
                    <a:pt x="16920" y="93801"/>
                  </a:lnTo>
                  <a:lnTo>
                    <a:pt x="60540" y="166989"/>
                  </a:lnTo>
                  <a:cubicBezTo>
                    <a:pt x="62291" y="169706"/>
                    <a:pt x="62291" y="169876"/>
                    <a:pt x="64919" y="169876"/>
                  </a:cubicBezTo>
                  <a:cubicBezTo>
                    <a:pt x="68423" y="169876"/>
                    <a:pt x="69299" y="168518"/>
                    <a:pt x="70525" y="166650"/>
                  </a:cubicBezTo>
                  <a:lnTo>
                    <a:pt x="170377" y="8726"/>
                  </a:lnTo>
                  <a:cubicBezTo>
                    <a:pt x="172129" y="6179"/>
                    <a:pt x="172129" y="5839"/>
                    <a:pt x="172129" y="4820"/>
                  </a:cubicBezTo>
                  <a:cubicBezTo>
                    <a:pt x="172129" y="2273"/>
                    <a:pt x="169852" y="66"/>
                    <a:pt x="167224" y="66"/>
                  </a:cubicBezTo>
                  <a:cubicBezTo>
                    <a:pt x="164421" y="66"/>
                    <a:pt x="163195" y="2103"/>
                    <a:pt x="162319" y="3462"/>
                  </a:cubicBezTo>
                  <a:lnTo>
                    <a:pt x="68948" y="15119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5" name="Freeform: Shape 104">
              <a:extLst>
                <a:ext uri="{FF2B5EF4-FFF2-40B4-BE49-F238E27FC236}">
                  <a16:creationId xmlns:a16="http://schemas.microsoft.com/office/drawing/2014/main" id="{B171C510-2F14-56FC-41C7-4CA200895D72}"/>
                </a:ext>
              </a:extLst>
            </p:cNvPr>
            <p:cNvSpPr/>
            <p:nvPr>
              <p:custDataLst>
                <p:tags r:id="rId64"/>
              </p:custDataLst>
            </p:nvPr>
          </p:nvSpPr>
          <p:spPr>
            <a:xfrm>
              <a:off x="9085904" y="7422240"/>
              <a:ext cx="154298" cy="9509"/>
            </a:xfrm>
            <a:custGeom>
              <a:avLst/>
              <a:gdLst>
                <a:gd name="connsiteX0" fmla="*/ 0 w 154298"/>
                <a:gd name="connsiteY0" fmla="*/ 0 h 9509"/>
                <a:gd name="connsiteX1" fmla="*/ 154298 w 154298"/>
                <a:gd name="connsiteY1" fmla="*/ 0 h 9509"/>
                <a:gd name="connsiteX2" fmla="*/ 154298 w 154298"/>
                <a:gd name="connsiteY2" fmla="*/ 9509 h 9509"/>
                <a:gd name="connsiteX3" fmla="*/ 0 w 154298"/>
                <a:gd name="connsiteY3" fmla="*/ 9509 h 9509"/>
              </a:gdLst>
              <a:ahLst/>
              <a:cxnLst>
                <a:cxn ang="0">
                  <a:pos x="connsiteX0" y="connsiteY0"/>
                </a:cxn>
                <a:cxn ang="0">
                  <a:pos x="connsiteX1" y="connsiteY1"/>
                </a:cxn>
                <a:cxn ang="0">
                  <a:pos x="connsiteX2" y="connsiteY2"/>
                </a:cxn>
                <a:cxn ang="0">
                  <a:pos x="connsiteX3" y="connsiteY3"/>
                </a:cxn>
              </a:cxnLst>
              <a:rect l="l" t="t" r="r" b="b"/>
              <a:pathLst>
                <a:path w="154298" h="9509">
                  <a:moveTo>
                    <a:pt x="0" y="0"/>
                  </a:moveTo>
                  <a:lnTo>
                    <a:pt x="154298" y="0"/>
                  </a:lnTo>
                  <a:lnTo>
                    <a:pt x="154298" y="9509"/>
                  </a:lnTo>
                  <a:lnTo>
                    <a:pt x="0" y="9509"/>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6" name="Freeform: Shape 105">
              <a:extLst>
                <a:ext uri="{FF2B5EF4-FFF2-40B4-BE49-F238E27FC236}">
                  <a16:creationId xmlns:a16="http://schemas.microsoft.com/office/drawing/2014/main" id="{FCD97AED-3762-D2A4-659A-5D875E12AD7F}"/>
                </a:ext>
              </a:extLst>
            </p:cNvPr>
            <p:cNvSpPr/>
            <p:nvPr>
              <p:custDataLst>
                <p:tags r:id="rId65"/>
              </p:custDataLst>
            </p:nvPr>
          </p:nvSpPr>
          <p:spPr>
            <a:xfrm>
              <a:off x="9101845" y="7478555"/>
              <a:ext cx="122625" cy="76924"/>
            </a:xfrm>
            <a:custGeom>
              <a:avLst/>
              <a:gdLst>
                <a:gd name="connsiteX0" fmla="*/ 18327 w 122625"/>
                <a:gd name="connsiteY0" fmla="*/ 58484 h 76924"/>
                <a:gd name="connsiteX1" fmla="*/ 15349 w 122625"/>
                <a:gd name="connsiteY1" fmla="*/ 71050 h 76924"/>
                <a:gd name="connsiteX2" fmla="*/ 21830 w 122625"/>
                <a:gd name="connsiteY2" fmla="*/ 76993 h 76924"/>
                <a:gd name="connsiteX3" fmla="*/ 30239 w 122625"/>
                <a:gd name="connsiteY3" fmla="*/ 71390 h 76924"/>
                <a:gd name="connsiteX4" fmla="*/ 33567 w 122625"/>
                <a:gd name="connsiteY4" fmla="*/ 58144 h 76924"/>
                <a:gd name="connsiteX5" fmla="*/ 39874 w 122625"/>
                <a:gd name="connsiteY5" fmla="*/ 34201 h 76924"/>
                <a:gd name="connsiteX6" fmla="*/ 76136 w 122625"/>
                <a:gd name="connsiteY6" fmla="*/ 5843 h 76924"/>
                <a:gd name="connsiteX7" fmla="*/ 88399 w 122625"/>
                <a:gd name="connsiteY7" fmla="*/ 18069 h 76924"/>
                <a:gd name="connsiteX8" fmla="*/ 77012 w 122625"/>
                <a:gd name="connsiteY8" fmla="*/ 54918 h 76924"/>
                <a:gd name="connsiteX9" fmla="*/ 75260 w 122625"/>
                <a:gd name="connsiteY9" fmla="*/ 62050 h 76924"/>
                <a:gd name="connsiteX10" fmla="*/ 94355 w 122625"/>
                <a:gd name="connsiteY10" fmla="*/ 76993 h 76924"/>
                <a:gd name="connsiteX11" fmla="*/ 122734 w 122625"/>
                <a:gd name="connsiteY11" fmla="*/ 50673 h 76924"/>
                <a:gd name="connsiteX12" fmla="*/ 119055 w 122625"/>
                <a:gd name="connsiteY12" fmla="*/ 48295 h 76924"/>
                <a:gd name="connsiteX13" fmla="*/ 114851 w 122625"/>
                <a:gd name="connsiteY13" fmla="*/ 52201 h 76924"/>
                <a:gd name="connsiteX14" fmla="*/ 95056 w 122625"/>
                <a:gd name="connsiteY14" fmla="*/ 71220 h 76924"/>
                <a:gd name="connsiteX15" fmla="*/ 89800 w 122625"/>
                <a:gd name="connsiteY15" fmla="*/ 64767 h 76924"/>
                <a:gd name="connsiteX16" fmla="*/ 92077 w 122625"/>
                <a:gd name="connsiteY16" fmla="*/ 55767 h 76924"/>
                <a:gd name="connsiteX17" fmla="*/ 103114 w 122625"/>
                <a:gd name="connsiteY17" fmla="*/ 20277 h 76924"/>
                <a:gd name="connsiteX18" fmla="*/ 77187 w 122625"/>
                <a:gd name="connsiteY18" fmla="*/ 69 h 76924"/>
                <a:gd name="connsiteX19" fmla="*/ 44078 w 122625"/>
                <a:gd name="connsiteY19" fmla="*/ 16880 h 76924"/>
                <a:gd name="connsiteX20" fmla="*/ 22706 w 122625"/>
                <a:gd name="connsiteY20" fmla="*/ 69 h 76924"/>
                <a:gd name="connsiteX21" fmla="*/ 108 w 122625"/>
                <a:gd name="connsiteY21" fmla="*/ 26390 h 76924"/>
                <a:gd name="connsiteX22" fmla="*/ 3787 w 122625"/>
                <a:gd name="connsiteY22" fmla="*/ 28767 h 76924"/>
                <a:gd name="connsiteX23" fmla="*/ 7816 w 122625"/>
                <a:gd name="connsiteY23" fmla="*/ 25541 h 76924"/>
                <a:gd name="connsiteX24" fmla="*/ 21830 w 122625"/>
                <a:gd name="connsiteY24" fmla="*/ 5843 h 76924"/>
                <a:gd name="connsiteX25" fmla="*/ 29013 w 122625"/>
                <a:gd name="connsiteY25" fmla="*/ 14843 h 76924"/>
                <a:gd name="connsiteX26" fmla="*/ 26210 w 122625"/>
                <a:gd name="connsiteY26" fmla="*/ 28088 h 76924"/>
                <a:gd name="connsiteX27" fmla="*/ 22356 w 122625"/>
                <a:gd name="connsiteY27" fmla="*/ 43371 h 76924"/>
                <a:gd name="connsiteX28" fmla="*/ 18327 w 122625"/>
                <a:gd name="connsiteY28" fmla="*/ 58484 h 76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625" h="76924">
                  <a:moveTo>
                    <a:pt x="18327" y="58484"/>
                  </a:moveTo>
                  <a:cubicBezTo>
                    <a:pt x="17276" y="62729"/>
                    <a:pt x="15349" y="70201"/>
                    <a:pt x="15349" y="71050"/>
                  </a:cubicBezTo>
                  <a:cubicBezTo>
                    <a:pt x="15349" y="74786"/>
                    <a:pt x="18502" y="76993"/>
                    <a:pt x="21830" y="76993"/>
                  </a:cubicBezTo>
                  <a:cubicBezTo>
                    <a:pt x="24458" y="76993"/>
                    <a:pt x="28312" y="75635"/>
                    <a:pt x="30239" y="71390"/>
                  </a:cubicBezTo>
                  <a:cubicBezTo>
                    <a:pt x="30414" y="70540"/>
                    <a:pt x="32516" y="62559"/>
                    <a:pt x="33567" y="58144"/>
                  </a:cubicBezTo>
                  <a:cubicBezTo>
                    <a:pt x="39524" y="35220"/>
                    <a:pt x="39524" y="34880"/>
                    <a:pt x="39874" y="34201"/>
                  </a:cubicBezTo>
                  <a:cubicBezTo>
                    <a:pt x="42151" y="29616"/>
                    <a:pt x="54764" y="5843"/>
                    <a:pt x="76136" y="5843"/>
                  </a:cubicBezTo>
                  <a:cubicBezTo>
                    <a:pt x="84720" y="5843"/>
                    <a:pt x="88399" y="10428"/>
                    <a:pt x="88399" y="18069"/>
                  </a:cubicBezTo>
                  <a:cubicBezTo>
                    <a:pt x="88399" y="27748"/>
                    <a:pt x="81041" y="45239"/>
                    <a:pt x="77012" y="54918"/>
                  </a:cubicBezTo>
                  <a:cubicBezTo>
                    <a:pt x="76136" y="56956"/>
                    <a:pt x="75260" y="59163"/>
                    <a:pt x="75260" y="62050"/>
                  </a:cubicBezTo>
                  <a:cubicBezTo>
                    <a:pt x="75260" y="70880"/>
                    <a:pt x="84019" y="76993"/>
                    <a:pt x="94355" y="76993"/>
                  </a:cubicBezTo>
                  <a:cubicBezTo>
                    <a:pt x="113099" y="76993"/>
                    <a:pt x="122734" y="54918"/>
                    <a:pt x="122734" y="50673"/>
                  </a:cubicBezTo>
                  <a:cubicBezTo>
                    <a:pt x="122734" y="48295"/>
                    <a:pt x="119756" y="48295"/>
                    <a:pt x="119055" y="48295"/>
                  </a:cubicBezTo>
                  <a:cubicBezTo>
                    <a:pt x="116077" y="48295"/>
                    <a:pt x="115902" y="48975"/>
                    <a:pt x="114851" y="52201"/>
                  </a:cubicBezTo>
                  <a:cubicBezTo>
                    <a:pt x="111522" y="62390"/>
                    <a:pt x="103464" y="71220"/>
                    <a:pt x="95056" y="71220"/>
                  </a:cubicBezTo>
                  <a:cubicBezTo>
                    <a:pt x="91026" y="71220"/>
                    <a:pt x="89800" y="68503"/>
                    <a:pt x="89800" y="64767"/>
                  </a:cubicBezTo>
                  <a:cubicBezTo>
                    <a:pt x="89800" y="61201"/>
                    <a:pt x="90501" y="59503"/>
                    <a:pt x="92077" y="55767"/>
                  </a:cubicBezTo>
                  <a:cubicBezTo>
                    <a:pt x="95056" y="48975"/>
                    <a:pt x="103114" y="29616"/>
                    <a:pt x="103114" y="20277"/>
                  </a:cubicBezTo>
                  <a:cubicBezTo>
                    <a:pt x="103114" y="7711"/>
                    <a:pt x="93829" y="69"/>
                    <a:pt x="77187" y="69"/>
                  </a:cubicBezTo>
                  <a:cubicBezTo>
                    <a:pt x="61246" y="69"/>
                    <a:pt x="50210" y="9409"/>
                    <a:pt x="44078" y="16880"/>
                  </a:cubicBezTo>
                  <a:cubicBezTo>
                    <a:pt x="43202" y="2956"/>
                    <a:pt x="29188" y="69"/>
                    <a:pt x="22706" y="69"/>
                  </a:cubicBezTo>
                  <a:cubicBezTo>
                    <a:pt x="5188" y="69"/>
                    <a:pt x="108" y="26050"/>
                    <a:pt x="108" y="26390"/>
                  </a:cubicBezTo>
                  <a:cubicBezTo>
                    <a:pt x="108" y="28767"/>
                    <a:pt x="2911" y="28767"/>
                    <a:pt x="3787" y="28767"/>
                  </a:cubicBezTo>
                  <a:cubicBezTo>
                    <a:pt x="6765" y="28767"/>
                    <a:pt x="7115" y="27748"/>
                    <a:pt x="7816" y="25541"/>
                  </a:cubicBezTo>
                  <a:cubicBezTo>
                    <a:pt x="10444" y="15692"/>
                    <a:pt x="14473" y="5843"/>
                    <a:pt x="21830" y="5843"/>
                  </a:cubicBezTo>
                  <a:cubicBezTo>
                    <a:pt x="27786" y="5843"/>
                    <a:pt x="29013" y="11277"/>
                    <a:pt x="29013" y="14843"/>
                  </a:cubicBezTo>
                  <a:cubicBezTo>
                    <a:pt x="29013" y="17220"/>
                    <a:pt x="27261" y="23673"/>
                    <a:pt x="26210" y="28088"/>
                  </a:cubicBezTo>
                  <a:cubicBezTo>
                    <a:pt x="24984" y="32673"/>
                    <a:pt x="23232" y="39635"/>
                    <a:pt x="22356" y="43371"/>
                  </a:cubicBezTo>
                  <a:lnTo>
                    <a:pt x="18327" y="5848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130" name="TextBox 129">
            <a:extLst>
              <a:ext uri="{FF2B5EF4-FFF2-40B4-BE49-F238E27FC236}">
                <a16:creationId xmlns:a16="http://schemas.microsoft.com/office/drawing/2014/main" id="{66EAF965-774C-2BF6-E31E-E4894479B756}"/>
              </a:ext>
            </a:extLst>
          </p:cNvPr>
          <p:cNvSpPr txBox="1"/>
          <p:nvPr/>
        </p:nvSpPr>
        <p:spPr>
          <a:xfrm>
            <a:off x="1416942" y="4946149"/>
            <a:ext cx="497272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Bajo la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hipótesis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nula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la variable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aleatoria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distribuye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así</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a:t>
            </a:r>
          </a:p>
        </p:txBody>
      </p:sp>
      <p:grpSp>
        <p:nvGrpSpPr>
          <p:cNvPr id="177" name="Group 176">
            <a:extLst>
              <a:ext uri="{FF2B5EF4-FFF2-40B4-BE49-F238E27FC236}">
                <a16:creationId xmlns:a16="http://schemas.microsoft.com/office/drawing/2014/main" id="{774459FF-7E45-5164-1E5E-CE1E050977E5}"/>
              </a:ext>
            </a:extLst>
          </p:cNvPr>
          <p:cNvGrpSpPr>
            <a:grpSpLocks noChangeAspect="1"/>
          </p:cNvGrpSpPr>
          <p:nvPr>
            <p:custDataLst>
              <p:tags r:id="rId4"/>
            </p:custDataLst>
          </p:nvPr>
        </p:nvGrpSpPr>
        <p:grpSpPr>
          <a:xfrm>
            <a:off x="2483495" y="5352550"/>
            <a:ext cx="1421009" cy="223120"/>
            <a:chOff x="9698021" y="7540136"/>
            <a:chExt cx="2847125" cy="447041"/>
          </a:xfrm>
        </p:grpSpPr>
        <p:sp>
          <p:nvSpPr>
            <p:cNvPr id="158" name="Freeform: Shape 157">
              <a:extLst>
                <a:ext uri="{FF2B5EF4-FFF2-40B4-BE49-F238E27FC236}">
                  <a16:creationId xmlns:a16="http://schemas.microsoft.com/office/drawing/2014/main" id="{727890ED-FAE3-7013-6315-BFEF3B8C3710}"/>
                </a:ext>
              </a:extLst>
            </p:cNvPr>
            <p:cNvSpPr/>
            <p:nvPr>
              <p:custDataLst>
                <p:tags r:id="rId32"/>
              </p:custDataLst>
            </p:nvPr>
          </p:nvSpPr>
          <p:spPr>
            <a:xfrm>
              <a:off x="9698021" y="7664841"/>
              <a:ext cx="207339" cy="210671"/>
            </a:xfrm>
            <a:custGeom>
              <a:avLst/>
              <a:gdLst>
                <a:gd name="connsiteX0" fmla="*/ 122956 w 207339"/>
                <a:gd name="connsiteY0" fmla="*/ 21846 h 210671"/>
                <a:gd name="connsiteX1" fmla="*/ 129969 w 207339"/>
                <a:gd name="connsiteY1" fmla="*/ 10332 h 210671"/>
                <a:gd name="connsiteX2" fmla="*/ 149178 w 207339"/>
                <a:gd name="connsiteY2" fmla="*/ 9710 h 210671"/>
                <a:gd name="connsiteX3" fmla="*/ 193695 w 207339"/>
                <a:gd name="connsiteY3" fmla="*/ 35227 h 210671"/>
                <a:gd name="connsiteX4" fmla="*/ 191256 w 207339"/>
                <a:gd name="connsiteY4" fmla="*/ 60122 h 210671"/>
                <a:gd name="connsiteX5" fmla="*/ 190341 w 207339"/>
                <a:gd name="connsiteY5" fmla="*/ 66034 h 210671"/>
                <a:gd name="connsiteX6" fmla="*/ 194000 w 207339"/>
                <a:gd name="connsiteY6" fmla="*/ 70080 h 210671"/>
                <a:gd name="connsiteX7" fmla="*/ 198574 w 207339"/>
                <a:gd name="connsiteY7" fmla="*/ 62923 h 210671"/>
                <a:gd name="connsiteX8" fmla="*/ 206807 w 207339"/>
                <a:gd name="connsiteY8" fmla="*/ 8777 h 210671"/>
                <a:gd name="connsiteX9" fmla="*/ 207416 w 207339"/>
                <a:gd name="connsiteY9" fmla="*/ 3486 h 210671"/>
                <a:gd name="connsiteX10" fmla="*/ 199184 w 207339"/>
                <a:gd name="connsiteY10" fmla="*/ 63 h 210671"/>
                <a:gd name="connsiteX11" fmla="*/ 29958 w 207339"/>
                <a:gd name="connsiteY11" fmla="*/ 63 h 210671"/>
                <a:gd name="connsiteX12" fmla="*/ 20201 w 207339"/>
                <a:gd name="connsiteY12" fmla="*/ 6287 h 210671"/>
                <a:gd name="connsiteX13" fmla="*/ 1906 w 207339"/>
                <a:gd name="connsiteY13" fmla="*/ 61055 h 210671"/>
                <a:gd name="connsiteX14" fmla="*/ 77 w 207339"/>
                <a:gd name="connsiteY14" fmla="*/ 66657 h 210671"/>
                <a:gd name="connsiteX15" fmla="*/ 3736 w 207339"/>
                <a:gd name="connsiteY15" fmla="*/ 70080 h 210671"/>
                <a:gd name="connsiteX16" fmla="*/ 8919 w 207339"/>
                <a:gd name="connsiteY16" fmla="*/ 63545 h 210671"/>
                <a:gd name="connsiteX17" fmla="*/ 78439 w 207339"/>
                <a:gd name="connsiteY17" fmla="*/ 9710 h 210671"/>
                <a:gd name="connsiteX18" fmla="*/ 90330 w 207339"/>
                <a:gd name="connsiteY18" fmla="*/ 9710 h 210671"/>
                <a:gd name="connsiteX19" fmla="*/ 98868 w 207339"/>
                <a:gd name="connsiteY19" fmla="*/ 13444 h 210671"/>
                <a:gd name="connsiteX20" fmla="*/ 97648 w 207339"/>
                <a:gd name="connsiteY20" fmla="*/ 19979 h 210671"/>
                <a:gd name="connsiteX21" fmla="*/ 56790 w 207339"/>
                <a:gd name="connsiteY21" fmla="*/ 186151 h 210671"/>
                <a:gd name="connsiteX22" fmla="*/ 20506 w 207339"/>
                <a:gd name="connsiteY22" fmla="*/ 201088 h 210671"/>
                <a:gd name="connsiteX23" fmla="*/ 7699 w 207339"/>
                <a:gd name="connsiteY23" fmla="*/ 207001 h 210671"/>
                <a:gd name="connsiteX24" fmla="*/ 12883 w 207339"/>
                <a:gd name="connsiteY24" fmla="*/ 210735 h 210671"/>
                <a:gd name="connsiteX25" fmla="*/ 37886 w 207339"/>
                <a:gd name="connsiteY25" fmla="*/ 210112 h 210671"/>
                <a:gd name="connsiteX26" fmla="*/ 63803 w 207339"/>
                <a:gd name="connsiteY26" fmla="*/ 209801 h 210671"/>
                <a:gd name="connsiteX27" fmla="*/ 89111 w 207339"/>
                <a:gd name="connsiteY27" fmla="*/ 210112 h 210671"/>
                <a:gd name="connsiteX28" fmla="*/ 115638 w 207339"/>
                <a:gd name="connsiteY28" fmla="*/ 210735 h 210671"/>
                <a:gd name="connsiteX29" fmla="*/ 122346 w 207339"/>
                <a:gd name="connsiteY29" fmla="*/ 204511 h 210671"/>
                <a:gd name="connsiteX30" fmla="*/ 111979 w 207339"/>
                <a:gd name="connsiteY30" fmla="*/ 201088 h 210671"/>
                <a:gd name="connsiteX31" fmla="*/ 92465 w 207339"/>
                <a:gd name="connsiteY31" fmla="*/ 200466 h 210671"/>
                <a:gd name="connsiteX32" fmla="*/ 81183 w 207339"/>
                <a:gd name="connsiteY32" fmla="*/ 193620 h 210671"/>
                <a:gd name="connsiteX33" fmla="*/ 82403 w 207339"/>
                <a:gd name="connsiteY33" fmla="*/ 187085 h 210671"/>
                <a:gd name="connsiteX34" fmla="*/ 122956 w 207339"/>
                <a:gd name="connsiteY34" fmla="*/ 21846 h 21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07339" h="210671">
                  <a:moveTo>
                    <a:pt x="122956" y="21846"/>
                  </a:moveTo>
                  <a:cubicBezTo>
                    <a:pt x="125090" y="13133"/>
                    <a:pt x="126310" y="11266"/>
                    <a:pt x="129969" y="10332"/>
                  </a:cubicBezTo>
                  <a:cubicBezTo>
                    <a:pt x="132713" y="9710"/>
                    <a:pt x="142775" y="9710"/>
                    <a:pt x="149178" y="9710"/>
                  </a:cubicBezTo>
                  <a:cubicBezTo>
                    <a:pt x="179974" y="9710"/>
                    <a:pt x="193695" y="10955"/>
                    <a:pt x="193695" y="35227"/>
                  </a:cubicBezTo>
                  <a:cubicBezTo>
                    <a:pt x="193695" y="39895"/>
                    <a:pt x="192476" y="52031"/>
                    <a:pt x="191256" y="60122"/>
                  </a:cubicBezTo>
                  <a:cubicBezTo>
                    <a:pt x="190951" y="61367"/>
                    <a:pt x="190341" y="65101"/>
                    <a:pt x="190341" y="66034"/>
                  </a:cubicBezTo>
                  <a:cubicBezTo>
                    <a:pt x="190341" y="67901"/>
                    <a:pt x="191256" y="70080"/>
                    <a:pt x="194000" y="70080"/>
                  </a:cubicBezTo>
                  <a:cubicBezTo>
                    <a:pt x="197354" y="70080"/>
                    <a:pt x="197964" y="67590"/>
                    <a:pt x="198574" y="62923"/>
                  </a:cubicBezTo>
                  <a:lnTo>
                    <a:pt x="206807" y="8777"/>
                  </a:lnTo>
                  <a:cubicBezTo>
                    <a:pt x="207111" y="7532"/>
                    <a:pt x="207416" y="4420"/>
                    <a:pt x="207416" y="3486"/>
                  </a:cubicBezTo>
                  <a:cubicBezTo>
                    <a:pt x="207416" y="63"/>
                    <a:pt x="204367" y="63"/>
                    <a:pt x="199184" y="63"/>
                  </a:cubicBezTo>
                  <a:lnTo>
                    <a:pt x="29958" y="63"/>
                  </a:lnTo>
                  <a:cubicBezTo>
                    <a:pt x="22640" y="63"/>
                    <a:pt x="22335" y="375"/>
                    <a:pt x="20201" y="6287"/>
                  </a:cubicBezTo>
                  <a:lnTo>
                    <a:pt x="1906" y="61055"/>
                  </a:lnTo>
                  <a:cubicBezTo>
                    <a:pt x="1601" y="61678"/>
                    <a:pt x="77" y="66034"/>
                    <a:pt x="77" y="66657"/>
                  </a:cubicBezTo>
                  <a:cubicBezTo>
                    <a:pt x="77" y="68524"/>
                    <a:pt x="1601" y="70080"/>
                    <a:pt x="3736" y="70080"/>
                  </a:cubicBezTo>
                  <a:cubicBezTo>
                    <a:pt x="6785" y="70080"/>
                    <a:pt x="7090" y="68524"/>
                    <a:pt x="8919" y="63545"/>
                  </a:cubicBezTo>
                  <a:cubicBezTo>
                    <a:pt x="25384" y="15311"/>
                    <a:pt x="33312" y="9710"/>
                    <a:pt x="78439" y="9710"/>
                  </a:cubicBezTo>
                  <a:lnTo>
                    <a:pt x="90330" y="9710"/>
                  </a:lnTo>
                  <a:cubicBezTo>
                    <a:pt x="98868" y="9710"/>
                    <a:pt x="98868" y="10955"/>
                    <a:pt x="98868" y="13444"/>
                  </a:cubicBezTo>
                  <a:cubicBezTo>
                    <a:pt x="98868" y="15311"/>
                    <a:pt x="97953" y="19046"/>
                    <a:pt x="97648" y="19979"/>
                  </a:cubicBezTo>
                  <a:lnTo>
                    <a:pt x="56790" y="186151"/>
                  </a:lnTo>
                  <a:cubicBezTo>
                    <a:pt x="54046" y="197665"/>
                    <a:pt x="53131" y="201088"/>
                    <a:pt x="20506" y="201088"/>
                  </a:cubicBezTo>
                  <a:cubicBezTo>
                    <a:pt x="9529" y="201088"/>
                    <a:pt x="7699" y="201088"/>
                    <a:pt x="7699" y="207001"/>
                  </a:cubicBezTo>
                  <a:cubicBezTo>
                    <a:pt x="7699" y="210735"/>
                    <a:pt x="11054" y="210735"/>
                    <a:pt x="12883" y="210735"/>
                  </a:cubicBezTo>
                  <a:cubicBezTo>
                    <a:pt x="21116" y="210735"/>
                    <a:pt x="29653" y="210112"/>
                    <a:pt x="37886" y="210112"/>
                  </a:cubicBezTo>
                  <a:cubicBezTo>
                    <a:pt x="46423" y="210112"/>
                    <a:pt x="55266" y="209801"/>
                    <a:pt x="63803" y="209801"/>
                  </a:cubicBezTo>
                  <a:cubicBezTo>
                    <a:pt x="72341" y="209801"/>
                    <a:pt x="80878" y="210112"/>
                    <a:pt x="89111" y="210112"/>
                  </a:cubicBezTo>
                  <a:cubicBezTo>
                    <a:pt x="97953" y="210112"/>
                    <a:pt x="107101" y="210735"/>
                    <a:pt x="115638" y="210735"/>
                  </a:cubicBezTo>
                  <a:cubicBezTo>
                    <a:pt x="118687" y="210735"/>
                    <a:pt x="122346" y="210735"/>
                    <a:pt x="122346" y="204511"/>
                  </a:cubicBezTo>
                  <a:cubicBezTo>
                    <a:pt x="122346" y="201088"/>
                    <a:pt x="119907" y="201088"/>
                    <a:pt x="111979" y="201088"/>
                  </a:cubicBezTo>
                  <a:cubicBezTo>
                    <a:pt x="104356" y="201088"/>
                    <a:pt x="100393" y="201088"/>
                    <a:pt x="92465" y="200466"/>
                  </a:cubicBezTo>
                  <a:cubicBezTo>
                    <a:pt x="83622" y="199532"/>
                    <a:pt x="81183" y="198599"/>
                    <a:pt x="81183" y="193620"/>
                  </a:cubicBezTo>
                  <a:cubicBezTo>
                    <a:pt x="81183" y="193309"/>
                    <a:pt x="81183" y="191753"/>
                    <a:pt x="82403" y="187085"/>
                  </a:cubicBezTo>
                  <a:lnTo>
                    <a:pt x="122956" y="21846"/>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9" name="Freeform: Shape 158">
              <a:extLst>
                <a:ext uri="{FF2B5EF4-FFF2-40B4-BE49-F238E27FC236}">
                  <a16:creationId xmlns:a16="http://schemas.microsoft.com/office/drawing/2014/main" id="{B9D973A2-3D6E-BE56-838E-87679DDEDF33}"/>
                </a:ext>
              </a:extLst>
            </p:cNvPr>
            <p:cNvSpPr/>
            <p:nvPr>
              <p:custDataLst>
                <p:tags r:id="rId33"/>
              </p:custDataLst>
            </p:nvPr>
          </p:nvSpPr>
          <p:spPr>
            <a:xfrm>
              <a:off x="10013006" y="7761308"/>
              <a:ext cx="202766" cy="72817"/>
            </a:xfrm>
            <a:custGeom>
              <a:avLst/>
              <a:gdLst>
                <a:gd name="connsiteX0" fmla="*/ 192486 w 202766"/>
                <a:gd name="connsiteY0" fmla="*/ 12511 h 72817"/>
                <a:gd name="connsiteX1" fmla="*/ 202853 w 202766"/>
                <a:gd name="connsiteY1" fmla="*/ 6287 h 72817"/>
                <a:gd name="connsiteX2" fmla="*/ 192791 w 202766"/>
                <a:gd name="connsiteY2" fmla="*/ 63 h 72817"/>
                <a:gd name="connsiteX3" fmla="*/ 10149 w 202766"/>
                <a:gd name="connsiteY3" fmla="*/ 63 h 72817"/>
                <a:gd name="connsiteX4" fmla="*/ 87 w 202766"/>
                <a:gd name="connsiteY4" fmla="*/ 6287 h 72817"/>
                <a:gd name="connsiteX5" fmla="*/ 10454 w 202766"/>
                <a:gd name="connsiteY5" fmla="*/ 12511 h 72817"/>
                <a:gd name="connsiteX6" fmla="*/ 192486 w 202766"/>
                <a:gd name="connsiteY6" fmla="*/ 12511 h 72817"/>
                <a:gd name="connsiteX7" fmla="*/ 192791 w 202766"/>
                <a:gd name="connsiteY7" fmla="*/ 72880 h 72817"/>
                <a:gd name="connsiteX8" fmla="*/ 202853 w 202766"/>
                <a:gd name="connsiteY8" fmla="*/ 66657 h 72817"/>
                <a:gd name="connsiteX9" fmla="*/ 192486 w 202766"/>
                <a:gd name="connsiteY9" fmla="*/ 60433 h 72817"/>
                <a:gd name="connsiteX10" fmla="*/ 10454 w 202766"/>
                <a:gd name="connsiteY10" fmla="*/ 60433 h 72817"/>
                <a:gd name="connsiteX11" fmla="*/ 87 w 202766"/>
                <a:gd name="connsiteY11" fmla="*/ 66657 h 72817"/>
                <a:gd name="connsiteX12" fmla="*/ 10149 w 202766"/>
                <a:gd name="connsiteY12" fmla="*/ 72880 h 72817"/>
                <a:gd name="connsiteX13" fmla="*/ 192791 w 202766"/>
                <a:gd name="connsiteY13" fmla="*/ 72880 h 72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2766" h="72817">
                  <a:moveTo>
                    <a:pt x="192486" y="12511"/>
                  </a:moveTo>
                  <a:cubicBezTo>
                    <a:pt x="197059" y="12511"/>
                    <a:pt x="202853" y="12511"/>
                    <a:pt x="202853" y="6287"/>
                  </a:cubicBezTo>
                  <a:cubicBezTo>
                    <a:pt x="202853" y="63"/>
                    <a:pt x="197059" y="63"/>
                    <a:pt x="192791" y="63"/>
                  </a:cubicBezTo>
                  <a:lnTo>
                    <a:pt x="10149" y="63"/>
                  </a:lnTo>
                  <a:cubicBezTo>
                    <a:pt x="5880" y="63"/>
                    <a:pt x="87" y="63"/>
                    <a:pt x="87" y="6287"/>
                  </a:cubicBezTo>
                  <a:cubicBezTo>
                    <a:pt x="87" y="12511"/>
                    <a:pt x="5880" y="12511"/>
                    <a:pt x="10454" y="12511"/>
                  </a:cubicBezTo>
                  <a:lnTo>
                    <a:pt x="192486" y="12511"/>
                  </a:lnTo>
                  <a:close/>
                  <a:moveTo>
                    <a:pt x="192791" y="72880"/>
                  </a:moveTo>
                  <a:cubicBezTo>
                    <a:pt x="197059" y="72880"/>
                    <a:pt x="202853" y="72880"/>
                    <a:pt x="202853" y="66657"/>
                  </a:cubicBezTo>
                  <a:cubicBezTo>
                    <a:pt x="202853" y="60433"/>
                    <a:pt x="197059" y="60433"/>
                    <a:pt x="192486" y="60433"/>
                  </a:cubicBezTo>
                  <a:lnTo>
                    <a:pt x="10454" y="60433"/>
                  </a:lnTo>
                  <a:cubicBezTo>
                    <a:pt x="5880" y="60433"/>
                    <a:pt x="87" y="60433"/>
                    <a:pt x="87" y="66657"/>
                  </a:cubicBezTo>
                  <a:cubicBezTo>
                    <a:pt x="87" y="72880"/>
                    <a:pt x="5880" y="72880"/>
                    <a:pt x="10149" y="72880"/>
                  </a:cubicBezTo>
                  <a:lnTo>
                    <a:pt x="192791" y="72880"/>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0" name="Freeform: Shape 159">
              <a:extLst>
                <a:ext uri="{FF2B5EF4-FFF2-40B4-BE49-F238E27FC236}">
                  <a16:creationId xmlns:a16="http://schemas.microsoft.com/office/drawing/2014/main" id="{91E7EC4E-5F00-E509-436C-6004F68BB6E8}"/>
                </a:ext>
              </a:extLst>
            </p:cNvPr>
            <p:cNvSpPr/>
            <p:nvPr>
              <p:custDataLst>
                <p:tags r:id="rId34"/>
              </p:custDataLst>
            </p:nvPr>
          </p:nvSpPr>
          <p:spPr>
            <a:xfrm>
              <a:off x="10374433" y="7556785"/>
              <a:ext cx="185264" cy="217828"/>
            </a:xfrm>
            <a:custGeom>
              <a:avLst/>
              <a:gdLst>
                <a:gd name="connsiteX0" fmla="*/ 74588 w 185264"/>
                <a:gd name="connsiteY0" fmla="*/ 194139 h 217828"/>
                <a:gd name="connsiteX1" fmla="*/ 32754 w 185264"/>
                <a:gd name="connsiteY1" fmla="*/ 109404 h 217828"/>
                <a:gd name="connsiteX2" fmla="*/ 29339 w 185264"/>
                <a:gd name="connsiteY2" fmla="*/ 105918 h 217828"/>
                <a:gd name="connsiteX3" fmla="*/ 25924 w 185264"/>
                <a:gd name="connsiteY3" fmla="*/ 107661 h 217828"/>
                <a:gd name="connsiteX4" fmla="*/ 3087 w 185264"/>
                <a:gd name="connsiteY4" fmla="*/ 123127 h 217828"/>
                <a:gd name="connsiteX5" fmla="*/ 98 w 185264"/>
                <a:gd name="connsiteY5" fmla="*/ 126830 h 217828"/>
                <a:gd name="connsiteX6" fmla="*/ 3087 w 185264"/>
                <a:gd name="connsiteY6" fmla="*/ 129879 h 217828"/>
                <a:gd name="connsiteX7" fmla="*/ 7142 w 185264"/>
                <a:gd name="connsiteY7" fmla="*/ 127919 h 217828"/>
                <a:gd name="connsiteX8" fmla="*/ 18241 w 185264"/>
                <a:gd name="connsiteY8" fmla="*/ 120077 h 217828"/>
                <a:gd name="connsiteX9" fmla="*/ 64984 w 185264"/>
                <a:gd name="connsiteY9" fmla="*/ 214179 h 217828"/>
                <a:gd name="connsiteX10" fmla="*/ 69893 w 185264"/>
                <a:gd name="connsiteY10" fmla="*/ 217882 h 217828"/>
                <a:gd name="connsiteX11" fmla="*/ 76296 w 185264"/>
                <a:gd name="connsiteY11" fmla="*/ 213743 h 217828"/>
                <a:gd name="connsiteX12" fmla="*/ 183655 w 185264"/>
                <a:gd name="connsiteY12" fmla="*/ 9856 h 217828"/>
                <a:gd name="connsiteX13" fmla="*/ 185362 w 185264"/>
                <a:gd name="connsiteY13" fmla="*/ 5499 h 217828"/>
                <a:gd name="connsiteX14" fmla="*/ 180240 w 185264"/>
                <a:gd name="connsiteY14" fmla="*/ 54 h 217828"/>
                <a:gd name="connsiteX15" fmla="*/ 174691 w 185264"/>
                <a:gd name="connsiteY15" fmla="*/ 4628 h 217828"/>
                <a:gd name="connsiteX16" fmla="*/ 74588 w 185264"/>
                <a:gd name="connsiteY16" fmla="*/ 194139 h 217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5264" h="217828">
                  <a:moveTo>
                    <a:pt x="74588" y="194139"/>
                  </a:moveTo>
                  <a:lnTo>
                    <a:pt x="32754" y="109404"/>
                  </a:lnTo>
                  <a:cubicBezTo>
                    <a:pt x="31687" y="107225"/>
                    <a:pt x="31047" y="105918"/>
                    <a:pt x="29339" y="105918"/>
                  </a:cubicBezTo>
                  <a:cubicBezTo>
                    <a:pt x="28486" y="105918"/>
                    <a:pt x="28059" y="105918"/>
                    <a:pt x="25924" y="107661"/>
                  </a:cubicBezTo>
                  <a:lnTo>
                    <a:pt x="3087" y="123127"/>
                  </a:lnTo>
                  <a:cubicBezTo>
                    <a:pt x="98" y="125087"/>
                    <a:pt x="98" y="126176"/>
                    <a:pt x="98" y="126830"/>
                  </a:cubicBezTo>
                  <a:cubicBezTo>
                    <a:pt x="98" y="128137"/>
                    <a:pt x="1166" y="129879"/>
                    <a:pt x="3087" y="129879"/>
                  </a:cubicBezTo>
                  <a:cubicBezTo>
                    <a:pt x="3940" y="129879"/>
                    <a:pt x="4367" y="129879"/>
                    <a:pt x="7142" y="127919"/>
                  </a:cubicBezTo>
                  <a:cubicBezTo>
                    <a:pt x="9490" y="126176"/>
                    <a:pt x="15679" y="121820"/>
                    <a:pt x="18241" y="120077"/>
                  </a:cubicBezTo>
                  <a:lnTo>
                    <a:pt x="64984" y="214179"/>
                  </a:lnTo>
                  <a:cubicBezTo>
                    <a:pt x="66478" y="217447"/>
                    <a:pt x="66904" y="217882"/>
                    <a:pt x="69893" y="217882"/>
                  </a:cubicBezTo>
                  <a:cubicBezTo>
                    <a:pt x="71814" y="217882"/>
                    <a:pt x="74161" y="217882"/>
                    <a:pt x="76296" y="213743"/>
                  </a:cubicBezTo>
                  <a:lnTo>
                    <a:pt x="183655" y="9856"/>
                  </a:lnTo>
                  <a:cubicBezTo>
                    <a:pt x="185362" y="7024"/>
                    <a:pt x="185362" y="6588"/>
                    <a:pt x="185362" y="5499"/>
                  </a:cubicBezTo>
                  <a:cubicBezTo>
                    <a:pt x="185362" y="2014"/>
                    <a:pt x="182588" y="54"/>
                    <a:pt x="180240" y="54"/>
                  </a:cubicBezTo>
                  <a:cubicBezTo>
                    <a:pt x="177038" y="54"/>
                    <a:pt x="175971" y="2014"/>
                    <a:pt x="174691" y="4628"/>
                  </a:cubicBezTo>
                  <a:lnTo>
                    <a:pt x="74588" y="194139"/>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1" name="Freeform: Shape 160">
              <a:extLst>
                <a:ext uri="{FF2B5EF4-FFF2-40B4-BE49-F238E27FC236}">
                  <a16:creationId xmlns:a16="http://schemas.microsoft.com/office/drawing/2014/main" id="{C7DC8F40-B581-F32C-4B29-FBF4488BFA50}"/>
                </a:ext>
              </a:extLst>
            </p:cNvPr>
            <p:cNvSpPr/>
            <p:nvPr>
              <p:custDataLst>
                <p:tags r:id="rId35"/>
              </p:custDataLst>
            </p:nvPr>
          </p:nvSpPr>
          <p:spPr>
            <a:xfrm>
              <a:off x="10554680" y="7556879"/>
              <a:ext cx="150727" cy="10579"/>
            </a:xfrm>
            <a:custGeom>
              <a:avLst/>
              <a:gdLst>
                <a:gd name="connsiteX0" fmla="*/ 0 w 150727"/>
                <a:gd name="connsiteY0" fmla="*/ 0 h 10579"/>
                <a:gd name="connsiteX1" fmla="*/ 150728 w 150727"/>
                <a:gd name="connsiteY1" fmla="*/ 0 h 10579"/>
                <a:gd name="connsiteX2" fmla="*/ 150728 w 150727"/>
                <a:gd name="connsiteY2" fmla="*/ 10580 h 10579"/>
                <a:gd name="connsiteX3" fmla="*/ 0 w 150727"/>
                <a:gd name="connsiteY3" fmla="*/ 10580 h 10579"/>
              </a:gdLst>
              <a:ahLst/>
              <a:cxnLst>
                <a:cxn ang="0">
                  <a:pos x="connsiteX0" y="connsiteY0"/>
                </a:cxn>
                <a:cxn ang="0">
                  <a:pos x="connsiteX1" y="connsiteY1"/>
                </a:cxn>
                <a:cxn ang="0">
                  <a:pos x="connsiteX2" y="connsiteY2"/>
                </a:cxn>
                <a:cxn ang="0">
                  <a:pos x="connsiteX3" y="connsiteY3"/>
                </a:cxn>
              </a:cxnLst>
              <a:rect l="l" t="t" r="r" b="b"/>
              <a:pathLst>
                <a:path w="150727" h="10579">
                  <a:moveTo>
                    <a:pt x="0" y="0"/>
                  </a:moveTo>
                  <a:lnTo>
                    <a:pt x="150728" y="0"/>
                  </a:lnTo>
                  <a:lnTo>
                    <a:pt x="150728" y="10580"/>
                  </a:lnTo>
                  <a:lnTo>
                    <a:pt x="0" y="10580"/>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2" name="Freeform: Shape 161">
              <a:extLst>
                <a:ext uri="{FF2B5EF4-FFF2-40B4-BE49-F238E27FC236}">
                  <a16:creationId xmlns:a16="http://schemas.microsoft.com/office/drawing/2014/main" id="{91C397DC-9FB5-A218-BE10-23B7353C69BE}"/>
                </a:ext>
              </a:extLst>
            </p:cNvPr>
            <p:cNvSpPr/>
            <p:nvPr>
              <p:custDataLst>
                <p:tags r:id="rId36"/>
              </p:custDataLst>
            </p:nvPr>
          </p:nvSpPr>
          <p:spPr>
            <a:xfrm>
              <a:off x="10564712" y="7628527"/>
              <a:ext cx="130410" cy="98240"/>
            </a:xfrm>
            <a:custGeom>
              <a:avLst/>
              <a:gdLst>
                <a:gd name="connsiteX0" fmla="*/ 16113 w 130410"/>
                <a:gd name="connsiteY0" fmla="*/ 82398 h 98240"/>
                <a:gd name="connsiteX1" fmla="*/ 13978 w 130410"/>
                <a:gd name="connsiteY1" fmla="*/ 91329 h 98240"/>
                <a:gd name="connsiteX2" fmla="*/ 21235 w 130410"/>
                <a:gd name="connsiteY2" fmla="*/ 98299 h 98240"/>
                <a:gd name="connsiteX3" fmla="*/ 29559 w 130410"/>
                <a:gd name="connsiteY3" fmla="*/ 93507 h 98240"/>
                <a:gd name="connsiteX4" fmla="*/ 33401 w 130410"/>
                <a:gd name="connsiteY4" fmla="*/ 80002 h 98240"/>
                <a:gd name="connsiteX5" fmla="*/ 38097 w 130410"/>
                <a:gd name="connsiteY5" fmla="*/ 60397 h 98240"/>
                <a:gd name="connsiteX6" fmla="*/ 41725 w 130410"/>
                <a:gd name="connsiteY6" fmla="*/ 45803 h 98240"/>
                <a:gd name="connsiteX7" fmla="*/ 50690 w 130410"/>
                <a:gd name="connsiteY7" fmla="*/ 26198 h 98240"/>
                <a:gd name="connsiteX8" fmla="*/ 82705 w 130410"/>
                <a:gd name="connsiteY8" fmla="*/ 6158 h 98240"/>
                <a:gd name="connsiteX9" fmla="*/ 95298 w 130410"/>
                <a:gd name="connsiteY9" fmla="*/ 21406 h 98240"/>
                <a:gd name="connsiteX10" fmla="*/ 82705 w 130410"/>
                <a:gd name="connsiteY10" fmla="*/ 67803 h 98240"/>
                <a:gd name="connsiteX11" fmla="*/ 79504 w 130410"/>
                <a:gd name="connsiteY11" fmla="*/ 79566 h 98240"/>
                <a:gd name="connsiteX12" fmla="*/ 99780 w 130410"/>
                <a:gd name="connsiteY12" fmla="*/ 98299 h 98240"/>
                <a:gd name="connsiteX13" fmla="*/ 130515 w 130410"/>
                <a:gd name="connsiteY13" fmla="*/ 64972 h 98240"/>
                <a:gd name="connsiteX14" fmla="*/ 127100 w 130410"/>
                <a:gd name="connsiteY14" fmla="*/ 62140 h 98240"/>
                <a:gd name="connsiteX15" fmla="*/ 123045 w 130410"/>
                <a:gd name="connsiteY15" fmla="*/ 65843 h 98240"/>
                <a:gd name="connsiteX16" fmla="*/ 100421 w 130410"/>
                <a:gd name="connsiteY16" fmla="*/ 92200 h 98240"/>
                <a:gd name="connsiteX17" fmla="*/ 95085 w 130410"/>
                <a:gd name="connsiteY17" fmla="*/ 84576 h 98240"/>
                <a:gd name="connsiteX18" fmla="*/ 99994 w 130410"/>
                <a:gd name="connsiteY18" fmla="*/ 66932 h 98240"/>
                <a:gd name="connsiteX19" fmla="*/ 111306 w 130410"/>
                <a:gd name="connsiteY19" fmla="*/ 24891 h 98240"/>
                <a:gd name="connsiteX20" fmla="*/ 83559 w 130410"/>
                <a:gd name="connsiteY20" fmla="*/ 59 h 98240"/>
                <a:gd name="connsiteX21" fmla="*/ 47488 w 130410"/>
                <a:gd name="connsiteY21" fmla="*/ 19881 h 98240"/>
                <a:gd name="connsiteX22" fmla="*/ 24650 w 130410"/>
                <a:gd name="connsiteY22" fmla="*/ 59 h 98240"/>
                <a:gd name="connsiteX23" fmla="*/ 7789 w 130410"/>
                <a:gd name="connsiteY23" fmla="*/ 11821 h 98240"/>
                <a:gd name="connsiteX24" fmla="*/ 105 w 130410"/>
                <a:gd name="connsiteY24" fmla="*/ 33386 h 98240"/>
                <a:gd name="connsiteX25" fmla="*/ 3733 w 130410"/>
                <a:gd name="connsiteY25" fmla="*/ 36218 h 98240"/>
                <a:gd name="connsiteX26" fmla="*/ 8429 w 130410"/>
                <a:gd name="connsiteY26" fmla="*/ 29683 h 98240"/>
                <a:gd name="connsiteX27" fmla="*/ 24010 w 130410"/>
                <a:gd name="connsiteY27" fmla="*/ 6158 h 98240"/>
                <a:gd name="connsiteX28" fmla="*/ 31053 w 130410"/>
                <a:gd name="connsiteY28" fmla="*/ 16831 h 98240"/>
                <a:gd name="connsiteX29" fmla="*/ 27638 w 130410"/>
                <a:gd name="connsiteY29" fmla="*/ 34911 h 98240"/>
                <a:gd name="connsiteX30" fmla="*/ 22943 w 130410"/>
                <a:gd name="connsiteY30" fmla="*/ 54516 h 98240"/>
                <a:gd name="connsiteX31" fmla="*/ 16113 w 130410"/>
                <a:gd name="connsiteY31" fmla="*/ 82398 h 98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0410" h="98240">
                  <a:moveTo>
                    <a:pt x="16113" y="82398"/>
                  </a:moveTo>
                  <a:cubicBezTo>
                    <a:pt x="15259" y="85230"/>
                    <a:pt x="13978" y="90675"/>
                    <a:pt x="13978" y="91329"/>
                  </a:cubicBezTo>
                  <a:cubicBezTo>
                    <a:pt x="13978" y="96121"/>
                    <a:pt x="17820" y="98299"/>
                    <a:pt x="21235" y="98299"/>
                  </a:cubicBezTo>
                  <a:cubicBezTo>
                    <a:pt x="25077" y="98299"/>
                    <a:pt x="28492" y="95468"/>
                    <a:pt x="29559" y="93507"/>
                  </a:cubicBezTo>
                  <a:cubicBezTo>
                    <a:pt x="30627" y="91547"/>
                    <a:pt x="32334" y="84576"/>
                    <a:pt x="33401" y="80002"/>
                  </a:cubicBezTo>
                  <a:cubicBezTo>
                    <a:pt x="34468" y="75863"/>
                    <a:pt x="36816" y="65843"/>
                    <a:pt x="38097" y="60397"/>
                  </a:cubicBezTo>
                  <a:cubicBezTo>
                    <a:pt x="39378" y="55605"/>
                    <a:pt x="40658" y="50813"/>
                    <a:pt x="41725" y="45803"/>
                  </a:cubicBezTo>
                  <a:cubicBezTo>
                    <a:pt x="44073" y="36872"/>
                    <a:pt x="44500" y="35129"/>
                    <a:pt x="50690" y="26198"/>
                  </a:cubicBezTo>
                  <a:cubicBezTo>
                    <a:pt x="56666" y="17485"/>
                    <a:pt x="66698" y="6158"/>
                    <a:pt x="82705" y="6158"/>
                  </a:cubicBezTo>
                  <a:cubicBezTo>
                    <a:pt x="95085" y="6158"/>
                    <a:pt x="95298" y="17267"/>
                    <a:pt x="95298" y="21406"/>
                  </a:cubicBezTo>
                  <a:cubicBezTo>
                    <a:pt x="95298" y="34476"/>
                    <a:pt x="86120" y="58654"/>
                    <a:pt x="82705" y="67803"/>
                  </a:cubicBezTo>
                  <a:cubicBezTo>
                    <a:pt x="80358" y="73902"/>
                    <a:pt x="79504" y="75863"/>
                    <a:pt x="79504" y="79566"/>
                  </a:cubicBezTo>
                  <a:cubicBezTo>
                    <a:pt x="79504" y="91111"/>
                    <a:pt x="88895" y="98299"/>
                    <a:pt x="99780" y="98299"/>
                  </a:cubicBezTo>
                  <a:cubicBezTo>
                    <a:pt x="121124" y="98299"/>
                    <a:pt x="130515" y="68239"/>
                    <a:pt x="130515" y="64972"/>
                  </a:cubicBezTo>
                  <a:cubicBezTo>
                    <a:pt x="130515" y="62140"/>
                    <a:pt x="127741" y="62140"/>
                    <a:pt x="127100" y="62140"/>
                  </a:cubicBezTo>
                  <a:cubicBezTo>
                    <a:pt x="124112" y="62140"/>
                    <a:pt x="123899" y="63447"/>
                    <a:pt x="123045" y="65843"/>
                  </a:cubicBezTo>
                  <a:cubicBezTo>
                    <a:pt x="118136" y="83269"/>
                    <a:pt x="108958" y="92200"/>
                    <a:pt x="100421" y="92200"/>
                  </a:cubicBezTo>
                  <a:cubicBezTo>
                    <a:pt x="95939" y="92200"/>
                    <a:pt x="95085" y="89150"/>
                    <a:pt x="95085" y="84576"/>
                  </a:cubicBezTo>
                  <a:cubicBezTo>
                    <a:pt x="95085" y="79566"/>
                    <a:pt x="96152" y="76734"/>
                    <a:pt x="99994" y="66932"/>
                  </a:cubicBezTo>
                  <a:cubicBezTo>
                    <a:pt x="102555" y="60179"/>
                    <a:pt x="111306" y="37089"/>
                    <a:pt x="111306" y="24891"/>
                  </a:cubicBezTo>
                  <a:cubicBezTo>
                    <a:pt x="111306" y="3762"/>
                    <a:pt x="94871" y="59"/>
                    <a:pt x="83559" y="59"/>
                  </a:cubicBezTo>
                  <a:cubicBezTo>
                    <a:pt x="65844" y="59"/>
                    <a:pt x="53891" y="11168"/>
                    <a:pt x="47488" y="19881"/>
                  </a:cubicBezTo>
                  <a:cubicBezTo>
                    <a:pt x="45994" y="4851"/>
                    <a:pt x="33401" y="59"/>
                    <a:pt x="24650" y="59"/>
                  </a:cubicBezTo>
                  <a:cubicBezTo>
                    <a:pt x="15472" y="59"/>
                    <a:pt x="10563" y="6811"/>
                    <a:pt x="7789" y="11821"/>
                  </a:cubicBezTo>
                  <a:cubicBezTo>
                    <a:pt x="3093" y="19881"/>
                    <a:pt x="105" y="32297"/>
                    <a:pt x="105" y="33386"/>
                  </a:cubicBezTo>
                  <a:cubicBezTo>
                    <a:pt x="105" y="36218"/>
                    <a:pt x="3093" y="36218"/>
                    <a:pt x="3733" y="36218"/>
                  </a:cubicBezTo>
                  <a:cubicBezTo>
                    <a:pt x="6722" y="36218"/>
                    <a:pt x="6935" y="35565"/>
                    <a:pt x="8429" y="29683"/>
                  </a:cubicBezTo>
                  <a:cubicBezTo>
                    <a:pt x="11631" y="16831"/>
                    <a:pt x="15686" y="6158"/>
                    <a:pt x="24010" y="6158"/>
                  </a:cubicBezTo>
                  <a:cubicBezTo>
                    <a:pt x="29559" y="6158"/>
                    <a:pt x="31053" y="10950"/>
                    <a:pt x="31053" y="16831"/>
                  </a:cubicBezTo>
                  <a:cubicBezTo>
                    <a:pt x="31053" y="20970"/>
                    <a:pt x="29132" y="29030"/>
                    <a:pt x="27638" y="34911"/>
                  </a:cubicBezTo>
                  <a:cubicBezTo>
                    <a:pt x="26144" y="40793"/>
                    <a:pt x="24010" y="49723"/>
                    <a:pt x="22943" y="54516"/>
                  </a:cubicBezTo>
                  <a:lnTo>
                    <a:pt x="16113" y="8239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3" name="Freeform: Shape 162">
              <a:extLst>
                <a:ext uri="{FF2B5EF4-FFF2-40B4-BE49-F238E27FC236}">
                  <a16:creationId xmlns:a16="http://schemas.microsoft.com/office/drawing/2014/main" id="{C43196CF-564D-E310-1B27-4207289B6B9D}"/>
                </a:ext>
              </a:extLst>
            </p:cNvPr>
            <p:cNvSpPr/>
            <p:nvPr>
              <p:custDataLst>
                <p:tags r:id="rId37"/>
              </p:custDataLst>
            </p:nvPr>
          </p:nvSpPr>
          <p:spPr>
            <a:xfrm>
              <a:off x="10729953" y="7561218"/>
              <a:ext cx="55493" cy="217610"/>
            </a:xfrm>
            <a:custGeom>
              <a:avLst/>
              <a:gdLst>
                <a:gd name="connsiteX0" fmla="*/ 51335 w 55493"/>
                <a:gd name="connsiteY0" fmla="*/ 59 h 217610"/>
                <a:gd name="connsiteX1" fmla="*/ 110 w 55493"/>
                <a:gd name="connsiteY1" fmla="*/ 108755 h 217610"/>
                <a:gd name="connsiteX2" fmla="*/ 51335 w 55493"/>
                <a:gd name="connsiteY2" fmla="*/ 217669 h 217610"/>
                <a:gd name="connsiteX3" fmla="*/ 55604 w 55493"/>
                <a:gd name="connsiteY3" fmla="*/ 215055 h 217610"/>
                <a:gd name="connsiteX4" fmla="*/ 53469 w 55493"/>
                <a:gd name="connsiteY4" fmla="*/ 211788 h 217610"/>
                <a:gd name="connsiteX5" fmla="*/ 14624 w 55493"/>
                <a:gd name="connsiteY5" fmla="*/ 108973 h 217610"/>
                <a:gd name="connsiteX6" fmla="*/ 54110 w 55493"/>
                <a:gd name="connsiteY6" fmla="*/ 5286 h 217610"/>
                <a:gd name="connsiteX7" fmla="*/ 55604 w 55493"/>
                <a:gd name="connsiteY7" fmla="*/ 2673 h 217610"/>
                <a:gd name="connsiteX8" fmla="*/ 51335 w 55493"/>
                <a:gd name="connsiteY8" fmla="*/ 59 h 217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493" h="217610">
                  <a:moveTo>
                    <a:pt x="51335" y="59"/>
                  </a:moveTo>
                  <a:cubicBezTo>
                    <a:pt x="10782" y="29248"/>
                    <a:pt x="110" y="75427"/>
                    <a:pt x="110" y="108755"/>
                  </a:cubicBezTo>
                  <a:cubicBezTo>
                    <a:pt x="110" y="139469"/>
                    <a:pt x="9074" y="187173"/>
                    <a:pt x="51335" y="217669"/>
                  </a:cubicBezTo>
                  <a:cubicBezTo>
                    <a:pt x="53042" y="217669"/>
                    <a:pt x="55604" y="217669"/>
                    <a:pt x="55604" y="215055"/>
                  </a:cubicBezTo>
                  <a:cubicBezTo>
                    <a:pt x="55604" y="213748"/>
                    <a:pt x="54963" y="213313"/>
                    <a:pt x="53469" y="211788"/>
                  </a:cubicBezTo>
                  <a:cubicBezTo>
                    <a:pt x="25082" y="185649"/>
                    <a:pt x="14624" y="148618"/>
                    <a:pt x="14624" y="108973"/>
                  </a:cubicBezTo>
                  <a:cubicBezTo>
                    <a:pt x="14624" y="50159"/>
                    <a:pt x="36608" y="21406"/>
                    <a:pt x="54110" y="5286"/>
                  </a:cubicBezTo>
                  <a:cubicBezTo>
                    <a:pt x="54963" y="4415"/>
                    <a:pt x="55604" y="3762"/>
                    <a:pt x="55604" y="2673"/>
                  </a:cubicBezTo>
                  <a:cubicBezTo>
                    <a:pt x="55604" y="59"/>
                    <a:pt x="53042" y="59"/>
                    <a:pt x="51335" y="5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4" name="Freeform: Shape 163">
              <a:extLst>
                <a:ext uri="{FF2B5EF4-FFF2-40B4-BE49-F238E27FC236}">
                  <a16:creationId xmlns:a16="http://schemas.microsoft.com/office/drawing/2014/main" id="{C9BCFA72-602E-EBC7-2098-E8C8A39B84FA}"/>
                </a:ext>
              </a:extLst>
            </p:cNvPr>
            <p:cNvSpPr/>
            <p:nvPr>
              <p:custDataLst>
                <p:tags r:id="rId38"/>
              </p:custDataLst>
            </p:nvPr>
          </p:nvSpPr>
          <p:spPr>
            <a:xfrm>
              <a:off x="10855986" y="7540136"/>
              <a:ext cx="84948" cy="8277"/>
            </a:xfrm>
            <a:custGeom>
              <a:avLst/>
              <a:gdLst>
                <a:gd name="connsiteX0" fmla="*/ 85062 w 84948"/>
                <a:gd name="connsiteY0" fmla="*/ 8334 h 8277"/>
                <a:gd name="connsiteX1" fmla="*/ 85062 w 84948"/>
                <a:gd name="connsiteY1" fmla="*/ 57 h 8277"/>
                <a:gd name="connsiteX2" fmla="*/ 114 w 84948"/>
                <a:gd name="connsiteY2" fmla="*/ 57 h 8277"/>
                <a:gd name="connsiteX3" fmla="*/ 114 w 84948"/>
                <a:gd name="connsiteY3" fmla="*/ 8334 h 8277"/>
                <a:gd name="connsiteX4" fmla="*/ 85062 w 84948"/>
                <a:gd name="connsiteY4" fmla="*/ 8334 h 8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948" h="8277">
                  <a:moveTo>
                    <a:pt x="85062" y="8334"/>
                  </a:moveTo>
                  <a:lnTo>
                    <a:pt x="85062" y="57"/>
                  </a:lnTo>
                  <a:lnTo>
                    <a:pt x="114" y="57"/>
                  </a:lnTo>
                  <a:lnTo>
                    <a:pt x="114" y="8334"/>
                  </a:lnTo>
                  <a:lnTo>
                    <a:pt x="85062" y="833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5" name="Freeform: Shape 164">
              <a:extLst>
                <a:ext uri="{FF2B5EF4-FFF2-40B4-BE49-F238E27FC236}">
                  <a16:creationId xmlns:a16="http://schemas.microsoft.com/office/drawing/2014/main" id="{13B6D259-A890-82E5-648A-72A8FAD6190E}"/>
                </a:ext>
              </a:extLst>
            </p:cNvPr>
            <p:cNvSpPr/>
            <p:nvPr>
              <p:custDataLst>
                <p:tags r:id="rId39"/>
              </p:custDataLst>
            </p:nvPr>
          </p:nvSpPr>
          <p:spPr>
            <a:xfrm>
              <a:off x="10813073" y="7575812"/>
              <a:ext cx="169683" cy="148776"/>
            </a:xfrm>
            <a:custGeom>
              <a:avLst/>
              <a:gdLst>
                <a:gd name="connsiteX0" fmla="*/ 132444 w 169683"/>
                <a:gd name="connsiteY0" fmla="*/ 26198 h 148776"/>
                <a:gd name="connsiteX1" fmla="*/ 145464 w 169683"/>
                <a:gd name="connsiteY1" fmla="*/ 14653 h 148776"/>
                <a:gd name="connsiteX2" fmla="*/ 164887 w 169683"/>
                <a:gd name="connsiteY2" fmla="*/ 7900 h 148776"/>
                <a:gd name="connsiteX3" fmla="*/ 169796 w 169683"/>
                <a:gd name="connsiteY3" fmla="*/ 3108 h 148776"/>
                <a:gd name="connsiteX4" fmla="*/ 166808 w 169683"/>
                <a:gd name="connsiteY4" fmla="*/ 59 h 148776"/>
                <a:gd name="connsiteX5" fmla="*/ 149520 w 169683"/>
                <a:gd name="connsiteY5" fmla="*/ 930 h 148776"/>
                <a:gd name="connsiteX6" fmla="*/ 127322 w 169683"/>
                <a:gd name="connsiteY6" fmla="*/ 59 h 148776"/>
                <a:gd name="connsiteX7" fmla="*/ 123053 w 169683"/>
                <a:gd name="connsiteY7" fmla="*/ 4851 h 148776"/>
                <a:gd name="connsiteX8" fmla="*/ 126895 w 169683"/>
                <a:gd name="connsiteY8" fmla="*/ 7900 h 148776"/>
                <a:gd name="connsiteX9" fmla="*/ 133085 w 169683"/>
                <a:gd name="connsiteY9" fmla="*/ 12039 h 148776"/>
                <a:gd name="connsiteX10" fmla="*/ 130310 w 169683"/>
                <a:gd name="connsiteY10" fmla="*/ 17703 h 148776"/>
                <a:gd name="connsiteX11" fmla="*/ 126682 w 169683"/>
                <a:gd name="connsiteY11" fmla="*/ 22495 h 148776"/>
                <a:gd name="connsiteX12" fmla="*/ 73322 w 169683"/>
                <a:gd name="connsiteY12" fmla="*/ 79348 h 148776"/>
                <a:gd name="connsiteX13" fmla="*/ 45148 w 169683"/>
                <a:gd name="connsiteY13" fmla="*/ 15524 h 148776"/>
                <a:gd name="connsiteX14" fmla="*/ 43654 w 169683"/>
                <a:gd name="connsiteY14" fmla="*/ 11821 h 148776"/>
                <a:gd name="connsiteX15" fmla="*/ 55180 w 169683"/>
                <a:gd name="connsiteY15" fmla="*/ 7900 h 148776"/>
                <a:gd name="connsiteX16" fmla="*/ 60729 w 169683"/>
                <a:gd name="connsiteY16" fmla="*/ 3108 h 148776"/>
                <a:gd name="connsiteX17" fmla="*/ 57314 w 169683"/>
                <a:gd name="connsiteY17" fmla="*/ 59 h 148776"/>
                <a:gd name="connsiteX18" fmla="*/ 28714 w 169683"/>
                <a:gd name="connsiteY18" fmla="*/ 930 h 148776"/>
                <a:gd name="connsiteX19" fmla="*/ 4382 w 169683"/>
                <a:gd name="connsiteY19" fmla="*/ 59 h 148776"/>
                <a:gd name="connsiteX20" fmla="*/ 113 w 169683"/>
                <a:gd name="connsiteY20" fmla="*/ 4851 h 148776"/>
                <a:gd name="connsiteX21" fmla="*/ 5876 w 169683"/>
                <a:gd name="connsiteY21" fmla="*/ 7900 h 148776"/>
                <a:gd name="connsiteX22" fmla="*/ 21243 w 169683"/>
                <a:gd name="connsiteY22" fmla="*/ 14653 h 148776"/>
                <a:gd name="connsiteX23" fmla="*/ 54326 w 169683"/>
                <a:gd name="connsiteY23" fmla="*/ 89150 h 148776"/>
                <a:gd name="connsiteX24" fmla="*/ 44721 w 169683"/>
                <a:gd name="connsiteY24" fmla="*/ 129013 h 148776"/>
                <a:gd name="connsiteX25" fmla="*/ 25085 w 169683"/>
                <a:gd name="connsiteY25" fmla="*/ 140994 h 148776"/>
                <a:gd name="connsiteX26" fmla="*/ 18682 w 169683"/>
                <a:gd name="connsiteY26" fmla="*/ 145568 h 148776"/>
                <a:gd name="connsiteX27" fmla="*/ 22097 w 169683"/>
                <a:gd name="connsiteY27" fmla="*/ 148836 h 148776"/>
                <a:gd name="connsiteX28" fmla="*/ 35330 w 169683"/>
                <a:gd name="connsiteY28" fmla="*/ 148182 h 148776"/>
                <a:gd name="connsiteX29" fmla="*/ 49417 w 169683"/>
                <a:gd name="connsiteY29" fmla="*/ 147964 h 148776"/>
                <a:gd name="connsiteX30" fmla="*/ 63077 w 169683"/>
                <a:gd name="connsiteY30" fmla="*/ 148182 h 148776"/>
                <a:gd name="connsiteX31" fmla="*/ 77378 w 169683"/>
                <a:gd name="connsiteY31" fmla="*/ 148836 h 148776"/>
                <a:gd name="connsiteX32" fmla="*/ 82073 w 169683"/>
                <a:gd name="connsiteY32" fmla="*/ 144043 h 148776"/>
                <a:gd name="connsiteX33" fmla="*/ 74816 w 169683"/>
                <a:gd name="connsiteY33" fmla="*/ 140994 h 148776"/>
                <a:gd name="connsiteX34" fmla="*/ 66706 w 169683"/>
                <a:gd name="connsiteY34" fmla="*/ 140558 h 148776"/>
                <a:gd name="connsiteX35" fmla="*/ 62010 w 169683"/>
                <a:gd name="connsiteY35" fmla="*/ 137508 h 148776"/>
                <a:gd name="connsiteX36" fmla="*/ 66065 w 169683"/>
                <a:gd name="connsiteY36" fmla="*/ 119864 h 148776"/>
                <a:gd name="connsiteX37" fmla="*/ 72682 w 169683"/>
                <a:gd name="connsiteY37" fmla="*/ 93071 h 148776"/>
                <a:gd name="connsiteX38" fmla="*/ 75670 w 169683"/>
                <a:gd name="connsiteY38" fmla="*/ 87190 h 148776"/>
                <a:gd name="connsiteX39" fmla="*/ 132444 w 169683"/>
                <a:gd name="connsiteY39" fmla="*/ 26198 h 148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9683" h="148776">
                  <a:moveTo>
                    <a:pt x="132444" y="26198"/>
                  </a:moveTo>
                  <a:cubicBezTo>
                    <a:pt x="136500" y="21841"/>
                    <a:pt x="140769" y="17920"/>
                    <a:pt x="145464" y="14653"/>
                  </a:cubicBezTo>
                  <a:cubicBezTo>
                    <a:pt x="154215" y="8554"/>
                    <a:pt x="162112" y="8118"/>
                    <a:pt x="164887" y="7900"/>
                  </a:cubicBezTo>
                  <a:cubicBezTo>
                    <a:pt x="167235" y="7683"/>
                    <a:pt x="169796" y="7683"/>
                    <a:pt x="169796" y="3108"/>
                  </a:cubicBezTo>
                  <a:cubicBezTo>
                    <a:pt x="169796" y="1583"/>
                    <a:pt x="168515" y="59"/>
                    <a:pt x="166808" y="59"/>
                  </a:cubicBezTo>
                  <a:cubicBezTo>
                    <a:pt x="161472" y="59"/>
                    <a:pt x="155069" y="930"/>
                    <a:pt x="149520" y="930"/>
                  </a:cubicBezTo>
                  <a:cubicBezTo>
                    <a:pt x="142690" y="930"/>
                    <a:pt x="133725" y="59"/>
                    <a:pt x="127322" y="59"/>
                  </a:cubicBezTo>
                  <a:cubicBezTo>
                    <a:pt x="126255" y="59"/>
                    <a:pt x="123053" y="59"/>
                    <a:pt x="123053" y="4851"/>
                  </a:cubicBezTo>
                  <a:cubicBezTo>
                    <a:pt x="123053" y="7683"/>
                    <a:pt x="125828" y="7900"/>
                    <a:pt x="126895" y="7900"/>
                  </a:cubicBezTo>
                  <a:cubicBezTo>
                    <a:pt x="133085" y="8336"/>
                    <a:pt x="133085" y="10732"/>
                    <a:pt x="133085" y="12039"/>
                  </a:cubicBezTo>
                  <a:cubicBezTo>
                    <a:pt x="133085" y="14000"/>
                    <a:pt x="131804" y="15742"/>
                    <a:pt x="130310" y="17703"/>
                  </a:cubicBezTo>
                  <a:cubicBezTo>
                    <a:pt x="129029" y="19663"/>
                    <a:pt x="127962" y="21188"/>
                    <a:pt x="126682" y="22495"/>
                  </a:cubicBezTo>
                  <a:lnTo>
                    <a:pt x="73322" y="79348"/>
                  </a:lnTo>
                  <a:lnTo>
                    <a:pt x="45148" y="15524"/>
                  </a:lnTo>
                  <a:cubicBezTo>
                    <a:pt x="43654" y="12475"/>
                    <a:pt x="43654" y="12039"/>
                    <a:pt x="43654" y="11821"/>
                  </a:cubicBezTo>
                  <a:cubicBezTo>
                    <a:pt x="43654" y="7900"/>
                    <a:pt x="53899" y="7900"/>
                    <a:pt x="55180" y="7900"/>
                  </a:cubicBezTo>
                  <a:cubicBezTo>
                    <a:pt x="57955" y="7900"/>
                    <a:pt x="60729" y="7900"/>
                    <a:pt x="60729" y="3108"/>
                  </a:cubicBezTo>
                  <a:cubicBezTo>
                    <a:pt x="60729" y="2890"/>
                    <a:pt x="60729" y="59"/>
                    <a:pt x="57314" y="59"/>
                  </a:cubicBezTo>
                  <a:cubicBezTo>
                    <a:pt x="50911" y="59"/>
                    <a:pt x="35117" y="930"/>
                    <a:pt x="28714" y="930"/>
                  </a:cubicBezTo>
                  <a:cubicBezTo>
                    <a:pt x="23378" y="930"/>
                    <a:pt x="9718" y="59"/>
                    <a:pt x="4382" y="59"/>
                  </a:cubicBezTo>
                  <a:cubicBezTo>
                    <a:pt x="2674" y="59"/>
                    <a:pt x="113" y="712"/>
                    <a:pt x="113" y="4851"/>
                  </a:cubicBezTo>
                  <a:cubicBezTo>
                    <a:pt x="113" y="7900"/>
                    <a:pt x="2888" y="7900"/>
                    <a:pt x="5876" y="7900"/>
                  </a:cubicBezTo>
                  <a:cubicBezTo>
                    <a:pt x="18255" y="7900"/>
                    <a:pt x="19109" y="9861"/>
                    <a:pt x="21243" y="14653"/>
                  </a:cubicBezTo>
                  <a:lnTo>
                    <a:pt x="54326" y="89150"/>
                  </a:lnTo>
                  <a:lnTo>
                    <a:pt x="44721" y="129013"/>
                  </a:lnTo>
                  <a:cubicBezTo>
                    <a:pt x="41947" y="140122"/>
                    <a:pt x="41733" y="140776"/>
                    <a:pt x="25085" y="140994"/>
                  </a:cubicBezTo>
                  <a:cubicBezTo>
                    <a:pt x="21457" y="140994"/>
                    <a:pt x="18682" y="140994"/>
                    <a:pt x="18682" y="145568"/>
                  </a:cubicBezTo>
                  <a:cubicBezTo>
                    <a:pt x="18682" y="147746"/>
                    <a:pt x="20176" y="148836"/>
                    <a:pt x="22097" y="148836"/>
                  </a:cubicBezTo>
                  <a:cubicBezTo>
                    <a:pt x="26152" y="148836"/>
                    <a:pt x="31061" y="148182"/>
                    <a:pt x="35330" y="148182"/>
                  </a:cubicBezTo>
                  <a:cubicBezTo>
                    <a:pt x="39386" y="148182"/>
                    <a:pt x="45575" y="147964"/>
                    <a:pt x="49417" y="147964"/>
                  </a:cubicBezTo>
                  <a:cubicBezTo>
                    <a:pt x="53686" y="147964"/>
                    <a:pt x="58595" y="148182"/>
                    <a:pt x="63077" y="148182"/>
                  </a:cubicBezTo>
                  <a:cubicBezTo>
                    <a:pt x="67559" y="148182"/>
                    <a:pt x="72895" y="148836"/>
                    <a:pt x="77378" y="148836"/>
                  </a:cubicBezTo>
                  <a:cubicBezTo>
                    <a:pt x="78658" y="148836"/>
                    <a:pt x="82073" y="148836"/>
                    <a:pt x="82073" y="144043"/>
                  </a:cubicBezTo>
                  <a:cubicBezTo>
                    <a:pt x="82073" y="140994"/>
                    <a:pt x="79512" y="140994"/>
                    <a:pt x="74816" y="140994"/>
                  </a:cubicBezTo>
                  <a:cubicBezTo>
                    <a:pt x="71401" y="140994"/>
                    <a:pt x="70547" y="140994"/>
                    <a:pt x="66706" y="140558"/>
                  </a:cubicBezTo>
                  <a:cubicBezTo>
                    <a:pt x="62650" y="140122"/>
                    <a:pt x="62010" y="139687"/>
                    <a:pt x="62010" y="137508"/>
                  </a:cubicBezTo>
                  <a:cubicBezTo>
                    <a:pt x="62010" y="136201"/>
                    <a:pt x="64571" y="125746"/>
                    <a:pt x="66065" y="119864"/>
                  </a:cubicBezTo>
                  <a:cubicBezTo>
                    <a:pt x="67773" y="112894"/>
                    <a:pt x="72255" y="93943"/>
                    <a:pt x="72682" y="93071"/>
                  </a:cubicBezTo>
                  <a:cubicBezTo>
                    <a:pt x="73536" y="89804"/>
                    <a:pt x="73536" y="89368"/>
                    <a:pt x="75670" y="87190"/>
                  </a:cubicBezTo>
                  <a:lnTo>
                    <a:pt x="132444" y="2619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6" name="Freeform: Shape 165">
              <a:extLst>
                <a:ext uri="{FF2B5EF4-FFF2-40B4-BE49-F238E27FC236}">
                  <a16:creationId xmlns:a16="http://schemas.microsoft.com/office/drawing/2014/main" id="{DE3DB727-B248-919C-63D3-7242984DAD3C}"/>
                </a:ext>
              </a:extLst>
            </p:cNvPr>
            <p:cNvSpPr/>
            <p:nvPr>
              <p:custDataLst>
                <p:tags r:id="rId40"/>
              </p:custDataLst>
            </p:nvPr>
          </p:nvSpPr>
          <p:spPr>
            <a:xfrm>
              <a:off x="11019588" y="7664686"/>
              <a:ext cx="144283" cy="10673"/>
            </a:xfrm>
            <a:custGeom>
              <a:avLst/>
              <a:gdLst>
                <a:gd name="connsiteX0" fmla="*/ 135866 w 144283"/>
                <a:gd name="connsiteY0" fmla="*/ 10732 h 10673"/>
                <a:gd name="connsiteX1" fmla="*/ 144403 w 144283"/>
                <a:gd name="connsiteY1" fmla="*/ 5504 h 10673"/>
                <a:gd name="connsiteX2" fmla="*/ 135866 w 144283"/>
                <a:gd name="connsiteY2" fmla="*/ 59 h 10673"/>
                <a:gd name="connsiteX3" fmla="*/ 8657 w 144283"/>
                <a:gd name="connsiteY3" fmla="*/ 59 h 10673"/>
                <a:gd name="connsiteX4" fmla="*/ 119 w 144283"/>
                <a:gd name="connsiteY4" fmla="*/ 5286 h 10673"/>
                <a:gd name="connsiteX5" fmla="*/ 8657 w 144283"/>
                <a:gd name="connsiteY5" fmla="*/ 10732 h 10673"/>
                <a:gd name="connsiteX6" fmla="*/ 135866 w 144283"/>
                <a:gd name="connsiteY6" fmla="*/ 10732 h 1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283" h="10673">
                  <a:moveTo>
                    <a:pt x="135866" y="10732"/>
                  </a:moveTo>
                  <a:cubicBezTo>
                    <a:pt x="139281" y="10732"/>
                    <a:pt x="144403" y="10732"/>
                    <a:pt x="144403" y="5504"/>
                  </a:cubicBezTo>
                  <a:cubicBezTo>
                    <a:pt x="144403" y="59"/>
                    <a:pt x="139494" y="59"/>
                    <a:pt x="135866" y="59"/>
                  </a:cubicBezTo>
                  <a:lnTo>
                    <a:pt x="8657" y="59"/>
                  </a:lnTo>
                  <a:cubicBezTo>
                    <a:pt x="5242" y="59"/>
                    <a:pt x="119" y="59"/>
                    <a:pt x="119" y="5286"/>
                  </a:cubicBezTo>
                  <a:cubicBezTo>
                    <a:pt x="119" y="10732"/>
                    <a:pt x="5028" y="10732"/>
                    <a:pt x="8657" y="10732"/>
                  </a:cubicBezTo>
                  <a:lnTo>
                    <a:pt x="135866" y="10732"/>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7" name="Freeform: Shape 166">
              <a:extLst>
                <a:ext uri="{FF2B5EF4-FFF2-40B4-BE49-F238E27FC236}">
                  <a16:creationId xmlns:a16="http://schemas.microsoft.com/office/drawing/2014/main" id="{28115117-5916-2AED-2448-6727ABB0C59B}"/>
                </a:ext>
              </a:extLst>
            </p:cNvPr>
            <p:cNvSpPr/>
            <p:nvPr>
              <p:custDataLst>
                <p:tags r:id="rId41"/>
              </p:custDataLst>
            </p:nvPr>
          </p:nvSpPr>
          <p:spPr>
            <a:xfrm>
              <a:off x="11197779" y="7628527"/>
              <a:ext cx="127208" cy="142677"/>
            </a:xfrm>
            <a:custGeom>
              <a:avLst/>
              <a:gdLst>
                <a:gd name="connsiteX0" fmla="*/ 979 w 127208"/>
                <a:gd name="connsiteY0" fmla="*/ 131191 h 142677"/>
                <a:gd name="connsiteX1" fmla="*/ 126 w 127208"/>
                <a:gd name="connsiteY1" fmla="*/ 135766 h 142677"/>
                <a:gd name="connsiteX2" fmla="*/ 7382 w 127208"/>
                <a:gd name="connsiteY2" fmla="*/ 142736 h 142677"/>
                <a:gd name="connsiteX3" fmla="*/ 17628 w 127208"/>
                <a:gd name="connsiteY3" fmla="*/ 131845 h 142677"/>
                <a:gd name="connsiteX4" fmla="*/ 27446 w 127208"/>
                <a:gd name="connsiteY4" fmla="*/ 91982 h 142677"/>
                <a:gd name="connsiteX5" fmla="*/ 50284 w 127208"/>
                <a:gd name="connsiteY5" fmla="*/ 98299 h 142677"/>
                <a:gd name="connsiteX6" fmla="*/ 81019 w 127208"/>
                <a:gd name="connsiteY6" fmla="*/ 82616 h 142677"/>
                <a:gd name="connsiteX7" fmla="*/ 103003 w 127208"/>
                <a:gd name="connsiteY7" fmla="*/ 98299 h 142677"/>
                <a:gd name="connsiteX8" fmla="*/ 119864 w 127208"/>
                <a:gd name="connsiteY8" fmla="*/ 86754 h 142677"/>
                <a:gd name="connsiteX9" fmla="*/ 127335 w 127208"/>
                <a:gd name="connsiteY9" fmla="*/ 64972 h 142677"/>
                <a:gd name="connsiteX10" fmla="*/ 123920 w 127208"/>
                <a:gd name="connsiteY10" fmla="*/ 62140 h 142677"/>
                <a:gd name="connsiteX11" fmla="*/ 119224 w 127208"/>
                <a:gd name="connsiteY11" fmla="*/ 68892 h 142677"/>
                <a:gd name="connsiteX12" fmla="*/ 103643 w 127208"/>
                <a:gd name="connsiteY12" fmla="*/ 92200 h 142677"/>
                <a:gd name="connsiteX13" fmla="*/ 96600 w 127208"/>
                <a:gd name="connsiteY13" fmla="*/ 81526 h 142677"/>
                <a:gd name="connsiteX14" fmla="*/ 99801 w 127208"/>
                <a:gd name="connsiteY14" fmla="*/ 64318 h 142677"/>
                <a:gd name="connsiteX15" fmla="*/ 104497 w 127208"/>
                <a:gd name="connsiteY15" fmla="*/ 44713 h 142677"/>
                <a:gd name="connsiteX16" fmla="*/ 109406 w 127208"/>
                <a:gd name="connsiteY16" fmla="*/ 25327 h 142677"/>
                <a:gd name="connsiteX17" fmla="*/ 113034 w 127208"/>
                <a:gd name="connsiteY17" fmla="*/ 9207 h 142677"/>
                <a:gd name="connsiteX18" fmla="*/ 105991 w 127208"/>
                <a:gd name="connsiteY18" fmla="*/ 2237 h 142677"/>
                <a:gd name="connsiteX19" fmla="*/ 97240 w 127208"/>
                <a:gd name="connsiteY19" fmla="*/ 7465 h 142677"/>
                <a:gd name="connsiteX20" fmla="*/ 93825 w 127208"/>
                <a:gd name="connsiteY20" fmla="*/ 20099 h 142677"/>
                <a:gd name="connsiteX21" fmla="*/ 89343 w 127208"/>
                <a:gd name="connsiteY21" fmla="*/ 38179 h 142677"/>
                <a:gd name="connsiteX22" fmla="*/ 82726 w 127208"/>
                <a:gd name="connsiteY22" fmla="*/ 65407 h 142677"/>
                <a:gd name="connsiteX23" fmla="*/ 79311 w 127208"/>
                <a:gd name="connsiteY23" fmla="*/ 74120 h 142677"/>
                <a:gd name="connsiteX24" fmla="*/ 51137 w 127208"/>
                <a:gd name="connsiteY24" fmla="*/ 92200 h 142677"/>
                <a:gd name="connsiteX25" fmla="*/ 33635 w 127208"/>
                <a:gd name="connsiteY25" fmla="*/ 72813 h 142677"/>
                <a:gd name="connsiteX26" fmla="*/ 37264 w 127208"/>
                <a:gd name="connsiteY26" fmla="*/ 52555 h 142677"/>
                <a:gd name="connsiteX27" fmla="*/ 41959 w 127208"/>
                <a:gd name="connsiteY27" fmla="*/ 32951 h 142677"/>
                <a:gd name="connsiteX28" fmla="*/ 44948 w 127208"/>
                <a:gd name="connsiteY28" fmla="*/ 20752 h 142677"/>
                <a:gd name="connsiteX29" fmla="*/ 48149 w 127208"/>
                <a:gd name="connsiteY29" fmla="*/ 7029 h 142677"/>
                <a:gd name="connsiteX30" fmla="*/ 40892 w 127208"/>
                <a:gd name="connsiteY30" fmla="*/ 59 h 142677"/>
                <a:gd name="connsiteX31" fmla="*/ 30647 w 127208"/>
                <a:gd name="connsiteY31" fmla="*/ 10297 h 142677"/>
                <a:gd name="connsiteX32" fmla="*/ 979 w 127208"/>
                <a:gd name="connsiteY32" fmla="*/ 131191 h 142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7208" h="142677">
                  <a:moveTo>
                    <a:pt x="979" y="131191"/>
                  </a:moveTo>
                  <a:cubicBezTo>
                    <a:pt x="126" y="134459"/>
                    <a:pt x="126" y="135548"/>
                    <a:pt x="126" y="135766"/>
                  </a:cubicBezTo>
                  <a:cubicBezTo>
                    <a:pt x="126" y="140558"/>
                    <a:pt x="3968" y="142736"/>
                    <a:pt x="7382" y="142736"/>
                  </a:cubicBezTo>
                  <a:cubicBezTo>
                    <a:pt x="15066" y="142736"/>
                    <a:pt x="16774" y="135548"/>
                    <a:pt x="17628" y="131845"/>
                  </a:cubicBezTo>
                  <a:cubicBezTo>
                    <a:pt x="18054" y="130756"/>
                    <a:pt x="22323" y="113329"/>
                    <a:pt x="27446" y="91982"/>
                  </a:cubicBezTo>
                  <a:cubicBezTo>
                    <a:pt x="34062" y="96557"/>
                    <a:pt x="42600" y="98299"/>
                    <a:pt x="50284" y="98299"/>
                  </a:cubicBezTo>
                  <a:cubicBezTo>
                    <a:pt x="68639" y="98299"/>
                    <a:pt x="80592" y="83051"/>
                    <a:pt x="81019" y="82616"/>
                  </a:cubicBezTo>
                  <a:cubicBezTo>
                    <a:pt x="85074" y="97646"/>
                    <a:pt x="99801" y="98299"/>
                    <a:pt x="103003" y="98299"/>
                  </a:cubicBezTo>
                  <a:cubicBezTo>
                    <a:pt x="110686" y="98299"/>
                    <a:pt x="116022" y="93507"/>
                    <a:pt x="119864" y="86754"/>
                  </a:cubicBezTo>
                  <a:cubicBezTo>
                    <a:pt x="124560" y="78259"/>
                    <a:pt x="127335" y="65843"/>
                    <a:pt x="127335" y="64972"/>
                  </a:cubicBezTo>
                  <a:cubicBezTo>
                    <a:pt x="127335" y="62140"/>
                    <a:pt x="124560" y="62140"/>
                    <a:pt x="123920" y="62140"/>
                  </a:cubicBezTo>
                  <a:cubicBezTo>
                    <a:pt x="120931" y="62140"/>
                    <a:pt x="120718" y="63011"/>
                    <a:pt x="119224" y="68892"/>
                  </a:cubicBezTo>
                  <a:cubicBezTo>
                    <a:pt x="116663" y="79348"/>
                    <a:pt x="112607" y="92200"/>
                    <a:pt x="103643" y="92200"/>
                  </a:cubicBezTo>
                  <a:cubicBezTo>
                    <a:pt x="98094" y="92200"/>
                    <a:pt x="96600" y="87408"/>
                    <a:pt x="96600" y="81526"/>
                  </a:cubicBezTo>
                  <a:cubicBezTo>
                    <a:pt x="96600" y="77823"/>
                    <a:pt x="98307" y="69982"/>
                    <a:pt x="99801" y="64318"/>
                  </a:cubicBezTo>
                  <a:cubicBezTo>
                    <a:pt x="101295" y="58437"/>
                    <a:pt x="103430" y="49506"/>
                    <a:pt x="104497" y="44713"/>
                  </a:cubicBezTo>
                  <a:lnTo>
                    <a:pt x="109406" y="25327"/>
                  </a:lnTo>
                  <a:cubicBezTo>
                    <a:pt x="110686" y="19881"/>
                    <a:pt x="113034" y="10297"/>
                    <a:pt x="113034" y="9207"/>
                  </a:cubicBezTo>
                  <a:cubicBezTo>
                    <a:pt x="113034" y="4851"/>
                    <a:pt x="109619" y="2237"/>
                    <a:pt x="105991" y="2237"/>
                  </a:cubicBezTo>
                  <a:cubicBezTo>
                    <a:pt x="103643" y="2237"/>
                    <a:pt x="99588" y="3326"/>
                    <a:pt x="97240" y="7465"/>
                  </a:cubicBezTo>
                  <a:cubicBezTo>
                    <a:pt x="96600" y="8772"/>
                    <a:pt x="94892" y="15742"/>
                    <a:pt x="93825" y="20099"/>
                  </a:cubicBezTo>
                  <a:lnTo>
                    <a:pt x="89343" y="38179"/>
                  </a:lnTo>
                  <a:lnTo>
                    <a:pt x="82726" y="65407"/>
                  </a:lnTo>
                  <a:cubicBezTo>
                    <a:pt x="81232" y="70853"/>
                    <a:pt x="81232" y="71289"/>
                    <a:pt x="79311" y="74120"/>
                  </a:cubicBezTo>
                  <a:cubicBezTo>
                    <a:pt x="72695" y="83705"/>
                    <a:pt x="63303" y="92200"/>
                    <a:pt x="51137" y="92200"/>
                  </a:cubicBezTo>
                  <a:cubicBezTo>
                    <a:pt x="33635" y="92200"/>
                    <a:pt x="33635" y="76734"/>
                    <a:pt x="33635" y="72813"/>
                  </a:cubicBezTo>
                  <a:cubicBezTo>
                    <a:pt x="33635" y="67150"/>
                    <a:pt x="34276" y="64318"/>
                    <a:pt x="37264" y="52555"/>
                  </a:cubicBezTo>
                  <a:cubicBezTo>
                    <a:pt x="39398" y="42971"/>
                    <a:pt x="39825" y="41446"/>
                    <a:pt x="41959" y="32951"/>
                  </a:cubicBezTo>
                  <a:lnTo>
                    <a:pt x="44948" y="20752"/>
                  </a:lnTo>
                  <a:cubicBezTo>
                    <a:pt x="46015" y="16178"/>
                    <a:pt x="48149" y="7900"/>
                    <a:pt x="48149" y="7029"/>
                  </a:cubicBezTo>
                  <a:cubicBezTo>
                    <a:pt x="48149" y="3108"/>
                    <a:pt x="45161" y="59"/>
                    <a:pt x="40892" y="59"/>
                  </a:cubicBezTo>
                  <a:cubicBezTo>
                    <a:pt x="33208" y="59"/>
                    <a:pt x="31288" y="7683"/>
                    <a:pt x="30647" y="10297"/>
                  </a:cubicBezTo>
                  <a:lnTo>
                    <a:pt x="979" y="131191"/>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8" name="Freeform: Shape 167">
              <a:extLst>
                <a:ext uri="{FF2B5EF4-FFF2-40B4-BE49-F238E27FC236}">
                  <a16:creationId xmlns:a16="http://schemas.microsoft.com/office/drawing/2014/main" id="{752F34AD-5E4E-24FA-EDC1-8B192942D917}"/>
                </a:ext>
              </a:extLst>
            </p:cNvPr>
            <p:cNvSpPr/>
            <p:nvPr>
              <p:custDataLst>
                <p:tags r:id="rId42"/>
              </p:custDataLst>
            </p:nvPr>
          </p:nvSpPr>
          <p:spPr>
            <a:xfrm>
              <a:off x="11347409" y="7652083"/>
              <a:ext cx="79581" cy="107047"/>
            </a:xfrm>
            <a:custGeom>
              <a:avLst/>
              <a:gdLst>
                <a:gd name="connsiteX0" fmla="*/ 79712 w 79581"/>
                <a:gd name="connsiteY0" fmla="*/ 53894 h 107047"/>
                <a:gd name="connsiteX1" fmla="*/ 39921 w 79581"/>
                <a:gd name="connsiteY1" fmla="*/ 60 h 107047"/>
                <a:gd name="connsiteX2" fmla="*/ 130 w 79581"/>
                <a:gd name="connsiteY2" fmla="*/ 53894 h 107047"/>
                <a:gd name="connsiteX3" fmla="*/ 39921 w 79581"/>
                <a:gd name="connsiteY3" fmla="*/ 107107 h 107047"/>
                <a:gd name="connsiteX4" fmla="*/ 79712 w 79581"/>
                <a:gd name="connsiteY4" fmla="*/ 53894 h 107047"/>
                <a:gd name="connsiteX5" fmla="*/ 39921 w 79581"/>
                <a:gd name="connsiteY5" fmla="*/ 101972 h 107047"/>
                <a:gd name="connsiteX6" fmla="*/ 17663 w 79581"/>
                <a:gd name="connsiteY6" fmla="*/ 84235 h 107047"/>
                <a:gd name="connsiteX7" fmla="*/ 15376 w 79581"/>
                <a:gd name="connsiteY7" fmla="*/ 52027 h 107047"/>
                <a:gd name="connsiteX8" fmla="*/ 17815 w 79581"/>
                <a:gd name="connsiteY8" fmla="*/ 20909 h 107047"/>
                <a:gd name="connsiteX9" fmla="*/ 39921 w 79581"/>
                <a:gd name="connsiteY9" fmla="*/ 5194 h 107047"/>
                <a:gd name="connsiteX10" fmla="*/ 62332 w 79581"/>
                <a:gd name="connsiteY10" fmla="*/ 21998 h 107047"/>
                <a:gd name="connsiteX11" fmla="*/ 64467 w 79581"/>
                <a:gd name="connsiteY11" fmla="*/ 52027 h 107047"/>
                <a:gd name="connsiteX12" fmla="*/ 62180 w 79581"/>
                <a:gd name="connsiteY12" fmla="*/ 84546 h 107047"/>
                <a:gd name="connsiteX13" fmla="*/ 39921 w 79581"/>
                <a:gd name="connsiteY13" fmla="*/ 101972 h 107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9581" h="107047">
                  <a:moveTo>
                    <a:pt x="79712" y="53894"/>
                  </a:moveTo>
                  <a:cubicBezTo>
                    <a:pt x="79712" y="42692"/>
                    <a:pt x="79712" y="60"/>
                    <a:pt x="39921" y="60"/>
                  </a:cubicBezTo>
                  <a:cubicBezTo>
                    <a:pt x="130" y="60"/>
                    <a:pt x="130" y="42692"/>
                    <a:pt x="130" y="53894"/>
                  </a:cubicBezTo>
                  <a:cubicBezTo>
                    <a:pt x="130" y="65253"/>
                    <a:pt x="130" y="107107"/>
                    <a:pt x="39921" y="107107"/>
                  </a:cubicBezTo>
                  <a:cubicBezTo>
                    <a:pt x="79712" y="107107"/>
                    <a:pt x="79712" y="65253"/>
                    <a:pt x="79712" y="53894"/>
                  </a:cubicBezTo>
                  <a:close/>
                  <a:moveTo>
                    <a:pt x="39921" y="101972"/>
                  </a:moveTo>
                  <a:cubicBezTo>
                    <a:pt x="34281" y="101972"/>
                    <a:pt x="21474" y="99950"/>
                    <a:pt x="17663" y="84235"/>
                  </a:cubicBezTo>
                  <a:cubicBezTo>
                    <a:pt x="15528" y="75833"/>
                    <a:pt x="15376" y="64786"/>
                    <a:pt x="15376" y="52027"/>
                  </a:cubicBezTo>
                  <a:cubicBezTo>
                    <a:pt x="15376" y="40513"/>
                    <a:pt x="15376" y="29778"/>
                    <a:pt x="17815" y="20909"/>
                  </a:cubicBezTo>
                  <a:cubicBezTo>
                    <a:pt x="21627" y="7839"/>
                    <a:pt x="33366" y="5194"/>
                    <a:pt x="39921" y="5194"/>
                  </a:cubicBezTo>
                  <a:cubicBezTo>
                    <a:pt x="51203" y="5194"/>
                    <a:pt x="59283" y="11107"/>
                    <a:pt x="62332" y="21998"/>
                  </a:cubicBezTo>
                  <a:cubicBezTo>
                    <a:pt x="64467" y="29933"/>
                    <a:pt x="64467" y="42847"/>
                    <a:pt x="64467" y="52027"/>
                  </a:cubicBezTo>
                  <a:cubicBezTo>
                    <a:pt x="64467" y="62608"/>
                    <a:pt x="64467" y="75210"/>
                    <a:pt x="62180" y="84546"/>
                  </a:cubicBezTo>
                  <a:cubicBezTo>
                    <a:pt x="58216" y="99638"/>
                    <a:pt x="46020" y="101972"/>
                    <a:pt x="39921" y="101972"/>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9" name="Freeform: Shape 168">
              <a:extLst>
                <a:ext uri="{FF2B5EF4-FFF2-40B4-BE49-F238E27FC236}">
                  <a16:creationId xmlns:a16="http://schemas.microsoft.com/office/drawing/2014/main" id="{24F8A273-D833-0AD4-6526-41B0B9280061}"/>
                </a:ext>
              </a:extLst>
            </p:cNvPr>
            <p:cNvSpPr/>
            <p:nvPr>
              <p:custDataLst>
                <p:tags r:id="rId43"/>
              </p:custDataLst>
            </p:nvPr>
          </p:nvSpPr>
          <p:spPr>
            <a:xfrm>
              <a:off x="11469520" y="7561218"/>
              <a:ext cx="55280" cy="217610"/>
            </a:xfrm>
            <a:custGeom>
              <a:avLst/>
              <a:gdLst>
                <a:gd name="connsiteX0" fmla="*/ 4190 w 55280"/>
                <a:gd name="connsiteY0" fmla="*/ 59 h 217610"/>
                <a:gd name="connsiteX1" fmla="*/ 134 w 55280"/>
                <a:gd name="connsiteY1" fmla="*/ 2673 h 217610"/>
                <a:gd name="connsiteX2" fmla="*/ 2055 w 55280"/>
                <a:gd name="connsiteY2" fmla="*/ 5940 h 217610"/>
                <a:gd name="connsiteX3" fmla="*/ 40901 w 55280"/>
                <a:gd name="connsiteY3" fmla="*/ 108755 h 217610"/>
                <a:gd name="connsiteX4" fmla="*/ 3976 w 55280"/>
                <a:gd name="connsiteY4" fmla="*/ 210045 h 217610"/>
                <a:gd name="connsiteX5" fmla="*/ 134 w 55280"/>
                <a:gd name="connsiteY5" fmla="*/ 215055 h 217610"/>
                <a:gd name="connsiteX6" fmla="*/ 2909 w 55280"/>
                <a:gd name="connsiteY6" fmla="*/ 217669 h 217610"/>
                <a:gd name="connsiteX7" fmla="*/ 39834 w 55280"/>
                <a:gd name="connsiteY7" fmla="*/ 176064 h 217610"/>
                <a:gd name="connsiteX8" fmla="*/ 55415 w 55280"/>
                <a:gd name="connsiteY8" fmla="*/ 108973 h 217610"/>
                <a:gd name="connsiteX9" fmla="*/ 4190 w 55280"/>
                <a:gd name="connsiteY9" fmla="*/ 59 h 217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280" h="217610">
                  <a:moveTo>
                    <a:pt x="4190" y="59"/>
                  </a:moveTo>
                  <a:cubicBezTo>
                    <a:pt x="2696" y="59"/>
                    <a:pt x="134" y="59"/>
                    <a:pt x="134" y="2673"/>
                  </a:cubicBezTo>
                  <a:cubicBezTo>
                    <a:pt x="134" y="3762"/>
                    <a:pt x="775" y="4415"/>
                    <a:pt x="2055" y="5940"/>
                  </a:cubicBezTo>
                  <a:cubicBezTo>
                    <a:pt x="20411" y="23148"/>
                    <a:pt x="40901" y="52555"/>
                    <a:pt x="40901" y="108755"/>
                  </a:cubicBezTo>
                  <a:cubicBezTo>
                    <a:pt x="40901" y="154281"/>
                    <a:pt x="27028" y="188698"/>
                    <a:pt x="3976" y="210045"/>
                  </a:cubicBezTo>
                  <a:cubicBezTo>
                    <a:pt x="348" y="213748"/>
                    <a:pt x="134" y="213966"/>
                    <a:pt x="134" y="215055"/>
                  </a:cubicBezTo>
                  <a:cubicBezTo>
                    <a:pt x="134" y="216145"/>
                    <a:pt x="775" y="217669"/>
                    <a:pt x="2909" y="217669"/>
                  </a:cubicBezTo>
                  <a:cubicBezTo>
                    <a:pt x="5470" y="217669"/>
                    <a:pt x="25747" y="203293"/>
                    <a:pt x="39834" y="176064"/>
                  </a:cubicBezTo>
                  <a:cubicBezTo>
                    <a:pt x="49225" y="157984"/>
                    <a:pt x="55415" y="134459"/>
                    <a:pt x="55415" y="108973"/>
                  </a:cubicBezTo>
                  <a:cubicBezTo>
                    <a:pt x="55415" y="78259"/>
                    <a:pt x="46450" y="30555"/>
                    <a:pt x="4190" y="5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0" name="Freeform: Shape 169">
              <a:extLst>
                <a:ext uri="{FF2B5EF4-FFF2-40B4-BE49-F238E27FC236}">
                  <a16:creationId xmlns:a16="http://schemas.microsoft.com/office/drawing/2014/main" id="{429D176B-1771-040D-E08F-2C905DF3DD3E}"/>
                </a:ext>
              </a:extLst>
            </p:cNvPr>
            <p:cNvSpPr/>
            <p:nvPr>
              <p:custDataLst>
                <p:tags r:id="rId44"/>
              </p:custDataLst>
            </p:nvPr>
          </p:nvSpPr>
          <p:spPr>
            <a:xfrm>
              <a:off x="10354370" y="7791493"/>
              <a:ext cx="1195281" cy="12446"/>
            </a:xfrm>
            <a:custGeom>
              <a:avLst/>
              <a:gdLst>
                <a:gd name="connsiteX0" fmla="*/ 0 w 1195281"/>
                <a:gd name="connsiteY0" fmla="*/ 0 h 12446"/>
                <a:gd name="connsiteX1" fmla="*/ 1195281 w 1195281"/>
                <a:gd name="connsiteY1" fmla="*/ 0 h 12446"/>
                <a:gd name="connsiteX2" fmla="*/ 1195281 w 1195281"/>
                <a:gd name="connsiteY2" fmla="*/ 12447 h 12446"/>
                <a:gd name="connsiteX3" fmla="*/ 0 w 1195281"/>
                <a:gd name="connsiteY3" fmla="*/ 12447 h 12446"/>
              </a:gdLst>
              <a:ahLst/>
              <a:cxnLst>
                <a:cxn ang="0">
                  <a:pos x="connsiteX0" y="connsiteY0"/>
                </a:cxn>
                <a:cxn ang="0">
                  <a:pos x="connsiteX1" y="connsiteY1"/>
                </a:cxn>
                <a:cxn ang="0">
                  <a:pos x="connsiteX2" y="connsiteY2"/>
                </a:cxn>
                <a:cxn ang="0">
                  <a:pos x="connsiteX3" y="connsiteY3"/>
                </a:cxn>
              </a:cxnLst>
              <a:rect l="l" t="t" r="r" b="b"/>
              <a:pathLst>
                <a:path w="1195281" h="12446">
                  <a:moveTo>
                    <a:pt x="0" y="0"/>
                  </a:moveTo>
                  <a:lnTo>
                    <a:pt x="1195281" y="0"/>
                  </a:lnTo>
                  <a:lnTo>
                    <a:pt x="1195281" y="12447"/>
                  </a:lnTo>
                  <a:lnTo>
                    <a:pt x="0" y="1244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1" name="Freeform: Shape 170">
              <a:extLst>
                <a:ext uri="{FF2B5EF4-FFF2-40B4-BE49-F238E27FC236}">
                  <a16:creationId xmlns:a16="http://schemas.microsoft.com/office/drawing/2014/main" id="{7E7B17C9-5DC5-14B4-9860-70351DBADC12}"/>
                </a:ext>
              </a:extLst>
            </p:cNvPr>
            <p:cNvSpPr/>
            <p:nvPr>
              <p:custDataLst>
                <p:tags r:id="rId45"/>
              </p:custDataLst>
            </p:nvPr>
          </p:nvSpPr>
          <p:spPr>
            <a:xfrm>
              <a:off x="10887322" y="7829687"/>
              <a:ext cx="135533" cy="157490"/>
            </a:xfrm>
            <a:custGeom>
              <a:avLst/>
              <a:gdLst>
                <a:gd name="connsiteX0" fmla="*/ 135648 w 135533"/>
                <a:gd name="connsiteY0" fmla="*/ 2899 h 157490"/>
                <a:gd name="connsiteX1" fmla="*/ 132874 w 135533"/>
                <a:gd name="connsiteY1" fmla="*/ 67 h 157490"/>
                <a:gd name="connsiteX2" fmla="*/ 128605 w 135533"/>
                <a:gd name="connsiteY2" fmla="*/ 3116 h 157490"/>
                <a:gd name="connsiteX3" fmla="*/ 118146 w 135533"/>
                <a:gd name="connsiteY3" fmla="*/ 15533 h 157490"/>
                <a:gd name="connsiteX4" fmla="*/ 83569 w 135533"/>
                <a:gd name="connsiteY4" fmla="*/ 67 h 157490"/>
                <a:gd name="connsiteX5" fmla="*/ 26795 w 135533"/>
                <a:gd name="connsiteY5" fmla="*/ 49950 h 157490"/>
                <a:gd name="connsiteX6" fmla="*/ 33838 w 135533"/>
                <a:gd name="connsiteY6" fmla="*/ 69990 h 157490"/>
                <a:gd name="connsiteX7" fmla="*/ 63506 w 135533"/>
                <a:gd name="connsiteY7" fmla="*/ 84149 h 157490"/>
                <a:gd name="connsiteX8" fmla="*/ 81649 w 135533"/>
                <a:gd name="connsiteY8" fmla="*/ 88505 h 157490"/>
                <a:gd name="connsiteX9" fmla="*/ 101498 w 135533"/>
                <a:gd name="connsiteY9" fmla="*/ 111377 h 157490"/>
                <a:gd name="connsiteX10" fmla="*/ 59024 w 135533"/>
                <a:gd name="connsiteY10" fmla="*/ 149715 h 157490"/>
                <a:gd name="connsiteX11" fmla="*/ 17617 w 135533"/>
                <a:gd name="connsiteY11" fmla="*/ 118783 h 157490"/>
                <a:gd name="connsiteX12" fmla="*/ 18898 w 135533"/>
                <a:gd name="connsiteY12" fmla="*/ 107892 h 157490"/>
                <a:gd name="connsiteX13" fmla="*/ 19111 w 135533"/>
                <a:gd name="connsiteY13" fmla="*/ 106585 h 157490"/>
                <a:gd name="connsiteX14" fmla="*/ 15696 w 135533"/>
                <a:gd name="connsiteY14" fmla="*/ 103753 h 157490"/>
                <a:gd name="connsiteX15" fmla="*/ 11641 w 135533"/>
                <a:gd name="connsiteY15" fmla="*/ 108110 h 157490"/>
                <a:gd name="connsiteX16" fmla="*/ 756 w 135533"/>
                <a:gd name="connsiteY16" fmla="*/ 151676 h 157490"/>
                <a:gd name="connsiteX17" fmla="*/ 115 w 135533"/>
                <a:gd name="connsiteY17" fmla="*/ 154943 h 157490"/>
                <a:gd name="connsiteX18" fmla="*/ 3103 w 135533"/>
                <a:gd name="connsiteY18" fmla="*/ 157557 h 157490"/>
                <a:gd name="connsiteX19" fmla="*/ 7372 w 135533"/>
                <a:gd name="connsiteY19" fmla="*/ 154507 h 157490"/>
                <a:gd name="connsiteX20" fmla="*/ 17617 w 135533"/>
                <a:gd name="connsiteY20" fmla="*/ 142309 h 157490"/>
                <a:gd name="connsiteX21" fmla="*/ 58384 w 135533"/>
                <a:gd name="connsiteY21" fmla="*/ 157557 h 157490"/>
                <a:gd name="connsiteX22" fmla="*/ 116652 w 135533"/>
                <a:gd name="connsiteY22" fmla="*/ 103535 h 157490"/>
                <a:gd name="connsiteX23" fmla="*/ 108115 w 135533"/>
                <a:gd name="connsiteY23" fmla="*/ 80228 h 157490"/>
                <a:gd name="connsiteX24" fmla="*/ 69909 w 135533"/>
                <a:gd name="connsiteY24" fmla="*/ 64980 h 157490"/>
                <a:gd name="connsiteX25" fmla="*/ 56463 w 135533"/>
                <a:gd name="connsiteY25" fmla="*/ 61495 h 157490"/>
                <a:gd name="connsiteX26" fmla="*/ 42163 w 135533"/>
                <a:gd name="connsiteY26" fmla="*/ 41672 h 157490"/>
                <a:gd name="connsiteX27" fmla="*/ 83356 w 135533"/>
                <a:gd name="connsiteY27" fmla="*/ 7037 h 157490"/>
                <a:gd name="connsiteX28" fmla="*/ 117506 w 135533"/>
                <a:gd name="connsiteY28" fmla="*/ 41019 h 157490"/>
                <a:gd name="connsiteX29" fmla="*/ 116652 w 135533"/>
                <a:gd name="connsiteY29" fmla="*/ 50821 h 157490"/>
                <a:gd name="connsiteX30" fmla="*/ 120281 w 135533"/>
                <a:gd name="connsiteY30" fmla="*/ 53871 h 157490"/>
                <a:gd name="connsiteX31" fmla="*/ 124550 w 135533"/>
                <a:gd name="connsiteY31" fmla="*/ 49078 h 157490"/>
                <a:gd name="connsiteX32" fmla="*/ 135648 w 135533"/>
                <a:gd name="connsiteY32" fmla="*/ 2899 h 157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35533" h="157490">
                  <a:moveTo>
                    <a:pt x="135648" y="2899"/>
                  </a:moveTo>
                  <a:cubicBezTo>
                    <a:pt x="135648" y="1809"/>
                    <a:pt x="135008" y="67"/>
                    <a:pt x="132874" y="67"/>
                  </a:cubicBezTo>
                  <a:cubicBezTo>
                    <a:pt x="131593" y="67"/>
                    <a:pt x="131380" y="285"/>
                    <a:pt x="128605" y="3116"/>
                  </a:cubicBezTo>
                  <a:lnTo>
                    <a:pt x="118146" y="15533"/>
                  </a:lnTo>
                  <a:cubicBezTo>
                    <a:pt x="110036" y="3988"/>
                    <a:pt x="96589" y="67"/>
                    <a:pt x="83569" y="67"/>
                  </a:cubicBezTo>
                  <a:cubicBezTo>
                    <a:pt x="53475" y="67"/>
                    <a:pt x="26795" y="24899"/>
                    <a:pt x="26795" y="49950"/>
                  </a:cubicBezTo>
                  <a:cubicBezTo>
                    <a:pt x="26795" y="53217"/>
                    <a:pt x="27435" y="61930"/>
                    <a:pt x="33838" y="69990"/>
                  </a:cubicBezTo>
                  <a:cubicBezTo>
                    <a:pt x="41095" y="78703"/>
                    <a:pt x="48993" y="80663"/>
                    <a:pt x="63506" y="84149"/>
                  </a:cubicBezTo>
                  <a:cubicBezTo>
                    <a:pt x="67775" y="85238"/>
                    <a:pt x="78447" y="87634"/>
                    <a:pt x="81649" y="88505"/>
                  </a:cubicBezTo>
                  <a:cubicBezTo>
                    <a:pt x="88479" y="90248"/>
                    <a:pt x="101498" y="95040"/>
                    <a:pt x="101498" y="111377"/>
                  </a:cubicBezTo>
                  <a:cubicBezTo>
                    <a:pt x="101498" y="129021"/>
                    <a:pt x="83356" y="149715"/>
                    <a:pt x="59024" y="149715"/>
                  </a:cubicBezTo>
                  <a:cubicBezTo>
                    <a:pt x="40242" y="149715"/>
                    <a:pt x="17617" y="142962"/>
                    <a:pt x="17617" y="118783"/>
                  </a:cubicBezTo>
                  <a:cubicBezTo>
                    <a:pt x="17617" y="116605"/>
                    <a:pt x="18044" y="111813"/>
                    <a:pt x="18898" y="107892"/>
                  </a:cubicBezTo>
                  <a:cubicBezTo>
                    <a:pt x="19111" y="107021"/>
                    <a:pt x="19111" y="106803"/>
                    <a:pt x="19111" y="106585"/>
                  </a:cubicBezTo>
                  <a:cubicBezTo>
                    <a:pt x="19111" y="103753"/>
                    <a:pt x="16550" y="103753"/>
                    <a:pt x="15696" y="103753"/>
                  </a:cubicBezTo>
                  <a:cubicBezTo>
                    <a:pt x="12708" y="103753"/>
                    <a:pt x="12495" y="104189"/>
                    <a:pt x="11641" y="108110"/>
                  </a:cubicBezTo>
                  <a:lnTo>
                    <a:pt x="756" y="151676"/>
                  </a:lnTo>
                  <a:cubicBezTo>
                    <a:pt x="542" y="152547"/>
                    <a:pt x="115" y="153854"/>
                    <a:pt x="115" y="154943"/>
                  </a:cubicBezTo>
                  <a:cubicBezTo>
                    <a:pt x="115" y="156250"/>
                    <a:pt x="969" y="157557"/>
                    <a:pt x="3103" y="157557"/>
                  </a:cubicBezTo>
                  <a:cubicBezTo>
                    <a:pt x="4384" y="157557"/>
                    <a:pt x="4597" y="157339"/>
                    <a:pt x="7372" y="154507"/>
                  </a:cubicBezTo>
                  <a:cubicBezTo>
                    <a:pt x="9720" y="151893"/>
                    <a:pt x="15269" y="144923"/>
                    <a:pt x="17617" y="142309"/>
                  </a:cubicBezTo>
                  <a:cubicBezTo>
                    <a:pt x="28929" y="154943"/>
                    <a:pt x="45578" y="157557"/>
                    <a:pt x="58384" y="157557"/>
                  </a:cubicBezTo>
                  <a:cubicBezTo>
                    <a:pt x="90613" y="157557"/>
                    <a:pt x="116652" y="129239"/>
                    <a:pt x="116652" y="103535"/>
                  </a:cubicBezTo>
                  <a:cubicBezTo>
                    <a:pt x="116652" y="93951"/>
                    <a:pt x="112810" y="85238"/>
                    <a:pt x="108115" y="80228"/>
                  </a:cubicBezTo>
                  <a:cubicBezTo>
                    <a:pt x="100645" y="72386"/>
                    <a:pt x="97443" y="71515"/>
                    <a:pt x="69909" y="64980"/>
                  </a:cubicBezTo>
                  <a:cubicBezTo>
                    <a:pt x="65427" y="63891"/>
                    <a:pt x="58384" y="62148"/>
                    <a:pt x="56463" y="61495"/>
                  </a:cubicBezTo>
                  <a:cubicBezTo>
                    <a:pt x="51127" y="59534"/>
                    <a:pt x="42163" y="54088"/>
                    <a:pt x="42163" y="41672"/>
                  </a:cubicBezTo>
                  <a:cubicBezTo>
                    <a:pt x="42163" y="24464"/>
                    <a:pt x="61159" y="7037"/>
                    <a:pt x="83356" y="7037"/>
                  </a:cubicBezTo>
                  <a:cubicBezTo>
                    <a:pt x="106407" y="7037"/>
                    <a:pt x="117506" y="20325"/>
                    <a:pt x="117506" y="41019"/>
                  </a:cubicBezTo>
                  <a:cubicBezTo>
                    <a:pt x="117506" y="43850"/>
                    <a:pt x="116652" y="48860"/>
                    <a:pt x="116652" y="50821"/>
                  </a:cubicBezTo>
                  <a:cubicBezTo>
                    <a:pt x="116652" y="53871"/>
                    <a:pt x="119214" y="53871"/>
                    <a:pt x="120281" y="53871"/>
                  </a:cubicBezTo>
                  <a:cubicBezTo>
                    <a:pt x="123482" y="53871"/>
                    <a:pt x="123696" y="52781"/>
                    <a:pt x="124550" y="49078"/>
                  </a:cubicBezTo>
                  <a:lnTo>
                    <a:pt x="135648" y="2899"/>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2" name="Freeform: Shape 171">
              <a:extLst>
                <a:ext uri="{FF2B5EF4-FFF2-40B4-BE49-F238E27FC236}">
                  <a16:creationId xmlns:a16="http://schemas.microsoft.com/office/drawing/2014/main" id="{4A0D9886-11E9-FFB4-DE2B-2195A9B6801E}"/>
                </a:ext>
              </a:extLst>
            </p:cNvPr>
            <p:cNvSpPr/>
            <p:nvPr>
              <p:custDataLst>
                <p:tags r:id="rId46"/>
              </p:custDataLst>
            </p:nvPr>
          </p:nvSpPr>
          <p:spPr>
            <a:xfrm>
              <a:off x="11687706" y="7761308"/>
              <a:ext cx="203375" cy="72817"/>
            </a:xfrm>
            <a:custGeom>
              <a:avLst/>
              <a:gdLst>
                <a:gd name="connsiteX0" fmla="*/ 203517 w 203375"/>
                <a:gd name="connsiteY0" fmla="*/ 10332 h 72817"/>
                <a:gd name="connsiteX1" fmla="*/ 199248 w 203375"/>
                <a:gd name="connsiteY1" fmla="*/ 375 h 72817"/>
                <a:gd name="connsiteX2" fmla="*/ 194980 w 203375"/>
                <a:gd name="connsiteY2" fmla="*/ 8465 h 72817"/>
                <a:gd name="connsiteX3" fmla="*/ 152292 w 203375"/>
                <a:gd name="connsiteY3" fmla="*/ 55454 h 72817"/>
                <a:gd name="connsiteX4" fmla="*/ 103506 w 203375"/>
                <a:gd name="connsiteY4" fmla="*/ 28692 h 72817"/>
                <a:gd name="connsiteX5" fmla="*/ 51367 w 203375"/>
                <a:gd name="connsiteY5" fmla="*/ 63 h 72817"/>
                <a:gd name="connsiteX6" fmla="*/ 141 w 203375"/>
                <a:gd name="connsiteY6" fmla="*/ 62611 h 72817"/>
                <a:gd name="connsiteX7" fmla="*/ 4410 w 203375"/>
                <a:gd name="connsiteY7" fmla="*/ 72569 h 72817"/>
                <a:gd name="connsiteX8" fmla="*/ 8679 w 203375"/>
                <a:gd name="connsiteY8" fmla="*/ 65412 h 72817"/>
                <a:gd name="connsiteX9" fmla="*/ 51367 w 203375"/>
                <a:gd name="connsiteY9" fmla="*/ 17490 h 72817"/>
                <a:gd name="connsiteX10" fmla="*/ 100152 w 203375"/>
                <a:gd name="connsiteY10" fmla="*/ 44252 h 72817"/>
                <a:gd name="connsiteX11" fmla="*/ 152292 w 203375"/>
                <a:gd name="connsiteY11" fmla="*/ 72880 h 72817"/>
                <a:gd name="connsiteX12" fmla="*/ 203517 w 203375"/>
                <a:gd name="connsiteY12" fmla="*/ 10332 h 72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3375" h="72817">
                  <a:moveTo>
                    <a:pt x="203517" y="10332"/>
                  </a:moveTo>
                  <a:cubicBezTo>
                    <a:pt x="203517" y="3486"/>
                    <a:pt x="201688" y="375"/>
                    <a:pt x="199248" y="375"/>
                  </a:cubicBezTo>
                  <a:cubicBezTo>
                    <a:pt x="197724" y="375"/>
                    <a:pt x="195285" y="2553"/>
                    <a:pt x="194980" y="8465"/>
                  </a:cubicBezTo>
                  <a:cubicBezTo>
                    <a:pt x="193760" y="38339"/>
                    <a:pt x="173636" y="55454"/>
                    <a:pt x="152292" y="55454"/>
                  </a:cubicBezTo>
                  <a:cubicBezTo>
                    <a:pt x="133083" y="55454"/>
                    <a:pt x="118447" y="42073"/>
                    <a:pt x="103506" y="28692"/>
                  </a:cubicBezTo>
                  <a:cubicBezTo>
                    <a:pt x="87956" y="14378"/>
                    <a:pt x="72100" y="63"/>
                    <a:pt x="51367" y="63"/>
                  </a:cubicBezTo>
                  <a:cubicBezTo>
                    <a:pt x="18131" y="63"/>
                    <a:pt x="141" y="34294"/>
                    <a:pt x="141" y="62611"/>
                  </a:cubicBezTo>
                  <a:cubicBezTo>
                    <a:pt x="141" y="72569"/>
                    <a:pt x="4105" y="72569"/>
                    <a:pt x="4410" y="72569"/>
                  </a:cubicBezTo>
                  <a:cubicBezTo>
                    <a:pt x="7764" y="72569"/>
                    <a:pt x="8679" y="66346"/>
                    <a:pt x="8679" y="65412"/>
                  </a:cubicBezTo>
                  <a:cubicBezTo>
                    <a:pt x="9899" y="31182"/>
                    <a:pt x="32767" y="17490"/>
                    <a:pt x="51367" y="17490"/>
                  </a:cubicBezTo>
                  <a:cubicBezTo>
                    <a:pt x="70576" y="17490"/>
                    <a:pt x="85212" y="30871"/>
                    <a:pt x="100152" y="44252"/>
                  </a:cubicBezTo>
                  <a:cubicBezTo>
                    <a:pt x="115703" y="58566"/>
                    <a:pt x="131558" y="72880"/>
                    <a:pt x="152292" y="72880"/>
                  </a:cubicBezTo>
                  <a:cubicBezTo>
                    <a:pt x="185527" y="72880"/>
                    <a:pt x="203517" y="38650"/>
                    <a:pt x="203517" y="10332"/>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3" name="Freeform: Shape 172">
              <a:extLst>
                <a:ext uri="{FF2B5EF4-FFF2-40B4-BE49-F238E27FC236}">
                  <a16:creationId xmlns:a16="http://schemas.microsoft.com/office/drawing/2014/main" id="{4430B793-8287-EB2C-C848-D3BF57315A60}"/>
                </a:ext>
              </a:extLst>
            </p:cNvPr>
            <p:cNvSpPr/>
            <p:nvPr>
              <p:custDataLst>
                <p:tags r:id="rId47"/>
              </p:custDataLst>
            </p:nvPr>
          </p:nvSpPr>
          <p:spPr>
            <a:xfrm>
              <a:off x="11999798" y="7680711"/>
              <a:ext cx="93607" cy="198224"/>
            </a:xfrm>
            <a:custGeom>
              <a:avLst/>
              <a:gdLst>
                <a:gd name="connsiteX0" fmla="*/ 55951 w 93607"/>
                <a:gd name="connsiteY0" fmla="*/ 70391 h 198224"/>
                <a:gd name="connsiteX1" fmla="*/ 84612 w 93607"/>
                <a:gd name="connsiteY1" fmla="*/ 70391 h 198224"/>
                <a:gd name="connsiteX2" fmla="*/ 93760 w 93607"/>
                <a:gd name="connsiteY2" fmla="*/ 64167 h 198224"/>
                <a:gd name="connsiteX3" fmla="*/ 85222 w 93607"/>
                <a:gd name="connsiteY3" fmla="*/ 60744 h 198224"/>
                <a:gd name="connsiteX4" fmla="*/ 58390 w 93607"/>
                <a:gd name="connsiteY4" fmla="*/ 60744 h 198224"/>
                <a:gd name="connsiteX5" fmla="*/ 70891 w 93607"/>
                <a:gd name="connsiteY5" fmla="*/ 8465 h 198224"/>
                <a:gd name="connsiteX6" fmla="*/ 62049 w 93607"/>
                <a:gd name="connsiteY6" fmla="*/ 63 h 198224"/>
                <a:gd name="connsiteX7" fmla="*/ 49852 w 93607"/>
                <a:gd name="connsiteY7" fmla="*/ 11266 h 198224"/>
                <a:gd name="connsiteX8" fmla="*/ 37961 w 93607"/>
                <a:gd name="connsiteY8" fmla="*/ 60744 h 198224"/>
                <a:gd name="connsiteX9" fmla="*/ 9299 w 93607"/>
                <a:gd name="connsiteY9" fmla="*/ 60744 h 198224"/>
                <a:gd name="connsiteX10" fmla="*/ 152 w 93607"/>
                <a:gd name="connsiteY10" fmla="*/ 66657 h 198224"/>
                <a:gd name="connsiteX11" fmla="*/ 8689 w 93607"/>
                <a:gd name="connsiteY11" fmla="*/ 70391 h 198224"/>
                <a:gd name="connsiteX12" fmla="*/ 35522 w 93607"/>
                <a:gd name="connsiteY12" fmla="*/ 70391 h 198224"/>
                <a:gd name="connsiteX13" fmla="*/ 12348 w 93607"/>
                <a:gd name="connsiteY13" fmla="*/ 169659 h 198224"/>
                <a:gd name="connsiteX14" fmla="*/ 40400 w 93607"/>
                <a:gd name="connsiteY14" fmla="*/ 198287 h 198224"/>
                <a:gd name="connsiteX15" fmla="*/ 88881 w 93607"/>
                <a:gd name="connsiteY15" fmla="*/ 150365 h 198224"/>
                <a:gd name="connsiteX16" fmla="*/ 85222 w 93607"/>
                <a:gd name="connsiteY16" fmla="*/ 147253 h 198224"/>
                <a:gd name="connsiteX17" fmla="*/ 80649 w 93607"/>
                <a:gd name="connsiteY17" fmla="*/ 151610 h 198224"/>
                <a:gd name="connsiteX18" fmla="*/ 41010 w 93607"/>
                <a:gd name="connsiteY18" fmla="*/ 191441 h 198224"/>
                <a:gd name="connsiteX19" fmla="*/ 31558 w 93607"/>
                <a:gd name="connsiteY19" fmla="*/ 177127 h 198224"/>
                <a:gd name="connsiteX20" fmla="*/ 33387 w 93607"/>
                <a:gd name="connsiteY20" fmla="*/ 162190 h 198224"/>
                <a:gd name="connsiteX21" fmla="*/ 55951 w 93607"/>
                <a:gd name="connsiteY21" fmla="*/ 70391 h 19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607" h="198224">
                  <a:moveTo>
                    <a:pt x="55951" y="70391"/>
                  </a:moveTo>
                  <a:lnTo>
                    <a:pt x="84612" y="70391"/>
                  </a:lnTo>
                  <a:cubicBezTo>
                    <a:pt x="90711" y="70391"/>
                    <a:pt x="93760" y="70391"/>
                    <a:pt x="93760" y="64167"/>
                  </a:cubicBezTo>
                  <a:cubicBezTo>
                    <a:pt x="93760" y="60744"/>
                    <a:pt x="90711" y="60744"/>
                    <a:pt x="85222" y="60744"/>
                  </a:cubicBezTo>
                  <a:lnTo>
                    <a:pt x="58390" y="60744"/>
                  </a:lnTo>
                  <a:cubicBezTo>
                    <a:pt x="69367" y="16556"/>
                    <a:pt x="70891" y="10332"/>
                    <a:pt x="70891" y="8465"/>
                  </a:cubicBezTo>
                  <a:cubicBezTo>
                    <a:pt x="70891" y="3175"/>
                    <a:pt x="67232" y="63"/>
                    <a:pt x="62049" y="63"/>
                  </a:cubicBezTo>
                  <a:cubicBezTo>
                    <a:pt x="61134" y="63"/>
                    <a:pt x="52597" y="375"/>
                    <a:pt x="49852" y="11266"/>
                  </a:cubicBezTo>
                  <a:lnTo>
                    <a:pt x="37961" y="60744"/>
                  </a:lnTo>
                  <a:lnTo>
                    <a:pt x="9299" y="60744"/>
                  </a:lnTo>
                  <a:cubicBezTo>
                    <a:pt x="3201" y="60744"/>
                    <a:pt x="152" y="60744"/>
                    <a:pt x="152" y="66657"/>
                  </a:cubicBezTo>
                  <a:cubicBezTo>
                    <a:pt x="152" y="70391"/>
                    <a:pt x="2591" y="70391"/>
                    <a:pt x="8689" y="70391"/>
                  </a:cubicBezTo>
                  <a:lnTo>
                    <a:pt x="35522" y="70391"/>
                  </a:lnTo>
                  <a:cubicBezTo>
                    <a:pt x="13568" y="158767"/>
                    <a:pt x="12348" y="164057"/>
                    <a:pt x="12348" y="169659"/>
                  </a:cubicBezTo>
                  <a:cubicBezTo>
                    <a:pt x="12348" y="186463"/>
                    <a:pt x="23935" y="198287"/>
                    <a:pt x="40400" y="198287"/>
                  </a:cubicBezTo>
                  <a:cubicBezTo>
                    <a:pt x="71501" y="198287"/>
                    <a:pt x="88881" y="152855"/>
                    <a:pt x="88881" y="150365"/>
                  </a:cubicBezTo>
                  <a:cubicBezTo>
                    <a:pt x="88881" y="147253"/>
                    <a:pt x="86442" y="147253"/>
                    <a:pt x="85222" y="147253"/>
                  </a:cubicBezTo>
                  <a:cubicBezTo>
                    <a:pt x="82478" y="147253"/>
                    <a:pt x="82173" y="148187"/>
                    <a:pt x="80649" y="151610"/>
                  </a:cubicBezTo>
                  <a:cubicBezTo>
                    <a:pt x="67537" y="183973"/>
                    <a:pt x="51377" y="191441"/>
                    <a:pt x="41010" y="191441"/>
                  </a:cubicBezTo>
                  <a:cubicBezTo>
                    <a:pt x="34607" y="191441"/>
                    <a:pt x="31558" y="187396"/>
                    <a:pt x="31558" y="177127"/>
                  </a:cubicBezTo>
                  <a:cubicBezTo>
                    <a:pt x="31558" y="169659"/>
                    <a:pt x="32168" y="167480"/>
                    <a:pt x="33387" y="162190"/>
                  </a:cubicBezTo>
                  <a:lnTo>
                    <a:pt x="55951" y="70391"/>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4" name="Freeform: Shape 173">
              <a:extLst>
                <a:ext uri="{FF2B5EF4-FFF2-40B4-BE49-F238E27FC236}">
                  <a16:creationId xmlns:a16="http://schemas.microsoft.com/office/drawing/2014/main" id="{A0D6C479-A1F3-B7F6-C9AA-E99C480A2379}"/>
                </a:ext>
              </a:extLst>
            </p:cNvPr>
            <p:cNvSpPr/>
            <p:nvPr>
              <p:custDataLst>
                <p:tags r:id="rId48"/>
              </p:custDataLst>
            </p:nvPr>
          </p:nvSpPr>
          <p:spPr>
            <a:xfrm>
              <a:off x="12112924" y="7826127"/>
              <a:ext cx="130410" cy="98240"/>
            </a:xfrm>
            <a:custGeom>
              <a:avLst/>
              <a:gdLst>
                <a:gd name="connsiteX0" fmla="*/ 16163 w 130410"/>
                <a:gd name="connsiteY0" fmla="*/ 82404 h 98240"/>
                <a:gd name="connsiteX1" fmla="*/ 14029 w 130410"/>
                <a:gd name="connsiteY1" fmla="*/ 91335 h 98240"/>
                <a:gd name="connsiteX2" fmla="*/ 21286 w 130410"/>
                <a:gd name="connsiteY2" fmla="*/ 98306 h 98240"/>
                <a:gd name="connsiteX3" fmla="*/ 29610 w 130410"/>
                <a:gd name="connsiteY3" fmla="*/ 93513 h 98240"/>
                <a:gd name="connsiteX4" fmla="*/ 33452 w 130410"/>
                <a:gd name="connsiteY4" fmla="*/ 80008 h 98240"/>
                <a:gd name="connsiteX5" fmla="*/ 38147 w 130410"/>
                <a:gd name="connsiteY5" fmla="*/ 60403 h 98240"/>
                <a:gd name="connsiteX6" fmla="*/ 41776 w 130410"/>
                <a:gd name="connsiteY6" fmla="*/ 45809 h 98240"/>
                <a:gd name="connsiteX7" fmla="*/ 50740 w 130410"/>
                <a:gd name="connsiteY7" fmla="*/ 26204 h 98240"/>
                <a:gd name="connsiteX8" fmla="*/ 82756 w 130410"/>
                <a:gd name="connsiteY8" fmla="*/ 6164 h 98240"/>
                <a:gd name="connsiteX9" fmla="*/ 95349 w 130410"/>
                <a:gd name="connsiteY9" fmla="*/ 21412 h 98240"/>
                <a:gd name="connsiteX10" fmla="*/ 82756 w 130410"/>
                <a:gd name="connsiteY10" fmla="*/ 67810 h 98240"/>
                <a:gd name="connsiteX11" fmla="*/ 79554 w 130410"/>
                <a:gd name="connsiteY11" fmla="*/ 79572 h 98240"/>
                <a:gd name="connsiteX12" fmla="*/ 99831 w 130410"/>
                <a:gd name="connsiteY12" fmla="*/ 98306 h 98240"/>
                <a:gd name="connsiteX13" fmla="*/ 130566 w 130410"/>
                <a:gd name="connsiteY13" fmla="*/ 64978 h 98240"/>
                <a:gd name="connsiteX14" fmla="*/ 127151 w 130410"/>
                <a:gd name="connsiteY14" fmla="*/ 62146 h 98240"/>
                <a:gd name="connsiteX15" fmla="*/ 123096 w 130410"/>
                <a:gd name="connsiteY15" fmla="*/ 65849 h 98240"/>
                <a:gd name="connsiteX16" fmla="*/ 100471 w 130410"/>
                <a:gd name="connsiteY16" fmla="*/ 92206 h 98240"/>
                <a:gd name="connsiteX17" fmla="*/ 95135 w 130410"/>
                <a:gd name="connsiteY17" fmla="*/ 84582 h 98240"/>
                <a:gd name="connsiteX18" fmla="*/ 100044 w 130410"/>
                <a:gd name="connsiteY18" fmla="*/ 66938 h 98240"/>
                <a:gd name="connsiteX19" fmla="*/ 111357 w 130410"/>
                <a:gd name="connsiteY19" fmla="*/ 24897 h 98240"/>
                <a:gd name="connsiteX20" fmla="*/ 83610 w 130410"/>
                <a:gd name="connsiteY20" fmla="*/ 65 h 98240"/>
                <a:gd name="connsiteX21" fmla="*/ 47539 w 130410"/>
                <a:gd name="connsiteY21" fmla="*/ 19887 h 98240"/>
                <a:gd name="connsiteX22" fmla="*/ 24701 w 130410"/>
                <a:gd name="connsiteY22" fmla="*/ 65 h 98240"/>
                <a:gd name="connsiteX23" fmla="*/ 7839 w 130410"/>
                <a:gd name="connsiteY23" fmla="*/ 11828 h 98240"/>
                <a:gd name="connsiteX24" fmla="*/ 156 w 130410"/>
                <a:gd name="connsiteY24" fmla="*/ 33393 h 98240"/>
                <a:gd name="connsiteX25" fmla="*/ 3784 w 130410"/>
                <a:gd name="connsiteY25" fmla="*/ 36224 h 98240"/>
                <a:gd name="connsiteX26" fmla="*/ 8480 w 130410"/>
                <a:gd name="connsiteY26" fmla="*/ 29690 h 98240"/>
                <a:gd name="connsiteX27" fmla="*/ 24061 w 130410"/>
                <a:gd name="connsiteY27" fmla="*/ 6164 h 98240"/>
                <a:gd name="connsiteX28" fmla="*/ 31104 w 130410"/>
                <a:gd name="connsiteY28" fmla="*/ 16838 h 98240"/>
                <a:gd name="connsiteX29" fmla="*/ 27689 w 130410"/>
                <a:gd name="connsiteY29" fmla="*/ 34917 h 98240"/>
                <a:gd name="connsiteX30" fmla="*/ 22993 w 130410"/>
                <a:gd name="connsiteY30" fmla="*/ 54522 h 98240"/>
                <a:gd name="connsiteX31" fmla="*/ 16163 w 130410"/>
                <a:gd name="connsiteY31" fmla="*/ 82404 h 98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0410" h="98240">
                  <a:moveTo>
                    <a:pt x="16163" y="82404"/>
                  </a:moveTo>
                  <a:cubicBezTo>
                    <a:pt x="15310" y="85236"/>
                    <a:pt x="14029" y="90682"/>
                    <a:pt x="14029" y="91335"/>
                  </a:cubicBezTo>
                  <a:cubicBezTo>
                    <a:pt x="14029" y="96127"/>
                    <a:pt x="17871" y="98306"/>
                    <a:pt x="21286" y="98306"/>
                  </a:cubicBezTo>
                  <a:cubicBezTo>
                    <a:pt x="25128" y="98306"/>
                    <a:pt x="28543" y="95474"/>
                    <a:pt x="29610" y="93513"/>
                  </a:cubicBezTo>
                  <a:cubicBezTo>
                    <a:pt x="30677" y="91553"/>
                    <a:pt x="32385" y="84582"/>
                    <a:pt x="33452" y="80008"/>
                  </a:cubicBezTo>
                  <a:cubicBezTo>
                    <a:pt x="34519" y="75869"/>
                    <a:pt x="36867" y="65849"/>
                    <a:pt x="38147" y="60403"/>
                  </a:cubicBezTo>
                  <a:cubicBezTo>
                    <a:pt x="39428" y="55611"/>
                    <a:pt x="40709" y="50819"/>
                    <a:pt x="41776" y="45809"/>
                  </a:cubicBezTo>
                  <a:cubicBezTo>
                    <a:pt x="44124" y="36878"/>
                    <a:pt x="44551" y="35135"/>
                    <a:pt x="50740" y="26204"/>
                  </a:cubicBezTo>
                  <a:cubicBezTo>
                    <a:pt x="56717" y="17491"/>
                    <a:pt x="66748" y="6164"/>
                    <a:pt x="82756" y="6164"/>
                  </a:cubicBezTo>
                  <a:cubicBezTo>
                    <a:pt x="95135" y="6164"/>
                    <a:pt x="95349" y="17273"/>
                    <a:pt x="95349" y="21412"/>
                  </a:cubicBezTo>
                  <a:cubicBezTo>
                    <a:pt x="95349" y="34482"/>
                    <a:pt x="86171" y="58661"/>
                    <a:pt x="82756" y="67810"/>
                  </a:cubicBezTo>
                  <a:cubicBezTo>
                    <a:pt x="80408" y="73909"/>
                    <a:pt x="79554" y="75869"/>
                    <a:pt x="79554" y="79572"/>
                  </a:cubicBezTo>
                  <a:cubicBezTo>
                    <a:pt x="79554" y="91117"/>
                    <a:pt x="88946" y="98306"/>
                    <a:pt x="99831" y="98306"/>
                  </a:cubicBezTo>
                  <a:cubicBezTo>
                    <a:pt x="121175" y="98306"/>
                    <a:pt x="130566" y="68245"/>
                    <a:pt x="130566" y="64978"/>
                  </a:cubicBezTo>
                  <a:cubicBezTo>
                    <a:pt x="130566" y="62146"/>
                    <a:pt x="127791" y="62146"/>
                    <a:pt x="127151" y="62146"/>
                  </a:cubicBezTo>
                  <a:cubicBezTo>
                    <a:pt x="124163" y="62146"/>
                    <a:pt x="123950" y="63453"/>
                    <a:pt x="123096" y="65849"/>
                  </a:cubicBezTo>
                  <a:cubicBezTo>
                    <a:pt x="118187" y="83275"/>
                    <a:pt x="109009" y="92206"/>
                    <a:pt x="100471" y="92206"/>
                  </a:cubicBezTo>
                  <a:cubicBezTo>
                    <a:pt x="95989" y="92206"/>
                    <a:pt x="95135" y="89157"/>
                    <a:pt x="95135" y="84582"/>
                  </a:cubicBezTo>
                  <a:cubicBezTo>
                    <a:pt x="95135" y="79572"/>
                    <a:pt x="96203" y="76741"/>
                    <a:pt x="100044" y="66938"/>
                  </a:cubicBezTo>
                  <a:cubicBezTo>
                    <a:pt x="102606" y="60186"/>
                    <a:pt x="111357" y="37096"/>
                    <a:pt x="111357" y="24897"/>
                  </a:cubicBezTo>
                  <a:cubicBezTo>
                    <a:pt x="111357" y="3768"/>
                    <a:pt x="94922" y="65"/>
                    <a:pt x="83610" y="65"/>
                  </a:cubicBezTo>
                  <a:cubicBezTo>
                    <a:pt x="65894" y="65"/>
                    <a:pt x="53942" y="11174"/>
                    <a:pt x="47539" y="19887"/>
                  </a:cubicBezTo>
                  <a:cubicBezTo>
                    <a:pt x="46045" y="4857"/>
                    <a:pt x="33452" y="65"/>
                    <a:pt x="24701" y="65"/>
                  </a:cubicBezTo>
                  <a:cubicBezTo>
                    <a:pt x="15523" y="65"/>
                    <a:pt x="10614" y="6818"/>
                    <a:pt x="7839" y="11828"/>
                  </a:cubicBezTo>
                  <a:cubicBezTo>
                    <a:pt x="3144" y="19887"/>
                    <a:pt x="156" y="32304"/>
                    <a:pt x="156" y="33393"/>
                  </a:cubicBezTo>
                  <a:cubicBezTo>
                    <a:pt x="156" y="36224"/>
                    <a:pt x="3144" y="36224"/>
                    <a:pt x="3784" y="36224"/>
                  </a:cubicBezTo>
                  <a:cubicBezTo>
                    <a:pt x="6772" y="36224"/>
                    <a:pt x="6986" y="35571"/>
                    <a:pt x="8480" y="29690"/>
                  </a:cubicBezTo>
                  <a:cubicBezTo>
                    <a:pt x="11681" y="16838"/>
                    <a:pt x="15736" y="6164"/>
                    <a:pt x="24061" y="6164"/>
                  </a:cubicBezTo>
                  <a:cubicBezTo>
                    <a:pt x="29610" y="6164"/>
                    <a:pt x="31104" y="10956"/>
                    <a:pt x="31104" y="16838"/>
                  </a:cubicBezTo>
                  <a:cubicBezTo>
                    <a:pt x="31104" y="20976"/>
                    <a:pt x="29183" y="29036"/>
                    <a:pt x="27689" y="34917"/>
                  </a:cubicBezTo>
                  <a:cubicBezTo>
                    <a:pt x="26195" y="40799"/>
                    <a:pt x="24061" y="49730"/>
                    <a:pt x="22993" y="54522"/>
                  </a:cubicBezTo>
                  <a:lnTo>
                    <a:pt x="16163" y="8240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5" name="Freeform: Shape 174">
              <a:extLst>
                <a:ext uri="{FF2B5EF4-FFF2-40B4-BE49-F238E27FC236}">
                  <a16:creationId xmlns:a16="http://schemas.microsoft.com/office/drawing/2014/main" id="{8DA232AA-2993-FAA7-F690-A3DD41BC3F08}"/>
                </a:ext>
              </a:extLst>
            </p:cNvPr>
            <p:cNvSpPr/>
            <p:nvPr>
              <p:custDataLst>
                <p:tags r:id="rId49"/>
              </p:custDataLst>
            </p:nvPr>
          </p:nvSpPr>
          <p:spPr>
            <a:xfrm>
              <a:off x="12276672" y="7862287"/>
              <a:ext cx="144283" cy="10673"/>
            </a:xfrm>
            <a:custGeom>
              <a:avLst/>
              <a:gdLst>
                <a:gd name="connsiteX0" fmla="*/ 135907 w 144283"/>
                <a:gd name="connsiteY0" fmla="*/ 10738 h 10673"/>
                <a:gd name="connsiteX1" fmla="*/ 144444 w 144283"/>
                <a:gd name="connsiteY1" fmla="*/ 5511 h 10673"/>
                <a:gd name="connsiteX2" fmla="*/ 135907 w 144283"/>
                <a:gd name="connsiteY2" fmla="*/ 65 h 10673"/>
                <a:gd name="connsiteX3" fmla="*/ 8698 w 144283"/>
                <a:gd name="connsiteY3" fmla="*/ 65 h 10673"/>
                <a:gd name="connsiteX4" fmla="*/ 160 w 144283"/>
                <a:gd name="connsiteY4" fmla="*/ 5293 h 10673"/>
                <a:gd name="connsiteX5" fmla="*/ 8698 w 144283"/>
                <a:gd name="connsiteY5" fmla="*/ 10738 h 10673"/>
                <a:gd name="connsiteX6" fmla="*/ 135907 w 144283"/>
                <a:gd name="connsiteY6" fmla="*/ 10738 h 1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283" h="10673">
                  <a:moveTo>
                    <a:pt x="135907" y="10738"/>
                  </a:moveTo>
                  <a:cubicBezTo>
                    <a:pt x="139322" y="10738"/>
                    <a:pt x="144444" y="10738"/>
                    <a:pt x="144444" y="5511"/>
                  </a:cubicBezTo>
                  <a:cubicBezTo>
                    <a:pt x="144444" y="65"/>
                    <a:pt x="139535" y="65"/>
                    <a:pt x="135907" y="65"/>
                  </a:cubicBezTo>
                  <a:lnTo>
                    <a:pt x="8698" y="65"/>
                  </a:lnTo>
                  <a:cubicBezTo>
                    <a:pt x="5283" y="65"/>
                    <a:pt x="160" y="65"/>
                    <a:pt x="160" y="5293"/>
                  </a:cubicBezTo>
                  <a:cubicBezTo>
                    <a:pt x="160" y="10738"/>
                    <a:pt x="5070" y="10738"/>
                    <a:pt x="8698" y="10738"/>
                  </a:cubicBezTo>
                  <a:lnTo>
                    <a:pt x="135907" y="1073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6" name="Freeform: Shape 175">
              <a:extLst>
                <a:ext uri="{FF2B5EF4-FFF2-40B4-BE49-F238E27FC236}">
                  <a16:creationId xmlns:a16="http://schemas.microsoft.com/office/drawing/2014/main" id="{BB6CFF1C-7FD9-42B7-7F39-E2051BB8E007}"/>
                </a:ext>
              </a:extLst>
            </p:cNvPr>
            <p:cNvSpPr/>
            <p:nvPr>
              <p:custDataLst>
                <p:tags r:id="rId50"/>
              </p:custDataLst>
            </p:nvPr>
          </p:nvSpPr>
          <p:spPr>
            <a:xfrm>
              <a:off x="12467455" y="7777551"/>
              <a:ext cx="77691" cy="144638"/>
            </a:xfrm>
            <a:custGeom>
              <a:avLst/>
              <a:gdLst>
                <a:gd name="connsiteX0" fmla="*/ 48404 w 77691"/>
                <a:gd name="connsiteY0" fmla="*/ 6164 h 144638"/>
                <a:gd name="connsiteX1" fmla="*/ 42001 w 77691"/>
                <a:gd name="connsiteY1" fmla="*/ 65 h 144638"/>
                <a:gd name="connsiteX2" fmla="*/ 167 w 77691"/>
                <a:gd name="connsiteY2" fmla="*/ 14006 h 144638"/>
                <a:gd name="connsiteX3" fmla="*/ 167 w 77691"/>
                <a:gd name="connsiteY3" fmla="*/ 21848 h 144638"/>
                <a:gd name="connsiteX4" fmla="*/ 31115 w 77691"/>
                <a:gd name="connsiteY4" fmla="*/ 15749 h 144638"/>
                <a:gd name="connsiteX5" fmla="*/ 31115 w 77691"/>
                <a:gd name="connsiteY5" fmla="*/ 126841 h 144638"/>
                <a:gd name="connsiteX6" fmla="*/ 9771 w 77691"/>
                <a:gd name="connsiteY6" fmla="*/ 136861 h 144638"/>
                <a:gd name="connsiteX7" fmla="*/ 1661 w 77691"/>
                <a:gd name="connsiteY7" fmla="*/ 136861 h 144638"/>
                <a:gd name="connsiteX8" fmla="*/ 1661 w 77691"/>
                <a:gd name="connsiteY8" fmla="*/ 144703 h 144638"/>
                <a:gd name="connsiteX9" fmla="*/ 39653 w 77691"/>
                <a:gd name="connsiteY9" fmla="*/ 143832 h 144638"/>
                <a:gd name="connsiteX10" fmla="*/ 77858 w 77691"/>
                <a:gd name="connsiteY10" fmla="*/ 144703 h 144638"/>
                <a:gd name="connsiteX11" fmla="*/ 77858 w 77691"/>
                <a:gd name="connsiteY11" fmla="*/ 136861 h 144638"/>
                <a:gd name="connsiteX12" fmla="*/ 69747 w 77691"/>
                <a:gd name="connsiteY12" fmla="*/ 136861 h 144638"/>
                <a:gd name="connsiteX13" fmla="*/ 48404 w 77691"/>
                <a:gd name="connsiteY13" fmla="*/ 126841 h 144638"/>
                <a:gd name="connsiteX14" fmla="*/ 48404 w 77691"/>
                <a:gd name="connsiteY14" fmla="*/ 6164 h 14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691" h="144638">
                  <a:moveTo>
                    <a:pt x="48404" y="6164"/>
                  </a:moveTo>
                  <a:cubicBezTo>
                    <a:pt x="48404" y="283"/>
                    <a:pt x="47977" y="65"/>
                    <a:pt x="42001" y="65"/>
                  </a:cubicBezTo>
                  <a:cubicBezTo>
                    <a:pt x="28340" y="13788"/>
                    <a:pt x="8918" y="14006"/>
                    <a:pt x="167" y="14006"/>
                  </a:cubicBezTo>
                  <a:lnTo>
                    <a:pt x="167" y="21848"/>
                  </a:lnTo>
                  <a:cubicBezTo>
                    <a:pt x="5289" y="21848"/>
                    <a:pt x="19376" y="21848"/>
                    <a:pt x="31115" y="15749"/>
                  </a:cubicBezTo>
                  <a:lnTo>
                    <a:pt x="31115" y="126841"/>
                  </a:lnTo>
                  <a:cubicBezTo>
                    <a:pt x="31115" y="134029"/>
                    <a:pt x="31115" y="136861"/>
                    <a:pt x="9771" y="136861"/>
                  </a:cubicBezTo>
                  <a:lnTo>
                    <a:pt x="1661" y="136861"/>
                  </a:lnTo>
                  <a:lnTo>
                    <a:pt x="1661" y="144703"/>
                  </a:lnTo>
                  <a:cubicBezTo>
                    <a:pt x="5503" y="144485"/>
                    <a:pt x="31756" y="143832"/>
                    <a:pt x="39653" y="143832"/>
                  </a:cubicBezTo>
                  <a:cubicBezTo>
                    <a:pt x="46269" y="143832"/>
                    <a:pt x="73162" y="144485"/>
                    <a:pt x="77858" y="144703"/>
                  </a:cubicBezTo>
                  <a:lnTo>
                    <a:pt x="77858" y="136861"/>
                  </a:lnTo>
                  <a:lnTo>
                    <a:pt x="69747" y="136861"/>
                  </a:lnTo>
                  <a:cubicBezTo>
                    <a:pt x="48404" y="136861"/>
                    <a:pt x="48404" y="134029"/>
                    <a:pt x="48404" y="126841"/>
                  </a:cubicBezTo>
                  <a:lnTo>
                    <a:pt x="48404" y="616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67" name="Group 66">
            <a:extLst>
              <a:ext uri="{FF2B5EF4-FFF2-40B4-BE49-F238E27FC236}">
                <a16:creationId xmlns:a16="http://schemas.microsoft.com/office/drawing/2014/main" id="{893E6B54-2506-B0D9-1CD4-E4FF961D67E8}"/>
              </a:ext>
            </a:extLst>
          </p:cNvPr>
          <p:cNvGrpSpPr>
            <a:grpSpLocks noChangeAspect="1"/>
          </p:cNvGrpSpPr>
          <p:nvPr>
            <p:custDataLst>
              <p:tags r:id="rId5"/>
            </p:custDataLst>
          </p:nvPr>
        </p:nvGrpSpPr>
        <p:grpSpPr>
          <a:xfrm>
            <a:off x="2223390" y="2530463"/>
            <a:ext cx="788755" cy="146217"/>
            <a:chOff x="2657947" y="3984349"/>
            <a:chExt cx="1104470" cy="204742"/>
          </a:xfrm>
        </p:grpSpPr>
        <p:sp>
          <p:nvSpPr>
            <p:cNvPr id="68" name="Freeform: Shape 67">
              <a:extLst>
                <a:ext uri="{FF2B5EF4-FFF2-40B4-BE49-F238E27FC236}">
                  <a16:creationId xmlns:a16="http://schemas.microsoft.com/office/drawing/2014/main" id="{384A405D-6E4C-7357-0E27-9C6153A11822}"/>
                </a:ext>
              </a:extLst>
            </p:cNvPr>
            <p:cNvSpPr/>
            <p:nvPr>
              <p:custDataLst>
                <p:tags r:id="rId25"/>
              </p:custDataLst>
            </p:nvPr>
          </p:nvSpPr>
          <p:spPr>
            <a:xfrm>
              <a:off x="2657947" y="3984349"/>
              <a:ext cx="153994" cy="155550"/>
            </a:xfrm>
            <a:custGeom>
              <a:avLst/>
              <a:gdLst>
                <a:gd name="connsiteX0" fmla="*/ 130848 w 153994"/>
                <a:gd name="connsiteY0" fmla="*/ 17827 h 155550"/>
                <a:gd name="connsiteX1" fmla="*/ 148660 w 153994"/>
                <a:gd name="connsiteY1" fmla="*/ 7123 h 155550"/>
                <a:gd name="connsiteX2" fmla="*/ 154072 w 153994"/>
                <a:gd name="connsiteY2" fmla="*/ 7123 h 155550"/>
                <a:gd name="connsiteX3" fmla="*/ 154072 w 153994"/>
                <a:gd name="connsiteY3" fmla="*/ 63 h 155550"/>
                <a:gd name="connsiteX4" fmla="*/ 120928 w 153994"/>
                <a:gd name="connsiteY4" fmla="*/ 746 h 155550"/>
                <a:gd name="connsiteX5" fmla="*/ 87558 w 153994"/>
                <a:gd name="connsiteY5" fmla="*/ 63 h 155550"/>
                <a:gd name="connsiteX6" fmla="*/ 87558 w 153994"/>
                <a:gd name="connsiteY6" fmla="*/ 7123 h 155550"/>
                <a:gd name="connsiteX7" fmla="*/ 92970 w 153994"/>
                <a:gd name="connsiteY7" fmla="*/ 7123 h 155550"/>
                <a:gd name="connsiteX8" fmla="*/ 110782 w 153994"/>
                <a:gd name="connsiteY8" fmla="*/ 17827 h 155550"/>
                <a:gd name="connsiteX9" fmla="*/ 110782 w 153994"/>
                <a:gd name="connsiteY9" fmla="*/ 71120 h 155550"/>
                <a:gd name="connsiteX10" fmla="*/ 43367 w 153994"/>
                <a:gd name="connsiteY10" fmla="*/ 71120 h 155550"/>
                <a:gd name="connsiteX11" fmla="*/ 43367 w 153994"/>
                <a:gd name="connsiteY11" fmla="*/ 17827 h 155550"/>
                <a:gd name="connsiteX12" fmla="*/ 61179 w 153994"/>
                <a:gd name="connsiteY12" fmla="*/ 7123 h 155550"/>
                <a:gd name="connsiteX13" fmla="*/ 66590 w 153994"/>
                <a:gd name="connsiteY13" fmla="*/ 7123 h 155550"/>
                <a:gd name="connsiteX14" fmla="*/ 66590 w 153994"/>
                <a:gd name="connsiteY14" fmla="*/ 63 h 155550"/>
                <a:gd name="connsiteX15" fmla="*/ 33446 w 153994"/>
                <a:gd name="connsiteY15" fmla="*/ 746 h 155550"/>
                <a:gd name="connsiteX16" fmla="*/ 77 w 153994"/>
                <a:gd name="connsiteY16" fmla="*/ 63 h 155550"/>
                <a:gd name="connsiteX17" fmla="*/ 77 w 153994"/>
                <a:gd name="connsiteY17" fmla="*/ 7123 h 155550"/>
                <a:gd name="connsiteX18" fmla="*/ 5488 w 153994"/>
                <a:gd name="connsiteY18" fmla="*/ 7123 h 155550"/>
                <a:gd name="connsiteX19" fmla="*/ 23300 w 153994"/>
                <a:gd name="connsiteY19" fmla="*/ 17827 h 155550"/>
                <a:gd name="connsiteX20" fmla="*/ 23300 w 153994"/>
                <a:gd name="connsiteY20" fmla="*/ 137849 h 155550"/>
                <a:gd name="connsiteX21" fmla="*/ 5488 w 153994"/>
                <a:gd name="connsiteY21" fmla="*/ 148553 h 155550"/>
                <a:gd name="connsiteX22" fmla="*/ 77 w 153994"/>
                <a:gd name="connsiteY22" fmla="*/ 148553 h 155550"/>
                <a:gd name="connsiteX23" fmla="*/ 77 w 153994"/>
                <a:gd name="connsiteY23" fmla="*/ 155613 h 155550"/>
                <a:gd name="connsiteX24" fmla="*/ 33221 w 153994"/>
                <a:gd name="connsiteY24" fmla="*/ 154930 h 155550"/>
                <a:gd name="connsiteX25" fmla="*/ 66590 w 153994"/>
                <a:gd name="connsiteY25" fmla="*/ 155613 h 155550"/>
                <a:gd name="connsiteX26" fmla="*/ 66590 w 153994"/>
                <a:gd name="connsiteY26" fmla="*/ 148553 h 155550"/>
                <a:gd name="connsiteX27" fmla="*/ 61179 w 153994"/>
                <a:gd name="connsiteY27" fmla="*/ 148553 h 155550"/>
                <a:gd name="connsiteX28" fmla="*/ 43367 w 153994"/>
                <a:gd name="connsiteY28" fmla="*/ 137849 h 155550"/>
                <a:gd name="connsiteX29" fmla="*/ 43367 w 153994"/>
                <a:gd name="connsiteY29" fmla="*/ 78180 h 155550"/>
                <a:gd name="connsiteX30" fmla="*/ 110782 w 153994"/>
                <a:gd name="connsiteY30" fmla="*/ 78180 h 155550"/>
                <a:gd name="connsiteX31" fmla="*/ 110782 w 153994"/>
                <a:gd name="connsiteY31" fmla="*/ 137849 h 155550"/>
                <a:gd name="connsiteX32" fmla="*/ 92970 w 153994"/>
                <a:gd name="connsiteY32" fmla="*/ 148553 h 155550"/>
                <a:gd name="connsiteX33" fmla="*/ 87558 w 153994"/>
                <a:gd name="connsiteY33" fmla="*/ 148553 h 155550"/>
                <a:gd name="connsiteX34" fmla="*/ 87558 w 153994"/>
                <a:gd name="connsiteY34" fmla="*/ 155613 h 155550"/>
                <a:gd name="connsiteX35" fmla="*/ 120702 w 153994"/>
                <a:gd name="connsiteY35" fmla="*/ 154930 h 155550"/>
                <a:gd name="connsiteX36" fmla="*/ 154072 w 153994"/>
                <a:gd name="connsiteY36" fmla="*/ 155613 h 155550"/>
                <a:gd name="connsiteX37" fmla="*/ 154072 w 153994"/>
                <a:gd name="connsiteY37" fmla="*/ 148553 h 155550"/>
                <a:gd name="connsiteX38" fmla="*/ 148660 w 153994"/>
                <a:gd name="connsiteY38" fmla="*/ 148553 h 155550"/>
                <a:gd name="connsiteX39" fmla="*/ 130848 w 153994"/>
                <a:gd name="connsiteY39" fmla="*/ 137849 h 155550"/>
                <a:gd name="connsiteX40" fmla="*/ 130848 w 153994"/>
                <a:gd name="connsiteY40" fmla="*/ 17827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3994" h="155550">
                  <a:moveTo>
                    <a:pt x="130848" y="17827"/>
                  </a:moveTo>
                  <a:cubicBezTo>
                    <a:pt x="130848" y="9628"/>
                    <a:pt x="131299" y="7123"/>
                    <a:pt x="148660" y="7123"/>
                  </a:cubicBezTo>
                  <a:lnTo>
                    <a:pt x="154072" y="7123"/>
                  </a:lnTo>
                  <a:lnTo>
                    <a:pt x="154072" y="63"/>
                  </a:lnTo>
                  <a:cubicBezTo>
                    <a:pt x="146180" y="746"/>
                    <a:pt x="129496" y="746"/>
                    <a:pt x="120928" y="746"/>
                  </a:cubicBezTo>
                  <a:cubicBezTo>
                    <a:pt x="112360" y="746"/>
                    <a:pt x="95450" y="746"/>
                    <a:pt x="87558" y="63"/>
                  </a:cubicBezTo>
                  <a:lnTo>
                    <a:pt x="87558" y="7123"/>
                  </a:lnTo>
                  <a:lnTo>
                    <a:pt x="92970" y="7123"/>
                  </a:lnTo>
                  <a:cubicBezTo>
                    <a:pt x="110331" y="7123"/>
                    <a:pt x="110782" y="9628"/>
                    <a:pt x="110782" y="17827"/>
                  </a:cubicBezTo>
                  <a:lnTo>
                    <a:pt x="110782" y="71120"/>
                  </a:lnTo>
                  <a:lnTo>
                    <a:pt x="43367" y="71120"/>
                  </a:lnTo>
                  <a:lnTo>
                    <a:pt x="43367" y="17827"/>
                  </a:lnTo>
                  <a:cubicBezTo>
                    <a:pt x="43367" y="9628"/>
                    <a:pt x="43818" y="7123"/>
                    <a:pt x="61179" y="7123"/>
                  </a:cubicBezTo>
                  <a:lnTo>
                    <a:pt x="66590" y="7123"/>
                  </a:lnTo>
                  <a:lnTo>
                    <a:pt x="66590" y="63"/>
                  </a:lnTo>
                  <a:cubicBezTo>
                    <a:pt x="58699" y="746"/>
                    <a:pt x="42014" y="746"/>
                    <a:pt x="33446" y="746"/>
                  </a:cubicBezTo>
                  <a:cubicBezTo>
                    <a:pt x="24878" y="746"/>
                    <a:pt x="7968" y="746"/>
                    <a:pt x="77" y="63"/>
                  </a:cubicBezTo>
                  <a:lnTo>
                    <a:pt x="77" y="7123"/>
                  </a:lnTo>
                  <a:lnTo>
                    <a:pt x="5488" y="7123"/>
                  </a:lnTo>
                  <a:cubicBezTo>
                    <a:pt x="22849" y="7123"/>
                    <a:pt x="23300" y="9628"/>
                    <a:pt x="23300" y="17827"/>
                  </a:cubicBezTo>
                  <a:lnTo>
                    <a:pt x="23300" y="137849"/>
                  </a:lnTo>
                  <a:cubicBezTo>
                    <a:pt x="23300" y="146048"/>
                    <a:pt x="22849" y="148553"/>
                    <a:pt x="5488" y="148553"/>
                  </a:cubicBezTo>
                  <a:lnTo>
                    <a:pt x="77" y="148553"/>
                  </a:lnTo>
                  <a:lnTo>
                    <a:pt x="77" y="155613"/>
                  </a:lnTo>
                  <a:cubicBezTo>
                    <a:pt x="7968" y="154930"/>
                    <a:pt x="24653" y="154930"/>
                    <a:pt x="33221" y="154930"/>
                  </a:cubicBezTo>
                  <a:cubicBezTo>
                    <a:pt x="41788" y="154930"/>
                    <a:pt x="58699" y="154930"/>
                    <a:pt x="66590" y="155613"/>
                  </a:cubicBezTo>
                  <a:lnTo>
                    <a:pt x="66590" y="148553"/>
                  </a:lnTo>
                  <a:lnTo>
                    <a:pt x="61179" y="148553"/>
                  </a:lnTo>
                  <a:cubicBezTo>
                    <a:pt x="43818" y="148553"/>
                    <a:pt x="43367" y="146048"/>
                    <a:pt x="43367" y="137849"/>
                  </a:cubicBezTo>
                  <a:lnTo>
                    <a:pt x="43367" y="78180"/>
                  </a:lnTo>
                  <a:lnTo>
                    <a:pt x="110782" y="78180"/>
                  </a:lnTo>
                  <a:lnTo>
                    <a:pt x="110782" y="137849"/>
                  </a:lnTo>
                  <a:cubicBezTo>
                    <a:pt x="110782" y="146048"/>
                    <a:pt x="110331" y="148553"/>
                    <a:pt x="92970" y="148553"/>
                  </a:cubicBezTo>
                  <a:lnTo>
                    <a:pt x="87558" y="148553"/>
                  </a:lnTo>
                  <a:lnTo>
                    <a:pt x="87558" y="155613"/>
                  </a:lnTo>
                  <a:cubicBezTo>
                    <a:pt x="95450" y="154930"/>
                    <a:pt x="112135" y="154930"/>
                    <a:pt x="120702" y="154930"/>
                  </a:cubicBezTo>
                  <a:cubicBezTo>
                    <a:pt x="129270" y="154930"/>
                    <a:pt x="146180" y="154930"/>
                    <a:pt x="154072" y="155613"/>
                  </a:cubicBezTo>
                  <a:lnTo>
                    <a:pt x="154072" y="148553"/>
                  </a:lnTo>
                  <a:lnTo>
                    <a:pt x="148660" y="148553"/>
                  </a:lnTo>
                  <a:cubicBezTo>
                    <a:pt x="131299" y="148553"/>
                    <a:pt x="130848" y="146048"/>
                    <a:pt x="130848" y="137849"/>
                  </a:cubicBezTo>
                  <a:lnTo>
                    <a:pt x="130848" y="1782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9" name="Freeform: Shape 68">
              <a:extLst>
                <a:ext uri="{FF2B5EF4-FFF2-40B4-BE49-F238E27FC236}">
                  <a16:creationId xmlns:a16="http://schemas.microsoft.com/office/drawing/2014/main" id="{B2BDC65C-CF55-F800-37E8-97B5513BCDC6}"/>
                </a:ext>
              </a:extLst>
            </p:cNvPr>
            <p:cNvSpPr/>
            <p:nvPr>
              <p:custDataLst>
                <p:tags r:id="rId26"/>
              </p:custDataLst>
            </p:nvPr>
          </p:nvSpPr>
          <p:spPr>
            <a:xfrm>
              <a:off x="2827816" y="4068204"/>
              <a:ext cx="73232" cy="109044"/>
            </a:xfrm>
            <a:custGeom>
              <a:avLst/>
              <a:gdLst>
                <a:gd name="connsiteX0" fmla="*/ 73316 w 73232"/>
                <a:gd name="connsiteY0" fmla="*/ 55065 h 109044"/>
                <a:gd name="connsiteX1" fmla="*/ 64005 w 73232"/>
                <a:gd name="connsiteY1" fmla="*/ 13775 h 109044"/>
                <a:gd name="connsiteX2" fmla="*/ 36700 w 73232"/>
                <a:gd name="connsiteY2" fmla="*/ 64 h 109044"/>
                <a:gd name="connsiteX3" fmla="*/ 84 w 73232"/>
                <a:gd name="connsiteY3" fmla="*/ 55065 h 109044"/>
                <a:gd name="connsiteX4" fmla="*/ 36700 w 73232"/>
                <a:gd name="connsiteY4" fmla="*/ 109109 h 109044"/>
                <a:gd name="connsiteX5" fmla="*/ 73316 w 73232"/>
                <a:gd name="connsiteY5" fmla="*/ 55065 h 109044"/>
                <a:gd name="connsiteX6" fmla="*/ 36700 w 73232"/>
                <a:gd name="connsiteY6" fmla="*/ 104645 h 109044"/>
                <a:gd name="connsiteX7" fmla="*/ 16656 w 73232"/>
                <a:gd name="connsiteY7" fmla="*/ 87268 h 109044"/>
                <a:gd name="connsiteX8" fmla="*/ 14447 w 73232"/>
                <a:gd name="connsiteY8" fmla="*/ 52992 h 109044"/>
                <a:gd name="connsiteX9" fmla="*/ 16814 w 73232"/>
                <a:gd name="connsiteY9" fmla="*/ 20470 h 109044"/>
                <a:gd name="connsiteX10" fmla="*/ 36700 w 73232"/>
                <a:gd name="connsiteY10" fmla="*/ 4528 h 109044"/>
                <a:gd name="connsiteX11" fmla="*/ 56271 w 73232"/>
                <a:gd name="connsiteY11" fmla="*/ 19035 h 109044"/>
                <a:gd name="connsiteX12" fmla="*/ 58954 w 73232"/>
                <a:gd name="connsiteY12" fmla="*/ 52992 h 109044"/>
                <a:gd name="connsiteX13" fmla="*/ 56902 w 73232"/>
                <a:gd name="connsiteY13" fmla="*/ 86630 h 109044"/>
                <a:gd name="connsiteX14" fmla="*/ 36700 w 73232"/>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232" h="109044">
                  <a:moveTo>
                    <a:pt x="73316" y="55065"/>
                  </a:moveTo>
                  <a:cubicBezTo>
                    <a:pt x="73316" y="37528"/>
                    <a:pt x="71265" y="24934"/>
                    <a:pt x="64005" y="13775"/>
                  </a:cubicBezTo>
                  <a:cubicBezTo>
                    <a:pt x="59112" y="6441"/>
                    <a:pt x="49327" y="64"/>
                    <a:pt x="36700" y="64"/>
                  </a:cubicBezTo>
                  <a:cubicBezTo>
                    <a:pt x="84" y="64"/>
                    <a:pt x="84" y="43586"/>
                    <a:pt x="84" y="55065"/>
                  </a:cubicBezTo>
                  <a:cubicBezTo>
                    <a:pt x="84" y="66543"/>
                    <a:pt x="84" y="109109"/>
                    <a:pt x="36700" y="109109"/>
                  </a:cubicBezTo>
                  <a:cubicBezTo>
                    <a:pt x="73316" y="109109"/>
                    <a:pt x="73316" y="66543"/>
                    <a:pt x="73316" y="55065"/>
                  </a:cubicBezTo>
                  <a:close/>
                  <a:moveTo>
                    <a:pt x="36700" y="104645"/>
                  </a:moveTo>
                  <a:cubicBezTo>
                    <a:pt x="29440" y="104645"/>
                    <a:pt x="19813" y="100341"/>
                    <a:pt x="16656" y="87268"/>
                  </a:cubicBezTo>
                  <a:cubicBezTo>
                    <a:pt x="14447" y="77862"/>
                    <a:pt x="14447" y="64790"/>
                    <a:pt x="14447" y="52992"/>
                  </a:cubicBezTo>
                  <a:cubicBezTo>
                    <a:pt x="14447" y="41355"/>
                    <a:pt x="14447" y="29239"/>
                    <a:pt x="16814" y="20470"/>
                  </a:cubicBezTo>
                  <a:cubicBezTo>
                    <a:pt x="20128" y="7876"/>
                    <a:pt x="30229" y="4528"/>
                    <a:pt x="36700" y="4528"/>
                  </a:cubicBezTo>
                  <a:cubicBezTo>
                    <a:pt x="45223" y="4528"/>
                    <a:pt x="53430" y="9789"/>
                    <a:pt x="56271" y="19035"/>
                  </a:cubicBezTo>
                  <a:cubicBezTo>
                    <a:pt x="58796" y="27644"/>
                    <a:pt x="58954" y="39123"/>
                    <a:pt x="58954" y="52992"/>
                  </a:cubicBezTo>
                  <a:cubicBezTo>
                    <a:pt x="58954" y="64790"/>
                    <a:pt x="58954" y="76587"/>
                    <a:pt x="56902" y="86630"/>
                  </a:cubicBezTo>
                  <a:cubicBezTo>
                    <a:pt x="53746" y="101138"/>
                    <a:pt x="43013" y="104645"/>
                    <a:pt x="36700"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0" name="Freeform: Shape 69">
              <a:extLst>
                <a:ext uri="{FF2B5EF4-FFF2-40B4-BE49-F238E27FC236}">
                  <a16:creationId xmlns:a16="http://schemas.microsoft.com/office/drawing/2014/main" id="{0D010D8F-3A9B-FB21-F894-543C313DEFF8}"/>
                </a:ext>
              </a:extLst>
            </p:cNvPr>
            <p:cNvSpPr/>
            <p:nvPr>
              <p:custDataLst>
                <p:tags r:id="rId27"/>
              </p:custDataLst>
            </p:nvPr>
          </p:nvSpPr>
          <p:spPr>
            <a:xfrm>
              <a:off x="3002776" y="4041740"/>
              <a:ext cx="23899" cy="98158"/>
            </a:xfrm>
            <a:custGeom>
              <a:avLst/>
              <a:gdLst>
                <a:gd name="connsiteX0" fmla="*/ 23991 w 23899"/>
                <a:gd name="connsiteY0" fmla="*/ 12133 h 98158"/>
                <a:gd name="connsiteX1" fmla="*/ 12041 w 23899"/>
                <a:gd name="connsiteY1" fmla="*/ 63 h 98158"/>
                <a:gd name="connsiteX2" fmla="*/ 91 w 23899"/>
                <a:gd name="connsiteY2" fmla="*/ 12133 h 98158"/>
                <a:gd name="connsiteX3" fmla="*/ 12041 w 23899"/>
                <a:gd name="connsiteY3" fmla="*/ 24204 h 98158"/>
                <a:gd name="connsiteX4" fmla="*/ 23991 w 23899"/>
                <a:gd name="connsiteY4" fmla="*/ 12133 h 98158"/>
                <a:gd name="connsiteX5" fmla="*/ 23991 w 23899"/>
                <a:gd name="connsiteY5" fmla="*/ 86151 h 98158"/>
                <a:gd name="connsiteX6" fmla="*/ 12041 w 23899"/>
                <a:gd name="connsiteY6" fmla="*/ 74080 h 98158"/>
                <a:gd name="connsiteX7" fmla="*/ 91 w 23899"/>
                <a:gd name="connsiteY7" fmla="*/ 86151 h 98158"/>
                <a:gd name="connsiteX8" fmla="*/ 12041 w 23899"/>
                <a:gd name="connsiteY8" fmla="*/ 98221 h 98158"/>
                <a:gd name="connsiteX9" fmla="*/ 23991 w 23899"/>
                <a:gd name="connsiteY9" fmla="*/ 86151 h 9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99" h="98158">
                  <a:moveTo>
                    <a:pt x="23991" y="12133"/>
                  </a:moveTo>
                  <a:cubicBezTo>
                    <a:pt x="23991" y="5529"/>
                    <a:pt x="18580" y="63"/>
                    <a:pt x="12041" y="63"/>
                  </a:cubicBezTo>
                  <a:cubicBezTo>
                    <a:pt x="5503" y="63"/>
                    <a:pt x="91" y="5529"/>
                    <a:pt x="91" y="12133"/>
                  </a:cubicBezTo>
                  <a:cubicBezTo>
                    <a:pt x="91" y="18738"/>
                    <a:pt x="5503" y="24204"/>
                    <a:pt x="12041" y="24204"/>
                  </a:cubicBezTo>
                  <a:cubicBezTo>
                    <a:pt x="18580" y="24204"/>
                    <a:pt x="23991" y="18738"/>
                    <a:pt x="23991" y="12133"/>
                  </a:cubicBezTo>
                  <a:close/>
                  <a:moveTo>
                    <a:pt x="23991" y="86151"/>
                  </a:moveTo>
                  <a:cubicBezTo>
                    <a:pt x="23991" y="79546"/>
                    <a:pt x="18580" y="74080"/>
                    <a:pt x="12041" y="74080"/>
                  </a:cubicBezTo>
                  <a:cubicBezTo>
                    <a:pt x="5503" y="74080"/>
                    <a:pt x="91" y="79546"/>
                    <a:pt x="91" y="86151"/>
                  </a:cubicBezTo>
                  <a:cubicBezTo>
                    <a:pt x="91" y="92755"/>
                    <a:pt x="5503" y="98221"/>
                    <a:pt x="12041" y="98221"/>
                  </a:cubicBezTo>
                  <a:cubicBezTo>
                    <a:pt x="18580" y="98221"/>
                    <a:pt x="23991" y="92755"/>
                    <a:pt x="23991" y="8615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1" name="Freeform: Shape 70">
              <a:extLst>
                <a:ext uri="{FF2B5EF4-FFF2-40B4-BE49-F238E27FC236}">
                  <a16:creationId xmlns:a16="http://schemas.microsoft.com/office/drawing/2014/main" id="{1C78F5BA-FF69-73C4-1F9C-55A887B35276}"/>
                </a:ext>
              </a:extLst>
            </p:cNvPr>
            <p:cNvSpPr/>
            <p:nvPr>
              <p:custDataLst>
                <p:tags r:id="rId28"/>
              </p:custDataLst>
            </p:nvPr>
          </p:nvSpPr>
          <p:spPr>
            <a:xfrm>
              <a:off x="3115408" y="4039235"/>
              <a:ext cx="122203" cy="149856"/>
            </a:xfrm>
            <a:custGeom>
              <a:avLst/>
              <a:gdLst>
                <a:gd name="connsiteX0" fmla="*/ 45416 w 122203"/>
                <a:gd name="connsiteY0" fmla="*/ 20788 h 149856"/>
                <a:gd name="connsiteX1" fmla="*/ 48798 w 122203"/>
                <a:gd name="connsiteY1" fmla="*/ 6212 h 149856"/>
                <a:gd name="connsiteX2" fmla="*/ 42260 w 122203"/>
                <a:gd name="connsiteY2" fmla="*/ 63 h 149856"/>
                <a:gd name="connsiteX3" fmla="*/ 33241 w 122203"/>
                <a:gd name="connsiteY3" fmla="*/ 8262 h 149856"/>
                <a:gd name="connsiteX4" fmla="*/ 773 w 122203"/>
                <a:gd name="connsiteY4" fmla="*/ 140127 h 149856"/>
                <a:gd name="connsiteX5" fmla="*/ 97 w 122203"/>
                <a:gd name="connsiteY5" fmla="*/ 143770 h 149856"/>
                <a:gd name="connsiteX6" fmla="*/ 6410 w 122203"/>
                <a:gd name="connsiteY6" fmla="*/ 149920 h 149856"/>
                <a:gd name="connsiteX7" fmla="*/ 14301 w 122203"/>
                <a:gd name="connsiteY7" fmla="*/ 145137 h 149856"/>
                <a:gd name="connsiteX8" fmla="*/ 26702 w 122203"/>
                <a:gd name="connsiteY8" fmla="*/ 96172 h 149856"/>
                <a:gd name="connsiteX9" fmla="*/ 48573 w 122203"/>
                <a:gd name="connsiteY9" fmla="*/ 103232 h 149856"/>
                <a:gd name="connsiteX10" fmla="*/ 78560 w 122203"/>
                <a:gd name="connsiteY10" fmla="*/ 86606 h 149856"/>
                <a:gd name="connsiteX11" fmla="*/ 98852 w 122203"/>
                <a:gd name="connsiteY11" fmla="*/ 103232 h 149856"/>
                <a:gd name="connsiteX12" fmla="*/ 115537 w 122203"/>
                <a:gd name="connsiteY12" fmla="*/ 90706 h 149856"/>
                <a:gd name="connsiteX13" fmla="*/ 122301 w 122203"/>
                <a:gd name="connsiteY13" fmla="*/ 68159 h 149856"/>
                <a:gd name="connsiteX14" fmla="*/ 119595 w 122203"/>
                <a:gd name="connsiteY14" fmla="*/ 65881 h 149856"/>
                <a:gd name="connsiteX15" fmla="*/ 116439 w 122203"/>
                <a:gd name="connsiteY15" fmla="*/ 69981 h 149856"/>
                <a:gd name="connsiteX16" fmla="*/ 99303 w 122203"/>
                <a:gd name="connsiteY16" fmla="*/ 98221 h 149856"/>
                <a:gd name="connsiteX17" fmla="*/ 92539 w 122203"/>
                <a:gd name="connsiteY17" fmla="*/ 87745 h 149856"/>
                <a:gd name="connsiteX18" fmla="*/ 97048 w 122203"/>
                <a:gd name="connsiteY18" fmla="*/ 64059 h 149856"/>
                <a:gd name="connsiteX19" fmla="*/ 103362 w 122203"/>
                <a:gd name="connsiteY19" fmla="*/ 39463 h 149856"/>
                <a:gd name="connsiteX20" fmla="*/ 107194 w 122203"/>
                <a:gd name="connsiteY20" fmla="*/ 23976 h 149856"/>
                <a:gd name="connsiteX21" fmla="*/ 110577 w 122203"/>
                <a:gd name="connsiteY21" fmla="*/ 8717 h 149856"/>
                <a:gd name="connsiteX22" fmla="*/ 104038 w 122203"/>
                <a:gd name="connsiteY22" fmla="*/ 2568 h 149856"/>
                <a:gd name="connsiteX23" fmla="*/ 95245 w 122203"/>
                <a:gd name="connsiteY23" fmla="*/ 10539 h 149856"/>
                <a:gd name="connsiteX24" fmla="*/ 84648 w 122203"/>
                <a:gd name="connsiteY24" fmla="*/ 53128 h 149856"/>
                <a:gd name="connsiteX25" fmla="*/ 78785 w 122203"/>
                <a:gd name="connsiteY25" fmla="*/ 76358 h 149856"/>
                <a:gd name="connsiteX26" fmla="*/ 49475 w 122203"/>
                <a:gd name="connsiteY26" fmla="*/ 98221 h 149856"/>
                <a:gd name="connsiteX27" fmla="*/ 32790 w 122203"/>
                <a:gd name="connsiteY27" fmla="*/ 78407 h 149856"/>
                <a:gd name="connsiteX28" fmla="*/ 35946 w 122203"/>
                <a:gd name="connsiteY28" fmla="*/ 59049 h 149856"/>
                <a:gd name="connsiteX29" fmla="*/ 45416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16" y="20788"/>
                  </a:moveTo>
                  <a:cubicBezTo>
                    <a:pt x="46543" y="16005"/>
                    <a:pt x="48798" y="7351"/>
                    <a:pt x="48798" y="6212"/>
                  </a:cubicBezTo>
                  <a:cubicBezTo>
                    <a:pt x="48798" y="2340"/>
                    <a:pt x="46093" y="63"/>
                    <a:pt x="42260" y="63"/>
                  </a:cubicBezTo>
                  <a:cubicBezTo>
                    <a:pt x="41583" y="63"/>
                    <a:pt x="35270" y="291"/>
                    <a:pt x="33241" y="8262"/>
                  </a:cubicBezTo>
                  <a:lnTo>
                    <a:pt x="773" y="140127"/>
                  </a:lnTo>
                  <a:cubicBezTo>
                    <a:pt x="97" y="142859"/>
                    <a:pt x="97" y="143315"/>
                    <a:pt x="97" y="143770"/>
                  </a:cubicBezTo>
                  <a:cubicBezTo>
                    <a:pt x="97" y="147187"/>
                    <a:pt x="2577" y="149920"/>
                    <a:pt x="6410" y="149920"/>
                  </a:cubicBezTo>
                  <a:cubicBezTo>
                    <a:pt x="11145" y="149920"/>
                    <a:pt x="13851" y="145820"/>
                    <a:pt x="14301" y="145137"/>
                  </a:cubicBezTo>
                  <a:cubicBezTo>
                    <a:pt x="15203" y="143087"/>
                    <a:pt x="18134" y="131244"/>
                    <a:pt x="26702" y="96172"/>
                  </a:cubicBezTo>
                  <a:cubicBezTo>
                    <a:pt x="33917" y="102321"/>
                    <a:pt x="44063" y="103232"/>
                    <a:pt x="48573" y="103232"/>
                  </a:cubicBezTo>
                  <a:cubicBezTo>
                    <a:pt x="64355" y="103232"/>
                    <a:pt x="73149" y="92983"/>
                    <a:pt x="78560" y="86606"/>
                  </a:cubicBezTo>
                  <a:cubicBezTo>
                    <a:pt x="80589" y="96855"/>
                    <a:pt x="88932" y="103232"/>
                    <a:pt x="98852" y="103232"/>
                  </a:cubicBezTo>
                  <a:cubicBezTo>
                    <a:pt x="106744" y="103232"/>
                    <a:pt x="111929" y="97994"/>
                    <a:pt x="115537" y="90706"/>
                  </a:cubicBezTo>
                  <a:cubicBezTo>
                    <a:pt x="119370" y="82507"/>
                    <a:pt x="122301" y="68614"/>
                    <a:pt x="122301" y="68159"/>
                  </a:cubicBezTo>
                  <a:cubicBezTo>
                    <a:pt x="122301" y="65881"/>
                    <a:pt x="120272" y="65881"/>
                    <a:pt x="119595" y="65881"/>
                  </a:cubicBezTo>
                  <a:cubicBezTo>
                    <a:pt x="117341" y="65881"/>
                    <a:pt x="117115" y="66792"/>
                    <a:pt x="116439" y="69981"/>
                  </a:cubicBezTo>
                  <a:cubicBezTo>
                    <a:pt x="112606" y="84784"/>
                    <a:pt x="108547" y="98221"/>
                    <a:pt x="99303" y="98221"/>
                  </a:cubicBezTo>
                  <a:cubicBezTo>
                    <a:pt x="93215" y="98221"/>
                    <a:pt x="92539" y="92300"/>
                    <a:pt x="92539" y="87745"/>
                  </a:cubicBezTo>
                  <a:cubicBezTo>
                    <a:pt x="92539" y="82735"/>
                    <a:pt x="95245" y="72030"/>
                    <a:pt x="97048" y="64059"/>
                  </a:cubicBezTo>
                  <a:lnTo>
                    <a:pt x="103362" y="39463"/>
                  </a:lnTo>
                  <a:cubicBezTo>
                    <a:pt x="104038" y="36047"/>
                    <a:pt x="106293" y="27392"/>
                    <a:pt x="107194" y="23976"/>
                  </a:cubicBezTo>
                  <a:cubicBezTo>
                    <a:pt x="108322" y="18738"/>
                    <a:pt x="110577" y="10084"/>
                    <a:pt x="110577" y="8717"/>
                  </a:cubicBezTo>
                  <a:cubicBezTo>
                    <a:pt x="110577" y="4618"/>
                    <a:pt x="107420" y="2568"/>
                    <a:pt x="104038" y="2568"/>
                  </a:cubicBezTo>
                  <a:cubicBezTo>
                    <a:pt x="102911" y="2568"/>
                    <a:pt x="97048" y="2796"/>
                    <a:pt x="95245" y="10539"/>
                  </a:cubicBezTo>
                  <a:lnTo>
                    <a:pt x="84648" y="53128"/>
                  </a:lnTo>
                  <a:cubicBezTo>
                    <a:pt x="81942" y="64515"/>
                    <a:pt x="79462" y="74080"/>
                    <a:pt x="78785" y="76358"/>
                  </a:cubicBezTo>
                  <a:cubicBezTo>
                    <a:pt x="78560" y="77496"/>
                    <a:pt x="67738" y="98221"/>
                    <a:pt x="49475" y="98221"/>
                  </a:cubicBezTo>
                  <a:cubicBezTo>
                    <a:pt x="38201" y="98221"/>
                    <a:pt x="32790" y="90706"/>
                    <a:pt x="32790" y="78407"/>
                  </a:cubicBezTo>
                  <a:cubicBezTo>
                    <a:pt x="32790" y="71803"/>
                    <a:pt x="34368" y="65426"/>
                    <a:pt x="35946" y="59049"/>
                  </a:cubicBezTo>
                  <a:lnTo>
                    <a:pt x="45416"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2" name="Freeform: Shape 71">
              <a:extLst>
                <a:ext uri="{FF2B5EF4-FFF2-40B4-BE49-F238E27FC236}">
                  <a16:creationId xmlns:a16="http://schemas.microsoft.com/office/drawing/2014/main" id="{810FB2F2-010A-17E7-961E-99B1AA5645D0}"/>
                </a:ext>
              </a:extLst>
            </p:cNvPr>
            <p:cNvSpPr/>
            <p:nvPr>
              <p:custDataLst>
                <p:tags r:id="rId29"/>
              </p:custDataLst>
            </p:nvPr>
          </p:nvSpPr>
          <p:spPr>
            <a:xfrm>
              <a:off x="3325843" y="3995053"/>
              <a:ext cx="137761" cy="176047"/>
            </a:xfrm>
            <a:custGeom>
              <a:avLst/>
              <a:gdLst>
                <a:gd name="connsiteX0" fmla="*/ 133583 w 137761"/>
                <a:gd name="connsiteY0" fmla="*/ 9628 h 176047"/>
                <a:gd name="connsiteX1" fmla="*/ 137867 w 137761"/>
                <a:gd name="connsiteY1" fmla="*/ 4618 h 176047"/>
                <a:gd name="connsiteX2" fmla="*/ 133358 w 137761"/>
                <a:gd name="connsiteY2" fmla="*/ 63 h 176047"/>
                <a:gd name="connsiteX3" fmla="*/ 129299 w 137761"/>
                <a:gd name="connsiteY3" fmla="*/ 1429 h 176047"/>
                <a:gd name="connsiteX4" fmla="*/ 4615 w 137761"/>
                <a:gd name="connsiteY4" fmla="*/ 60871 h 176047"/>
                <a:gd name="connsiteX5" fmla="*/ 106 w 137761"/>
                <a:gd name="connsiteY5" fmla="*/ 66109 h 176047"/>
                <a:gd name="connsiteX6" fmla="*/ 4615 w 137761"/>
                <a:gd name="connsiteY6" fmla="*/ 71120 h 176047"/>
                <a:gd name="connsiteX7" fmla="*/ 129299 w 137761"/>
                <a:gd name="connsiteY7" fmla="*/ 130333 h 176047"/>
                <a:gd name="connsiteX8" fmla="*/ 133358 w 137761"/>
                <a:gd name="connsiteY8" fmla="*/ 131928 h 176047"/>
                <a:gd name="connsiteX9" fmla="*/ 137867 w 137761"/>
                <a:gd name="connsiteY9" fmla="*/ 127373 h 176047"/>
                <a:gd name="connsiteX10" fmla="*/ 133132 w 137761"/>
                <a:gd name="connsiteY10" fmla="*/ 122135 h 176047"/>
                <a:gd name="connsiteX11" fmla="*/ 15212 w 137761"/>
                <a:gd name="connsiteY11" fmla="*/ 66109 h 176047"/>
                <a:gd name="connsiteX12" fmla="*/ 133583 w 137761"/>
                <a:gd name="connsiteY12" fmla="*/ 9628 h 176047"/>
                <a:gd name="connsiteX13" fmla="*/ 129976 w 137761"/>
                <a:gd name="connsiteY13" fmla="*/ 176110 h 176047"/>
                <a:gd name="connsiteX14" fmla="*/ 137867 w 137761"/>
                <a:gd name="connsiteY14" fmla="*/ 171555 h 176047"/>
                <a:gd name="connsiteX15" fmla="*/ 129750 w 137761"/>
                <a:gd name="connsiteY15" fmla="*/ 167001 h 176047"/>
                <a:gd name="connsiteX16" fmla="*/ 8223 w 137761"/>
                <a:gd name="connsiteY16" fmla="*/ 167001 h 176047"/>
                <a:gd name="connsiteX17" fmla="*/ 106 w 137761"/>
                <a:gd name="connsiteY17" fmla="*/ 171555 h 176047"/>
                <a:gd name="connsiteX18" fmla="*/ 7997 w 137761"/>
                <a:gd name="connsiteY18" fmla="*/ 176110 h 176047"/>
                <a:gd name="connsiteX19" fmla="*/ 129976 w 137761"/>
                <a:gd name="connsiteY19" fmla="*/ 176110 h 176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7761" h="176047">
                  <a:moveTo>
                    <a:pt x="133583" y="9628"/>
                  </a:moveTo>
                  <a:cubicBezTo>
                    <a:pt x="136063" y="8489"/>
                    <a:pt x="137867" y="7351"/>
                    <a:pt x="137867" y="4618"/>
                  </a:cubicBezTo>
                  <a:cubicBezTo>
                    <a:pt x="137867" y="2112"/>
                    <a:pt x="136063" y="63"/>
                    <a:pt x="133358" y="63"/>
                  </a:cubicBezTo>
                  <a:cubicBezTo>
                    <a:pt x="132230" y="63"/>
                    <a:pt x="130201" y="974"/>
                    <a:pt x="129299" y="1429"/>
                  </a:cubicBezTo>
                  <a:lnTo>
                    <a:pt x="4615" y="60871"/>
                  </a:lnTo>
                  <a:cubicBezTo>
                    <a:pt x="782" y="62693"/>
                    <a:pt x="106" y="64287"/>
                    <a:pt x="106" y="66109"/>
                  </a:cubicBezTo>
                  <a:cubicBezTo>
                    <a:pt x="106" y="68159"/>
                    <a:pt x="1459" y="69753"/>
                    <a:pt x="4615" y="71120"/>
                  </a:cubicBezTo>
                  <a:lnTo>
                    <a:pt x="129299" y="130333"/>
                  </a:lnTo>
                  <a:cubicBezTo>
                    <a:pt x="132230" y="131928"/>
                    <a:pt x="132681" y="131928"/>
                    <a:pt x="133358" y="131928"/>
                  </a:cubicBezTo>
                  <a:cubicBezTo>
                    <a:pt x="135838" y="131928"/>
                    <a:pt x="137867" y="129878"/>
                    <a:pt x="137867" y="127373"/>
                  </a:cubicBezTo>
                  <a:cubicBezTo>
                    <a:pt x="137867" y="125323"/>
                    <a:pt x="136965" y="123957"/>
                    <a:pt x="133132" y="122135"/>
                  </a:cubicBezTo>
                  <a:lnTo>
                    <a:pt x="15212" y="66109"/>
                  </a:lnTo>
                  <a:lnTo>
                    <a:pt x="133583" y="9628"/>
                  </a:lnTo>
                  <a:close/>
                  <a:moveTo>
                    <a:pt x="129976" y="176110"/>
                  </a:moveTo>
                  <a:cubicBezTo>
                    <a:pt x="133809" y="176110"/>
                    <a:pt x="137867" y="176110"/>
                    <a:pt x="137867" y="171555"/>
                  </a:cubicBezTo>
                  <a:cubicBezTo>
                    <a:pt x="137867" y="167001"/>
                    <a:pt x="133132" y="167001"/>
                    <a:pt x="129750" y="167001"/>
                  </a:cubicBezTo>
                  <a:lnTo>
                    <a:pt x="8223" y="167001"/>
                  </a:lnTo>
                  <a:cubicBezTo>
                    <a:pt x="4841" y="167001"/>
                    <a:pt x="106" y="167001"/>
                    <a:pt x="106" y="171555"/>
                  </a:cubicBezTo>
                  <a:cubicBezTo>
                    <a:pt x="106" y="176110"/>
                    <a:pt x="4164" y="176110"/>
                    <a:pt x="7997" y="176110"/>
                  </a:cubicBezTo>
                  <a:lnTo>
                    <a:pt x="129976" y="176110"/>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3" name="Freeform: Shape 72">
              <a:extLst>
                <a:ext uri="{FF2B5EF4-FFF2-40B4-BE49-F238E27FC236}">
                  <a16:creationId xmlns:a16="http://schemas.microsoft.com/office/drawing/2014/main" id="{05F790C8-EE1D-4DA5-8678-928513CF8B61}"/>
                </a:ext>
              </a:extLst>
            </p:cNvPr>
            <p:cNvSpPr/>
            <p:nvPr>
              <p:custDataLst>
                <p:tags r:id="rId30"/>
              </p:custDataLst>
            </p:nvPr>
          </p:nvSpPr>
          <p:spPr>
            <a:xfrm>
              <a:off x="3551886" y="4039235"/>
              <a:ext cx="122203" cy="149856"/>
            </a:xfrm>
            <a:custGeom>
              <a:avLst/>
              <a:gdLst>
                <a:gd name="connsiteX0" fmla="*/ 45435 w 122203"/>
                <a:gd name="connsiteY0" fmla="*/ 20788 h 149856"/>
                <a:gd name="connsiteX1" fmla="*/ 48817 w 122203"/>
                <a:gd name="connsiteY1" fmla="*/ 6212 h 149856"/>
                <a:gd name="connsiteX2" fmla="*/ 42279 w 122203"/>
                <a:gd name="connsiteY2" fmla="*/ 63 h 149856"/>
                <a:gd name="connsiteX3" fmla="*/ 33260 w 122203"/>
                <a:gd name="connsiteY3" fmla="*/ 8262 h 149856"/>
                <a:gd name="connsiteX4" fmla="*/ 793 w 122203"/>
                <a:gd name="connsiteY4" fmla="*/ 140127 h 149856"/>
                <a:gd name="connsiteX5" fmla="*/ 116 w 122203"/>
                <a:gd name="connsiteY5" fmla="*/ 143770 h 149856"/>
                <a:gd name="connsiteX6" fmla="*/ 6429 w 122203"/>
                <a:gd name="connsiteY6" fmla="*/ 149920 h 149856"/>
                <a:gd name="connsiteX7" fmla="*/ 14321 w 122203"/>
                <a:gd name="connsiteY7" fmla="*/ 145137 h 149856"/>
                <a:gd name="connsiteX8" fmla="*/ 26722 w 122203"/>
                <a:gd name="connsiteY8" fmla="*/ 96172 h 149856"/>
                <a:gd name="connsiteX9" fmla="*/ 48592 w 122203"/>
                <a:gd name="connsiteY9" fmla="*/ 103232 h 149856"/>
                <a:gd name="connsiteX10" fmla="*/ 78579 w 122203"/>
                <a:gd name="connsiteY10" fmla="*/ 86606 h 149856"/>
                <a:gd name="connsiteX11" fmla="*/ 98871 w 122203"/>
                <a:gd name="connsiteY11" fmla="*/ 103232 h 149856"/>
                <a:gd name="connsiteX12" fmla="*/ 115556 w 122203"/>
                <a:gd name="connsiteY12" fmla="*/ 90706 h 149856"/>
                <a:gd name="connsiteX13" fmla="*/ 122320 w 122203"/>
                <a:gd name="connsiteY13" fmla="*/ 68159 h 149856"/>
                <a:gd name="connsiteX14" fmla="*/ 119615 w 122203"/>
                <a:gd name="connsiteY14" fmla="*/ 65881 h 149856"/>
                <a:gd name="connsiteX15" fmla="*/ 116458 w 122203"/>
                <a:gd name="connsiteY15" fmla="*/ 69981 h 149856"/>
                <a:gd name="connsiteX16" fmla="*/ 99322 w 122203"/>
                <a:gd name="connsiteY16" fmla="*/ 98221 h 149856"/>
                <a:gd name="connsiteX17" fmla="*/ 92558 w 122203"/>
                <a:gd name="connsiteY17" fmla="*/ 87745 h 149856"/>
                <a:gd name="connsiteX18" fmla="*/ 97068 w 122203"/>
                <a:gd name="connsiteY18" fmla="*/ 64059 h 149856"/>
                <a:gd name="connsiteX19" fmla="*/ 103381 w 122203"/>
                <a:gd name="connsiteY19" fmla="*/ 39463 h 149856"/>
                <a:gd name="connsiteX20" fmla="*/ 107214 w 122203"/>
                <a:gd name="connsiteY20" fmla="*/ 23976 h 149856"/>
                <a:gd name="connsiteX21" fmla="*/ 110596 w 122203"/>
                <a:gd name="connsiteY21" fmla="*/ 8717 h 149856"/>
                <a:gd name="connsiteX22" fmla="*/ 104057 w 122203"/>
                <a:gd name="connsiteY22" fmla="*/ 2568 h 149856"/>
                <a:gd name="connsiteX23" fmla="*/ 95264 w 122203"/>
                <a:gd name="connsiteY23" fmla="*/ 10539 h 149856"/>
                <a:gd name="connsiteX24" fmla="*/ 84667 w 122203"/>
                <a:gd name="connsiteY24" fmla="*/ 53128 h 149856"/>
                <a:gd name="connsiteX25" fmla="*/ 78805 w 122203"/>
                <a:gd name="connsiteY25" fmla="*/ 76358 h 149856"/>
                <a:gd name="connsiteX26" fmla="*/ 49494 w 122203"/>
                <a:gd name="connsiteY26" fmla="*/ 98221 h 149856"/>
                <a:gd name="connsiteX27" fmla="*/ 32809 w 122203"/>
                <a:gd name="connsiteY27" fmla="*/ 78407 h 149856"/>
                <a:gd name="connsiteX28" fmla="*/ 35966 w 122203"/>
                <a:gd name="connsiteY28" fmla="*/ 59049 h 149856"/>
                <a:gd name="connsiteX29" fmla="*/ 45435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35" y="20788"/>
                  </a:moveTo>
                  <a:cubicBezTo>
                    <a:pt x="46563" y="16005"/>
                    <a:pt x="48817" y="7351"/>
                    <a:pt x="48817" y="6212"/>
                  </a:cubicBezTo>
                  <a:cubicBezTo>
                    <a:pt x="48817" y="2340"/>
                    <a:pt x="46112" y="63"/>
                    <a:pt x="42279" y="63"/>
                  </a:cubicBezTo>
                  <a:cubicBezTo>
                    <a:pt x="41602" y="63"/>
                    <a:pt x="35289" y="291"/>
                    <a:pt x="33260" y="8262"/>
                  </a:cubicBezTo>
                  <a:lnTo>
                    <a:pt x="793" y="140127"/>
                  </a:lnTo>
                  <a:cubicBezTo>
                    <a:pt x="116" y="142859"/>
                    <a:pt x="116" y="143315"/>
                    <a:pt x="116" y="143770"/>
                  </a:cubicBezTo>
                  <a:cubicBezTo>
                    <a:pt x="116" y="147187"/>
                    <a:pt x="2596" y="149920"/>
                    <a:pt x="6429" y="149920"/>
                  </a:cubicBezTo>
                  <a:cubicBezTo>
                    <a:pt x="11164" y="149920"/>
                    <a:pt x="13870" y="145820"/>
                    <a:pt x="14321" y="145137"/>
                  </a:cubicBezTo>
                  <a:cubicBezTo>
                    <a:pt x="15223" y="143087"/>
                    <a:pt x="18154" y="131244"/>
                    <a:pt x="26722" y="96172"/>
                  </a:cubicBezTo>
                  <a:cubicBezTo>
                    <a:pt x="33937" y="102321"/>
                    <a:pt x="44083" y="103232"/>
                    <a:pt x="48592" y="103232"/>
                  </a:cubicBezTo>
                  <a:cubicBezTo>
                    <a:pt x="64375" y="103232"/>
                    <a:pt x="73168" y="92983"/>
                    <a:pt x="78579" y="86606"/>
                  </a:cubicBezTo>
                  <a:cubicBezTo>
                    <a:pt x="80609" y="96855"/>
                    <a:pt x="88951" y="103232"/>
                    <a:pt x="98871" y="103232"/>
                  </a:cubicBezTo>
                  <a:cubicBezTo>
                    <a:pt x="106763" y="103232"/>
                    <a:pt x="111949" y="97994"/>
                    <a:pt x="115556" y="90706"/>
                  </a:cubicBezTo>
                  <a:cubicBezTo>
                    <a:pt x="119389" y="82507"/>
                    <a:pt x="122320" y="68614"/>
                    <a:pt x="122320" y="68159"/>
                  </a:cubicBezTo>
                  <a:cubicBezTo>
                    <a:pt x="122320" y="65881"/>
                    <a:pt x="120291" y="65881"/>
                    <a:pt x="119615" y="65881"/>
                  </a:cubicBezTo>
                  <a:cubicBezTo>
                    <a:pt x="117360" y="65881"/>
                    <a:pt x="117134" y="66792"/>
                    <a:pt x="116458" y="69981"/>
                  </a:cubicBezTo>
                  <a:cubicBezTo>
                    <a:pt x="112625" y="84784"/>
                    <a:pt x="108567" y="98221"/>
                    <a:pt x="99322" y="98221"/>
                  </a:cubicBezTo>
                  <a:cubicBezTo>
                    <a:pt x="93235" y="98221"/>
                    <a:pt x="92558" y="92300"/>
                    <a:pt x="92558" y="87745"/>
                  </a:cubicBezTo>
                  <a:cubicBezTo>
                    <a:pt x="92558" y="82735"/>
                    <a:pt x="95264" y="72030"/>
                    <a:pt x="97068" y="64059"/>
                  </a:cubicBezTo>
                  <a:lnTo>
                    <a:pt x="103381" y="39463"/>
                  </a:lnTo>
                  <a:cubicBezTo>
                    <a:pt x="104057" y="36047"/>
                    <a:pt x="106312" y="27392"/>
                    <a:pt x="107214" y="23976"/>
                  </a:cubicBezTo>
                  <a:cubicBezTo>
                    <a:pt x="108341" y="18738"/>
                    <a:pt x="110596" y="10084"/>
                    <a:pt x="110596" y="8717"/>
                  </a:cubicBezTo>
                  <a:cubicBezTo>
                    <a:pt x="110596" y="4618"/>
                    <a:pt x="107439" y="2568"/>
                    <a:pt x="104057" y="2568"/>
                  </a:cubicBezTo>
                  <a:cubicBezTo>
                    <a:pt x="102930" y="2568"/>
                    <a:pt x="97068" y="2796"/>
                    <a:pt x="95264" y="10539"/>
                  </a:cubicBezTo>
                  <a:lnTo>
                    <a:pt x="84667" y="53128"/>
                  </a:lnTo>
                  <a:cubicBezTo>
                    <a:pt x="81961" y="64515"/>
                    <a:pt x="79481" y="74080"/>
                    <a:pt x="78805" y="76358"/>
                  </a:cubicBezTo>
                  <a:cubicBezTo>
                    <a:pt x="78579" y="77496"/>
                    <a:pt x="67757" y="98221"/>
                    <a:pt x="49494" y="98221"/>
                  </a:cubicBezTo>
                  <a:cubicBezTo>
                    <a:pt x="38220" y="98221"/>
                    <a:pt x="32809" y="90706"/>
                    <a:pt x="32809" y="78407"/>
                  </a:cubicBezTo>
                  <a:cubicBezTo>
                    <a:pt x="32809" y="71803"/>
                    <a:pt x="34387" y="65426"/>
                    <a:pt x="35966" y="59049"/>
                  </a:cubicBezTo>
                  <a:lnTo>
                    <a:pt x="45435"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4" name="Freeform: Shape 73">
              <a:extLst>
                <a:ext uri="{FF2B5EF4-FFF2-40B4-BE49-F238E27FC236}">
                  <a16:creationId xmlns:a16="http://schemas.microsoft.com/office/drawing/2014/main" id="{26B8D54F-BEC7-9C4C-D127-A97156768293}"/>
                </a:ext>
              </a:extLst>
            </p:cNvPr>
            <p:cNvSpPr/>
            <p:nvPr>
              <p:custDataLst>
                <p:tags r:id="rId31"/>
              </p:custDataLst>
            </p:nvPr>
          </p:nvSpPr>
          <p:spPr>
            <a:xfrm>
              <a:off x="3689185" y="4068204"/>
              <a:ext cx="73232" cy="109044"/>
            </a:xfrm>
            <a:custGeom>
              <a:avLst/>
              <a:gdLst>
                <a:gd name="connsiteX0" fmla="*/ 73354 w 73232"/>
                <a:gd name="connsiteY0" fmla="*/ 55065 h 109044"/>
                <a:gd name="connsiteX1" fmla="*/ 64043 w 73232"/>
                <a:gd name="connsiteY1" fmla="*/ 13775 h 109044"/>
                <a:gd name="connsiteX2" fmla="*/ 36738 w 73232"/>
                <a:gd name="connsiteY2" fmla="*/ 64 h 109044"/>
                <a:gd name="connsiteX3" fmla="*/ 122 w 73232"/>
                <a:gd name="connsiteY3" fmla="*/ 55065 h 109044"/>
                <a:gd name="connsiteX4" fmla="*/ 36738 w 73232"/>
                <a:gd name="connsiteY4" fmla="*/ 109109 h 109044"/>
                <a:gd name="connsiteX5" fmla="*/ 73354 w 73232"/>
                <a:gd name="connsiteY5" fmla="*/ 55065 h 109044"/>
                <a:gd name="connsiteX6" fmla="*/ 36738 w 73232"/>
                <a:gd name="connsiteY6" fmla="*/ 104645 h 109044"/>
                <a:gd name="connsiteX7" fmla="*/ 16694 w 73232"/>
                <a:gd name="connsiteY7" fmla="*/ 87268 h 109044"/>
                <a:gd name="connsiteX8" fmla="*/ 14485 w 73232"/>
                <a:gd name="connsiteY8" fmla="*/ 52992 h 109044"/>
                <a:gd name="connsiteX9" fmla="*/ 16852 w 73232"/>
                <a:gd name="connsiteY9" fmla="*/ 20470 h 109044"/>
                <a:gd name="connsiteX10" fmla="*/ 36738 w 73232"/>
                <a:gd name="connsiteY10" fmla="*/ 4528 h 109044"/>
                <a:gd name="connsiteX11" fmla="*/ 56309 w 73232"/>
                <a:gd name="connsiteY11" fmla="*/ 19035 h 109044"/>
                <a:gd name="connsiteX12" fmla="*/ 58992 w 73232"/>
                <a:gd name="connsiteY12" fmla="*/ 52992 h 109044"/>
                <a:gd name="connsiteX13" fmla="*/ 56940 w 73232"/>
                <a:gd name="connsiteY13" fmla="*/ 86630 h 109044"/>
                <a:gd name="connsiteX14" fmla="*/ 36738 w 73232"/>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232" h="109044">
                  <a:moveTo>
                    <a:pt x="73354" y="55065"/>
                  </a:moveTo>
                  <a:cubicBezTo>
                    <a:pt x="73354" y="37528"/>
                    <a:pt x="71303" y="24934"/>
                    <a:pt x="64043" y="13775"/>
                  </a:cubicBezTo>
                  <a:cubicBezTo>
                    <a:pt x="59150" y="6441"/>
                    <a:pt x="49365" y="64"/>
                    <a:pt x="36738" y="64"/>
                  </a:cubicBezTo>
                  <a:cubicBezTo>
                    <a:pt x="122" y="64"/>
                    <a:pt x="122" y="43586"/>
                    <a:pt x="122" y="55065"/>
                  </a:cubicBezTo>
                  <a:cubicBezTo>
                    <a:pt x="122" y="66543"/>
                    <a:pt x="122" y="109109"/>
                    <a:pt x="36738" y="109109"/>
                  </a:cubicBezTo>
                  <a:cubicBezTo>
                    <a:pt x="73354" y="109109"/>
                    <a:pt x="73354" y="66543"/>
                    <a:pt x="73354" y="55065"/>
                  </a:cubicBezTo>
                  <a:close/>
                  <a:moveTo>
                    <a:pt x="36738" y="104645"/>
                  </a:moveTo>
                  <a:cubicBezTo>
                    <a:pt x="29478" y="104645"/>
                    <a:pt x="19851" y="100341"/>
                    <a:pt x="16694" y="87268"/>
                  </a:cubicBezTo>
                  <a:cubicBezTo>
                    <a:pt x="14485" y="77862"/>
                    <a:pt x="14485" y="64790"/>
                    <a:pt x="14485" y="52992"/>
                  </a:cubicBezTo>
                  <a:cubicBezTo>
                    <a:pt x="14485" y="41355"/>
                    <a:pt x="14485" y="29239"/>
                    <a:pt x="16852" y="20470"/>
                  </a:cubicBezTo>
                  <a:cubicBezTo>
                    <a:pt x="20166" y="7876"/>
                    <a:pt x="30267" y="4528"/>
                    <a:pt x="36738" y="4528"/>
                  </a:cubicBezTo>
                  <a:cubicBezTo>
                    <a:pt x="45261" y="4528"/>
                    <a:pt x="53468" y="9789"/>
                    <a:pt x="56309" y="19035"/>
                  </a:cubicBezTo>
                  <a:cubicBezTo>
                    <a:pt x="58834" y="27644"/>
                    <a:pt x="58992" y="39123"/>
                    <a:pt x="58992" y="52992"/>
                  </a:cubicBezTo>
                  <a:cubicBezTo>
                    <a:pt x="58992" y="64790"/>
                    <a:pt x="58992" y="76587"/>
                    <a:pt x="56940" y="86630"/>
                  </a:cubicBezTo>
                  <a:cubicBezTo>
                    <a:pt x="53784" y="101138"/>
                    <a:pt x="43051" y="104645"/>
                    <a:pt x="36738"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76" name="Group 75">
            <a:extLst>
              <a:ext uri="{FF2B5EF4-FFF2-40B4-BE49-F238E27FC236}">
                <a16:creationId xmlns:a16="http://schemas.microsoft.com/office/drawing/2014/main" id="{6D00C4E7-8514-9DBA-E89F-BAECC0DAC532}"/>
              </a:ext>
            </a:extLst>
          </p:cNvPr>
          <p:cNvGrpSpPr>
            <a:grpSpLocks noChangeAspect="1"/>
          </p:cNvGrpSpPr>
          <p:nvPr>
            <p:custDataLst>
              <p:tags r:id="rId6"/>
            </p:custDataLst>
          </p:nvPr>
        </p:nvGrpSpPr>
        <p:grpSpPr>
          <a:xfrm>
            <a:off x="6131697" y="2760449"/>
            <a:ext cx="1210401" cy="140087"/>
            <a:chOff x="2670833" y="5789189"/>
            <a:chExt cx="1918607" cy="222052"/>
          </a:xfrm>
        </p:grpSpPr>
        <p:sp>
          <p:nvSpPr>
            <p:cNvPr id="77" name="Freeform: Shape 76">
              <a:extLst>
                <a:ext uri="{FF2B5EF4-FFF2-40B4-BE49-F238E27FC236}">
                  <a16:creationId xmlns:a16="http://schemas.microsoft.com/office/drawing/2014/main" id="{F88A9B63-4519-5C6C-FE06-4B33EDBE9CC3}"/>
                </a:ext>
              </a:extLst>
            </p:cNvPr>
            <p:cNvSpPr/>
            <p:nvPr>
              <p:custDataLst>
                <p:tags r:id="rId11"/>
              </p:custDataLst>
            </p:nvPr>
          </p:nvSpPr>
          <p:spPr>
            <a:xfrm>
              <a:off x="2670833" y="5804066"/>
              <a:ext cx="133747" cy="151661"/>
            </a:xfrm>
            <a:custGeom>
              <a:avLst/>
              <a:gdLst>
                <a:gd name="connsiteX0" fmla="*/ 43675 w 133747"/>
                <a:gd name="connsiteY0" fmla="*/ 81556 h 151661"/>
                <a:gd name="connsiteX1" fmla="*/ 82051 w 133747"/>
                <a:gd name="connsiteY1" fmla="*/ 81556 h 151661"/>
                <a:gd name="connsiteX2" fmla="*/ 133825 w 133747"/>
                <a:gd name="connsiteY2" fmla="*/ 41364 h 151661"/>
                <a:gd name="connsiteX3" fmla="*/ 80235 w 133747"/>
                <a:gd name="connsiteY3" fmla="*/ 63 h 151661"/>
                <a:gd name="connsiteX4" fmla="*/ 77 w 133747"/>
                <a:gd name="connsiteY4" fmla="*/ 63 h 151661"/>
                <a:gd name="connsiteX5" fmla="*/ 77 w 133747"/>
                <a:gd name="connsiteY5" fmla="*/ 6946 h 151661"/>
                <a:gd name="connsiteX6" fmla="*/ 5527 w 133747"/>
                <a:gd name="connsiteY6" fmla="*/ 6946 h 151661"/>
                <a:gd name="connsiteX7" fmla="*/ 23466 w 133747"/>
                <a:gd name="connsiteY7" fmla="*/ 17383 h 151661"/>
                <a:gd name="connsiteX8" fmla="*/ 23466 w 133747"/>
                <a:gd name="connsiteY8" fmla="*/ 134404 h 151661"/>
                <a:gd name="connsiteX9" fmla="*/ 5527 w 133747"/>
                <a:gd name="connsiteY9" fmla="*/ 144841 h 151661"/>
                <a:gd name="connsiteX10" fmla="*/ 77 w 133747"/>
                <a:gd name="connsiteY10" fmla="*/ 144841 h 151661"/>
                <a:gd name="connsiteX11" fmla="*/ 77 w 133747"/>
                <a:gd name="connsiteY11" fmla="*/ 151724 h 151661"/>
                <a:gd name="connsiteX12" fmla="*/ 33457 w 133747"/>
                <a:gd name="connsiteY12" fmla="*/ 151058 h 151661"/>
                <a:gd name="connsiteX13" fmla="*/ 67064 w 133747"/>
                <a:gd name="connsiteY13" fmla="*/ 151724 h 151661"/>
                <a:gd name="connsiteX14" fmla="*/ 67064 w 133747"/>
                <a:gd name="connsiteY14" fmla="*/ 144841 h 151661"/>
                <a:gd name="connsiteX15" fmla="*/ 61614 w 133747"/>
                <a:gd name="connsiteY15" fmla="*/ 144841 h 151661"/>
                <a:gd name="connsiteX16" fmla="*/ 43675 w 133747"/>
                <a:gd name="connsiteY16" fmla="*/ 134404 h 151661"/>
                <a:gd name="connsiteX17" fmla="*/ 43675 w 133747"/>
                <a:gd name="connsiteY17" fmla="*/ 81556 h 151661"/>
                <a:gd name="connsiteX18" fmla="*/ 42994 w 133747"/>
                <a:gd name="connsiteY18" fmla="*/ 75783 h 151661"/>
                <a:gd name="connsiteX19" fmla="*/ 42994 w 133747"/>
                <a:gd name="connsiteY19" fmla="*/ 15828 h 151661"/>
                <a:gd name="connsiteX20" fmla="*/ 54121 w 133747"/>
                <a:gd name="connsiteY20" fmla="*/ 6946 h 151661"/>
                <a:gd name="connsiteX21" fmla="*/ 74331 w 133747"/>
                <a:gd name="connsiteY21" fmla="*/ 6946 h 151661"/>
                <a:gd name="connsiteX22" fmla="*/ 110436 w 133747"/>
                <a:gd name="connsiteY22" fmla="*/ 41364 h 151661"/>
                <a:gd name="connsiteX23" fmla="*/ 74331 w 133747"/>
                <a:gd name="connsiteY23" fmla="*/ 75783 h 151661"/>
                <a:gd name="connsiteX24" fmla="*/ 42994 w 133747"/>
                <a:gd name="connsiteY24" fmla="*/ 75783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3747" h="151661">
                  <a:moveTo>
                    <a:pt x="43675" y="81556"/>
                  </a:moveTo>
                  <a:lnTo>
                    <a:pt x="82051" y="81556"/>
                  </a:lnTo>
                  <a:cubicBezTo>
                    <a:pt x="109300" y="81556"/>
                    <a:pt x="133825" y="63570"/>
                    <a:pt x="133825" y="41364"/>
                  </a:cubicBezTo>
                  <a:cubicBezTo>
                    <a:pt x="133825" y="19603"/>
                    <a:pt x="111344" y="63"/>
                    <a:pt x="80235" y="63"/>
                  </a:cubicBezTo>
                  <a:lnTo>
                    <a:pt x="77" y="63"/>
                  </a:lnTo>
                  <a:lnTo>
                    <a:pt x="77" y="6946"/>
                  </a:lnTo>
                  <a:lnTo>
                    <a:pt x="5527" y="6946"/>
                  </a:lnTo>
                  <a:cubicBezTo>
                    <a:pt x="23011" y="6946"/>
                    <a:pt x="23466" y="9389"/>
                    <a:pt x="23466" y="17383"/>
                  </a:cubicBezTo>
                  <a:lnTo>
                    <a:pt x="23466" y="134404"/>
                  </a:lnTo>
                  <a:cubicBezTo>
                    <a:pt x="23466" y="142398"/>
                    <a:pt x="23011" y="144841"/>
                    <a:pt x="5527" y="144841"/>
                  </a:cubicBezTo>
                  <a:lnTo>
                    <a:pt x="77" y="144841"/>
                  </a:lnTo>
                  <a:lnTo>
                    <a:pt x="77" y="151724"/>
                  </a:lnTo>
                  <a:cubicBezTo>
                    <a:pt x="8024" y="151058"/>
                    <a:pt x="24828" y="151058"/>
                    <a:pt x="33457" y="151058"/>
                  </a:cubicBezTo>
                  <a:cubicBezTo>
                    <a:pt x="42086" y="151058"/>
                    <a:pt x="59117" y="151058"/>
                    <a:pt x="67064" y="151724"/>
                  </a:cubicBezTo>
                  <a:lnTo>
                    <a:pt x="67064" y="144841"/>
                  </a:lnTo>
                  <a:lnTo>
                    <a:pt x="61614" y="144841"/>
                  </a:lnTo>
                  <a:cubicBezTo>
                    <a:pt x="44129" y="144841"/>
                    <a:pt x="43675" y="142398"/>
                    <a:pt x="43675" y="134404"/>
                  </a:cubicBezTo>
                  <a:lnTo>
                    <a:pt x="43675" y="81556"/>
                  </a:lnTo>
                  <a:close/>
                  <a:moveTo>
                    <a:pt x="42994" y="75783"/>
                  </a:moveTo>
                  <a:lnTo>
                    <a:pt x="42994" y="15828"/>
                  </a:lnTo>
                  <a:cubicBezTo>
                    <a:pt x="42994" y="8501"/>
                    <a:pt x="43448" y="6946"/>
                    <a:pt x="54121" y="6946"/>
                  </a:cubicBezTo>
                  <a:lnTo>
                    <a:pt x="74331" y="6946"/>
                  </a:lnTo>
                  <a:cubicBezTo>
                    <a:pt x="110436" y="6946"/>
                    <a:pt x="110436" y="30484"/>
                    <a:pt x="110436" y="41364"/>
                  </a:cubicBezTo>
                  <a:cubicBezTo>
                    <a:pt x="110436" y="51801"/>
                    <a:pt x="110436" y="75783"/>
                    <a:pt x="74331" y="75783"/>
                  </a:cubicBezTo>
                  <a:lnTo>
                    <a:pt x="42994" y="7578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8" name="Freeform: Shape 77">
              <a:extLst>
                <a:ext uri="{FF2B5EF4-FFF2-40B4-BE49-F238E27FC236}">
                  <a16:creationId xmlns:a16="http://schemas.microsoft.com/office/drawing/2014/main" id="{BE686E74-9EA2-5999-BDBF-25E852916D17}"/>
                </a:ext>
              </a:extLst>
            </p:cNvPr>
            <p:cNvSpPr/>
            <p:nvPr>
              <p:custDataLst>
                <p:tags r:id="rId12"/>
              </p:custDataLst>
            </p:nvPr>
          </p:nvSpPr>
          <p:spPr>
            <a:xfrm>
              <a:off x="2839904" y="5789189"/>
              <a:ext cx="52681" cy="222052"/>
            </a:xfrm>
            <a:custGeom>
              <a:avLst/>
              <a:gdLst>
                <a:gd name="connsiteX0" fmla="*/ 52765 w 52681"/>
                <a:gd name="connsiteY0" fmla="*/ 219895 h 222052"/>
                <a:gd name="connsiteX1" fmla="*/ 48905 w 52681"/>
                <a:gd name="connsiteY1" fmla="*/ 215009 h 222052"/>
                <a:gd name="connsiteX2" fmla="*/ 13254 w 52681"/>
                <a:gd name="connsiteY2" fmla="*/ 111089 h 222052"/>
                <a:gd name="connsiteX3" fmla="*/ 49813 w 52681"/>
                <a:gd name="connsiteY3" fmla="*/ 6058 h 222052"/>
                <a:gd name="connsiteX4" fmla="*/ 52765 w 52681"/>
                <a:gd name="connsiteY4" fmla="*/ 2283 h 222052"/>
                <a:gd name="connsiteX5" fmla="*/ 50494 w 52681"/>
                <a:gd name="connsiteY5" fmla="*/ 63 h 222052"/>
                <a:gd name="connsiteX6" fmla="*/ 14389 w 52681"/>
                <a:gd name="connsiteY6" fmla="*/ 43363 h 222052"/>
                <a:gd name="connsiteX7" fmla="*/ 83 w 52681"/>
                <a:gd name="connsiteY7" fmla="*/ 111089 h 222052"/>
                <a:gd name="connsiteX8" fmla="*/ 15071 w 52681"/>
                <a:gd name="connsiteY8" fmla="*/ 180369 h 222052"/>
                <a:gd name="connsiteX9" fmla="*/ 50494 w 52681"/>
                <a:gd name="connsiteY9" fmla="*/ 222115 h 222052"/>
                <a:gd name="connsiteX10" fmla="*/ 52765 w 52681"/>
                <a:gd name="connsiteY10" fmla="*/ 21989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681" h="222052">
                  <a:moveTo>
                    <a:pt x="52765" y="219895"/>
                  </a:moveTo>
                  <a:cubicBezTo>
                    <a:pt x="52765" y="219228"/>
                    <a:pt x="52765" y="218784"/>
                    <a:pt x="48905" y="215009"/>
                  </a:cubicBezTo>
                  <a:cubicBezTo>
                    <a:pt x="20520" y="187031"/>
                    <a:pt x="13254" y="145063"/>
                    <a:pt x="13254" y="111089"/>
                  </a:cubicBezTo>
                  <a:cubicBezTo>
                    <a:pt x="13254" y="72452"/>
                    <a:pt x="21883" y="33815"/>
                    <a:pt x="49813" y="6058"/>
                  </a:cubicBezTo>
                  <a:cubicBezTo>
                    <a:pt x="52765" y="3394"/>
                    <a:pt x="52765" y="2949"/>
                    <a:pt x="52765" y="2283"/>
                  </a:cubicBezTo>
                  <a:cubicBezTo>
                    <a:pt x="52765" y="729"/>
                    <a:pt x="51857" y="63"/>
                    <a:pt x="50494" y="63"/>
                  </a:cubicBezTo>
                  <a:cubicBezTo>
                    <a:pt x="48224" y="63"/>
                    <a:pt x="27787" y="15162"/>
                    <a:pt x="14389" y="43363"/>
                  </a:cubicBezTo>
                  <a:cubicBezTo>
                    <a:pt x="2808" y="67789"/>
                    <a:pt x="83" y="92437"/>
                    <a:pt x="83" y="111089"/>
                  </a:cubicBezTo>
                  <a:cubicBezTo>
                    <a:pt x="83" y="128409"/>
                    <a:pt x="2581" y="155277"/>
                    <a:pt x="15071" y="180369"/>
                  </a:cubicBezTo>
                  <a:cubicBezTo>
                    <a:pt x="28695" y="207682"/>
                    <a:pt x="48224" y="222115"/>
                    <a:pt x="50494" y="222115"/>
                  </a:cubicBezTo>
                  <a:cubicBezTo>
                    <a:pt x="51857" y="222115"/>
                    <a:pt x="52765" y="221449"/>
                    <a:pt x="52765" y="21989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9" name="Freeform: Shape 78">
              <a:extLst>
                <a:ext uri="{FF2B5EF4-FFF2-40B4-BE49-F238E27FC236}">
                  <a16:creationId xmlns:a16="http://schemas.microsoft.com/office/drawing/2014/main" id="{DAE897C6-2C15-7C45-8AC5-C66516911EFE}"/>
                </a:ext>
              </a:extLst>
            </p:cNvPr>
            <p:cNvSpPr/>
            <p:nvPr>
              <p:custDataLst>
                <p:tags r:id="rId13"/>
              </p:custDataLst>
            </p:nvPr>
          </p:nvSpPr>
          <p:spPr>
            <a:xfrm>
              <a:off x="2911181" y="5805399"/>
              <a:ext cx="154411" cy="150329"/>
            </a:xfrm>
            <a:custGeom>
              <a:avLst/>
              <a:gdLst>
                <a:gd name="connsiteX0" fmla="*/ 91599 w 154411"/>
                <a:gd name="connsiteY0" fmla="*/ 15606 h 150329"/>
                <a:gd name="connsiteX1" fmla="*/ 96822 w 154411"/>
                <a:gd name="connsiteY1" fmla="*/ 7390 h 150329"/>
                <a:gd name="connsiteX2" fmla="*/ 111128 w 154411"/>
                <a:gd name="connsiteY2" fmla="*/ 6946 h 150329"/>
                <a:gd name="connsiteX3" fmla="*/ 144281 w 154411"/>
                <a:gd name="connsiteY3" fmla="*/ 25155 h 150329"/>
                <a:gd name="connsiteX4" fmla="*/ 142464 w 154411"/>
                <a:gd name="connsiteY4" fmla="*/ 42919 h 150329"/>
                <a:gd name="connsiteX5" fmla="*/ 141783 w 154411"/>
                <a:gd name="connsiteY5" fmla="*/ 47138 h 150329"/>
                <a:gd name="connsiteX6" fmla="*/ 144508 w 154411"/>
                <a:gd name="connsiteY6" fmla="*/ 50025 h 150329"/>
                <a:gd name="connsiteX7" fmla="*/ 147914 w 154411"/>
                <a:gd name="connsiteY7" fmla="*/ 44917 h 150329"/>
                <a:gd name="connsiteX8" fmla="*/ 154045 w 154411"/>
                <a:gd name="connsiteY8" fmla="*/ 6280 h 150329"/>
                <a:gd name="connsiteX9" fmla="*/ 154499 w 154411"/>
                <a:gd name="connsiteY9" fmla="*/ 2505 h 150329"/>
                <a:gd name="connsiteX10" fmla="*/ 148368 w 154411"/>
                <a:gd name="connsiteY10" fmla="*/ 63 h 150329"/>
                <a:gd name="connsiteX11" fmla="*/ 22341 w 154411"/>
                <a:gd name="connsiteY11" fmla="*/ 63 h 150329"/>
                <a:gd name="connsiteX12" fmla="*/ 15074 w 154411"/>
                <a:gd name="connsiteY12" fmla="*/ 4504 h 150329"/>
                <a:gd name="connsiteX13" fmla="*/ 1450 w 154411"/>
                <a:gd name="connsiteY13" fmla="*/ 43585 h 150329"/>
                <a:gd name="connsiteX14" fmla="*/ 87 w 154411"/>
                <a:gd name="connsiteY14" fmla="*/ 47582 h 150329"/>
                <a:gd name="connsiteX15" fmla="*/ 2812 w 154411"/>
                <a:gd name="connsiteY15" fmla="*/ 50025 h 150329"/>
                <a:gd name="connsiteX16" fmla="*/ 6673 w 154411"/>
                <a:gd name="connsiteY16" fmla="*/ 45361 h 150329"/>
                <a:gd name="connsiteX17" fmla="*/ 58446 w 154411"/>
                <a:gd name="connsiteY17" fmla="*/ 6946 h 150329"/>
                <a:gd name="connsiteX18" fmla="*/ 67302 w 154411"/>
                <a:gd name="connsiteY18" fmla="*/ 6946 h 150329"/>
                <a:gd name="connsiteX19" fmla="*/ 73660 w 154411"/>
                <a:gd name="connsiteY19" fmla="*/ 9611 h 150329"/>
                <a:gd name="connsiteX20" fmla="*/ 72752 w 154411"/>
                <a:gd name="connsiteY20" fmla="*/ 14274 h 150329"/>
                <a:gd name="connsiteX21" fmla="*/ 42324 w 154411"/>
                <a:gd name="connsiteY21" fmla="*/ 132850 h 150329"/>
                <a:gd name="connsiteX22" fmla="*/ 15301 w 154411"/>
                <a:gd name="connsiteY22" fmla="*/ 143509 h 150329"/>
                <a:gd name="connsiteX23" fmla="*/ 5764 w 154411"/>
                <a:gd name="connsiteY23" fmla="*/ 147728 h 150329"/>
                <a:gd name="connsiteX24" fmla="*/ 9625 w 154411"/>
                <a:gd name="connsiteY24" fmla="*/ 150392 h 150329"/>
                <a:gd name="connsiteX25" fmla="*/ 28245 w 154411"/>
                <a:gd name="connsiteY25" fmla="*/ 149948 h 150329"/>
                <a:gd name="connsiteX26" fmla="*/ 47546 w 154411"/>
                <a:gd name="connsiteY26" fmla="*/ 149726 h 150329"/>
                <a:gd name="connsiteX27" fmla="*/ 66394 w 154411"/>
                <a:gd name="connsiteY27" fmla="*/ 149948 h 150329"/>
                <a:gd name="connsiteX28" fmla="*/ 86149 w 154411"/>
                <a:gd name="connsiteY28" fmla="*/ 150392 h 150329"/>
                <a:gd name="connsiteX29" fmla="*/ 91145 w 154411"/>
                <a:gd name="connsiteY29" fmla="*/ 145951 h 150329"/>
                <a:gd name="connsiteX30" fmla="*/ 83424 w 154411"/>
                <a:gd name="connsiteY30" fmla="*/ 143509 h 150329"/>
                <a:gd name="connsiteX31" fmla="*/ 68891 w 154411"/>
                <a:gd name="connsiteY31" fmla="*/ 143064 h 150329"/>
                <a:gd name="connsiteX32" fmla="*/ 60490 w 154411"/>
                <a:gd name="connsiteY32" fmla="*/ 138179 h 150329"/>
                <a:gd name="connsiteX33" fmla="*/ 61398 w 154411"/>
                <a:gd name="connsiteY33" fmla="*/ 133516 h 150329"/>
                <a:gd name="connsiteX34" fmla="*/ 91599 w 154411"/>
                <a:gd name="connsiteY34" fmla="*/ 15606 h 15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4411" h="150329">
                  <a:moveTo>
                    <a:pt x="91599" y="15606"/>
                  </a:moveTo>
                  <a:cubicBezTo>
                    <a:pt x="93189" y="9389"/>
                    <a:pt x="94097" y="8057"/>
                    <a:pt x="96822" y="7390"/>
                  </a:cubicBezTo>
                  <a:cubicBezTo>
                    <a:pt x="98865" y="6946"/>
                    <a:pt x="106359" y="6946"/>
                    <a:pt x="111128" y="6946"/>
                  </a:cubicBezTo>
                  <a:cubicBezTo>
                    <a:pt x="134062" y="6946"/>
                    <a:pt x="144281" y="7835"/>
                    <a:pt x="144281" y="25155"/>
                  </a:cubicBezTo>
                  <a:cubicBezTo>
                    <a:pt x="144281" y="28485"/>
                    <a:pt x="143372" y="37146"/>
                    <a:pt x="142464" y="42919"/>
                  </a:cubicBezTo>
                  <a:cubicBezTo>
                    <a:pt x="142237" y="43807"/>
                    <a:pt x="141783" y="46472"/>
                    <a:pt x="141783" y="47138"/>
                  </a:cubicBezTo>
                  <a:cubicBezTo>
                    <a:pt x="141783" y="48470"/>
                    <a:pt x="142464" y="50025"/>
                    <a:pt x="144508" y="50025"/>
                  </a:cubicBezTo>
                  <a:cubicBezTo>
                    <a:pt x="147006" y="50025"/>
                    <a:pt x="147460" y="48248"/>
                    <a:pt x="147914" y="44917"/>
                  </a:cubicBezTo>
                  <a:lnTo>
                    <a:pt x="154045" y="6280"/>
                  </a:lnTo>
                  <a:cubicBezTo>
                    <a:pt x="154272" y="5392"/>
                    <a:pt x="154499" y="3172"/>
                    <a:pt x="154499" y="2505"/>
                  </a:cubicBezTo>
                  <a:cubicBezTo>
                    <a:pt x="154499" y="63"/>
                    <a:pt x="152228" y="63"/>
                    <a:pt x="148368" y="63"/>
                  </a:cubicBezTo>
                  <a:lnTo>
                    <a:pt x="22341" y="63"/>
                  </a:lnTo>
                  <a:cubicBezTo>
                    <a:pt x="16891" y="63"/>
                    <a:pt x="16664" y="285"/>
                    <a:pt x="15074" y="4504"/>
                  </a:cubicBezTo>
                  <a:lnTo>
                    <a:pt x="1450" y="43585"/>
                  </a:lnTo>
                  <a:cubicBezTo>
                    <a:pt x="1223" y="44029"/>
                    <a:pt x="87" y="47138"/>
                    <a:pt x="87" y="47582"/>
                  </a:cubicBezTo>
                  <a:cubicBezTo>
                    <a:pt x="87" y="48914"/>
                    <a:pt x="1223" y="50025"/>
                    <a:pt x="2812" y="50025"/>
                  </a:cubicBezTo>
                  <a:cubicBezTo>
                    <a:pt x="5083" y="50025"/>
                    <a:pt x="5310" y="48914"/>
                    <a:pt x="6673" y="45361"/>
                  </a:cubicBezTo>
                  <a:cubicBezTo>
                    <a:pt x="18935" y="10943"/>
                    <a:pt x="24839" y="6946"/>
                    <a:pt x="58446" y="6946"/>
                  </a:cubicBezTo>
                  <a:lnTo>
                    <a:pt x="67302" y="6946"/>
                  </a:lnTo>
                  <a:cubicBezTo>
                    <a:pt x="73660" y="6946"/>
                    <a:pt x="73660" y="7835"/>
                    <a:pt x="73660" y="9611"/>
                  </a:cubicBezTo>
                  <a:cubicBezTo>
                    <a:pt x="73660" y="10943"/>
                    <a:pt x="72979" y="13608"/>
                    <a:pt x="72752" y="14274"/>
                  </a:cubicBezTo>
                  <a:lnTo>
                    <a:pt x="42324" y="132850"/>
                  </a:lnTo>
                  <a:cubicBezTo>
                    <a:pt x="40280" y="141066"/>
                    <a:pt x="39599" y="143509"/>
                    <a:pt x="15301" y="143509"/>
                  </a:cubicBezTo>
                  <a:cubicBezTo>
                    <a:pt x="7127" y="143509"/>
                    <a:pt x="5764" y="143509"/>
                    <a:pt x="5764" y="147728"/>
                  </a:cubicBezTo>
                  <a:cubicBezTo>
                    <a:pt x="5764" y="150392"/>
                    <a:pt x="8262" y="150392"/>
                    <a:pt x="9625" y="150392"/>
                  </a:cubicBezTo>
                  <a:cubicBezTo>
                    <a:pt x="15756" y="150392"/>
                    <a:pt x="22114" y="149948"/>
                    <a:pt x="28245" y="149948"/>
                  </a:cubicBezTo>
                  <a:cubicBezTo>
                    <a:pt x="34603" y="149948"/>
                    <a:pt x="41188" y="149726"/>
                    <a:pt x="47546" y="149726"/>
                  </a:cubicBezTo>
                  <a:cubicBezTo>
                    <a:pt x="53904" y="149726"/>
                    <a:pt x="60263" y="149948"/>
                    <a:pt x="66394" y="149948"/>
                  </a:cubicBezTo>
                  <a:cubicBezTo>
                    <a:pt x="72979" y="149948"/>
                    <a:pt x="79791" y="150392"/>
                    <a:pt x="86149" y="150392"/>
                  </a:cubicBezTo>
                  <a:cubicBezTo>
                    <a:pt x="88420" y="150392"/>
                    <a:pt x="91145" y="150392"/>
                    <a:pt x="91145" y="145951"/>
                  </a:cubicBezTo>
                  <a:cubicBezTo>
                    <a:pt x="91145" y="143509"/>
                    <a:pt x="89328" y="143509"/>
                    <a:pt x="83424" y="143509"/>
                  </a:cubicBezTo>
                  <a:cubicBezTo>
                    <a:pt x="77747" y="143509"/>
                    <a:pt x="74795" y="143509"/>
                    <a:pt x="68891" y="143064"/>
                  </a:cubicBezTo>
                  <a:cubicBezTo>
                    <a:pt x="62306" y="142398"/>
                    <a:pt x="60490" y="141732"/>
                    <a:pt x="60490" y="138179"/>
                  </a:cubicBezTo>
                  <a:cubicBezTo>
                    <a:pt x="60490" y="137957"/>
                    <a:pt x="60490" y="136847"/>
                    <a:pt x="61398" y="133516"/>
                  </a:cubicBezTo>
                  <a:lnTo>
                    <a:pt x="91599" y="15606"/>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0" name="Freeform: Shape 79">
              <a:extLst>
                <a:ext uri="{FF2B5EF4-FFF2-40B4-BE49-F238E27FC236}">
                  <a16:creationId xmlns:a16="http://schemas.microsoft.com/office/drawing/2014/main" id="{A717FF99-B651-99E4-11C8-81FC2BC92ED8}"/>
                </a:ext>
              </a:extLst>
            </p:cNvPr>
            <p:cNvSpPr/>
            <p:nvPr>
              <p:custDataLst>
                <p:tags r:id="rId14"/>
              </p:custDataLst>
            </p:nvPr>
          </p:nvSpPr>
          <p:spPr>
            <a:xfrm>
              <a:off x="3151891" y="5835820"/>
              <a:ext cx="138743" cy="128790"/>
            </a:xfrm>
            <a:custGeom>
              <a:avLst/>
              <a:gdLst>
                <a:gd name="connsiteX0" fmla="*/ 134526 w 138743"/>
                <a:gd name="connsiteY0" fmla="*/ 69343 h 128790"/>
                <a:gd name="connsiteX1" fmla="*/ 138841 w 138743"/>
                <a:gd name="connsiteY1" fmla="*/ 64458 h 128790"/>
                <a:gd name="connsiteX2" fmla="*/ 134526 w 138743"/>
                <a:gd name="connsiteY2" fmla="*/ 59573 h 128790"/>
                <a:gd name="connsiteX3" fmla="*/ 8726 w 138743"/>
                <a:gd name="connsiteY3" fmla="*/ 1617 h 128790"/>
                <a:gd name="connsiteX4" fmla="*/ 4639 w 138743"/>
                <a:gd name="connsiteY4" fmla="*/ 63 h 128790"/>
                <a:gd name="connsiteX5" fmla="*/ 97 w 138743"/>
                <a:gd name="connsiteY5" fmla="*/ 4504 h 128790"/>
                <a:gd name="connsiteX6" fmla="*/ 4412 w 138743"/>
                <a:gd name="connsiteY6" fmla="*/ 9389 h 128790"/>
                <a:gd name="connsiteX7" fmla="*/ 123627 w 138743"/>
                <a:gd name="connsiteY7" fmla="*/ 64458 h 128790"/>
                <a:gd name="connsiteX8" fmla="*/ 4412 w 138743"/>
                <a:gd name="connsiteY8" fmla="*/ 119527 h 128790"/>
                <a:gd name="connsiteX9" fmla="*/ 97 w 138743"/>
                <a:gd name="connsiteY9" fmla="*/ 124412 h 128790"/>
                <a:gd name="connsiteX10" fmla="*/ 4639 w 138743"/>
                <a:gd name="connsiteY10" fmla="*/ 128853 h 128790"/>
                <a:gd name="connsiteX11" fmla="*/ 8726 w 138743"/>
                <a:gd name="connsiteY11" fmla="*/ 127299 h 128790"/>
                <a:gd name="connsiteX12" fmla="*/ 134526 w 138743"/>
                <a:gd name="connsiteY12" fmla="*/ 69343 h 128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8743" h="128790">
                  <a:moveTo>
                    <a:pt x="134526" y="69343"/>
                  </a:moveTo>
                  <a:cubicBezTo>
                    <a:pt x="137024" y="68233"/>
                    <a:pt x="138841" y="67123"/>
                    <a:pt x="138841" y="64458"/>
                  </a:cubicBezTo>
                  <a:cubicBezTo>
                    <a:pt x="138841" y="61793"/>
                    <a:pt x="137024" y="60683"/>
                    <a:pt x="134526" y="59573"/>
                  </a:cubicBezTo>
                  <a:lnTo>
                    <a:pt x="8726" y="1617"/>
                  </a:lnTo>
                  <a:cubicBezTo>
                    <a:pt x="5774" y="63"/>
                    <a:pt x="5320" y="63"/>
                    <a:pt x="4639" y="63"/>
                  </a:cubicBezTo>
                  <a:cubicBezTo>
                    <a:pt x="2141" y="63"/>
                    <a:pt x="97" y="2061"/>
                    <a:pt x="97" y="4504"/>
                  </a:cubicBezTo>
                  <a:cubicBezTo>
                    <a:pt x="97" y="6502"/>
                    <a:pt x="1233" y="7835"/>
                    <a:pt x="4412" y="9389"/>
                  </a:cubicBezTo>
                  <a:lnTo>
                    <a:pt x="123627" y="64458"/>
                  </a:lnTo>
                  <a:lnTo>
                    <a:pt x="4412" y="119527"/>
                  </a:lnTo>
                  <a:cubicBezTo>
                    <a:pt x="1233" y="121081"/>
                    <a:pt x="97" y="122414"/>
                    <a:pt x="97" y="124412"/>
                  </a:cubicBezTo>
                  <a:cubicBezTo>
                    <a:pt x="97" y="126855"/>
                    <a:pt x="2141" y="128853"/>
                    <a:pt x="4639" y="128853"/>
                  </a:cubicBezTo>
                  <a:cubicBezTo>
                    <a:pt x="5320" y="128853"/>
                    <a:pt x="5774" y="128853"/>
                    <a:pt x="8726" y="127299"/>
                  </a:cubicBezTo>
                  <a:lnTo>
                    <a:pt x="134526" y="6934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1" name="Freeform: Shape 80">
              <a:extLst>
                <a:ext uri="{FF2B5EF4-FFF2-40B4-BE49-F238E27FC236}">
                  <a16:creationId xmlns:a16="http://schemas.microsoft.com/office/drawing/2014/main" id="{5B23700F-4BDF-DAC5-4D29-39CAF2390946}"/>
                </a:ext>
              </a:extLst>
            </p:cNvPr>
            <p:cNvSpPr/>
            <p:nvPr>
              <p:custDataLst>
                <p:tags r:id="rId15"/>
              </p:custDataLst>
            </p:nvPr>
          </p:nvSpPr>
          <p:spPr>
            <a:xfrm>
              <a:off x="3382044" y="5857581"/>
              <a:ext cx="88332" cy="100589"/>
            </a:xfrm>
            <a:custGeom>
              <a:avLst/>
              <a:gdLst>
                <a:gd name="connsiteX0" fmla="*/ 80720 w 88332"/>
                <a:gd name="connsiteY0" fmla="*/ 13830 h 100589"/>
                <a:gd name="connsiteX1" fmla="*/ 70729 w 88332"/>
                <a:gd name="connsiteY1" fmla="*/ 16939 h 100589"/>
                <a:gd name="connsiteX2" fmla="*/ 66641 w 88332"/>
                <a:gd name="connsiteY2" fmla="*/ 25599 h 100589"/>
                <a:gd name="connsiteX3" fmla="*/ 75043 w 88332"/>
                <a:gd name="connsiteY3" fmla="*/ 33371 h 100589"/>
                <a:gd name="connsiteX4" fmla="*/ 87759 w 88332"/>
                <a:gd name="connsiteY4" fmla="*/ 19159 h 100589"/>
                <a:gd name="connsiteX5" fmla="*/ 60964 w 88332"/>
                <a:gd name="connsiteY5" fmla="*/ 63 h 100589"/>
                <a:gd name="connsiteX6" fmla="*/ 108 w 88332"/>
                <a:gd name="connsiteY6" fmla="*/ 63126 h 100589"/>
                <a:gd name="connsiteX7" fmla="*/ 36894 w 88332"/>
                <a:gd name="connsiteY7" fmla="*/ 100652 h 100589"/>
                <a:gd name="connsiteX8" fmla="*/ 88440 w 88332"/>
                <a:gd name="connsiteY8" fmla="*/ 74450 h 100589"/>
                <a:gd name="connsiteX9" fmla="*/ 85716 w 88332"/>
                <a:gd name="connsiteY9" fmla="*/ 71564 h 100589"/>
                <a:gd name="connsiteX10" fmla="*/ 82764 w 88332"/>
                <a:gd name="connsiteY10" fmla="*/ 73784 h 100589"/>
                <a:gd name="connsiteX11" fmla="*/ 37348 w 88332"/>
                <a:gd name="connsiteY11" fmla="*/ 95767 h 100589"/>
                <a:gd name="connsiteX12" fmla="*/ 16912 w 88332"/>
                <a:gd name="connsiteY12" fmla="*/ 71564 h 100589"/>
                <a:gd name="connsiteX13" fmla="*/ 29174 w 88332"/>
                <a:gd name="connsiteY13" fmla="*/ 27153 h 100589"/>
                <a:gd name="connsiteX14" fmla="*/ 61191 w 88332"/>
                <a:gd name="connsiteY14" fmla="*/ 4948 h 100589"/>
                <a:gd name="connsiteX15" fmla="*/ 80720 w 88332"/>
                <a:gd name="connsiteY15" fmla="*/ 1383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8332" h="100589">
                  <a:moveTo>
                    <a:pt x="80720" y="13830"/>
                  </a:moveTo>
                  <a:cubicBezTo>
                    <a:pt x="77087" y="13830"/>
                    <a:pt x="73908" y="13830"/>
                    <a:pt x="70729" y="16939"/>
                  </a:cubicBezTo>
                  <a:cubicBezTo>
                    <a:pt x="67095" y="20270"/>
                    <a:pt x="66641" y="24044"/>
                    <a:pt x="66641" y="25599"/>
                  </a:cubicBezTo>
                  <a:cubicBezTo>
                    <a:pt x="66641" y="30928"/>
                    <a:pt x="70729" y="33371"/>
                    <a:pt x="75043" y="33371"/>
                  </a:cubicBezTo>
                  <a:cubicBezTo>
                    <a:pt x="81628" y="33371"/>
                    <a:pt x="87759" y="28041"/>
                    <a:pt x="87759" y="19159"/>
                  </a:cubicBezTo>
                  <a:cubicBezTo>
                    <a:pt x="87759" y="8279"/>
                    <a:pt x="77087" y="63"/>
                    <a:pt x="60964" y="63"/>
                  </a:cubicBezTo>
                  <a:cubicBezTo>
                    <a:pt x="30309" y="63"/>
                    <a:pt x="108" y="31816"/>
                    <a:pt x="108" y="63126"/>
                  </a:cubicBezTo>
                  <a:cubicBezTo>
                    <a:pt x="108" y="83110"/>
                    <a:pt x="13278" y="100652"/>
                    <a:pt x="36894" y="100652"/>
                  </a:cubicBezTo>
                  <a:cubicBezTo>
                    <a:pt x="69366" y="100652"/>
                    <a:pt x="88440" y="77115"/>
                    <a:pt x="88440" y="74450"/>
                  </a:cubicBezTo>
                  <a:cubicBezTo>
                    <a:pt x="88440" y="73118"/>
                    <a:pt x="87078" y="71564"/>
                    <a:pt x="85716" y="71564"/>
                  </a:cubicBezTo>
                  <a:cubicBezTo>
                    <a:pt x="84580" y="71564"/>
                    <a:pt x="84126" y="72008"/>
                    <a:pt x="82764" y="73784"/>
                  </a:cubicBezTo>
                  <a:cubicBezTo>
                    <a:pt x="64825" y="95767"/>
                    <a:pt x="40073" y="95767"/>
                    <a:pt x="37348" y="95767"/>
                  </a:cubicBezTo>
                  <a:cubicBezTo>
                    <a:pt x="23043" y="95767"/>
                    <a:pt x="16912" y="84887"/>
                    <a:pt x="16912" y="71564"/>
                  </a:cubicBezTo>
                  <a:cubicBezTo>
                    <a:pt x="16912" y="62459"/>
                    <a:pt x="21453" y="40920"/>
                    <a:pt x="29174" y="27153"/>
                  </a:cubicBezTo>
                  <a:cubicBezTo>
                    <a:pt x="36213" y="14496"/>
                    <a:pt x="48702" y="4948"/>
                    <a:pt x="61191" y="4948"/>
                  </a:cubicBezTo>
                  <a:cubicBezTo>
                    <a:pt x="68912" y="4948"/>
                    <a:pt x="77541" y="7835"/>
                    <a:pt x="80720" y="13830"/>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2" name="Freeform: Shape 81">
              <a:extLst>
                <a:ext uri="{FF2B5EF4-FFF2-40B4-BE49-F238E27FC236}">
                  <a16:creationId xmlns:a16="http://schemas.microsoft.com/office/drawing/2014/main" id="{4D7AF726-73C6-D25E-74BF-9E552300DF91}"/>
                </a:ext>
              </a:extLst>
            </p:cNvPr>
            <p:cNvSpPr/>
            <p:nvPr>
              <p:custDataLst>
                <p:tags r:id="rId16"/>
              </p:custDataLst>
            </p:nvPr>
          </p:nvSpPr>
          <p:spPr>
            <a:xfrm>
              <a:off x="3498024" y="5789189"/>
              <a:ext cx="9083" cy="222052"/>
            </a:xfrm>
            <a:custGeom>
              <a:avLst/>
              <a:gdLst>
                <a:gd name="connsiteX0" fmla="*/ 9195 w 9083"/>
                <a:gd name="connsiteY0" fmla="*/ 8057 h 222052"/>
                <a:gd name="connsiteX1" fmla="*/ 4654 w 9083"/>
                <a:gd name="connsiteY1" fmla="*/ 63 h 222052"/>
                <a:gd name="connsiteX2" fmla="*/ 112 w 9083"/>
                <a:gd name="connsiteY2" fmla="*/ 8057 h 222052"/>
                <a:gd name="connsiteX3" fmla="*/ 112 w 9083"/>
                <a:gd name="connsiteY3" fmla="*/ 214121 h 222052"/>
                <a:gd name="connsiteX4" fmla="*/ 4654 w 9083"/>
                <a:gd name="connsiteY4" fmla="*/ 222115 h 222052"/>
                <a:gd name="connsiteX5" fmla="*/ 9195 w 9083"/>
                <a:gd name="connsiteY5" fmla="*/ 214121 h 222052"/>
                <a:gd name="connsiteX6" fmla="*/ 9195 w 9083"/>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83" h="222052">
                  <a:moveTo>
                    <a:pt x="9195" y="8057"/>
                  </a:moveTo>
                  <a:cubicBezTo>
                    <a:pt x="9195" y="4060"/>
                    <a:pt x="9195" y="63"/>
                    <a:pt x="4654" y="63"/>
                  </a:cubicBezTo>
                  <a:cubicBezTo>
                    <a:pt x="112" y="63"/>
                    <a:pt x="112" y="4060"/>
                    <a:pt x="112" y="8057"/>
                  </a:cubicBezTo>
                  <a:lnTo>
                    <a:pt x="112" y="214121"/>
                  </a:lnTo>
                  <a:cubicBezTo>
                    <a:pt x="112" y="218118"/>
                    <a:pt x="112" y="222115"/>
                    <a:pt x="4654" y="222115"/>
                  </a:cubicBezTo>
                  <a:cubicBezTo>
                    <a:pt x="9195" y="222115"/>
                    <a:pt x="9195" y="218118"/>
                    <a:pt x="9195" y="214121"/>
                  </a:cubicBezTo>
                  <a:lnTo>
                    <a:pt x="9195" y="805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3" name="Freeform: Shape 92">
              <a:extLst>
                <a:ext uri="{FF2B5EF4-FFF2-40B4-BE49-F238E27FC236}">
                  <a16:creationId xmlns:a16="http://schemas.microsoft.com/office/drawing/2014/main" id="{C56A1836-F843-6A69-F499-DAC96F301BB9}"/>
                </a:ext>
              </a:extLst>
            </p:cNvPr>
            <p:cNvSpPr/>
            <p:nvPr>
              <p:custDataLst>
                <p:tags r:id="rId17"/>
              </p:custDataLst>
            </p:nvPr>
          </p:nvSpPr>
          <p:spPr>
            <a:xfrm>
              <a:off x="3541573" y="5804066"/>
              <a:ext cx="155092" cy="151661"/>
            </a:xfrm>
            <a:custGeom>
              <a:avLst/>
              <a:gdLst>
                <a:gd name="connsiteX0" fmla="*/ 131819 w 155092"/>
                <a:gd name="connsiteY0" fmla="*/ 17383 h 151661"/>
                <a:gd name="connsiteX1" fmla="*/ 149758 w 155092"/>
                <a:gd name="connsiteY1" fmla="*/ 6946 h 151661"/>
                <a:gd name="connsiteX2" fmla="*/ 155208 w 155092"/>
                <a:gd name="connsiteY2" fmla="*/ 6946 h 151661"/>
                <a:gd name="connsiteX3" fmla="*/ 155208 w 155092"/>
                <a:gd name="connsiteY3" fmla="*/ 63 h 151661"/>
                <a:gd name="connsiteX4" fmla="*/ 121828 w 155092"/>
                <a:gd name="connsiteY4" fmla="*/ 729 h 151661"/>
                <a:gd name="connsiteX5" fmla="*/ 88220 w 155092"/>
                <a:gd name="connsiteY5" fmla="*/ 63 h 151661"/>
                <a:gd name="connsiteX6" fmla="*/ 88220 w 155092"/>
                <a:gd name="connsiteY6" fmla="*/ 6946 h 151661"/>
                <a:gd name="connsiteX7" fmla="*/ 93670 w 155092"/>
                <a:gd name="connsiteY7" fmla="*/ 6946 h 151661"/>
                <a:gd name="connsiteX8" fmla="*/ 111609 w 155092"/>
                <a:gd name="connsiteY8" fmla="*/ 17383 h 151661"/>
                <a:gd name="connsiteX9" fmla="*/ 111609 w 155092"/>
                <a:gd name="connsiteY9" fmla="*/ 69343 h 151661"/>
                <a:gd name="connsiteX10" fmla="*/ 43714 w 155092"/>
                <a:gd name="connsiteY10" fmla="*/ 69343 h 151661"/>
                <a:gd name="connsiteX11" fmla="*/ 43714 w 155092"/>
                <a:gd name="connsiteY11" fmla="*/ 17383 h 151661"/>
                <a:gd name="connsiteX12" fmla="*/ 61653 w 155092"/>
                <a:gd name="connsiteY12" fmla="*/ 6946 h 151661"/>
                <a:gd name="connsiteX13" fmla="*/ 67102 w 155092"/>
                <a:gd name="connsiteY13" fmla="*/ 6946 h 151661"/>
                <a:gd name="connsiteX14" fmla="*/ 67102 w 155092"/>
                <a:gd name="connsiteY14" fmla="*/ 63 h 151661"/>
                <a:gd name="connsiteX15" fmla="*/ 33722 w 155092"/>
                <a:gd name="connsiteY15" fmla="*/ 729 h 151661"/>
                <a:gd name="connsiteX16" fmla="*/ 115 w 155092"/>
                <a:gd name="connsiteY16" fmla="*/ 63 h 151661"/>
                <a:gd name="connsiteX17" fmla="*/ 115 w 155092"/>
                <a:gd name="connsiteY17" fmla="*/ 6946 h 151661"/>
                <a:gd name="connsiteX18" fmla="*/ 5565 w 155092"/>
                <a:gd name="connsiteY18" fmla="*/ 6946 h 151661"/>
                <a:gd name="connsiteX19" fmla="*/ 23504 w 155092"/>
                <a:gd name="connsiteY19" fmla="*/ 17383 h 151661"/>
                <a:gd name="connsiteX20" fmla="*/ 23504 w 155092"/>
                <a:gd name="connsiteY20" fmla="*/ 134404 h 151661"/>
                <a:gd name="connsiteX21" fmla="*/ 5565 w 155092"/>
                <a:gd name="connsiteY21" fmla="*/ 144841 h 151661"/>
                <a:gd name="connsiteX22" fmla="*/ 115 w 155092"/>
                <a:gd name="connsiteY22" fmla="*/ 144841 h 151661"/>
                <a:gd name="connsiteX23" fmla="*/ 115 w 155092"/>
                <a:gd name="connsiteY23" fmla="*/ 151724 h 151661"/>
                <a:gd name="connsiteX24" fmla="*/ 33495 w 155092"/>
                <a:gd name="connsiteY24" fmla="*/ 151058 h 151661"/>
                <a:gd name="connsiteX25" fmla="*/ 67102 w 155092"/>
                <a:gd name="connsiteY25" fmla="*/ 151724 h 151661"/>
                <a:gd name="connsiteX26" fmla="*/ 67102 w 155092"/>
                <a:gd name="connsiteY26" fmla="*/ 144841 h 151661"/>
                <a:gd name="connsiteX27" fmla="*/ 61653 w 155092"/>
                <a:gd name="connsiteY27" fmla="*/ 144841 h 151661"/>
                <a:gd name="connsiteX28" fmla="*/ 43714 w 155092"/>
                <a:gd name="connsiteY28" fmla="*/ 134404 h 151661"/>
                <a:gd name="connsiteX29" fmla="*/ 43714 w 155092"/>
                <a:gd name="connsiteY29" fmla="*/ 76227 h 151661"/>
                <a:gd name="connsiteX30" fmla="*/ 111609 w 155092"/>
                <a:gd name="connsiteY30" fmla="*/ 76227 h 151661"/>
                <a:gd name="connsiteX31" fmla="*/ 111609 w 155092"/>
                <a:gd name="connsiteY31" fmla="*/ 134404 h 151661"/>
                <a:gd name="connsiteX32" fmla="*/ 93670 w 155092"/>
                <a:gd name="connsiteY32" fmla="*/ 144841 h 151661"/>
                <a:gd name="connsiteX33" fmla="*/ 88220 w 155092"/>
                <a:gd name="connsiteY33" fmla="*/ 144841 h 151661"/>
                <a:gd name="connsiteX34" fmla="*/ 88220 w 155092"/>
                <a:gd name="connsiteY34" fmla="*/ 151724 h 151661"/>
                <a:gd name="connsiteX35" fmla="*/ 121601 w 155092"/>
                <a:gd name="connsiteY35" fmla="*/ 151058 h 151661"/>
                <a:gd name="connsiteX36" fmla="*/ 155208 w 155092"/>
                <a:gd name="connsiteY36" fmla="*/ 151724 h 151661"/>
                <a:gd name="connsiteX37" fmla="*/ 155208 w 155092"/>
                <a:gd name="connsiteY37" fmla="*/ 144841 h 151661"/>
                <a:gd name="connsiteX38" fmla="*/ 149758 w 155092"/>
                <a:gd name="connsiteY38" fmla="*/ 144841 h 151661"/>
                <a:gd name="connsiteX39" fmla="*/ 131819 w 155092"/>
                <a:gd name="connsiteY39" fmla="*/ 134404 h 151661"/>
                <a:gd name="connsiteX40" fmla="*/ 131819 w 155092"/>
                <a:gd name="connsiteY40" fmla="*/ 17383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5092" h="151661">
                  <a:moveTo>
                    <a:pt x="131819" y="17383"/>
                  </a:moveTo>
                  <a:cubicBezTo>
                    <a:pt x="131819" y="9389"/>
                    <a:pt x="132273" y="6946"/>
                    <a:pt x="149758" y="6946"/>
                  </a:cubicBezTo>
                  <a:lnTo>
                    <a:pt x="155208" y="6946"/>
                  </a:lnTo>
                  <a:lnTo>
                    <a:pt x="155208" y="63"/>
                  </a:lnTo>
                  <a:cubicBezTo>
                    <a:pt x="147260" y="729"/>
                    <a:pt x="130457" y="729"/>
                    <a:pt x="121828" y="729"/>
                  </a:cubicBezTo>
                  <a:cubicBezTo>
                    <a:pt x="113199" y="729"/>
                    <a:pt x="96168" y="729"/>
                    <a:pt x="88220" y="63"/>
                  </a:cubicBezTo>
                  <a:lnTo>
                    <a:pt x="88220" y="6946"/>
                  </a:lnTo>
                  <a:lnTo>
                    <a:pt x="93670" y="6946"/>
                  </a:lnTo>
                  <a:cubicBezTo>
                    <a:pt x="111155" y="6946"/>
                    <a:pt x="111609" y="9389"/>
                    <a:pt x="111609" y="17383"/>
                  </a:cubicBezTo>
                  <a:lnTo>
                    <a:pt x="111609" y="69343"/>
                  </a:lnTo>
                  <a:lnTo>
                    <a:pt x="43714" y="69343"/>
                  </a:lnTo>
                  <a:lnTo>
                    <a:pt x="43714" y="17383"/>
                  </a:lnTo>
                  <a:cubicBezTo>
                    <a:pt x="43714" y="9389"/>
                    <a:pt x="44168" y="6946"/>
                    <a:pt x="61653" y="6946"/>
                  </a:cubicBezTo>
                  <a:lnTo>
                    <a:pt x="67102" y="6946"/>
                  </a:lnTo>
                  <a:lnTo>
                    <a:pt x="67102" y="63"/>
                  </a:lnTo>
                  <a:cubicBezTo>
                    <a:pt x="59155" y="729"/>
                    <a:pt x="42351" y="729"/>
                    <a:pt x="33722" y="729"/>
                  </a:cubicBezTo>
                  <a:cubicBezTo>
                    <a:pt x="25093" y="729"/>
                    <a:pt x="8063" y="729"/>
                    <a:pt x="115" y="63"/>
                  </a:cubicBezTo>
                  <a:lnTo>
                    <a:pt x="115" y="6946"/>
                  </a:lnTo>
                  <a:lnTo>
                    <a:pt x="5565" y="6946"/>
                  </a:lnTo>
                  <a:cubicBezTo>
                    <a:pt x="23050" y="6946"/>
                    <a:pt x="23504" y="9389"/>
                    <a:pt x="23504" y="17383"/>
                  </a:cubicBezTo>
                  <a:lnTo>
                    <a:pt x="23504" y="134404"/>
                  </a:lnTo>
                  <a:cubicBezTo>
                    <a:pt x="23504" y="142398"/>
                    <a:pt x="23050" y="144841"/>
                    <a:pt x="5565" y="144841"/>
                  </a:cubicBezTo>
                  <a:lnTo>
                    <a:pt x="115" y="144841"/>
                  </a:lnTo>
                  <a:lnTo>
                    <a:pt x="115" y="151724"/>
                  </a:lnTo>
                  <a:cubicBezTo>
                    <a:pt x="8063" y="151058"/>
                    <a:pt x="24866" y="151058"/>
                    <a:pt x="33495" y="151058"/>
                  </a:cubicBezTo>
                  <a:cubicBezTo>
                    <a:pt x="42124" y="151058"/>
                    <a:pt x="59155" y="151058"/>
                    <a:pt x="67102" y="151724"/>
                  </a:cubicBezTo>
                  <a:lnTo>
                    <a:pt x="67102" y="144841"/>
                  </a:lnTo>
                  <a:lnTo>
                    <a:pt x="61653" y="144841"/>
                  </a:lnTo>
                  <a:cubicBezTo>
                    <a:pt x="44168" y="144841"/>
                    <a:pt x="43714" y="142398"/>
                    <a:pt x="43714" y="134404"/>
                  </a:cubicBezTo>
                  <a:lnTo>
                    <a:pt x="43714" y="76227"/>
                  </a:lnTo>
                  <a:lnTo>
                    <a:pt x="111609" y="76227"/>
                  </a:lnTo>
                  <a:lnTo>
                    <a:pt x="111609" y="134404"/>
                  </a:lnTo>
                  <a:cubicBezTo>
                    <a:pt x="111609" y="142398"/>
                    <a:pt x="111155" y="144841"/>
                    <a:pt x="93670" y="144841"/>
                  </a:cubicBezTo>
                  <a:lnTo>
                    <a:pt x="88220" y="144841"/>
                  </a:lnTo>
                  <a:lnTo>
                    <a:pt x="88220" y="151724"/>
                  </a:lnTo>
                  <a:cubicBezTo>
                    <a:pt x="96168" y="151058"/>
                    <a:pt x="112972" y="151058"/>
                    <a:pt x="121601" y="151058"/>
                  </a:cubicBezTo>
                  <a:cubicBezTo>
                    <a:pt x="130230" y="151058"/>
                    <a:pt x="147260" y="151058"/>
                    <a:pt x="155208" y="151724"/>
                  </a:cubicBezTo>
                  <a:lnTo>
                    <a:pt x="155208" y="144841"/>
                  </a:lnTo>
                  <a:lnTo>
                    <a:pt x="149758" y="144841"/>
                  </a:lnTo>
                  <a:cubicBezTo>
                    <a:pt x="132273" y="144841"/>
                    <a:pt x="131819" y="142398"/>
                    <a:pt x="131819" y="134404"/>
                  </a:cubicBezTo>
                  <a:lnTo>
                    <a:pt x="131819" y="1738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4" name="Freeform: Shape 93">
              <a:extLst>
                <a:ext uri="{FF2B5EF4-FFF2-40B4-BE49-F238E27FC236}">
                  <a16:creationId xmlns:a16="http://schemas.microsoft.com/office/drawing/2014/main" id="{399CBBB8-01B7-5552-692A-EBFD067929AF}"/>
                </a:ext>
              </a:extLst>
            </p:cNvPr>
            <p:cNvSpPr/>
            <p:nvPr>
              <p:custDataLst>
                <p:tags r:id="rId18"/>
              </p:custDataLst>
            </p:nvPr>
          </p:nvSpPr>
          <p:spPr>
            <a:xfrm>
              <a:off x="3712652" y="5885826"/>
              <a:ext cx="73754" cy="106318"/>
            </a:xfrm>
            <a:custGeom>
              <a:avLst/>
              <a:gdLst>
                <a:gd name="connsiteX0" fmla="*/ 73877 w 73754"/>
                <a:gd name="connsiteY0" fmla="*/ 53690 h 106318"/>
                <a:gd name="connsiteX1" fmla="*/ 64498 w 73754"/>
                <a:gd name="connsiteY1" fmla="*/ 13432 h 106318"/>
                <a:gd name="connsiteX2" fmla="*/ 37000 w 73754"/>
                <a:gd name="connsiteY2" fmla="*/ 64 h 106318"/>
                <a:gd name="connsiteX3" fmla="*/ 122 w 73754"/>
                <a:gd name="connsiteY3" fmla="*/ 53690 h 106318"/>
                <a:gd name="connsiteX4" fmla="*/ 37000 w 73754"/>
                <a:gd name="connsiteY4" fmla="*/ 106383 h 106318"/>
                <a:gd name="connsiteX5" fmla="*/ 73877 w 73754"/>
                <a:gd name="connsiteY5" fmla="*/ 53690 h 106318"/>
                <a:gd name="connsiteX6" fmla="*/ 37000 w 73754"/>
                <a:gd name="connsiteY6" fmla="*/ 102031 h 106318"/>
                <a:gd name="connsiteX7" fmla="*/ 16813 w 73754"/>
                <a:gd name="connsiteY7" fmla="*/ 85088 h 106318"/>
                <a:gd name="connsiteX8" fmla="*/ 14587 w 73754"/>
                <a:gd name="connsiteY8" fmla="*/ 51669 h 106318"/>
                <a:gd name="connsiteX9" fmla="*/ 16971 w 73754"/>
                <a:gd name="connsiteY9" fmla="*/ 19960 h 106318"/>
                <a:gd name="connsiteX10" fmla="*/ 37000 w 73754"/>
                <a:gd name="connsiteY10" fmla="*/ 4416 h 106318"/>
                <a:gd name="connsiteX11" fmla="*/ 56710 w 73754"/>
                <a:gd name="connsiteY11" fmla="*/ 18561 h 106318"/>
                <a:gd name="connsiteX12" fmla="*/ 59412 w 73754"/>
                <a:gd name="connsiteY12" fmla="*/ 51669 h 106318"/>
                <a:gd name="connsiteX13" fmla="*/ 57346 w 73754"/>
                <a:gd name="connsiteY13" fmla="*/ 84466 h 106318"/>
                <a:gd name="connsiteX14" fmla="*/ 37000 w 73754"/>
                <a:gd name="connsiteY14" fmla="*/ 102031 h 106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754" h="106318">
                  <a:moveTo>
                    <a:pt x="73877" y="53690"/>
                  </a:moveTo>
                  <a:cubicBezTo>
                    <a:pt x="73877" y="36592"/>
                    <a:pt x="71810" y="24312"/>
                    <a:pt x="64498" y="13432"/>
                  </a:cubicBezTo>
                  <a:cubicBezTo>
                    <a:pt x="59571" y="6282"/>
                    <a:pt x="49716" y="64"/>
                    <a:pt x="37000" y="64"/>
                  </a:cubicBezTo>
                  <a:cubicBezTo>
                    <a:pt x="122" y="64"/>
                    <a:pt x="122" y="42498"/>
                    <a:pt x="122" y="53690"/>
                  </a:cubicBezTo>
                  <a:cubicBezTo>
                    <a:pt x="122" y="64881"/>
                    <a:pt x="122" y="106383"/>
                    <a:pt x="37000" y="106383"/>
                  </a:cubicBezTo>
                  <a:cubicBezTo>
                    <a:pt x="73877" y="106383"/>
                    <a:pt x="73877" y="64881"/>
                    <a:pt x="73877" y="53690"/>
                  </a:cubicBezTo>
                  <a:close/>
                  <a:moveTo>
                    <a:pt x="37000" y="102031"/>
                  </a:moveTo>
                  <a:cubicBezTo>
                    <a:pt x="29688" y="102031"/>
                    <a:pt x="19992" y="97834"/>
                    <a:pt x="16813" y="85088"/>
                  </a:cubicBezTo>
                  <a:cubicBezTo>
                    <a:pt x="14587" y="75917"/>
                    <a:pt x="14587" y="63172"/>
                    <a:pt x="14587" y="51669"/>
                  </a:cubicBezTo>
                  <a:cubicBezTo>
                    <a:pt x="14587" y="40322"/>
                    <a:pt x="14587" y="28509"/>
                    <a:pt x="16971" y="19960"/>
                  </a:cubicBezTo>
                  <a:cubicBezTo>
                    <a:pt x="20309" y="7681"/>
                    <a:pt x="30482" y="4416"/>
                    <a:pt x="37000" y="4416"/>
                  </a:cubicBezTo>
                  <a:cubicBezTo>
                    <a:pt x="45583" y="4416"/>
                    <a:pt x="53849" y="9546"/>
                    <a:pt x="56710" y="18561"/>
                  </a:cubicBezTo>
                  <a:cubicBezTo>
                    <a:pt x="59253" y="26955"/>
                    <a:pt x="59412" y="38146"/>
                    <a:pt x="59412" y="51669"/>
                  </a:cubicBezTo>
                  <a:cubicBezTo>
                    <a:pt x="59412" y="63172"/>
                    <a:pt x="59412" y="74674"/>
                    <a:pt x="57346" y="84466"/>
                  </a:cubicBezTo>
                  <a:cubicBezTo>
                    <a:pt x="54167" y="98611"/>
                    <a:pt x="43358" y="102031"/>
                    <a:pt x="37000" y="10203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5" name="Freeform: Shape 94">
              <a:extLst>
                <a:ext uri="{FF2B5EF4-FFF2-40B4-BE49-F238E27FC236}">
                  <a16:creationId xmlns:a16="http://schemas.microsoft.com/office/drawing/2014/main" id="{3967B893-46C7-69A9-49C1-CD6A342E8CEB}"/>
                </a:ext>
              </a:extLst>
            </p:cNvPr>
            <p:cNvSpPr/>
            <p:nvPr>
              <p:custDataLst>
                <p:tags r:id="rId19"/>
              </p:custDataLst>
            </p:nvPr>
          </p:nvSpPr>
          <p:spPr>
            <a:xfrm>
              <a:off x="3819199" y="5789189"/>
              <a:ext cx="52681" cy="222052"/>
            </a:xfrm>
            <a:custGeom>
              <a:avLst/>
              <a:gdLst>
                <a:gd name="connsiteX0" fmla="*/ 52809 w 52681"/>
                <a:gd name="connsiteY0" fmla="*/ 111089 h 222052"/>
                <a:gd name="connsiteX1" fmla="*/ 37822 w 52681"/>
                <a:gd name="connsiteY1" fmla="*/ 41809 h 222052"/>
                <a:gd name="connsiteX2" fmla="*/ 2398 w 52681"/>
                <a:gd name="connsiteY2" fmla="*/ 63 h 222052"/>
                <a:gd name="connsiteX3" fmla="*/ 127 w 52681"/>
                <a:gd name="connsiteY3" fmla="*/ 2283 h 222052"/>
                <a:gd name="connsiteX4" fmla="*/ 4441 w 52681"/>
                <a:gd name="connsiteY4" fmla="*/ 7390 h 222052"/>
                <a:gd name="connsiteX5" fmla="*/ 39638 w 52681"/>
                <a:gd name="connsiteY5" fmla="*/ 111089 h 222052"/>
                <a:gd name="connsiteX6" fmla="*/ 3079 w 52681"/>
                <a:gd name="connsiteY6" fmla="*/ 216120 h 222052"/>
                <a:gd name="connsiteX7" fmla="*/ 127 w 52681"/>
                <a:gd name="connsiteY7" fmla="*/ 219895 h 222052"/>
                <a:gd name="connsiteX8" fmla="*/ 2398 w 52681"/>
                <a:gd name="connsiteY8" fmla="*/ 222115 h 222052"/>
                <a:gd name="connsiteX9" fmla="*/ 38503 w 52681"/>
                <a:gd name="connsiteY9" fmla="*/ 178815 h 222052"/>
                <a:gd name="connsiteX10" fmla="*/ 52809 w 52681"/>
                <a:gd name="connsiteY10" fmla="*/ 111089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681" h="222052">
                  <a:moveTo>
                    <a:pt x="52809" y="111089"/>
                  </a:moveTo>
                  <a:cubicBezTo>
                    <a:pt x="52809" y="93769"/>
                    <a:pt x="50311" y="66901"/>
                    <a:pt x="37822" y="41809"/>
                  </a:cubicBezTo>
                  <a:cubicBezTo>
                    <a:pt x="24197" y="14496"/>
                    <a:pt x="4668" y="63"/>
                    <a:pt x="2398" y="63"/>
                  </a:cubicBezTo>
                  <a:cubicBezTo>
                    <a:pt x="1035" y="63"/>
                    <a:pt x="127" y="951"/>
                    <a:pt x="127" y="2283"/>
                  </a:cubicBezTo>
                  <a:cubicBezTo>
                    <a:pt x="127" y="2949"/>
                    <a:pt x="127" y="3394"/>
                    <a:pt x="4441" y="7390"/>
                  </a:cubicBezTo>
                  <a:cubicBezTo>
                    <a:pt x="26695" y="29374"/>
                    <a:pt x="39638" y="64680"/>
                    <a:pt x="39638" y="111089"/>
                  </a:cubicBezTo>
                  <a:cubicBezTo>
                    <a:pt x="39638" y="149060"/>
                    <a:pt x="31236" y="188141"/>
                    <a:pt x="3079" y="216120"/>
                  </a:cubicBezTo>
                  <a:cubicBezTo>
                    <a:pt x="127" y="218784"/>
                    <a:pt x="127" y="219228"/>
                    <a:pt x="127" y="219895"/>
                  </a:cubicBezTo>
                  <a:cubicBezTo>
                    <a:pt x="127" y="221227"/>
                    <a:pt x="1035" y="222115"/>
                    <a:pt x="2398" y="222115"/>
                  </a:cubicBezTo>
                  <a:cubicBezTo>
                    <a:pt x="4668" y="222115"/>
                    <a:pt x="25105" y="207016"/>
                    <a:pt x="38503" y="178815"/>
                  </a:cubicBezTo>
                  <a:cubicBezTo>
                    <a:pt x="50084" y="154389"/>
                    <a:pt x="52809" y="129741"/>
                    <a:pt x="52809" y="11108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6" name="Freeform: Shape 95">
              <a:extLst>
                <a:ext uri="{FF2B5EF4-FFF2-40B4-BE49-F238E27FC236}">
                  <a16:creationId xmlns:a16="http://schemas.microsoft.com/office/drawing/2014/main" id="{388A72CB-0CA9-BB5D-FA6C-F84F374BEC84}"/>
                </a:ext>
              </a:extLst>
            </p:cNvPr>
            <p:cNvSpPr/>
            <p:nvPr>
              <p:custDataLst>
                <p:tags r:id="rId20"/>
              </p:custDataLst>
            </p:nvPr>
          </p:nvSpPr>
          <p:spPr>
            <a:xfrm>
              <a:off x="3970355" y="5874235"/>
              <a:ext cx="151005" cy="51960"/>
            </a:xfrm>
            <a:custGeom>
              <a:avLst/>
              <a:gdLst>
                <a:gd name="connsiteX0" fmla="*/ 143419 w 151005"/>
                <a:gd name="connsiteY0" fmla="*/ 8945 h 51960"/>
                <a:gd name="connsiteX1" fmla="*/ 151139 w 151005"/>
                <a:gd name="connsiteY1" fmla="*/ 4504 h 51960"/>
                <a:gd name="connsiteX2" fmla="*/ 143646 w 151005"/>
                <a:gd name="connsiteY2" fmla="*/ 63 h 51960"/>
                <a:gd name="connsiteX3" fmla="*/ 7627 w 151005"/>
                <a:gd name="connsiteY3" fmla="*/ 63 h 51960"/>
                <a:gd name="connsiteX4" fmla="*/ 134 w 151005"/>
                <a:gd name="connsiteY4" fmla="*/ 4504 h 51960"/>
                <a:gd name="connsiteX5" fmla="*/ 7854 w 151005"/>
                <a:gd name="connsiteY5" fmla="*/ 8945 h 51960"/>
                <a:gd name="connsiteX6" fmla="*/ 143419 w 151005"/>
                <a:gd name="connsiteY6" fmla="*/ 8945 h 51960"/>
                <a:gd name="connsiteX7" fmla="*/ 143646 w 151005"/>
                <a:gd name="connsiteY7" fmla="*/ 52023 h 51960"/>
                <a:gd name="connsiteX8" fmla="*/ 151139 w 151005"/>
                <a:gd name="connsiteY8" fmla="*/ 47582 h 51960"/>
                <a:gd name="connsiteX9" fmla="*/ 143419 w 151005"/>
                <a:gd name="connsiteY9" fmla="*/ 43141 h 51960"/>
                <a:gd name="connsiteX10" fmla="*/ 7854 w 151005"/>
                <a:gd name="connsiteY10" fmla="*/ 43141 h 51960"/>
                <a:gd name="connsiteX11" fmla="*/ 134 w 151005"/>
                <a:gd name="connsiteY11" fmla="*/ 47582 h 51960"/>
                <a:gd name="connsiteX12" fmla="*/ 7627 w 151005"/>
                <a:gd name="connsiteY12" fmla="*/ 52023 h 51960"/>
                <a:gd name="connsiteX13" fmla="*/ 143646 w 151005"/>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005" h="51960">
                  <a:moveTo>
                    <a:pt x="143419" y="8945"/>
                  </a:moveTo>
                  <a:cubicBezTo>
                    <a:pt x="146825" y="8945"/>
                    <a:pt x="151139" y="8945"/>
                    <a:pt x="151139" y="4504"/>
                  </a:cubicBezTo>
                  <a:cubicBezTo>
                    <a:pt x="151139" y="63"/>
                    <a:pt x="146825" y="63"/>
                    <a:pt x="143646" y="63"/>
                  </a:cubicBezTo>
                  <a:lnTo>
                    <a:pt x="7627" y="63"/>
                  </a:lnTo>
                  <a:cubicBezTo>
                    <a:pt x="4448" y="63"/>
                    <a:pt x="134" y="63"/>
                    <a:pt x="134" y="4504"/>
                  </a:cubicBezTo>
                  <a:cubicBezTo>
                    <a:pt x="134" y="8945"/>
                    <a:pt x="4448" y="8945"/>
                    <a:pt x="7854" y="8945"/>
                  </a:cubicBezTo>
                  <a:lnTo>
                    <a:pt x="143419" y="8945"/>
                  </a:lnTo>
                  <a:close/>
                  <a:moveTo>
                    <a:pt x="143646" y="52023"/>
                  </a:moveTo>
                  <a:cubicBezTo>
                    <a:pt x="146825" y="52023"/>
                    <a:pt x="151139" y="52023"/>
                    <a:pt x="151139" y="47582"/>
                  </a:cubicBezTo>
                  <a:cubicBezTo>
                    <a:pt x="151139" y="43141"/>
                    <a:pt x="146825" y="43141"/>
                    <a:pt x="143419" y="43141"/>
                  </a:cubicBezTo>
                  <a:lnTo>
                    <a:pt x="7854" y="43141"/>
                  </a:lnTo>
                  <a:cubicBezTo>
                    <a:pt x="4448" y="43141"/>
                    <a:pt x="134" y="43141"/>
                    <a:pt x="134" y="47582"/>
                  </a:cubicBezTo>
                  <a:cubicBezTo>
                    <a:pt x="134" y="52023"/>
                    <a:pt x="4448" y="52023"/>
                    <a:pt x="7627" y="52023"/>
                  </a:cubicBezTo>
                  <a:lnTo>
                    <a:pt x="143646" y="5202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7" name="Freeform: Shape 96">
              <a:extLst>
                <a:ext uri="{FF2B5EF4-FFF2-40B4-BE49-F238E27FC236}">
                  <a16:creationId xmlns:a16="http://schemas.microsoft.com/office/drawing/2014/main" id="{B6292674-4807-9EA3-D403-63E6D498CB2A}"/>
                </a:ext>
              </a:extLst>
            </p:cNvPr>
            <p:cNvSpPr/>
            <p:nvPr>
              <p:custDataLst>
                <p:tags r:id="rId21"/>
              </p:custDataLst>
            </p:nvPr>
          </p:nvSpPr>
          <p:spPr>
            <a:xfrm>
              <a:off x="4206185" y="5807841"/>
              <a:ext cx="95599" cy="152771"/>
            </a:xfrm>
            <a:custGeom>
              <a:avLst/>
              <a:gdLst>
                <a:gd name="connsiteX0" fmla="*/ 95743 w 95599"/>
                <a:gd name="connsiteY0" fmla="*/ 76893 h 152771"/>
                <a:gd name="connsiteX1" fmla="*/ 86660 w 95599"/>
                <a:gd name="connsiteY1" fmla="*/ 24933 h 152771"/>
                <a:gd name="connsiteX2" fmla="*/ 48057 w 95599"/>
                <a:gd name="connsiteY2" fmla="*/ 63 h 152771"/>
                <a:gd name="connsiteX3" fmla="*/ 8546 w 95599"/>
                <a:gd name="connsiteY3" fmla="*/ 26487 h 152771"/>
                <a:gd name="connsiteX4" fmla="*/ 144 w 95599"/>
                <a:gd name="connsiteY4" fmla="*/ 76893 h 152771"/>
                <a:gd name="connsiteX5" fmla="*/ 10362 w 95599"/>
                <a:gd name="connsiteY5" fmla="*/ 130407 h 152771"/>
                <a:gd name="connsiteX6" fmla="*/ 47830 w 95599"/>
                <a:gd name="connsiteY6" fmla="*/ 152835 h 152771"/>
                <a:gd name="connsiteX7" fmla="*/ 87341 w 95599"/>
                <a:gd name="connsiteY7" fmla="*/ 127077 h 152771"/>
                <a:gd name="connsiteX8" fmla="*/ 95743 w 95599"/>
                <a:gd name="connsiteY8" fmla="*/ 76893 h 152771"/>
                <a:gd name="connsiteX9" fmla="*/ 47830 w 95599"/>
                <a:gd name="connsiteY9" fmla="*/ 147950 h 152771"/>
                <a:gd name="connsiteX10" fmla="*/ 21489 w 95599"/>
                <a:gd name="connsiteY10" fmla="*/ 121081 h 152771"/>
                <a:gd name="connsiteX11" fmla="*/ 18991 w 95599"/>
                <a:gd name="connsiteY11" fmla="*/ 74228 h 152771"/>
                <a:gd name="connsiteX12" fmla="*/ 20808 w 95599"/>
                <a:gd name="connsiteY12" fmla="*/ 33371 h 152771"/>
                <a:gd name="connsiteX13" fmla="*/ 47830 w 95599"/>
                <a:gd name="connsiteY13" fmla="*/ 4948 h 152771"/>
                <a:gd name="connsiteX14" fmla="*/ 74625 w 95599"/>
                <a:gd name="connsiteY14" fmla="*/ 30928 h 152771"/>
                <a:gd name="connsiteX15" fmla="*/ 76896 w 95599"/>
                <a:gd name="connsiteY15" fmla="*/ 74228 h 152771"/>
                <a:gd name="connsiteX16" fmla="*/ 74398 w 95599"/>
                <a:gd name="connsiteY16" fmla="*/ 120193 h 152771"/>
                <a:gd name="connsiteX17" fmla="*/ 47830 w 95599"/>
                <a:gd name="connsiteY17" fmla="*/ 147950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599" h="152771">
                  <a:moveTo>
                    <a:pt x="95743" y="76893"/>
                  </a:moveTo>
                  <a:cubicBezTo>
                    <a:pt x="95743" y="59129"/>
                    <a:pt x="94608" y="41364"/>
                    <a:pt x="86660" y="24933"/>
                  </a:cubicBezTo>
                  <a:cubicBezTo>
                    <a:pt x="76215" y="3616"/>
                    <a:pt x="57594" y="63"/>
                    <a:pt x="48057" y="63"/>
                  </a:cubicBezTo>
                  <a:cubicBezTo>
                    <a:pt x="34433" y="63"/>
                    <a:pt x="17856" y="5836"/>
                    <a:pt x="8546" y="26487"/>
                  </a:cubicBezTo>
                  <a:cubicBezTo>
                    <a:pt x="1279" y="41809"/>
                    <a:pt x="144" y="59129"/>
                    <a:pt x="144" y="76893"/>
                  </a:cubicBezTo>
                  <a:cubicBezTo>
                    <a:pt x="144" y="93547"/>
                    <a:pt x="1052" y="113531"/>
                    <a:pt x="10362" y="130407"/>
                  </a:cubicBezTo>
                  <a:cubicBezTo>
                    <a:pt x="20127" y="148394"/>
                    <a:pt x="36703" y="152835"/>
                    <a:pt x="47830" y="152835"/>
                  </a:cubicBezTo>
                  <a:cubicBezTo>
                    <a:pt x="60092" y="152835"/>
                    <a:pt x="77350" y="148172"/>
                    <a:pt x="87341" y="127077"/>
                  </a:cubicBezTo>
                  <a:cubicBezTo>
                    <a:pt x="94608" y="111755"/>
                    <a:pt x="95743" y="94435"/>
                    <a:pt x="95743" y="76893"/>
                  </a:cubicBezTo>
                  <a:close/>
                  <a:moveTo>
                    <a:pt x="47830" y="147950"/>
                  </a:moveTo>
                  <a:cubicBezTo>
                    <a:pt x="38974" y="147950"/>
                    <a:pt x="25577" y="142398"/>
                    <a:pt x="21489" y="121081"/>
                  </a:cubicBezTo>
                  <a:cubicBezTo>
                    <a:pt x="18991" y="107758"/>
                    <a:pt x="18991" y="87329"/>
                    <a:pt x="18991" y="74228"/>
                  </a:cubicBezTo>
                  <a:cubicBezTo>
                    <a:pt x="18991" y="60017"/>
                    <a:pt x="18991" y="45361"/>
                    <a:pt x="20808" y="33371"/>
                  </a:cubicBezTo>
                  <a:cubicBezTo>
                    <a:pt x="25122" y="6946"/>
                    <a:pt x="42153" y="4948"/>
                    <a:pt x="47830" y="4948"/>
                  </a:cubicBezTo>
                  <a:cubicBezTo>
                    <a:pt x="55324" y="4948"/>
                    <a:pt x="70311" y="8945"/>
                    <a:pt x="74625" y="30928"/>
                  </a:cubicBezTo>
                  <a:cubicBezTo>
                    <a:pt x="76896" y="43363"/>
                    <a:pt x="76896" y="60239"/>
                    <a:pt x="76896" y="74228"/>
                  </a:cubicBezTo>
                  <a:cubicBezTo>
                    <a:pt x="76896" y="90882"/>
                    <a:pt x="76896" y="105982"/>
                    <a:pt x="74398" y="120193"/>
                  </a:cubicBezTo>
                  <a:cubicBezTo>
                    <a:pt x="70992" y="141288"/>
                    <a:pt x="58048" y="147950"/>
                    <a:pt x="47830" y="147950"/>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8" name="Freeform: Shape 97">
              <a:extLst>
                <a:ext uri="{FF2B5EF4-FFF2-40B4-BE49-F238E27FC236}">
                  <a16:creationId xmlns:a16="http://schemas.microsoft.com/office/drawing/2014/main" id="{4CC65C52-8C67-009F-8A9A-984DF73804C9}"/>
                </a:ext>
              </a:extLst>
            </p:cNvPr>
            <p:cNvSpPr/>
            <p:nvPr>
              <p:custDataLst>
                <p:tags r:id="rId22"/>
              </p:custDataLst>
            </p:nvPr>
          </p:nvSpPr>
          <p:spPr>
            <a:xfrm>
              <a:off x="4330396" y="5932190"/>
              <a:ext cx="24070" cy="23537"/>
            </a:xfrm>
            <a:custGeom>
              <a:avLst/>
              <a:gdLst>
                <a:gd name="connsiteX0" fmla="*/ 24219 w 24070"/>
                <a:gd name="connsiteY0" fmla="*/ 11832 h 23537"/>
                <a:gd name="connsiteX1" fmla="*/ 12184 w 24070"/>
                <a:gd name="connsiteY1" fmla="*/ 63 h 23537"/>
                <a:gd name="connsiteX2" fmla="*/ 149 w 24070"/>
                <a:gd name="connsiteY2" fmla="*/ 11832 h 23537"/>
                <a:gd name="connsiteX3" fmla="*/ 12184 w 24070"/>
                <a:gd name="connsiteY3" fmla="*/ 23600 h 23537"/>
                <a:gd name="connsiteX4" fmla="*/ 24219 w 24070"/>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70" h="23537">
                  <a:moveTo>
                    <a:pt x="24219" y="11832"/>
                  </a:moveTo>
                  <a:cubicBezTo>
                    <a:pt x="24219" y="5392"/>
                    <a:pt x="18769" y="63"/>
                    <a:pt x="12184" y="63"/>
                  </a:cubicBezTo>
                  <a:cubicBezTo>
                    <a:pt x="5599" y="63"/>
                    <a:pt x="149" y="5392"/>
                    <a:pt x="149" y="11832"/>
                  </a:cubicBezTo>
                  <a:cubicBezTo>
                    <a:pt x="149" y="18271"/>
                    <a:pt x="5599" y="23600"/>
                    <a:pt x="12184" y="23600"/>
                  </a:cubicBezTo>
                  <a:cubicBezTo>
                    <a:pt x="18769" y="23600"/>
                    <a:pt x="24219" y="18271"/>
                    <a:pt x="24219" y="11832"/>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9" name="Freeform: Shape 98">
              <a:extLst>
                <a:ext uri="{FF2B5EF4-FFF2-40B4-BE49-F238E27FC236}">
                  <a16:creationId xmlns:a16="http://schemas.microsoft.com/office/drawing/2014/main" id="{CAD97E52-6DC9-4C80-38D8-D95307E4C15F}"/>
                </a:ext>
              </a:extLst>
            </p:cNvPr>
            <p:cNvSpPr/>
            <p:nvPr>
              <p:custDataLst>
                <p:tags r:id="rId23"/>
              </p:custDataLst>
            </p:nvPr>
          </p:nvSpPr>
          <p:spPr>
            <a:xfrm>
              <a:off x="4382801" y="5807841"/>
              <a:ext cx="95599" cy="152771"/>
            </a:xfrm>
            <a:custGeom>
              <a:avLst/>
              <a:gdLst>
                <a:gd name="connsiteX0" fmla="*/ 95751 w 95599"/>
                <a:gd name="connsiteY0" fmla="*/ 76893 h 152771"/>
                <a:gd name="connsiteX1" fmla="*/ 86668 w 95599"/>
                <a:gd name="connsiteY1" fmla="*/ 24933 h 152771"/>
                <a:gd name="connsiteX2" fmla="*/ 48065 w 95599"/>
                <a:gd name="connsiteY2" fmla="*/ 63 h 152771"/>
                <a:gd name="connsiteX3" fmla="*/ 8554 w 95599"/>
                <a:gd name="connsiteY3" fmla="*/ 26487 h 152771"/>
                <a:gd name="connsiteX4" fmla="*/ 152 w 95599"/>
                <a:gd name="connsiteY4" fmla="*/ 76893 h 152771"/>
                <a:gd name="connsiteX5" fmla="*/ 10370 w 95599"/>
                <a:gd name="connsiteY5" fmla="*/ 130407 h 152771"/>
                <a:gd name="connsiteX6" fmla="*/ 47838 w 95599"/>
                <a:gd name="connsiteY6" fmla="*/ 152835 h 152771"/>
                <a:gd name="connsiteX7" fmla="*/ 87349 w 95599"/>
                <a:gd name="connsiteY7" fmla="*/ 127077 h 152771"/>
                <a:gd name="connsiteX8" fmla="*/ 95751 w 95599"/>
                <a:gd name="connsiteY8" fmla="*/ 76893 h 152771"/>
                <a:gd name="connsiteX9" fmla="*/ 47838 w 95599"/>
                <a:gd name="connsiteY9" fmla="*/ 147950 h 152771"/>
                <a:gd name="connsiteX10" fmla="*/ 21497 w 95599"/>
                <a:gd name="connsiteY10" fmla="*/ 121081 h 152771"/>
                <a:gd name="connsiteX11" fmla="*/ 18999 w 95599"/>
                <a:gd name="connsiteY11" fmla="*/ 74228 h 152771"/>
                <a:gd name="connsiteX12" fmla="*/ 20816 w 95599"/>
                <a:gd name="connsiteY12" fmla="*/ 33371 h 152771"/>
                <a:gd name="connsiteX13" fmla="*/ 47838 w 95599"/>
                <a:gd name="connsiteY13" fmla="*/ 4948 h 152771"/>
                <a:gd name="connsiteX14" fmla="*/ 74633 w 95599"/>
                <a:gd name="connsiteY14" fmla="*/ 30928 h 152771"/>
                <a:gd name="connsiteX15" fmla="*/ 76904 w 95599"/>
                <a:gd name="connsiteY15" fmla="*/ 74228 h 152771"/>
                <a:gd name="connsiteX16" fmla="*/ 74406 w 95599"/>
                <a:gd name="connsiteY16" fmla="*/ 120193 h 152771"/>
                <a:gd name="connsiteX17" fmla="*/ 47838 w 95599"/>
                <a:gd name="connsiteY17" fmla="*/ 147950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599" h="152771">
                  <a:moveTo>
                    <a:pt x="95751" y="76893"/>
                  </a:moveTo>
                  <a:cubicBezTo>
                    <a:pt x="95751" y="59129"/>
                    <a:pt x="94615" y="41364"/>
                    <a:pt x="86668" y="24933"/>
                  </a:cubicBezTo>
                  <a:cubicBezTo>
                    <a:pt x="76222" y="3616"/>
                    <a:pt x="57602" y="63"/>
                    <a:pt x="48065" y="63"/>
                  </a:cubicBezTo>
                  <a:cubicBezTo>
                    <a:pt x="34440" y="63"/>
                    <a:pt x="17864" y="5836"/>
                    <a:pt x="8554" y="26487"/>
                  </a:cubicBezTo>
                  <a:cubicBezTo>
                    <a:pt x="1287" y="41809"/>
                    <a:pt x="152" y="59129"/>
                    <a:pt x="152" y="76893"/>
                  </a:cubicBezTo>
                  <a:cubicBezTo>
                    <a:pt x="152" y="93547"/>
                    <a:pt x="1060" y="113531"/>
                    <a:pt x="10370" y="130407"/>
                  </a:cubicBezTo>
                  <a:cubicBezTo>
                    <a:pt x="20134" y="148394"/>
                    <a:pt x="36711" y="152835"/>
                    <a:pt x="47838" y="152835"/>
                  </a:cubicBezTo>
                  <a:cubicBezTo>
                    <a:pt x="60100" y="152835"/>
                    <a:pt x="77358" y="148172"/>
                    <a:pt x="87349" y="127077"/>
                  </a:cubicBezTo>
                  <a:cubicBezTo>
                    <a:pt x="94615" y="111755"/>
                    <a:pt x="95751" y="94435"/>
                    <a:pt x="95751" y="76893"/>
                  </a:cubicBezTo>
                  <a:close/>
                  <a:moveTo>
                    <a:pt x="47838" y="147950"/>
                  </a:moveTo>
                  <a:cubicBezTo>
                    <a:pt x="38982" y="147950"/>
                    <a:pt x="25584" y="142398"/>
                    <a:pt x="21497" y="121081"/>
                  </a:cubicBezTo>
                  <a:cubicBezTo>
                    <a:pt x="18999" y="107758"/>
                    <a:pt x="18999" y="87329"/>
                    <a:pt x="18999" y="74228"/>
                  </a:cubicBezTo>
                  <a:cubicBezTo>
                    <a:pt x="18999" y="60017"/>
                    <a:pt x="18999" y="45361"/>
                    <a:pt x="20816" y="33371"/>
                  </a:cubicBezTo>
                  <a:cubicBezTo>
                    <a:pt x="25130" y="6946"/>
                    <a:pt x="42161" y="4948"/>
                    <a:pt x="47838" y="4948"/>
                  </a:cubicBezTo>
                  <a:cubicBezTo>
                    <a:pt x="55331" y="4948"/>
                    <a:pt x="70318" y="8945"/>
                    <a:pt x="74633" y="30928"/>
                  </a:cubicBezTo>
                  <a:cubicBezTo>
                    <a:pt x="76904" y="43363"/>
                    <a:pt x="76904" y="60239"/>
                    <a:pt x="76904" y="74228"/>
                  </a:cubicBezTo>
                  <a:cubicBezTo>
                    <a:pt x="76904" y="90882"/>
                    <a:pt x="76904" y="105982"/>
                    <a:pt x="74406" y="120193"/>
                  </a:cubicBezTo>
                  <a:cubicBezTo>
                    <a:pt x="71000" y="141288"/>
                    <a:pt x="58056" y="147950"/>
                    <a:pt x="47838" y="147950"/>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0" name="Freeform: Shape 99">
              <a:extLst>
                <a:ext uri="{FF2B5EF4-FFF2-40B4-BE49-F238E27FC236}">
                  <a16:creationId xmlns:a16="http://schemas.microsoft.com/office/drawing/2014/main" id="{950DD61F-F395-7F69-AEF5-EB492E93ADDA}"/>
                </a:ext>
              </a:extLst>
            </p:cNvPr>
            <p:cNvSpPr/>
            <p:nvPr>
              <p:custDataLst>
                <p:tags r:id="rId24"/>
              </p:custDataLst>
            </p:nvPr>
          </p:nvSpPr>
          <p:spPr>
            <a:xfrm>
              <a:off x="4498837" y="5807841"/>
              <a:ext cx="90603" cy="152771"/>
            </a:xfrm>
            <a:custGeom>
              <a:avLst/>
              <a:gdLst>
                <a:gd name="connsiteX0" fmla="*/ 90760 w 90603"/>
                <a:gd name="connsiteY0" fmla="*/ 103317 h 152771"/>
                <a:gd name="connsiteX1" fmla="*/ 47616 w 90603"/>
                <a:gd name="connsiteY1" fmla="*/ 54688 h 152771"/>
                <a:gd name="connsiteX2" fmla="*/ 18777 w 90603"/>
                <a:gd name="connsiteY2" fmla="*/ 66012 h 152771"/>
                <a:gd name="connsiteX3" fmla="*/ 18777 w 90603"/>
                <a:gd name="connsiteY3" fmla="*/ 22712 h 152771"/>
                <a:gd name="connsiteX4" fmla="*/ 38078 w 90603"/>
                <a:gd name="connsiteY4" fmla="*/ 25599 h 152771"/>
                <a:gd name="connsiteX5" fmla="*/ 81904 w 90603"/>
                <a:gd name="connsiteY5" fmla="*/ 2505 h 152771"/>
                <a:gd name="connsiteX6" fmla="*/ 79633 w 90603"/>
                <a:gd name="connsiteY6" fmla="*/ 63 h 152771"/>
                <a:gd name="connsiteX7" fmla="*/ 77817 w 90603"/>
                <a:gd name="connsiteY7" fmla="*/ 729 h 152771"/>
                <a:gd name="connsiteX8" fmla="*/ 46934 w 90603"/>
                <a:gd name="connsiteY8" fmla="*/ 7168 h 152771"/>
                <a:gd name="connsiteX9" fmla="*/ 16733 w 90603"/>
                <a:gd name="connsiteY9" fmla="*/ 951 h 152771"/>
                <a:gd name="connsiteX10" fmla="*/ 14008 w 90603"/>
                <a:gd name="connsiteY10" fmla="*/ 285 h 152771"/>
                <a:gd name="connsiteX11" fmla="*/ 11738 w 90603"/>
                <a:gd name="connsiteY11" fmla="*/ 5614 h 152771"/>
                <a:gd name="connsiteX12" fmla="*/ 11738 w 90603"/>
                <a:gd name="connsiteY12" fmla="*/ 71342 h 152771"/>
                <a:gd name="connsiteX13" fmla="*/ 14917 w 90603"/>
                <a:gd name="connsiteY13" fmla="*/ 77115 h 152771"/>
                <a:gd name="connsiteX14" fmla="*/ 17869 w 90603"/>
                <a:gd name="connsiteY14" fmla="*/ 75116 h 152771"/>
                <a:gd name="connsiteX15" fmla="*/ 47162 w 90603"/>
                <a:gd name="connsiteY15" fmla="*/ 59573 h 152771"/>
                <a:gd name="connsiteX16" fmla="*/ 66463 w 90603"/>
                <a:gd name="connsiteY16" fmla="*/ 73784 h 152771"/>
                <a:gd name="connsiteX17" fmla="*/ 70550 w 90603"/>
                <a:gd name="connsiteY17" fmla="*/ 101763 h 152771"/>
                <a:gd name="connsiteX18" fmla="*/ 65101 w 90603"/>
                <a:gd name="connsiteY18" fmla="*/ 132184 h 152771"/>
                <a:gd name="connsiteX19" fmla="*/ 40803 w 90603"/>
                <a:gd name="connsiteY19" fmla="*/ 146617 h 152771"/>
                <a:gd name="connsiteX20" fmla="*/ 7423 w 90603"/>
                <a:gd name="connsiteY20" fmla="*/ 121747 h 152771"/>
                <a:gd name="connsiteX21" fmla="*/ 11283 w 90603"/>
                <a:gd name="connsiteY21" fmla="*/ 122192 h 152771"/>
                <a:gd name="connsiteX22" fmla="*/ 22637 w 90603"/>
                <a:gd name="connsiteY22" fmla="*/ 111311 h 152771"/>
                <a:gd name="connsiteX23" fmla="*/ 11283 w 90603"/>
                <a:gd name="connsiteY23" fmla="*/ 100430 h 152771"/>
                <a:gd name="connsiteX24" fmla="*/ 157 w 90603"/>
                <a:gd name="connsiteY24" fmla="*/ 112199 h 152771"/>
                <a:gd name="connsiteX25" fmla="*/ 41258 w 90603"/>
                <a:gd name="connsiteY25" fmla="*/ 152835 h 152771"/>
                <a:gd name="connsiteX26" fmla="*/ 90760 w 90603"/>
                <a:gd name="connsiteY26" fmla="*/ 103317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0603" h="152771">
                  <a:moveTo>
                    <a:pt x="90760" y="103317"/>
                  </a:moveTo>
                  <a:cubicBezTo>
                    <a:pt x="90760" y="76893"/>
                    <a:pt x="72140" y="54688"/>
                    <a:pt x="47616" y="54688"/>
                  </a:cubicBezTo>
                  <a:cubicBezTo>
                    <a:pt x="36716" y="54688"/>
                    <a:pt x="26952" y="58240"/>
                    <a:pt x="18777" y="66012"/>
                  </a:cubicBezTo>
                  <a:lnTo>
                    <a:pt x="18777" y="22712"/>
                  </a:lnTo>
                  <a:cubicBezTo>
                    <a:pt x="23319" y="24044"/>
                    <a:pt x="30812" y="25599"/>
                    <a:pt x="38078" y="25599"/>
                  </a:cubicBezTo>
                  <a:cubicBezTo>
                    <a:pt x="66009" y="25599"/>
                    <a:pt x="81904" y="5392"/>
                    <a:pt x="81904" y="2505"/>
                  </a:cubicBezTo>
                  <a:cubicBezTo>
                    <a:pt x="81904" y="1173"/>
                    <a:pt x="81223" y="63"/>
                    <a:pt x="79633" y="63"/>
                  </a:cubicBezTo>
                  <a:cubicBezTo>
                    <a:pt x="79406" y="63"/>
                    <a:pt x="78952" y="63"/>
                    <a:pt x="77817" y="729"/>
                  </a:cubicBezTo>
                  <a:cubicBezTo>
                    <a:pt x="73275" y="2727"/>
                    <a:pt x="62149" y="7168"/>
                    <a:pt x="46934" y="7168"/>
                  </a:cubicBezTo>
                  <a:cubicBezTo>
                    <a:pt x="37851" y="7168"/>
                    <a:pt x="27406" y="5614"/>
                    <a:pt x="16733" y="951"/>
                  </a:cubicBezTo>
                  <a:cubicBezTo>
                    <a:pt x="14917" y="285"/>
                    <a:pt x="14463" y="285"/>
                    <a:pt x="14008" y="285"/>
                  </a:cubicBezTo>
                  <a:cubicBezTo>
                    <a:pt x="11738" y="285"/>
                    <a:pt x="11738" y="2061"/>
                    <a:pt x="11738" y="5614"/>
                  </a:cubicBezTo>
                  <a:lnTo>
                    <a:pt x="11738" y="71342"/>
                  </a:lnTo>
                  <a:cubicBezTo>
                    <a:pt x="11738" y="75339"/>
                    <a:pt x="11738" y="77115"/>
                    <a:pt x="14917" y="77115"/>
                  </a:cubicBezTo>
                  <a:cubicBezTo>
                    <a:pt x="16506" y="77115"/>
                    <a:pt x="16960" y="76449"/>
                    <a:pt x="17869" y="75116"/>
                  </a:cubicBezTo>
                  <a:cubicBezTo>
                    <a:pt x="20367" y="71564"/>
                    <a:pt x="28768" y="59573"/>
                    <a:pt x="47162" y="59573"/>
                  </a:cubicBezTo>
                  <a:cubicBezTo>
                    <a:pt x="58969" y="59573"/>
                    <a:pt x="64646" y="69787"/>
                    <a:pt x="66463" y="73784"/>
                  </a:cubicBezTo>
                  <a:cubicBezTo>
                    <a:pt x="70096" y="82000"/>
                    <a:pt x="70550" y="90660"/>
                    <a:pt x="70550" y="101763"/>
                  </a:cubicBezTo>
                  <a:cubicBezTo>
                    <a:pt x="70550" y="109535"/>
                    <a:pt x="70550" y="122858"/>
                    <a:pt x="65101" y="132184"/>
                  </a:cubicBezTo>
                  <a:cubicBezTo>
                    <a:pt x="59651" y="140844"/>
                    <a:pt x="51249" y="146617"/>
                    <a:pt x="40803" y="146617"/>
                  </a:cubicBezTo>
                  <a:cubicBezTo>
                    <a:pt x="24227" y="146617"/>
                    <a:pt x="11283" y="134849"/>
                    <a:pt x="7423" y="121747"/>
                  </a:cubicBezTo>
                  <a:cubicBezTo>
                    <a:pt x="8104" y="121969"/>
                    <a:pt x="8786" y="122192"/>
                    <a:pt x="11283" y="122192"/>
                  </a:cubicBezTo>
                  <a:cubicBezTo>
                    <a:pt x="18777" y="122192"/>
                    <a:pt x="22637" y="116640"/>
                    <a:pt x="22637" y="111311"/>
                  </a:cubicBezTo>
                  <a:cubicBezTo>
                    <a:pt x="22637" y="105982"/>
                    <a:pt x="18777" y="100430"/>
                    <a:pt x="11283" y="100430"/>
                  </a:cubicBezTo>
                  <a:cubicBezTo>
                    <a:pt x="8104" y="100430"/>
                    <a:pt x="157" y="101985"/>
                    <a:pt x="157" y="112199"/>
                  </a:cubicBezTo>
                  <a:cubicBezTo>
                    <a:pt x="157" y="131296"/>
                    <a:pt x="15825" y="152835"/>
                    <a:pt x="41258" y="152835"/>
                  </a:cubicBezTo>
                  <a:cubicBezTo>
                    <a:pt x="67598" y="152835"/>
                    <a:pt x="90760" y="131518"/>
                    <a:pt x="90760" y="103317"/>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101" name="TextBox 100">
            <a:extLst>
              <a:ext uri="{FF2B5EF4-FFF2-40B4-BE49-F238E27FC236}">
                <a16:creationId xmlns:a16="http://schemas.microsoft.com/office/drawing/2014/main" id="{6390C235-7C5A-21F1-D074-973A8A674416}"/>
              </a:ext>
            </a:extLst>
          </p:cNvPr>
          <p:cNvSpPr txBox="1"/>
          <p:nvPr/>
        </p:nvSpPr>
        <p:spPr>
          <a:xfrm>
            <a:off x="5992403" y="2981708"/>
            <a:ext cx="3799404"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Con </a:t>
            </a:r>
            <a:r>
              <a:rPr kumimoji="0" lang="en-GB" sz="1100" b="0" i="1" u="none" strike="noStrike" kern="1200" cap="none" spc="0" normalizeH="0" baseline="0" noProof="0">
                <a:ln>
                  <a:noFill/>
                </a:ln>
                <a:solidFill>
                  <a:prstClr val="black"/>
                </a:solidFill>
                <a:effectLst/>
                <a:uLnTx/>
                <a:uFillTx/>
                <a:latin typeface="Aptos" panose="020B0004020202020204"/>
                <a:ea typeface="+mn-ea"/>
                <a:cs typeface="+mn-cs"/>
              </a:rPr>
              <a:t>c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definido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región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rechazo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es:</a:t>
            </a:r>
            <a:endParaRPr kumimoji="0" lang="en-GB" sz="1100" b="0" i="1"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108" name="Group 107">
            <a:extLst>
              <a:ext uri="{FF2B5EF4-FFF2-40B4-BE49-F238E27FC236}">
                <a16:creationId xmlns:a16="http://schemas.microsoft.com/office/drawing/2014/main" id="{2203CDAD-1412-350B-7778-BE64FF643E9C}"/>
              </a:ext>
            </a:extLst>
          </p:cNvPr>
          <p:cNvGrpSpPr>
            <a:grpSpLocks noChangeAspect="1"/>
          </p:cNvGrpSpPr>
          <p:nvPr>
            <p:custDataLst>
              <p:tags r:id="rId7"/>
            </p:custDataLst>
          </p:nvPr>
        </p:nvGrpSpPr>
        <p:grpSpPr>
          <a:xfrm>
            <a:off x="6370127" y="3464477"/>
            <a:ext cx="301932" cy="92273"/>
            <a:chOff x="2679005" y="6837371"/>
            <a:chExt cx="478593" cy="146262"/>
          </a:xfrm>
        </p:grpSpPr>
        <p:sp>
          <p:nvSpPr>
            <p:cNvPr id="109" name="Freeform: Shape 108">
              <a:extLst>
                <a:ext uri="{FF2B5EF4-FFF2-40B4-BE49-F238E27FC236}">
                  <a16:creationId xmlns:a16="http://schemas.microsoft.com/office/drawing/2014/main" id="{9E337B48-AFC3-CC33-C2C5-5129EAB8AE94}"/>
                </a:ext>
              </a:extLst>
            </p:cNvPr>
            <p:cNvSpPr/>
            <p:nvPr>
              <p:custDataLst>
                <p:tags r:id="rId8"/>
              </p:custDataLst>
            </p:nvPr>
          </p:nvSpPr>
          <p:spPr>
            <a:xfrm>
              <a:off x="2679005" y="6837371"/>
              <a:ext cx="69917" cy="139892"/>
            </a:xfrm>
            <a:custGeom>
              <a:avLst/>
              <a:gdLst>
                <a:gd name="connsiteX0" fmla="*/ 41754 w 69917"/>
                <a:gd name="connsiteY0" fmla="*/ 49695 h 139892"/>
                <a:gd name="connsiteX1" fmla="*/ 63162 w 69917"/>
                <a:gd name="connsiteY1" fmla="*/ 49695 h 139892"/>
                <a:gd name="connsiteX2" fmla="*/ 69995 w 69917"/>
                <a:gd name="connsiteY2" fmla="*/ 45303 h 139892"/>
                <a:gd name="connsiteX3" fmla="*/ 63618 w 69917"/>
                <a:gd name="connsiteY3" fmla="*/ 42887 h 139892"/>
                <a:gd name="connsiteX4" fmla="*/ 43576 w 69917"/>
                <a:gd name="connsiteY4" fmla="*/ 42887 h 139892"/>
                <a:gd name="connsiteX5" fmla="*/ 52914 w 69917"/>
                <a:gd name="connsiteY5" fmla="*/ 5992 h 139892"/>
                <a:gd name="connsiteX6" fmla="*/ 46309 w 69917"/>
                <a:gd name="connsiteY6" fmla="*/ 63 h 139892"/>
                <a:gd name="connsiteX7" fmla="*/ 37199 w 69917"/>
                <a:gd name="connsiteY7" fmla="*/ 7969 h 139892"/>
                <a:gd name="connsiteX8" fmla="*/ 28317 w 69917"/>
                <a:gd name="connsiteY8" fmla="*/ 42887 h 139892"/>
                <a:gd name="connsiteX9" fmla="*/ 6909 w 69917"/>
                <a:gd name="connsiteY9" fmla="*/ 42887 h 139892"/>
                <a:gd name="connsiteX10" fmla="*/ 77 w 69917"/>
                <a:gd name="connsiteY10" fmla="*/ 47060 h 139892"/>
                <a:gd name="connsiteX11" fmla="*/ 6454 w 69917"/>
                <a:gd name="connsiteY11" fmla="*/ 49695 h 139892"/>
                <a:gd name="connsiteX12" fmla="*/ 26495 w 69917"/>
                <a:gd name="connsiteY12" fmla="*/ 49695 h 139892"/>
                <a:gd name="connsiteX13" fmla="*/ 9187 w 69917"/>
                <a:gd name="connsiteY13" fmla="*/ 119751 h 139892"/>
                <a:gd name="connsiteX14" fmla="*/ 30139 w 69917"/>
                <a:gd name="connsiteY14" fmla="*/ 139956 h 139892"/>
                <a:gd name="connsiteX15" fmla="*/ 66351 w 69917"/>
                <a:gd name="connsiteY15" fmla="*/ 106135 h 139892"/>
                <a:gd name="connsiteX16" fmla="*/ 63618 w 69917"/>
                <a:gd name="connsiteY16" fmla="*/ 103939 h 139892"/>
                <a:gd name="connsiteX17" fmla="*/ 60202 w 69917"/>
                <a:gd name="connsiteY17" fmla="*/ 107014 h 139892"/>
                <a:gd name="connsiteX18" fmla="*/ 30595 w 69917"/>
                <a:gd name="connsiteY18" fmla="*/ 135124 h 139892"/>
                <a:gd name="connsiteX19" fmla="*/ 23535 w 69917"/>
                <a:gd name="connsiteY19" fmla="*/ 125022 h 139892"/>
                <a:gd name="connsiteX20" fmla="*/ 24901 w 69917"/>
                <a:gd name="connsiteY20" fmla="*/ 114481 h 139892"/>
                <a:gd name="connsiteX21" fmla="*/ 41754 w 69917"/>
                <a:gd name="connsiteY21" fmla="*/ 49695 h 139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9917" h="139892">
                  <a:moveTo>
                    <a:pt x="41754" y="49695"/>
                  </a:moveTo>
                  <a:lnTo>
                    <a:pt x="63162" y="49695"/>
                  </a:lnTo>
                  <a:cubicBezTo>
                    <a:pt x="67717" y="49695"/>
                    <a:pt x="69995" y="49695"/>
                    <a:pt x="69995" y="45303"/>
                  </a:cubicBezTo>
                  <a:cubicBezTo>
                    <a:pt x="69995" y="42887"/>
                    <a:pt x="67717" y="42887"/>
                    <a:pt x="63618" y="42887"/>
                  </a:cubicBezTo>
                  <a:lnTo>
                    <a:pt x="43576" y="42887"/>
                  </a:lnTo>
                  <a:cubicBezTo>
                    <a:pt x="51775" y="11702"/>
                    <a:pt x="52914" y="7310"/>
                    <a:pt x="52914" y="5992"/>
                  </a:cubicBezTo>
                  <a:cubicBezTo>
                    <a:pt x="52914" y="2259"/>
                    <a:pt x="50181" y="63"/>
                    <a:pt x="46309" y="63"/>
                  </a:cubicBezTo>
                  <a:cubicBezTo>
                    <a:pt x="45626" y="63"/>
                    <a:pt x="39249" y="282"/>
                    <a:pt x="37199" y="7969"/>
                  </a:cubicBezTo>
                  <a:lnTo>
                    <a:pt x="28317" y="42887"/>
                  </a:lnTo>
                  <a:lnTo>
                    <a:pt x="6909" y="42887"/>
                  </a:lnTo>
                  <a:cubicBezTo>
                    <a:pt x="2354" y="42887"/>
                    <a:pt x="77" y="42887"/>
                    <a:pt x="77" y="47060"/>
                  </a:cubicBezTo>
                  <a:cubicBezTo>
                    <a:pt x="77" y="49695"/>
                    <a:pt x="1899" y="49695"/>
                    <a:pt x="6454" y="49695"/>
                  </a:cubicBezTo>
                  <a:lnTo>
                    <a:pt x="26495" y="49695"/>
                  </a:lnTo>
                  <a:cubicBezTo>
                    <a:pt x="10098" y="112065"/>
                    <a:pt x="9187" y="115798"/>
                    <a:pt x="9187" y="119751"/>
                  </a:cubicBezTo>
                  <a:cubicBezTo>
                    <a:pt x="9187" y="131610"/>
                    <a:pt x="17841" y="139956"/>
                    <a:pt x="30139" y="139956"/>
                  </a:cubicBezTo>
                  <a:cubicBezTo>
                    <a:pt x="53369" y="139956"/>
                    <a:pt x="66351" y="107892"/>
                    <a:pt x="66351" y="106135"/>
                  </a:cubicBezTo>
                  <a:cubicBezTo>
                    <a:pt x="66351" y="103939"/>
                    <a:pt x="64529" y="103939"/>
                    <a:pt x="63618" y="103939"/>
                  </a:cubicBezTo>
                  <a:cubicBezTo>
                    <a:pt x="61568" y="103939"/>
                    <a:pt x="61340" y="104598"/>
                    <a:pt x="60202" y="107014"/>
                  </a:cubicBezTo>
                  <a:cubicBezTo>
                    <a:pt x="50409" y="129854"/>
                    <a:pt x="38338" y="135124"/>
                    <a:pt x="30595" y="135124"/>
                  </a:cubicBezTo>
                  <a:cubicBezTo>
                    <a:pt x="25812" y="135124"/>
                    <a:pt x="23535" y="132269"/>
                    <a:pt x="23535" y="125022"/>
                  </a:cubicBezTo>
                  <a:cubicBezTo>
                    <a:pt x="23535" y="119751"/>
                    <a:pt x="23990" y="118214"/>
                    <a:pt x="24901" y="114481"/>
                  </a:cubicBezTo>
                  <a:lnTo>
                    <a:pt x="41754" y="49695"/>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0" name="Freeform: Shape 109">
              <a:extLst>
                <a:ext uri="{FF2B5EF4-FFF2-40B4-BE49-F238E27FC236}">
                  <a16:creationId xmlns:a16="http://schemas.microsoft.com/office/drawing/2014/main" id="{BF02DCE4-6F43-49E6-F69B-CA67333BB1BC}"/>
                </a:ext>
              </a:extLst>
            </p:cNvPr>
            <p:cNvSpPr/>
            <p:nvPr>
              <p:custDataLst>
                <p:tags r:id="rId9"/>
              </p:custDataLst>
            </p:nvPr>
          </p:nvSpPr>
          <p:spPr>
            <a:xfrm>
              <a:off x="2838172" y="6856258"/>
              <a:ext cx="139152" cy="127375"/>
            </a:xfrm>
            <a:custGeom>
              <a:avLst/>
              <a:gdLst>
                <a:gd name="connsiteX0" fmla="*/ 134909 w 139152"/>
                <a:gd name="connsiteY0" fmla="*/ 68582 h 127375"/>
                <a:gd name="connsiteX1" fmla="*/ 139236 w 139152"/>
                <a:gd name="connsiteY1" fmla="*/ 63750 h 127375"/>
                <a:gd name="connsiteX2" fmla="*/ 134909 w 139152"/>
                <a:gd name="connsiteY2" fmla="*/ 58919 h 127375"/>
                <a:gd name="connsiteX3" fmla="*/ 8737 w 139152"/>
                <a:gd name="connsiteY3" fmla="*/ 1600 h 127375"/>
                <a:gd name="connsiteX4" fmla="*/ 4638 w 139152"/>
                <a:gd name="connsiteY4" fmla="*/ 63 h 127375"/>
                <a:gd name="connsiteX5" fmla="*/ 83 w 139152"/>
                <a:gd name="connsiteY5" fmla="*/ 4455 h 127375"/>
                <a:gd name="connsiteX6" fmla="*/ 4410 w 139152"/>
                <a:gd name="connsiteY6" fmla="*/ 9286 h 127375"/>
                <a:gd name="connsiteX7" fmla="*/ 123977 w 139152"/>
                <a:gd name="connsiteY7" fmla="*/ 63750 h 127375"/>
                <a:gd name="connsiteX8" fmla="*/ 4410 w 139152"/>
                <a:gd name="connsiteY8" fmla="*/ 118214 h 127375"/>
                <a:gd name="connsiteX9" fmla="*/ 83 w 139152"/>
                <a:gd name="connsiteY9" fmla="*/ 123046 h 127375"/>
                <a:gd name="connsiteX10" fmla="*/ 4638 w 139152"/>
                <a:gd name="connsiteY10" fmla="*/ 127438 h 127375"/>
                <a:gd name="connsiteX11" fmla="*/ 8737 w 139152"/>
                <a:gd name="connsiteY11" fmla="*/ 125901 h 127375"/>
                <a:gd name="connsiteX12" fmla="*/ 134909 w 139152"/>
                <a:gd name="connsiteY12" fmla="*/ 68582 h 127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9152" h="127375">
                  <a:moveTo>
                    <a:pt x="134909" y="68582"/>
                  </a:moveTo>
                  <a:cubicBezTo>
                    <a:pt x="137414" y="67484"/>
                    <a:pt x="139236" y="66386"/>
                    <a:pt x="139236" y="63750"/>
                  </a:cubicBezTo>
                  <a:cubicBezTo>
                    <a:pt x="139236" y="61115"/>
                    <a:pt x="137414" y="60017"/>
                    <a:pt x="134909" y="58919"/>
                  </a:cubicBezTo>
                  <a:lnTo>
                    <a:pt x="8737" y="1600"/>
                  </a:lnTo>
                  <a:cubicBezTo>
                    <a:pt x="5777" y="63"/>
                    <a:pt x="5321" y="63"/>
                    <a:pt x="4638" y="63"/>
                  </a:cubicBezTo>
                  <a:cubicBezTo>
                    <a:pt x="2133" y="63"/>
                    <a:pt x="83" y="2039"/>
                    <a:pt x="83" y="4455"/>
                  </a:cubicBezTo>
                  <a:cubicBezTo>
                    <a:pt x="83" y="6432"/>
                    <a:pt x="1222" y="7749"/>
                    <a:pt x="4410" y="9286"/>
                  </a:cubicBezTo>
                  <a:lnTo>
                    <a:pt x="123977" y="63750"/>
                  </a:lnTo>
                  <a:lnTo>
                    <a:pt x="4410" y="118214"/>
                  </a:lnTo>
                  <a:cubicBezTo>
                    <a:pt x="1222" y="119751"/>
                    <a:pt x="83" y="121069"/>
                    <a:pt x="83" y="123046"/>
                  </a:cubicBezTo>
                  <a:cubicBezTo>
                    <a:pt x="83" y="125461"/>
                    <a:pt x="2133" y="127438"/>
                    <a:pt x="4638" y="127438"/>
                  </a:cubicBezTo>
                  <a:cubicBezTo>
                    <a:pt x="5321" y="127438"/>
                    <a:pt x="5777" y="127438"/>
                    <a:pt x="8737" y="125901"/>
                  </a:cubicBezTo>
                  <a:lnTo>
                    <a:pt x="134909" y="68582"/>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1" name="Freeform: Shape 110">
              <a:extLst>
                <a:ext uri="{FF2B5EF4-FFF2-40B4-BE49-F238E27FC236}">
                  <a16:creationId xmlns:a16="http://schemas.microsoft.com/office/drawing/2014/main" id="{E9252DC2-974D-A5D7-AFDD-97FBBE29237C}"/>
                </a:ext>
              </a:extLst>
            </p:cNvPr>
            <p:cNvSpPr/>
            <p:nvPr>
              <p:custDataLst>
                <p:tags r:id="rId10"/>
              </p:custDataLst>
            </p:nvPr>
          </p:nvSpPr>
          <p:spPr>
            <a:xfrm>
              <a:off x="3069005" y="6877780"/>
              <a:ext cx="88593" cy="99484"/>
            </a:xfrm>
            <a:custGeom>
              <a:avLst/>
              <a:gdLst>
                <a:gd name="connsiteX0" fmla="*/ 80943 w 88593"/>
                <a:gd name="connsiteY0" fmla="*/ 13679 h 99484"/>
                <a:gd name="connsiteX1" fmla="*/ 70923 w 88593"/>
                <a:gd name="connsiteY1" fmla="*/ 16753 h 99484"/>
                <a:gd name="connsiteX2" fmla="*/ 66823 w 88593"/>
                <a:gd name="connsiteY2" fmla="*/ 25318 h 99484"/>
                <a:gd name="connsiteX3" fmla="*/ 75250 w 88593"/>
                <a:gd name="connsiteY3" fmla="*/ 33005 h 99484"/>
                <a:gd name="connsiteX4" fmla="*/ 88004 w 88593"/>
                <a:gd name="connsiteY4" fmla="*/ 18949 h 99484"/>
                <a:gd name="connsiteX5" fmla="*/ 61130 w 88593"/>
                <a:gd name="connsiteY5" fmla="*/ 63 h 99484"/>
                <a:gd name="connsiteX6" fmla="*/ 94 w 88593"/>
                <a:gd name="connsiteY6" fmla="*/ 62433 h 99484"/>
                <a:gd name="connsiteX7" fmla="*/ 36988 w 88593"/>
                <a:gd name="connsiteY7" fmla="*/ 99547 h 99484"/>
                <a:gd name="connsiteX8" fmla="*/ 88687 w 88593"/>
                <a:gd name="connsiteY8" fmla="*/ 73633 h 99484"/>
                <a:gd name="connsiteX9" fmla="*/ 85954 w 88593"/>
                <a:gd name="connsiteY9" fmla="*/ 70778 h 99484"/>
                <a:gd name="connsiteX10" fmla="*/ 82993 w 88593"/>
                <a:gd name="connsiteY10" fmla="*/ 72974 h 99484"/>
                <a:gd name="connsiteX11" fmla="*/ 37444 w 88593"/>
                <a:gd name="connsiteY11" fmla="*/ 94716 h 99484"/>
                <a:gd name="connsiteX12" fmla="*/ 16947 w 88593"/>
                <a:gd name="connsiteY12" fmla="*/ 70778 h 99484"/>
                <a:gd name="connsiteX13" fmla="*/ 29245 w 88593"/>
                <a:gd name="connsiteY13" fmla="*/ 26855 h 99484"/>
                <a:gd name="connsiteX14" fmla="*/ 61357 w 88593"/>
                <a:gd name="connsiteY14" fmla="*/ 4894 h 99484"/>
                <a:gd name="connsiteX15" fmla="*/ 80943 w 88593"/>
                <a:gd name="connsiteY15" fmla="*/ 13679 h 99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8593" h="99484">
                  <a:moveTo>
                    <a:pt x="80943" y="13679"/>
                  </a:moveTo>
                  <a:cubicBezTo>
                    <a:pt x="77299" y="13679"/>
                    <a:pt x="74111" y="13679"/>
                    <a:pt x="70923" y="16753"/>
                  </a:cubicBezTo>
                  <a:cubicBezTo>
                    <a:pt x="67279" y="20047"/>
                    <a:pt x="66823" y="23781"/>
                    <a:pt x="66823" y="25318"/>
                  </a:cubicBezTo>
                  <a:cubicBezTo>
                    <a:pt x="66823" y="30589"/>
                    <a:pt x="70923" y="33005"/>
                    <a:pt x="75250" y="33005"/>
                  </a:cubicBezTo>
                  <a:cubicBezTo>
                    <a:pt x="81854" y="33005"/>
                    <a:pt x="88004" y="27734"/>
                    <a:pt x="88004" y="18949"/>
                  </a:cubicBezTo>
                  <a:cubicBezTo>
                    <a:pt x="88004" y="8188"/>
                    <a:pt x="77299" y="63"/>
                    <a:pt x="61130" y="63"/>
                  </a:cubicBezTo>
                  <a:cubicBezTo>
                    <a:pt x="30384" y="63"/>
                    <a:pt x="94" y="31467"/>
                    <a:pt x="94" y="62433"/>
                  </a:cubicBezTo>
                  <a:cubicBezTo>
                    <a:pt x="94" y="82198"/>
                    <a:pt x="13303" y="99547"/>
                    <a:pt x="36988" y="99547"/>
                  </a:cubicBezTo>
                  <a:cubicBezTo>
                    <a:pt x="69556" y="99547"/>
                    <a:pt x="88687" y="76268"/>
                    <a:pt x="88687" y="73633"/>
                  </a:cubicBezTo>
                  <a:cubicBezTo>
                    <a:pt x="88687" y="72315"/>
                    <a:pt x="87320" y="70778"/>
                    <a:pt x="85954" y="70778"/>
                  </a:cubicBezTo>
                  <a:cubicBezTo>
                    <a:pt x="84815" y="70778"/>
                    <a:pt x="84360" y="71217"/>
                    <a:pt x="82993" y="72974"/>
                  </a:cubicBezTo>
                  <a:cubicBezTo>
                    <a:pt x="65001" y="94716"/>
                    <a:pt x="40177" y="94716"/>
                    <a:pt x="37444" y="94716"/>
                  </a:cubicBezTo>
                  <a:cubicBezTo>
                    <a:pt x="23096" y="94716"/>
                    <a:pt x="16947" y="83955"/>
                    <a:pt x="16947" y="70778"/>
                  </a:cubicBezTo>
                  <a:cubicBezTo>
                    <a:pt x="16947" y="61774"/>
                    <a:pt x="21502" y="40471"/>
                    <a:pt x="29245" y="26855"/>
                  </a:cubicBezTo>
                  <a:cubicBezTo>
                    <a:pt x="36305" y="14338"/>
                    <a:pt x="48831" y="4894"/>
                    <a:pt x="61357" y="4894"/>
                  </a:cubicBezTo>
                  <a:cubicBezTo>
                    <a:pt x="69101" y="4894"/>
                    <a:pt x="77755" y="7749"/>
                    <a:pt x="80943" y="1367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112" name="TextBox 111">
            <a:extLst>
              <a:ext uri="{FF2B5EF4-FFF2-40B4-BE49-F238E27FC236}">
                <a16:creationId xmlns:a16="http://schemas.microsoft.com/office/drawing/2014/main" id="{F8C64FE7-9BCF-DD2A-6968-2313CC0BDA80}"/>
              </a:ext>
            </a:extLst>
          </p:cNvPr>
          <p:cNvSpPr txBox="1"/>
          <p:nvPr/>
        </p:nvSpPr>
        <p:spPr>
          <a:xfrm>
            <a:off x="5992403" y="3547455"/>
            <a:ext cx="4200512"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Donde </a:t>
            </a:r>
            <a:r>
              <a:rPr kumimoji="0" lang="en-GB" sz="1100" b="0" i="1" u="none" strike="noStrike" kern="1200" cap="none" spc="0" normalizeH="0" baseline="0" noProof="0">
                <a:ln>
                  <a:noFill/>
                </a:ln>
                <a:solidFill>
                  <a:prstClr val="black"/>
                </a:solidFill>
                <a:effectLst/>
                <a:uLnTx/>
                <a:uFillTx/>
                <a:latin typeface="Aptos" panose="020B0004020202020204"/>
                <a:ea typeface="+mn-ea"/>
                <a:cs typeface="+mn-cs"/>
              </a:rPr>
              <a:t>c </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es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percentil</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100(1-alpha)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distribución</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1" u="none" strike="noStrike" kern="1200" cap="none" spc="0" normalizeH="0" baseline="0" noProof="0">
                <a:ln>
                  <a:noFill/>
                </a:ln>
                <a:solidFill>
                  <a:prstClr val="black"/>
                </a:solidFill>
                <a:effectLst/>
                <a:uLnTx/>
                <a:uFillTx/>
                <a:latin typeface="Aptos" panose="020B0004020202020204"/>
                <a:ea typeface="+mn-ea"/>
                <a:cs typeface="+mn-cs"/>
              </a:rPr>
              <a:t>t </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con n-1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grados</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libertad</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a:t>
            </a:r>
            <a:endParaRPr kumimoji="0" lang="en-GB" sz="1100" b="0" i="1"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3" name="TextBox 112">
            <a:extLst>
              <a:ext uri="{FF2B5EF4-FFF2-40B4-BE49-F238E27FC236}">
                <a16:creationId xmlns:a16="http://schemas.microsoft.com/office/drawing/2014/main" id="{EADA05CF-3123-2ECA-815B-B0090C8F9405}"/>
              </a:ext>
            </a:extLst>
          </p:cNvPr>
          <p:cNvSpPr txBox="1"/>
          <p:nvPr/>
        </p:nvSpPr>
        <p:spPr>
          <a:xfrm>
            <a:off x="5992403" y="2230056"/>
            <a:ext cx="4600981"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Con un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significancia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del 5%,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critico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1" u="none" strike="noStrike" kern="1200" cap="none" spc="0" normalizeH="0" baseline="0" noProof="0">
                <a:ln>
                  <a:noFill/>
                </a:ln>
                <a:solidFill>
                  <a:prstClr val="black"/>
                </a:solidFill>
                <a:effectLst/>
                <a:uLnTx/>
                <a:uFillTx/>
                <a:latin typeface="Aptos" panose="020B0004020202020204"/>
                <a:ea typeface="+mn-ea"/>
                <a:cs typeface="+mn-cs"/>
              </a:rPr>
              <a:t>c </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se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escoge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tal</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manera</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probabilidad</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del error de </a:t>
            </a:r>
            <a:r>
              <a:rPr kumimoji="0" lang="en-GB" sz="1100" b="0" i="0" u="none" strike="noStrike" kern="1200" cap="none" spc="0" normalizeH="0" baseline="0" noProof="0" err="1">
                <a:ln>
                  <a:noFill/>
                </a:ln>
                <a:solidFill>
                  <a:prstClr val="black"/>
                </a:solidFill>
                <a:effectLst/>
                <a:uLnTx/>
                <a:uFillTx/>
                <a:latin typeface="Aptos" panose="020B0004020202020204"/>
                <a:ea typeface="+mn-ea"/>
                <a:cs typeface="+mn-cs"/>
              </a:rPr>
              <a:t>tipo</a:t>
            </a: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I sea 5%.</a:t>
            </a:r>
            <a:endParaRPr kumimoji="0" lang="en-GB" sz="1100" b="0" i="1" u="none" strike="noStrike" kern="1200" cap="none" spc="0" normalizeH="0" baseline="0" noProof="0">
              <a:ln>
                <a:noFill/>
              </a:ln>
              <a:solidFill>
                <a:prstClr val="black"/>
              </a:solidFill>
              <a:effectLst/>
              <a:uLnTx/>
              <a:uFillTx/>
              <a:latin typeface="Aptos" panose="020B0004020202020204"/>
              <a:ea typeface="+mn-ea"/>
              <a:cs typeface="+mn-cs"/>
            </a:endParaRPr>
          </a:p>
        </p:txBody>
      </p:sp>
      <p:pic>
        <p:nvPicPr>
          <p:cNvPr id="114" name="Picture 113">
            <a:extLst>
              <a:ext uri="{FF2B5EF4-FFF2-40B4-BE49-F238E27FC236}">
                <a16:creationId xmlns:a16="http://schemas.microsoft.com/office/drawing/2014/main" id="{CD2F624A-50A8-4C53-0953-62B20FA51C94}"/>
              </a:ext>
            </a:extLst>
          </p:cNvPr>
          <p:cNvPicPr>
            <a:picLocks noChangeAspect="1"/>
          </p:cNvPicPr>
          <p:nvPr/>
        </p:nvPicPr>
        <p:blipFill>
          <a:blip r:embed="rId89">
            <a:clrChange>
              <a:clrFrom>
                <a:srgbClr val="000000"/>
              </a:clrFrom>
              <a:clrTo>
                <a:srgbClr val="000000">
                  <a:alpha val="0"/>
                </a:srgbClr>
              </a:clrTo>
            </a:clrChange>
            <a:duotone>
              <a:schemeClr val="accent4">
                <a:shade val="45000"/>
                <a:satMod val="135000"/>
              </a:schemeClr>
              <a:prstClr val="white"/>
            </a:duotone>
            <a:extLst>
              <a:ext uri="{BEBA8EAE-BF5A-486C-A8C5-ECC9F3942E4B}">
                <a14:imgProps xmlns:a14="http://schemas.microsoft.com/office/drawing/2010/main">
                  <a14:imgLayer r:embed="rId90">
                    <a14:imgEffect>
                      <a14:brightnessContrast bright="-40000" contrast="20000"/>
                    </a14:imgEffect>
                  </a14:imgLayer>
                </a14:imgProps>
              </a:ext>
            </a:extLst>
          </a:blip>
          <a:stretch>
            <a:fillRect/>
          </a:stretch>
        </p:blipFill>
        <p:spPr>
          <a:xfrm>
            <a:off x="7116824" y="4054404"/>
            <a:ext cx="3615496" cy="2390695"/>
          </a:xfrm>
          <a:prstGeom prst="rect">
            <a:avLst/>
          </a:prstGeom>
        </p:spPr>
      </p:pic>
      <p:sp>
        <p:nvSpPr>
          <p:cNvPr id="115" name="TextBox 114">
            <a:extLst>
              <a:ext uri="{FF2B5EF4-FFF2-40B4-BE49-F238E27FC236}">
                <a16:creationId xmlns:a16="http://schemas.microsoft.com/office/drawing/2014/main" id="{1558BDD0-9611-EE65-00F6-48711A378162}"/>
              </a:ext>
            </a:extLst>
          </p:cNvPr>
          <p:cNvSpPr txBox="1"/>
          <p:nvPr/>
        </p:nvSpPr>
        <p:spPr>
          <a:xfrm>
            <a:off x="6099473" y="4085596"/>
            <a:ext cx="1946952" cy="938719"/>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Región</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rechazo</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para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de un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lado</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con un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significancia</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del 5%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frente</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a la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alternativa</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mu&gt;mu0</a:t>
            </a:r>
          </a:p>
        </p:txBody>
      </p:sp>
      <p:grpSp>
        <p:nvGrpSpPr>
          <p:cNvPr id="116" name="Group 115">
            <a:extLst>
              <a:ext uri="{FF2B5EF4-FFF2-40B4-BE49-F238E27FC236}">
                <a16:creationId xmlns:a16="http://schemas.microsoft.com/office/drawing/2014/main" id="{49D5F8F8-289E-856E-1746-67CC7DBA380C}"/>
              </a:ext>
            </a:extLst>
          </p:cNvPr>
          <p:cNvGrpSpPr/>
          <p:nvPr/>
        </p:nvGrpSpPr>
        <p:grpSpPr>
          <a:xfrm>
            <a:off x="891589" y="977005"/>
            <a:ext cx="2333526" cy="646331"/>
            <a:chOff x="1217680" y="3449509"/>
            <a:chExt cx="2333526" cy="646331"/>
          </a:xfrm>
        </p:grpSpPr>
        <p:sp>
          <p:nvSpPr>
            <p:cNvPr id="117" name="TextBox 116">
              <a:extLst>
                <a:ext uri="{FF2B5EF4-FFF2-40B4-BE49-F238E27FC236}">
                  <a16:creationId xmlns:a16="http://schemas.microsoft.com/office/drawing/2014/main" id="{43561C38-7232-05ED-F15A-2A6A2293230A}"/>
                </a:ext>
              </a:extLst>
            </p:cNvPr>
            <p:cNvSpPr txBox="1"/>
            <p:nvPr/>
          </p:nvSpPr>
          <p:spPr>
            <a:xfrm>
              <a:off x="1811354" y="3555926"/>
              <a:ext cx="1739852" cy="507639"/>
            </a:xfrm>
            <a:prstGeom prst="rect">
              <a:avLst/>
            </a:prstGeom>
            <a:noFill/>
          </p:spPr>
          <p:txBody>
            <a:bodyPr wrap="square">
              <a:spAutoFit/>
            </a:bodyPr>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Diseño</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encuestas</a:t>
              </a:r>
              <a:endParaRPr kumimoji="0" lang="en-GB" sz="1600" b="1" i="0" u="none" strike="noStrike" kern="1200" cap="none" spc="0" normalizeH="0" baseline="0" noProof="0">
                <a:ln>
                  <a:noFill/>
                </a:ln>
                <a:solidFill>
                  <a:srgbClr val="9F2A63"/>
                </a:solidFill>
                <a:effectLst/>
                <a:uLnTx/>
                <a:uFillTx/>
                <a:latin typeface="Corbel" panose="020B0503020204020204" pitchFamily="34" charset="0"/>
                <a:ea typeface="+mn-ea"/>
                <a:cs typeface="+mn-cs"/>
              </a:endParaRPr>
            </a:p>
          </p:txBody>
        </p:sp>
        <p:sp>
          <p:nvSpPr>
            <p:cNvPr id="118" name="TextBox 117">
              <a:extLst>
                <a:ext uri="{FF2B5EF4-FFF2-40B4-BE49-F238E27FC236}">
                  <a16:creationId xmlns:a16="http://schemas.microsoft.com/office/drawing/2014/main" id="{E8D399F3-557C-2368-7B92-B53E2C4D9FA1}"/>
                </a:ext>
              </a:extLst>
            </p:cNvPr>
            <p:cNvSpPr txBox="1"/>
            <p:nvPr/>
          </p:nvSpPr>
          <p:spPr>
            <a:xfrm>
              <a:off x="1217680" y="3449509"/>
              <a:ext cx="59367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FF0000"/>
                  </a:solidFill>
                  <a:effectLst/>
                  <a:uLnTx/>
                  <a:uFillTx/>
                  <a:latin typeface="Aptos Black" panose="020B0004020202020204" pitchFamily="34" charset="0"/>
                  <a:ea typeface="+mn-ea"/>
                  <a:cs typeface="+mn-cs"/>
                </a:rPr>
                <a:t>1.</a:t>
              </a:r>
              <a:endParaRPr kumimoji="0" lang="en-GB" sz="3600" b="1" i="0" u="none" strike="noStrike" kern="1200" cap="none" spc="0" normalizeH="0" baseline="0" noProof="0">
                <a:ln>
                  <a:noFill/>
                </a:ln>
                <a:solidFill>
                  <a:srgbClr val="FF0000"/>
                </a:solidFill>
                <a:effectLst/>
                <a:uLnTx/>
                <a:uFillTx/>
                <a:latin typeface="Aptos Black" panose="020B0004020202020204" pitchFamily="34" charset="0"/>
                <a:ea typeface="+mn-ea"/>
                <a:cs typeface="+mn-cs"/>
              </a:endParaRPr>
            </a:p>
          </p:txBody>
        </p:sp>
      </p:grpSp>
      <p:sp>
        <p:nvSpPr>
          <p:cNvPr id="119" name="TextBox 118">
            <a:extLst>
              <a:ext uri="{FF2B5EF4-FFF2-40B4-BE49-F238E27FC236}">
                <a16:creationId xmlns:a16="http://schemas.microsoft.com/office/drawing/2014/main" id="{BB088F4B-E04D-BD67-FF89-09C1F86C2FC6}"/>
              </a:ext>
            </a:extLst>
          </p:cNvPr>
          <p:cNvSpPr txBox="1"/>
          <p:nvPr/>
        </p:nvSpPr>
        <p:spPr>
          <a:xfrm>
            <a:off x="962445" y="1625291"/>
            <a:ext cx="490579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0000"/>
                </a:solidFill>
                <a:effectLst/>
                <a:uLnTx/>
                <a:uFillTx/>
                <a:latin typeface="Aptos" panose="020B0004020202020204"/>
                <a:ea typeface="+mn-ea"/>
                <a:cs typeface="+mn-cs"/>
              </a:rPr>
              <a:t>La </a:t>
            </a:r>
            <a:r>
              <a:rPr kumimoji="0" lang="en-GB" sz="1200" b="1" i="0" u="none" strike="noStrike" kern="1200" cap="none" spc="0" normalizeH="0" baseline="0" noProof="0" err="1">
                <a:ln>
                  <a:noFill/>
                </a:ln>
                <a:solidFill>
                  <a:srgbClr val="FF0000"/>
                </a:solidFill>
                <a:effectLst/>
                <a:uLnTx/>
                <a:uFillTx/>
                <a:latin typeface="Aptos" panose="020B0004020202020204"/>
                <a:ea typeface="+mn-ea"/>
                <a:cs typeface="+mn-cs"/>
              </a:rPr>
              <a:t>muestra</a:t>
            </a:r>
            <a:r>
              <a:rPr kumimoji="0" lang="en-GB" sz="1200" b="1" i="0" u="none" strike="noStrike" kern="1200" cap="none" spc="0" normalizeH="0" baseline="0" noProof="0">
                <a:ln>
                  <a:noFill/>
                </a:ln>
                <a:solidFill>
                  <a:srgbClr val="FF0000"/>
                </a:solidFill>
                <a:effectLst/>
                <a:uLnTx/>
                <a:uFillTx/>
                <a:latin typeface="Aptos" panose="020B0004020202020204"/>
                <a:ea typeface="+mn-ea"/>
                <a:cs typeface="+mn-cs"/>
              </a:rPr>
              <a:t> y la población</a:t>
            </a:r>
            <a:endParaRPr kumimoji="0" lang="en-GB" sz="1100" b="1" i="0" u="none" strike="noStrike" kern="1200" cap="none" spc="0" normalizeH="0" baseline="0" noProof="0">
              <a:ln>
                <a:noFill/>
              </a:ln>
              <a:solidFill>
                <a:srgbClr val="FF0000"/>
              </a:solidFill>
              <a:effectLst/>
              <a:uLnTx/>
              <a:uFillTx/>
              <a:latin typeface="Aptos" panose="020B0004020202020204"/>
              <a:ea typeface="+mn-ea"/>
              <a:cs typeface="+mn-cs"/>
            </a:endParaRPr>
          </a:p>
        </p:txBody>
      </p:sp>
      <p:sp>
        <p:nvSpPr>
          <p:cNvPr id="120" name="TextBox 119">
            <a:extLst>
              <a:ext uri="{FF2B5EF4-FFF2-40B4-BE49-F238E27FC236}">
                <a16:creationId xmlns:a16="http://schemas.microsoft.com/office/drawing/2014/main" id="{D1F0FBAA-7838-1C5B-5EB8-B95BDAAC543F}"/>
              </a:ext>
            </a:extLst>
          </p:cNvPr>
          <p:cNvSpPr txBox="1"/>
          <p:nvPr/>
        </p:nvSpPr>
        <p:spPr>
          <a:xfrm>
            <a:off x="962446" y="1881572"/>
            <a:ext cx="3132183"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Determinación</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del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tamaño</a:t>
            </a: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100" b="1" i="0" u="none" strike="noStrike" kern="1200" cap="none" spc="0" normalizeH="0" baseline="0" noProof="0" err="1">
                <a:ln>
                  <a:noFill/>
                </a:ln>
                <a:solidFill>
                  <a:prstClr val="black"/>
                </a:solidFill>
                <a:effectLst/>
                <a:uLnTx/>
                <a:uFillTx/>
                <a:latin typeface="Aptos" panose="020B0004020202020204"/>
                <a:ea typeface="+mn-ea"/>
                <a:cs typeface="+mn-cs"/>
              </a:rPr>
              <a:t>muestra</a:t>
            </a:r>
            <a:endParaRPr kumimoji="0" lang="en-GB" sz="11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2" name="Título 1">
            <a:extLst>
              <a:ext uri="{FF2B5EF4-FFF2-40B4-BE49-F238E27FC236}">
                <a16:creationId xmlns:a16="http://schemas.microsoft.com/office/drawing/2014/main" id="{8C9A57AC-543A-3E67-432B-7A6F5FDACB76}"/>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err="1">
                <a:ln>
                  <a:noFill/>
                </a:ln>
                <a:solidFill>
                  <a:srgbClr val="FF0000"/>
                </a:solidFill>
                <a:effectLst/>
                <a:uLnTx/>
                <a:uFillTx/>
                <a:latin typeface="Aptos SemiBold" panose="020F0502020204030204" pitchFamily="34" charset="0"/>
                <a:ea typeface="+mj-ea"/>
                <a:cs typeface="+mj-cs"/>
              </a:rPr>
              <a:t>Diseños</a:t>
            </a: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 </a:t>
            </a:r>
            <a:r>
              <a:rPr kumimoji="0" lang="en-GB" sz="3200" b="1" i="0" u="none" strike="noStrike" kern="1200" cap="none" spc="0" normalizeH="0" baseline="0" noProof="0" err="1">
                <a:ln>
                  <a:noFill/>
                </a:ln>
                <a:solidFill>
                  <a:srgbClr val="FF0000"/>
                </a:solidFill>
                <a:effectLst/>
                <a:uLnTx/>
                <a:uFillTx/>
                <a:latin typeface="Aptos SemiBold" panose="020F0502020204030204" pitchFamily="34" charset="0"/>
                <a:ea typeface="+mj-ea"/>
                <a:cs typeface="+mj-cs"/>
              </a:rPr>
              <a:t>cuantitativos</a:t>
            </a:r>
            <a:endPar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endParaRPr>
          </a:p>
        </p:txBody>
      </p:sp>
    </p:spTree>
    <p:extLst>
      <p:ext uri="{BB962C8B-B14F-4D97-AF65-F5344CB8AC3E}">
        <p14:creationId xmlns:p14="http://schemas.microsoft.com/office/powerpoint/2010/main" val="24414071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fade">
                                      <p:cBhvr>
                                        <p:cTn id="7" dur="500"/>
                                        <p:tgtEl>
                                          <p:spTgt spid="75"/>
                                        </p:tgtEl>
                                      </p:cBhvr>
                                    </p:animEffect>
                                  </p:childTnLst>
                                </p:cTn>
                              </p:par>
                              <p:par>
                                <p:cTn id="8" presetID="10" presetClass="entr" presetSubtype="0" fill="hold" nodeType="withEffect">
                                  <p:stCondLst>
                                    <p:cond delay="0"/>
                                  </p:stCondLst>
                                  <p:childTnLst>
                                    <p:set>
                                      <p:cBhvr>
                                        <p:cTn id="9" dur="1" fill="hold">
                                          <p:stCondLst>
                                            <p:cond delay="0"/>
                                          </p:stCondLst>
                                        </p:cTn>
                                        <p:tgtEl>
                                          <p:spTgt spid="140"/>
                                        </p:tgtEl>
                                        <p:attrNameLst>
                                          <p:attrName>style.visibility</p:attrName>
                                        </p:attrNameLst>
                                      </p:cBhvr>
                                      <p:to>
                                        <p:strVal val="visible"/>
                                      </p:to>
                                    </p:set>
                                    <p:animEffect transition="in" filter="fade">
                                      <p:cBhvr>
                                        <p:cTn id="10" dur="500"/>
                                        <p:tgtEl>
                                          <p:spTgt spid="14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67"/>
                                        </p:tgtEl>
                                        <p:attrNameLst>
                                          <p:attrName>style.visibility</p:attrName>
                                        </p:attrNameLst>
                                      </p:cBhvr>
                                      <p:to>
                                        <p:strVal val="visible"/>
                                      </p:to>
                                    </p:set>
                                    <p:animEffect transition="in" filter="fade">
                                      <p:cBhvr>
                                        <p:cTn id="19" dur="500"/>
                                        <p:tgtEl>
                                          <p:spTgt spid="6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9"/>
                                        </p:tgtEl>
                                        <p:attrNameLst>
                                          <p:attrName>style.visibility</p:attrName>
                                        </p:attrNameLst>
                                      </p:cBhvr>
                                      <p:to>
                                        <p:strVal val="visible"/>
                                      </p:to>
                                    </p:set>
                                    <p:animEffect transition="in" filter="fade">
                                      <p:cBhvr>
                                        <p:cTn id="24" dur="500"/>
                                        <p:tgtEl>
                                          <p:spTgt spid="129"/>
                                        </p:tgtEl>
                                      </p:cBhvr>
                                    </p:animEffect>
                                  </p:childTnLst>
                                </p:cTn>
                              </p:par>
                              <p:par>
                                <p:cTn id="25" presetID="10" presetClass="entr" presetSubtype="0" fill="hold" nodeType="with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500"/>
                                        <p:tgtEl>
                                          <p:spTgt spid="51"/>
                                        </p:tgtEl>
                                      </p:cBhvr>
                                    </p:animEffect>
                                  </p:childTnLst>
                                </p:cTn>
                              </p:par>
                              <p:par>
                                <p:cTn id="28" presetID="10" presetClass="entr" presetSubtype="0" fill="hold" nodeType="withEffect">
                                  <p:stCondLst>
                                    <p:cond delay="0"/>
                                  </p:stCondLst>
                                  <p:childTnLst>
                                    <p:set>
                                      <p:cBhvr>
                                        <p:cTn id="29" dur="1" fill="hold">
                                          <p:stCondLst>
                                            <p:cond delay="0"/>
                                          </p:stCondLst>
                                        </p:cTn>
                                        <p:tgtEl>
                                          <p:spTgt spid="107"/>
                                        </p:tgtEl>
                                        <p:attrNameLst>
                                          <p:attrName>style.visibility</p:attrName>
                                        </p:attrNameLst>
                                      </p:cBhvr>
                                      <p:to>
                                        <p:strVal val="visible"/>
                                      </p:to>
                                    </p:set>
                                    <p:animEffect transition="in" filter="fade">
                                      <p:cBhvr>
                                        <p:cTn id="30" dur="500"/>
                                        <p:tgtEl>
                                          <p:spTgt spid="107"/>
                                        </p:tgtEl>
                                      </p:cBhvr>
                                    </p:animEffect>
                                  </p:childTnLst>
                                </p:cTn>
                              </p:par>
                              <p:par>
                                <p:cTn id="31" presetID="10" presetClass="entr" presetSubtype="0" fill="hold" nodeType="withEffect">
                                  <p:stCondLst>
                                    <p:cond delay="0"/>
                                  </p:stCondLst>
                                  <p:childTnLst>
                                    <p:set>
                                      <p:cBhvr>
                                        <p:cTn id="32" dur="1" fill="hold">
                                          <p:stCondLst>
                                            <p:cond delay="0"/>
                                          </p:stCondLst>
                                        </p:cTn>
                                        <p:tgtEl>
                                          <p:spTgt spid="177"/>
                                        </p:tgtEl>
                                        <p:attrNameLst>
                                          <p:attrName>style.visibility</p:attrName>
                                        </p:attrNameLst>
                                      </p:cBhvr>
                                      <p:to>
                                        <p:strVal val="visible"/>
                                      </p:to>
                                    </p:set>
                                    <p:animEffect transition="in" filter="fade">
                                      <p:cBhvr>
                                        <p:cTn id="33" dur="500"/>
                                        <p:tgtEl>
                                          <p:spTgt spid="17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76"/>
                                        </p:tgtEl>
                                        <p:attrNameLst>
                                          <p:attrName>style.visibility</p:attrName>
                                        </p:attrNameLst>
                                      </p:cBhvr>
                                      <p:to>
                                        <p:strVal val="visible"/>
                                      </p:to>
                                    </p:set>
                                    <p:animEffect transition="in" filter="fade">
                                      <p:cBhvr>
                                        <p:cTn id="38" dur="500"/>
                                        <p:tgtEl>
                                          <p:spTgt spid="76"/>
                                        </p:tgtEl>
                                      </p:cBhvr>
                                    </p:animEffect>
                                  </p:childTnLst>
                                </p:cTn>
                              </p:par>
                              <p:par>
                                <p:cTn id="39" presetID="10" presetClass="entr" presetSubtype="0" fill="hold" nodeType="withEffect">
                                  <p:stCondLst>
                                    <p:cond delay="0"/>
                                  </p:stCondLst>
                                  <p:childTnLst>
                                    <p:set>
                                      <p:cBhvr>
                                        <p:cTn id="40" dur="1" fill="hold">
                                          <p:stCondLst>
                                            <p:cond delay="0"/>
                                          </p:stCondLst>
                                        </p:cTn>
                                        <p:tgtEl>
                                          <p:spTgt spid="108"/>
                                        </p:tgtEl>
                                        <p:attrNameLst>
                                          <p:attrName>style.visibility</p:attrName>
                                        </p:attrNameLst>
                                      </p:cBhvr>
                                      <p:to>
                                        <p:strVal val="visible"/>
                                      </p:to>
                                    </p:set>
                                    <p:animEffect transition="in" filter="fade">
                                      <p:cBhvr>
                                        <p:cTn id="41" dur="500"/>
                                        <p:tgtEl>
                                          <p:spTgt spid="10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3"/>
                                        </p:tgtEl>
                                        <p:attrNameLst>
                                          <p:attrName>style.visibility</p:attrName>
                                        </p:attrNameLst>
                                      </p:cBhvr>
                                      <p:to>
                                        <p:strVal val="visible"/>
                                      </p:to>
                                    </p:set>
                                    <p:animEffect transition="in" filter="fade">
                                      <p:cBhvr>
                                        <p:cTn id="44" dur="500"/>
                                        <p:tgtEl>
                                          <p:spTgt spid="11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01"/>
                                        </p:tgtEl>
                                        <p:attrNameLst>
                                          <p:attrName>style.visibility</p:attrName>
                                        </p:attrNameLst>
                                      </p:cBhvr>
                                      <p:to>
                                        <p:strVal val="visible"/>
                                      </p:to>
                                    </p:set>
                                    <p:animEffect transition="in" filter="fade">
                                      <p:cBhvr>
                                        <p:cTn id="47" dur="500"/>
                                        <p:tgtEl>
                                          <p:spTgt spid="10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12"/>
                                        </p:tgtEl>
                                        <p:attrNameLst>
                                          <p:attrName>style.visibility</p:attrName>
                                        </p:attrNameLst>
                                      </p:cBhvr>
                                      <p:to>
                                        <p:strVal val="visible"/>
                                      </p:to>
                                    </p:set>
                                    <p:animEffect transition="in" filter="fade">
                                      <p:cBhvr>
                                        <p:cTn id="50" dur="500"/>
                                        <p:tgtEl>
                                          <p:spTgt spid="11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15"/>
                                        </p:tgtEl>
                                        <p:attrNameLst>
                                          <p:attrName>style.visibility</p:attrName>
                                        </p:attrNameLst>
                                      </p:cBhvr>
                                      <p:to>
                                        <p:strVal val="visible"/>
                                      </p:to>
                                    </p:set>
                                    <p:animEffect transition="in" filter="fade">
                                      <p:cBhvr>
                                        <p:cTn id="55" dur="500"/>
                                        <p:tgtEl>
                                          <p:spTgt spid="115"/>
                                        </p:tgtEl>
                                      </p:cBhvr>
                                    </p:animEffect>
                                  </p:childTnLst>
                                </p:cTn>
                              </p:par>
                              <p:par>
                                <p:cTn id="56" presetID="10" presetClass="entr" presetSubtype="0" fill="hold" nodeType="withEffect">
                                  <p:stCondLst>
                                    <p:cond delay="0"/>
                                  </p:stCondLst>
                                  <p:childTnLst>
                                    <p:set>
                                      <p:cBhvr>
                                        <p:cTn id="57" dur="1" fill="hold">
                                          <p:stCondLst>
                                            <p:cond delay="0"/>
                                          </p:stCondLst>
                                        </p:cTn>
                                        <p:tgtEl>
                                          <p:spTgt spid="114"/>
                                        </p:tgtEl>
                                        <p:attrNameLst>
                                          <p:attrName>style.visibility</p:attrName>
                                        </p:attrNameLst>
                                      </p:cBhvr>
                                      <p:to>
                                        <p:strVal val="visible"/>
                                      </p:to>
                                    </p:set>
                                    <p:animEffect transition="in" filter="fade">
                                      <p:cBhvr>
                                        <p:cTn id="58" dur="5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P spid="75" grpId="0"/>
      <p:bldP spid="6" grpId="0"/>
      <p:bldP spid="9" grpId="0"/>
      <p:bldP spid="101" grpId="0"/>
      <p:bldP spid="112" grpId="0"/>
      <p:bldP spid="113" grpId="0"/>
      <p:bldP spid="115" grpId="0"/>
    </p:bld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23" name="TextBox 22">
            <a:extLst>
              <a:ext uri="{FF2B5EF4-FFF2-40B4-BE49-F238E27FC236}">
                <a16:creationId xmlns:a16="http://schemas.microsoft.com/office/drawing/2014/main" id="{7309AFDA-0ED4-1383-9759-B87D5648C3B0}"/>
              </a:ext>
            </a:extLst>
          </p:cNvPr>
          <p:cNvSpPr txBox="1"/>
          <p:nvPr/>
        </p:nvSpPr>
        <p:spPr>
          <a:xfrm>
            <a:off x="2021680" y="2225668"/>
            <a:ext cx="6336510" cy="1077218"/>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Hipótesis</a:t>
            </a:r>
            <a:endParaRPr kumimoji="0" lang="en-GB" sz="1600" b="1" i="0" u="none" strike="noStrike" kern="1200" cap="none" spc="0" normalizeH="0" baseline="0" noProof="0">
              <a:ln>
                <a:noFill/>
              </a:ln>
              <a:solidFill>
                <a:srgbClr val="EA2023"/>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Para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poder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contrastar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hipótesis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nula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respecto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especificación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alternativa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necesitamos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seleccionar</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estadística</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(o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estadístico</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y un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crítico</a:t>
            </a: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54591982-F5AD-DB9F-9F89-470ABB30708F}"/>
              </a:ext>
            </a:extLst>
          </p:cNvPr>
          <p:cNvSpPr txBox="1"/>
          <p:nvPr/>
        </p:nvSpPr>
        <p:spPr>
          <a:xfrm>
            <a:off x="6096000" y="3925480"/>
            <a:ext cx="4200511" cy="1323439"/>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elección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del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estadístico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y del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crítico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se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basa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conveniencia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y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en</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deseo</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maximizar</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potencia</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asociada</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al error </a:t>
            </a:r>
            <a:r>
              <a:rPr kumimoji="0" lang="en-GB" sz="1600" b="1" i="0" u="none" strike="noStrike" kern="1200" cap="none" spc="0" normalizeH="0" baseline="0" noProof="0" err="1">
                <a:ln>
                  <a:noFill/>
                </a:ln>
                <a:solidFill>
                  <a:srgbClr val="D44842"/>
                </a:solidFill>
                <a:effectLst/>
                <a:uLnTx/>
                <a:uFillTx/>
                <a:latin typeface="Aptos" panose="020B0004020202020204"/>
                <a:ea typeface="+mn-ea"/>
                <a:cs typeface="+mn-cs"/>
              </a:rPr>
              <a:t>tipo</a:t>
            </a:r>
            <a:r>
              <a:rPr kumimoji="0" lang="en-GB" sz="1600" b="1" i="0" u="none" strike="noStrike" kern="1200" cap="none" spc="0" normalizeH="0" baseline="0" noProof="0">
                <a:ln>
                  <a:noFill/>
                </a:ln>
                <a:solidFill>
                  <a:srgbClr val="D44842"/>
                </a:solidFill>
                <a:effectLst/>
                <a:uLnTx/>
                <a:uFillTx/>
                <a:latin typeface="Aptos" panose="020B0004020202020204"/>
                <a:ea typeface="+mn-ea"/>
                <a:cs typeface="+mn-cs"/>
              </a:rPr>
              <a:t> II</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dado un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significación</a:t>
            </a:r>
            <a:b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b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asociada</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al error </a:t>
            </a:r>
            <a:r>
              <a:rPr kumimoji="0" lang="en-GB" sz="1600" b="1" i="0" u="none" strike="noStrike" kern="1200" cap="none" spc="0" normalizeH="0" baseline="0" noProof="0" err="1">
                <a:ln>
                  <a:noFill/>
                </a:ln>
                <a:solidFill>
                  <a:srgbClr val="FAC228"/>
                </a:solidFill>
                <a:effectLst/>
                <a:uLnTx/>
                <a:uFillTx/>
                <a:latin typeface="Aptos" panose="020B0004020202020204"/>
                <a:ea typeface="+mn-ea"/>
                <a:cs typeface="+mn-cs"/>
              </a:rPr>
              <a:t>tipo</a:t>
            </a:r>
            <a:r>
              <a:rPr kumimoji="0" lang="en-GB" sz="1600" b="1" i="0" u="none" strike="noStrike" kern="1200" cap="none" spc="0" normalizeH="0" baseline="0" noProof="0">
                <a:ln>
                  <a:noFill/>
                </a:ln>
                <a:solidFill>
                  <a:srgbClr val="FAC228"/>
                </a:solidFill>
                <a:effectLst/>
                <a:uLnTx/>
                <a:uFillTx/>
                <a:latin typeface="Aptos" panose="020B0004020202020204"/>
                <a:ea typeface="+mn-ea"/>
                <a:cs typeface="+mn-cs"/>
              </a:rPr>
              <a:t> I</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para la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endParaRPr kumimoji="0" lang="en-GB" sz="1600" b="1" i="0" u="none" strike="noStrike" kern="1200" cap="none" spc="0" normalizeH="0" baseline="0" noProof="0">
              <a:ln>
                <a:noFill/>
              </a:ln>
              <a:solidFill>
                <a:srgbClr val="9F2A63"/>
              </a:solidFill>
              <a:effectLst/>
              <a:uLnTx/>
              <a:uFillTx/>
              <a:latin typeface="Aptos" panose="020B0004020202020204"/>
              <a:ea typeface="+mn-ea"/>
              <a:cs typeface="+mn-cs"/>
            </a:endParaRPr>
          </a:p>
        </p:txBody>
      </p:sp>
      <p:sp>
        <p:nvSpPr>
          <p:cNvPr id="8" name="TextBox 7">
            <a:extLst>
              <a:ext uri="{FF2B5EF4-FFF2-40B4-BE49-F238E27FC236}">
                <a16:creationId xmlns:a16="http://schemas.microsoft.com/office/drawing/2014/main" id="{964F6F91-7753-2666-0C67-E83E1E1EBC72}"/>
              </a:ext>
            </a:extLst>
          </p:cNvPr>
          <p:cNvSpPr txBox="1"/>
          <p:nvPr/>
        </p:nvSpPr>
        <p:spPr>
          <a:xfrm>
            <a:off x="1777015" y="1124786"/>
            <a:ext cx="4200511" cy="646331"/>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Pruebas</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hipótesis</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acerca</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la media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en</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una</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población normal</a:t>
            </a:r>
          </a:p>
        </p:txBody>
      </p:sp>
      <p:sp>
        <p:nvSpPr>
          <p:cNvPr id="9" name="Oval 8">
            <a:extLst>
              <a:ext uri="{FF2B5EF4-FFF2-40B4-BE49-F238E27FC236}">
                <a16:creationId xmlns:a16="http://schemas.microsoft.com/office/drawing/2014/main" id="{A0E61EAC-D629-34BB-E067-8C1C8C223EB9}"/>
              </a:ext>
            </a:extLst>
          </p:cNvPr>
          <p:cNvSpPr/>
          <p:nvPr/>
        </p:nvSpPr>
        <p:spPr>
          <a:xfrm>
            <a:off x="2277808" y="3699606"/>
            <a:ext cx="453397" cy="451749"/>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Aptos Black" panose="020B0004020202020204" pitchFamily="34" charset="0"/>
                <a:ea typeface="+mn-ea"/>
                <a:cs typeface="+mn-cs"/>
              </a:rPr>
              <a:t>1</a:t>
            </a:r>
          </a:p>
        </p:txBody>
      </p:sp>
      <p:sp>
        <p:nvSpPr>
          <p:cNvPr id="10" name="TextBox 9">
            <a:extLst>
              <a:ext uri="{FF2B5EF4-FFF2-40B4-BE49-F238E27FC236}">
                <a16:creationId xmlns:a16="http://schemas.microsoft.com/office/drawing/2014/main" id="{BF5EFA30-CD2D-5826-7695-C0CF5716A969}"/>
              </a:ext>
            </a:extLst>
          </p:cNvPr>
          <p:cNvSpPr txBox="1"/>
          <p:nvPr/>
        </p:nvSpPr>
        <p:spPr>
          <a:xfrm>
            <a:off x="2731203" y="3674007"/>
            <a:ext cx="1454980" cy="560218"/>
          </a:xfrm>
          <a:prstGeom prst="rect">
            <a:avLst/>
          </a:prstGeom>
          <a:noFill/>
        </p:spPr>
        <p:txBody>
          <a:bodyPr wrap="square">
            <a:spAutoFit/>
          </a:bodyPr>
          <a:lstStyle>
            <a:defPPr>
              <a:defRPr lang="en-US"/>
            </a:defPPr>
            <a:lvl1pPr>
              <a:defRPr b="1">
                <a:solidFill>
                  <a:schemeClr val="accent2"/>
                </a:solidFill>
              </a:defRPr>
            </a:lvl1p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Prueba</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estadística</a:t>
            </a:r>
            <a:endParaRPr kumimoji="0" lang="en-GB" sz="1400" b="0" i="0" u="none" strike="noStrike" kern="1200" cap="none" spc="0" normalizeH="0" baseline="0" noProof="0">
              <a:ln>
                <a:noFill/>
              </a:ln>
              <a:solidFill>
                <a:srgbClr val="EA2023"/>
              </a:solidFill>
              <a:effectLst/>
              <a:uLnTx/>
              <a:uFillTx/>
              <a:latin typeface="Aptos" panose="020B0004020202020204"/>
              <a:ea typeface="+mn-ea"/>
              <a:cs typeface="+mn-cs"/>
            </a:endParaRPr>
          </a:p>
        </p:txBody>
      </p:sp>
      <p:sp>
        <p:nvSpPr>
          <p:cNvPr id="12" name="Oval 11">
            <a:extLst>
              <a:ext uri="{FF2B5EF4-FFF2-40B4-BE49-F238E27FC236}">
                <a16:creationId xmlns:a16="http://schemas.microsoft.com/office/drawing/2014/main" id="{57C56B23-4FA8-EF94-D9E0-125E12F858B4}"/>
              </a:ext>
            </a:extLst>
          </p:cNvPr>
          <p:cNvSpPr/>
          <p:nvPr/>
        </p:nvSpPr>
        <p:spPr>
          <a:xfrm>
            <a:off x="2277806" y="4644354"/>
            <a:ext cx="453397" cy="451749"/>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Aptos Black" panose="020B0004020202020204" pitchFamily="34" charset="0"/>
                <a:ea typeface="+mn-ea"/>
                <a:cs typeface="+mn-cs"/>
              </a:rPr>
              <a:t>2</a:t>
            </a:r>
          </a:p>
        </p:txBody>
      </p:sp>
      <p:sp>
        <p:nvSpPr>
          <p:cNvPr id="13" name="TextBox 12">
            <a:extLst>
              <a:ext uri="{FF2B5EF4-FFF2-40B4-BE49-F238E27FC236}">
                <a16:creationId xmlns:a16="http://schemas.microsoft.com/office/drawing/2014/main" id="{1CCF00D3-F6EE-BD82-7EB2-CBA6FBDE2680}"/>
              </a:ext>
            </a:extLst>
          </p:cNvPr>
          <p:cNvSpPr txBox="1"/>
          <p:nvPr/>
        </p:nvSpPr>
        <p:spPr>
          <a:xfrm>
            <a:off x="2786025" y="4719542"/>
            <a:ext cx="1454980" cy="326704"/>
          </a:xfrm>
          <a:prstGeom prst="rect">
            <a:avLst/>
          </a:prstGeom>
          <a:noFill/>
        </p:spPr>
        <p:txBody>
          <a:bodyPr wrap="square">
            <a:spAutoFit/>
          </a:bodyPr>
          <a:lstStyle>
            <a:defPPr>
              <a:defRPr lang="en-US"/>
            </a:defPPr>
            <a:lvl1pPr>
              <a:defRPr b="1">
                <a:solidFill>
                  <a:schemeClr val="accent2"/>
                </a:solidFill>
              </a:defRPr>
            </a:lvl1p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Valor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crítico</a:t>
            </a:r>
            <a:endParaRPr kumimoji="0" lang="en-GB" sz="1400" b="0" i="0" u="none" strike="noStrike" kern="1200" cap="none" spc="0" normalizeH="0" baseline="0" noProof="0">
              <a:ln>
                <a:noFill/>
              </a:ln>
              <a:solidFill>
                <a:srgbClr val="EA2023"/>
              </a:solidFill>
              <a:effectLst/>
              <a:uLnTx/>
              <a:uFillTx/>
              <a:latin typeface="Aptos" panose="020B0004020202020204"/>
              <a:ea typeface="+mn-ea"/>
              <a:cs typeface="+mn-cs"/>
            </a:endParaRPr>
          </a:p>
        </p:txBody>
      </p:sp>
    </p:spTree>
    <p:extLst>
      <p:ext uri="{BB962C8B-B14F-4D97-AF65-F5344CB8AC3E}">
        <p14:creationId xmlns:p14="http://schemas.microsoft.com/office/powerpoint/2010/main" val="5555169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6" grpId="0"/>
      <p:bldP spid="8" grpId="0"/>
      <p:bldP spid="9" grpId="0" animBg="1"/>
      <p:bldP spid="10" grpId="0"/>
      <p:bldP spid="12" grpId="0" animBg="1"/>
      <p:bldP spid="13" grpId="0"/>
    </p:bld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54591982-F5AD-DB9F-9F89-470ABB30708F}"/>
              </a:ext>
            </a:extLst>
          </p:cNvPr>
          <p:cNvSpPr txBox="1"/>
          <p:nvPr/>
        </p:nvSpPr>
        <p:spPr>
          <a:xfrm>
            <a:off x="3070323" y="2422138"/>
            <a:ext cx="6911877" cy="830997"/>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1" u="none" strike="noStrike" kern="1200" cap="none" spc="0" normalizeH="0" baseline="0" noProof="0">
                <a:ln>
                  <a:noFill/>
                </a:ln>
                <a:solidFill>
                  <a:prstClr val="black"/>
                </a:solidFill>
                <a:effectLst/>
                <a:uLnTx/>
                <a:uFillTx/>
                <a:latin typeface="Aptos" panose="020B0004020202020204"/>
                <a:ea typeface="+mn-ea"/>
                <a:cs typeface="+mn-cs"/>
              </a:rPr>
              <a:t>T</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También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definido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como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estadístico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función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muestra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aleatoria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Cuando se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calcula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estadístico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para un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resultado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especifico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se define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como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1" u="none" strike="noStrike" kern="1200" cap="none" spc="0" normalizeH="0" baseline="0" noProof="0">
                <a:ln>
                  <a:noFill/>
                </a:ln>
                <a:solidFill>
                  <a:prstClr val="black"/>
                </a:solidFill>
                <a:effectLst/>
                <a:uLnTx/>
                <a:uFillTx/>
                <a:latin typeface="Aptos" panose="020B0004020202020204"/>
                <a:ea typeface="+mn-ea"/>
                <a:cs typeface="+mn-cs"/>
              </a:rPr>
              <a:t>t.</a:t>
            </a:r>
            <a:endParaRPr kumimoji="0" lang="en-GB" sz="1600" b="1" i="1" u="none" strike="noStrike" kern="1200" cap="none" spc="0" normalizeH="0" baseline="0" noProof="0">
              <a:ln>
                <a:noFill/>
              </a:ln>
              <a:solidFill>
                <a:srgbClr val="9F2A63"/>
              </a:solidFill>
              <a:effectLst/>
              <a:uLnTx/>
              <a:uFillTx/>
              <a:latin typeface="Aptos" panose="020B0004020202020204"/>
              <a:ea typeface="+mn-ea"/>
              <a:cs typeface="+mn-cs"/>
            </a:endParaRPr>
          </a:p>
        </p:txBody>
      </p:sp>
      <p:sp>
        <p:nvSpPr>
          <p:cNvPr id="8" name="TextBox 7">
            <a:extLst>
              <a:ext uri="{FF2B5EF4-FFF2-40B4-BE49-F238E27FC236}">
                <a16:creationId xmlns:a16="http://schemas.microsoft.com/office/drawing/2014/main" id="{964F6F91-7753-2666-0C67-E83E1E1EBC72}"/>
              </a:ext>
            </a:extLst>
          </p:cNvPr>
          <p:cNvSpPr txBox="1"/>
          <p:nvPr/>
        </p:nvSpPr>
        <p:spPr>
          <a:xfrm>
            <a:off x="1161948" y="1087751"/>
            <a:ext cx="4200511" cy="646331"/>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Pruebas</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hipótesis</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acerca</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la media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en</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una</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población normal</a:t>
            </a:r>
          </a:p>
        </p:txBody>
      </p:sp>
      <p:sp>
        <p:nvSpPr>
          <p:cNvPr id="9" name="Oval 8">
            <a:extLst>
              <a:ext uri="{FF2B5EF4-FFF2-40B4-BE49-F238E27FC236}">
                <a16:creationId xmlns:a16="http://schemas.microsoft.com/office/drawing/2014/main" id="{A0E61EAC-D629-34BB-E067-8C1C8C223EB9}"/>
              </a:ext>
            </a:extLst>
          </p:cNvPr>
          <p:cNvSpPr/>
          <p:nvPr/>
        </p:nvSpPr>
        <p:spPr>
          <a:xfrm>
            <a:off x="1161948" y="2549239"/>
            <a:ext cx="453397" cy="451749"/>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Aptos Black" panose="020B0004020202020204" pitchFamily="34" charset="0"/>
                <a:ea typeface="+mn-ea"/>
                <a:cs typeface="+mn-cs"/>
              </a:rPr>
              <a:t>1</a:t>
            </a:r>
          </a:p>
        </p:txBody>
      </p:sp>
      <p:sp>
        <p:nvSpPr>
          <p:cNvPr id="10" name="TextBox 9">
            <a:extLst>
              <a:ext uri="{FF2B5EF4-FFF2-40B4-BE49-F238E27FC236}">
                <a16:creationId xmlns:a16="http://schemas.microsoft.com/office/drawing/2014/main" id="{BF5EFA30-CD2D-5826-7695-C0CF5716A969}"/>
              </a:ext>
            </a:extLst>
          </p:cNvPr>
          <p:cNvSpPr txBox="1"/>
          <p:nvPr/>
        </p:nvSpPr>
        <p:spPr>
          <a:xfrm>
            <a:off x="1615343" y="2523640"/>
            <a:ext cx="1454980" cy="560218"/>
          </a:xfrm>
          <a:prstGeom prst="rect">
            <a:avLst/>
          </a:prstGeom>
          <a:noFill/>
        </p:spPr>
        <p:txBody>
          <a:bodyPr wrap="square">
            <a:spAutoFit/>
          </a:bodyPr>
          <a:lstStyle>
            <a:defPPr>
              <a:defRPr lang="en-US"/>
            </a:defPPr>
            <a:lvl1pPr>
              <a:defRPr b="1">
                <a:solidFill>
                  <a:schemeClr val="accent2"/>
                </a:solidFill>
              </a:defRPr>
            </a:lvl1p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Prueba</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estadística</a:t>
            </a:r>
            <a:endParaRPr kumimoji="0" lang="en-GB" sz="1400" b="0" i="0" u="none" strike="noStrike" kern="1200" cap="none" spc="0" normalizeH="0" baseline="0" noProof="0">
              <a:ln>
                <a:noFill/>
              </a:ln>
              <a:solidFill>
                <a:srgbClr val="EA2023"/>
              </a:solidFill>
              <a:effectLst/>
              <a:uLnTx/>
              <a:uFillTx/>
              <a:latin typeface="Aptos" panose="020B0004020202020204"/>
              <a:ea typeface="+mn-ea"/>
              <a:cs typeface="+mn-cs"/>
            </a:endParaRPr>
          </a:p>
        </p:txBody>
      </p:sp>
      <p:grpSp>
        <p:nvGrpSpPr>
          <p:cNvPr id="14" name="Group 13">
            <a:extLst>
              <a:ext uri="{FF2B5EF4-FFF2-40B4-BE49-F238E27FC236}">
                <a16:creationId xmlns:a16="http://schemas.microsoft.com/office/drawing/2014/main" id="{8CCCF5DC-B459-F7A9-6A4E-0F2094411B5A}"/>
              </a:ext>
            </a:extLst>
          </p:cNvPr>
          <p:cNvGrpSpPr/>
          <p:nvPr/>
        </p:nvGrpSpPr>
        <p:grpSpPr>
          <a:xfrm>
            <a:off x="1161948" y="3689044"/>
            <a:ext cx="1755573" cy="635406"/>
            <a:chOff x="2277806" y="4644354"/>
            <a:chExt cx="1755573" cy="635406"/>
          </a:xfrm>
        </p:grpSpPr>
        <p:sp>
          <p:nvSpPr>
            <p:cNvPr id="7" name="Oval 6">
              <a:extLst>
                <a:ext uri="{FF2B5EF4-FFF2-40B4-BE49-F238E27FC236}">
                  <a16:creationId xmlns:a16="http://schemas.microsoft.com/office/drawing/2014/main" id="{5119C08F-5F19-B177-DF68-0E901BBD3B0B}"/>
                </a:ext>
              </a:extLst>
            </p:cNvPr>
            <p:cNvSpPr/>
            <p:nvPr/>
          </p:nvSpPr>
          <p:spPr>
            <a:xfrm>
              <a:off x="2277806" y="4644354"/>
              <a:ext cx="453397" cy="451749"/>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Aptos Black" panose="020B0004020202020204" pitchFamily="34" charset="0"/>
                  <a:ea typeface="+mn-ea"/>
                  <a:cs typeface="+mn-cs"/>
                </a:rPr>
                <a:t>2</a:t>
              </a:r>
            </a:p>
          </p:txBody>
        </p:sp>
        <p:sp>
          <p:nvSpPr>
            <p:cNvPr id="11" name="TextBox 10">
              <a:extLst>
                <a:ext uri="{FF2B5EF4-FFF2-40B4-BE49-F238E27FC236}">
                  <a16:creationId xmlns:a16="http://schemas.microsoft.com/office/drawing/2014/main" id="{4AEE15FB-F1E1-B3B1-C6D3-9869752F66AC}"/>
                </a:ext>
              </a:extLst>
            </p:cNvPr>
            <p:cNvSpPr txBox="1"/>
            <p:nvPr/>
          </p:nvSpPr>
          <p:spPr>
            <a:xfrm>
              <a:off x="2786025" y="4719542"/>
              <a:ext cx="1247354" cy="560218"/>
            </a:xfrm>
            <a:prstGeom prst="rect">
              <a:avLst/>
            </a:prstGeom>
            <a:noFill/>
          </p:spPr>
          <p:txBody>
            <a:bodyPr wrap="square">
              <a:spAutoFit/>
            </a:bodyPr>
            <a:lstStyle>
              <a:defPPr>
                <a:defRPr lang="en-US"/>
              </a:defPPr>
              <a:lvl1pPr>
                <a:defRPr b="1">
                  <a:solidFill>
                    <a:schemeClr val="accent2"/>
                  </a:solidFill>
                </a:defRPr>
              </a:lvl1p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Valor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crítico</a:t>
              </a:r>
              <a:endParaRPr kumimoji="0" lang="en-GB" sz="1400" b="0" i="0" u="none" strike="noStrike" kern="1200" cap="none" spc="0" normalizeH="0" baseline="0" noProof="0">
                <a:ln>
                  <a:noFill/>
                </a:ln>
                <a:solidFill>
                  <a:srgbClr val="EA2023"/>
                </a:solidFill>
                <a:effectLst/>
                <a:uLnTx/>
                <a:uFillTx/>
                <a:latin typeface="Aptos" panose="020B0004020202020204"/>
                <a:ea typeface="+mn-ea"/>
                <a:cs typeface="+mn-cs"/>
              </a:endParaRPr>
            </a:p>
          </p:txBody>
        </p:sp>
      </p:grpSp>
      <p:sp>
        <p:nvSpPr>
          <p:cNvPr id="15" name="TextBox 14">
            <a:extLst>
              <a:ext uri="{FF2B5EF4-FFF2-40B4-BE49-F238E27FC236}">
                <a16:creationId xmlns:a16="http://schemas.microsoft.com/office/drawing/2014/main" id="{F88588E3-6B13-5249-C99F-40068E023045}"/>
              </a:ext>
            </a:extLst>
          </p:cNvPr>
          <p:cNvSpPr txBox="1"/>
          <p:nvPr/>
        </p:nvSpPr>
        <p:spPr>
          <a:xfrm>
            <a:off x="3070323" y="3689044"/>
            <a:ext cx="6911877" cy="1815882"/>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1" u="none" strike="noStrike" kern="1200" cap="none" spc="0" normalizeH="0" baseline="0" noProof="0">
                <a:ln>
                  <a:noFill/>
                </a:ln>
                <a:solidFill>
                  <a:prstClr val="black"/>
                </a:solidFill>
                <a:effectLst/>
                <a:uLnTx/>
                <a:uFillTx/>
                <a:latin typeface="Aptos" panose="020B0004020202020204"/>
                <a:ea typeface="+mn-ea"/>
                <a:cs typeface="+mn-cs"/>
              </a:rPr>
              <a:t>C</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Dado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identificamos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un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estadístico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posible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definir</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las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reglas</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rechazo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determinan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si</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H0 </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se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rechaza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favor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H1.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Todas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las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reglas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rechazo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a:ln>
                  <a:noFill/>
                </a:ln>
                <a:solidFill>
                  <a:srgbClr val="9F2A63"/>
                </a:solidFill>
                <a:effectLst/>
                <a:uLnTx/>
                <a:uFillTx/>
                <a:latin typeface="Aptos" panose="020B0004020202020204"/>
                <a:ea typeface="+mn-ea"/>
                <a:cs typeface="+mn-cs"/>
              </a:rPr>
              <a:t>se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basan</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en</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la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comparación</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del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valor</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 un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estadístico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prueba</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1" u="none" strike="noStrike" kern="1200" cap="none" spc="0" normalizeH="0" baseline="0" noProof="0">
                <a:ln>
                  <a:noFill/>
                </a:ln>
                <a:solidFill>
                  <a:srgbClr val="EA2023"/>
                </a:solidFill>
                <a:effectLst/>
                <a:uLnTx/>
                <a:uFillTx/>
                <a:latin typeface="Aptos" panose="020B0004020202020204"/>
                <a:ea typeface="+mn-ea"/>
                <a:cs typeface="+mn-cs"/>
              </a:rPr>
              <a:t>t</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con un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valor</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crítico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1" u="none" strike="noStrike" kern="1200" cap="none" spc="0" normalizeH="0" baseline="0" noProof="0">
                <a:ln>
                  <a:noFill/>
                </a:ln>
                <a:solidFill>
                  <a:srgbClr val="EA2023"/>
                </a:solidFill>
                <a:effectLst/>
                <a:uLnTx/>
                <a:uFillTx/>
                <a:latin typeface="Aptos" panose="020B0004020202020204"/>
                <a:ea typeface="+mn-ea"/>
                <a:cs typeface="+mn-cs"/>
              </a:rPr>
              <a:t>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1" i="1" u="none" strike="noStrike" kern="1200" cap="none" spc="0" normalizeH="0" baseline="0" noProof="0">
              <a:ln>
                <a:noFill/>
              </a:ln>
              <a:solidFill>
                <a:srgbClr val="9F2A63"/>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Los </a:t>
            </a:r>
            <a:r>
              <a:rPr kumimoji="0" lang="en-GB" sz="1600" b="0" i="0" u="none" strike="noStrike" kern="1200" cap="none" spc="0" normalizeH="0" baseline="0" noProof="0" err="1">
                <a:ln>
                  <a:noFill/>
                </a:ln>
                <a:solidFill>
                  <a:srgbClr val="EA2023"/>
                </a:solidFill>
                <a:effectLst/>
                <a:uLnTx/>
                <a:uFillTx/>
                <a:latin typeface="Aptos" panose="020B0004020202020204"/>
                <a:ea typeface="+mn-ea"/>
                <a:cs typeface="+mn-cs"/>
              </a:rPr>
              <a:t>valores</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600" b="0" i="1" u="none" strike="noStrike" kern="1200" cap="none" spc="0" normalizeH="0" baseline="0" noProof="0">
                <a:ln>
                  <a:noFill/>
                </a:ln>
                <a:solidFill>
                  <a:srgbClr val="EA2023"/>
                </a:solidFill>
                <a:effectLst/>
                <a:uLnTx/>
                <a:uFillTx/>
                <a:latin typeface="Aptos" panose="020B0004020202020204"/>
                <a:ea typeface="+mn-ea"/>
                <a:cs typeface="+mn-cs"/>
              </a:rPr>
              <a:t>t </a:t>
            </a:r>
            <a:r>
              <a:rPr kumimoji="0" lang="en-GB" sz="1600" b="0" i="0" u="none" strike="noStrike" kern="1200" cap="none" spc="0" normalizeH="0" baseline="0" noProof="0" err="1">
                <a:ln>
                  <a:noFill/>
                </a:ln>
                <a:solidFill>
                  <a:srgbClr val="EA2023"/>
                </a:solidFill>
                <a:effectLst/>
                <a:uLnTx/>
                <a:uFillTx/>
                <a:latin typeface="Aptos" panose="020B0004020202020204"/>
                <a:ea typeface="+mn-ea"/>
                <a:cs typeface="+mn-cs"/>
              </a:rPr>
              <a:t>que</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srgbClr val="EA2023"/>
                </a:solidFill>
                <a:effectLst/>
                <a:uLnTx/>
                <a:uFillTx/>
                <a:latin typeface="Aptos" panose="020B0004020202020204"/>
                <a:ea typeface="+mn-ea"/>
                <a:cs typeface="+mn-cs"/>
              </a:rPr>
              <a:t>resultan</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srgbClr val="EA2023"/>
                </a:solidFill>
                <a:effectLst/>
                <a:uLnTx/>
                <a:uFillTx/>
                <a:latin typeface="Aptos" panose="020B0004020202020204"/>
                <a:ea typeface="+mn-ea"/>
                <a:cs typeface="+mn-cs"/>
              </a:rPr>
              <a:t>en</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srgbClr val="EA2023"/>
                </a:solidFill>
                <a:effectLst/>
                <a:uLnTx/>
                <a:uFillTx/>
                <a:latin typeface="Aptos" panose="020B0004020202020204"/>
                <a:ea typeface="+mn-ea"/>
                <a:cs typeface="+mn-cs"/>
              </a:rPr>
              <a:t>el</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srgbClr val="EA2023"/>
                </a:solidFill>
                <a:effectLst/>
                <a:uLnTx/>
                <a:uFillTx/>
                <a:latin typeface="Aptos" panose="020B0004020202020204"/>
                <a:ea typeface="+mn-ea"/>
                <a:cs typeface="+mn-cs"/>
              </a:rPr>
              <a:t>rechazo</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de la </a:t>
            </a:r>
            <a:r>
              <a:rPr kumimoji="0" lang="en-GB" sz="1600" b="0" i="0" u="none" strike="noStrike" kern="1200" cap="none" spc="0" normalizeH="0" baseline="0" noProof="0" err="1">
                <a:ln>
                  <a:noFill/>
                </a:ln>
                <a:solidFill>
                  <a:srgbClr val="EA2023"/>
                </a:solidFill>
                <a:effectLst/>
                <a:uLnTx/>
                <a:uFillTx/>
                <a:latin typeface="Aptos" panose="020B0004020202020204"/>
                <a:ea typeface="+mn-ea"/>
                <a:cs typeface="+mn-cs"/>
              </a:rPr>
              <a:t>hipótesis</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srgbClr val="EA2023"/>
                </a:solidFill>
                <a:effectLst/>
                <a:uLnTx/>
                <a:uFillTx/>
                <a:latin typeface="Aptos" panose="020B0004020202020204"/>
                <a:ea typeface="+mn-ea"/>
                <a:cs typeface="+mn-cs"/>
              </a:rPr>
              <a:t>nula</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se </a:t>
            </a:r>
            <a:r>
              <a:rPr kumimoji="0" lang="en-GB" sz="1600" b="0" i="0" u="none" strike="noStrike" kern="1200" cap="none" spc="0" normalizeH="0" baseline="0" noProof="0" err="1">
                <a:ln>
                  <a:noFill/>
                </a:ln>
                <a:solidFill>
                  <a:srgbClr val="EA2023"/>
                </a:solidFill>
                <a:effectLst/>
                <a:uLnTx/>
                <a:uFillTx/>
                <a:latin typeface="Aptos" panose="020B0004020202020204"/>
                <a:ea typeface="+mn-ea"/>
                <a:cs typeface="+mn-cs"/>
              </a:rPr>
              <a:t>conocen</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srgbClr val="EA2023"/>
                </a:solidFill>
                <a:effectLst/>
                <a:uLnTx/>
                <a:uFillTx/>
                <a:latin typeface="Aptos" panose="020B0004020202020204"/>
                <a:ea typeface="+mn-ea"/>
                <a:cs typeface="+mn-cs"/>
              </a:rPr>
              <a:t>como</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la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región</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rechazo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a:t>
            </a:r>
            <a:endParaRPr kumimoji="0" lang="en-GB" sz="1600" b="0" i="1" u="none" strike="noStrike" kern="1200" cap="none" spc="0" normalizeH="0" baseline="0" noProof="0">
              <a:ln>
                <a:noFill/>
              </a:ln>
              <a:solidFill>
                <a:srgbClr val="EA2023"/>
              </a:solidFill>
              <a:effectLst/>
              <a:uLnTx/>
              <a:uFillTx/>
              <a:latin typeface="Aptos" panose="020B0004020202020204"/>
              <a:ea typeface="+mn-ea"/>
              <a:cs typeface="+mn-cs"/>
            </a:endParaRPr>
          </a:p>
        </p:txBody>
      </p:sp>
    </p:spTree>
    <p:extLst>
      <p:ext uri="{BB962C8B-B14F-4D97-AF65-F5344CB8AC3E}">
        <p14:creationId xmlns:p14="http://schemas.microsoft.com/office/powerpoint/2010/main" val="29047658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animBg="1"/>
      <p:bldP spid="10" grpId="0"/>
      <p:bldP spid="15" grpId="0"/>
    </p:bld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6" name="Rectangle: Rounded Corners 75">
            <a:extLst>
              <a:ext uri="{FF2B5EF4-FFF2-40B4-BE49-F238E27FC236}">
                <a16:creationId xmlns:a16="http://schemas.microsoft.com/office/drawing/2014/main" id="{420532D2-B093-58C6-29CE-08FD3FD3BBD2}"/>
              </a:ext>
            </a:extLst>
          </p:cNvPr>
          <p:cNvSpPr/>
          <p:nvPr/>
        </p:nvSpPr>
        <p:spPr>
          <a:xfrm>
            <a:off x="5367384" y="3602825"/>
            <a:ext cx="4670197" cy="2069012"/>
          </a:xfrm>
          <a:prstGeom prst="roundRect">
            <a:avLst/>
          </a:prstGeom>
          <a:solidFill>
            <a:schemeClr val="bg1">
              <a:lumMod val="95000"/>
            </a:schemeClr>
          </a:solidFill>
          <a:ln>
            <a:noFill/>
          </a:ln>
          <a:effectLst>
            <a:outerShdw blurRad="50800" dist="38100" dir="5400000" algn="t"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65156E">
                  <a:lumMod val="50000"/>
                </a:srgbClr>
              </a:solidFill>
              <a:effectLst/>
              <a:uLnTx/>
              <a:uFillTx/>
              <a:latin typeface="Aptos" panose="020B0004020202020204"/>
              <a:ea typeface="+mn-ea"/>
              <a:cs typeface="+mn-cs"/>
            </a:endParaRPr>
          </a:p>
        </p:txBody>
      </p:sp>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8" name="TextBox 7">
            <a:extLst>
              <a:ext uri="{FF2B5EF4-FFF2-40B4-BE49-F238E27FC236}">
                <a16:creationId xmlns:a16="http://schemas.microsoft.com/office/drawing/2014/main" id="{964F6F91-7753-2666-0C67-E83E1E1EBC72}"/>
              </a:ext>
            </a:extLst>
          </p:cNvPr>
          <p:cNvSpPr txBox="1"/>
          <p:nvPr/>
        </p:nvSpPr>
        <p:spPr>
          <a:xfrm>
            <a:off x="839219" y="687660"/>
            <a:ext cx="4200511" cy="646331"/>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Pruebas</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hipótesis</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acerca</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la media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en</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una</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población normal</a:t>
            </a:r>
          </a:p>
        </p:txBody>
      </p:sp>
      <p:sp>
        <p:nvSpPr>
          <p:cNvPr id="9" name="Oval 8">
            <a:extLst>
              <a:ext uri="{FF2B5EF4-FFF2-40B4-BE49-F238E27FC236}">
                <a16:creationId xmlns:a16="http://schemas.microsoft.com/office/drawing/2014/main" id="{A0E61EAC-D629-34BB-E067-8C1C8C223EB9}"/>
              </a:ext>
            </a:extLst>
          </p:cNvPr>
          <p:cNvSpPr/>
          <p:nvPr/>
        </p:nvSpPr>
        <p:spPr>
          <a:xfrm>
            <a:off x="1010202" y="2404828"/>
            <a:ext cx="453397" cy="451749"/>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Aptos Black" panose="020B0004020202020204" pitchFamily="34" charset="0"/>
                <a:ea typeface="+mn-ea"/>
                <a:cs typeface="+mn-cs"/>
              </a:rPr>
              <a:t>a</a:t>
            </a:r>
          </a:p>
        </p:txBody>
      </p:sp>
      <p:sp>
        <p:nvSpPr>
          <p:cNvPr id="10" name="TextBox 9">
            <a:extLst>
              <a:ext uri="{FF2B5EF4-FFF2-40B4-BE49-F238E27FC236}">
                <a16:creationId xmlns:a16="http://schemas.microsoft.com/office/drawing/2014/main" id="{BF5EFA30-CD2D-5826-7695-C0CF5716A969}"/>
              </a:ext>
            </a:extLst>
          </p:cNvPr>
          <p:cNvSpPr txBox="1"/>
          <p:nvPr/>
        </p:nvSpPr>
        <p:spPr>
          <a:xfrm>
            <a:off x="1463597" y="2379229"/>
            <a:ext cx="2219324" cy="791050"/>
          </a:xfrm>
          <a:prstGeom prst="rect">
            <a:avLst/>
          </a:prstGeom>
          <a:noFill/>
        </p:spPr>
        <p:txBody>
          <a:bodyPr wrap="square">
            <a:spAutoFit/>
          </a:bodyPr>
          <a:lstStyle>
            <a:defPPr>
              <a:defRPr lang="en-US"/>
            </a:defPPr>
            <a:lvl1pPr>
              <a:defRPr b="1">
                <a:solidFill>
                  <a:schemeClr val="accent2"/>
                </a:solidFill>
              </a:defRPr>
            </a:lvl1p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GB" sz="1800" b="0" i="0" u="none" strike="noStrike" kern="1200" cap="none" spc="0" normalizeH="0" baseline="0" noProof="0" err="1">
                <a:ln>
                  <a:noFill/>
                </a:ln>
                <a:solidFill>
                  <a:prstClr val="black"/>
                </a:solidFill>
                <a:effectLst/>
                <a:uLnTx/>
                <a:uFillTx/>
                <a:latin typeface="Aptos" panose="020B0004020202020204"/>
                <a:ea typeface="+mn-ea"/>
                <a:cs typeface="+mn-cs"/>
              </a:rPr>
              <a:t>Definición</a:t>
            </a:r>
            <a:r>
              <a:rPr kumimoji="0" lang="en-GB" sz="1800" b="0" i="0" u="none" strike="noStrike" kern="1200" cap="none" spc="0" normalizeH="0" baseline="0" noProof="0">
                <a:ln>
                  <a:noFill/>
                </a:ln>
                <a:solidFill>
                  <a:prstClr val="black"/>
                </a:solidFill>
                <a:effectLst/>
                <a:uLnTx/>
                <a:uFillTx/>
                <a:latin typeface="Aptos" panose="020B0004020202020204"/>
                <a:ea typeface="+mn-ea"/>
                <a:cs typeface="+mn-cs"/>
              </a:rPr>
              <a:t> del </a:t>
            </a:r>
            <a:r>
              <a:rPr kumimoji="0" lang="en-GB" sz="1800" b="0"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8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800" b="0" i="0" u="none" strike="noStrike" kern="1200" cap="none" spc="0" normalizeH="0" baseline="0" noProof="0" err="1">
                <a:ln>
                  <a:noFill/>
                </a:ln>
                <a:solidFill>
                  <a:prstClr val="black"/>
                </a:solidFill>
                <a:effectLst/>
                <a:uLnTx/>
                <a:uFillTx/>
                <a:latin typeface="Aptos" panose="020B0004020202020204"/>
                <a:ea typeface="+mn-ea"/>
                <a:cs typeface="+mn-cs"/>
              </a:rPr>
              <a:t>significancia</a:t>
            </a:r>
            <a:r>
              <a:rPr kumimoji="0" lang="en-GB" sz="1800" b="0" i="0" u="none" strike="noStrike" kern="1200" cap="none" spc="0" normalizeH="0" baseline="0" noProof="0">
                <a:ln>
                  <a:noFill/>
                </a:ln>
                <a:solidFill>
                  <a:prstClr val="black"/>
                </a:solidFill>
                <a:effectLst/>
                <a:uLnTx/>
                <a:uFillTx/>
                <a:latin typeface="Aptos" panose="020B0004020202020204"/>
                <a:ea typeface="+mn-ea"/>
                <a:cs typeface="+mn-cs"/>
              </a:rPr>
              <a:t> (Alpha)</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 name="TextBox 11">
            <a:extLst>
              <a:ext uri="{FF2B5EF4-FFF2-40B4-BE49-F238E27FC236}">
                <a16:creationId xmlns:a16="http://schemas.microsoft.com/office/drawing/2014/main" id="{DE968164-241B-755B-1D69-1EFA5BBAACF1}"/>
              </a:ext>
            </a:extLst>
          </p:cNvPr>
          <p:cNvSpPr txBox="1"/>
          <p:nvPr/>
        </p:nvSpPr>
        <p:spPr>
          <a:xfrm>
            <a:off x="797737" y="1607483"/>
            <a:ext cx="4200511" cy="369332"/>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Pasos para la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definición</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del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valor</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crítico</a:t>
            </a:r>
            <a:endParaRPr kumimoji="0" lang="en-GB" sz="1800" b="1" i="0" u="none" strike="noStrike" kern="1200" cap="none" spc="0" normalizeH="0" baseline="0" noProof="0">
              <a:ln>
                <a:noFill/>
              </a:ln>
              <a:solidFill>
                <a:srgbClr val="EA2023"/>
              </a:solidFill>
              <a:effectLst/>
              <a:uLnTx/>
              <a:uFillTx/>
              <a:latin typeface="Aptos" panose="020B0004020202020204"/>
              <a:ea typeface="+mn-ea"/>
              <a:cs typeface="+mn-cs"/>
            </a:endParaRPr>
          </a:p>
        </p:txBody>
      </p:sp>
      <p:sp>
        <p:nvSpPr>
          <p:cNvPr id="13" name="Oval 12">
            <a:extLst>
              <a:ext uri="{FF2B5EF4-FFF2-40B4-BE49-F238E27FC236}">
                <a16:creationId xmlns:a16="http://schemas.microsoft.com/office/drawing/2014/main" id="{0DA9A062-5AC6-EE8F-FE29-0D5609635591}"/>
              </a:ext>
            </a:extLst>
          </p:cNvPr>
          <p:cNvSpPr/>
          <p:nvPr/>
        </p:nvSpPr>
        <p:spPr>
          <a:xfrm>
            <a:off x="4893270" y="2379229"/>
            <a:ext cx="453397" cy="451749"/>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Aptos Black" panose="020B0004020202020204" pitchFamily="34" charset="0"/>
                <a:ea typeface="+mn-ea"/>
                <a:cs typeface="+mn-cs"/>
              </a:rPr>
              <a:t>b</a:t>
            </a:r>
          </a:p>
        </p:txBody>
      </p:sp>
      <p:sp>
        <p:nvSpPr>
          <p:cNvPr id="16" name="TextBox 15">
            <a:extLst>
              <a:ext uri="{FF2B5EF4-FFF2-40B4-BE49-F238E27FC236}">
                <a16:creationId xmlns:a16="http://schemas.microsoft.com/office/drawing/2014/main" id="{C7EEAB7E-9B12-486F-3090-2D478FDA2497}"/>
              </a:ext>
            </a:extLst>
          </p:cNvPr>
          <p:cNvSpPr txBox="1"/>
          <p:nvPr/>
        </p:nvSpPr>
        <p:spPr>
          <a:xfrm>
            <a:off x="5346665" y="2353630"/>
            <a:ext cx="3470738" cy="1021883"/>
          </a:xfrm>
          <a:prstGeom prst="rect">
            <a:avLst/>
          </a:prstGeom>
          <a:noFill/>
        </p:spPr>
        <p:txBody>
          <a:bodyPr wrap="square">
            <a:spAutoFit/>
          </a:bodyPr>
          <a:lstStyle>
            <a:defPPr>
              <a:defRPr lang="en-US"/>
            </a:defPPr>
            <a:lvl1pPr>
              <a:defRPr b="1">
                <a:solidFill>
                  <a:schemeClr val="accent2"/>
                </a:solidFill>
              </a:defRPr>
            </a:lvl1p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Aptos" panose="020B0004020202020204"/>
                <a:ea typeface="+mn-ea"/>
                <a:cs typeface="+mn-cs"/>
              </a:rPr>
              <a:t>Dado Alpha, </a:t>
            </a:r>
            <a:r>
              <a:rPr kumimoji="0" lang="en-GB" sz="18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8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8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8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800" b="0" i="0" u="none" strike="noStrike" kern="1200" cap="none" spc="0" normalizeH="0" baseline="0" noProof="0" err="1">
                <a:ln>
                  <a:noFill/>
                </a:ln>
                <a:solidFill>
                  <a:prstClr val="black"/>
                </a:solidFill>
                <a:effectLst/>
                <a:uLnTx/>
                <a:uFillTx/>
                <a:latin typeface="Aptos" panose="020B0004020202020204"/>
                <a:ea typeface="+mn-ea"/>
                <a:cs typeface="+mn-cs"/>
              </a:rPr>
              <a:t>critico</a:t>
            </a:r>
            <a:r>
              <a:rPr kumimoji="0" lang="en-GB" sz="1800" b="0" i="0" u="none" strike="noStrike" kern="1200" cap="none" spc="0" normalizeH="0" baseline="0" noProof="0">
                <a:ln>
                  <a:noFill/>
                </a:ln>
                <a:solidFill>
                  <a:prstClr val="black"/>
                </a:solidFill>
                <a:effectLst/>
                <a:uLnTx/>
                <a:uFillTx/>
                <a:latin typeface="Aptos" panose="020B0004020202020204"/>
                <a:ea typeface="+mn-ea"/>
                <a:cs typeface="+mn-cs"/>
              </a:rPr>
              <a:t> C se </a:t>
            </a:r>
            <a:r>
              <a:rPr kumimoji="0" lang="en-GB" sz="1800" b="0" i="0" u="none" strike="noStrike" kern="1200" cap="none" spc="0" normalizeH="0" baseline="0" noProof="0" err="1">
                <a:ln>
                  <a:noFill/>
                </a:ln>
                <a:solidFill>
                  <a:prstClr val="black"/>
                </a:solidFill>
                <a:effectLst/>
                <a:uLnTx/>
                <a:uFillTx/>
                <a:latin typeface="Aptos" panose="020B0004020202020204"/>
                <a:ea typeface="+mn-ea"/>
                <a:cs typeface="+mn-cs"/>
              </a:rPr>
              <a:t>determina</a:t>
            </a:r>
            <a:r>
              <a:rPr kumimoji="0" lang="en-GB" sz="1800" b="0" i="0" u="none" strike="noStrike" kern="1200" cap="none" spc="0" normalizeH="0" baseline="0" noProof="0">
                <a:ln>
                  <a:noFill/>
                </a:ln>
                <a:solidFill>
                  <a:prstClr val="black"/>
                </a:solidFill>
                <a:effectLst/>
                <a:uLnTx/>
                <a:uFillTx/>
                <a:latin typeface="Aptos" panose="020B0004020202020204"/>
                <a:ea typeface="+mn-ea"/>
                <a:cs typeface="+mn-cs"/>
              </a:rPr>
              <a:t> a </a:t>
            </a:r>
            <a:r>
              <a:rPr kumimoji="0" lang="en-GB" sz="1800" b="0" i="0" u="none" strike="noStrike" kern="1200" cap="none" spc="0" normalizeH="0" baseline="0" noProof="0" err="1">
                <a:ln>
                  <a:noFill/>
                </a:ln>
                <a:solidFill>
                  <a:prstClr val="black"/>
                </a:solidFill>
                <a:effectLst/>
                <a:uLnTx/>
                <a:uFillTx/>
                <a:latin typeface="Aptos" panose="020B0004020202020204"/>
                <a:ea typeface="+mn-ea"/>
                <a:cs typeface="+mn-cs"/>
              </a:rPr>
              <a:t>partir</a:t>
            </a:r>
            <a:r>
              <a:rPr kumimoji="0" lang="en-GB" sz="1800" b="0" i="0" u="none" strike="noStrike" kern="1200" cap="none" spc="0" normalizeH="0" baseline="0" noProof="0">
                <a:ln>
                  <a:noFill/>
                </a:ln>
                <a:solidFill>
                  <a:prstClr val="black"/>
                </a:solidFill>
                <a:effectLst/>
                <a:uLnTx/>
                <a:uFillTx/>
                <a:latin typeface="Aptos" panose="020B0004020202020204"/>
                <a:ea typeface="+mn-ea"/>
                <a:cs typeface="+mn-cs"/>
              </a:rPr>
              <a:t> de la </a:t>
            </a:r>
            <a:r>
              <a:rPr kumimoji="0" lang="en-GB" sz="1800" b="0" i="0" u="none" strike="noStrike" kern="1200" cap="none" spc="0" normalizeH="0" baseline="0" noProof="0" err="1">
                <a:ln>
                  <a:noFill/>
                </a:ln>
                <a:solidFill>
                  <a:prstClr val="black"/>
                </a:solidFill>
                <a:effectLst/>
                <a:uLnTx/>
                <a:uFillTx/>
                <a:latin typeface="Aptos" panose="020B0004020202020204"/>
                <a:ea typeface="+mn-ea"/>
                <a:cs typeface="+mn-cs"/>
              </a:rPr>
              <a:t>distribución</a:t>
            </a:r>
            <a:r>
              <a:rPr kumimoji="0" lang="en-GB" sz="18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800" b="1" i="1" u="none" strike="noStrike" kern="1200" cap="none" spc="0" normalizeH="0" baseline="0" noProof="0">
                <a:ln>
                  <a:noFill/>
                </a:ln>
                <a:solidFill>
                  <a:prstClr val="black"/>
                </a:solidFill>
                <a:effectLst/>
                <a:uLnTx/>
                <a:uFillTx/>
                <a:latin typeface="Aptos" panose="020B0004020202020204"/>
                <a:ea typeface="+mn-ea"/>
                <a:cs typeface="+mn-cs"/>
              </a:rPr>
              <a:t>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asumiendo</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que</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H0 es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verdadera</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a:t>
            </a:r>
            <a:endParaRPr kumimoji="0" lang="en-GB" sz="1400" b="1" i="1" u="none" strike="noStrike" kern="1200" cap="none" spc="0" normalizeH="0" baseline="0" noProof="0">
              <a:ln>
                <a:noFill/>
              </a:ln>
              <a:solidFill>
                <a:srgbClr val="EA2023"/>
              </a:solidFill>
              <a:effectLst/>
              <a:uLnTx/>
              <a:uFillTx/>
              <a:latin typeface="Aptos" panose="020B0004020202020204"/>
              <a:ea typeface="+mn-ea"/>
              <a:cs typeface="+mn-cs"/>
            </a:endParaRPr>
          </a:p>
        </p:txBody>
      </p:sp>
      <p:grpSp>
        <p:nvGrpSpPr>
          <p:cNvPr id="88" name="Group 87">
            <a:extLst>
              <a:ext uri="{FF2B5EF4-FFF2-40B4-BE49-F238E27FC236}">
                <a16:creationId xmlns:a16="http://schemas.microsoft.com/office/drawing/2014/main" id="{528169AA-C4BF-F807-1135-40102FE67D79}"/>
              </a:ext>
            </a:extLst>
          </p:cNvPr>
          <p:cNvGrpSpPr>
            <a:grpSpLocks noChangeAspect="1"/>
          </p:cNvGrpSpPr>
          <p:nvPr>
            <p:custDataLst>
              <p:tags r:id="rId1"/>
            </p:custDataLst>
          </p:nvPr>
        </p:nvGrpSpPr>
        <p:grpSpPr>
          <a:xfrm>
            <a:off x="5659521" y="3938287"/>
            <a:ext cx="1138427" cy="204742"/>
            <a:chOff x="7413122" y="5906380"/>
            <a:chExt cx="1138427" cy="204742"/>
          </a:xfrm>
        </p:grpSpPr>
        <p:sp>
          <p:nvSpPr>
            <p:cNvPr id="81" name="Freeform: Shape 80">
              <a:extLst>
                <a:ext uri="{FF2B5EF4-FFF2-40B4-BE49-F238E27FC236}">
                  <a16:creationId xmlns:a16="http://schemas.microsoft.com/office/drawing/2014/main" id="{B64E0A2E-5CB7-8593-5344-9FEFA2DD4669}"/>
                </a:ext>
              </a:extLst>
            </p:cNvPr>
            <p:cNvSpPr/>
            <p:nvPr>
              <p:custDataLst>
                <p:tags r:id="rId20"/>
              </p:custDataLst>
            </p:nvPr>
          </p:nvSpPr>
          <p:spPr>
            <a:xfrm>
              <a:off x="7413122" y="5906380"/>
              <a:ext cx="192720" cy="155550"/>
            </a:xfrm>
            <a:custGeom>
              <a:avLst/>
              <a:gdLst>
                <a:gd name="connsiteX0" fmla="*/ 165789 w 192720"/>
                <a:gd name="connsiteY0" fmla="*/ 17599 h 155550"/>
                <a:gd name="connsiteX1" fmla="*/ 185016 w 192720"/>
                <a:gd name="connsiteY1" fmla="*/ 7123 h 155550"/>
                <a:gd name="connsiteX2" fmla="*/ 192798 w 192720"/>
                <a:gd name="connsiteY2" fmla="*/ 2568 h 155550"/>
                <a:gd name="connsiteX3" fmla="*/ 189593 w 192720"/>
                <a:gd name="connsiteY3" fmla="*/ 63 h 155550"/>
                <a:gd name="connsiteX4" fmla="*/ 160296 w 192720"/>
                <a:gd name="connsiteY4" fmla="*/ 746 h 155550"/>
                <a:gd name="connsiteX5" fmla="*/ 130770 w 192720"/>
                <a:gd name="connsiteY5" fmla="*/ 63 h 155550"/>
                <a:gd name="connsiteX6" fmla="*/ 126421 w 192720"/>
                <a:gd name="connsiteY6" fmla="*/ 4618 h 155550"/>
                <a:gd name="connsiteX7" fmla="*/ 132830 w 192720"/>
                <a:gd name="connsiteY7" fmla="*/ 7123 h 155550"/>
                <a:gd name="connsiteX8" fmla="*/ 141527 w 192720"/>
                <a:gd name="connsiteY8" fmla="*/ 7578 h 155550"/>
                <a:gd name="connsiteX9" fmla="*/ 147707 w 192720"/>
                <a:gd name="connsiteY9" fmla="*/ 11222 h 155550"/>
                <a:gd name="connsiteX10" fmla="*/ 146792 w 192720"/>
                <a:gd name="connsiteY10" fmla="*/ 15549 h 155550"/>
                <a:gd name="connsiteX11" fmla="*/ 133059 w 192720"/>
                <a:gd name="connsiteY11" fmla="*/ 71120 h 155550"/>
                <a:gd name="connsiteX12" fmla="*/ 63249 w 192720"/>
                <a:gd name="connsiteY12" fmla="*/ 71120 h 155550"/>
                <a:gd name="connsiteX13" fmla="*/ 76753 w 192720"/>
                <a:gd name="connsiteY13" fmla="*/ 17599 h 155550"/>
                <a:gd name="connsiteX14" fmla="*/ 95979 w 192720"/>
                <a:gd name="connsiteY14" fmla="*/ 7123 h 155550"/>
                <a:gd name="connsiteX15" fmla="*/ 103761 w 192720"/>
                <a:gd name="connsiteY15" fmla="*/ 2568 h 155550"/>
                <a:gd name="connsiteX16" fmla="*/ 100557 w 192720"/>
                <a:gd name="connsiteY16" fmla="*/ 63 h 155550"/>
                <a:gd name="connsiteX17" fmla="*/ 71260 w 192720"/>
                <a:gd name="connsiteY17" fmla="*/ 746 h 155550"/>
                <a:gd name="connsiteX18" fmla="*/ 41734 w 192720"/>
                <a:gd name="connsiteY18" fmla="*/ 63 h 155550"/>
                <a:gd name="connsiteX19" fmla="*/ 37385 w 192720"/>
                <a:gd name="connsiteY19" fmla="*/ 4618 h 155550"/>
                <a:gd name="connsiteX20" fmla="*/ 43794 w 192720"/>
                <a:gd name="connsiteY20" fmla="*/ 7123 h 155550"/>
                <a:gd name="connsiteX21" fmla="*/ 52491 w 192720"/>
                <a:gd name="connsiteY21" fmla="*/ 7578 h 155550"/>
                <a:gd name="connsiteX22" fmla="*/ 58671 w 192720"/>
                <a:gd name="connsiteY22" fmla="*/ 11222 h 155550"/>
                <a:gd name="connsiteX23" fmla="*/ 57756 w 192720"/>
                <a:gd name="connsiteY23" fmla="*/ 15549 h 155550"/>
                <a:gd name="connsiteX24" fmla="*/ 27085 w 192720"/>
                <a:gd name="connsiteY24" fmla="*/ 137849 h 155550"/>
                <a:gd name="connsiteX25" fmla="*/ 6257 w 192720"/>
                <a:gd name="connsiteY25" fmla="*/ 148553 h 155550"/>
                <a:gd name="connsiteX26" fmla="*/ 77 w 192720"/>
                <a:gd name="connsiteY26" fmla="*/ 153108 h 155550"/>
                <a:gd name="connsiteX27" fmla="*/ 3281 w 192720"/>
                <a:gd name="connsiteY27" fmla="*/ 155613 h 155550"/>
                <a:gd name="connsiteX28" fmla="*/ 32349 w 192720"/>
                <a:gd name="connsiteY28" fmla="*/ 154930 h 155550"/>
                <a:gd name="connsiteX29" fmla="*/ 46998 w 192720"/>
                <a:gd name="connsiteY29" fmla="*/ 155158 h 155550"/>
                <a:gd name="connsiteX30" fmla="*/ 61876 w 192720"/>
                <a:gd name="connsiteY30" fmla="*/ 155613 h 155550"/>
                <a:gd name="connsiteX31" fmla="*/ 66453 w 192720"/>
                <a:gd name="connsiteY31" fmla="*/ 151058 h 155550"/>
                <a:gd name="connsiteX32" fmla="*/ 60045 w 192720"/>
                <a:gd name="connsiteY32" fmla="*/ 148553 h 155550"/>
                <a:gd name="connsiteX33" fmla="*/ 45167 w 192720"/>
                <a:gd name="connsiteY33" fmla="*/ 144454 h 155550"/>
                <a:gd name="connsiteX34" fmla="*/ 45854 w 192720"/>
                <a:gd name="connsiteY34" fmla="*/ 140582 h 155550"/>
                <a:gd name="connsiteX35" fmla="*/ 61418 w 192720"/>
                <a:gd name="connsiteY35" fmla="*/ 78180 h 155550"/>
                <a:gd name="connsiteX36" fmla="*/ 131228 w 192720"/>
                <a:gd name="connsiteY36" fmla="*/ 78180 h 155550"/>
                <a:gd name="connsiteX37" fmla="*/ 115435 w 192720"/>
                <a:gd name="connsiteY37" fmla="*/ 141038 h 155550"/>
                <a:gd name="connsiteX38" fmla="*/ 94606 w 192720"/>
                <a:gd name="connsiteY38" fmla="*/ 148553 h 155550"/>
                <a:gd name="connsiteX39" fmla="*/ 89113 w 192720"/>
                <a:gd name="connsiteY39" fmla="*/ 153108 h 155550"/>
                <a:gd name="connsiteX40" fmla="*/ 92317 w 192720"/>
                <a:gd name="connsiteY40" fmla="*/ 155613 h 155550"/>
                <a:gd name="connsiteX41" fmla="*/ 121386 w 192720"/>
                <a:gd name="connsiteY41" fmla="*/ 154930 h 155550"/>
                <a:gd name="connsiteX42" fmla="*/ 136034 w 192720"/>
                <a:gd name="connsiteY42" fmla="*/ 155158 h 155550"/>
                <a:gd name="connsiteX43" fmla="*/ 150912 w 192720"/>
                <a:gd name="connsiteY43" fmla="*/ 155613 h 155550"/>
                <a:gd name="connsiteX44" fmla="*/ 155489 w 192720"/>
                <a:gd name="connsiteY44" fmla="*/ 151058 h 155550"/>
                <a:gd name="connsiteX45" fmla="*/ 149081 w 192720"/>
                <a:gd name="connsiteY45" fmla="*/ 148553 h 155550"/>
                <a:gd name="connsiteX46" fmla="*/ 134203 w 192720"/>
                <a:gd name="connsiteY46" fmla="*/ 144454 h 155550"/>
                <a:gd name="connsiteX47" fmla="*/ 134890 w 192720"/>
                <a:gd name="connsiteY47" fmla="*/ 140582 h 155550"/>
                <a:gd name="connsiteX48" fmla="*/ 165789 w 192720"/>
                <a:gd name="connsiteY48" fmla="*/ 17599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2720" h="155550">
                  <a:moveTo>
                    <a:pt x="165789" y="17599"/>
                  </a:moveTo>
                  <a:cubicBezTo>
                    <a:pt x="167849" y="9400"/>
                    <a:pt x="168307" y="7123"/>
                    <a:pt x="185016" y="7123"/>
                  </a:cubicBezTo>
                  <a:cubicBezTo>
                    <a:pt x="190967" y="7123"/>
                    <a:pt x="192798" y="7123"/>
                    <a:pt x="192798" y="2568"/>
                  </a:cubicBezTo>
                  <a:cubicBezTo>
                    <a:pt x="192798" y="63"/>
                    <a:pt x="190280" y="63"/>
                    <a:pt x="189593" y="63"/>
                  </a:cubicBezTo>
                  <a:cubicBezTo>
                    <a:pt x="183184" y="63"/>
                    <a:pt x="166705" y="746"/>
                    <a:pt x="160296" y="746"/>
                  </a:cubicBezTo>
                  <a:cubicBezTo>
                    <a:pt x="153658" y="746"/>
                    <a:pt x="137408" y="63"/>
                    <a:pt x="130770" y="63"/>
                  </a:cubicBezTo>
                  <a:cubicBezTo>
                    <a:pt x="128939" y="63"/>
                    <a:pt x="126421" y="63"/>
                    <a:pt x="126421" y="4618"/>
                  </a:cubicBezTo>
                  <a:cubicBezTo>
                    <a:pt x="126421" y="7123"/>
                    <a:pt x="128481" y="7123"/>
                    <a:pt x="132830" y="7123"/>
                  </a:cubicBezTo>
                  <a:cubicBezTo>
                    <a:pt x="133288" y="7123"/>
                    <a:pt x="137636" y="7123"/>
                    <a:pt x="141527" y="7578"/>
                  </a:cubicBezTo>
                  <a:cubicBezTo>
                    <a:pt x="145647" y="8034"/>
                    <a:pt x="147707" y="8262"/>
                    <a:pt x="147707" y="11222"/>
                  </a:cubicBezTo>
                  <a:cubicBezTo>
                    <a:pt x="147707" y="12133"/>
                    <a:pt x="147478" y="12589"/>
                    <a:pt x="146792" y="15549"/>
                  </a:cubicBezTo>
                  <a:lnTo>
                    <a:pt x="133059" y="71120"/>
                  </a:lnTo>
                  <a:lnTo>
                    <a:pt x="63249" y="71120"/>
                  </a:lnTo>
                  <a:lnTo>
                    <a:pt x="76753" y="17599"/>
                  </a:lnTo>
                  <a:cubicBezTo>
                    <a:pt x="78813" y="9400"/>
                    <a:pt x="79500" y="7123"/>
                    <a:pt x="95979" y="7123"/>
                  </a:cubicBezTo>
                  <a:cubicBezTo>
                    <a:pt x="101930" y="7123"/>
                    <a:pt x="103761" y="7123"/>
                    <a:pt x="103761" y="2568"/>
                  </a:cubicBezTo>
                  <a:cubicBezTo>
                    <a:pt x="103761" y="63"/>
                    <a:pt x="101244" y="63"/>
                    <a:pt x="100557" y="63"/>
                  </a:cubicBezTo>
                  <a:cubicBezTo>
                    <a:pt x="94148" y="63"/>
                    <a:pt x="77669" y="746"/>
                    <a:pt x="71260" y="746"/>
                  </a:cubicBezTo>
                  <a:cubicBezTo>
                    <a:pt x="64622" y="746"/>
                    <a:pt x="48371" y="63"/>
                    <a:pt x="41734" y="63"/>
                  </a:cubicBezTo>
                  <a:cubicBezTo>
                    <a:pt x="39903" y="63"/>
                    <a:pt x="37385" y="63"/>
                    <a:pt x="37385" y="4618"/>
                  </a:cubicBezTo>
                  <a:cubicBezTo>
                    <a:pt x="37385" y="7123"/>
                    <a:pt x="39445" y="7123"/>
                    <a:pt x="43794" y="7123"/>
                  </a:cubicBezTo>
                  <a:cubicBezTo>
                    <a:pt x="44251" y="7123"/>
                    <a:pt x="48600" y="7123"/>
                    <a:pt x="52491" y="7578"/>
                  </a:cubicBezTo>
                  <a:cubicBezTo>
                    <a:pt x="56611" y="8034"/>
                    <a:pt x="58671" y="8262"/>
                    <a:pt x="58671" y="11222"/>
                  </a:cubicBezTo>
                  <a:cubicBezTo>
                    <a:pt x="58671" y="12133"/>
                    <a:pt x="58442" y="12817"/>
                    <a:pt x="57756" y="15549"/>
                  </a:cubicBezTo>
                  <a:lnTo>
                    <a:pt x="27085" y="137849"/>
                  </a:lnTo>
                  <a:cubicBezTo>
                    <a:pt x="24796" y="146731"/>
                    <a:pt x="24338" y="148553"/>
                    <a:pt x="6257" y="148553"/>
                  </a:cubicBezTo>
                  <a:cubicBezTo>
                    <a:pt x="2137" y="148553"/>
                    <a:pt x="77" y="148553"/>
                    <a:pt x="77" y="153108"/>
                  </a:cubicBezTo>
                  <a:cubicBezTo>
                    <a:pt x="77" y="155613"/>
                    <a:pt x="2823" y="155613"/>
                    <a:pt x="3281" y="155613"/>
                  </a:cubicBezTo>
                  <a:cubicBezTo>
                    <a:pt x="9690" y="155613"/>
                    <a:pt x="25941" y="154930"/>
                    <a:pt x="32349" y="154930"/>
                  </a:cubicBezTo>
                  <a:cubicBezTo>
                    <a:pt x="37156" y="154930"/>
                    <a:pt x="42191" y="155158"/>
                    <a:pt x="46998" y="155158"/>
                  </a:cubicBezTo>
                  <a:cubicBezTo>
                    <a:pt x="52034" y="155158"/>
                    <a:pt x="57069" y="155613"/>
                    <a:pt x="61876" y="155613"/>
                  </a:cubicBezTo>
                  <a:cubicBezTo>
                    <a:pt x="63707" y="155613"/>
                    <a:pt x="66453" y="155613"/>
                    <a:pt x="66453" y="151058"/>
                  </a:cubicBezTo>
                  <a:cubicBezTo>
                    <a:pt x="66453" y="148553"/>
                    <a:pt x="64393" y="148553"/>
                    <a:pt x="60045" y="148553"/>
                  </a:cubicBezTo>
                  <a:cubicBezTo>
                    <a:pt x="51576" y="148553"/>
                    <a:pt x="45167" y="148553"/>
                    <a:pt x="45167" y="144454"/>
                  </a:cubicBezTo>
                  <a:cubicBezTo>
                    <a:pt x="45167" y="143087"/>
                    <a:pt x="45625" y="141949"/>
                    <a:pt x="45854" y="140582"/>
                  </a:cubicBezTo>
                  <a:lnTo>
                    <a:pt x="61418" y="78180"/>
                  </a:lnTo>
                  <a:lnTo>
                    <a:pt x="131228" y="78180"/>
                  </a:lnTo>
                  <a:cubicBezTo>
                    <a:pt x="121614" y="115985"/>
                    <a:pt x="116350" y="137621"/>
                    <a:pt x="115435" y="141038"/>
                  </a:cubicBezTo>
                  <a:cubicBezTo>
                    <a:pt x="113146" y="148325"/>
                    <a:pt x="108797" y="148553"/>
                    <a:pt x="94606" y="148553"/>
                  </a:cubicBezTo>
                  <a:cubicBezTo>
                    <a:pt x="91173" y="148553"/>
                    <a:pt x="89113" y="148553"/>
                    <a:pt x="89113" y="153108"/>
                  </a:cubicBezTo>
                  <a:cubicBezTo>
                    <a:pt x="89113" y="155613"/>
                    <a:pt x="91859" y="155613"/>
                    <a:pt x="92317" y="155613"/>
                  </a:cubicBezTo>
                  <a:cubicBezTo>
                    <a:pt x="98726" y="155613"/>
                    <a:pt x="114977" y="154930"/>
                    <a:pt x="121386" y="154930"/>
                  </a:cubicBezTo>
                  <a:cubicBezTo>
                    <a:pt x="126192" y="154930"/>
                    <a:pt x="131228" y="155158"/>
                    <a:pt x="136034" y="155158"/>
                  </a:cubicBezTo>
                  <a:cubicBezTo>
                    <a:pt x="141070" y="155158"/>
                    <a:pt x="146105" y="155613"/>
                    <a:pt x="150912" y="155613"/>
                  </a:cubicBezTo>
                  <a:cubicBezTo>
                    <a:pt x="152743" y="155613"/>
                    <a:pt x="155489" y="155613"/>
                    <a:pt x="155489" y="151058"/>
                  </a:cubicBezTo>
                  <a:cubicBezTo>
                    <a:pt x="155489" y="148553"/>
                    <a:pt x="153429" y="148553"/>
                    <a:pt x="149081" y="148553"/>
                  </a:cubicBezTo>
                  <a:cubicBezTo>
                    <a:pt x="140612" y="148553"/>
                    <a:pt x="134203" y="148553"/>
                    <a:pt x="134203" y="144454"/>
                  </a:cubicBezTo>
                  <a:cubicBezTo>
                    <a:pt x="134203" y="143087"/>
                    <a:pt x="134661" y="141949"/>
                    <a:pt x="134890" y="140582"/>
                  </a:cubicBezTo>
                  <a:lnTo>
                    <a:pt x="165789" y="17599"/>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2" name="Freeform: Shape 81">
              <a:extLst>
                <a:ext uri="{FF2B5EF4-FFF2-40B4-BE49-F238E27FC236}">
                  <a16:creationId xmlns:a16="http://schemas.microsoft.com/office/drawing/2014/main" id="{71141157-B672-8449-4342-CC42524321DA}"/>
                </a:ext>
              </a:extLst>
            </p:cNvPr>
            <p:cNvSpPr/>
            <p:nvPr>
              <p:custDataLst>
                <p:tags r:id="rId21"/>
              </p:custDataLst>
            </p:nvPr>
          </p:nvSpPr>
          <p:spPr>
            <a:xfrm>
              <a:off x="7602788" y="5990235"/>
              <a:ext cx="74341" cy="109044"/>
            </a:xfrm>
            <a:custGeom>
              <a:avLst/>
              <a:gdLst>
                <a:gd name="connsiteX0" fmla="*/ 74427 w 74341"/>
                <a:gd name="connsiteY0" fmla="*/ 55065 h 109044"/>
                <a:gd name="connsiteX1" fmla="*/ 64974 w 74341"/>
                <a:gd name="connsiteY1" fmla="*/ 13775 h 109044"/>
                <a:gd name="connsiteX2" fmla="*/ 37256 w 74341"/>
                <a:gd name="connsiteY2" fmla="*/ 64 h 109044"/>
                <a:gd name="connsiteX3" fmla="*/ 85 w 74341"/>
                <a:gd name="connsiteY3" fmla="*/ 55065 h 109044"/>
                <a:gd name="connsiteX4" fmla="*/ 37256 w 74341"/>
                <a:gd name="connsiteY4" fmla="*/ 109109 h 109044"/>
                <a:gd name="connsiteX5" fmla="*/ 74427 w 74341"/>
                <a:gd name="connsiteY5" fmla="*/ 55065 h 109044"/>
                <a:gd name="connsiteX6" fmla="*/ 37256 w 74341"/>
                <a:gd name="connsiteY6" fmla="*/ 104645 h 109044"/>
                <a:gd name="connsiteX7" fmla="*/ 16908 w 74341"/>
                <a:gd name="connsiteY7" fmla="*/ 87268 h 109044"/>
                <a:gd name="connsiteX8" fmla="*/ 14665 w 74341"/>
                <a:gd name="connsiteY8" fmla="*/ 52992 h 109044"/>
                <a:gd name="connsiteX9" fmla="*/ 17068 w 74341"/>
                <a:gd name="connsiteY9" fmla="*/ 20470 h 109044"/>
                <a:gd name="connsiteX10" fmla="*/ 37256 w 74341"/>
                <a:gd name="connsiteY10" fmla="*/ 4528 h 109044"/>
                <a:gd name="connsiteX11" fmla="*/ 57123 w 74341"/>
                <a:gd name="connsiteY11" fmla="*/ 19035 h 109044"/>
                <a:gd name="connsiteX12" fmla="*/ 59847 w 74341"/>
                <a:gd name="connsiteY12" fmla="*/ 52992 h 109044"/>
                <a:gd name="connsiteX13" fmla="*/ 57764 w 74341"/>
                <a:gd name="connsiteY13" fmla="*/ 86630 h 109044"/>
                <a:gd name="connsiteX14" fmla="*/ 37256 w 74341"/>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341" h="109044">
                  <a:moveTo>
                    <a:pt x="74427" y="55065"/>
                  </a:moveTo>
                  <a:cubicBezTo>
                    <a:pt x="74427" y="37528"/>
                    <a:pt x="72344" y="24934"/>
                    <a:pt x="64974" y="13775"/>
                  </a:cubicBezTo>
                  <a:cubicBezTo>
                    <a:pt x="60007" y="6441"/>
                    <a:pt x="50073" y="64"/>
                    <a:pt x="37256" y="64"/>
                  </a:cubicBezTo>
                  <a:cubicBezTo>
                    <a:pt x="85" y="64"/>
                    <a:pt x="85" y="43586"/>
                    <a:pt x="85" y="55065"/>
                  </a:cubicBezTo>
                  <a:cubicBezTo>
                    <a:pt x="85" y="66543"/>
                    <a:pt x="85" y="109109"/>
                    <a:pt x="37256" y="109109"/>
                  </a:cubicBezTo>
                  <a:cubicBezTo>
                    <a:pt x="74427" y="109109"/>
                    <a:pt x="74427" y="66543"/>
                    <a:pt x="74427" y="55065"/>
                  </a:cubicBezTo>
                  <a:close/>
                  <a:moveTo>
                    <a:pt x="37256" y="104645"/>
                  </a:moveTo>
                  <a:cubicBezTo>
                    <a:pt x="29886" y="104645"/>
                    <a:pt x="20112" y="100341"/>
                    <a:pt x="16908" y="87268"/>
                  </a:cubicBezTo>
                  <a:cubicBezTo>
                    <a:pt x="14665" y="77862"/>
                    <a:pt x="14665" y="64790"/>
                    <a:pt x="14665" y="52992"/>
                  </a:cubicBezTo>
                  <a:cubicBezTo>
                    <a:pt x="14665" y="41355"/>
                    <a:pt x="14665" y="29239"/>
                    <a:pt x="17068" y="20470"/>
                  </a:cubicBezTo>
                  <a:cubicBezTo>
                    <a:pt x="20433" y="7876"/>
                    <a:pt x="30687" y="4528"/>
                    <a:pt x="37256" y="4528"/>
                  </a:cubicBezTo>
                  <a:cubicBezTo>
                    <a:pt x="45908" y="4528"/>
                    <a:pt x="54239" y="9789"/>
                    <a:pt x="57123" y="19035"/>
                  </a:cubicBezTo>
                  <a:cubicBezTo>
                    <a:pt x="59687" y="27644"/>
                    <a:pt x="59847" y="39123"/>
                    <a:pt x="59847" y="52992"/>
                  </a:cubicBezTo>
                  <a:cubicBezTo>
                    <a:pt x="59847" y="64790"/>
                    <a:pt x="59847" y="76587"/>
                    <a:pt x="57764" y="86630"/>
                  </a:cubicBezTo>
                  <a:cubicBezTo>
                    <a:pt x="54560" y="101138"/>
                    <a:pt x="43665" y="104645"/>
                    <a:pt x="37256"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3" name="Freeform: Shape 82">
              <a:extLst>
                <a:ext uri="{FF2B5EF4-FFF2-40B4-BE49-F238E27FC236}">
                  <a16:creationId xmlns:a16="http://schemas.microsoft.com/office/drawing/2014/main" id="{9FCA332E-0791-A478-F3A4-CB674C636DDB}"/>
                </a:ext>
              </a:extLst>
            </p:cNvPr>
            <p:cNvSpPr/>
            <p:nvPr>
              <p:custDataLst>
                <p:tags r:id="rId22"/>
              </p:custDataLst>
            </p:nvPr>
          </p:nvSpPr>
          <p:spPr>
            <a:xfrm>
              <a:off x="7780398" y="5963771"/>
              <a:ext cx="24261" cy="98158"/>
            </a:xfrm>
            <a:custGeom>
              <a:avLst/>
              <a:gdLst>
                <a:gd name="connsiteX0" fmla="*/ 24354 w 24261"/>
                <a:gd name="connsiteY0" fmla="*/ 12133 h 98158"/>
                <a:gd name="connsiteX1" fmla="*/ 12223 w 24261"/>
                <a:gd name="connsiteY1" fmla="*/ 63 h 98158"/>
                <a:gd name="connsiteX2" fmla="*/ 92 w 24261"/>
                <a:gd name="connsiteY2" fmla="*/ 12133 h 98158"/>
                <a:gd name="connsiteX3" fmla="*/ 12223 w 24261"/>
                <a:gd name="connsiteY3" fmla="*/ 24204 h 98158"/>
                <a:gd name="connsiteX4" fmla="*/ 24354 w 24261"/>
                <a:gd name="connsiteY4" fmla="*/ 12133 h 98158"/>
                <a:gd name="connsiteX5" fmla="*/ 24354 w 24261"/>
                <a:gd name="connsiteY5" fmla="*/ 86151 h 98158"/>
                <a:gd name="connsiteX6" fmla="*/ 12223 w 24261"/>
                <a:gd name="connsiteY6" fmla="*/ 74080 h 98158"/>
                <a:gd name="connsiteX7" fmla="*/ 92 w 24261"/>
                <a:gd name="connsiteY7" fmla="*/ 86151 h 98158"/>
                <a:gd name="connsiteX8" fmla="*/ 12223 w 24261"/>
                <a:gd name="connsiteY8" fmla="*/ 98221 h 98158"/>
                <a:gd name="connsiteX9" fmla="*/ 24354 w 24261"/>
                <a:gd name="connsiteY9" fmla="*/ 86151 h 9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61" h="98158">
                  <a:moveTo>
                    <a:pt x="24354" y="12133"/>
                  </a:moveTo>
                  <a:cubicBezTo>
                    <a:pt x="24354" y="5529"/>
                    <a:pt x="18861" y="63"/>
                    <a:pt x="12223" y="63"/>
                  </a:cubicBezTo>
                  <a:cubicBezTo>
                    <a:pt x="5585" y="63"/>
                    <a:pt x="92" y="5529"/>
                    <a:pt x="92" y="12133"/>
                  </a:cubicBezTo>
                  <a:cubicBezTo>
                    <a:pt x="92" y="18738"/>
                    <a:pt x="5585" y="24204"/>
                    <a:pt x="12223" y="24204"/>
                  </a:cubicBezTo>
                  <a:cubicBezTo>
                    <a:pt x="18861" y="24204"/>
                    <a:pt x="24354" y="18738"/>
                    <a:pt x="24354" y="12133"/>
                  </a:cubicBezTo>
                  <a:close/>
                  <a:moveTo>
                    <a:pt x="24354" y="86151"/>
                  </a:moveTo>
                  <a:cubicBezTo>
                    <a:pt x="24354" y="79546"/>
                    <a:pt x="18861" y="74080"/>
                    <a:pt x="12223" y="74080"/>
                  </a:cubicBezTo>
                  <a:cubicBezTo>
                    <a:pt x="5585" y="74080"/>
                    <a:pt x="92" y="79546"/>
                    <a:pt x="92" y="86151"/>
                  </a:cubicBezTo>
                  <a:cubicBezTo>
                    <a:pt x="92" y="92755"/>
                    <a:pt x="5585" y="98221"/>
                    <a:pt x="12223" y="98221"/>
                  </a:cubicBezTo>
                  <a:cubicBezTo>
                    <a:pt x="18861" y="98221"/>
                    <a:pt x="24354" y="92755"/>
                    <a:pt x="24354" y="8615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4" name="Freeform: Shape 83">
              <a:extLst>
                <a:ext uri="{FF2B5EF4-FFF2-40B4-BE49-F238E27FC236}">
                  <a16:creationId xmlns:a16="http://schemas.microsoft.com/office/drawing/2014/main" id="{C996DF41-AF32-1792-1A46-91636EBB249D}"/>
                </a:ext>
              </a:extLst>
            </p:cNvPr>
            <p:cNvSpPr/>
            <p:nvPr>
              <p:custDataLst>
                <p:tags r:id="rId23"/>
              </p:custDataLst>
            </p:nvPr>
          </p:nvSpPr>
          <p:spPr>
            <a:xfrm>
              <a:off x="7894738" y="5961266"/>
              <a:ext cx="124055" cy="149856"/>
            </a:xfrm>
            <a:custGeom>
              <a:avLst/>
              <a:gdLst>
                <a:gd name="connsiteX0" fmla="*/ 46104 w 124055"/>
                <a:gd name="connsiteY0" fmla="*/ 20788 h 149856"/>
                <a:gd name="connsiteX1" fmla="*/ 49537 w 124055"/>
                <a:gd name="connsiteY1" fmla="*/ 6212 h 149856"/>
                <a:gd name="connsiteX2" fmla="*/ 42899 w 124055"/>
                <a:gd name="connsiteY2" fmla="*/ 63 h 149856"/>
                <a:gd name="connsiteX3" fmla="*/ 33744 w 124055"/>
                <a:gd name="connsiteY3" fmla="*/ 8262 h 149856"/>
                <a:gd name="connsiteX4" fmla="*/ 784 w 124055"/>
                <a:gd name="connsiteY4" fmla="*/ 140127 h 149856"/>
                <a:gd name="connsiteX5" fmla="*/ 98 w 124055"/>
                <a:gd name="connsiteY5" fmla="*/ 143770 h 149856"/>
                <a:gd name="connsiteX6" fmla="*/ 6507 w 124055"/>
                <a:gd name="connsiteY6" fmla="*/ 149920 h 149856"/>
                <a:gd name="connsiteX7" fmla="*/ 14518 w 124055"/>
                <a:gd name="connsiteY7" fmla="*/ 145137 h 149856"/>
                <a:gd name="connsiteX8" fmla="*/ 27106 w 124055"/>
                <a:gd name="connsiteY8" fmla="*/ 96172 h 149856"/>
                <a:gd name="connsiteX9" fmla="*/ 49308 w 124055"/>
                <a:gd name="connsiteY9" fmla="*/ 103232 h 149856"/>
                <a:gd name="connsiteX10" fmla="*/ 79750 w 124055"/>
                <a:gd name="connsiteY10" fmla="*/ 86606 h 149856"/>
                <a:gd name="connsiteX11" fmla="*/ 100349 w 124055"/>
                <a:gd name="connsiteY11" fmla="*/ 103232 h 149856"/>
                <a:gd name="connsiteX12" fmla="*/ 117287 w 124055"/>
                <a:gd name="connsiteY12" fmla="*/ 90706 h 149856"/>
                <a:gd name="connsiteX13" fmla="*/ 124153 w 124055"/>
                <a:gd name="connsiteY13" fmla="*/ 68159 h 149856"/>
                <a:gd name="connsiteX14" fmla="*/ 121407 w 124055"/>
                <a:gd name="connsiteY14" fmla="*/ 65881 h 149856"/>
                <a:gd name="connsiteX15" fmla="*/ 118202 w 124055"/>
                <a:gd name="connsiteY15" fmla="*/ 69981 h 149856"/>
                <a:gd name="connsiteX16" fmla="*/ 100807 w 124055"/>
                <a:gd name="connsiteY16" fmla="*/ 98221 h 149856"/>
                <a:gd name="connsiteX17" fmla="*/ 93941 w 124055"/>
                <a:gd name="connsiteY17" fmla="*/ 87745 h 149856"/>
                <a:gd name="connsiteX18" fmla="*/ 98518 w 124055"/>
                <a:gd name="connsiteY18" fmla="*/ 64059 h 149856"/>
                <a:gd name="connsiteX19" fmla="*/ 104927 w 124055"/>
                <a:gd name="connsiteY19" fmla="*/ 39463 h 149856"/>
                <a:gd name="connsiteX20" fmla="*/ 108818 w 124055"/>
                <a:gd name="connsiteY20" fmla="*/ 23976 h 149856"/>
                <a:gd name="connsiteX21" fmla="*/ 112251 w 124055"/>
                <a:gd name="connsiteY21" fmla="*/ 8717 h 149856"/>
                <a:gd name="connsiteX22" fmla="*/ 105614 w 124055"/>
                <a:gd name="connsiteY22" fmla="*/ 2568 h 149856"/>
                <a:gd name="connsiteX23" fmla="*/ 96687 w 124055"/>
                <a:gd name="connsiteY23" fmla="*/ 10539 h 149856"/>
                <a:gd name="connsiteX24" fmla="*/ 85930 w 124055"/>
                <a:gd name="connsiteY24" fmla="*/ 53128 h 149856"/>
                <a:gd name="connsiteX25" fmla="*/ 79979 w 124055"/>
                <a:gd name="connsiteY25" fmla="*/ 76358 h 149856"/>
                <a:gd name="connsiteX26" fmla="*/ 50224 w 124055"/>
                <a:gd name="connsiteY26" fmla="*/ 98221 h 149856"/>
                <a:gd name="connsiteX27" fmla="*/ 33286 w 124055"/>
                <a:gd name="connsiteY27" fmla="*/ 78407 h 149856"/>
                <a:gd name="connsiteX28" fmla="*/ 36490 w 124055"/>
                <a:gd name="connsiteY28" fmla="*/ 59049 h 149856"/>
                <a:gd name="connsiteX29" fmla="*/ 46104 w 124055"/>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4055" h="149856">
                  <a:moveTo>
                    <a:pt x="46104" y="20788"/>
                  </a:moveTo>
                  <a:cubicBezTo>
                    <a:pt x="47248" y="16005"/>
                    <a:pt x="49537" y="7351"/>
                    <a:pt x="49537" y="6212"/>
                  </a:cubicBezTo>
                  <a:cubicBezTo>
                    <a:pt x="49537" y="2340"/>
                    <a:pt x="46790" y="63"/>
                    <a:pt x="42899" y="63"/>
                  </a:cubicBezTo>
                  <a:cubicBezTo>
                    <a:pt x="42213" y="63"/>
                    <a:pt x="35804" y="291"/>
                    <a:pt x="33744" y="8262"/>
                  </a:cubicBezTo>
                  <a:lnTo>
                    <a:pt x="784" y="140127"/>
                  </a:lnTo>
                  <a:cubicBezTo>
                    <a:pt x="98" y="142859"/>
                    <a:pt x="98" y="143315"/>
                    <a:pt x="98" y="143770"/>
                  </a:cubicBezTo>
                  <a:cubicBezTo>
                    <a:pt x="98" y="147187"/>
                    <a:pt x="2615" y="149920"/>
                    <a:pt x="6507" y="149920"/>
                  </a:cubicBezTo>
                  <a:cubicBezTo>
                    <a:pt x="11313" y="149920"/>
                    <a:pt x="14060" y="145820"/>
                    <a:pt x="14518" y="145137"/>
                  </a:cubicBezTo>
                  <a:cubicBezTo>
                    <a:pt x="15433" y="143087"/>
                    <a:pt x="18409" y="131244"/>
                    <a:pt x="27106" y="96172"/>
                  </a:cubicBezTo>
                  <a:cubicBezTo>
                    <a:pt x="34430" y="102321"/>
                    <a:pt x="44730" y="103232"/>
                    <a:pt x="49308" y="103232"/>
                  </a:cubicBezTo>
                  <a:cubicBezTo>
                    <a:pt x="65330" y="103232"/>
                    <a:pt x="74256" y="92983"/>
                    <a:pt x="79750" y="86606"/>
                  </a:cubicBezTo>
                  <a:cubicBezTo>
                    <a:pt x="81810" y="96855"/>
                    <a:pt x="90278" y="103232"/>
                    <a:pt x="100349" y="103232"/>
                  </a:cubicBezTo>
                  <a:cubicBezTo>
                    <a:pt x="108360" y="103232"/>
                    <a:pt x="113625" y="97994"/>
                    <a:pt x="117287" y="90706"/>
                  </a:cubicBezTo>
                  <a:cubicBezTo>
                    <a:pt x="121178" y="82507"/>
                    <a:pt x="124153" y="68614"/>
                    <a:pt x="124153" y="68159"/>
                  </a:cubicBezTo>
                  <a:cubicBezTo>
                    <a:pt x="124153" y="65881"/>
                    <a:pt x="122093" y="65881"/>
                    <a:pt x="121407" y="65881"/>
                  </a:cubicBezTo>
                  <a:cubicBezTo>
                    <a:pt x="119118" y="65881"/>
                    <a:pt x="118889" y="66792"/>
                    <a:pt x="118202" y="69981"/>
                  </a:cubicBezTo>
                  <a:cubicBezTo>
                    <a:pt x="114311" y="84784"/>
                    <a:pt x="110191" y="98221"/>
                    <a:pt x="100807" y="98221"/>
                  </a:cubicBezTo>
                  <a:cubicBezTo>
                    <a:pt x="94627" y="98221"/>
                    <a:pt x="93941" y="92300"/>
                    <a:pt x="93941" y="87745"/>
                  </a:cubicBezTo>
                  <a:cubicBezTo>
                    <a:pt x="93941" y="82735"/>
                    <a:pt x="96687" y="72030"/>
                    <a:pt x="98518" y="64059"/>
                  </a:cubicBezTo>
                  <a:lnTo>
                    <a:pt x="104927" y="39463"/>
                  </a:lnTo>
                  <a:cubicBezTo>
                    <a:pt x="105614" y="36047"/>
                    <a:pt x="107902" y="27392"/>
                    <a:pt x="108818" y="23976"/>
                  </a:cubicBezTo>
                  <a:cubicBezTo>
                    <a:pt x="109962" y="18738"/>
                    <a:pt x="112251" y="10084"/>
                    <a:pt x="112251" y="8717"/>
                  </a:cubicBezTo>
                  <a:cubicBezTo>
                    <a:pt x="112251" y="4618"/>
                    <a:pt x="109047" y="2568"/>
                    <a:pt x="105614" y="2568"/>
                  </a:cubicBezTo>
                  <a:cubicBezTo>
                    <a:pt x="104469" y="2568"/>
                    <a:pt x="98518" y="2796"/>
                    <a:pt x="96687" y="10539"/>
                  </a:cubicBezTo>
                  <a:lnTo>
                    <a:pt x="85930" y="53128"/>
                  </a:lnTo>
                  <a:cubicBezTo>
                    <a:pt x="83183" y="64515"/>
                    <a:pt x="80665" y="74080"/>
                    <a:pt x="79979" y="76358"/>
                  </a:cubicBezTo>
                  <a:cubicBezTo>
                    <a:pt x="79750" y="77496"/>
                    <a:pt x="68763" y="98221"/>
                    <a:pt x="50224" y="98221"/>
                  </a:cubicBezTo>
                  <a:cubicBezTo>
                    <a:pt x="38779" y="98221"/>
                    <a:pt x="33286" y="90706"/>
                    <a:pt x="33286" y="78407"/>
                  </a:cubicBezTo>
                  <a:cubicBezTo>
                    <a:pt x="33286" y="71803"/>
                    <a:pt x="34888" y="65426"/>
                    <a:pt x="36490" y="59049"/>
                  </a:cubicBezTo>
                  <a:lnTo>
                    <a:pt x="46104"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5" name="Freeform: Shape 84">
              <a:extLst>
                <a:ext uri="{FF2B5EF4-FFF2-40B4-BE49-F238E27FC236}">
                  <a16:creationId xmlns:a16="http://schemas.microsoft.com/office/drawing/2014/main" id="{7711E573-3F6B-94D3-1B22-65DE9EC22DD4}"/>
                </a:ext>
              </a:extLst>
            </p:cNvPr>
            <p:cNvSpPr/>
            <p:nvPr>
              <p:custDataLst>
                <p:tags r:id="rId24"/>
              </p:custDataLst>
            </p:nvPr>
          </p:nvSpPr>
          <p:spPr>
            <a:xfrm>
              <a:off x="8102181" y="5978347"/>
              <a:ext cx="152208" cy="53292"/>
            </a:xfrm>
            <a:custGeom>
              <a:avLst/>
              <a:gdLst>
                <a:gd name="connsiteX0" fmla="*/ 144533 w 152208"/>
                <a:gd name="connsiteY0" fmla="*/ 9173 h 53292"/>
                <a:gd name="connsiteX1" fmla="*/ 152315 w 152208"/>
                <a:gd name="connsiteY1" fmla="*/ 4618 h 53292"/>
                <a:gd name="connsiteX2" fmla="*/ 144762 w 152208"/>
                <a:gd name="connsiteY2" fmla="*/ 63 h 53292"/>
                <a:gd name="connsiteX3" fmla="*/ 7660 w 152208"/>
                <a:gd name="connsiteY3" fmla="*/ 63 h 53292"/>
                <a:gd name="connsiteX4" fmla="*/ 107 w 152208"/>
                <a:gd name="connsiteY4" fmla="*/ 4618 h 53292"/>
                <a:gd name="connsiteX5" fmla="*/ 7889 w 152208"/>
                <a:gd name="connsiteY5" fmla="*/ 9173 h 53292"/>
                <a:gd name="connsiteX6" fmla="*/ 144533 w 152208"/>
                <a:gd name="connsiteY6" fmla="*/ 9173 h 53292"/>
                <a:gd name="connsiteX7" fmla="*/ 144762 w 152208"/>
                <a:gd name="connsiteY7" fmla="*/ 53355 h 53292"/>
                <a:gd name="connsiteX8" fmla="*/ 152315 w 152208"/>
                <a:gd name="connsiteY8" fmla="*/ 48800 h 53292"/>
                <a:gd name="connsiteX9" fmla="*/ 144533 w 152208"/>
                <a:gd name="connsiteY9" fmla="*/ 44245 h 53292"/>
                <a:gd name="connsiteX10" fmla="*/ 7889 w 152208"/>
                <a:gd name="connsiteY10" fmla="*/ 44245 h 53292"/>
                <a:gd name="connsiteX11" fmla="*/ 107 w 152208"/>
                <a:gd name="connsiteY11" fmla="*/ 48800 h 53292"/>
                <a:gd name="connsiteX12" fmla="*/ 7660 w 152208"/>
                <a:gd name="connsiteY12" fmla="*/ 53355 h 53292"/>
                <a:gd name="connsiteX13" fmla="*/ 144762 w 152208"/>
                <a:gd name="connsiteY13" fmla="*/ 53355 h 5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208" h="53292">
                  <a:moveTo>
                    <a:pt x="144533" y="9173"/>
                  </a:moveTo>
                  <a:cubicBezTo>
                    <a:pt x="147966" y="9173"/>
                    <a:pt x="152315" y="9173"/>
                    <a:pt x="152315" y="4618"/>
                  </a:cubicBezTo>
                  <a:cubicBezTo>
                    <a:pt x="152315" y="63"/>
                    <a:pt x="147966" y="63"/>
                    <a:pt x="144762" y="63"/>
                  </a:cubicBezTo>
                  <a:lnTo>
                    <a:pt x="7660" y="63"/>
                  </a:lnTo>
                  <a:cubicBezTo>
                    <a:pt x="4455" y="63"/>
                    <a:pt x="107" y="63"/>
                    <a:pt x="107" y="4618"/>
                  </a:cubicBezTo>
                  <a:cubicBezTo>
                    <a:pt x="107" y="9173"/>
                    <a:pt x="4455" y="9173"/>
                    <a:pt x="7889" y="9173"/>
                  </a:cubicBezTo>
                  <a:lnTo>
                    <a:pt x="144533" y="9173"/>
                  </a:lnTo>
                  <a:close/>
                  <a:moveTo>
                    <a:pt x="144762" y="53355"/>
                  </a:moveTo>
                  <a:cubicBezTo>
                    <a:pt x="147966" y="53355"/>
                    <a:pt x="152315" y="53355"/>
                    <a:pt x="152315" y="48800"/>
                  </a:cubicBezTo>
                  <a:cubicBezTo>
                    <a:pt x="152315" y="44245"/>
                    <a:pt x="147966" y="44245"/>
                    <a:pt x="144533" y="44245"/>
                  </a:cubicBezTo>
                  <a:lnTo>
                    <a:pt x="7889" y="44245"/>
                  </a:lnTo>
                  <a:cubicBezTo>
                    <a:pt x="4455" y="44245"/>
                    <a:pt x="107" y="44245"/>
                    <a:pt x="107" y="48800"/>
                  </a:cubicBezTo>
                  <a:cubicBezTo>
                    <a:pt x="107" y="53355"/>
                    <a:pt x="4455" y="53355"/>
                    <a:pt x="7660" y="53355"/>
                  </a:cubicBezTo>
                  <a:lnTo>
                    <a:pt x="144762" y="53355"/>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6" name="Freeform: Shape 85">
              <a:extLst>
                <a:ext uri="{FF2B5EF4-FFF2-40B4-BE49-F238E27FC236}">
                  <a16:creationId xmlns:a16="http://schemas.microsoft.com/office/drawing/2014/main" id="{82461509-AFE4-E3DE-F837-C4B3165DC287}"/>
                </a:ext>
              </a:extLst>
            </p:cNvPr>
            <p:cNvSpPr/>
            <p:nvPr>
              <p:custDataLst>
                <p:tags r:id="rId25"/>
              </p:custDataLst>
            </p:nvPr>
          </p:nvSpPr>
          <p:spPr>
            <a:xfrm>
              <a:off x="8337829" y="5961266"/>
              <a:ext cx="124055" cy="149856"/>
            </a:xfrm>
            <a:custGeom>
              <a:avLst/>
              <a:gdLst>
                <a:gd name="connsiteX0" fmla="*/ 46123 w 124055"/>
                <a:gd name="connsiteY0" fmla="*/ 20788 h 149856"/>
                <a:gd name="connsiteX1" fmla="*/ 49556 w 124055"/>
                <a:gd name="connsiteY1" fmla="*/ 6212 h 149856"/>
                <a:gd name="connsiteX2" fmla="*/ 42918 w 124055"/>
                <a:gd name="connsiteY2" fmla="*/ 63 h 149856"/>
                <a:gd name="connsiteX3" fmla="*/ 33763 w 124055"/>
                <a:gd name="connsiteY3" fmla="*/ 8262 h 149856"/>
                <a:gd name="connsiteX4" fmla="*/ 804 w 124055"/>
                <a:gd name="connsiteY4" fmla="*/ 140127 h 149856"/>
                <a:gd name="connsiteX5" fmla="*/ 117 w 124055"/>
                <a:gd name="connsiteY5" fmla="*/ 143770 h 149856"/>
                <a:gd name="connsiteX6" fmla="*/ 6526 w 124055"/>
                <a:gd name="connsiteY6" fmla="*/ 149920 h 149856"/>
                <a:gd name="connsiteX7" fmla="*/ 14537 w 124055"/>
                <a:gd name="connsiteY7" fmla="*/ 145137 h 149856"/>
                <a:gd name="connsiteX8" fmla="*/ 27125 w 124055"/>
                <a:gd name="connsiteY8" fmla="*/ 96172 h 149856"/>
                <a:gd name="connsiteX9" fmla="*/ 49327 w 124055"/>
                <a:gd name="connsiteY9" fmla="*/ 103232 h 149856"/>
                <a:gd name="connsiteX10" fmla="*/ 79769 w 124055"/>
                <a:gd name="connsiteY10" fmla="*/ 86606 h 149856"/>
                <a:gd name="connsiteX11" fmla="*/ 100369 w 124055"/>
                <a:gd name="connsiteY11" fmla="*/ 103232 h 149856"/>
                <a:gd name="connsiteX12" fmla="*/ 117306 w 124055"/>
                <a:gd name="connsiteY12" fmla="*/ 90706 h 149856"/>
                <a:gd name="connsiteX13" fmla="*/ 124173 w 124055"/>
                <a:gd name="connsiteY13" fmla="*/ 68159 h 149856"/>
                <a:gd name="connsiteX14" fmla="*/ 121426 w 124055"/>
                <a:gd name="connsiteY14" fmla="*/ 65881 h 149856"/>
                <a:gd name="connsiteX15" fmla="*/ 118222 w 124055"/>
                <a:gd name="connsiteY15" fmla="*/ 69981 h 149856"/>
                <a:gd name="connsiteX16" fmla="*/ 100826 w 124055"/>
                <a:gd name="connsiteY16" fmla="*/ 98221 h 149856"/>
                <a:gd name="connsiteX17" fmla="*/ 93960 w 124055"/>
                <a:gd name="connsiteY17" fmla="*/ 87745 h 149856"/>
                <a:gd name="connsiteX18" fmla="*/ 98537 w 124055"/>
                <a:gd name="connsiteY18" fmla="*/ 64059 h 149856"/>
                <a:gd name="connsiteX19" fmla="*/ 104946 w 124055"/>
                <a:gd name="connsiteY19" fmla="*/ 39463 h 149856"/>
                <a:gd name="connsiteX20" fmla="*/ 108837 w 124055"/>
                <a:gd name="connsiteY20" fmla="*/ 23976 h 149856"/>
                <a:gd name="connsiteX21" fmla="*/ 112271 w 124055"/>
                <a:gd name="connsiteY21" fmla="*/ 8717 h 149856"/>
                <a:gd name="connsiteX22" fmla="*/ 105633 w 124055"/>
                <a:gd name="connsiteY22" fmla="*/ 2568 h 149856"/>
                <a:gd name="connsiteX23" fmla="*/ 96706 w 124055"/>
                <a:gd name="connsiteY23" fmla="*/ 10539 h 149856"/>
                <a:gd name="connsiteX24" fmla="*/ 85949 w 124055"/>
                <a:gd name="connsiteY24" fmla="*/ 53128 h 149856"/>
                <a:gd name="connsiteX25" fmla="*/ 79998 w 124055"/>
                <a:gd name="connsiteY25" fmla="*/ 76358 h 149856"/>
                <a:gd name="connsiteX26" fmla="*/ 50243 w 124055"/>
                <a:gd name="connsiteY26" fmla="*/ 98221 h 149856"/>
                <a:gd name="connsiteX27" fmla="*/ 33305 w 124055"/>
                <a:gd name="connsiteY27" fmla="*/ 78407 h 149856"/>
                <a:gd name="connsiteX28" fmla="*/ 36510 w 124055"/>
                <a:gd name="connsiteY28" fmla="*/ 59049 h 149856"/>
                <a:gd name="connsiteX29" fmla="*/ 46123 w 124055"/>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4055" h="149856">
                  <a:moveTo>
                    <a:pt x="46123" y="20788"/>
                  </a:moveTo>
                  <a:cubicBezTo>
                    <a:pt x="47267" y="16005"/>
                    <a:pt x="49556" y="7351"/>
                    <a:pt x="49556" y="6212"/>
                  </a:cubicBezTo>
                  <a:cubicBezTo>
                    <a:pt x="49556" y="2340"/>
                    <a:pt x="46810" y="63"/>
                    <a:pt x="42918" y="63"/>
                  </a:cubicBezTo>
                  <a:cubicBezTo>
                    <a:pt x="42232" y="63"/>
                    <a:pt x="35823" y="291"/>
                    <a:pt x="33763" y="8262"/>
                  </a:cubicBezTo>
                  <a:lnTo>
                    <a:pt x="804" y="140127"/>
                  </a:lnTo>
                  <a:cubicBezTo>
                    <a:pt x="117" y="142859"/>
                    <a:pt x="117" y="143315"/>
                    <a:pt x="117" y="143770"/>
                  </a:cubicBezTo>
                  <a:cubicBezTo>
                    <a:pt x="117" y="147187"/>
                    <a:pt x="2635" y="149920"/>
                    <a:pt x="6526" y="149920"/>
                  </a:cubicBezTo>
                  <a:cubicBezTo>
                    <a:pt x="11332" y="149920"/>
                    <a:pt x="14079" y="145820"/>
                    <a:pt x="14537" y="145137"/>
                  </a:cubicBezTo>
                  <a:cubicBezTo>
                    <a:pt x="15452" y="143087"/>
                    <a:pt x="18428" y="131244"/>
                    <a:pt x="27125" y="96172"/>
                  </a:cubicBezTo>
                  <a:cubicBezTo>
                    <a:pt x="34450" y="102321"/>
                    <a:pt x="44750" y="103232"/>
                    <a:pt x="49327" y="103232"/>
                  </a:cubicBezTo>
                  <a:cubicBezTo>
                    <a:pt x="65349" y="103232"/>
                    <a:pt x="74276" y="92983"/>
                    <a:pt x="79769" y="86606"/>
                  </a:cubicBezTo>
                  <a:cubicBezTo>
                    <a:pt x="81829" y="96855"/>
                    <a:pt x="90298" y="103232"/>
                    <a:pt x="100369" y="103232"/>
                  </a:cubicBezTo>
                  <a:cubicBezTo>
                    <a:pt x="108380" y="103232"/>
                    <a:pt x="113644" y="97994"/>
                    <a:pt x="117306" y="90706"/>
                  </a:cubicBezTo>
                  <a:cubicBezTo>
                    <a:pt x="121197" y="82507"/>
                    <a:pt x="124173" y="68614"/>
                    <a:pt x="124173" y="68159"/>
                  </a:cubicBezTo>
                  <a:cubicBezTo>
                    <a:pt x="124173" y="65881"/>
                    <a:pt x="122113" y="65881"/>
                    <a:pt x="121426" y="65881"/>
                  </a:cubicBezTo>
                  <a:cubicBezTo>
                    <a:pt x="119137" y="65881"/>
                    <a:pt x="118908" y="66792"/>
                    <a:pt x="118222" y="69981"/>
                  </a:cubicBezTo>
                  <a:cubicBezTo>
                    <a:pt x="114331" y="84784"/>
                    <a:pt x="110211" y="98221"/>
                    <a:pt x="100826" y="98221"/>
                  </a:cubicBezTo>
                  <a:cubicBezTo>
                    <a:pt x="94646" y="98221"/>
                    <a:pt x="93960" y="92300"/>
                    <a:pt x="93960" y="87745"/>
                  </a:cubicBezTo>
                  <a:cubicBezTo>
                    <a:pt x="93960" y="82735"/>
                    <a:pt x="96706" y="72030"/>
                    <a:pt x="98537" y="64059"/>
                  </a:cubicBezTo>
                  <a:lnTo>
                    <a:pt x="104946" y="39463"/>
                  </a:lnTo>
                  <a:cubicBezTo>
                    <a:pt x="105633" y="36047"/>
                    <a:pt x="107922" y="27392"/>
                    <a:pt x="108837" y="23976"/>
                  </a:cubicBezTo>
                  <a:cubicBezTo>
                    <a:pt x="109982" y="18738"/>
                    <a:pt x="112271" y="10084"/>
                    <a:pt x="112271" y="8717"/>
                  </a:cubicBezTo>
                  <a:cubicBezTo>
                    <a:pt x="112271" y="4618"/>
                    <a:pt x="109066" y="2568"/>
                    <a:pt x="105633" y="2568"/>
                  </a:cubicBezTo>
                  <a:cubicBezTo>
                    <a:pt x="104488" y="2568"/>
                    <a:pt x="98537" y="2796"/>
                    <a:pt x="96706" y="10539"/>
                  </a:cubicBezTo>
                  <a:lnTo>
                    <a:pt x="85949" y="53128"/>
                  </a:lnTo>
                  <a:cubicBezTo>
                    <a:pt x="83202" y="64515"/>
                    <a:pt x="80684" y="74080"/>
                    <a:pt x="79998" y="76358"/>
                  </a:cubicBezTo>
                  <a:cubicBezTo>
                    <a:pt x="79769" y="77496"/>
                    <a:pt x="68782" y="98221"/>
                    <a:pt x="50243" y="98221"/>
                  </a:cubicBezTo>
                  <a:cubicBezTo>
                    <a:pt x="38799" y="98221"/>
                    <a:pt x="33305" y="90706"/>
                    <a:pt x="33305" y="78407"/>
                  </a:cubicBezTo>
                  <a:cubicBezTo>
                    <a:pt x="33305" y="71803"/>
                    <a:pt x="34908" y="65426"/>
                    <a:pt x="36510" y="59049"/>
                  </a:cubicBezTo>
                  <a:lnTo>
                    <a:pt x="46123"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7" name="Freeform: Shape 86">
              <a:extLst>
                <a:ext uri="{FF2B5EF4-FFF2-40B4-BE49-F238E27FC236}">
                  <a16:creationId xmlns:a16="http://schemas.microsoft.com/office/drawing/2014/main" id="{FCA044F0-30F5-DE57-7E6B-9A5DA4BACE63}"/>
                </a:ext>
              </a:extLst>
            </p:cNvPr>
            <p:cNvSpPr/>
            <p:nvPr>
              <p:custDataLst>
                <p:tags r:id="rId26"/>
              </p:custDataLst>
            </p:nvPr>
          </p:nvSpPr>
          <p:spPr>
            <a:xfrm>
              <a:off x="8477208" y="5990235"/>
              <a:ext cx="74341" cy="109044"/>
            </a:xfrm>
            <a:custGeom>
              <a:avLst/>
              <a:gdLst>
                <a:gd name="connsiteX0" fmla="*/ 74465 w 74341"/>
                <a:gd name="connsiteY0" fmla="*/ 55065 h 109044"/>
                <a:gd name="connsiteX1" fmla="*/ 65012 w 74341"/>
                <a:gd name="connsiteY1" fmla="*/ 13775 h 109044"/>
                <a:gd name="connsiteX2" fmla="*/ 37294 w 74341"/>
                <a:gd name="connsiteY2" fmla="*/ 64 h 109044"/>
                <a:gd name="connsiteX3" fmla="*/ 123 w 74341"/>
                <a:gd name="connsiteY3" fmla="*/ 55065 h 109044"/>
                <a:gd name="connsiteX4" fmla="*/ 37294 w 74341"/>
                <a:gd name="connsiteY4" fmla="*/ 109109 h 109044"/>
                <a:gd name="connsiteX5" fmla="*/ 74465 w 74341"/>
                <a:gd name="connsiteY5" fmla="*/ 55065 h 109044"/>
                <a:gd name="connsiteX6" fmla="*/ 37294 w 74341"/>
                <a:gd name="connsiteY6" fmla="*/ 104645 h 109044"/>
                <a:gd name="connsiteX7" fmla="*/ 16946 w 74341"/>
                <a:gd name="connsiteY7" fmla="*/ 87268 h 109044"/>
                <a:gd name="connsiteX8" fmla="*/ 14703 w 74341"/>
                <a:gd name="connsiteY8" fmla="*/ 52992 h 109044"/>
                <a:gd name="connsiteX9" fmla="*/ 17106 w 74341"/>
                <a:gd name="connsiteY9" fmla="*/ 20470 h 109044"/>
                <a:gd name="connsiteX10" fmla="*/ 37294 w 74341"/>
                <a:gd name="connsiteY10" fmla="*/ 4528 h 109044"/>
                <a:gd name="connsiteX11" fmla="*/ 57161 w 74341"/>
                <a:gd name="connsiteY11" fmla="*/ 19035 h 109044"/>
                <a:gd name="connsiteX12" fmla="*/ 59885 w 74341"/>
                <a:gd name="connsiteY12" fmla="*/ 52992 h 109044"/>
                <a:gd name="connsiteX13" fmla="*/ 57802 w 74341"/>
                <a:gd name="connsiteY13" fmla="*/ 86630 h 109044"/>
                <a:gd name="connsiteX14" fmla="*/ 37294 w 74341"/>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341" h="109044">
                  <a:moveTo>
                    <a:pt x="74465" y="55065"/>
                  </a:moveTo>
                  <a:cubicBezTo>
                    <a:pt x="74465" y="37528"/>
                    <a:pt x="72382" y="24934"/>
                    <a:pt x="65012" y="13775"/>
                  </a:cubicBezTo>
                  <a:cubicBezTo>
                    <a:pt x="60045" y="6441"/>
                    <a:pt x="50111" y="64"/>
                    <a:pt x="37294" y="64"/>
                  </a:cubicBezTo>
                  <a:cubicBezTo>
                    <a:pt x="123" y="64"/>
                    <a:pt x="123" y="43586"/>
                    <a:pt x="123" y="55065"/>
                  </a:cubicBezTo>
                  <a:cubicBezTo>
                    <a:pt x="123" y="66543"/>
                    <a:pt x="123" y="109109"/>
                    <a:pt x="37294" y="109109"/>
                  </a:cubicBezTo>
                  <a:cubicBezTo>
                    <a:pt x="74465" y="109109"/>
                    <a:pt x="74465" y="66543"/>
                    <a:pt x="74465" y="55065"/>
                  </a:cubicBezTo>
                  <a:close/>
                  <a:moveTo>
                    <a:pt x="37294" y="104645"/>
                  </a:moveTo>
                  <a:cubicBezTo>
                    <a:pt x="29924" y="104645"/>
                    <a:pt x="20150" y="100341"/>
                    <a:pt x="16946" y="87268"/>
                  </a:cubicBezTo>
                  <a:cubicBezTo>
                    <a:pt x="14703" y="77862"/>
                    <a:pt x="14703" y="64790"/>
                    <a:pt x="14703" y="52992"/>
                  </a:cubicBezTo>
                  <a:cubicBezTo>
                    <a:pt x="14703" y="41355"/>
                    <a:pt x="14703" y="29239"/>
                    <a:pt x="17106" y="20470"/>
                  </a:cubicBezTo>
                  <a:cubicBezTo>
                    <a:pt x="20471" y="7876"/>
                    <a:pt x="30725" y="4528"/>
                    <a:pt x="37294" y="4528"/>
                  </a:cubicBezTo>
                  <a:cubicBezTo>
                    <a:pt x="45946" y="4528"/>
                    <a:pt x="54277" y="9789"/>
                    <a:pt x="57161" y="19035"/>
                  </a:cubicBezTo>
                  <a:cubicBezTo>
                    <a:pt x="59725" y="27644"/>
                    <a:pt x="59885" y="39123"/>
                    <a:pt x="59885" y="52992"/>
                  </a:cubicBezTo>
                  <a:cubicBezTo>
                    <a:pt x="59885" y="64790"/>
                    <a:pt x="59885" y="76587"/>
                    <a:pt x="57802" y="86630"/>
                  </a:cubicBezTo>
                  <a:cubicBezTo>
                    <a:pt x="54598" y="101138"/>
                    <a:pt x="43703" y="104645"/>
                    <a:pt x="37294"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60" name="Group 59">
            <a:extLst>
              <a:ext uri="{FF2B5EF4-FFF2-40B4-BE49-F238E27FC236}">
                <a16:creationId xmlns:a16="http://schemas.microsoft.com/office/drawing/2014/main" id="{5FAC19DC-5FDA-0117-8946-C0511B719753}"/>
              </a:ext>
            </a:extLst>
          </p:cNvPr>
          <p:cNvGrpSpPr>
            <a:grpSpLocks noChangeAspect="1"/>
          </p:cNvGrpSpPr>
          <p:nvPr>
            <p:custDataLst>
              <p:tags r:id="rId2"/>
            </p:custDataLst>
          </p:nvPr>
        </p:nvGrpSpPr>
        <p:grpSpPr>
          <a:xfrm>
            <a:off x="1892756" y="5060001"/>
            <a:ext cx="1361005" cy="234282"/>
            <a:chOff x="4639614" y="5606187"/>
            <a:chExt cx="1361005" cy="234282"/>
          </a:xfrm>
        </p:grpSpPr>
        <p:sp>
          <p:nvSpPr>
            <p:cNvPr id="48" name="Freeform: Shape 47">
              <a:extLst>
                <a:ext uri="{FF2B5EF4-FFF2-40B4-BE49-F238E27FC236}">
                  <a16:creationId xmlns:a16="http://schemas.microsoft.com/office/drawing/2014/main" id="{E0F3E003-D110-1358-5A8D-2373F081BA0A}"/>
                </a:ext>
              </a:extLst>
            </p:cNvPr>
            <p:cNvSpPr/>
            <p:nvPr>
              <p:custDataLst>
                <p:tags r:id="rId8"/>
              </p:custDataLst>
            </p:nvPr>
          </p:nvSpPr>
          <p:spPr>
            <a:xfrm>
              <a:off x="4639614" y="5637642"/>
              <a:ext cx="154912" cy="148480"/>
            </a:xfrm>
            <a:custGeom>
              <a:avLst/>
              <a:gdLst>
                <a:gd name="connsiteX0" fmla="*/ 45212 w 154912"/>
                <a:gd name="connsiteY0" fmla="*/ 2889 h 148480"/>
                <a:gd name="connsiteX1" fmla="*/ 38635 w 154912"/>
                <a:gd name="connsiteY1" fmla="*/ 63 h 148480"/>
                <a:gd name="connsiteX2" fmla="*/ 77 w 154912"/>
                <a:gd name="connsiteY2" fmla="*/ 63 h 148480"/>
                <a:gd name="connsiteX3" fmla="*/ 77 w 154912"/>
                <a:gd name="connsiteY3" fmla="*/ 6802 h 148480"/>
                <a:gd name="connsiteX4" fmla="*/ 6654 w 154912"/>
                <a:gd name="connsiteY4" fmla="*/ 6802 h 148480"/>
                <a:gd name="connsiteX5" fmla="*/ 17995 w 154912"/>
                <a:gd name="connsiteY5" fmla="*/ 7237 h 148480"/>
                <a:gd name="connsiteX6" fmla="*/ 23438 w 154912"/>
                <a:gd name="connsiteY6" fmla="*/ 12237 h 148480"/>
                <a:gd name="connsiteX7" fmla="*/ 23438 w 154912"/>
                <a:gd name="connsiteY7" fmla="*/ 125716 h 148480"/>
                <a:gd name="connsiteX8" fmla="*/ 77 w 154912"/>
                <a:gd name="connsiteY8" fmla="*/ 141804 h 148480"/>
                <a:gd name="connsiteX9" fmla="*/ 77 w 154912"/>
                <a:gd name="connsiteY9" fmla="*/ 148543 h 148480"/>
                <a:gd name="connsiteX10" fmla="*/ 26614 w 154912"/>
                <a:gd name="connsiteY10" fmla="*/ 147891 h 148480"/>
                <a:gd name="connsiteX11" fmla="*/ 53151 w 154912"/>
                <a:gd name="connsiteY11" fmla="*/ 148543 h 148480"/>
                <a:gd name="connsiteX12" fmla="*/ 53151 w 154912"/>
                <a:gd name="connsiteY12" fmla="*/ 141804 h 148480"/>
                <a:gd name="connsiteX13" fmla="*/ 29789 w 154912"/>
                <a:gd name="connsiteY13" fmla="*/ 125716 h 148480"/>
                <a:gd name="connsiteX14" fmla="*/ 29789 w 154912"/>
                <a:gd name="connsiteY14" fmla="*/ 12672 h 148480"/>
                <a:gd name="connsiteX15" fmla="*/ 32057 w 154912"/>
                <a:gd name="connsiteY15" fmla="*/ 15280 h 148480"/>
                <a:gd name="connsiteX16" fmla="*/ 124597 w 154912"/>
                <a:gd name="connsiteY16" fmla="*/ 145717 h 148480"/>
                <a:gd name="connsiteX17" fmla="*/ 128453 w 154912"/>
                <a:gd name="connsiteY17" fmla="*/ 148543 h 148480"/>
                <a:gd name="connsiteX18" fmla="*/ 131628 w 154912"/>
                <a:gd name="connsiteY18" fmla="*/ 142891 h 148480"/>
                <a:gd name="connsiteX19" fmla="*/ 131628 w 154912"/>
                <a:gd name="connsiteY19" fmla="*/ 22889 h 148480"/>
                <a:gd name="connsiteX20" fmla="*/ 154990 w 154912"/>
                <a:gd name="connsiteY20" fmla="*/ 6802 h 148480"/>
                <a:gd name="connsiteX21" fmla="*/ 154990 w 154912"/>
                <a:gd name="connsiteY21" fmla="*/ 63 h 148480"/>
                <a:gd name="connsiteX22" fmla="*/ 128453 w 154912"/>
                <a:gd name="connsiteY22" fmla="*/ 715 h 148480"/>
                <a:gd name="connsiteX23" fmla="*/ 101916 w 154912"/>
                <a:gd name="connsiteY23" fmla="*/ 63 h 148480"/>
                <a:gd name="connsiteX24" fmla="*/ 101916 w 154912"/>
                <a:gd name="connsiteY24" fmla="*/ 6802 h 148480"/>
                <a:gd name="connsiteX25" fmla="*/ 125277 w 154912"/>
                <a:gd name="connsiteY25" fmla="*/ 22889 h 148480"/>
                <a:gd name="connsiteX26" fmla="*/ 125277 w 154912"/>
                <a:gd name="connsiteY26" fmla="*/ 115716 h 148480"/>
                <a:gd name="connsiteX27" fmla="*/ 45212 w 154912"/>
                <a:gd name="connsiteY27" fmla="*/ 2889 h 1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4912" h="148480">
                  <a:moveTo>
                    <a:pt x="45212" y="2889"/>
                  </a:moveTo>
                  <a:cubicBezTo>
                    <a:pt x="43171" y="280"/>
                    <a:pt x="42944" y="63"/>
                    <a:pt x="38635" y="63"/>
                  </a:cubicBezTo>
                  <a:lnTo>
                    <a:pt x="77" y="63"/>
                  </a:lnTo>
                  <a:lnTo>
                    <a:pt x="77" y="6802"/>
                  </a:lnTo>
                  <a:lnTo>
                    <a:pt x="6654" y="6802"/>
                  </a:lnTo>
                  <a:cubicBezTo>
                    <a:pt x="10056" y="6802"/>
                    <a:pt x="14593" y="7019"/>
                    <a:pt x="17995" y="7237"/>
                  </a:cubicBezTo>
                  <a:cubicBezTo>
                    <a:pt x="23212" y="7889"/>
                    <a:pt x="23438" y="8106"/>
                    <a:pt x="23438" y="12237"/>
                  </a:cubicBezTo>
                  <a:lnTo>
                    <a:pt x="23438" y="125716"/>
                  </a:lnTo>
                  <a:cubicBezTo>
                    <a:pt x="23438" y="131586"/>
                    <a:pt x="23438" y="141804"/>
                    <a:pt x="77" y="141804"/>
                  </a:cubicBezTo>
                  <a:lnTo>
                    <a:pt x="77" y="148543"/>
                  </a:lnTo>
                  <a:cubicBezTo>
                    <a:pt x="8015" y="148325"/>
                    <a:pt x="19129" y="147891"/>
                    <a:pt x="26614" y="147891"/>
                  </a:cubicBezTo>
                  <a:cubicBezTo>
                    <a:pt x="34099" y="147891"/>
                    <a:pt x="45212" y="148325"/>
                    <a:pt x="53151" y="148543"/>
                  </a:cubicBezTo>
                  <a:lnTo>
                    <a:pt x="53151" y="141804"/>
                  </a:lnTo>
                  <a:cubicBezTo>
                    <a:pt x="29789" y="141804"/>
                    <a:pt x="29789" y="131586"/>
                    <a:pt x="29789" y="125716"/>
                  </a:cubicBezTo>
                  <a:lnTo>
                    <a:pt x="29789" y="12672"/>
                  </a:lnTo>
                  <a:cubicBezTo>
                    <a:pt x="30923" y="13759"/>
                    <a:pt x="31150" y="13976"/>
                    <a:pt x="32057" y="15280"/>
                  </a:cubicBezTo>
                  <a:lnTo>
                    <a:pt x="124597" y="145717"/>
                  </a:lnTo>
                  <a:cubicBezTo>
                    <a:pt x="126638" y="148325"/>
                    <a:pt x="126865" y="148543"/>
                    <a:pt x="128453" y="148543"/>
                  </a:cubicBezTo>
                  <a:cubicBezTo>
                    <a:pt x="131628" y="148543"/>
                    <a:pt x="131628" y="147021"/>
                    <a:pt x="131628" y="142891"/>
                  </a:cubicBezTo>
                  <a:lnTo>
                    <a:pt x="131628" y="22889"/>
                  </a:lnTo>
                  <a:cubicBezTo>
                    <a:pt x="131628" y="17019"/>
                    <a:pt x="131628" y="6802"/>
                    <a:pt x="154990" y="6802"/>
                  </a:cubicBezTo>
                  <a:lnTo>
                    <a:pt x="154990" y="63"/>
                  </a:lnTo>
                  <a:cubicBezTo>
                    <a:pt x="147051" y="280"/>
                    <a:pt x="135937" y="715"/>
                    <a:pt x="128453" y="715"/>
                  </a:cubicBezTo>
                  <a:cubicBezTo>
                    <a:pt x="120968" y="715"/>
                    <a:pt x="109854" y="280"/>
                    <a:pt x="101916" y="63"/>
                  </a:cubicBezTo>
                  <a:lnTo>
                    <a:pt x="101916" y="6802"/>
                  </a:lnTo>
                  <a:cubicBezTo>
                    <a:pt x="125277" y="6802"/>
                    <a:pt x="125277" y="17019"/>
                    <a:pt x="125277" y="22889"/>
                  </a:cubicBezTo>
                  <a:lnTo>
                    <a:pt x="125277" y="115716"/>
                  </a:lnTo>
                  <a:lnTo>
                    <a:pt x="45212" y="2889"/>
                  </a:ln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 name="Freeform: Shape 48">
              <a:extLst>
                <a:ext uri="{FF2B5EF4-FFF2-40B4-BE49-F238E27FC236}">
                  <a16:creationId xmlns:a16="http://schemas.microsoft.com/office/drawing/2014/main" id="{63E8218E-2174-F8CC-321C-B80541758202}"/>
                </a:ext>
              </a:extLst>
            </p:cNvPr>
            <p:cNvSpPr/>
            <p:nvPr>
              <p:custDataLst>
                <p:tags r:id="rId9"/>
              </p:custDataLst>
            </p:nvPr>
          </p:nvSpPr>
          <p:spPr>
            <a:xfrm>
              <a:off x="4808590" y="5688729"/>
              <a:ext cx="100477" cy="99783"/>
            </a:xfrm>
            <a:custGeom>
              <a:avLst/>
              <a:gdLst>
                <a:gd name="connsiteX0" fmla="*/ 100562 w 100477"/>
                <a:gd name="connsiteY0" fmla="*/ 50933 h 99783"/>
                <a:gd name="connsiteX1" fmla="*/ 50437 w 100477"/>
                <a:gd name="connsiteY1" fmla="*/ 63 h 99783"/>
                <a:gd name="connsiteX2" fmla="*/ 84 w 100477"/>
                <a:gd name="connsiteY2" fmla="*/ 50933 h 99783"/>
                <a:gd name="connsiteX3" fmla="*/ 50210 w 100477"/>
                <a:gd name="connsiteY3" fmla="*/ 99847 h 99783"/>
                <a:gd name="connsiteX4" fmla="*/ 100562 w 100477"/>
                <a:gd name="connsiteY4" fmla="*/ 50933 h 99783"/>
                <a:gd name="connsiteX5" fmla="*/ 50437 w 100477"/>
                <a:gd name="connsiteY5" fmla="*/ 94412 h 99783"/>
                <a:gd name="connsiteX6" fmla="*/ 24580 w 100477"/>
                <a:gd name="connsiteY6" fmla="*/ 79846 h 99783"/>
                <a:gd name="connsiteX7" fmla="*/ 18910 w 100477"/>
                <a:gd name="connsiteY7" fmla="*/ 49194 h 99783"/>
                <a:gd name="connsiteX8" fmla="*/ 24353 w 100477"/>
                <a:gd name="connsiteY8" fmla="*/ 19411 h 99783"/>
                <a:gd name="connsiteX9" fmla="*/ 50210 w 100477"/>
                <a:gd name="connsiteY9" fmla="*/ 4845 h 99783"/>
                <a:gd name="connsiteX10" fmla="*/ 75840 w 100477"/>
                <a:gd name="connsiteY10" fmla="*/ 18976 h 99783"/>
                <a:gd name="connsiteX11" fmla="*/ 81737 w 100477"/>
                <a:gd name="connsiteY11" fmla="*/ 49194 h 99783"/>
                <a:gd name="connsiteX12" fmla="*/ 76747 w 100477"/>
                <a:gd name="connsiteY12" fmla="*/ 78325 h 99783"/>
                <a:gd name="connsiteX13" fmla="*/ 50437 w 100477"/>
                <a:gd name="connsiteY13" fmla="*/ 94412 h 99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0477" h="99783">
                  <a:moveTo>
                    <a:pt x="100562" y="50933"/>
                  </a:moveTo>
                  <a:cubicBezTo>
                    <a:pt x="100562" y="23107"/>
                    <a:pt x="77881" y="63"/>
                    <a:pt x="50437" y="63"/>
                  </a:cubicBezTo>
                  <a:cubicBezTo>
                    <a:pt x="22085" y="63"/>
                    <a:pt x="84" y="23759"/>
                    <a:pt x="84" y="50933"/>
                  </a:cubicBezTo>
                  <a:cubicBezTo>
                    <a:pt x="84" y="78977"/>
                    <a:pt x="23673" y="99847"/>
                    <a:pt x="50210" y="99847"/>
                  </a:cubicBezTo>
                  <a:cubicBezTo>
                    <a:pt x="77654" y="99847"/>
                    <a:pt x="100562" y="78542"/>
                    <a:pt x="100562" y="50933"/>
                  </a:cubicBezTo>
                  <a:close/>
                  <a:moveTo>
                    <a:pt x="50437" y="94412"/>
                  </a:moveTo>
                  <a:cubicBezTo>
                    <a:pt x="40684" y="94412"/>
                    <a:pt x="30704" y="89846"/>
                    <a:pt x="24580" y="79846"/>
                  </a:cubicBezTo>
                  <a:cubicBezTo>
                    <a:pt x="18910" y="70281"/>
                    <a:pt x="18910" y="57020"/>
                    <a:pt x="18910" y="49194"/>
                  </a:cubicBezTo>
                  <a:cubicBezTo>
                    <a:pt x="18910" y="40715"/>
                    <a:pt x="18910" y="28976"/>
                    <a:pt x="24353" y="19411"/>
                  </a:cubicBezTo>
                  <a:cubicBezTo>
                    <a:pt x="30477" y="9411"/>
                    <a:pt x="41137" y="4845"/>
                    <a:pt x="50210" y="4845"/>
                  </a:cubicBezTo>
                  <a:cubicBezTo>
                    <a:pt x="60190" y="4845"/>
                    <a:pt x="69942" y="9628"/>
                    <a:pt x="75840" y="18976"/>
                  </a:cubicBezTo>
                  <a:cubicBezTo>
                    <a:pt x="81737" y="28324"/>
                    <a:pt x="81737" y="40933"/>
                    <a:pt x="81737" y="49194"/>
                  </a:cubicBezTo>
                  <a:cubicBezTo>
                    <a:pt x="81737" y="57020"/>
                    <a:pt x="81737" y="68759"/>
                    <a:pt x="76747" y="78325"/>
                  </a:cubicBezTo>
                  <a:cubicBezTo>
                    <a:pt x="71757" y="88107"/>
                    <a:pt x="61777" y="94412"/>
                    <a:pt x="50437" y="94412"/>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 name="Freeform: Shape 49">
              <a:extLst>
                <a:ext uri="{FF2B5EF4-FFF2-40B4-BE49-F238E27FC236}">
                  <a16:creationId xmlns:a16="http://schemas.microsoft.com/office/drawing/2014/main" id="{64E74489-0F7C-18BB-2289-EADB5C793E99}"/>
                </a:ext>
              </a:extLst>
            </p:cNvPr>
            <p:cNvSpPr/>
            <p:nvPr>
              <p:custDataLst>
                <p:tags r:id="rId10"/>
              </p:custDataLst>
            </p:nvPr>
          </p:nvSpPr>
          <p:spPr>
            <a:xfrm>
              <a:off x="4921997" y="5690034"/>
              <a:ext cx="76209" cy="96088"/>
            </a:xfrm>
            <a:custGeom>
              <a:avLst/>
              <a:gdLst>
                <a:gd name="connsiteX0" fmla="*/ 31616 w 76209"/>
                <a:gd name="connsiteY0" fmla="*/ 23976 h 96088"/>
                <a:gd name="connsiteX1" fmla="*/ 31616 w 76209"/>
                <a:gd name="connsiteY1" fmla="*/ 63 h 96088"/>
                <a:gd name="connsiteX2" fmla="*/ 89 w 76209"/>
                <a:gd name="connsiteY2" fmla="*/ 2454 h 96088"/>
                <a:gd name="connsiteX3" fmla="*/ 89 w 76209"/>
                <a:gd name="connsiteY3" fmla="*/ 9193 h 96088"/>
                <a:gd name="connsiteX4" fmla="*/ 17781 w 76209"/>
                <a:gd name="connsiteY4" fmla="*/ 21367 h 96088"/>
                <a:gd name="connsiteX5" fmla="*/ 17781 w 76209"/>
                <a:gd name="connsiteY5" fmla="*/ 79629 h 96088"/>
                <a:gd name="connsiteX6" fmla="*/ 89 w 76209"/>
                <a:gd name="connsiteY6" fmla="*/ 89412 h 96088"/>
                <a:gd name="connsiteX7" fmla="*/ 89 w 76209"/>
                <a:gd name="connsiteY7" fmla="*/ 96151 h 96088"/>
                <a:gd name="connsiteX8" fmla="*/ 25946 w 76209"/>
                <a:gd name="connsiteY8" fmla="*/ 95499 h 96088"/>
                <a:gd name="connsiteX9" fmla="*/ 54751 w 76209"/>
                <a:gd name="connsiteY9" fmla="*/ 96151 h 96088"/>
                <a:gd name="connsiteX10" fmla="*/ 54751 w 76209"/>
                <a:gd name="connsiteY10" fmla="*/ 89412 h 96088"/>
                <a:gd name="connsiteX11" fmla="*/ 49988 w 76209"/>
                <a:gd name="connsiteY11" fmla="*/ 89412 h 96088"/>
                <a:gd name="connsiteX12" fmla="*/ 32750 w 76209"/>
                <a:gd name="connsiteY12" fmla="*/ 79194 h 96088"/>
                <a:gd name="connsiteX13" fmla="*/ 32750 w 76209"/>
                <a:gd name="connsiteY13" fmla="*/ 45715 h 96088"/>
                <a:gd name="connsiteX14" fmla="*/ 59514 w 76209"/>
                <a:gd name="connsiteY14" fmla="*/ 4845 h 96088"/>
                <a:gd name="connsiteX15" fmla="*/ 62009 w 76209"/>
                <a:gd name="connsiteY15" fmla="*/ 5063 h 96088"/>
                <a:gd name="connsiteX16" fmla="*/ 56792 w 76209"/>
                <a:gd name="connsiteY16" fmla="*/ 13541 h 96088"/>
                <a:gd name="connsiteX17" fmla="*/ 66545 w 76209"/>
                <a:gd name="connsiteY17" fmla="*/ 22889 h 96088"/>
                <a:gd name="connsiteX18" fmla="*/ 76298 w 76209"/>
                <a:gd name="connsiteY18" fmla="*/ 13324 h 96088"/>
                <a:gd name="connsiteX19" fmla="*/ 59514 w 76209"/>
                <a:gd name="connsiteY19" fmla="*/ 63 h 96088"/>
                <a:gd name="connsiteX20" fmla="*/ 31616 w 76209"/>
                <a:gd name="connsiteY20" fmla="*/ 23976 h 9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209" h="96088">
                  <a:moveTo>
                    <a:pt x="31616" y="23976"/>
                  </a:moveTo>
                  <a:lnTo>
                    <a:pt x="31616" y="63"/>
                  </a:lnTo>
                  <a:lnTo>
                    <a:pt x="89" y="2454"/>
                  </a:lnTo>
                  <a:lnTo>
                    <a:pt x="89" y="9193"/>
                  </a:lnTo>
                  <a:cubicBezTo>
                    <a:pt x="15966" y="9193"/>
                    <a:pt x="17781" y="10715"/>
                    <a:pt x="17781" y="21367"/>
                  </a:cubicBezTo>
                  <a:lnTo>
                    <a:pt x="17781" y="79629"/>
                  </a:lnTo>
                  <a:cubicBezTo>
                    <a:pt x="17781" y="89412"/>
                    <a:pt x="15286" y="89412"/>
                    <a:pt x="89" y="89412"/>
                  </a:cubicBezTo>
                  <a:lnTo>
                    <a:pt x="89" y="96151"/>
                  </a:lnTo>
                  <a:cubicBezTo>
                    <a:pt x="8935" y="95933"/>
                    <a:pt x="19595" y="95499"/>
                    <a:pt x="25946" y="95499"/>
                  </a:cubicBezTo>
                  <a:cubicBezTo>
                    <a:pt x="35018" y="95499"/>
                    <a:pt x="45679" y="95499"/>
                    <a:pt x="54751" y="96151"/>
                  </a:cubicBezTo>
                  <a:lnTo>
                    <a:pt x="54751" y="89412"/>
                  </a:lnTo>
                  <a:lnTo>
                    <a:pt x="49988" y="89412"/>
                  </a:lnTo>
                  <a:cubicBezTo>
                    <a:pt x="33204" y="89412"/>
                    <a:pt x="32750" y="87020"/>
                    <a:pt x="32750" y="79194"/>
                  </a:cubicBezTo>
                  <a:lnTo>
                    <a:pt x="32750" y="45715"/>
                  </a:lnTo>
                  <a:cubicBezTo>
                    <a:pt x="32750" y="24193"/>
                    <a:pt x="42276" y="4845"/>
                    <a:pt x="59514" y="4845"/>
                  </a:cubicBezTo>
                  <a:cubicBezTo>
                    <a:pt x="61102" y="4845"/>
                    <a:pt x="61555" y="4845"/>
                    <a:pt x="62009" y="5063"/>
                  </a:cubicBezTo>
                  <a:cubicBezTo>
                    <a:pt x="61329" y="5280"/>
                    <a:pt x="56792" y="7889"/>
                    <a:pt x="56792" y="13541"/>
                  </a:cubicBezTo>
                  <a:cubicBezTo>
                    <a:pt x="56792" y="19628"/>
                    <a:pt x="61555" y="22889"/>
                    <a:pt x="66545" y="22889"/>
                  </a:cubicBezTo>
                  <a:cubicBezTo>
                    <a:pt x="70628" y="22889"/>
                    <a:pt x="76298" y="20280"/>
                    <a:pt x="76298" y="13324"/>
                  </a:cubicBezTo>
                  <a:cubicBezTo>
                    <a:pt x="76298" y="6367"/>
                    <a:pt x="69267" y="63"/>
                    <a:pt x="59514" y="63"/>
                  </a:cubicBezTo>
                  <a:cubicBezTo>
                    <a:pt x="42957" y="63"/>
                    <a:pt x="34791" y="14628"/>
                    <a:pt x="31616" y="23976"/>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 name="Freeform: Shape 50">
              <a:extLst>
                <a:ext uri="{FF2B5EF4-FFF2-40B4-BE49-F238E27FC236}">
                  <a16:creationId xmlns:a16="http://schemas.microsoft.com/office/drawing/2014/main" id="{922DFFDA-1473-FF28-F90D-8B7E56C34B0E}"/>
                </a:ext>
              </a:extLst>
            </p:cNvPr>
            <p:cNvSpPr/>
            <p:nvPr>
              <p:custDataLst>
                <p:tags r:id="rId11"/>
              </p:custDataLst>
            </p:nvPr>
          </p:nvSpPr>
          <p:spPr>
            <a:xfrm>
              <a:off x="5011739" y="5690034"/>
              <a:ext cx="177140" cy="96088"/>
            </a:xfrm>
            <a:custGeom>
              <a:avLst/>
              <a:gdLst>
                <a:gd name="connsiteX0" fmla="*/ 17784 w 177140"/>
                <a:gd name="connsiteY0" fmla="*/ 21367 h 96088"/>
                <a:gd name="connsiteX1" fmla="*/ 17784 w 177140"/>
                <a:gd name="connsiteY1" fmla="*/ 79629 h 96088"/>
                <a:gd name="connsiteX2" fmla="*/ 93 w 177140"/>
                <a:gd name="connsiteY2" fmla="*/ 89412 h 96088"/>
                <a:gd name="connsiteX3" fmla="*/ 93 w 177140"/>
                <a:gd name="connsiteY3" fmla="*/ 96151 h 96088"/>
                <a:gd name="connsiteX4" fmla="*/ 25723 w 177140"/>
                <a:gd name="connsiteY4" fmla="*/ 95499 h 96088"/>
                <a:gd name="connsiteX5" fmla="*/ 51126 w 177140"/>
                <a:gd name="connsiteY5" fmla="*/ 96151 h 96088"/>
                <a:gd name="connsiteX6" fmla="*/ 51126 w 177140"/>
                <a:gd name="connsiteY6" fmla="*/ 89412 h 96088"/>
                <a:gd name="connsiteX7" fmla="*/ 33435 w 177140"/>
                <a:gd name="connsiteY7" fmla="*/ 79629 h 96088"/>
                <a:gd name="connsiteX8" fmla="*/ 33435 w 177140"/>
                <a:gd name="connsiteY8" fmla="*/ 39628 h 96088"/>
                <a:gd name="connsiteX9" fmla="*/ 64054 w 177140"/>
                <a:gd name="connsiteY9" fmla="*/ 4845 h 96088"/>
                <a:gd name="connsiteX10" fmla="*/ 80838 w 177140"/>
                <a:gd name="connsiteY10" fmla="*/ 28976 h 96088"/>
                <a:gd name="connsiteX11" fmla="*/ 80838 w 177140"/>
                <a:gd name="connsiteY11" fmla="*/ 79629 h 96088"/>
                <a:gd name="connsiteX12" fmla="*/ 63147 w 177140"/>
                <a:gd name="connsiteY12" fmla="*/ 89412 h 96088"/>
                <a:gd name="connsiteX13" fmla="*/ 63147 w 177140"/>
                <a:gd name="connsiteY13" fmla="*/ 96151 h 96088"/>
                <a:gd name="connsiteX14" fmla="*/ 88777 w 177140"/>
                <a:gd name="connsiteY14" fmla="*/ 95499 h 96088"/>
                <a:gd name="connsiteX15" fmla="*/ 114180 w 177140"/>
                <a:gd name="connsiteY15" fmla="*/ 96151 h 96088"/>
                <a:gd name="connsiteX16" fmla="*/ 114180 w 177140"/>
                <a:gd name="connsiteY16" fmla="*/ 89412 h 96088"/>
                <a:gd name="connsiteX17" fmla="*/ 96488 w 177140"/>
                <a:gd name="connsiteY17" fmla="*/ 79629 h 96088"/>
                <a:gd name="connsiteX18" fmla="*/ 96488 w 177140"/>
                <a:gd name="connsiteY18" fmla="*/ 39628 h 96088"/>
                <a:gd name="connsiteX19" fmla="*/ 127108 w 177140"/>
                <a:gd name="connsiteY19" fmla="*/ 4845 h 96088"/>
                <a:gd name="connsiteX20" fmla="*/ 143892 w 177140"/>
                <a:gd name="connsiteY20" fmla="*/ 28976 h 96088"/>
                <a:gd name="connsiteX21" fmla="*/ 143892 w 177140"/>
                <a:gd name="connsiteY21" fmla="*/ 79629 h 96088"/>
                <a:gd name="connsiteX22" fmla="*/ 126201 w 177140"/>
                <a:gd name="connsiteY22" fmla="*/ 89412 h 96088"/>
                <a:gd name="connsiteX23" fmla="*/ 126201 w 177140"/>
                <a:gd name="connsiteY23" fmla="*/ 96151 h 96088"/>
                <a:gd name="connsiteX24" fmla="*/ 151831 w 177140"/>
                <a:gd name="connsiteY24" fmla="*/ 95499 h 96088"/>
                <a:gd name="connsiteX25" fmla="*/ 177234 w 177140"/>
                <a:gd name="connsiteY25" fmla="*/ 96151 h 96088"/>
                <a:gd name="connsiteX26" fmla="*/ 177234 w 177140"/>
                <a:gd name="connsiteY26" fmla="*/ 89412 h 96088"/>
                <a:gd name="connsiteX27" fmla="*/ 159542 w 177140"/>
                <a:gd name="connsiteY27" fmla="*/ 82890 h 96088"/>
                <a:gd name="connsiteX28" fmla="*/ 159542 w 177140"/>
                <a:gd name="connsiteY28" fmla="*/ 41368 h 96088"/>
                <a:gd name="connsiteX29" fmla="*/ 152511 w 177140"/>
                <a:gd name="connsiteY29" fmla="*/ 8106 h 96088"/>
                <a:gd name="connsiteX30" fmla="*/ 128696 w 177140"/>
                <a:gd name="connsiteY30" fmla="*/ 63 h 96088"/>
                <a:gd name="connsiteX31" fmla="*/ 95808 w 177140"/>
                <a:gd name="connsiteY31" fmla="*/ 21367 h 96088"/>
                <a:gd name="connsiteX32" fmla="*/ 65642 w 177140"/>
                <a:gd name="connsiteY32" fmla="*/ 63 h 96088"/>
                <a:gd name="connsiteX33" fmla="*/ 32074 w 177140"/>
                <a:gd name="connsiteY33" fmla="*/ 22889 h 96088"/>
                <a:gd name="connsiteX34" fmla="*/ 32074 w 177140"/>
                <a:gd name="connsiteY34" fmla="*/ 63 h 96088"/>
                <a:gd name="connsiteX35" fmla="*/ 93 w 177140"/>
                <a:gd name="connsiteY35" fmla="*/ 2454 h 96088"/>
                <a:gd name="connsiteX36" fmla="*/ 93 w 177140"/>
                <a:gd name="connsiteY36" fmla="*/ 9193 h 96088"/>
                <a:gd name="connsiteX37" fmla="*/ 17784 w 177140"/>
                <a:gd name="connsiteY37" fmla="*/ 21367 h 9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7140" h="96088">
                  <a:moveTo>
                    <a:pt x="17784" y="21367"/>
                  </a:moveTo>
                  <a:lnTo>
                    <a:pt x="17784" y="79629"/>
                  </a:lnTo>
                  <a:cubicBezTo>
                    <a:pt x="17784" y="89412"/>
                    <a:pt x="15290" y="89412"/>
                    <a:pt x="93" y="89412"/>
                  </a:cubicBezTo>
                  <a:lnTo>
                    <a:pt x="93" y="96151"/>
                  </a:lnTo>
                  <a:cubicBezTo>
                    <a:pt x="8032" y="95933"/>
                    <a:pt x="19599" y="95499"/>
                    <a:pt x="25723" y="95499"/>
                  </a:cubicBezTo>
                  <a:cubicBezTo>
                    <a:pt x="31620" y="95499"/>
                    <a:pt x="43414" y="95933"/>
                    <a:pt x="51126" y="96151"/>
                  </a:cubicBezTo>
                  <a:lnTo>
                    <a:pt x="51126" y="89412"/>
                  </a:lnTo>
                  <a:cubicBezTo>
                    <a:pt x="35929" y="89412"/>
                    <a:pt x="33435" y="89412"/>
                    <a:pt x="33435" y="79629"/>
                  </a:cubicBezTo>
                  <a:lnTo>
                    <a:pt x="33435" y="39628"/>
                  </a:lnTo>
                  <a:cubicBezTo>
                    <a:pt x="33435" y="17019"/>
                    <a:pt x="49538" y="4845"/>
                    <a:pt x="64054" y="4845"/>
                  </a:cubicBezTo>
                  <a:cubicBezTo>
                    <a:pt x="78343" y="4845"/>
                    <a:pt x="80838" y="16585"/>
                    <a:pt x="80838" y="28976"/>
                  </a:cubicBezTo>
                  <a:lnTo>
                    <a:pt x="80838" y="79629"/>
                  </a:lnTo>
                  <a:cubicBezTo>
                    <a:pt x="80838" y="89412"/>
                    <a:pt x="78343" y="89412"/>
                    <a:pt x="63147" y="89412"/>
                  </a:cubicBezTo>
                  <a:lnTo>
                    <a:pt x="63147" y="96151"/>
                  </a:lnTo>
                  <a:cubicBezTo>
                    <a:pt x="71085" y="95933"/>
                    <a:pt x="82653" y="95499"/>
                    <a:pt x="88777" y="95499"/>
                  </a:cubicBezTo>
                  <a:cubicBezTo>
                    <a:pt x="94674" y="95499"/>
                    <a:pt x="106468" y="95933"/>
                    <a:pt x="114180" y="96151"/>
                  </a:cubicBezTo>
                  <a:lnTo>
                    <a:pt x="114180" y="89412"/>
                  </a:lnTo>
                  <a:cubicBezTo>
                    <a:pt x="98983" y="89412"/>
                    <a:pt x="96488" y="89412"/>
                    <a:pt x="96488" y="79629"/>
                  </a:cubicBezTo>
                  <a:lnTo>
                    <a:pt x="96488" y="39628"/>
                  </a:lnTo>
                  <a:cubicBezTo>
                    <a:pt x="96488" y="17019"/>
                    <a:pt x="112592" y="4845"/>
                    <a:pt x="127108" y="4845"/>
                  </a:cubicBezTo>
                  <a:cubicBezTo>
                    <a:pt x="141397" y="4845"/>
                    <a:pt x="143892" y="16585"/>
                    <a:pt x="143892" y="28976"/>
                  </a:cubicBezTo>
                  <a:lnTo>
                    <a:pt x="143892" y="79629"/>
                  </a:lnTo>
                  <a:cubicBezTo>
                    <a:pt x="143892" y="89412"/>
                    <a:pt x="141397" y="89412"/>
                    <a:pt x="126201" y="89412"/>
                  </a:cubicBezTo>
                  <a:lnTo>
                    <a:pt x="126201" y="96151"/>
                  </a:lnTo>
                  <a:cubicBezTo>
                    <a:pt x="134139" y="95933"/>
                    <a:pt x="145707" y="95499"/>
                    <a:pt x="151831" y="95499"/>
                  </a:cubicBezTo>
                  <a:cubicBezTo>
                    <a:pt x="157728" y="95499"/>
                    <a:pt x="169522" y="95933"/>
                    <a:pt x="177234" y="96151"/>
                  </a:cubicBezTo>
                  <a:lnTo>
                    <a:pt x="177234" y="89412"/>
                  </a:lnTo>
                  <a:cubicBezTo>
                    <a:pt x="165439" y="89412"/>
                    <a:pt x="159769" y="89412"/>
                    <a:pt x="159542" y="82890"/>
                  </a:cubicBezTo>
                  <a:lnTo>
                    <a:pt x="159542" y="41368"/>
                  </a:lnTo>
                  <a:cubicBezTo>
                    <a:pt x="159542" y="22672"/>
                    <a:pt x="159542" y="15933"/>
                    <a:pt x="152511" y="8106"/>
                  </a:cubicBezTo>
                  <a:cubicBezTo>
                    <a:pt x="149336" y="4411"/>
                    <a:pt x="141851" y="63"/>
                    <a:pt x="128696" y="63"/>
                  </a:cubicBezTo>
                  <a:cubicBezTo>
                    <a:pt x="109644" y="63"/>
                    <a:pt x="99664" y="13106"/>
                    <a:pt x="95808" y="21367"/>
                  </a:cubicBezTo>
                  <a:cubicBezTo>
                    <a:pt x="92633" y="2454"/>
                    <a:pt x="75848" y="63"/>
                    <a:pt x="65642" y="63"/>
                  </a:cubicBezTo>
                  <a:cubicBezTo>
                    <a:pt x="49085" y="63"/>
                    <a:pt x="38424" y="9411"/>
                    <a:pt x="32074" y="22889"/>
                  </a:cubicBezTo>
                  <a:lnTo>
                    <a:pt x="32074" y="63"/>
                  </a:lnTo>
                  <a:lnTo>
                    <a:pt x="93" y="2454"/>
                  </a:lnTo>
                  <a:lnTo>
                    <a:pt x="93" y="9193"/>
                  </a:lnTo>
                  <a:cubicBezTo>
                    <a:pt x="15970" y="9193"/>
                    <a:pt x="17784" y="10715"/>
                    <a:pt x="17784" y="21367"/>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 name="Freeform: Shape 51">
              <a:extLst>
                <a:ext uri="{FF2B5EF4-FFF2-40B4-BE49-F238E27FC236}">
                  <a16:creationId xmlns:a16="http://schemas.microsoft.com/office/drawing/2014/main" id="{3ACB4A18-7384-066A-51C7-124FC023AAA3}"/>
                </a:ext>
              </a:extLst>
            </p:cNvPr>
            <p:cNvSpPr/>
            <p:nvPr>
              <p:custDataLst>
                <p:tags r:id="rId12"/>
              </p:custDataLst>
            </p:nvPr>
          </p:nvSpPr>
          <p:spPr>
            <a:xfrm>
              <a:off x="5203018" y="5688729"/>
              <a:ext cx="102292" cy="99783"/>
            </a:xfrm>
            <a:custGeom>
              <a:avLst/>
              <a:gdLst>
                <a:gd name="connsiteX0" fmla="*/ 66104 w 102292"/>
                <a:gd name="connsiteY0" fmla="*/ 80933 h 99783"/>
                <a:gd name="connsiteX1" fmla="*/ 83795 w 102292"/>
                <a:gd name="connsiteY1" fmla="*/ 98760 h 99783"/>
                <a:gd name="connsiteX2" fmla="*/ 102394 w 102292"/>
                <a:gd name="connsiteY2" fmla="*/ 78107 h 99783"/>
                <a:gd name="connsiteX3" fmla="*/ 102394 w 102292"/>
                <a:gd name="connsiteY3" fmla="*/ 65933 h 99783"/>
                <a:gd name="connsiteX4" fmla="*/ 96724 w 102292"/>
                <a:gd name="connsiteY4" fmla="*/ 65933 h 99783"/>
                <a:gd name="connsiteX5" fmla="*/ 96724 w 102292"/>
                <a:gd name="connsiteY5" fmla="*/ 78107 h 99783"/>
                <a:gd name="connsiteX6" fmla="*/ 88558 w 102292"/>
                <a:gd name="connsiteY6" fmla="*/ 92020 h 99783"/>
                <a:gd name="connsiteX7" fmla="*/ 80166 w 102292"/>
                <a:gd name="connsiteY7" fmla="*/ 81151 h 99783"/>
                <a:gd name="connsiteX8" fmla="*/ 80166 w 102292"/>
                <a:gd name="connsiteY8" fmla="*/ 37672 h 99783"/>
                <a:gd name="connsiteX9" fmla="*/ 72001 w 102292"/>
                <a:gd name="connsiteY9" fmla="*/ 12019 h 99783"/>
                <a:gd name="connsiteX10" fmla="*/ 40928 w 102292"/>
                <a:gd name="connsiteY10" fmla="*/ 63 h 99783"/>
                <a:gd name="connsiteX11" fmla="*/ 6679 w 102292"/>
                <a:gd name="connsiteY11" fmla="*/ 24628 h 99783"/>
                <a:gd name="connsiteX12" fmla="*/ 17112 w 102292"/>
                <a:gd name="connsiteY12" fmla="*/ 34846 h 99783"/>
                <a:gd name="connsiteX13" fmla="*/ 27546 w 102292"/>
                <a:gd name="connsiteY13" fmla="*/ 24846 h 99783"/>
                <a:gd name="connsiteX14" fmla="*/ 15978 w 102292"/>
                <a:gd name="connsiteY14" fmla="*/ 14846 h 99783"/>
                <a:gd name="connsiteX15" fmla="*/ 40474 w 102292"/>
                <a:gd name="connsiteY15" fmla="*/ 4845 h 99783"/>
                <a:gd name="connsiteX16" fmla="*/ 64516 w 102292"/>
                <a:gd name="connsiteY16" fmla="*/ 32672 h 99783"/>
                <a:gd name="connsiteX17" fmla="*/ 64516 w 102292"/>
                <a:gd name="connsiteY17" fmla="*/ 40715 h 99783"/>
                <a:gd name="connsiteX18" fmla="*/ 22783 w 102292"/>
                <a:gd name="connsiteY18" fmla="*/ 48542 h 99783"/>
                <a:gd name="connsiteX19" fmla="*/ 101 w 102292"/>
                <a:gd name="connsiteY19" fmla="*/ 76803 h 99783"/>
                <a:gd name="connsiteX20" fmla="*/ 36391 w 102292"/>
                <a:gd name="connsiteY20" fmla="*/ 99847 h 99783"/>
                <a:gd name="connsiteX21" fmla="*/ 66104 w 102292"/>
                <a:gd name="connsiteY21" fmla="*/ 80933 h 99783"/>
                <a:gd name="connsiteX22" fmla="*/ 64516 w 102292"/>
                <a:gd name="connsiteY22" fmla="*/ 45281 h 99783"/>
                <a:gd name="connsiteX23" fmla="*/ 64516 w 102292"/>
                <a:gd name="connsiteY23" fmla="*/ 67020 h 99783"/>
                <a:gd name="connsiteX24" fmla="*/ 37979 w 102292"/>
                <a:gd name="connsiteY24" fmla="*/ 95064 h 99783"/>
                <a:gd name="connsiteX25" fmla="*/ 17566 w 102292"/>
                <a:gd name="connsiteY25" fmla="*/ 76585 h 99783"/>
                <a:gd name="connsiteX26" fmla="*/ 64516 w 102292"/>
                <a:gd name="connsiteY26" fmla="*/ 45281 h 99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2292" h="99783">
                  <a:moveTo>
                    <a:pt x="66104" y="80933"/>
                  </a:moveTo>
                  <a:cubicBezTo>
                    <a:pt x="67011" y="89629"/>
                    <a:pt x="73135" y="98760"/>
                    <a:pt x="83795" y="98760"/>
                  </a:cubicBezTo>
                  <a:cubicBezTo>
                    <a:pt x="88558" y="98760"/>
                    <a:pt x="102394" y="95716"/>
                    <a:pt x="102394" y="78107"/>
                  </a:cubicBezTo>
                  <a:lnTo>
                    <a:pt x="102394" y="65933"/>
                  </a:lnTo>
                  <a:lnTo>
                    <a:pt x="96724" y="65933"/>
                  </a:lnTo>
                  <a:lnTo>
                    <a:pt x="96724" y="78107"/>
                  </a:lnTo>
                  <a:cubicBezTo>
                    <a:pt x="96724" y="90716"/>
                    <a:pt x="91053" y="92020"/>
                    <a:pt x="88558" y="92020"/>
                  </a:cubicBezTo>
                  <a:cubicBezTo>
                    <a:pt x="81073" y="92020"/>
                    <a:pt x="80166" y="82238"/>
                    <a:pt x="80166" y="81151"/>
                  </a:cubicBezTo>
                  <a:lnTo>
                    <a:pt x="80166" y="37672"/>
                  </a:lnTo>
                  <a:cubicBezTo>
                    <a:pt x="80166" y="28541"/>
                    <a:pt x="80166" y="20063"/>
                    <a:pt x="72001" y="12019"/>
                  </a:cubicBezTo>
                  <a:cubicBezTo>
                    <a:pt x="63155" y="3541"/>
                    <a:pt x="51815" y="63"/>
                    <a:pt x="40928" y="63"/>
                  </a:cubicBezTo>
                  <a:cubicBezTo>
                    <a:pt x="22329" y="63"/>
                    <a:pt x="6679" y="10280"/>
                    <a:pt x="6679" y="24628"/>
                  </a:cubicBezTo>
                  <a:cubicBezTo>
                    <a:pt x="6679" y="31150"/>
                    <a:pt x="11215" y="34846"/>
                    <a:pt x="17112" y="34846"/>
                  </a:cubicBezTo>
                  <a:cubicBezTo>
                    <a:pt x="23463" y="34846"/>
                    <a:pt x="27546" y="30498"/>
                    <a:pt x="27546" y="24846"/>
                  </a:cubicBezTo>
                  <a:cubicBezTo>
                    <a:pt x="27546" y="22237"/>
                    <a:pt x="26412" y="15063"/>
                    <a:pt x="15978" y="14846"/>
                  </a:cubicBezTo>
                  <a:cubicBezTo>
                    <a:pt x="22102" y="7237"/>
                    <a:pt x="33216" y="4845"/>
                    <a:pt x="40474" y="4845"/>
                  </a:cubicBezTo>
                  <a:cubicBezTo>
                    <a:pt x="51588" y="4845"/>
                    <a:pt x="64516" y="13324"/>
                    <a:pt x="64516" y="32672"/>
                  </a:cubicBezTo>
                  <a:lnTo>
                    <a:pt x="64516" y="40715"/>
                  </a:lnTo>
                  <a:cubicBezTo>
                    <a:pt x="52949" y="41368"/>
                    <a:pt x="37072" y="42020"/>
                    <a:pt x="22783" y="48542"/>
                  </a:cubicBezTo>
                  <a:cubicBezTo>
                    <a:pt x="5772" y="55933"/>
                    <a:pt x="101" y="67237"/>
                    <a:pt x="101" y="76803"/>
                  </a:cubicBezTo>
                  <a:cubicBezTo>
                    <a:pt x="101" y="94412"/>
                    <a:pt x="22102" y="99847"/>
                    <a:pt x="36391" y="99847"/>
                  </a:cubicBezTo>
                  <a:cubicBezTo>
                    <a:pt x="51361" y="99847"/>
                    <a:pt x="61794" y="91151"/>
                    <a:pt x="66104" y="80933"/>
                  </a:cubicBezTo>
                  <a:close/>
                  <a:moveTo>
                    <a:pt x="64516" y="45281"/>
                  </a:moveTo>
                  <a:lnTo>
                    <a:pt x="64516" y="67020"/>
                  </a:lnTo>
                  <a:cubicBezTo>
                    <a:pt x="64516" y="87672"/>
                    <a:pt x="48186" y="95064"/>
                    <a:pt x="37979" y="95064"/>
                  </a:cubicBezTo>
                  <a:cubicBezTo>
                    <a:pt x="26865" y="95064"/>
                    <a:pt x="17566" y="87455"/>
                    <a:pt x="17566" y="76585"/>
                  </a:cubicBezTo>
                  <a:cubicBezTo>
                    <a:pt x="17566" y="64629"/>
                    <a:pt x="27092" y="46585"/>
                    <a:pt x="64516" y="45281"/>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 name="Freeform: Shape 52">
              <a:extLst>
                <a:ext uri="{FF2B5EF4-FFF2-40B4-BE49-F238E27FC236}">
                  <a16:creationId xmlns:a16="http://schemas.microsoft.com/office/drawing/2014/main" id="{2AA62D3F-7D61-59B7-A11C-A6AB183BF3B4}"/>
                </a:ext>
              </a:extLst>
            </p:cNvPr>
            <p:cNvSpPr/>
            <p:nvPr>
              <p:custDataLst>
                <p:tags r:id="rId13"/>
              </p:custDataLst>
            </p:nvPr>
          </p:nvSpPr>
          <p:spPr>
            <a:xfrm>
              <a:off x="5314384" y="5635251"/>
              <a:ext cx="50352" cy="150871"/>
            </a:xfrm>
            <a:custGeom>
              <a:avLst/>
              <a:gdLst>
                <a:gd name="connsiteX0" fmla="*/ 32767 w 50352"/>
                <a:gd name="connsiteY0" fmla="*/ 63 h 150871"/>
                <a:gd name="connsiteX1" fmla="*/ 106 w 50352"/>
                <a:gd name="connsiteY1" fmla="*/ 2454 h 150871"/>
                <a:gd name="connsiteX2" fmla="*/ 106 w 50352"/>
                <a:gd name="connsiteY2" fmla="*/ 9193 h 150871"/>
                <a:gd name="connsiteX3" fmla="*/ 17798 w 50352"/>
                <a:gd name="connsiteY3" fmla="*/ 21367 h 150871"/>
                <a:gd name="connsiteX4" fmla="*/ 17798 w 50352"/>
                <a:gd name="connsiteY4" fmla="*/ 134412 h 150871"/>
                <a:gd name="connsiteX5" fmla="*/ 106 w 50352"/>
                <a:gd name="connsiteY5" fmla="*/ 144195 h 150871"/>
                <a:gd name="connsiteX6" fmla="*/ 106 w 50352"/>
                <a:gd name="connsiteY6" fmla="*/ 150934 h 150871"/>
                <a:gd name="connsiteX7" fmla="*/ 25283 w 50352"/>
                <a:gd name="connsiteY7" fmla="*/ 150282 h 150871"/>
                <a:gd name="connsiteX8" fmla="*/ 50459 w 50352"/>
                <a:gd name="connsiteY8" fmla="*/ 150934 h 150871"/>
                <a:gd name="connsiteX9" fmla="*/ 50459 w 50352"/>
                <a:gd name="connsiteY9" fmla="*/ 144195 h 150871"/>
                <a:gd name="connsiteX10" fmla="*/ 32767 w 50352"/>
                <a:gd name="connsiteY10" fmla="*/ 134412 h 150871"/>
                <a:gd name="connsiteX11" fmla="*/ 32767 w 50352"/>
                <a:gd name="connsiteY11" fmla="*/ 63 h 150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352" h="150871">
                  <a:moveTo>
                    <a:pt x="32767" y="63"/>
                  </a:moveTo>
                  <a:lnTo>
                    <a:pt x="106" y="2454"/>
                  </a:lnTo>
                  <a:lnTo>
                    <a:pt x="106" y="9193"/>
                  </a:lnTo>
                  <a:cubicBezTo>
                    <a:pt x="15983" y="9193"/>
                    <a:pt x="17798" y="10715"/>
                    <a:pt x="17798" y="21367"/>
                  </a:cubicBezTo>
                  <a:lnTo>
                    <a:pt x="17798" y="134412"/>
                  </a:lnTo>
                  <a:cubicBezTo>
                    <a:pt x="17798" y="144195"/>
                    <a:pt x="15303" y="144195"/>
                    <a:pt x="106" y="144195"/>
                  </a:cubicBezTo>
                  <a:lnTo>
                    <a:pt x="106" y="150934"/>
                  </a:lnTo>
                  <a:cubicBezTo>
                    <a:pt x="7591" y="150717"/>
                    <a:pt x="19612" y="150282"/>
                    <a:pt x="25283" y="150282"/>
                  </a:cubicBezTo>
                  <a:cubicBezTo>
                    <a:pt x="30953" y="150282"/>
                    <a:pt x="42067" y="150717"/>
                    <a:pt x="50459" y="150934"/>
                  </a:cubicBezTo>
                  <a:lnTo>
                    <a:pt x="50459" y="144195"/>
                  </a:lnTo>
                  <a:cubicBezTo>
                    <a:pt x="35262" y="144195"/>
                    <a:pt x="32767" y="144195"/>
                    <a:pt x="32767" y="134412"/>
                  </a:cubicBezTo>
                  <a:lnTo>
                    <a:pt x="32767" y="63"/>
                  </a:ln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 name="Freeform: Shape 53">
              <a:extLst>
                <a:ext uri="{FF2B5EF4-FFF2-40B4-BE49-F238E27FC236}">
                  <a16:creationId xmlns:a16="http://schemas.microsoft.com/office/drawing/2014/main" id="{CCD2DCC6-39B5-EE36-917B-99A60ADED5D1}"/>
                </a:ext>
              </a:extLst>
            </p:cNvPr>
            <p:cNvSpPr/>
            <p:nvPr>
              <p:custDataLst>
                <p:tags r:id="rId14"/>
              </p:custDataLst>
            </p:nvPr>
          </p:nvSpPr>
          <p:spPr>
            <a:xfrm>
              <a:off x="5392357" y="5623076"/>
              <a:ext cx="52620" cy="217393"/>
            </a:xfrm>
            <a:custGeom>
              <a:avLst/>
              <a:gdLst>
                <a:gd name="connsiteX0" fmla="*/ 52730 w 52620"/>
                <a:gd name="connsiteY0" fmla="*/ 215283 h 217393"/>
                <a:gd name="connsiteX1" fmla="*/ 48874 w 52620"/>
                <a:gd name="connsiteY1" fmla="*/ 210500 h 217393"/>
                <a:gd name="connsiteX2" fmla="*/ 13264 w 52620"/>
                <a:gd name="connsiteY2" fmla="*/ 108760 h 217393"/>
                <a:gd name="connsiteX3" fmla="*/ 49781 w 52620"/>
                <a:gd name="connsiteY3" fmla="*/ 5932 h 217393"/>
                <a:gd name="connsiteX4" fmla="*/ 52730 w 52620"/>
                <a:gd name="connsiteY4" fmla="*/ 2237 h 217393"/>
                <a:gd name="connsiteX5" fmla="*/ 50462 w 52620"/>
                <a:gd name="connsiteY5" fmla="*/ 63 h 217393"/>
                <a:gd name="connsiteX6" fmla="*/ 14398 w 52620"/>
                <a:gd name="connsiteY6" fmla="*/ 42455 h 217393"/>
                <a:gd name="connsiteX7" fmla="*/ 109 w 52620"/>
                <a:gd name="connsiteY7" fmla="*/ 108760 h 217393"/>
                <a:gd name="connsiteX8" fmla="*/ 15079 w 52620"/>
                <a:gd name="connsiteY8" fmla="*/ 176587 h 217393"/>
                <a:gd name="connsiteX9" fmla="*/ 50462 w 52620"/>
                <a:gd name="connsiteY9" fmla="*/ 217457 h 217393"/>
                <a:gd name="connsiteX10" fmla="*/ 52730 w 52620"/>
                <a:gd name="connsiteY10" fmla="*/ 215283 h 21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620" h="217393">
                  <a:moveTo>
                    <a:pt x="52730" y="215283"/>
                  </a:moveTo>
                  <a:cubicBezTo>
                    <a:pt x="52730" y="214631"/>
                    <a:pt x="52730" y="214196"/>
                    <a:pt x="48874" y="210500"/>
                  </a:cubicBezTo>
                  <a:cubicBezTo>
                    <a:pt x="20522" y="183108"/>
                    <a:pt x="13264" y="142021"/>
                    <a:pt x="13264" y="108760"/>
                  </a:cubicBezTo>
                  <a:cubicBezTo>
                    <a:pt x="13264" y="70933"/>
                    <a:pt x="21883" y="33107"/>
                    <a:pt x="49781" y="5932"/>
                  </a:cubicBezTo>
                  <a:cubicBezTo>
                    <a:pt x="52730" y="3324"/>
                    <a:pt x="52730" y="2889"/>
                    <a:pt x="52730" y="2237"/>
                  </a:cubicBezTo>
                  <a:cubicBezTo>
                    <a:pt x="52730" y="715"/>
                    <a:pt x="51822" y="63"/>
                    <a:pt x="50462" y="63"/>
                  </a:cubicBezTo>
                  <a:cubicBezTo>
                    <a:pt x="48193" y="63"/>
                    <a:pt x="27780" y="14846"/>
                    <a:pt x="14398" y="42455"/>
                  </a:cubicBezTo>
                  <a:cubicBezTo>
                    <a:pt x="2831" y="66368"/>
                    <a:pt x="109" y="90499"/>
                    <a:pt x="109" y="108760"/>
                  </a:cubicBezTo>
                  <a:cubicBezTo>
                    <a:pt x="109" y="125716"/>
                    <a:pt x="2604" y="152021"/>
                    <a:pt x="15079" y="176587"/>
                  </a:cubicBezTo>
                  <a:cubicBezTo>
                    <a:pt x="28688" y="203326"/>
                    <a:pt x="48193" y="217457"/>
                    <a:pt x="50462" y="217457"/>
                  </a:cubicBezTo>
                  <a:cubicBezTo>
                    <a:pt x="51822" y="217457"/>
                    <a:pt x="52730" y="216804"/>
                    <a:pt x="52730" y="215283"/>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 name="Freeform: Shape 54">
              <a:extLst>
                <a:ext uri="{FF2B5EF4-FFF2-40B4-BE49-F238E27FC236}">
                  <a16:creationId xmlns:a16="http://schemas.microsoft.com/office/drawing/2014/main" id="{EFF1C24E-139F-4A4A-E43B-D9580821F1CB}"/>
                </a:ext>
              </a:extLst>
            </p:cNvPr>
            <p:cNvSpPr/>
            <p:nvPr>
              <p:custDataLst>
                <p:tags r:id="rId15"/>
              </p:custDataLst>
            </p:nvPr>
          </p:nvSpPr>
          <p:spPr>
            <a:xfrm>
              <a:off x="5464912" y="5690034"/>
              <a:ext cx="122932" cy="143045"/>
            </a:xfrm>
            <a:custGeom>
              <a:avLst/>
              <a:gdLst>
                <a:gd name="connsiteX0" fmla="*/ 45702 w 122932"/>
                <a:gd name="connsiteY0" fmla="*/ 19846 h 143045"/>
                <a:gd name="connsiteX1" fmla="*/ 49105 w 122932"/>
                <a:gd name="connsiteY1" fmla="*/ 5932 h 143045"/>
                <a:gd name="connsiteX2" fmla="*/ 42527 w 122932"/>
                <a:gd name="connsiteY2" fmla="*/ 63 h 143045"/>
                <a:gd name="connsiteX3" fmla="*/ 33454 w 122932"/>
                <a:gd name="connsiteY3" fmla="*/ 7889 h 143045"/>
                <a:gd name="connsiteX4" fmla="*/ 793 w 122932"/>
                <a:gd name="connsiteY4" fmla="*/ 133760 h 143045"/>
                <a:gd name="connsiteX5" fmla="*/ 113 w 122932"/>
                <a:gd name="connsiteY5" fmla="*/ 137238 h 143045"/>
                <a:gd name="connsiteX6" fmla="*/ 6464 w 122932"/>
                <a:gd name="connsiteY6" fmla="*/ 143108 h 143045"/>
                <a:gd name="connsiteX7" fmla="*/ 14402 w 122932"/>
                <a:gd name="connsiteY7" fmla="*/ 138543 h 143045"/>
                <a:gd name="connsiteX8" fmla="*/ 26877 w 122932"/>
                <a:gd name="connsiteY8" fmla="*/ 91803 h 143045"/>
                <a:gd name="connsiteX9" fmla="*/ 48878 w 122932"/>
                <a:gd name="connsiteY9" fmla="*/ 98542 h 143045"/>
                <a:gd name="connsiteX10" fmla="*/ 79044 w 122932"/>
                <a:gd name="connsiteY10" fmla="*/ 82672 h 143045"/>
                <a:gd name="connsiteX11" fmla="*/ 99457 w 122932"/>
                <a:gd name="connsiteY11" fmla="*/ 98542 h 143045"/>
                <a:gd name="connsiteX12" fmla="*/ 116241 w 122932"/>
                <a:gd name="connsiteY12" fmla="*/ 86586 h 143045"/>
                <a:gd name="connsiteX13" fmla="*/ 123045 w 122932"/>
                <a:gd name="connsiteY13" fmla="*/ 65064 h 143045"/>
                <a:gd name="connsiteX14" fmla="*/ 120324 w 122932"/>
                <a:gd name="connsiteY14" fmla="*/ 62890 h 143045"/>
                <a:gd name="connsiteX15" fmla="*/ 117148 w 122932"/>
                <a:gd name="connsiteY15" fmla="*/ 66803 h 143045"/>
                <a:gd name="connsiteX16" fmla="*/ 99911 w 122932"/>
                <a:gd name="connsiteY16" fmla="*/ 93760 h 143045"/>
                <a:gd name="connsiteX17" fmla="*/ 93106 w 122932"/>
                <a:gd name="connsiteY17" fmla="*/ 83759 h 143045"/>
                <a:gd name="connsiteX18" fmla="*/ 97642 w 122932"/>
                <a:gd name="connsiteY18" fmla="*/ 61150 h 143045"/>
                <a:gd name="connsiteX19" fmla="*/ 103993 w 122932"/>
                <a:gd name="connsiteY19" fmla="*/ 37672 h 143045"/>
                <a:gd name="connsiteX20" fmla="*/ 107849 w 122932"/>
                <a:gd name="connsiteY20" fmla="*/ 22889 h 143045"/>
                <a:gd name="connsiteX21" fmla="*/ 111251 w 122932"/>
                <a:gd name="connsiteY21" fmla="*/ 8324 h 143045"/>
                <a:gd name="connsiteX22" fmla="*/ 104674 w 122932"/>
                <a:gd name="connsiteY22" fmla="*/ 2454 h 143045"/>
                <a:gd name="connsiteX23" fmla="*/ 95828 w 122932"/>
                <a:gd name="connsiteY23" fmla="*/ 10063 h 143045"/>
                <a:gd name="connsiteX24" fmla="*/ 85168 w 122932"/>
                <a:gd name="connsiteY24" fmla="*/ 50716 h 143045"/>
                <a:gd name="connsiteX25" fmla="*/ 79271 w 122932"/>
                <a:gd name="connsiteY25" fmla="*/ 72890 h 143045"/>
                <a:gd name="connsiteX26" fmla="*/ 49785 w 122932"/>
                <a:gd name="connsiteY26" fmla="*/ 93760 h 143045"/>
                <a:gd name="connsiteX27" fmla="*/ 33001 w 122932"/>
                <a:gd name="connsiteY27" fmla="*/ 74846 h 143045"/>
                <a:gd name="connsiteX28" fmla="*/ 36176 w 122932"/>
                <a:gd name="connsiteY28" fmla="*/ 56368 h 143045"/>
                <a:gd name="connsiteX29" fmla="*/ 45702 w 122932"/>
                <a:gd name="connsiteY29" fmla="*/ 19846 h 14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932" h="143045">
                  <a:moveTo>
                    <a:pt x="45702" y="19846"/>
                  </a:moveTo>
                  <a:cubicBezTo>
                    <a:pt x="46836" y="15280"/>
                    <a:pt x="49105" y="7019"/>
                    <a:pt x="49105" y="5932"/>
                  </a:cubicBezTo>
                  <a:cubicBezTo>
                    <a:pt x="49105" y="2237"/>
                    <a:pt x="46383" y="63"/>
                    <a:pt x="42527" y="63"/>
                  </a:cubicBezTo>
                  <a:cubicBezTo>
                    <a:pt x="41847" y="63"/>
                    <a:pt x="35496" y="280"/>
                    <a:pt x="33454" y="7889"/>
                  </a:cubicBezTo>
                  <a:lnTo>
                    <a:pt x="793" y="133760"/>
                  </a:lnTo>
                  <a:cubicBezTo>
                    <a:pt x="113" y="136369"/>
                    <a:pt x="113" y="136804"/>
                    <a:pt x="113" y="137238"/>
                  </a:cubicBezTo>
                  <a:cubicBezTo>
                    <a:pt x="113" y="140499"/>
                    <a:pt x="2608" y="143108"/>
                    <a:pt x="6464" y="143108"/>
                  </a:cubicBezTo>
                  <a:cubicBezTo>
                    <a:pt x="11227" y="143108"/>
                    <a:pt x="13949" y="139195"/>
                    <a:pt x="14402" y="138543"/>
                  </a:cubicBezTo>
                  <a:cubicBezTo>
                    <a:pt x="15309" y="136586"/>
                    <a:pt x="18258" y="125282"/>
                    <a:pt x="26877" y="91803"/>
                  </a:cubicBezTo>
                  <a:cubicBezTo>
                    <a:pt x="34135" y="97673"/>
                    <a:pt x="44341" y="98542"/>
                    <a:pt x="48878" y="98542"/>
                  </a:cubicBezTo>
                  <a:cubicBezTo>
                    <a:pt x="64755" y="98542"/>
                    <a:pt x="73600" y="88759"/>
                    <a:pt x="79044" y="82672"/>
                  </a:cubicBezTo>
                  <a:cubicBezTo>
                    <a:pt x="81085" y="92455"/>
                    <a:pt x="89477" y="98542"/>
                    <a:pt x="99457" y="98542"/>
                  </a:cubicBezTo>
                  <a:cubicBezTo>
                    <a:pt x="107395" y="98542"/>
                    <a:pt x="112612" y="93542"/>
                    <a:pt x="116241" y="86586"/>
                  </a:cubicBezTo>
                  <a:cubicBezTo>
                    <a:pt x="120097" y="78759"/>
                    <a:pt x="123045" y="65498"/>
                    <a:pt x="123045" y="65064"/>
                  </a:cubicBezTo>
                  <a:cubicBezTo>
                    <a:pt x="123045" y="62890"/>
                    <a:pt x="121004" y="62890"/>
                    <a:pt x="120324" y="62890"/>
                  </a:cubicBezTo>
                  <a:cubicBezTo>
                    <a:pt x="118056" y="62890"/>
                    <a:pt x="117829" y="63759"/>
                    <a:pt x="117148" y="66803"/>
                  </a:cubicBezTo>
                  <a:cubicBezTo>
                    <a:pt x="113292" y="80933"/>
                    <a:pt x="109210" y="93760"/>
                    <a:pt x="99911" y="93760"/>
                  </a:cubicBezTo>
                  <a:cubicBezTo>
                    <a:pt x="93787" y="93760"/>
                    <a:pt x="93106" y="88107"/>
                    <a:pt x="93106" y="83759"/>
                  </a:cubicBezTo>
                  <a:cubicBezTo>
                    <a:pt x="93106" y="78977"/>
                    <a:pt x="95828" y="68759"/>
                    <a:pt x="97642" y="61150"/>
                  </a:cubicBezTo>
                  <a:lnTo>
                    <a:pt x="103993" y="37672"/>
                  </a:lnTo>
                  <a:cubicBezTo>
                    <a:pt x="104674" y="34411"/>
                    <a:pt x="106942" y="26150"/>
                    <a:pt x="107849" y="22889"/>
                  </a:cubicBezTo>
                  <a:cubicBezTo>
                    <a:pt x="108983" y="17889"/>
                    <a:pt x="111251" y="9628"/>
                    <a:pt x="111251" y="8324"/>
                  </a:cubicBezTo>
                  <a:cubicBezTo>
                    <a:pt x="111251" y="4411"/>
                    <a:pt x="108076" y="2454"/>
                    <a:pt x="104674" y="2454"/>
                  </a:cubicBezTo>
                  <a:cubicBezTo>
                    <a:pt x="103540" y="2454"/>
                    <a:pt x="97642" y="2672"/>
                    <a:pt x="95828" y="10063"/>
                  </a:cubicBezTo>
                  <a:lnTo>
                    <a:pt x="85168" y="50716"/>
                  </a:lnTo>
                  <a:cubicBezTo>
                    <a:pt x="82446" y="61585"/>
                    <a:pt x="79951" y="70716"/>
                    <a:pt x="79271" y="72890"/>
                  </a:cubicBezTo>
                  <a:cubicBezTo>
                    <a:pt x="79044" y="73977"/>
                    <a:pt x="68157" y="93760"/>
                    <a:pt x="49785" y="93760"/>
                  </a:cubicBezTo>
                  <a:cubicBezTo>
                    <a:pt x="38444" y="93760"/>
                    <a:pt x="33001" y="86586"/>
                    <a:pt x="33001" y="74846"/>
                  </a:cubicBezTo>
                  <a:cubicBezTo>
                    <a:pt x="33001" y="68542"/>
                    <a:pt x="34588" y="62455"/>
                    <a:pt x="36176" y="56368"/>
                  </a:cubicBezTo>
                  <a:lnTo>
                    <a:pt x="45702" y="19846"/>
                  </a:ln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 name="Freeform: Shape 55">
              <a:extLst>
                <a:ext uri="{FF2B5EF4-FFF2-40B4-BE49-F238E27FC236}">
                  <a16:creationId xmlns:a16="http://schemas.microsoft.com/office/drawing/2014/main" id="{F5D14C85-5CAC-BDD3-46B2-01E315523FD2}"/>
                </a:ext>
              </a:extLst>
            </p:cNvPr>
            <p:cNvSpPr/>
            <p:nvPr>
              <p:custDataLst>
                <p:tags r:id="rId16"/>
              </p:custDataLst>
            </p:nvPr>
          </p:nvSpPr>
          <p:spPr>
            <a:xfrm>
              <a:off x="5614279" y="5763078"/>
              <a:ext cx="26537" cy="65000"/>
            </a:xfrm>
            <a:custGeom>
              <a:avLst/>
              <a:gdLst>
                <a:gd name="connsiteX0" fmla="*/ 26656 w 26537"/>
                <a:gd name="connsiteY0" fmla="*/ 22889 h 65000"/>
                <a:gd name="connsiteX1" fmla="*/ 12140 w 26537"/>
                <a:gd name="connsiteY1" fmla="*/ 63 h 65000"/>
                <a:gd name="connsiteX2" fmla="*/ 119 w 26537"/>
                <a:gd name="connsiteY2" fmla="*/ 11585 h 65000"/>
                <a:gd name="connsiteX3" fmla="*/ 12140 w 26537"/>
                <a:gd name="connsiteY3" fmla="*/ 23107 h 65000"/>
                <a:gd name="connsiteX4" fmla="*/ 20078 w 26537"/>
                <a:gd name="connsiteY4" fmla="*/ 20280 h 65000"/>
                <a:gd name="connsiteX5" fmla="*/ 21213 w 26537"/>
                <a:gd name="connsiteY5" fmla="*/ 19628 h 65000"/>
                <a:gd name="connsiteX6" fmla="*/ 21666 w 26537"/>
                <a:gd name="connsiteY6" fmla="*/ 22889 h 65000"/>
                <a:gd name="connsiteX7" fmla="*/ 6243 w 26537"/>
                <a:gd name="connsiteY7" fmla="*/ 59194 h 65000"/>
                <a:gd name="connsiteX8" fmla="*/ 3748 w 26537"/>
                <a:gd name="connsiteY8" fmla="*/ 62672 h 65000"/>
                <a:gd name="connsiteX9" fmla="*/ 6016 w 26537"/>
                <a:gd name="connsiteY9" fmla="*/ 65064 h 65000"/>
                <a:gd name="connsiteX10" fmla="*/ 26656 w 26537"/>
                <a:gd name="connsiteY10" fmla="*/ 22889 h 6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537" h="65000">
                  <a:moveTo>
                    <a:pt x="26656" y="22889"/>
                  </a:moveTo>
                  <a:cubicBezTo>
                    <a:pt x="26656" y="8541"/>
                    <a:pt x="20986" y="63"/>
                    <a:pt x="12140" y="63"/>
                  </a:cubicBezTo>
                  <a:cubicBezTo>
                    <a:pt x="4655" y="63"/>
                    <a:pt x="119" y="5498"/>
                    <a:pt x="119" y="11585"/>
                  </a:cubicBezTo>
                  <a:cubicBezTo>
                    <a:pt x="119" y="17454"/>
                    <a:pt x="4655" y="23107"/>
                    <a:pt x="12140" y="23107"/>
                  </a:cubicBezTo>
                  <a:cubicBezTo>
                    <a:pt x="14862" y="23107"/>
                    <a:pt x="17810" y="22237"/>
                    <a:pt x="20078" y="20280"/>
                  </a:cubicBezTo>
                  <a:cubicBezTo>
                    <a:pt x="20759" y="19846"/>
                    <a:pt x="20986" y="19628"/>
                    <a:pt x="21213" y="19628"/>
                  </a:cubicBezTo>
                  <a:cubicBezTo>
                    <a:pt x="21439" y="19628"/>
                    <a:pt x="21666" y="19846"/>
                    <a:pt x="21666" y="22889"/>
                  </a:cubicBezTo>
                  <a:cubicBezTo>
                    <a:pt x="21666" y="38976"/>
                    <a:pt x="13728" y="52020"/>
                    <a:pt x="6243" y="59194"/>
                  </a:cubicBezTo>
                  <a:cubicBezTo>
                    <a:pt x="3748" y="61585"/>
                    <a:pt x="3748" y="62020"/>
                    <a:pt x="3748" y="62672"/>
                  </a:cubicBezTo>
                  <a:cubicBezTo>
                    <a:pt x="3748" y="64194"/>
                    <a:pt x="4882" y="65064"/>
                    <a:pt x="6016" y="65064"/>
                  </a:cubicBezTo>
                  <a:cubicBezTo>
                    <a:pt x="8511" y="65064"/>
                    <a:pt x="26656" y="48324"/>
                    <a:pt x="26656" y="22889"/>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 name="Freeform: Shape 56">
              <a:extLst>
                <a:ext uri="{FF2B5EF4-FFF2-40B4-BE49-F238E27FC236}">
                  <a16:creationId xmlns:a16="http://schemas.microsoft.com/office/drawing/2014/main" id="{7F105D6F-3150-26E5-A4CF-3EDDECC49D99}"/>
                </a:ext>
              </a:extLst>
            </p:cNvPr>
            <p:cNvSpPr/>
            <p:nvPr>
              <p:custDataLst>
                <p:tags r:id="rId17"/>
              </p:custDataLst>
            </p:nvPr>
          </p:nvSpPr>
          <p:spPr>
            <a:xfrm>
              <a:off x="5704197" y="5692425"/>
              <a:ext cx="119983" cy="96088"/>
            </a:xfrm>
            <a:custGeom>
              <a:avLst/>
              <a:gdLst>
                <a:gd name="connsiteX0" fmla="*/ 108993 w 119983"/>
                <a:gd name="connsiteY0" fmla="*/ 12672 h 96088"/>
                <a:gd name="connsiteX1" fmla="*/ 120107 w 119983"/>
                <a:gd name="connsiteY1" fmla="*/ 5280 h 96088"/>
                <a:gd name="connsiteX2" fmla="*/ 111262 w 119983"/>
                <a:gd name="connsiteY2" fmla="*/ 63 h 96088"/>
                <a:gd name="connsiteX3" fmla="*/ 59548 w 119983"/>
                <a:gd name="connsiteY3" fmla="*/ 63 h 96088"/>
                <a:gd name="connsiteX4" fmla="*/ 123 w 119983"/>
                <a:gd name="connsiteY4" fmla="*/ 61803 h 96088"/>
                <a:gd name="connsiteX5" fmla="*/ 34145 w 119983"/>
                <a:gd name="connsiteY5" fmla="*/ 96151 h 96088"/>
                <a:gd name="connsiteX6" fmla="*/ 91075 w 119983"/>
                <a:gd name="connsiteY6" fmla="*/ 36368 h 96088"/>
                <a:gd name="connsiteX7" fmla="*/ 84044 w 119983"/>
                <a:gd name="connsiteY7" fmla="*/ 12672 h 96088"/>
                <a:gd name="connsiteX8" fmla="*/ 108993 w 119983"/>
                <a:gd name="connsiteY8" fmla="*/ 12672 h 96088"/>
                <a:gd name="connsiteX9" fmla="*/ 34372 w 119983"/>
                <a:gd name="connsiteY9" fmla="*/ 91368 h 96088"/>
                <a:gd name="connsiteX10" fmla="*/ 14186 w 119983"/>
                <a:gd name="connsiteY10" fmla="*/ 67890 h 96088"/>
                <a:gd name="connsiteX11" fmla="*/ 24846 w 119983"/>
                <a:gd name="connsiteY11" fmla="*/ 30715 h 96088"/>
                <a:gd name="connsiteX12" fmla="*/ 55693 w 119983"/>
                <a:gd name="connsiteY12" fmla="*/ 12672 h 96088"/>
                <a:gd name="connsiteX13" fmla="*/ 76559 w 119983"/>
                <a:gd name="connsiteY13" fmla="*/ 33759 h 96088"/>
                <a:gd name="connsiteX14" fmla="*/ 64311 w 119983"/>
                <a:gd name="connsiteY14" fmla="*/ 72890 h 96088"/>
                <a:gd name="connsiteX15" fmla="*/ 34372 w 119983"/>
                <a:gd name="connsiteY15" fmla="*/ 91368 h 9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9983" h="96088">
                  <a:moveTo>
                    <a:pt x="108993" y="12672"/>
                  </a:moveTo>
                  <a:cubicBezTo>
                    <a:pt x="111942" y="12672"/>
                    <a:pt x="120107" y="12672"/>
                    <a:pt x="120107" y="5280"/>
                  </a:cubicBezTo>
                  <a:cubicBezTo>
                    <a:pt x="120107" y="63"/>
                    <a:pt x="115344" y="63"/>
                    <a:pt x="111262" y="63"/>
                  </a:cubicBezTo>
                  <a:lnTo>
                    <a:pt x="59548" y="63"/>
                  </a:lnTo>
                  <a:cubicBezTo>
                    <a:pt x="25300" y="63"/>
                    <a:pt x="123" y="35933"/>
                    <a:pt x="123" y="61803"/>
                  </a:cubicBezTo>
                  <a:cubicBezTo>
                    <a:pt x="123" y="80933"/>
                    <a:pt x="13505" y="96151"/>
                    <a:pt x="34145" y="96151"/>
                  </a:cubicBezTo>
                  <a:cubicBezTo>
                    <a:pt x="60909" y="96151"/>
                    <a:pt x="91075" y="69846"/>
                    <a:pt x="91075" y="36368"/>
                  </a:cubicBezTo>
                  <a:cubicBezTo>
                    <a:pt x="91075" y="32672"/>
                    <a:pt x="91075" y="22237"/>
                    <a:pt x="84044" y="12672"/>
                  </a:cubicBezTo>
                  <a:lnTo>
                    <a:pt x="108993" y="12672"/>
                  </a:lnTo>
                  <a:close/>
                  <a:moveTo>
                    <a:pt x="34372" y="91368"/>
                  </a:moveTo>
                  <a:cubicBezTo>
                    <a:pt x="23258" y="91368"/>
                    <a:pt x="14186" y="83542"/>
                    <a:pt x="14186" y="67890"/>
                  </a:cubicBezTo>
                  <a:cubicBezTo>
                    <a:pt x="14186" y="61368"/>
                    <a:pt x="16908" y="43542"/>
                    <a:pt x="24846" y="30715"/>
                  </a:cubicBezTo>
                  <a:cubicBezTo>
                    <a:pt x="34372" y="15715"/>
                    <a:pt x="47981" y="12672"/>
                    <a:pt x="55693" y="12672"/>
                  </a:cubicBezTo>
                  <a:cubicBezTo>
                    <a:pt x="74745" y="12672"/>
                    <a:pt x="76559" y="27020"/>
                    <a:pt x="76559" y="33759"/>
                  </a:cubicBezTo>
                  <a:cubicBezTo>
                    <a:pt x="76559" y="43976"/>
                    <a:pt x="72023" y="61803"/>
                    <a:pt x="64311" y="72890"/>
                  </a:cubicBezTo>
                  <a:cubicBezTo>
                    <a:pt x="55466" y="85716"/>
                    <a:pt x="43218" y="91368"/>
                    <a:pt x="34372" y="91368"/>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8" name="Freeform: Shape 57">
              <a:extLst>
                <a:ext uri="{FF2B5EF4-FFF2-40B4-BE49-F238E27FC236}">
                  <a16:creationId xmlns:a16="http://schemas.microsoft.com/office/drawing/2014/main" id="{DCDE3FED-11B4-60BC-4A93-6C7EF97ED3FD}"/>
                </a:ext>
              </a:extLst>
            </p:cNvPr>
            <p:cNvSpPr/>
            <p:nvPr>
              <p:custDataLst>
                <p:tags r:id="rId18"/>
              </p:custDataLst>
            </p:nvPr>
          </p:nvSpPr>
          <p:spPr>
            <a:xfrm>
              <a:off x="5843322" y="5606187"/>
              <a:ext cx="70175" cy="101044"/>
            </a:xfrm>
            <a:custGeom>
              <a:avLst/>
              <a:gdLst>
                <a:gd name="connsiteX0" fmla="*/ 70305 w 70175"/>
                <a:gd name="connsiteY0" fmla="*/ 73408 h 101044"/>
                <a:gd name="connsiteX1" fmla="*/ 64907 w 70175"/>
                <a:gd name="connsiteY1" fmla="*/ 73408 h 101044"/>
                <a:gd name="connsiteX2" fmla="*/ 60779 w 70175"/>
                <a:gd name="connsiteY2" fmla="*/ 87256 h 101044"/>
                <a:gd name="connsiteX3" fmla="*/ 45061 w 70175"/>
                <a:gd name="connsiteY3" fmla="*/ 88169 h 101044"/>
                <a:gd name="connsiteX4" fmla="*/ 15848 w 70175"/>
                <a:gd name="connsiteY4" fmla="*/ 88169 h 101044"/>
                <a:gd name="connsiteX5" fmla="*/ 47601 w 70175"/>
                <a:gd name="connsiteY5" fmla="*/ 62603 h 101044"/>
                <a:gd name="connsiteX6" fmla="*/ 70305 w 70175"/>
                <a:gd name="connsiteY6" fmla="*/ 29733 h 101044"/>
                <a:gd name="connsiteX7" fmla="*/ 33153 w 70175"/>
                <a:gd name="connsiteY7" fmla="*/ 59 h 101044"/>
                <a:gd name="connsiteX8" fmla="*/ 129 w 70175"/>
                <a:gd name="connsiteY8" fmla="*/ 27299 h 101044"/>
                <a:gd name="connsiteX9" fmla="*/ 8544 w 70175"/>
                <a:gd name="connsiteY9" fmla="*/ 35820 h 101044"/>
                <a:gd name="connsiteX10" fmla="*/ 16959 w 70175"/>
                <a:gd name="connsiteY10" fmla="*/ 27755 h 101044"/>
                <a:gd name="connsiteX11" fmla="*/ 7592 w 70175"/>
                <a:gd name="connsiteY11" fmla="*/ 19690 h 101044"/>
                <a:gd name="connsiteX12" fmla="*/ 30772 w 70175"/>
                <a:gd name="connsiteY12" fmla="*/ 5537 h 101044"/>
                <a:gd name="connsiteX13" fmla="*/ 54905 w 70175"/>
                <a:gd name="connsiteY13" fmla="*/ 29733 h 101044"/>
                <a:gd name="connsiteX14" fmla="*/ 39980 w 70175"/>
                <a:gd name="connsiteY14" fmla="*/ 58951 h 101044"/>
                <a:gd name="connsiteX15" fmla="*/ 1717 w 70175"/>
                <a:gd name="connsiteY15" fmla="*/ 95169 h 101044"/>
                <a:gd name="connsiteX16" fmla="*/ 129 w 70175"/>
                <a:gd name="connsiteY16" fmla="*/ 101104 h 101044"/>
                <a:gd name="connsiteX17" fmla="*/ 65542 w 70175"/>
                <a:gd name="connsiteY17" fmla="*/ 101104 h 101044"/>
                <a:gd name="connsiteX18" fmla="*/ 70305 w 70175"/>
                <a:gd name="connsiteY18" fmla="*/ 73408 h 10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0175" h="101044">
                  <a:moveTo>
                    <a:pt x="70305" y="73408"/>
                  </a:moveTo>
                  <a:lnTo>
                    <a:pt x="64907" y="73408"/>
                  </a:lnTo>
                  <a:cubicBezTo>
                    <a:pt x="64431" y="76756"/>
                    <a:pt x="62843" y="85734"/>
                    <a:pt x="60779" y="87256"/>
                  </a:cubicBezTo>
                  <a:cubicBezTo>
                    <a:pt x="59509" y="88169"/>
                    <a:pt x="47284" y="88169"/>
                    <a:pt x="45061" y="88169"/>
                  </a:cubicBezTo>
                  <a:lnTo>
                    <a:pt x="15848" y="88169"/>
                  </a:lnTo>
                  <a:cubicBezTo>
                    <a:pt x="32518" y="74017"/>
                    <a:pt x="38075" y="69756"/>
                    <a:pt x="47601" y="62603"/>
                  </a:cubicBezTo>
                  <a:cubicBezTo>
                    <a:pt x="59350" y="53625"/>
                    <a:pt x="70305" y="44190"/>
                    <a:pt x="70305" y="29733"/>
                  </a:cubicBezTo>
                  <a:cubicBezTo>
                    <a:pt x="70305" y="11320"/>
                    <a:pt x="53476" y="59"/>
                    <a:pt x="33153" y="59"/>
                  </a:cubicBezTo>
                  <a:cubicBezTo>
                    <a:pt x="13466" y="59"/>
                    <a:pt x="129" y="13298"/>
                    <a:pt x="129" y="27299"/>
                  </a:cubicBezTo>
                  <a:cubicBezTo>
                    <a:pt x="129" y="35060"/>
                    <a:pt x="6957" y="35820"/>
                    <a:pt x="8544" y="35820"/>
                  </a:cubicBezTo>
                  <a:cubicBezTo>
                    <a:pt x="12355" y="35820"/>
                    <a:pt x="16959" y="33233"/>
                    <a:pt x="16959" y="27755"/>
                  </a:cubicBezTo>
                  <a:cubicBezTo>
                    <a:pt x="16959" y="25016"/>
                    <a:pt x="15848" y="19690"/>
                    <a:pt x="7592" y="19690"/>
                  </a:cubicBezTo>
                  <a:cubicBezTo>
                    <a:pt x="12513" y="8885"/>
                    <a:pt x="23310" y="5537"/>
                    <a:pt x="30772" y="5537"/>
                  </a:cubicBezTo>
                  <a:cubicBezTo>
                    <a:pt x="46649" y="5537"/>
                    <a:pt x="54905" y="17407"/>
                    <a:pt x="54905" y="29733"/>
                  </a:cubicBezTo>
                  <a:cubicBezTo>
                    <a:pt x="54905" y="42973"/>
                    <a:pt x="45061" y="53473"/>
                    <a:pt x="39980" y="58951"/>
                  </a:cubicBezTo>
                  <a:lnTo>
                    <a:pt x="1717" y="95169"/>
                  </a:lnTo>
                  <a:cubicBezTo>
                    <a:pt x="129" y="96539"/>
                    <a:pt x="129" y="96843"/>
                    <a:pt x="129" y="101104"/>
                  </a:cubicBezTo>
                  <a:lnTo>
                    <a:pt x="65542" y="101104"/>
                  </a:lnTo>
                  <a:lnTo>
                    <a:pt x="70305" y="73408"/>
                  </a:ln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 name="Freeform: Shape 58">
              <a:extLst>
                <a:ext uri="{FF2B5EF4-FFF2-40B4-BE49-F238E27FC236}">
                  <a16:creationId xmlns:a16="http://schemas.microsoft.com/office/drawing/2014/main" id="{4B25C50D-5D3D-76D7-539F-E1904705B315}"/>
                </a:ext>
              </a:extLst>
            </p:cNvPr>
            <p:cNvSpPr/>
            <p:nvPr>
              <p:custDataLst>
                <p:tags r:id="rId19"/>
              </p:custDataLst>
            </p:nvPr>
          </p:nvSpPr>
          <p:spPr>
            <a:xfrm>
              <a:off x="5947999" y="5623076"/>
              <a:ext cx="52620" cy="217393"/>
            </a:xfrm>
            <a:custGeom>
              <a:avLst/>
              <a:gdLst>
                <a:gd name="connsiteX0" fmla="*/ 52754 w 52620"/>
                <a:gd name="connsiteY0" fmla="*/ 108760 h 217393"/>
                <a:gd name="connsiteX1" fmla="*/ 37785 w 52620"/>
                <a:gd name="connsiteY1" fmla="*/ 40933 h 217393"/>
                <a:gd name="connsiteX2" fmla="*/ 2402 w 52620"/>
                <a:gd name="connsiteY2" fmla="*/ 63 h 217393"/>
                <a:gd name="connsiteX3" fmla="*/ 134 w 52620"/>
                <a:gd name="connsiteY3" fmla="*/ 2237 h 217393"/>
                <a:gd name="connsiteX4" fmla="*/ 4443 w 52620"/>
                <a:gd name="connsiteY4" fmla="*/ 7237 h 217393"/>
                <a:gd name="connsiteX5" fmla="*/ 39599 w 52620"/>
                <a:gd name="connsiteY5" fmla="*/ 108760 h 217393"/>
                <a:gd name="connsiteX6" fmla="*/ 3083 w 52620"/>
                <a:gd name="connsiteY6" fmla="*/ 211587 h 217393"/>
                <a:gd name="connsiteX7" fmla="*/ 134 w 52620"/>
                <a:gd name="connsiteY7" fmla="*/ 215283 h 217393"/>
                <a:gd name="connsiteX8" fmla="*/ 2402 w 52620"/>
                <a:gd name="connsiteY8" fmla="*/ 217457 h 217393"/>
                <a:gd name="connsiteX9" fmla="*/ 38465 w 52620"/>
                <a:gd name="connsiteY9" fmla="*/ 175065 h 217393"/>
                <a:gd name="connsiteX10" fmla="*/ 52754 w 52620"/>
                <a:gd name="connsiteY10" fmla="*/ 108760 h 21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620" h="217393">
                  <a:moveTo>
                    <a:pt x="52754" y="108760"/>
                  </a:moveTo>
                  <a:cubicBezTo>
                    <a:pt x="52754" y="91803"/>
                    <a:pt x="50260" y="65498"/>
                    <a:pt x="37785" y="40933"/>
                  </a:cubicBezTo>
                  <a:cubicBezTo>
                    <a:pt x="24176" y="14193"/>
                    <a:pt x="4670" y="63"/>
                    <a:pt x="2402" y="63"/>
                  </a:cubicBezTo>
                  <a:cubicBezTo>
                    <a:pt x="1041" y="63"/>
                    <a:pt x="134" y="932"/>
                    <a:pt x="134" y="2237"/>
                  </a:cubicBezTo>
                  <a:cubicBezTo>
                    <a:pt x="134" y="2889"/>
                    <a:pt x="134" y="3324"/>
                    <a:pt x="4443" y="7237"/>
                  </a:cubicBezTo>
                  <a:cubicBezTo>
                    <a:pt x="26671" y="28759"/>
                    <a:pt x="39599" y="63324"/>
                    <a:pt x="39599" y="108760"/>
                  </a:cubicBezTo>
                  <a:cubicBezTo>
                    <a:pt x="39599" y="145934"/>
                    <a:pt x="31207" y="184195"/>
                    <a:pt x="3083" y="211587"/>
                  </a:cubicBezTo>
                  <a:cubicBezTo>
                    <a:pt x="134" y="214196"/>
                    <a:pt x="134" y="214631"/>
                    <a:pt x="134" y="215283"/>
                  </a:cubicBezTo>
                  <a:cubicBezTo>
                    <a:pt x="134" y="216587"/>
                    <a:pt x="1041" y="217457"/>
                    <a:pt x="2402" y="217457"/>
                  </a:cubicBezTo>
                  <a:cubicBezTo>
                    <a:pt x="4670" y="217457"/>
                    <a:pt x="25083" y="202674"/>
                    <a:pt x="38465" y="175065"/>
                  </a:cubicBezTo>
                  <a:cubicBezTo>
                    <a:pt x="50033" y="151152"/>
                    <a:pt x="52754" y="127021"/>
                    <a:pt x="52754" y="108760"/>
                  </a:cubicBezTo>
                  <a:close/>
                </a:path>
              </a:pathLst>
            </a:custGeom>
            <a:solidFill>
              <a:srgbClr val="000000"/>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75" name="TextBox 74">
            <a:extLst>
              <a:ext uri="{FF2B5EF4-FFF2-40B4-BE49-F238E27FC236}">
                <a16:creationId xmlns:a16="http://schemas.microsoft.com/office/drawing/2014/main" id="{FB326B81-CD89-B3DA-C27A-45A86152064F}"/>
              </a:ext>
            </a:extLst>
          </p:cNvPr>
          <p:cNvSpPr txBox="1"/>
          <p:nvPr/>
        </p:nvSpPr>
        <p:spPr>
          <a:xfrm>
            <a:off x="839219" y="3795529"/>
            <a:ext cx="4000271" cy="1077218"/>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Hipótesis</a:t>
            </a:r>
            <a:endParaRPr kumimoji="0" lang="en-GB" sz="1600" b="1" i="0" u="none" strike="noStrike" kern="1200" cap="none" spc="0" normalizeH="0" baseline="0" noProof="0">
              <a:ln>
                <a:noFill/>
              </a:ln>
              <a:solidFill>
                <a:srgbClr val="EA2023"/>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hipótesis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acerca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la media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población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se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distribuye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manera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normal se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presenta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siguiente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manera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a:t>
            </a:r>
          </a:p>
        </p:txBody>
      </p:sp>
      <p:sp>
        <p:nvSpPr>
          <p:cNvPr id="77" name="TextBox 76">
            <a:extLst>
              <a:ext uri="{FF2B5EF4-FFF2-40B4-BE49-F238E27FC236}">
                <a16:creationId xmlns:a16="http://schemas.microsoft.com/office/drawing/2014/main" id="{F9AD7E97-CC17-8650-7FE7-E6034ADD756D}"/>
              </a:ext>
            </a:extLst>
          </p:cNvPr>
          <p:cNvSpPr txBox="1"/>
          <p:nvPr/>
        </p:nvSpPr>
        <p:spPr>
          <a:xfrm>
            <a:off x="5566951" y="4265791"/>
            <a:ext cx="4286702" cy="830997"/>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En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este</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caso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mu0 </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es un </a:t>
            </a:r>
            <a:r>
              <a:rPr kumimoji="0" lang="en-GB" sz="1600" b="0" i="0" u="none" strike="noStrike" kern="1200" cap="none" spc="0" normalizeH="0" baseline="0" noProof="0" err="1">
                <a:ln>
                  <a:noFill/>
                </a:ln>
                <a:solidFill>
                  <a:srgbClr val="EA2023"/>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de la media </a:t>
            </a:r>
            <a:r>
              <a:rPr kumimoji="0" lang="en-GB" sz="1600" b="0" i="0" u="none" strike="noStrike" kern="1200" cap="none" spc="0" normalizeH="0" baseline="0" noProof="0" err="1">
                <a:ln>
                  <a:noFill/>
                </a:ln>
                <a:solidFill>
                  <a:srgbClr val="EA2023"/>
                </a:solidFill>
                <a:effectLst/>
                <a:uLnTx/>
                <a:uFillTx/>
                <a:latin typeface="Aptos" panose="020B0004020202020204"/>
                <a:ea typeface="+mn-ea"/>
                <a:cs typeface="+mn-cs"/>
              </a:rPr>
              <a:t>que</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srgbClr val="EA2023"/>
                </a:solidFill>
                <a:effectLst/>
                <a:uLnTx/>
                <a:uFillTx/>
                <a:latin typeface="Aptos" panose="020B0004020202020204"/>
                <a:ea typeface="+mn-ea"/>
                <a:cs typeface="+mn-cs"/>
              </a:rPr>
              <a:t>especificamos</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bajo la </a:t>
            </a:r>
            <a:r>
              <a:rPr kumimoji="0" lang="en-GB" sz="1600" b="0" i="0" u="none" strike="noStrike" kern="1200" cap="none" spc="0" normalizeH="0" baseline="0" noProof="0" err="1">
                <a:ln>
                  <a:noFill/>
                </a:ln>
                <a:solidFill>
                  <a:srgbClr val="EA2023"/>
                </a:solidFill>
                <a:effectLst/>
                <a:uLnTx/>
                <a:uFillTx/>
                <a:latin typeface="Aptos" panose="020B0004020202020204"/>
                <a:ea typeface="+mn-ea"/>
                <a:cs typeface="+mn-cs"/>
              </a:rPr>
              <a:t>estructura</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de H0, </a:t>
            </a:r>
            <a:r>
              <a:rPr kumimoji="0" lang="en-GB" sz="1600" b="0" i="0" u="none" strike="noStrike" kern="1200" cap="none" spc="0" normalizeH="0" baseline="0" noProof="0" err="1">
                <a:ln>
                  <a:noFill/>
                </a:ln>
                <a:solidFill>
                  <a:srgbClr val="EA2023"/>
                </a:solidFill>
                <a:effectLst/>
                <a:uLnTx/>
                <a:uFillTx/>
                <a:latin typeface="Aptos" panose="020B0004020202020204"/>
                <a:ea typeface="+mn-ea"/>
                <a:cs typeface="+mn-cs"/>
              </a:rPr>
              <a:t>en</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srgbClr val="EA2023"/>
                </a:solidFill>
                <a:effectLst/>
                <a:uLnTx/>
                <a:uFillTx/>
                <a:latin typeface="Aptos" panose="020B0004020202020204"/>
                <a:ea typeface="+mn-ea"/>
                <a:cs typeface="+mn-cs"/>
              </a:rPr>
              <a:t>muchas</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srgbClr val="EA2023"/>
                </a:solidFill>
                <a:effectLst/>
                <a:uLnTx/>
                <a:uFillTx/>
                <a:latin typeface="Aptos" panose="020B0004020202020204"/>
                <a:ea typeface="+mn-ea"/>
                <a:cs typeface="+mn-cs"/>
              </a:rPr>
              <a:t>aplicaciones</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ese </a:t>
            </a:r>
            <a:r>
              <a:rPr kumimoji="0" lang="en-GB" sz="1600" b="0" i="0" u="none" strike="noStrike" kern="1200" cap="none" spc="0" normalizeH="0" baseline="0" noProof="0" err="1">
                <a:ln>
                  <a:noFill/>
                </a:ln>
                <a:solidFill>
                  <a:srgbClr val="EA2023"/>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es cero</a:t>
            </a:r>
            <a:endParaRPr kumimoji="0" lang="en-GB" sz="1600" b="1" i="0" u="none" strike="noStrike" kern="1200" cap="none" spc="0" normalizeH="0" baseline="0" noProof="0">
              <a:ln>
                <a:noFill/>
              </a:ln>
              <a:solidFill>
                <a:srgbClr val="EA2023"/>
              </a:solidFill>
              <a:effectLst/>
              <a:uLnTx/>
              <a:uFillTx/>
              <a:latin typeface="Aptos" panose="020B0004020202020204"/>
              <a:ea typeface="+mn-ea"/>
              <a:cs typeface="+mn-cs"/>
            </a:endParaRPr>
          </a:p>
        </p:txBody>
      </p:sp>
      <p:grpSp>
        <p:nvGrpSpPr>
          <p:cNvPr id="112" name="Group 111">
            <a:extLst>
              <a:ext uri="{FF2B5EF4-FFF2-40B4-BE49-F238E27FC236}">
                <a16:creationId xmlns:a16="http://schemas.microsoft.com/office/drawing/2014/main" id="{E0C8C8D8-086B-74C6-ED6B-FB163DCAF237}"/>
              </a:ext>
            </a:extLst>
          </p:cNvPr>
          <p:cNvGrpSpPr>
            <a:grpSpLocks noChangeAspect="1"/>
          </p:cNvGrpSpPr>
          <p:nvPr>
            <p:custDataLst>
              <p:tags r:id="rId3"/>
            </p:custDataLst>
          </p:nvPr>
        </p:nvGrpSpPr>
        <p:grpSpPr>
          <a:xfrm>
            <a:off x="5755881" y="5226639"/>
            <a:ext cx="629935" cy="207148"/>
            <a:chOff x="7521323" y="6098418"/>
            <a:chExt cx="629935" cy="207148"/>
          </a:xfrm>
        </p:grpSpPr>
        <p:sp>
          <p:nvSpPr>
            <p:cNvPr id="108" name="Freeform: Shape 107">
              <a:extLst>
                <a:ext uri="{FF2B5EF4-FFF2-40B4-BE49-F238E27FC236}">
                  <a16:creationId xmlns:a16="http://schemas.microsoft.com/office/drawing/2014/main" id="{F9B81A47-47EB-14C6-5EBB-6D06FAA34DCC}"/>
                </a:ext>
              </a:extLst>
            </p:cNvPr>
            <p:cNvSpPr/>
            <p:nvPr>
              <p:custDataLst>
                <p:tags r:id="rId4"/>
              </p:custDataLst>
            </p:nvPr>
          </p:nvSpPr>
          <p:spPr>
            <a:xfrm>
              <a:off x="7521323" y="6151027"/>
              <a:ext cx="121310" cy="154539"/>
            </a:xfrm>
            <a:custGeom>
              <a:avLst/>
              <a:gdLst>
                <a:gd name="connsiteX0" fmla="*/ 45064 w 121310"/>
                <a:gd name="connsiteY0" fmla="*/ 21435 h 154539"/>
                <a:gd name="connsiteX1" fmla="*/ 48422 w 121310"/>
                <a:gd name="connsiteY1" fmla="*/ 6404 h 154539"/>
                <a:gd name="connsiteX2" fmla="*/ 41931 w 121310"/>
                <a:gd name="connsiteY2" fmla="*/ 63 h 154539"/>
                <a:gd name="connsiteX3" fmla="*/ 32978 w 121310"/>
                <a:gd name="connsiteY3" fmla="*/ 8518 h 154539"/>
                <a:gd name="connsiteX4" fmla="*/ 748 w 121310"/>
                <a:gd name="connsiteY4" fmla="*/ 144504 h 154539"/>
                <a:gd name="connsiteX5" fmla="*/ 77 w 121310"/>
                <a:gd name="connsiteY5" fmla="*/ 148261 h 154539"/>
                <a:gd name="connsiteX6" fmla="*/ 6344 w 121310"/>
                <a:gd name="connsiteY6" fmla="*/ 154603 h 154539"/>
                <a:gd name="connsiteX7" fmla="*/ 14177 w 121310"/>
                <a:gd name="connsiteY7" fmla="*/ 149671 h 154539"/>
                <a:gd name="connsiteX8" fmla="*/ 26487 w 121310"/>
                <a:gd name="connsiteY8" fmla="*/ 99175 h 154539"/>
                <a:gd name="connsiteX9" fmla="*/ 48198 w 121310"/>
                <a:gd name="connsiteY9" fmla="*/ 106456 h 154539"/>
                <a:gd name="connsiteX10" fmla="*/ 77966 w 121310"/>
                <a:gd name="connsiteY10" fmla="*/ 89311 h 154539"/>
                <a:gd name="connsiteX11" fmla="*/ 98110 w 121310"/>
                <a:gd name="connsiteY11" fmla="*/ 106456 h 154539"/>
                <a:gd name="connsiteX12" fmla="*/ 114672 w 121310"/>
                <a:gd name="connsiteY12" fmla="*/ 93538 h 154539"/>
                <a:gd name="connsiteX13" fmla="*/ 121387 w 121310"/>
                <a:gd name="connsiteY13" fmla="*/ 70287 h 154539"/>
                <a:gd name="connsiteX14" fmla="*/ 118701 w 121310"/>
                <a:gd name="connsiteY14" fmla="*/ 67938 h 154539"/>
                <a:gd name="connsiteX15" fmla="*/ 115567 w 121310"/>
                <a:gd name="connsiteY15" fmla="*/ 72166 h 154539"/>
                <a:gd name="connsiteX16" fmla="*/ 98557 w 121310"/>
                <a:gd name="connsiteY16" fmla="*/ 101289 h 154539"/>
                <a:gd name="connsiteX17" fmla="*/ 91843 w 121310"/>
                <a:gd name="connsiteY17" fmla="*/ 90485 h 154539"/>
                <a:gd name="connsiteX18" fmla="*/ 96319 w 121310"/>
                <a:gd name="connsiteY18" fmla="*/ 66059 h 154539"/>
                <a:gd name="connsiteX19" fmla="*/ 102586 w 121310"/>
                <a:gd name="connsiteY19" fmla="*/ 40694 h 154539"/>
                <a:gd name="connsiteX20" fmla="*/ 106391 w 121310"/>
                <a:gd name="connsiteY20" fmla="*/ 24723 h 154539"/>
                <a:gd name="connsiteX21" fmla="*/ 109748 w 121310"/>
                <a:gd name="connsiteY21" fmla="*/ 8988 h 154539"/>
                <a:gd name="connsiteX22" fmla="*/ 103257 w 121310"/>
                <a:gd name="connsiteY22" fmla="*/ 2646 h 154539"/>
                <a:gd name="connsiteX23" fmla="*/ 94528 w 121310"/>
                <a:gd name="connsiteY23" fmla="*/ 10866 h 154539"/>
                <a:gd name="connsiteX24" fmla="*/ 84009 w 121310"/>
                <a:gd name="connsiteY24" fmla="*/ 54786 h 154539"/>
                <a:gd name="connsiteX25" fmla="*/ 78190 w 121310"/>
                <a:gd name="connsiteY25" fmla="*/ 78742 h 154539"/>
                <a:gd name="connsiteX26" fmla="*/ 49093 w 121310"/>
                <a:gd name="connsiteY26" fmla="*/ 101289 h 154539"/>
                <a:gd name="connsiteX27" fmla="*/ 32531 w 121310"/>
                <a:gd name="connsiteY27" fmla="*/ 80856 h 154539"/>
                <a:gd name="connsiteX28" fmla="*/ 35664 w 121310"/>
                <a:gd name="connsiteY28" fmla="*/ 60892 h 154539"/>
                <a:gd name="connsiteX29" fmla="*/ 45064 w 121310"/>
                <a:gd name="connsiteY29" fmla="*/ 21435 h 154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1310" h="154539">
                  <a:moveTo>
                    <a:pt x="45064" y="21435"/>
                  </a:moveTo>
                  <a:cubicBezTo>
                    <a:pt x="46183" y="16503"/>
                    <a:pt x="48422" y="7578"/>
                    <a:pt x="48422" y="6404"/>
                  </a:cubicBezTo>
                  <a:cubicBezTo>
                    <a:pt x="48422" y="2411"/>
                    <a:pt x="45736" y="63"/>
                    <a:pt x="41931" y="63"/>
                  </a:cubicBezTo>
                  <a:cubicBezTo>
                    <a:pt x="41259" y="63"/>
                    <a:pt x="34993" y="298"/>
                    <a:pt x="32978" y="8518"/>
                  </a:cubicBezTo>
                  <a:lnTo>
                    <a:pt x="748" y="144504"/>
                  </a:lnTo>
                  <a:cubicBezTo>
                    <a:pt x="77" y="147322"/>
                    <a:pt x="77" y="147792"/>
                    <a:pt x="77" y="148261"/>
                  </a:cubicBezTo>
                  <a:cubicBezTo>
                    <a:pt x="77" y="151784"/>
                    <a:pt x="2539" y="154603"/>
                    <a:pt x="6344" y="154603"/>
                  </a:cubicBezTo>
                  <a:cubicBezTo>
                    <a:pt x="11044" y="154603"/>
                    <a:pt x="13730" y="150375"/>
                    <a:pt x="14177" y="149671"/>
                  </a:cubicBezTo>
                  <a:cubicBezTo>
                    <a:pt x="15073" y="147557"/>
                    <a:pt x="17982" y="135344"/>
                    <a:pt x="26487" y="99175"/>
                  </a:cubicBezTo>
                  <a:cubicBezTo>
                    <a:pt x="33650" y="105516"/>
                    <a:pt x="43721" y="106456"/>
                    <a:pt x="48198" y="106456"/>
                  </a:cubicBezTo>
                  <a:cubicBezTo>
                    <a:pt x="63865" y="106456"/>
                    <a:pt x="72594" y="95887"/>
                    <a:pt x="77966" y="89311"/>
                  </a:cubicBezTo>
                  <a:cubicBezTo>
                    <a:pt x="79980" y="99880"/>
                    <a:pt x="88262" y="106456"/>
                    <a:pt x="98110" y="106456"/>
                  </a:cubicBezTo>
                  <a:cubicBezTo>
                    <a:pt x="105943" y="106456"/>
                    <a:pt x="111091" y="101054"/>
                    <a:pt x="114672" y="93538"/>
                  </a:cubicBezTo>
                  <a:cubicBezTo>
                    <a:pt x="118477" y="85083"/>
                    <a:pt x="121387" y="70757"/>
                    <a:pt x="121387" y="70287"/>
                  </a:cubicBezTo>
                  <a:cubicBezTo>
                    <a:pt x="121387" y="67938"/>
                    <a:pt x="119372" y="67938"/>
                    <a:pt x="118701" y="67938"/>
                  </a:cubicBezTo>
                  <a:cubicBezTo>
                    <a:pt x="116463" y="67938"/>
                    <a:pt x="116239" y="68878"/>
                    <a:pt x="115567" y="72166"/>
                  </a:cubicBezTo>
                  <a:cubicBezTo>
                    <a:pt x="111763" y="87432"/>
                    <a:pt x="107734" y="101289"/>
                    <a:pt x="98557" y="101289"/>
                  </a:cubicBezTo>
                  <a:cubicBezTo>
                    <a:pt x="92514" y="101289"/>
                    <a:pt x="91843" y="95182"/>
                    <a:pt x="91843" y="90485"/>
                  </a:cubicBezTo>
                  <a:cubicBezTo>
                    <a:pt x="91843" y="85318"/>
                    <a:pt x="94528" y="74279"/>
                    <a:pt x="96319" y="66059"/>
                  </a:cubicBezTo>
                  <a:lnTo>
                    <a:pt x="102586" y="40694"/>
                  </a:lnTo>
                  <a:cubicBezTo>
                    <a:pt x="103257" y="37171"/>
                    <a:pt x="105496" y="28246"/>
                    <a:pt x="106391" y="24723"/>
                  </a:cubicBezTo>
                  <a:cubicBezTo>
                    <a:pt x="107510" y="19322"/>
                    <a:pt x="109748" y="10397"/>
                    <a:pt x="109748" y="8988"/>
                  </a:cubicBezTo>
                  <a:cubicBezTo>
                    <a:pt x="109748" y="4760"/>
                    <a:pt x="106615" y="2646"/>
                    <a:pt x="103257" y="2646"/>
                  </a:cubicBezTo>
                  <a:cubicBezTo>
                    <a:pt x="102138" y="2646"/>
                    <a:pt x="96319" y="2881"/>
                    <a:pt x="94528" y="10866"/>
                  </a:cubicBezTo>
                  <a:lnTo>
                    <a:pt x="84009" y="54786"/>
                  </a:lnTo>
                  <a:cubicBezTo>
                    <a:pt x="81323" y="66529"/>
                    <a:pt x="78861" y="76393"/>
                    <a:pt x="78190" y="78742"/>
                  </a:cubicBezTo>
                  <a:cubicBezTo>
                    <a:pt x="77966" y="79916"/>
                    <a:pt x="67223" y="101289"/>
                    <a:pt x="49093" y="101289"/>
                  </a:cubicBezTo>
                  <a:cubicBezTo>
                    <a:pt x="37902" y="101289"/>
                    <a:pt x="32531" y="93538"/>
                    <a:pt x="32531" y="80856"/>
                  </a:cubicBezTo>
                  <a:cubicBezTo>
                    <a:pt x="32531" y="74045"/>
                    <a:pt x="34097" y="67468"/>
                    <a:pt x="35664" y="60892"/>
                  </a:cubicBezTo>
                  <a:lnTo>
                    <a:pt x="45064" y="21435"/>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9" name="Freeform: Shape 108">
              <a:extLst>
                <a:ext uri="{FF2B5EF4-FFF2-40B4-BE49-F238E27FC236}">
                  <a16:creationId xmlns:a16="http://schemas.microsoft.com/office/drawing/2014/main" id="{84C3BDF5-1341-0DCC-BA4C-11F9CC850BAF}"/>
                </a:ext>
              </a:extLst>
            </p:cNvPr>
            <p:cNvSpPr/>
            <p:nvPr>
              <p:custDataLst>
                <p:tags r:id="rId5"/>
              </p:custDataLst>
            </p:nvPr>
          </p:nvSpPr>
          <p:spPr>
            <a:xfrm>
              <a:off x="7657617" y="6180901"/>
              <a:ext cx="72696" cy="112452"/>
            </a:xfrm>
            <a:custGeom>
              <a:avLst/>
              <a:gdLst>
                <a:gd name="connsiteX0" fmla="*/ 72779 w 72696"/>
                <a:gd name="connsiteY0" fmla="*/ 56784 h 112452"/>
                <a:gd name="connsiteX1" fmla="*/ 63535 w 72696"/>
                <a:gd name="connsiteY1" fmla="*/ 14203 h 112452"/>
                <a:gd name="connsiteX2" fmla="*/ 36431 w 72696"/>
                <a:gd name="connsiteY2" fmla="*/ 64 h 112452"/>
                <a:gd name="connsiteX3" fmla="*/ 83 w 72696"/>
                <a:gd name="connsiteY3" fmla="*/ 56784 h 112452"/>
                <a:gd name="connsiteX4" fmla="*/ 36431 w 72696"/>
                <a:gd name="connsiteY4" fmla="*/ 112517 h 112452"/>
                <a:gd name="connsiteX5" fmla="*/ 72779 w 72696"/>
                <a:gd name="connsiteY5" fmla="*/ 56784 h 112452"/>
                <a:gd name="connsiteX6" fmla="*/ 36431 w 72696"/>
                <a:gd name="connsiteY6" fmla="*/ 107913 h 112452"/>
                <a:gd name="connsiteX7" fmla="*/ 16533 w 72696"/>
                <a:gd name="connsiteY7" fmla="*/ 89993 h 112452"/>
                <a:gd name="connsiteX8" fmla="*/ 14340 w 72696"/>
                <a:gd name="connsiteY8" fmla="*/ 54646 h 112452"/>
                <a:gd name="connsiteX9" fmla="*/ 16690 w 72696"/>
                <a:gd name="connsiteY9" fmla="*/ 21108 h 112452"/>
                <a:gd name="connsiteX10" fmla="*/ 36431 w 72696"/>
                <a:gd name="connsiteY10" fmla="*/ 4668 h 112452"/>
                <a:gd name="connsiteX11" fmla="*/ 55858 w 72696"/>
                <a:gd name="connsiteY11" fmla="*/ 19628 h 112452"/>
                <a:gd name="connsiteX12" fmla="*/ 58522 w 72696"/>
                <a:gd name="connsiteY12" fmla="*/ 54646 h 112452"/>
                <a:gd name="connsiteX13" fmla="*/ 56485 w 72696"/>
                <a:gd name="connsiteY13" fmla="*/ 89336 h 112452"/>
                <a:gd name="connsiteX14" fmla="*/ 36431 w 72696"/>
                <a:gd name="connsiteY14" fmla="*/ 107913 h 112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696" h="112452">
                  <a:moveTo>
                    <a:pt x="72779" y="56784"/>
                  </a:moveTo>
                  <a:cubicBezTo>
                    <a:pt x="72779" y="38699"/>
                    <a:pt x="70742" y="25711"/>
                    <a:pt x="63535" y="14203"/>
                  </a:cubicBezTo>
                  <a:cubicBezTo>
                    <a:pt x="58679" y="6640"/>
                    <a:pt x="48965" y="64"/>
                    <a:pt x="36431" y="64"/>
                  </a:cubicBezTo>
                  <a:cubicBezTo>
                    <a:pt x="83" y="64"/>
                    <a:pt x="83" y="44947"/>
                    <a:pt x="83" y="56784"/>
                  </a:cubicBezTo>
                  <a:cubicBezTo>
                    <a:pt x="83" y="68621"/>
                    <a:pt x="83" y="112517"/>
                    <a:pt x="36431" y="112517"/>
                  </a:cubicBezTo>
                  <a:cubicBezTo>
                    <a:pt x="72779" y="112517"/>
                    <a:pt x="72779" y="68621"/>
                    <a:pt x="72779" y="56784"/>
                  </a:cubicBezTo>
                  <a:close/>
                  <a:moveTo>
                    <a:pt x="36431" y="107913"/>
                  </a:moveTo>
                  <a:cubicBezTo>
                    <a:pt x="29224" y="107913"/>
                    <a:pt x="19667" y="103474"/>
                    <a:pt x="16533" y="89993"/>
                  </a:cubicBezTo>
                  <a:cubicBezTo>
                    <a:pt x="14340" y="80293"/>
                    <a:pt x="14340" y="66812"/>
                    <a:pt x="14340" y="54646"/>
                  </a:cubicBezTo>
                  <a:cubicBezTo>
                    <a:pt x="14340" y="42645"/>
                    <a:pt x="14340" y="30150"/>
                    <a:pt x="16690" y="21108"/>
                  </a:cubicBezTo>
                  <a:cubicBezTo>
                    <a:pt x="19980" y="8120"/>
                    <a:pt x="30007" y="4668"/>
                    <a:pt x="36431" y="4668"/>
                  </a:cubicBezTo>
                  <a:cubicBezTo>
                    <a:pt x="44891" y="4668"/>
                    <a:pt x="53038" y="10093"/>
                    <a:pt x="55858" y="19628"/>
                  </a:cubicBezTo>
                  <a:cubicBezTo>
                    <a:pt x="58365" y="28506"/>
                    <a:pt x="58522" y="40343"/>
                    <a:pt x="58522" y="54646"/>
                  </a:cubicBezTo>
                  <a:cubicBezTo>
                    <a:pt x="58522" y="66812"/>
                    <a:pt x="58522" y="78978"/>
                    <a:pt x="56485" y="89336"/>
                  </a:cubicBezTo>
                  <a:cubicBezTo>
                    <a:pt x="53352" y="104296"/>
                    <a:pt x="42698" y="107913"/>
                    <a:pt x="36431" y="107913"/>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0" name="Freeform: Shape 109">
              <a:extLst>
                <a:ext uri="{FF2B5EF4-FFF2-40B4-BE49-F238E27FC236}">
                  <a16:creationId xmlns:a16="http://schemas.microsoft.com/office/drawing/2014/main" id="{8EA583CF-85A1-CC92-A346-1F9F48D0ED52}"/>
                </a:ext>
              </a:extLst>
            </p:cNvPr>
            <p:cNvSpPr/>
            <p:nvPr>
              <p:custDataLst>
                <p:tags r:id="rId6"/>
              </p:custDataLst>
            </p:nvPr>
          </p:nvSpPr>
          <p:spPr>
            <a:xfrm>
              <a:off x="7824583" y="6168642"/>
              <a:ext cx="148839" cy="54957"/>
            </a:xfrm>
            <a:custGeom>
              <a:avLst/>
              <a:gdLst>
                <a:gd name="connsiteX0" fmla="*/ 141320 w 148839"/>
                <a:gd name="connsiteY0" fmla="*/ 9457 h 54957"/>
                <a:gd name="connsiteX1" fmla="*/ 148930 w 148839"/>
                <a:gd name="connsiteY1" fmla="*/ 4760 h 54957"/>
                <a:gd name="connsiteX2" fmla="*/ 141544 w 148839"/>
                <a:gd name="connsiteY2" fmla="*/ 63 h 54957"/>
                <a:gd name="connsiteX3" fmla="*/ 7476 w 148839"/>
                <a:gd name="connsiteY3" fmla="*/ 63 h 54957"/>
                <a:gd name="connsiteX4" fmla="*/ 90 w 148839"/>
                <a:gd name="connsiteY4" fmla="*/ 4760 h 54957"/>
                <a:gd name="connsiteX5" fmla="*/ 7700 w 148839"/>
                <a:gd name="connsiteY5" fmla="*/ 9457 h 54957"/>
                <a:gd name="connsiteX6" fmla="*/ 141320 w 148839"/>
                <a:gd name="connsiteY6" fmla="*/ 9457 h 54957"/>
                <a:gd name="connsiteX7" fmla="*/ 141544 w 148839"/>
                <a:gd name="connsiteY7" fmla="*/ 55021 h 54957"/>
                <a:gd name="connsiteX8" fmla="*/ 148930 w 148839"/>
                <a:gd name="connsiteY8" fmla="*/ 50323 h 54957"/>
                <a:gd name="connsiteX9" fmla="*/ 141320 w 148839"/>
                <a:gd name="connsiteY9" fmla="*/ 45626 h 54957"/>
                <a:gd name="connsiteX10" fmla="*/ 7700 w 148839"/>
                <a:gd name="connsiteY10" fmla="*/ 45626 h 54957"/>
                <a:gd name="connsiteX11" fmla="*/ 90 w 148839"/>
                <a:gd name="connsiteY11" fmla="*/ 50323 h 54957"/>
                <a:gd name="connsiteX12" fmla="*/ 7476 w 148839"/>
                <a:gd name="connsiteY12" fmla="*/ 55021 h 54957"/>
                <a:gd name="connsiteX13" fmla="*/ 141544 w 148839"/>
                <a:gd name="connsiteY13" fmla="*/ 55021 h 54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8839" h="54957">
                  <a:moveTo>
                    <a:pt x="141320" y="9457"/>
                  </a:moveTo>
                  <a:cubicBezTo>
                    <a:pt x="144677" y="9457"/>
                    <a:pt x="148930" y="9457"/>
                    <a:pt x="148930" y="4760"/>
                  </a:cubicBezTo>
                  <a:cubicBezTo>
                    <a:pt x="148930" y="63"/>
                    <a:pt x="144677" y="63"/>
                    <a:pt x="141544" y="63"/>
                  </a:cubicBezTo>
                  <a:lnTo>
                    <a:pt x="7476" y="63"/>
                  </a:lnTo>
                  <a:cubicBezTo>
                    <a:pt x="4343" y="63"/>
                    <a:pt x="90" y="63"/>
                    <a:pt x="90" y="4760"/>
                  </a:cubicBezTo>
                  <a:cubicBezTo>
                    <a:pt x="90" y="9457"/>
                    <a:pt x="4343" y="9457"/>
                    <a:pt x="7700" y="9457"/>
                  </a:cubicBezTo>
                  <a:lnTo>
                    <a:pt x="141320" y="9457"/>
                  </a:lnTo>
                  <a:close/>
                  <a:moveTo>
                    <a:pt x="141544" y="55021"/>
                  </a:moveTo>
                  <a:cubicBezTo>
                    <a:pt x="144677" y="55021"/>
                    <a:pt x="148930" y="55021"/>
                    <a:pt x="148930" y="50323"/>
                  </a:cubicBezTo>
                  <a:cubicBezTo>
                    <a:pt x="148930" y="45626"/>
                    <a:pt x="144677" y="45626"/>
                    <a:pt x="141320" y="45626"/>
                  </a:cubicBezTo>
                  <a:lnTo>
                    <a:pt x="7700" y="45626"/>
                  </a:lnTo>
                  <a:cubicBezTo>
                    <a:pt x="4343" y="45626"/>
                    <a:pt x="90" y="45626"/>
                    <a:pt x="90" y="50323"/>
                  </a:cubicBezTo>
                  <a:cubicBezTo>
                    <a:pt x="90" y="55021"/>
                    <a:pt x="4343" y="55021"/>
                    <a:pt x="7476" y="55021"/>
                  </a:cubicBezTo>
                  <a:lnTo>
                    <a:pt x="141544" y="55021"/>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1" name="Freeform: Shape 110">
              <a:extLst>
                <a:ext uri="{FF2B5EF4-FFF2-40B4-BE49-F238E27FC236}">
                  <a16:creationId xmlns:a16="http://schemas.microsoft.com/office/drawing/2014/main" id="{9E7824DA-A96F-5259-2DB5-6C19C5C64B05}"/>
                </a:ext>
              </a:extLst>
            </p:cNvPr>
            <p:cNvSpPr/>
            <p:nvPr>
              <p:custDataLst>
                <p:tags r:id="rId7"/>
              </p:custDataLst>
            </p:nvPr>
          </p:nvSpPr>
          <p:spPr>
            <a:xfrm>
              <a:off x="8057031" y="6098418"/>
              <a:ext cx="94227" cy="161585"/>
            </a:xfrm>
            <a:custGeom>
              <a:avLst/>
              <a:gdLst>
                <a:gd name="connsiteX0" fmla="*/ 94328 w 94227"/>
                <a:gd name="connsiteY0" fmla="*/ 81325 h 161585"/>
                <a:gd name="connsiteX1" fmla="*/ 85376 w 94227"/>
                <a:gd name="connsiteY1" fmla="*/ 26367 h 161585"/>
                <a:gd name="connsiteX2" fmla="*/ 47326 w 94227"/>
                <a:gd name="connsiteY2" fmla="*/ 63 h 161585"/>
                <a:gd name="connsiteX3" fmla="*/ 8382 w 94227"/>
                <a:gd name="connsiteY3" fmla="*/ 28011 h 161585"/>
                <a:gd name="connsiteX4" fmla="*/ 100 w 94227"/>
                <a:gd name="connsiteY4" fmla="*/ 81325 h 161585"/>
                <a:gd name="connsiteX5" fmla="*/ 10172 w 94227"/>
                <a:gd name="connsiteY5" fmla="*/ 137927 h 161585"/>
                <a:gd name="connsiteX6" fmla="*/ 47103 w 94227"/>
                <a:gd name="connsiteY6" fmla="*/ 161649 h 161585"/>
                <a:gd name="connsiteX7" fmla="*/ 86047 w 94227"/>
                <a:gd name="connsiteY7" fmla="*/ 134404 h 161585"/>
                <a:gd name="connsiteX8" fmla="*/ 94328 w 94227"/>
                <a:gd name="connsiteY8" fmla="*/ 81325 h 161585"/>
                <a:gd name="connsiteX9" fmla="*/ 47103 w 94227"/>
                <a:gd name="connsiteY9" fmla="*/ 156482 h 161585"/>
                <a:gd name="connsiteX10" fmla="*/ 21139 w 94227"/>
                <a:gd name="connsiteY10" fmla="*/ 128063 h 161585"/>
                <a:gd name="connsiteX11" fmla="*/ 18677 w 94227"/>
                <a:gd name="connsiteY11" fmla="*/ 78507 h 161585"/>
                <a:gd name="connsiteX12" fmla="*/ 20468 w 94227"/>
                <a:gd name="connsiteY12" fmla="*/ 35292 h 161585"/>
                <a:gd name="connsiteX13" fmla="*/ 47103 w 94227"/>
                <a:gd name="connsiteY13" fmla="*/ 5230 h 161585"/>
                <a:gd name="connsiteX14" fmla="*/ 73513 w 94227"/>
                <a:gd name="connsiteY14" fmla="*/ 32709 h 161585"/>
                <a:gd name="connsiteX15" fmla="*/ 75751 w 94227"/>
                <a:gd name="connsiteY15" fmla="*/ 78507 h 161585"/>
                <a:gd name="connsiteX16" fmla="*/ 73289 w 94227"/>
                <a:gd name="connsiteY16" fmla="*/ 127124 h 161585"/>
                <a:gd name="connsiteX17" fmla="*/ 47103 w 94227"/>
                <a:gd name="connsiteY17" fmla="*/ 156482 h 16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4227" h="161585">
                  <a:moveTo>
                    <a:pt x="94328" y="81325"/>
                  </a:moveTo>
                  <a:cubicBezTo>
                    <a:pt x="94328" y="62536"/>
                    <a:pt x="93209" y="43747"/>
                    <a:pt x="85376" y="26367"/>
                  </a:cubicBezTo>
                  <a:cubicBezTo>
                    <a:pt x="75080" y="3821"/>
                    <a:pt x="56727" y="63"/>
                    <a:pt x="47326" y="63"/>
                  </a:cubicBezTo>
                  <a:cubicBezTo>
                    <a:pt x="33897" y="63"/>
                    <a:pt x="17558" y="6169"/>
                    <a:pt x="8382" y="28011"/>
                  </a:cubicBezTo>
                  <a:cubicBezTo>
                    <a:pt x="1220" y="44217"/>
                    <a:pt x="100" y="62536"/>
                    <a:pt x="100" y="81325"/>
                  </a:cubicBezTo>
                  <a:cubicBezTo>
                    <a:pt x="100" y="98940"/>
                    <a:pt x="996" y="120078"/>
                    <a:pt x="10172" y="137927"/>
                  </a:cubicBezTo>
                  <a:cubicBezTo>
                    <a:pt x="19797" y="156951"/>
                    <a:pt x="36135" y="161649"/>
                    <a:pt x="47103" y="161649"/>
                  </a:cubicBezTo>
                  <a:cubicBezTo>
                    <a:pt x="59189" y="161649"/>
                    <a:pt x="76199" y="156716"/>
                    <a:pt x="86047" y="134404"/>
                  </a:cubicBezTo>
                  <a:cubicBezTo>
                    <a:pt x="93209" y="118199"/>
                    <a:pt x="94328" y="99880"/>
                    <a:pt x="94328" y="81325"/>
                  </a:cubicBezTo>
                  <a:close/>
                  <a:moveTo>
                    <a:pt x="47103" y="156482"/>
                  </a:moveTo>
                  <a:cubicBezTo>
                    <a:pt x="38374" y="156482"/>
                    <a:pt x="25168" y="150610"/>
                    <a:pt x="21139" y="128063"/>
                  </a:cubicBezTo>
                  <a:cubicBezTo>
                    <a:pt x="18677" y="113971"/>
                    <a:pt x="18677" y="92364"/>
                    <a:pt x="18677" y="78507"/>
                  </a:cubicBezTo>
                  <a:cubicBezTo>
                    <a:pt x="18677" y="63476"/>
                    <a:pt x="18677" y="47975"/>
                    <a:pt x="20468" y="35292"/>
                  </a:cubicBezTo>
                  <a:cubicBezTo>
                    <a:pt x="24721" y="7344"/>
                    <a:pt x="41507" y="5230"/>
                    <a:pt x="47103" y="5230"/>
                  </a:cubicBezTo>
                  <a:cubicBezTo>
                    <a:pt x="54489" y="5230"/>
                    <a:pt x="69261" y="9457"/>
                    <a:pt x="73513" y="32709"/>
                  </a:cubicBezTo>
                  <a:cubicBezTo>
                    <a:pt x="75751" y="45861"/>
                    <a:pt x="75751" y="63711"/>
                    <a:pt x="75751" y="78507"/>
                  </a:cubicBezTo>
                  <a:cubicBezTo>
                    <a:pt x="75751" y="96122"/>
                    <a:pt x="75751" y="112092"/>
                    <a:pt x="73289" y="127124"/>
                  </a:cubicBezTo>
                  <a:cubicBezTo>
                    <a:pt x="69932" y="149436"/>
                    <a:pt x="57174" y="156482"/>
                    <a:pt x="47103" y="156482"/>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Tree>
    <p:extLst>
      <p:ext uri="{BB962C8B-B14F-4D97-AF65-F5344CB8AC3E}">
        <p14:creationId xmlns:p14="http://schemas.microsoft.com/office/powerpoint/2010/main" val="12776407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75"/>
                                        </p:tgtEl>
                                        <p:attrNameLst>
                                          <p:attrName>style.visibility</p:attrName>
                                        </p:attrNameLst>
                                      </p:cBhvr>
                                      <p:to>
                                        <p:strVal val="visible"/>
                                      </p:to>
                                    </p:set>
                                    <p:animEffect transition="in" filter="fade">
                                      <p:cBhvr>
                                        <p:cTn id="31" dur="500"/>
                                        <p:tgtEl>
                                          <p:spTgt spid="7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6"/>
                                        </p:tgtEl>
                                        <p:attrNameLst>
                                          <p:attrName>style.visibility</p:attrName>
                                        </p:attrNameLst>
                                      </p:cBhvr>
                                      <p:to>
                                        <p:strVal val="visible"/>
                                      </p:to>
                                    </p:set>
                                    <p:animEffect transition="in" filter="fade">
                                      <p:cBhvr>
                                        <p:cTn id="34" dur="500"/>
                                        <p:tgtEl>
                                          <p:spTgt spid="7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77"/>
                                        </p:tgtEl>
                                        <p:attrNameLst>
                                          <p:attrName>style.visibility</p:attrName>
                                        </p:attrNameLst>
                                      </p:cBhvr>
                                      <p:to>
                                        <p:strVal val="visible"/>
                                      </p:to>
                                    </p:set>
                                    <p:animEffect transition="in" filter="fade">
                                      <p:cBhvr>
                                        <p:cTn id="39"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8" grpId="0"/>
      <p:bldP spid="9" grpId="0" animBg="1"/>
      <p:bldP spid="10" grpId="0"/>
      <p:bldP spid="12" grpId="0"/>
      <p:bldP spid="13" grpId="0" animBg="1"/>
      <p:bldP spid="16" grpId="0"/>
      <p:bldP spid="75" grpId="0"/>
      <p:bldP spid="77" grpId="0"/>
    </p:bld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6" name="Rectangle: Rounded Corners 75">
            <a:extLst>
              <a:ext uri="{FF2B5EF4-FFF2-40B4-BE49-F238E27FC236}">
                <a16:creationId xmlns:a16="http://schemas.microsoft.com/office/drawing/2014/main" id="{420532D2-B093-58C6-29CE-08FD3FD3BBD2}"/>
              </a:ext>
            </a:extLst>
          </p:cNvPr>
          <p:cNvSpPr/>
          <p:nvPr/>
        </p:nvSpPr>
        <p:spPr>
          <a:xfrm>
            <a:off x="893822" y="3441212"/>
            <a:ext cx="3815965" cy="1852380"/>
          </a:xfrm>
          <a:prstGeom prst="roundRect">
            <a:avLst/>
          </a:prstGeom>
          <a:solidFill>
            <a:schemeClr val="bg1">
              <a:lumMod val="95000"/>
            </a:schemeClr>
          </a:solidFill>
          <a:ln>
            <a:noFill/>
          </a:ln>
          <a:effectLst>
            <a:outerShdw blurRad="50800" dist="38100" dir="5400000" algn="t"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65156E">
                  <a:lumMod val="50000"/>
                </a:srgbClr>
              </a:solidFill>
              <a:effectLst/>
              <a:uLnTx/>
              <a:uFillTx/>
              <a:latin typeface="Aptos" panose="020B0004020202020204"/>
              <a:ea typeface="+mn-ea"/>
              <a:cs typeface="+mn-cs"/>
            </a:endParaRPr>
          </a:p>
        </p:txBody>
      </p:sp>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8" name="TextBox 7">
            <a:extLst>
              <a:ext uri="{FF2B5EF4-FFF2-40B4-BE49-F238E27FC236}">
                <a16:creationId xmlns:a16="http://schemas.microsoft.com/office/drawing/2014/main" id="{964F6F91-7753-2666-0C67-E83E1E1EBC72}"/>
              </a:ext>
            </a:extLst>
          </p:cNvPr>
          <p:cNvSpPr txBox="1"/>
          <p:nvPr/>
        </p:nvSpPr>
        <p:spPr>
          <a:xfrm>
            <a:off x="793701" y="726461"/>
            <a:ext cx="4200511" cy="646331"/>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Pruebas</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hipótesis</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acerca</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la media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en</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una</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población normal</a:t>
            </a:r>
          </a:p>
        </p:txBody>
      </p:sp>
      <p:sp>
        <p:nvSpPr>
          <p:cNvPr id="12" name="TextBox 11">
            <a:extLst>
              <a:ext uri="{FF2B5EF4-FFF2-40B4-BE49-F238E27FC236}">
                <a16:creationId xmlns:a16="http://schemas.microsoft.com/office/drawing/2014/main" id="{DE968164-241B-755B-1D69-1EFA5BBAACF1}"/>
              </a:ext>
            </a:extLst>
          </p:cNvPr>
          <p:cNvSpPr txBox="1"/>
          <p:nvPr/>
        </p:nvSpPr>
        <p:spPr>
          <a:xfrm>
            <a:off x="797737" y="1625062"/>
            <a:ext cx="4200511" cy="369332"/>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Definición</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la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región</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rechazo</a:t>
            </a:r>
            <a:endParaRPr kumimoji="0" lang="en-GB" sz="1800" b="1" i="0" u="none" strike="noStrike" kern="1200" cap="none" spc="0" normalizeH="0" baseline="0" noProof="0">
              <a:ln>
                <a:noFill/>
              </a:ln>
              <a:solidFill>
                <a:srgbClr val="EA2023"/>
              </a:solidFill>
              <a:effectLst/>
              <a:uLnTx/>
              <a:uFillTx/>
              <a:latin typeface="Aptos" panose="020B0004020202020204"/>
              <a:ea typeface="+mn-ea"/>
              <a:cs typeface="+mn-cs"/>
            </a:endParaRPr>
          </a:p>
        </p:txBody>
      </p:sp>
      <p:grpSp>
        <p:nvGrpSpPr>
          <p:cNvPr id="22" name="Group 21">
            <a:extLst>
              <a:ext uri="{FF2B5EF4-FFF2-40B4-BE49-F238E27FC236}">
                <a16:creationId xmlns:a16="http://schemas.microsoft.com/office/drawing/2014/main" id="{51195179-1990-4E05-A08C-C55D4781321D}"/>
              </a:ext>
            </a:extLst>
          </p:cNvPr>
          <p:cNvGrpSpPr>
            <a:grpSpLocks noChangeAspect="1"/>
          </p:cNvGrpSpPr>
          <p:nvPr>
            <p:custDataLst>
              <p:tags r:id="rId1"/>
            </p:custDataLst>
          </p:nvPr>
        </p:nvGrpSpPr>
        <p:grpSpPr>
          <a:xfrm>
            <a:off x="2299568" y="3816444"/>
            <a:ext cx="1104470" cy="204742"/>
            <a:chOff x="3196013" y="5643973"/>
            <a:chExt cx="1104470" cy="204742"/>
          </a:xfrm>
        </p:grpSpPr>
        <p:sp>
          <p:nvSpPr>
            <p:cNvPr id="14" name="Freeform: Shape 13">
              <a:extLst>
                <a:ext uri="{FF2B5EF4-FFF2-40B4-BE49-F238E27FC236}">
                  <a16:creationId xmlns:a16="http://schemas.microsoft.com/office/drawing/2014/main" id="{D328A0F2-3135-F603-F2A5-04689AA9A07D}"/>
                </a:ext>
              </a:extLst>
            </p:cNvPr>
            <p:cNvSpPr/>
            <p:nvPr>
              <p:custDataLst>
                <p:tags r:id="rId19"/>
              </p:custDataLst>
            </p:nvPr>
          </p:nvSpPr>
          <p:spPr>
            <a:xfrm>
              <a:off x="3196013" y="5643973"/>
              <a:ext cx="153994" cy="155550"/>
            </a:xfrm>
            <a:custGeom>
              <a:avLst/>
              <a:gdLst>
                <a:gd name="connsiteX0" fmla="*/ 130848 w 153994"/>
                <a:gd name="connsiteY0" fmla="*/ 17827 h 155550"/>
                <a:gd name="connsiteX1" fmla="*/ 148660 w 153994"/>
                <a:gd name="connsiteY1" fmla="*/ 7123 h 155550"/>
                <a:gd name="connsiteX2" fmla="*/ 154072 w 153994"/>
                <a:gd name="connsiteY2" fmla="*/ 7123 h 155550"/>
                <a:gd name="connsiteX3" fmla="*/ 154072 w 153994"/>
                <a:gd name="connsiteY3" fmla="*/ 63 h 155550"/>
                <a:gd name="connsiteX4" fmla="*/ 120928 w 153994"/>
                <a:gd name="connsiteY4" fmla="*/ 746 h 155550"/>
                <a:gd name="connsiteX5" fmla="*/ 87558 w 153994"/>
                <a:gd name="connsiteY5" fmla="*/ 63 h 155550"/>
                <a:gd name="connsiteX6" fmla="*/ 87558 w 153994"/>
                <a:gd name="connsiteY6" fmla="*/ 7123 h 155550"/>
                <a:gd name="connsiteX7" fmla="*/ 92970 w 153994"/>
                <a:gd name="connsiteY7" fmla="*/ 7123 h 155550"/>
                <a:gd name="connsiteX8" fmla="*/ 110782 w 153994"/>
                <a:gd name="connsiteY8" fmla="*/ 17827 h 155550"/>
                <a:gd name="connsiteX9" fmla="*/ 110782 w 153994"/>
                <a:gd name="connsiteY9" fmla="*/ 71120 h 155550"/>
                <a:gd name="connsiteX10" fmla="*/ 43367 w 153994"/>
                <a:gd name="connsiteY10" fmla="*/ 71120 h 155550"/>
                <a:gd name="connsiteX11" fmla="*/ 43367 w 153994"/>
                <a:gd name="connsiteY11" fmla="*/ 17827 h 155550"/>
                <a:gd name="connsiteX12" fmla="*/ 61179 w 153994"/>
                <a:gd name="connsiteY12" fmla="*/ 7123 h 155550"/>
                <a:gd name="connsiteX13" fmla="*/ 66590 w 153994"/>
                <a:gd name="connsiteY13" fmla="*/ 7123 h 155550"/>
                <a:gd name="connsiteX14" fmla="*/ 66590 w 153994"/>
                <a:gd name="connsiteY14" fmla="*/ 63 h 155550"/>
                <a:gd name="connsiteX15" fmla="*/ 33446 w 153994"/>
                <a:gd name="connsiteY15" fmla="*/ 746 h 155550"/>
                <a:gd name="connsiteX16" fmla="*/ 77 w 153994"/>
                <a:gd name="connsiteY16" fmla="*/ 63 h 155550"/>
                <a:gd name="connsiteX17" fmla="*/ 77 w 153994"/>
                <a:gd name="connsiteY17" fmla="*/ 7123 h 155550"/>
                <a:gd name="connsiteX18" fmla="*/ 5488 w 153994"/>
                <a:gd name="connsiteY18" fmla="*/ 7123 h 155550"/>
                <a:gd name="connsiteX19" fmla="*/ 23300 w 153994"/>
                <a:gd name="connsiteY19" fmla="*/ 17827 h 155550"/>
                <a:gd name="connsiteX20" fmla="*/ 23300 w 153994"/>
                <a:gd name="connsiteY20" fmla="*/ 137849 h 155550"/>
                <a:gd name="connsiteX21" fmla="*/ 5488 w 153994"/>
                <a:gd name="connsiteY21" fmla="*/ 148553 h 155550"/>
                <a:gd name="connsiteX22" fmla="*/ 77 w 153994"/>
                <a:gd name="connsiteY22" fmla="*/ 148553 h 155550"/>
                <a:gd name="connsiteX23" fmla="*/ 77 w 153994"/>
                <a:gd name="connsiteY23" fmla="*/ 155613 h 155550"/>
                <a:gd name="connsiteX24" fmla="*/ 33221 w 153994"/>
                <a:gd name="connsiteY24" fmla="*/ 154930 h 155550"/>
                <a:gd name="connsiteX25" fmla="*/ 66590 w 153994"/>
                <a:gd name="connsiteY25" fmla="*/ 155613 h 155550"/>
                <a:gd name="connsiteX26" fmla="*/ 66590 w 153994"/>
                <a:gd name="connsiteY26" fmla="*/ 148553 h 155550"/>
                <a:gd name="connsiteX27" fmla="*/ 61179 w 153994"/>
                <a:gd name="connsiteY27" fmla="*/ 148553 h 155550"/>
                <a:gd name="connsiteX28" fmla="*/ 43367 w 153994"/>
                <a:gd name="connsiteY28" fmla="*/ 137849 h 155550"/>
                <a:gd name="connsiteX29" fmla="*/ 43367 w 153994"/>
                <a:gd name="connsiteY29" fmla="*/ 78180 h 155550"/>
                <a:gd name="connsiteX30" fmla="*/ 110782 w 153994"/>
                <a:gd name="connsiteY30" fmla="*/ 78180 h 155550"/>
                <a:gd name="connsiteX31" fmla="*/ 110782 w 153994"/>
                <a:gd name="connsiteY31" fmla="*/ 137849 h 155550"/>
                <a:gd name="connsiteX32" fmla="*/ 92970 w 153994"/>
                <a:gd name="connsiteY32" fmla="*/ 148553 h 155550"/>
                <a:gd name="connsiteX33" fmla="*/ 87558 w 153994"/>
                <a:gd name="connsiteY33" fmla="*/ 148553 h 155550"/>
                <a:gd name="connsiteX34" fmla="*/ 87558 w 153994"/>
                <a:gd name="connsiteY34" fmla="*/ 155613 h 155550"/>
                <a:gd name="connsiteX35" fmla="*/ 120702 w 153994"/>
                <a:gd name="connsiteY35" fmla="*/ 154930 h 155550"/>
                <a:gd name="connsiteX36" fmla="*/ 154072 w 153994"/>
                <a:gd name="connsiteY36" fmla="*/ 155613 h 155550"/>
                <a:gd name="connsiteX37" fmla="*/ 154072 w 153994"/>
                <a:gd name="connsiteY37" fmla="*/ 148553 h 155550"/>
                <a:gd name="connsiteX38" fmla="*/ 148660 w 153994"/>
                <a:gd name="connsiteY38" fmla="*/ 148553 h 155550"/>
                <a:gd name="connsiteX39" fmla="*/ 130848 w 153994"/>
                <a:gd name="connsiteY39" fmla="*/ 137849 h 155550"/>
                <a:gd name="connsiteX40" fmla="*/ 130848 w 153994"/>
                <a:gd name="connsiteY40" fmla="*/ 17827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3994" h="155550">
                  <a:moveTo>
                    <a:pt x="130848" y="17827"/>
                  </a:moveTo>
                  <a:cubicBezTo>
                    <a:pt x="130848" y="9628"/>
                    <a:pt x="131299" y="7123"/>
                    <a:pt x="148660" y="7123"/>
                  </a:cubicBezTo>
                  <a:lnTo>
                    <a:pt x="154072" y="7123"/>
                  </a:lnTo>
                  <a:lnTo>
                    <a:pt x="154072" y="63"/>
                  </a:lnTo>
                  <a:cubicBezTo>
                    <a:pt x="146180" y="746"/>
                    <a:pt x="129496" y="746"/>
                    <a:pt x="120928" y="746"/>
                  </a:cubicBezTo>
                  <a:cubicBezTo>
                    <a:pt x="112360" y="746"/>
                    <a:pt x="95450" y="746"/>
                    <a:pt x="87558" y="63"/>
                  </a:cubicBezTo>
                  <a:lnTo>
                    <a:pt x="87558" y="7123"/>
                  </a:lnTo>
                  <a:lnTo>
                    <a:pt x="92970" y="7123"/>
                  </a:lnTo>
                  <a:cubicBezTo>
                    <a:pt x="110331" y="7123"/>
                    <a:pt x="110782" y="9628"/>
                    <a:pt x="110782" y="17827"/>
                  </a:cubicBezTo>
                  <a:lnTo>
                    <a:pt x="110782" y="71120"/>
                  </a:lnTo>
                  <a:lnTo>
                    <a:pt x="43367" y="71120"/>
                  </a:lnTo>
                  <a:lnTo>
                    <a:pt x="43367" y="17827"/>
                  </a:lnTo>
                  <a:cubicBezTo>
                    <a:pt x="43367" y="9628"/>
                    <a:pt x="43818" y="7123"/>
                    <a:pt x="61179" y="7123"/>
                  </a:cubicBezTo>
                  <a:lnTo>
                    <a:pt x="66590" y="7123"/>
                  </a:lnTo>
                  <a:lnTo>
                    <a:pt x="66590" y="63"/>
                  </a:lnTo>
                  <a:cubicBezTo>
                    <a:pt x="58699" y="746"/>
                    <a:pt x="42014" y="746"/>
                    <a:pt x="33446" y="746"/>
                  </a:cubicBezTo>
                  <a:cubicBezTo>
                    <a:pt x="24878" y="746"/>
                    <a:pt x="7968" y="746"/>
                    <a:pt x="77" y="63"/>
                  </a:cubicBezTo>
                  <a:lnTo>
                    <a:pt x="77" y="7123"/>
                  </a:lnTo>
                  <a:lnTo>
                    <a:pt x="5488" y="7123"/>
                  </a:lnTo>
                  <a:cubicBezTo>
                    <a:pt x="22849" y="7123"/>
                    <a:pt x="23300" y="9628"/>
                    <a:pt x="23300" y="17827"/>
                  </a:cubicBezTo>
                  <a:lnTo>
                    <a:pt x="23300" y="137849"/>
                  </a:lnTo>
                  <a:cubicBezTo>
                    <a:pt x="23300" y="146048"/>
                    <a:pt x="22849" y="148553"/>
                    <a:pt x="5488" y="148553"/>
                  </a:cubicBezTo>
                  <a:lnTo>
                    <a:pt x="77" y="148553"/>
                  </a:lnTo>
                  <a:lnTo>
                    <a:pt x="77" y="155613"/>
                  </a:lnTo>
                  <a:cubicBezTo>
                    <a:pt x="7968" y="154930"/>
                    <a:pt x="24653" y="154930"/>
                    <a:pt x="33221" y="154930"/>
                  </a:cubicBezTo>
                  <a:cubicBezTo>
                    <a:pt x="41788" y="154930"/>
                    <a:pt x="58699" y="154930"/>
                    <a:pt x="66590" y="155613"/>
                  </a:cubicBezTo>
                  <a:lnTo>
                    <a:pt x="66590" y="148553"/>
                  </a:lnTo>
                  <a:lnTo>
                    <a:pt x="61179" y="148553"/>
                  </a:lnTo>
                  <a:cubicBezTo>
                    <a:pt x="43818" y="148553"/>
                    <a:pt x="43367" y="146048"/>
                    <a:pt x="43367" y="137849"/>
                  </a:cubicBezTo>
                  <a:lnTo>
                    <a:pt x="43367" y="78180"/>
                  </a:lnTo>
                  <a:lnTo>
                    <a:pt x="110782" y="78180"/>
                  </a:lnTo>
                  <a:lnTo>
                    <a:pt x="110782" y="137849"/>
                  </a:lnTo>
                  <a:cubicBezTo>
                    <a:pt x="110782" y="146048"/>
                    <a:pt x="110331" y="148553"/>
                    <a:pt x="92970" y="148553"/>
                  </a:cubicBezTo>
                  <a:lnTo>
                    <a:pt x="87558" y="148553"/>
                  </a:lnTo>
                  <a:lnTo>
                    <a:pt x="87558" y="155613"/>
                  </a:lnTo>
                  <a:cubicBezTo>
                    <a:pt x="95450" y="154930"/>
                    <a:pt x="112135" y="154930"/>
                    <a:pt x="120702" y="154930"/>
                  </a:cubicBezTo>
                  <a:cubicBezTo>
                    <a:pt x="129270" y="154930"/>
                    <a:pt x="146180" y="154930"/>
                    <a:pt x="154072" y="155613"/>
                  </a:cubicBezTo>
                  <a:lnTo>
                    <a:pt x="154072" y="148553"/>
                  </a:lnTo>
                  <a:lnTo>
                    <a:pt x="148660" y="148553"/>
                  </a:lnTo>
                  <a:cubicBezTo>
                    <a:pt x="131299" y="148553"/>
                    <a:pt x="130848" y="146048"/>
                    <a:pt x="130848" y="137849"/>
                  </a:cubicBezTo>
                  <a:lnTo>
                    <a:pt x="130848" y="1782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 name="Freeform: Shape 14">
              <a:extLst>
                <a:ext uri="{FF2B5EF4-FFF2-40B4-BE49-F238E27FC236}">
                  <a16:creationId xmlns:a16="http://schemas.microsoft.com/office/drawing/2014/main" id="{402EFD05-080F-7909-021D-C10292CB48F0}"/>
                </a:ext>
              </a:extLst>
            </p:cNvPr>
            <p:cNvSpPr/>
            <p:nvPr>
              <p:custDataLst>
                <p:tags r:id="rId20"/>
              </p:custDataLst>
            </p:nvPr>
          </p:nvSpPr>
          <p:spPr>
            <a:xfrm>
              <a:off x="3374878" y="5727828"/>
              <a:ext cx="57449" cy="105856"/>
            </a:xfrm>
            <a:custGeom>
              <a:avLst/>
              <a:gdLst>
                <a:gd name="connsiteX0" fmla="*/ 35753 w 57449"/>
                <a:gd name="connsiteY0" fmla="*/ 4528 h 105856"/>
                <a:gd name="connsiteX1" fmla="*/ 31018 w 57449"/>
                <a:gd name="connsiteY1" fmla="*/ 64 h 105856"/>
                <a:gd name="connsiteX2" fmla="*/ 84 w 57449"/>
                <a:gd name="connsiteY2" fmla="*/ 10267 h 105856"/>
                <a:gd name="connsiteX3" fmla="*/ 84 w 57449"/>
                <a:gd name="connsiteY3" fmla="*/ 16006 h 105856"/>
                <a:gd name="connsiteX4" fmla="*/ 22969 w 57449"/>
                <a:gd name="connsiteY4" fmla="*/ 11543 h 105856"/>
                <a:gd name="connsiteX5" fmla="*/ 22969 w 57449"/>
                <a:gd name="connsiteY5" fmla="*/ 92848 h 105856"/>
                <a:gd name="connsiteX6" fmla="*/ 7186 w 57449"/>
                <a:gd name="connsiteY6" fmla="*/ 100181 h 105856"/>
                <a:gd name="connsiteX7" fmla="*/ 1189 w 57449"/>
                <a:gd name="connsiteY7" fmla="*/ 100181 h 105856"/>
                <a:gd name="connsiteX8" fmla="*/ 1189 w 57449"/>
                <a:gd name="connsiteY8" fmla="*/ 105921 h 105856"/>
                <a:gd name="connsiteX9" fmla="*/ 29282 w 57449"/>
                <a:gd name="connsiteY9" fmla="*/ 105283 h 105856"/>
                <a:gd name="connsiteX10" fmla="*/ 57534 w 57449"/>
                <a:gd name="connsiteY10" fmla="*/ 105921 h 105856"/>
                <a:gd name="connsiteX11" fmla="*/ 57534 w 57449"/>
                <a:gd name="connsiteY11" fmla="*/ 100181 h 105856"/>
                <a:gd name="connsiteX12" fmla="*/ 51536 w 57449"/>
                <a:gd name="connsiteY12" fmla="*/ 100181 h 105856"/>
                <a:gd name="connsiteX13" fmla="*/ 35753 w 57449"/>
                <a:gd name="connsiteY13" fmla="*/ 92848 h 105856"/>
                <a:gd name="connsiteX14" fmla="*/ 35753 w 57449"/>
                <a:gd name="connsiteY14" fmla="*/ 4528 h 10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49" h="105856">
                  <a:moveTo>
                    <a:pt x="35753" y="4528"/>
                  </a:moveTo>
                  <a:cubicBezTo>
                    <a:pt x="35753" y="224"/>
                    <a:pt x="35438" y="64"/>
                    <a:pt x="31018" y="64"/>
                  </a:cubicBezTo>
                  <a:cubicBezTo>
                    <a:pt x="20917" y="10108"/>
                    <a:pt x="6555" y="10267"/>
                    <a:pt x="84" y="10267"/>
                  </a:cubicBezTo>
                  <a:lnTo>
                    <a:pt x="84" y="16006"/>
                  </a:lnTo>
                  <a:cubicBezTo>
                    <a:pt x="3872" y="16006"/>
                    <a:pt x="14289" y="16006"/>
                    <a:pt x="22969" y="11543"/>
                  </a:cubicBezTo>
                  <a:lnTo>
                    <a:pt x="22969" y="92848"/>
                  </a:lnTo>
                  <a:cubicBezTo>
                    <a:pt x="22969" y="98109"/>
                    <a:pt x="22969" y="100181"/>
                    <a:pt x="7186" y="100181"/>
                  </a:cubicBezTo>
                  <a:lnTo>
                    <a:pt x="1189" y="100181"/>
                  </a:lnTo>
                  <a:lnTo>
                    <a:pt x="1189" y="105921"/>
                  </a:lnTo>
                  <a:cubicBezTo>
                    <a:pt x="4030" y="105761"/>
                    <a:pt x="23443" y="105283"/>
                    <a:pt x="29282" y="105283"/>
                  </a:cubicBezTo>
                  <a:cubicBezTo>
                    <a:pt x="34175" y="105283"/>
                    <a:pt x="54061" y="105761"/>
                    <a:pt x="57534" y="105921"/>
                  </a:cubicBezTo>
                  <a:lnTo>
                    <a:pt x="57534" y="100181"/>
                  </a:lnTo>
                  <a:lnTo>
                    <a:pt x="51536" y="100181"/>
                  </a:lnTo>
                  <a:cubicBezTo>
                    <a:pt x="35753" y="100181"/>
                    <a:pt x="35753" y="98109"/>
                    <a:pt x="35753" y="92848"/>
                  </a:cubicBezTo>
                  <a:lnTo>
                    <a:pt x="35753" y="452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 name="Freeform: Shape 16">
              <a:extLst>
                <a:ext uri="{FF2B5EF4-FFF2-40B4-BE49-F238E27FC236}">
                  <a16:creationId xmlns:a16="http://schemas.microsoft.com/office/drawing/2014/main" id="{A64B1F99-AAD4-B4B4-316D-0651B891AC4F}"/>
                </a:ext>
              </a:extLst>
            </p:cNvPr>
            <p:cNvSpPr/>
            <p:nvPr>
              <p:custDataLst>
                <p:tags r:id="rId21"/>
              </p:custDataLst>
            </p:nvPr>
          </p:nvSpPr>
          <p:spPr>
            <a:xfrm>
              <a:off x="3540842" y="5701364"/>
              <a:ext cx="23899" cy="98158"/>
            </a:xfrm>
            <a:custGeom>
              <a:avLst/>
              <a:gdLst>
                <a:gd name="connsiteX0" fmla="*/ 23991 w 23899"/>
                <a:gd name="connsiteY0" fmla="*/ 12133 h 98158"/>
                <a:gd name="connsiteX1" fmla="*/ 12041 w 23899"/>
                <a:gd name="connsiteY1" fmla="*/ 63 h 98158"/>
                <a:gd name="connsiteX2" fmla="*/ 91 w 23899"/>
                <a:gd name="connsiteY2" fmla="*/ 12133 h 98158"/>
                <a:gd name="connsiteX3" fmla="*/ 12041 w 23899"/>
                <a:gd name="connsiteY3" fmla="*/ 24204 h 98158"/>
                <a:gd name="connsiteX4" fmla="*/ 23991 w 23899"/>
                <a:gd name="connsiteY4" fmla="*/ 12133 h 98158"/>
                <a:gd name="connsiteX5" fmla="*/ 23991 w 23899"/>
                <a:gd name="connsiteY5" fmla="*/ 86151 h 98158"/>
                <a:gd name="connsiteX6" fmla="*/ 12041 w 23899"/>
                <a:gd name="connsiteY6" fmla="*/ 74080 h 98158"/>
                <a:gd name="connsiteX7" fmla="*/ 91 w 23899"/>
                <a:gd name="connsiteY7" fmla="*/ 86151 h 98158"/>
                <a:gd name="connsiteX8" fmla="*/ 12041 w 23899"/>
                <a:gd name="connsiteY8" fmla="*/ 98221 h 98158"/>
                <a:gd name="connsiteX9" fmla="*/ 23991 w 23899"/>
                <a:gd name="connsiteY9" fmla="*/ 86151 h 9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99" h="98158">
                  <a:moveTo>
                    <a:pt x="23991" y="12133"/>
                  </a:moveTo>
                  <a:cubicBezTo>
                    <a:pt x="23991" y="5529"/>
                    <a:pt x="18580" y="63"/>
                    <a:pt x="12041" y="63"/>
                  </a:cubicBezTo>
                  <a:cubicBezTo>
                    <a:pt x="5503" y="63"/>
                    <a:pt x="91" y="5529"/>
                    <a:pt x="91" y="12133"/>
                  </a:cubicBezTo>
                  <a:cubicBezTo>
                    <a:pt x="91" y="18738"/>
                    <a:pt x="5503" y="24204"/>
                    <a:pt x="12041" y="24204"/>
                  </a:cubicBezTo>
                  <a:cubicBezTo>
                    <a:pt x="18580" y="24204"/>
                    <a:pt x="23991" y="18738"/>
                    <a:pt x="23991" y="12133"/>
                  </a:cubicBezTo>
                  <a:close/>
                  <a:moveTo>
                    <a:pt x="23991" y="86151"/>
                  </a:moveTo>
                  <a:cubicBezTo>
                    <a:pt x="23991" y="79546"/>
                    <a:pt x="18580" y="74080"/>
                    <a:pt x="12041" y="74080"/>
                  </a:cubicBezTo>
                  <a:cubicBezTo>
                    <a:pt x="5503" y="74080"/>
                    <a:pt x="91" y="79546"/>
                    <a:pt x="91" y="86151"/>
                  </a:cubicBezTo>
                  <a:cubicBezTo>
                    <a:pt x="91" y="92755"/>
                    <a:pt x="5503" y="98221"/>
                    <a:pt x="12041" y="98221"/>
                  </a:cubicBezTo>
                  <a:cubicBezTo>
                    <a:pt x="18580" y="98221"/>
                    <a:pt x="23991" y="92755"/>
                    <a:pt x="23991" y="8615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 name="Freeform: Shape 17">
              <a:extLst>
                <a:ext uri="{FF2B5EF4-FFF2-40B4-BE49-F238E27FC236}">
                  <a16:creationId xmlns:a16="http://schemas.microsoft.com/office/drawing/2014/main" id="{C44EBE7B-7309-B4A6-C2E4-57A560D4A926}"/>
                </a:ext>
              </a:extLst>
            </p:cNvPr>
            <p:cNvSpPr/>
            <p:nvPr>
              <p:custDataLst>
                <p:tags r:id="rId22"/>
              </p:custDataLst>
            </p:nvPr>
          </p:nvSpPr>
          <p:spPr>
            <a:xfrm>
              <a:off x="3653474" y="5698859"/>
              <a:ext cx="122203" cy="149856"/>
            </a:xfrm>
            <a:custGeom>
              <a:avLst/>
              <a:gdLst>
                <a:gd name="connsiteX0" fmla="*/ 45416 w 122203"/>
                <a:gd name="connsiteY0" fmla="*/ 20788 h 149856"/>
                <a:gd name="connsiteX1" fmla="*/ 48798 w 122203"/>
                <a:gd name="connsiteY1" fmla="*/ 6212 h 149856"/>
                <a:gd name="connsiteX2" fmla="*/ 42260 w 122203"/>
                <a:gd name="connsiteY2" fmla="*/ 63 h 149856"/>
                <a:gd name="connsiteX3" fmla="*/ 33241 w 122203"/>
                <a:gd name="connsiteY3" fmla="*/ 8262 h 149856"/>
                <a:gd name="connsiteX4" fmla="*/ 773 w 122203"/>
                <a:gd name="connsiteY4" fmla="*/ 140127 h 149856"/>
                <a:gd name="connsiteX5" fmla="*/ 97 w 122203"/>
                <a:gd name="connsiteY5" fmla="*/ 143770 h 149856"/>
                <a:gd name="connsiteX6" fmla="*/ 6410 w 122203"/>
                <a:gd name="connsiteY6" fmla="*/ 149920 h 149856"/>
                <a:gd name="connsiteX7" fmla="*/ 14301 w 122203"/>
                <a:gd name="connsiteY7" fmla="*/ 145137 h 149856"/>
                <a:gd name="connsiteX8" fmla="*/ 26702 w 122203"/>
                <a:gd name="connsiteY8" fmla="*/ 96172 h 149856"/>
                <a:gd name="connsiteX9" fmla="*/ 48573 w 122203"/>
                <a:gd name="connsiteY9" fmla="*/ 103232 h 149856"/>
                <a:gd name="connsiteX10" fmla="*/ 78560 w 122203"/>
                <a:gd name="connsiteY10" fmla="*/ 86606 h 149856"/>
                <a:gd name="connsiteX11" fmla="*/ 98852 w 122203"/>
                <a:gd name="connsiteY11" fmla="*/ 103232 h 149856"/>
                <a:gd name="connsiteX12" fmla="*/ 115537 w 122203"/>
                <a:gd name="connsiteY12" fmla="*/ 90706 h 149856"/>
                <a:gd name="connsiteX13" fmla="*/ 122301 w 122203"/>
                <a:gd name="connsiteY13" fmla="*/ 68159 h 149856"/>
                <a:gd name="connsiteX14" fmla="*/ 119595 w 122203"/>
                <a:gd name="connsiteY14" fmla="*/ 65881 h 149856"/>
                <a:gd name="connsiteX15" fmla="*/ 116439 w 122203"/>
                <a:gd name="connsiteY15" fmla="*/ 69981 h 149856"/>
                <a:gd name="connsiteX16" fmla="*/ 99303 w 122203"/>
                <a:gd name="connsiteY16" fmla="*/ 98221 h 149856"/>
                <a:gd name="connsiteX17" fmla="*/ 92539 w 122203"/>
                <a:gd name="connsiteY17" fmla="*/ 87745 h 149856"/>
                <a:gd name="connsiteX18" fmla="*/ 97048 w 122203"/>
                <a:gd name="connsiteY18" fmla="*/ 64059 h 149856"/>
                <a:gd name="connsiteX19" fmla="*/ 103362 w 122203"/>
                <a:gd name="connsiteY19" fmla="*/ 39463 h 149856"/>
                <a:gd name="connsiteX20" fmla="*/ 107194 w 122203"/>
                <a:gd name="connsiteY20" fmla="*/ 23976 h 149856"/>
                <a:gd name="connsiteX21" fmla="*/ 110577 w 122203"/>
                <a:gd name="connsiteY21" fmla="*/ 8717 h 149856"/>
                <a:gd name="connsiteX22" fmla="*/ 104038 w 122203"/>
                <a:gd name="connsiteY22" fmla="*/ 2568 h 149856"/>
                <a:gd name="connsiteX23" fmla="*/ 95245 w 122203"/>
                <a:gd name="connsiteY23" fmla="*/ 10539 h 149856"/>
                <a:gd name="connsiteX24" fmla="*/ 84648 w 122203"/>
                <a:gd name="connsiteY24" fmla="*/ 53128 h 149856"/>
                <a:gd name="connsiteX25" fmla="*/ 78785 w 122203"/>
                <a:gd name="connsiteY25" fmla="*/ 76358 h 149856"/>
                <a:gd name="connsiteX26" fmla="*/ 49475 w 122203"/>
                <a:gd name="connsiteY26" fmla="*/ 98221 h 149856"/>
                <a:gd name="connsiteX27" fmla="*/ 32790 w 122203"/>
                <a:gd name="connsiteY27" fmla="*/ 78407 h 149856"/>
                <a:gd name="connsiteX28" fmla="*/ 35946 w 122203"/>
                <a:gd name="connsiteY28" fmla="*/ 59049 h 149856"/>
                <a:gd name="connsiteX29" fmla="*/ 45416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16" y="20788"/>
                  </a:moveTo>
                  <a:cubicBezTo>
                    <a:pt x="46543" y="16005"/>
                    <a:pt x="48798" y="7351"/>
                    <a:pt x="48798" y="6212"/>
                  </a:cubicBezTo>
                  <a:cubicBezTo>
                    <a:pt x="48798" y="2340"/>
                    <a:pt x="46093" y="63"/>
                    <a:pt x="42260" y="63"/>
                  </a:cubicBezTo>
                  <a:cubicBezTo>
                    <a:pt x="41583" y="63"/>
                    <a:pt x="35270" y="291"/>
                    <a:pt x="33241" y="8262"/>
                  </a:cubicBezTo>
                  <a:lnTo>
                    <a:pt x="773" y="140127"/>
                  </a:lnTo>
                  <a:cubicBezTo>
                    <a:pt x="97" y="142859"/>
                    <a:pt x="97" y="143315"/>
                    <a:pt x="97" y="143770"/>
                  </a:cubicBezTo>
                  <a:cubicBezTo>
                    <a:pt x="97" y="147187"/>
                    <a:pt x="2577" y="149920"/>
                    <a:pt x="6410" y="149920"/>
                  </a:cubicBezTo>
                  <a:cubicBezTo>
                    <a:pt x="11145" y="149920"/>
                    <a:pt x="13851" y="145820"/>
                    <a:pt x="14301" y="145137"/>
                  </a:cubicBezTo>
                  <a:cubicBezTo>
                    <a:pt x="15203" y="143087"/>
                    <a:pt x="18134" y="131244"/>
                    <a:pt x="26702" y="96172"/>
                  </a:cubicBezTo>
                  <a:cubicBezTo>
                    <a:pt x="33917" y="102321"/>
                    <a:pt x="44063" y="103232"/>
                    <a:pt x="48573" y="103232"/>
                  </a:cubicBezTo>
                  <a:cubicBezTo>
                    <a:pt x="64355" y="103232"/>
                    <a:pt x="73149" y="92983"/>
                    <a:pt x="78560" y="86606"/>
                  </a:cubicBezTo>
                  <a:cubicBezTo>
                    <a:pt x="80589" y="96855"/>
                    <a:pt x="88932" y="103232"/>
                    <a:pt x="98852" y="103232"/>
                  </a:cubicBezTo>
                  <a:cubicBezTo>
                    <a:pt x="106744" y="103232"/>
                    <a:pt x="111929" y="97994"/>
                    <a:pt x="115537" y="90706"/>
                  </a:cubicBezTo>
                  <a:cubicBezTo>
                    <a:pt x="119370" y="82507"/>
                    <a:pt x="122301" y="68614"/>
                    <a:pt x="122301" y="68159"/>
                  </a:cubicBezTo>
                  <a:cubicBezTo>
                    <a:pt x="122301" y="65881"/>
                    <a:pt x="120272" y="65881"/>
                    <a:pt x="119595" y="65881"/>
                  </a:cubicBezTo>
                  <a:cubicBezTo>
                    <a:pt x="117341" y="65881"/>
                    <a:pt x="117115" y="66792"/>
                    <a:pt x="116439" y="69981"/>
                  </a:cubicBezTo>
                  <a:cubicBezTo>
                    <a:pt x="112606" y="84784"/>
                    <a:pt x="108547" y="98221"/>
                    <a:pt x="99303" y="98221"/>
                  </a:cubicBezTo>
                  <a:cubicBezTo>
                    <a:pt x="93215" y="98221"/>
                    <a:pt x="92539" y="92300"/>
                    <a:pt x="92539" y="87745"/>
                  </a:cubicBezTo>
                  <a:cubicBezTo>
                    <a:pt x="92539" y="82735"/>
                    <a:pt x="95245" y="72030"/>
                    <a:pt x="97048" y="64059"/>
                  </a:cubicBezTo>
                  <a:lnTo>
                    <a:pt x="103362" y="39463"/>
                  </a:lnTo>
                  <a:cubicBezTo>
                    <a:pt x="104038" y="36047"/>
                    <a:pt x="106293" y="27392"/>
                    <a:pt x="107194" y="23976"/>
                  </a:cubicBezTo>
                  <a:cubicBezTo>
                    <a:pt x="108322" y="18738"/>
                    <a:pt x="110577" y="10084"/>
                    <a:pt x="110577" y="8717"/>
                  </a:cubicBezTo>
                  <a:cubicBezTo>
                    <a:pt x="110577" y="4618"/>
                    <a:pt x="107420" y="2568"/>
                    <a:pt x="104038" y="2568"/>
                  </a:cubicBezTo>
                  <a:cubicBezTo>
                    <a:pt x="102911" y="2568"/>
                    <a:pt x="97048" y="2796"/>
                    <a:pt x="95245" y="10539"/>
                  </a:cubicBezTo>
                  <a:lnTo>
                    <a:pt x="84648" y="53128"/>
                  </a:lnTo>
                  <a:cubicBezTo>
                    <a:pt x="81942" y="64515"/>
                    <a:pt x="79462" y="74080"/>
                    <a:pt x="78785" y="76358"/>
                  </a:cubicBezTo>
                  <a:cubicBezTo>
                    <a:pt x="78560" y="77496"/>
                    <a:pt x="67738" y="98221"/>
                    <a:pt x="49475" y="98221"/>
                  </a:cubicBezTo>
                  <a:cubicBezTo>
                    <a:pt x="38201" y="98221"/>
                    <a:pt x="32790" y="90706"/>
                    <a:pt x="32790" y="78407"/>
                  </a:cubicBezTo>
                  <a:cubicBezTo>
                    <a:pt x="32790" y="71803"/>
                    <a:pt x="34368" y="65426"/>
                    <a:pt x="35946" y="59049"/>
                  </a:cubicBezTo>
                  <a:lnTo>
                    <a:pt x="45416"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 name="Freeform: Shape 18">
              <a:extLst>
                <a:ext uri="{FF2B5EF4-FFF2-40B4-BE49-F238E27FC236}">
                  <a16:creationId xmlns:a16="http://schemas.microsoft.com/office/drawing/2014/main" id="{7FE4F082-8DB3-A160-C1F3-CA2416BAECDF}"/>
                </a:ext>
              </a:extLst>
            </p:cNvPr>
            <p:cNvSpPr/>
            <p:nvPr>
              <p:custDataLst>
                <p:tags r:id="rId23"/>
              </p:custDataLst>
            </p:nvPr>
          </p:nvSpPr>
          <p:spPr>
            <a:xfrm>
              <a:off x="3863909" y="5676540"/>
              <a:ext cx="137761" cy="132092"/>
            </a:xfrm>
            <a:custGeom>
              <a:avLst/>
              <a:gdLst>
                <a:gd name="connsiteX0" fmla="*/ 133583 w 137761"/>
                <a:gd name="connsiteY0" fmla="*/ 71120 h 132092"/>
                <a:gd name="connsiteX1" fmla="*/ 137867 w 137761"/>
                <a:gd name="connsiteY1" fmla="*/ 66109 h 132092"/>
                <a:gd name="connsiteX2" fmla="*/ 133583 w 137761"/>
                <a:gd name="connsiteY2" fmla="*/ 61099 h 132092"/>
                <a:gd name="connsiteX3" fmla="*/ 8674 w 137761"/>
                <a:gd name="connsiteY3" fmla="*/ 1657 h 132092"/>
                <a:gd name="connsiteX4" fmla="*/ 4615 w 137761"/>
                <a:gd name="connsiteY4" fmla="*/ 63 h 132092"/>
                <a:gd name="connsiteX5" fmla="*/ 106 w 137761"/>
                <a:gd name="connsiteY5" fmla="*/ 4618 h 132092"/>
                <a:gd name="connsiteX6" fmla="*/ 4390 w 137761"/>
                <a:gd name="connsiteY6" fmla="*/ 9628 h 132092"/>
                <a:gd name="connsiteX7" fmla="*/ 122761 w 137761"/>
                <a:gd name="connsiteY7" fmla="*/ 66109 h 132092"/>
                <a:gd name="connsiteX8" fmla="*/ 4390 w 137761"/>
                <a:gd name="connsiteY8" fmla="*/ 122590 h 132092"/>
                <a:gd name="connsiteX9" fmla="*/ 106 w 137761"/>
                <a:gd name="connsiteY9" fmla="*/ 127601 h 132092"/>
                <a:gd name="connsiteX10" fmla="*/ 4615 w 137761"/>
                <a:gd name="connsiteY10" fmla="*/ 132155 h 132092"/>
                <a:gd name="connsiteX11" fmla="*/ 8674 w 137761"/>
                <a:gd name="connsiteY11" fmla="*/ 130561 h 132092"/>
                <a:gd name="connsiteX12" fmla="*/ 133583 w 137761"/>
                <a:gd name="connsiteY12" fmla="*/ 71120 h 1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761" h="132092">
                  <a:moveTo>
                    <a:pt x="133583" y="71120"/>
                  </a:moveTo>
                  <a:cubicBezTo>
                    <a:pt x="136063" y="69981"/>
                    <a:pt x="137867" y="68842"/>
                    <a:pt x="137867" y="66109"/>
                  </a:cubicBezTo>
                  <a:cubicBezTo>
                    <a:pt x="137867" y="63376"/>
                    <a:pt x="136063" y="62237"/>
                    <a:pt x="133583" y="61099"/>
                  </a:cubicBezTo>
                  <a:lnTo>
                    <a:pt x="8674" y="1657"/>
                  </a:lnTo>
                  <a:cubicBezTo>
                    <a:pt x="5742" y="63"/>
                    <a:pt x="5292" y="63"/>
                    <a:pt x="4615" y="63"/>
                  </a:cubicBezTo>
                  <a:cubicBezTo>
                    <a:pt x="2135" y="63"/>
                    <a:pt x="106" y="2112"/>
                    <a:pt x="106" y="4618"/>
                  </a:cubicBezTo>
                  <a:cubicBezTo>
                    <a:pt x="106" y="6667"/>
                    <a:pt x="1233" y="8034"/>
                    <a:pt x="4390" y="9628"/>
                  </a:cubicBezTo>
                  <a:lnTo>
                    <a:pt x="122761" y="66109"/>
                  </a:lnTo>
                  <a:lnTo>
                    <a:pt x="4390" y="122590"/>
                  </a:lnTo>
                  <a:cubicBezTo>
                    <a:pt x="1233" y="124184"/>
                    <a:pt x="106" y="125551"/>
                    <a:pt x="106" y="127601"/>
                  </a:cubicBezTo>
                  <a:cubicBezTo>
                    <a:pt x="106" y="130106"/>
                    <a:pt x="2135" y="132155"/>
                    <a:pt x="4615" y="132155"/>
                  </a:cubicBezTo>
                  <a:cubicBezTo>
                    <a:pt x="5292" y="132155"/>
                    <a:pt x="5742" y="132155"/>
                    <a:pt x="8674" y="130561"/>
                  </a:cubicBezTo>
                  <a:lnTo>
                    <a:pt x="133583" y="71120"/>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 name="Freeform: Shape 19">
              <a:extLst>
                <a:ext uri="{FF2B5EF4-FFF2-40B4-BE49-F238E27FC236}">
                  <a16:creationId xmlns:a16="http://schemas.microsoft.com/office/drawing/2014/main" id="{1C31EF74-7357-C8D2-0FAC-608510195F28}"/>
                </a:ext>
              </a:extLst>
            </p:cNvPr>
            <p:cNvSpPr/>
            <p:nvPr>
              <p:custDataLst>
                <p:tags r:id="rId24"/>
              </p:custDataLst>
            </p:nvPr>
          </p:nvSpPr>
          <p:spPr>
            <a:xfrm>
              <a:off x="4089952" y="5698859"/>
              <a:ext cx="122203" cy="149856"/>
            </a:xfrm>
            <a:custGeom>
              <a:avLst/>
              <a:gdLst>
                <a:gd name="connsiteX0" fmla="*/ 45435 w 122203"/>
                <a:gd name="connsiteY0" fmla="*/ 20788 h 149856"/>
                <a:gd name="connsiteX1" fmla="*/ 48817 w 122203"/>
                <a:gd name="connsiteY1" fmla="*/ 6212 h 149856"/>
                <a:gd name="connsiteX2" fmla="*/ 42279 w 122203"/>
                <a:gd name="connsiteY2" fmla="*/ 63 h 149856"/>
                <a:gd name="connsiteX3" fmla="*/ 33260 w 122203"/>
                <a:gd name="connsiteY3" fmla="*/ 8262 h 149856"/>
                <a:gd name="connsiteX4" fmla="*/ 793 w 122203"/>
                <a:gd name="connsiteY4" fmla="*/ 140127 h 149856"/>
                <a:gd name="connsiteX5" fmla="*/ 116 w 122203"/>
                <a:gd name="connsiteY5" fmla="*/ 143770 h 149856"/>
                <a:gd name="connsiteX6" fmla="*/ 6429 w 122203"/>
                <a:gd name="connsiteY6" fmla="*/ 149920 h 149856"/>
                <a:gd name="connsiteX7" fmla="*/ 14321 w 122203"/>
                <a:gd name="connsiteY7" fmla="*/ 145137 h 149856"/>
                <a:gd name="connsiteX8" fmla="*/ 26722 w 122203"/>
                <a:gd name="connsiteY8" fmla="*/ 96172 h 149856"/>
                <a:gd name="connsiteX9" fmla="*/ 48592 w 122203"/>
                <a:gd name="connsiteY9" fmla="*/ 103232 h 149856"/>
                <a:gd name="connsiteX10" fmla="*/ 78579 w 122203"/>
                <a:gd name="connsiteY10" fmla="*/ 86606 h 149856"/>
                <a:gd name="connsiteX11" fmla="*/ 98871 w 122203"/>
                <a:gd name="connsiteY11" fmla="*/ 103232 h 149856"/>
                <a:gd name="connsiteX12" fmla="*/ 115556 w 122203"/>
                <a:gd name="connsiteY12" fmla="*/ 90706 h 149856"/>
                <a:gd name="connsiteX13" fmla="*/ 122320 w 122203"/>
                <a:gd name="connsiteY13" fmla="*/ 68159 h 149856"/>
                <a:gd name="connsiteX14" fmla="*/ 119615 w 122203"/>
                <a:gd name="connsiteY14" fmla="*/ 65881 h 149856"/>
                <a:gd name="connsiteX15" fmla="*/ 116458 w 122203"/>
                <a:gd name="connsiteY15" fmla="*/ 69981 h 149856"/>
                <a:gd name="connsiteX16" fmla="*/ 99322 w 122203"/>
                <a:gd name="connsiteY16" fmla="*/ 98221 h 149856"/>
                <a:gd name="connsiteX17" fmla="*/ 92558 w 122203"/>
                <a:gd name="connsiteY17" fmla="*/ 87745 h 149856"/>
                <a:gd name="connsiteX18" fmla="*/ 97068 w 122203"/>
                <a:gd name="connsiteY18" fmla="*/ 64059 h 149856"/>
                <a:gd name="connsiteX19" fmla="*/ 103381 w 122203"/>
                <a:gd name="connsiteY19" fmla="*/ 39463 h 149856"/>
                <a:gd name="connsiteX20" fmla="*/ 107214 w 122203"/>
                <a:gd name="connsiteY20" fmla="*/ 23976 h 149856"/>
                <a:gd name="connsiteX21" fmla="*/ 110596 w 122203"/>
                <a:gd name="connsiteY21" fmla="*/ 8717 h 149856"/>
                <a:gd name="connsiteX22" fmla="*/ 104057 w 122203"/>
                <a:gd name="connsiteY22" fmla="*/ 2568 h 149856"/>
                <a:gd name="connsiteX23" fmla="*/ 95264 w 122203"/>
                <a:gd name="connsiteY23" fmla="*/ 10539 h 149856"/>
                <a:gd name="connsiteX24" fmla="*/ 84667 w 122203"/>
                <a:gd name="connsiteY24" fmla="*/ 53128 h 149856"/>
                <a:gd name="connsiteX25" fmla="*/ 78805 w 122203"/>
                <a:gd name="connsiteY25" fmla="*/ 76358 h 149856"/>
                <a:gd name="connsiteX26" fmla="*/ 49494 w 122203"/>
                <a:gd name="connsiteY26" fmla="*/ 98221 h 149856"/>
                <a:gd name="connsiteX27" fmla="*/ 32809 w 122203"/>
                <a:gd name="connsiteY27" fmla="*/ 78407 h 149856"/>
                <a:gd name="connsiteX28" fmla="*/ 35966 w 122203"/>
                <a:gd name="connsiteY28" fmla="*/ 59049 h 149856"/>
                <a:gd name="connsiteX29" fmla="*/ 45435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35" y="20788"/>
                  </a:moveTo>
                  <a:cubicBezTo>
                    <a:pt x="46563" y="16005"/>
                    <a:pt x="48817" y="7351"/>
                    <a:pt x="48817" y="6212"/>
                  </a:cubicBezTo>
                  <a:cubicBezTo>
                    <a:pt x="48817" y="2340"/>
                    <a:pt x="46112" y="63"/>
                    <a:pt x="42279" y="63"/>
                  </a:cubicBezTo>
                  <a:cubicBezTo>
                    <a:pt x="41602" y="63"/>
                    <a:pt x="35289" y="291"/>
                    <a:pt x="33260" y="8262"/>
                  </a:cubicBezTo>
                  <a:lnTo>
                    <a:pt x="793" y="140127"/>
                  </a:lnTo>
                  <a:cubicBezTo>
                    <a:pt x="116" y="142859"/>
                    <a:pt x="116" y="143315"/>
                    <a:pt x="116" y="143770"/>
                  </a:cubicBezTo>
                  <a:cubicBezTo>
                    <a:pt x="116" y="147187"/>
                    <a:pt x="2596" y="149920"/>
                    <a:pt x="6429" y="149920"/>
                  </a:cubicBezTo>
                  <a:cubicBezTo>
                    <a:pt x="11164" y="149920"/>
                    <a:pt x="13870" y="145820"/>
                    <a:pt x="14321" y="145137"/>
                  </a:cubicBezTo>
                  <a:cubicBezTo>
                    <a:pt x="15223" y="143087"/>
                    <a:pt x="18154" y="131244"/>
                    <a:pt x="26722" y="96172"/>
                  </a:cubicBezTo>
                  <a:cubicBezTo>
                    <a:pt x="33937" y="102321"/>
                    <a:pt x="44083" y="103232"/>
                    <a:pt x="48592" y="103232"/>
                  </a:cubicBezTo>
                  <a:cubicBezTo>
                    <a:pt x="64375" y="103232"/>
                    <a:pt x="73168" y="92983"/>
                    <a:pt x="78579" y="86606"/>
                  </a:cubicBezTo>
                  <a:cubicBezTo>
                    <a:pt x="80609" y="96855"/>
                    <a:pt x="88951" y="103232"/>
                    <a:pt x="98871" y="103232"/>
                  </a:cubicBezTo>
                  <a:cubicBezTo>
                    <a:pt x="106763" y="103232"/>
                    <a:pt x="111949" y="97994"/>
                    <a:pt x="115556" y="90706"/>
                  </a:cubicBezTo>
                  <a:cubicBezTo>
                    <a:pt x="119389" y="82507"/>
                    <a:pt x="122320" y="68614"/>
                    <a:pt x="122320" y="68159"/>
                  </a:cubicBezTo>
                  <a:cubicBezTo>
                    <a:pt x="122320" y="65881"/>
                    <a:pt x="120291" y="65881"/>
                    <a:pt x="119615" y="65881"/>
                  </a:cubicBezTo>
                  <a:cubicBezTo>
                    <a:pt x="117360" y="65881"/>
                    <a:pt x="117134" y="66792"/>
                    <a:pt x="116458" y="69981"/>
                  </a:cubicBezTo>
                  <a:cubicBezTo>
                    <a:pt x="112625" y="84784"/>
                    <a:pt x="108567" y="98221"/>
                    <a:pt x="99322" y="98221"/>
                  </a:cubicBezTo>
                  <a:cubicBezTo>
                    <a:pt x="93235" y="98221"/>
                    <a:pt x="92558" y="92300"/>
                    <a:pt x="92558" y="87745"/>
                  </a:cubicBezTo>
                  <a:cubicBezTo>
                    <a:pt x="92558" y="82735"/>
                    <a:pt x="95264" y="72030"/>
                    <a:pt x="97068" y="64059"/>
                  </a:cubicBezTo>
                  <a:lnTo>
                    <a:pt x="103381" y="39463"/>
                  </a:lnTo>
                  <a:cubicBezTo>
                    <a:pt x="104057" y="36047"/>
                    <a:pt x="106312" y="27392"/>
                    <a:pt x="107214" y="23976"/>
                  </a:cubicBezTo>
                  <a:cubicBezTo>
                    <a:pt x="108341" y="18738"/>
                    <a:pt x="110596" y="10084"/>
                    <a:pt x="110596" y="8717"/>
                  </a:cubicBezTo>
                  <a:cubicBezTo>
                    <a:pt x="110596" y="4618"/>
                    <a:pt x="107439" y="2568"/>
                    <a:pt x="104057" y="2568"/>
                  </a:cubicBezTo>
                  <a:cubicBezTo>
                    <a:pt x="102930" y="2568"/>
                    <a:pt x="97068" y="2796"/>
                    <a:pt x="95264" y="10539"/>
                  </a:cubicBezTo>
                  <a:lnTo>
                    <a:pt x="84667" y="53128"/>
                  </a:lnTo>
                  <a:cubicBezTo>
                    <a:pt x="81961" y="64515"/>
                    <a:pt x="79481" y="74080"/>
                    <a:pt x="78805" y="76358"/>
                  </a:cubicBezTo>
                  <a:cubicBezTo>
                    <a:pt x="78579" y="77496"/>
                    <a:pt x="67757" y="98221"/>
                    <a:pt x="49494" y="98221"/>
                  </a:cubicBezTo>
                  <a:cubicBezTo>
                    <a:pt x="38220" y="98221"/>
                    <a:pt x="32809" y="90706"/>
                    <a:pt x="32809" y="78407"/>
                  </a:cubicBezTo>
                  <a:cubicBezTo>
                    <a:pt x="32809" y="71803"/>
                    <a:pt x="34387" y="65426"/>
                    <a:pt x="35966" y="59049"/>
                  </a:cubicBezTo>
                  <a:lnTo>
                    <a:pt x="45435"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 name="Freeform: Shape 20">
              <a:extLst>
                <a:ext uri="{FF2B5EF4-FFF2-40B4-BE49-F238E27FC236}">
                  <a16:creationId xmlns:a16="http://schemas.microsoft.com/office/drawing/2014/main" id="{D3FFC1EE-0F50-2E07-32C8-A2B49EB9A5CC}"/>
                </a:ext>
              </a:extLst>
            </p:cNvPr>
            <p:cNvSpPr/>
            <p:nvPr>
              <p:custDataLst>
                <p:tags r:id="rId25"/>
              </p:custDataLst>
            </p:nvPr>
          </p:nvSpPr>
          <p:spPr>
            <a:xfrm>
              <a:off x="4227251" y="5727828"/>
              <a:ext cx="73232" cy="109044"/>
            </a:xfrm>
            <a:custGeom>
              <a:avLst/>
              <a:gdLst>
                <a:gd name="connsiteX0" fmla="*/ 73354 w 73232"/>
                <a:gd name="connsiteY0" fmla="*/ 55065 h 109044"/>
                <a:gd name="connsiteX1" fmla="*/ 64043 w 73232"/>
                <a:gd name="connsiteY1" fmla="*/ 13775 h 109044"/>
                <a:gd name="connsiteX2" fmla="*/ 36738 w 73232"/>
                <a:gd name="connsiteY2" fmla="*/ 64 h 109044"/>
                <a:gd name="connsiteX3" fmla="*/ 122 w 73232"/>
                <a:gd name="connsiteY3" fmla="*/ 55065 h 109044"/>
                <a:gd name="connsiteX4" fmla="*/ 36738 w 73232"/>
                <a:gd name="connsiteY4" fmla="*/ 109109 h 109044"/>
                <a:gd name="connsiteX5" fmla="*/ 73354 w 73232"/>
                <a:gd name="connsiteY5" fmla="*/ 55065 h 109044"/>
                <a:gd name="connsiteX6" fmla="*/ 36738 w 73232"/>
                <a:gd name="connsiteY6" fmla="*/ 104645 h 109044"/>
                <a:gd name="connsiteX7" fmla="*/ 16694 w 73232"/>
                <a:gd name="connsiteY7" fmla="*/ 87268 h 109044"/>
                <a:gd name="connsiteX8" fmla="*/ 14485 w 73232"/>
                <a:gd name="connsiteY8" fmla="*/ 52992 h 109044"/>
                <a:gd name="connsiteX9" fmla="*/ 16852 w 73232"/>
                <a:gd name="connsiteY9" fmla="*/ 20470 h 109044"/>
                <a:gd name="connsiteX10" fmla="*/ 36738 w 73232"/>
                <a:gd name="connsiteY10" fmla="*/ 4528 h 109044"/>
                <a:gd name="connsiteX11" fmla="*/ 56309 w 73232"/>
                <a:gd name="connsiteY11" fmla="*/ 19035 h 109044"/>
                <a:gd name="connsiteX12" fmla="*/ 58992 w 73232"/>
                <a:gd name="connsiteY12" fmla="*/ 52992 h 109044"/>
                <a:gd name="connsiteX13" fmla="*/ 56940 w 73232"/>
                <a:gd name="connsiteY13" fmla="*/ 86630 h 109044"/>
                <a:gd name="connsiteX14" fmla="*/ 36738 w 73232"/>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232" h="109044">
                  <a:moveTo>
                    <a:pt x="73354" y="55065"/>
                  </a:moveTo>
                  <a:cubicBezTo>
                    <a:pt x="73354" y="37528"/>
                    <a:pt x="71303" y="24934"/>
                    <a:pt x="64043" y="13775"/>
                  </a:cubicBezTo>
                  <a:cubicBezTo>
                    <a:pt x="59150" y="6441"/>
                    <a:pt x="49365" y="64"/>
                    <a:pt x="36738" y="64"/>
                  </a:cubicBezTo>
                  <a:cubicBezTo>
                    <a:pt x="122" y="64"/>
                    <a:pt x="122" y="43586"/>
                    <a:pt x="122" y="55065"/>
                  </a:cubicBezTo>
                  <a:cubicBezTo>
                    <a:pt x="122" y="66543"/>
                    <a:pt x="122" y="109109"/>
                    <a:pt x="36738" y="109109"/>
                  </a:cubicBezTo>
                  <a:cubicBezTo>
                    <a:pt x="73354" y="109109"/>
                    <a:pt x="73354" y="66543"/>
                    <a:pt x="73354" y="55065"/>
                  </a:cubicBezTo>
                  <a:close/>
                  <a:moveTo>
                    <a:pt x="36738" y="104645"/>
                  </a:moveTo>
                  <a:cubicBezTo>
                    <a:pt x="29478" y="104645"/>
                    <a:pt x="19851" y="100341"/>
                    <a:pt x="16694" y="87268"/>
                  </a:cubicBezTo>
                  <a:cubicBezTo>
                    <a:pt x="14485" y="77862"/>
                    <a:pt x="14485" y="64790"/>
                    <a:pt x="14485" y="52992"/>
                  </a:cubicBezTo>
                  <a:cubicBezTo>
                    <a:pt x="14485" y="41355"/>
                    <a:pt x="14485" y="29239"/>
                    <a:pt x="16852" y="20470"/>
                  </a:cubicBezTo>
                  <a:cubicBezTo>
                    <a:pt x="20166" y="7876"/>
                    <a:pt x="30267" y="4528"/>
                    <a:pt x="36738" y="4528"/>
                  </a:cubicBezTo>
                  <a:cubicBezTo>
                    <a:pt x="45261" y="4528"/>
                    <a:pt x="53468" y="9789"/>
                    <a:pt x="56309" y="19035"/>
                  </a:cubicBezTo>
                  <a:cubicBezTo>
                    <a:pt x="58834" y="27644"/>
                    <a:pt x="58992" y="39123"/>
                    <a:pt x="58992" y="52992"/>
                  </a:cubicBezTo>
                  <a:cubicBezTo>
                    <a:pt x="58992" y="64790"/>
                    <a:pt x="58992" y="76587"/>
                    <a:pt x="56940" y="86630"/>
                  </a:cubicBezTo>
                  <a:cubicBezTo>
                    <a:pt x="53784" y="101138"/>
                    <a:pt x="43051" y="104645"/>
                    <a:pt x="36738"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75" name="TextBox 74">
            <a:extLst>
              <a:ext uri="{FF2B5EF4-FFF2-40B4-BE49-F238E27FC236}">
                <a16:creationId xmlns:a16="http://schemas.microsoft.com/office/drawing/2014/main" id="{FB326B81-CD89-B3DA-C27A-45A86152064F}"/>
              </a:ext>
            </a:extLst>
          </p:cNvPr>
          <p:cNvSpPr txBox="1"/>
          <p:nvPr/>
        </p:nvSpPr>
        <p:spPr>
          <a:xfrm>
            <a:off x="893822" y="2056084"/>
            <a:ext cx="4000271" cy="1323439"/>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región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rechazo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se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escoja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depende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naturaleza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hipótesis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alternativa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Para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caso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hipótesis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simples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respecto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 la media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contamos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con las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siguientes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posibilidades</a:t>
            </a: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7" name="TextBox 76">
            <a:extLst>
              <a:ext uri="{FF2B5EF4-FFF2-40B4-BE49-F238E27FC236}">
                <a16:creationId xmlns:a16="http://schemas.microsoft.com/office/drawing/2014/main" id="{F9AD7E97-CC17-8650-7FE7-E6034ADD756D}"/>
              </a:ext>
            </a:extLst>
          </p:cNvPr>
          <p:cNvSpPr txBox="1"/>
          <p:nvPr/>
        </p:nvSpPr>
        <p:spPr>
          <a:xfrm>
            <a:off x="6133560" y="1886807"/>
            <a:ext cx="2390008" cy="338554"/>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Alternativas</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 un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lado</a:t>
            </a:r>
            <a:endParaRPr kumimoji="0" lang="en-GB" sz="1600" b="1" i="0" u="none" strike="noStrike" kern="1200" cap="none" spc="0" normalizeH="0" baseline="0" noProof="0">
              <a:ln>
                <a:noFill/>
              </a:ln>
              <a:solidFill>
                <a:srgbClr val="EA2023"/>
              </a:solidFill>
              <a:effectLst/>
              <a:uLnTx/>
              <a:uFillTx/>
              <a:latin typeface="Aptos" panose="020B0004020202020204"/>
              <a:ea typeface="+mn-ea"/>
              <a:cs typeface="+mn-cs"/>
            </a:endParaRPr>
          </a:p>
        </p:txBody>
      </p:sp>
      <p:grpSp>
        <p:nvGrpSpPr>
          <p:cNvPr id="62" name="Group 61">
            <a:extLst>
              <a:ext uri="{FF2B5EF4-FFF2-40B4-BE49-F238E27FC236}">
                <a16:creationId xmlns:a16="http://schemas.microsoft.com/office/drawing/2014/main" id="{71E3B86C-D1D5-36E7-3564-01DDDCF04758}"/>
              </a:ext>
            </a:extLst>
          </p:cNvPr>
          <p:cNvGrpSpPr>
            <a:grpSpLocks noChangeAspect="1"/>
          </p:cNvGrpSpPr>
          <p:nvPr>
            <p:custDataLst>
              <p:tags r:id="rId2"/>
            </p:custDataLst>
          </p:nvPr>
        </p:nvGrpSpPr>
        <p:grpSpPr>
          <a:xfrm>
            <a:off x="2324968" y="4184744"/>
            <a:ext cx="1104470" cy="204742"/>
            <a:chOff x="3212992" y="6022665"/>
            <a:chExt cx="1104470" cy="204742"/>
          </a:xfrm>
        </p:grpSpPr>
        <p:sp>
          <p:nvSpPr>
            <p:cNvPr id="42" name="Freeform: Shape 41">
              <a:extLst>
                <a:ext uri="{FF2B5EF4-FFF2-40B4-BE49-F238E27FC236}">
                  <a16:creationId xmlns:a16="http://schemas.microsoft.com/office/drawing/2014/main" id="{BAF33FA2-10F1-BE16-B6FC-16121C36136B}"/>
                </a:ext>
              </a:extLst>
            </p:cNvPr>
            <p:cNvSpPr/>
            <p:nvPr>
              <p:custDataLst>
                <p:tags r:id="rId12"/>
              </p:custDataLst>
            </p:nvPr>
          </p:nvSpPr>
          <p:spPr>
            <a:xfrm>
              <a:off x="3212992" y="6022665"/>
              <a:ext cx="153994" cy="155550"/>
            </a:xfrm>
            <a:custGeom>
              <a:avLst/>
              <a:gdLst>
                <a:gd name="connsiteX0" fmla="*/ 130848 w 153994"/>
                <a:gd name="connsiteY0" fmla="*/ 17827 h 155550"/>
                <a:gd name="connsiteX1" fmla="*/ 148660 w 153994"/>
                <a:gd name="connsiteY1" fmla="*/ 7123 h 155550"/>
                <a:gd name="connsiteX2" fmla="*/ 154072 w 153994"/>
                <a:gd name="connsiteY2" fmla="*/ 7123 h 155550"/>
                <a:gd name="connsiteX3" fmla="*/ 154072 w 153994"/>
                <a:gd name="connsiteY3" fmla="*/ 63 h 155550"/>
                <a:gd name="connsiteX4" fmla="*/ 120928 w 153994"/>
                <a:gd name="connsiteY4" fmla="*/ 746 h 155550"/>
                <a:gd name="connsiteX5" fmla="*/ 87558 w 153994"/>
                <a:gd name="connsiteY5" fmla="*/ 63 h 155550"/>
                <a:gd name="connsiteX6" fmla="*/ 87558 w 153994"/>
                <a:gd name="connsiteY6" fmla="*/ 7123 h 155550"/>
                <a:gd name="connsiteX7" fmla="*/ 92970 w 153994"/>
                <a:gd name="connsiteY7" fmla="*/ 7123 h 155550"/>
                <a:gd name="connsiteX8" fmla="*/ 110782 w 153994"/>
                <a:gd name="connsiteY8" fmla="*/ 17827 h 155550"/>
                <a:gd name="connsiteX9" fmla="*/ 110782 w 153994"/>
                <a:gd name="connsiteY9" fmla="*/ 71120 h 155550"/>
                <a:gd name="connsiteX10" fmla="*/ 43367 w 153994"/>
                <a:gd name="connsiteY10" fmla="*/ 71120 h 155550"/>
                <a:gd name="connsiteX11" fmla="*/ 43367 w 153994"/>
                <a:gd name="connsiteY11" fmla="*/ 17827 h 155550"/>
                <a:gd name="connsiteX12" fmla="*/ 61179 w 153994"/>
                <a:gd name="connsiteY12" fmla="*/ 7123 h 155550"/>
                <a:gd name="connsiteX13" fmla="*/ 66590 w 153994"/>
                <a:gd name="connsiteY13" fmla="*/ 7123 h 155550"/>
                <a:gd name="connsiteX14" fmla="*/ 66590 w 153994"/>
                <a:gd name="connsiteY14" fmla="*/ 63 h 155550"/>
                <a:gd name="connsiteX15" fmla="*/ 33446 w 153994"/>
                <a:gd name="connsiteY15" fmla="*/ 746 h 155550"/>
                <a:gd name="connsiteX16" fmla="*/ 77 w 153994"/>
                <a:gd name="connsiteY16" fmla="*/ 63 h 155550"/>
                <a:gd name="connsiteX17" fmla="*/ 77 w 153994"/>
                <a:gd name="connsiteY17" fmla="*/ 7123 h 155550"/>
                <a:gd name="connsiteX18" fmla="*/ 5488 w 153994"/>
                <a:gd name="connsiteY18" fmla="*/ 7123 h 155550"/>
                <a:gd name="connsiteX19" fmla="*/ 23300 w 153994"/>
                <a:gd name="connsiteY19" fmla="*/ 17827 h 155550"/>
                <a:gd name="connsiteX20" fmla="*/ 23300 w 153994"/>
                <a:gd name="connsiteY20" fmla="*/ 137849 h 155550"/>
                <a:gd name="connsiteX21" fmla="*/ 5488 w 153994"/>
                <a:gd name="connsiteY21" fmla="*/ 148553 h 155550"/>
                <a:gd name="connsiteX22" fmla="*/ 77 w 153994"/>
                <a:gd name="connsiteY22" fmla="*/ 148553 h 155550"/>
                <a:gd name="connsiteX23" fmla="*/ 77 w 153994"/>
                <a:gd name="connsiteY23" fmla="*/ 155613 h 155550"/>
                <a:gd name="connsiteX24" fmla="*/ 33221 w 153994"/>
                <a:gd name="connsiteY24" fmla="*/ 154930 h 155550"/>
                <a:gd name="connsiteX25" fmla="*/ 66590 w 153994"/>
                <a:gd name="connsiteY25" fmla="*/ 155613 h 155550"/>
                <a:gd name="connsiteX26" fmla="*/ 66590 w 153994"/>
                <a:gd name="connsiteY26" fmla="*/ 148553 h 155550"/>
                <a:gd name="connsiteX27" fmla="*/ 61179 w 153994"/>
                <a:gd name="connsiteY27" fmla="*/ 148553 h 155550"/>
                <a:gd name="connsiteX28" fmla="*/ 43367 w 153994"/>
                <a:gd name="connsiteY28" fmla="*/ 137849 h 155550"/>
                <a:gd name="connsiteX29" fmla="*/ 43367 w 153994"/>
                <a:gd name="connsiteY29" fmla="*/ 78180 h 155550"/>
                <a:gd name="connsiteX30" fmla="*/ 110782 w 153994"/>
                <a:gd name="connsiteY30" fmla="*/ 78180 h 155550"/>
                <a:gd name="connsiteX31" fmla="*/ 110782 w 153994"/>
                <a:gd name="connsiteY31" fmla="*/ 137849 h 155550"/>
                <a:gd name="connsiteX32" fmla="*/ 92970 w 153994"/>
                <a:gd name="connsiteY32" fmla="*/ 148553 h 155550"/>
                <a:gd name="connsiteX33" fmla="*/ 87558 w 153994"/>
                <a:gd name="connsiteY33" fmla="*/ 148553 h 155550"/>
                <a:gd name="connsiteX34" fmla="*/ 87558 w 153994"/>
                <a:gd name="connsiteY34" fmla="*/ 155613 h 155550"/>
                <a:gd name="connsiteX35" fmla="*/ 120702 w 153994"/>
                <a:gd name="connsiteY35" fmla="*/ 154930 h 155550"/>
                <a:gd name="connsiteX36" fmla="*/ 154072 w 153994"/>
                <a:gd name="connsiteY36" fmla="*/ 155613 h 155550"/>
                <a:gd name="connsiteX37" fmla="*/ 154072 w 153994"/>
                <a:gd name="connsiteY37" fmla="*/ 148553 h 155550"/>
                <a:gd name="connsiteX38" fmla="*/ 148660 w 153994"/>
                <a:gd name="connsiteY38" fmla="*/ 148553 h 155550"/>
                <a:gd name="connsiteX39" fmla="*/ 130848 w 153994"/>
                <a:gd name="connsiteY39" fmla="*/ 137849 h 155550"/>
                <a:gd name="connsiteX40" fmla="*/ 130848 w 153994"/>
                <a:gd name="connsiteY40" fmla="*/ 17827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3994" h="155550">
                  <a:moveTo>
                    <a:pt x="130848" y="17827"/>
                  </a:moveTo>
                  <a:cubicBezTo>
                    <a:pt x="130848" y="9628"/>
                    <a:pt x="131299" y="7123"/>
                    <a:pt x="148660" y="7123"/>
                  </a:cubicBezTo>
                  <a:lnTo>
                    <a:pt x="154072" y="7123"/>
                  </a:lnTo>
                  <a:lnTo>
                    <a:pt x="154072" y="63"/>
                  </a:lnTo>
                  <a:cubicBezTo>
                    <a:pt x="146180" y="746"/>
                    <a:pt x="129496" y="746"/>
                    <a:pt x="120928" y="746"/>
                  </a:cubicBezTo>
                  <a:cubicBezTo>
                    <a:pt x="112360" y="746"/>
                    <a:pt x="95450" y="746"/>
                    <a:pt x="87558" y="63"/>
                  </a:cubicBezTo>
                  <a:lnTo>
                    <a:pt x="87558" y="7123"/>
                  </a:lnTo>
                  <a:lnTo>
                    <a:pt x="92970" y="7123"/>
                  </a:lnTo>
                  <a:cubicBezTo>
                    <a:pt x="110331" y="7123"/>
                    <a:pt x="110782" y="9628"/>
                    <a:pt x="110782" y="17827"/>
                  </a:cubicBezTo>
                  <a:lnTo>
                    <a:pt x="110782" y="71120"/>
                  </a:lnTo>
                  <a:lnTo>
                    <a:pt x="43367" y="71120"/>
                  </a:lnTo>
                  <a:lnTo>
                    <a:pt x="43367" y="17827"/>
                  </a:lnTo>
                  <a:cubicBezTo>
                    <a:pt x="43367" y="9628"/>
                    <a:pt x="43818" y="7123"/>
                    <a:pt x="61179" y="7123"/>
                  </a:cubicBezTo>
                  <a:lnTo>
                    <a:pt x="66590" y="7123"/>
                  </a:lnTo>
                  <a:lnTo>
                    <a:pt x="66590" y="63"/>
                  </a:lnTo>
                  <a:cubicBezTo>
                    <a:pt x="58699" y="746"/>
                    <a:pt x="42014" y="746"/>
                    <a:pt x="33446" y="746"/>
                  </a:cubicBezTo>
                  <a:cubicBezTo>
                    <a:pt x="24878" y="746"/>
                    <a:pt x="7968" y="746"/>
                    <a:pt x="77" y="63"/>
                  </a:cubicBezTo>
                  <a:lnTo>
                    <a:pt x="77" y="7123"/>
                  </a:lnTo>
                  <a:lnTo>
                    <a:pt x="5488" y="7123"/>
                  </a:lnTo>
                  <a:cubicBezTo>
                    <a:pt x="22849" y="7123"/>
                    <a:pt x="23300" y="9628"/>
                    <a:pt x="23300" y="17827"/>
                  </a:cubicBezTo>
                  <a:lnTo>
                    <a:pt x="23300" y="137849"/>
                  </a:lnTo>
                  <a:cubicBezTo>
                    <a:pt x="23300" y="146048"/>
                    <a:pt x="22849" y="148553"/>
                    <a:pt x="5488" y="148553"/>
                  </a:cubicBezTo>
                  <a:lnTo>
                    <a:pt x="77" y="148553"/>
                  </a:lnTo>
                  <a:lnTo>
                    <a:pt x="77" y="155613"/>
                  </a:lnTo>
                  <a:cubicBezTo>
                    <a:pt x="7968" y="154930"/>
                    <a:pt x="24653" y="154930"/>
                    <a:pt x="33221" y="154930"/>
                  </a:cubicBezTo>
                  <a:cubicBezTo>
                    <a:pt x="41788" y="154930"/>
                    <a:pt x="58699" y="154930"/>
                    <a:pt x="66590" y="155613"/>
                  </a:cubicBezTo>
                  <a:lnTo>
                    <a:pt x="66590" y="148553"/>
                  </a:lnTo>
                  <a:lnTo>
                    <a:pt x="61179" y="148553"/>
                  </a:lnTo>
                  <a:cubicBezTo>
                    <a:pt x="43818" y="148553"/>
                    <a:pt x="43367" y="146048"/>
                    <a:pt x="43367" y="137849"/>
                  </a:cubicBezTo>
                  <a:lnTo>
                    <a:pt x="43367" y="78180"/>
                  </a:lnTo>
                  <a:lnTo>
                    <a:pt x="110782" y="78180"/>
                  </a:lnTo>
                  <a:lnTo>
                    <a:pt x="110782" y="137849"/>
                  </a:lnTo>
                  <a:cubicBezTo>
                    <a:pt x="110782" y="146048"/>
                    <a:pt x="110331" y="148553"/>
                    <a:pt x="92970" y="148553"/>
                  </a:cubicBezTo>
                  <a:lnTo>
                    <a:pt x="87558" y="148553"/>
                  </a:lnTo>
                  <a:lnTo>
                    <a:pt x="87558" y="155613"/>
                  </a:lnTo>
                  <a:cubicBezTo>
                    <a:pt x="95450" y="154930"/>
                    <a:pt x="112135" y="154930"/>
                    <a:pt x="120702" y="154930"/>
                  </a:cubicBezTo>
                  <a:cubicBezTo>
                    <a:pt x="129270" y="154930"/>
                    <a:pt x="146180" y="154930"/>
                    <a:pt x="154072" y="155613"/>
                  </a:cubicBezTo>
                  <a:lnTo>
                    <a:pt x="154072" y="148553"/>
                  </a:lnTo>
                  <a:lnTo>
                    <a:pt x="148660" y="148553"/>
                  </a:lnTo>
                  <a:cubicBezTo>
                    <a:pt x="131299" y="148553"/>
                    <a:pt x="130848" y="146048"/>
                    <a:pt x="130848" y="137849"/>
                  </a:cubicBezTo>
                  <a:lnTo>
                    <a:pt x="130848" y="1782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 name="Freeform: Shape 42">
              <a:extLst>
                <a:ext uri="{FF2B5EF4-FFF2-40B4-BE49-F238E27FC236}">
                  <a16:creationId xmlns:a16="http://schemas.microsoft.com/office/drawing/2014/main" id="{B0A47182-9EDE-F506-AB16-9200585541B2}"/>
                </a:ext>
              </a:extLst>
            </p:cNvPr>
            <p:cNvSpPr/>
            <p:nvPr>
              <p:custDataLst>
                <p:tags r:id="rId13"/>
              </p:custDataLst>
            </p:nvPr>
          </p:nvSpPr>
          <p:spPr>
            <a:xfrm>
              <a:off x="3391857" y="6106520"/>
              <a:ext cx="57449" cy="105856"/>
            </a:xfrm>
            <a:custGeom>
              <a:avLst/>
              <a:gdLst>
                <a:gd name="connsiteX0" fmla="*/ 35753 w 57449"/>
                <a:gd name="connsiteY0" fmla="*/ 4528 h 105856"/>
                <a:gd name="connsiteX1" fmla="*/ 31018 w 57449"/>
                <a:gd name="connsiteY1" fmla="*/ 64 h 105856"/>
                <a:gd name="connsiteX2" fmla="*/ 84 w 57449"/>
                <a:gd name="connsiteY2" fmla="*/ 10267 h 105856"/>
                <a:gd name="connsiteX3" fmla="*/ 84 w 57449"/>
                <a:gd name="connsiteY3" fmla="*/ 16006 h 105856"/>
                <a:gd name="connsiteX4" fmla="*/ 22969 w 57449"/>
                <a:gd name="connsiteY4" fmla="*/ 11543 h 105856"/>
                <a:gd name="connsiteX5" fmla="*/ 22969 w 57449"/>
                <a:gd name="connsiteY5" fmla="*/ 92848 h 105856"/>
                <a:gd name="connsiteX6" fmla="*/ 7186 w 57449"/>
                <a:gd name="connsiteY6" fmla="*/ 100181 h 105856"/>
                <a:gd name="connsiteX7" fmla="*/ 1189 w 57449"/>
                <a:gd name="connsiteY7" fmla="*/ 100181 h 105856"/>
                <a:gd name="connsiteX8" fmla="*/ 1189 w 57449"/>
                <a:gd name="connsiteY8" fmla="*/ 105921 h 105856"/>
                <a:gd name="connsiteX9" fmla="*/ 29282 w 57449"/>
                <a:gd name="connsiteY9" fmla="*/ 105283 h 105856"/>
                <a:gd name="connsiteX10" fmla="*/ 57534 w 57449"/>
                <a:gd name="connsiteY10" fmla="*/ 105921 h 105856"/>
                <a:gd name="connsiteX11" fmla="*/ 57534 w 57449"/>
                <a:gd name="connsiteY11" fmla="*/ 100181 h 105856"/>
                <a:gd name="connsiteX12" fmla="*/ 51536 w 57449"/>
                <a:gd name="connsiteY12" fmla="*/ 100181 h 105856"/>
                <a:gd name="connsiteX13" fmla="*/ 35753 w 57449"/>
                <a:gd name="connsiteY13" fmla="*/ 92848 h 105856"/>
                <a:gd name="connsiteX14" fmla="*/ 35753 w 57449"/>
                <a:gd name="connsiteY14" fmla="*/ 4528 h 10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49" h="105856">
                  <a:moveTo>
                    <a:pt x="35753" y="4528"/>
                  </a:moveTo>
                  <a:cubicBezTo>
                    <a:pt x="35753" y="224"/>
                    <a:pt x="35438" y="64"/>
                    <a:pt x="31018" y="64"/>
                  </a:cubicBezTo>
                  <a:cubicBezTo>
                    <a:pt x="20917" y="10108"/>
                    <a:pt x="6555" y="10267"/>
                    <a:pt x="84" y="10267"/>
                  </a:cubicBezTo>
                  <a:lnTo>
                    <a:pt x="84" y="16006"/>
                  </a:lnTo>
                  <a:cubicBezTo>
                    <a:pt x="3872" y="16006"/>
                    <a:pt x="14289" y="16006"/>
                    <a:pt x="22969" y="11543"/>
                  </a:cubicBezTo>
                  <a:lnTo>
                    <a:pt x="22969" y="92848"/>
                  </a:lnTo>
                  <a:cubicBezTo>
                    <a:pt x="22969" y="98109"/>
                    <a:pt x="22969" y="100181"/>
                    <a:pt x="7186" y="100181"/>
                  </a:cubicBezTo>
                  <a:lnTo>
                    <a:pt x="1189" y="100181"/>
                  </a:lnTo>
                  <a:lnTo>
                    <a:pt x="1189" y="105921"/>
                  </a:lnTo>
                  <a:cubicBezTo>
                    <a:pt x="4030" y="105761"/>
                    <a:pt x="23443" y="105283"/>
                    <a:pt x="29282" y="105283"/>
                  </a:cubicBezTo>
                  <a:cubicBezTo>
                    <a:pt x="34175" y="105283"/>
                    <a:pt x="54061" y="105761"/>
                    <a:pt x="57534" y="105921"/>
                  </a:cubicBezTo>
                  <a:lnTo>
                    <a:pt x="57534" y="100181"/>
                  </a:lnTo>
                  <a:lnTo>
                    <a:pt x="51536" y="100181"/>
                  </a:lnTo>
                  <a:cubicBezTo>
                    <a:pt x="35753" y="100181"/>
                    <a:pt x="35753" y="98109"/>
                    <a:pt x="35753" y="92848"/>
                  </a:cubicBezTo>
                  <a:lnTo>
                    <a:pt x="35753" y="452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4" name="Freeform: Shape 43">
              <a:extLst>
                <a:ext uri="{FF2B5EF4-FFF2-40B4-BE49-F238E27FC236}">
                  <a16:creationId xmlns:a16="http://schemas.microsoft.com/office/drawing/2014/main" id="{5FC0F150-BDA6-218F-DBC5-EAFEA46030C3}"/>
                </a:ext>
              </a:extLst>
            </p:cNvPr>
            <p:cNvSpPr/>
            <p:nvPr>
              <p:custDataLst>
                <p:tags r:id="rId14"/>
              </p:custDataLst>
            </p:nvPr>
          </p:nvSpPr>
          <p:spPr>
            <a:xfrm>
              <a:off x="3557821" y="6080056"/>
              <a:ext cx="23899" cy="98158"/>
            </a:xfrm>
            <a:custGeom>
              <a:avLst/>
              <a:gdLst>
                <a:gd name="connsiteX0" fmla="*/ 23991 w 23899"/>
                <a:gd name="connsiteY0" fmla="*/ 12133 h 98158"/>
                <a:gd name="connsiteX1" fmla="*/ 12041 w 23899"/>
                <a:gd name="connsiteY1" fmla="*/ 63 h 98158"/>
                <a:gd name="connsiteX2" fmla="*/ 91 w 23899"/>
                <a:gd name="connsiteY2" fmla="*/ 12133 h 98158"/>
                <a:gd name="connsiteX3" fmla="*/ 12041 w 23899"/>
                <a:gd name="connsiteY3" fmla="*/ 24204 h 98158"/>
                <a:gd name="connsiteX4" fmla="*/ 23991 w 23899"/>
                <a:gd name="connsiteY4" fmla="*/ 12133 h 98158"/>
                <a:gd name="connsiteX5" fmla="*/ 23991 w 23899"/>
                <a:gd name="connsiteY5" fmla="*/ 86151 h 98158"/>
                <a:gd name="connsiteX6" fmla="*/ 12041 w 23899"/>
                <a:gd name="connsiteY6" fmla="*/ 74080 h 98158"/>
                <a:gd name="connsiteX7" fmla="*/ 91 w 23899"/>
                <a:gd name="connsiteY7" fmla="*/ 86151 h 98158"/>
                <a:gd name="connsiteX8" fmla="*/ 12041 w 23899"/>
                <a:gd name="connsiteY8" fmla="*/ 98221 h 98158"/>
                <a:gd name="connsiteX9" fmla="*/ 23991 w 23899"/>
                <a:gd name="connsiteY9" fmla="*/ 86151 h 9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99" h="98158">
                  <a:moveTo>
                    <a:pt x="23991" y="12133"/>
                  </a:moveTo>
                  <a:cubicBezTo>
                    <a:pt x="23991" y="5529"/>
                    <a:pt x="18580" y="63"/>
                    <a:pt x="12041" y="63"/>
                  </a:cubicBezTo>
                  <a:cubicBezTo>
                    <a:pt x="5503" y="63"/>
                    <a:pt x="91" y="5529"/>
                    <a:pt x="91" y="12133"/>
                  </a:cubicBezTo>
                  <a:cubicBezTo>
                    <a:pt x="91" y="18738"/>
                    <a:pt x="5503" y="24204"/>
                    <a:pt x="12041" y="24204"/>
                  </a:cubicBezTo>
                  <a:cubicBezTo>
                    <a:pt x="18580" y="24204"/>
                    <a:pt x="23991" y="18738"/>
                    <a:pt x="23991" y="12133"/>
                  </a:cubicBezTo>
                  <a:close/>
                  <a:moveTo>
                    <a:pt x="23991" y="86151"/>
                  </a:moveTo>
                  <a:cubicBezTo>
                    <a:pt x="23991" y="79546"/>
                    <a:pt x="18580" y="74080"/>
                    <a:pt x="12041" y="74080"/>
                  </a:cubicBezTo>
                  <a:cubicBezTo>
                    <a:pt x="5503" y="74080"/>
                    <a:pt x="91" y="79546"/>
                    <a:pt x="91" y="86151"/>
                  </a:cubicBezTo>
                  <a:cubicBezTo>
                    <a:pt x="91" y="92755"/>
                    <a:pt x="5503" y="98221"/>
                    <a:pt x="12041" y="98221"/>
                  </a:cubicBezTo>
                  <a:cubicBezTo>
                    <a:pt x="18580" y="98221"/>
                    <a:pt x="23991" y="92755"/>
                    <a:pt x="23991" y="8615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5" name="Freeform: Shape 44">
              <a:extLst>
                <a:ext uri="{FF2B5EF4-FFF2-40B4-BE49-F238E27FC236}">
                  <a16:creationId xmlns:a16="http://schemas.microsoft.com/office/drawing/2014/main" id="{8068FE05-AA8A-4F06-030C-030B5D4E7852}"/>
                </a:ext>
              </a:extLst>
            </p:cNvPr>
            <p:cNvSpPr/>
            <p:nvPr>
              <p:custDataLst>
                <p:tags r:id="rId15"/>
              </p:custDataLst>
            </p:nvPr>
          </p:nvSpPr>
          <p:spPr>
            <a:xfrm>
              <a:off x="3670453" y="6077551"/>
              <a:ext cx="122203" cy="149856"/>
            </a:xfrm>
            <a:custGeom>
              <a:avLst/>
              <a:gdLst>
                <a:gd name="connsiteX0" fmla="*/ 45416 w 122203"/>
                <a:gd name="connsiteY0" fmla="*/ 20788 h 149856"/>
                <a:gd name="connsiteX1" fmla="*/ 48798 w 122203"/>
                <a:gd name="connsiteY1" fmla="*/ 6212 h 149856"/>
                <a:gd name="connsiteX2" fmla="*/ 42260 w 122203"/>
                <a:gd name="connsiteY2" fmla="*/ 63 h 149856"/>
                <a:gd name="connsiteX3" fmla="*/ 33241 w 122203"/>
                <a:gd name="connsiteY3" fmla="*/ 8262 h 149856"/>
                <a:gd name="connsiteX4" fmla="*/ 773 w 122203"/>
                <a:gd name="connsiteY4" fmla="*/ 140127 h 149856"/>
                <a:gd name="connsiteX5" fmla="*/ 97 w 122203"/>
                <a:gd name="connsiteY5" fmla="*/ 143770 h 149856"/>
                <a:gd name="connsiteX6" fmla="*/ 6410 w 122203"/>
                <a:gd name="connsiteY6" fmla="*/ 149920 h 149856"/>
                <a:gd name="connsiteX7" fmla="*/ 14301 w 122203"/>
                <a:gd name="connsiteY7" fmla="*/ 145137 h 149856"/>
                <a:gd name="connsiteX8" fmla="*/ 26702 w 122203"/>
                <a:gd name="connsiteY8" fmla="*/ 96172 h 149856"/>
                <a:gd name="connsiteX9" fmla="*/ 48573 w 122203"/>
                <a:gd name="connsiteY9" fmla="*/ 103232 h 149856"/>
                <a:gd name="connsiteX10" fmla="*/ 78560 w 122203"/>
                <a:gd name="connsiteY10" fmla="*/ 86606 h 149856"/>
                <a:gd name="connsiteX11" fmla="*/ 98852 w 122203"/>
                <a:gd name="connsiteY11" fmla="*/ 103232 h 149856"/>
                <a:gd name="connsiteX12" fmla="*/ 115537 w 122203"/>
                <a:gd name="connsiteY12" fmla="*/ 90706 h 149856"/>
                <a:gd name="connsiteX13" fmla="*/ 122301 w 122203"/>
                <a:gd name="connsiteY13" fmla="*/ 68159 h 149856"/>
                <a:gd name="connsiteX14" fmla="*/ 119595 w 122203"/>
                <a:gd name="connsiteY14" fmla="*/ 65881 h 149856"/>
                <a:gd name="connsiteX15" fmla="*/ 116439 w 122203"/>
                <a:gd name="connsiteY15" fmla="*/ 69981 h 149856"/>
                <a:gd name="connsiteX16" fmla="*/ 99303 w 122203"/>
                <a:gd name="connsiteY16" fmla="*/ 98221 h 149856"/>
                <a:gd name="connsiteX17" fmla="*/ 92539 w 122203"/>
                <a:gd name="connsiteY17" fmla="*/ 87745 h 149856"/>
                <a:gd name="connsiteX18" fmla="*/ 97048 w 122203"/>
                <a:gd name="connsiteY18" fmla="*/ 64059 h 149856"/>
                <a:gd name="connsiteX19" fmla="*/ 103362 w 122203"/>
                <a:gd name="connsiteY19" fmla="*/ 39463 h 149856"/>
                <a:gd name="connsiteX20" fmla="*/ 107194 w 122203"/>
                <a:gd name="connsiteY20" fmla="*/ 23976 h 149856"/>
                <a:gd name="connsiteX21" fmla="*/ 110577 w 122203"/>
                <a:gd name="connsiteY21" fmla="*/ 8717 h 149856"/>
                <a:gd name="connsiteX22" fmla="*/ 104038 w 122203"/>
                <a:gd name="connsiteY22" fmla="*/ 2568 h 149856"/>
                <a:gd name="connsiteX23" fmla="*/ 95245 w 122203"/>
                <a:gd name="connsiteY23" fmla="*/ 10539 h 149856"/>
                <a:gd name="connsiteX24" fmla="*/ 84648 w 122203"/>
                <a:gd name="connsiteY24" fmla="*/ 53128 h 149856"/>
                <a:gd name="connsiteX25" fmla="*/ 78785 w 122203"/>
                <a:gd name="connsiteY25" fmla="*/ 76358 h 149856"/>
                <a:gd name="connsiteX26" fmla="*/ 49475 w 122203"/>
                <a:gd name="connsiteY26" fmla="*/ 98221 h 149856"/>
                <a:gd name="connsiteX27" fmla="*/ 32790 w 122203"/>
                <a:gd name="connsiteY27" fmla="*/ 78407 h 149856"/>
                <a:gd name="connsiteX28" fmla="*/ 35946 w 122203"/>
                <a:gd name="connsiteY28" fmla="*/ 59049 h 149856"/>
                <a:gd name="connsiteX29" fmla="*/ 45416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16" y="20788"/>
                  </a:moveTo>
                  <a:cubicBezTo>
                    <a:pt x="46543" y="16005"/>
                    <a:pt x="48798" y="7351"/>
                    <a:pt x="48798" y="6212"/>
                  </a:cubicBezTo>
                  <a:cubicBezTo>
                    <a:pt x="48798" y="2340"/>
                    <a:pt x="46093" y="63"/>
                    <a:pt x="42260" y="63"/>
                  </a:cubicBezTo>
                  <a:cubicBezTo>
                    <a:pt x="41583" y="63"/>
                    <a:pt x="35270" y="291"/>
                    <a:pt x="33241" y="8262"/>
                  </a:cubicBezTo>
                  <a:lnTo>
                    <a:pt x="773" y="140127"/>
                  </a:lnTo>
                  <a:cubicBezTo>
                    <a:pt x="97" y="142859"/>
                    <a:pt x="97" y="143315"/>
                    <a:pt x="97" y="143770"/>
                  </a:cubicBezTo>
                  <a:cubicBezTo>
                    <a:pt x="97" y="147187"/>
                    <a:pt x="2577" y="149920"/>
                    <a:pt x="6410" y="149920"/>
                  </a:cubicBezTo>
                  <a:cubicBezTo>
                    <a:pt x="11145" y="149920"/>
                    <a:pt x="13851" y="145820"/>
                    <a:pt x="14301" y="145137"/>
                  </a:cubicBezTo>
                  <a:cubicBezTo>
                    <a:pt x="15203" y="143087"/>
                    <a:pt x="18134" y="131244"/>
                    <a:pt x="26702" y="96172"/>
                  </a:cubicBezTo>
                  <a:cubicBezTo>
                    <a:pt x="33917" y="102321"/>
                    <a:pt x="44063" y="103232"/>
                    <a:pt x="48573" y="103232"/>
                  </a:cubicBezTo>
                  <a:cubicBezTo>
                    <a:pt x="64355" y="103232"/>
                    <a:pt x="73149" y="92983"/>
                    <a:pt x="78560" y="86606"/>
                  </a:cubicBezTo>
                  <a:cubicBezTo>
                    <a:pt x="80589" y="96855"/>
                    <a:pt x="88932" y="103232"/>
                    <a:pt x="98852" y="103232"/>
                  </a:cubicBezTo>
                  <a:cubicBezTo>
                    <a:pt x="106744" y="103232"/>
                    <a:pt x="111929" y="97994"/>
                    <a:pt x="115537" y="90706"/>
                  </a:cubicBezTo>
                  <a:cubicBezTo>
                    <a:pt x="119370" y="82507"/>
                    <a:pt x="122301" y="68614"/>
                    <a:pt x="122301" y="68159"/>
                  </a:cubicBezTo>
                  <a:cubicBezTo>
                    <a:pt x="122301" y="65881"/>
                    <a:pt x="120272" y="65881"/>
                    <a:pt x="119595" y="65881"/>
                  </a:cubicBezTo>
                  <a:cubicBezTo>
                    <a:pt x="117341" y="65881"/>
                    <a:pt x="117115" y="66792"/>
                    <a:pt x="116439" y="69981"/>
                  </a:cubicBezTo>
                  <a:cubicBezTo>
                    <a:pt x="112606" y="84784"/>
                    <a:pt x="108547" y="98221"/>
                    <a:pt x="99303" y="98221"/>
                  </a:cubicBezTo>
                  <a:cubicBezTo>
                    <a:pt x="93215" y="98221"/>
                    <a:pt x="92539" y="92300"/>
                    <a:pt x="92539" y="87745"/>
                  </a:cubicBezTo>
                  <a:cubicBezTo>
                    <a:pt x="92539" y="82735"/>
                    <a:pt x="95245" y="72030"/>
                    <a:pt x="97048" y="64059"/>
                  </a:cubicBezTo>
                  <a:lnTo>
                    <a:pt x="103362" y="39463"/>
                  </a:lnTo>
                  <a:cubicBezTo>
                    <a:pt x="104038" y="36047"/>
                    <a:pt x="106293" y="27392"/>
                    <a:pt x="107194" y="23976"/>
                  </a:cubicBezTo>
                  <a:cubicBezTo>
                    <a:pt x="108322" y="18738"/>
                    <a:pt x="110577" y="10084"/>
                    <a:pt x="110577" y="8717"/>
                  </a:cubicBezTo>
                  <a:cubicBezTo>
                    <a:pt x="110577" y="4618"/>
                    <a:pt x="107420" y="2568"/>
                    <a:pt x="104038" y="2568"/>
                  </a:cubicBezTo>
                  <a:cubicBezTo>
                    <a:pt x="102911" y="2568"/>
                    <a:pt x="97048" y="2796"/>
                    <a:pt x="95245" y="10539"/>
                  </a:cubicBezTo>
                  <a:lnTo>
                    <a:pt x="84648" y="53128"/>
                  </a:lnTo>
                  <a:cubicBezTo>
                    <a:pt x="81942" y="64515"/>
                    <a:pt x="79462" y="74080"/>
                    <a:pt x="78785" y="76358"/>
                  </a:cubicBezTo>
                  <a:cubicBezTo>
                    <a:pt x="78560" y="77496"/>
                    <a:pt x="67738" y="98221"/>
                    <a:pt x="49475" y="98221"/>
                  </a:cubicBezTo>
                  <a:cubicBezTo>
                    <a:pt x="38201" y="98221"/>
                    <a:pt x="32790" y="90706"/>
                    <a:pt x="32790" y="78407"/>
                  </a:cubicBezTo>
                  <a:cubicBezTo>
                    <a:pt x="32790" y="71803"/>
                    <a:pt x="34368" y="65426"/>
                    <a:pt x="35946" y="59049"/>
                  </a:cubicBezTo>
                  <a:lnTo>
                    <a:pt x="45416"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6" name="Freeform: Shape 45">
              <a:extLst>
                <a:ext uri="{FF2B5EF4-FFF2-40B4-BE49-F238E27FC236}">
                  <a16:creationId xmlns:a16="http://schemas.microsoft.com/office/drawing/2014/main" id="{7610CCC2-A5CF-220E-E1AE-212AA37CE45D}"/>
                </a:ext>
              </a:extLst>
            </p:cNvPr>
            <p:cNvSpPr/>
            <p:nvPr>
              <p:custDataLst>
                <p:tags r:id="rId16"/>
              </p:custDataLst>
            </p:nvPr>
          </p:nvSpPr>
          <p:spPr>
            <a:xfrm>
              <a:off x="3880888" y="6055232"/>
              <a:ext cx="137761" cy="132092"/>
            </a:xfrm>
            <a:custGeom>
              <a:avLst/>
              <a:gdLst>
                <a:gd name="connsiteX0" fmla="*/ 133583 w 137761"/>
                <a:gd name="connsiteY0" fmla="*/ 9628 h 132092"/>
                <a:gd name="connsiteX1" fmla="*/ 137867 w 137761"/>
                <a:gd name="connsiteY1" fmla="*/ 4618 h 132092"/>
                <a:gd name="connsiteX2" fmla="*/ 133358 w 137761"/>
                <a:gd name="connsiteY2" fmla="*/ 63 h 132092"/>
                <a:gd name="connsiteX3" fmla="*/ 129299 w 137761"/>
                <a:gd name="connsiteY3" fmla="*/ 1657 h 132092"/>
                <a:gd name="connsiteX4" fmla="*/ 4390 w 137761"/>
                <a:gd name="connsiteY4" fmla="*/ 61099 h 132092"/>
                <a:gd name="connsiteX5" fmla="*/ 106 w 137761"/>
                <a:gd name="connsiteY5" fmla="*/ 66109 h 132092"/>
                <a:gd name="connsiteX6" fmla="*/ 4390 w 137761"/>
                <a:gd name="connsiteY6" fmla="*/ 71120 h 132092"/>
                <a:gd name="connsiteX7" fmla="*/ 129299 w 137761"/>
                <a:gd name="connsiteY7" fmla="*/ 130561 h 132092"/>
                <a:gd name="connsiteX8" fmla="*/ 133358 w 137761"/>
                <a:gd name="connsiteY8" fmla="*/ 132155 h 132092"/>
                <a:gd name="connsiteX9" fmla="*/ 137867 w 137761"/>
                <a:gd name="connsiteY9" fmla="*/ 127601 h 132092"/>
                <a:gd name="connsiteX10" fmla="*/ 133583 w 137761"/>
                <a:gd name="connsiteY10" fmla="*/ 122590 h 132092"/>
                <a:gd name="connsiteX11" fmla="*/ 15212 w 137761"/>
                <a:gd name="connsiteY11" fmla="*/ 66109 h 132092"/>
                <a:gd name="connsiteX12" fmla="*/ 133583 w 137761"/>
                <a:gd name="connsiteY12" fmla="*/ 9628 h 1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761" h="132092">
                  <a:moveTo>
                    <a:pt x="133583" y="9628"/>
                  </a:moveTo>
                  <a:cubicBezTo>
                    <a:pt x="136289" y="8262"/>
                    <a:pt x="137867" y="7123"/>
                    <a:pt x="137867" y="4618"/>
                  </a:cubicBezTo>
                  <a:cubicBezTo>
                    <a:pt x="137867" y="2112"/>
                    <a:pt x="135838" y="63"/>
                    <a:pt x="133358" y="63"/>
                  </a:cubicBezTo>
                  <a:cubicBezTo>
                    <a:pt x="132681" y="63"/>
                    <a:pt x="132230" y="63"/>
                    <a:pt x="129299" y="1657"/>
                  </a:cubicBezTo>
                  <a:lnTo>
                    <a:pt x="4390" y="61099"/>
                  </a:lnTo>
                  <a:cubicBezTo>
                    <a:pt x="1909" y="62237"/>
                    <a:pt x="106" y="63376"/>
                    <a:pt x="106" y="66109"/>
                  </a:cubicBezTo>
                  <a:cubicBezTo>
                    <a:pt x="106" y="68842"/>
                    <a:pt x="1909" y="69981"/>
                    <a:pt x="4390" y="71120"/>
                  </a:cubicBezTo>
                  <a:lnTo>
                    <a:pt x="129299" y="130561"/>
                  </a:lnTo>
                  <a:cubicBezTo>
                    <a:pt x="132230" y="132155"/>
                    <a:pt x="132681" y="132155"/>
                    <a:pt x="133358" y="132155"/>
                  </a:cubicBezTo>
                  <a:cubicBezTo>
                    <a:pt x="135838" y="132155"/>
                    <a:pt x="137867" y="130106"/>
                    <a:pt x="137867" y="127601"/>
                  </a:cubicBezTo>
                  <a:cubicBezTo>
                    <a:pt x="137867" y="125095"/>
                    <a:pt x="136289" y="123957"/>
                    <a:pt x="133583" y="122590"/>
                  </a:cubicBezTo>
                  <a:lnTo>
                    <a:pt x="15212" y="66109"/>
                  </a:lnTo>
                  <a:lnTo>
                    <a:pt x="133583" y="962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7" name="Freeform: Shape 46">
              <a:extLst>
                <a:ext uri="{FF2B5EF4-FFF2-40B4-BE49-F238E27FC236}">
                  <a16:creationId xmlns:a16="http://schemas.microsoft.com/office/drawing/2014/main" id="{E8198D62-690B-B3C8-4335-510522A08ED3}"/>
                </a:ext>
              </a:extLst>
            </p:cNvPr>
            <p:cNvSpPr/>
            <p:nvPr>
              <p:custDataLst>
                <p:tags r:id="rId17"/>
              </p:custDataLst>
            </p:nvPr>
          </p:nvSpPr>
          <p:spPr>
            <a:xfrm>
              <a:off x="4106931" y="6077551"/>
              <a:ext cx="122203" cy="149856"/>
            </a:xfrm>
            <a:custGeom>
              <a:avLst/>
              <a:gdLst>
                <a:gd name="connsiteX0" fmla="*/ 45435 w 122203"/>
                <a:gd name="connsiteY0" fmla="*/ 20788 h 149856"/>
                <a:gd name="connsiteX1" fmla="*/ 48817 w 122203"/>
                <a:gd name="connsiteY1" fmla="*/ 6212 h 149856"/>
                <a:gd name="connsiteX2" fmla="*/ 42279 w 122203"/>
                <a:gd name="connsiteY2" fmla="*/ 63 h 149856"/>
                <a:gd name="connsiteX3" fmla="*/ 33260 w 122203"/>
                <a:gd name="connsiteY3" fmla="*/ 8262 h 149856"/>
                <a:gd name="connsiteX4" fmla="*/ 793 w 122203"/>
                <a:gd name="connsiteY4" fmla="*/ 140127 h 149856"/>
                <a:gd name="connsiteX5" fmla="*/ 116 w 122203"/>
                <a:gd name="connsiteY5" fmla="*/ 143770 h 149856"/>
                <a:gd name="connsiteX6" fmla="*/ 6429 w 122203"/>
                <a:gd name="connsiteY6" fmla="*/ 149920 h 149856"/>
                <a:gd name="connsiteX7" fmla="*/ 14321 w 122203"/>
                <a:gd name="connsiteY7" fmla="*/ 145137 h 149856"/>
                <a:gd name="connsiteX8" fmla="*/ 26722 w 122203"/>
                <a:gd name="connsiteY8" fmla="*/ 96172 h 149856"/>
                <a:gd name="connsiteX9" fmla="*/ 48592 w 122203"/>
                <a:gd name="connsiteY9" fmla="*/ 103232 h 149856"/>
                <a:gd name="connsiteX10" fmla="*/ 78579 w 122203"/>
                <a:gd name="connsiteY10" fmla="*/ 86606 h 149856"/>
                <a:gd name="connsiteX11" fmla="*/ 98871 w 122203"/>
                <a:gd name="connsiteY11" fmla="*/ 103232 h 149856"/>
                <a:gd name="connsiteX12" fmla="*/ 115556 w 122203"/>
                <a:gd name="connsiteY12" fmla="*/ 90706 h 149856"/>
                <a:gd name="connsiteX13" fmla="*/ 122320 w 122203"/>
                <a:gd name="connsiteY13" fmla="*/ 68159 h 149856"/>
                <a:gd name="connsiteX14" fmla="*/ 119615 w 122203"/>
                <a:gd name="connsiteY14" fmla="*/ 65881 h 149856"/>
                <a:gd name="connsiteX15" fmla="*/ 116458 w 122203"/>
                <a:gd name="connsiteY15" fmla="*/ 69981 h 149856"/>
                <a:gd name="connsiteX16" fmla="*/ 99322 w 122203"/>
                <a:gd name="connsiteY16" fmla="*/ 98221 h 149856"/>
                <a:gd name="connsiteX17" fmla="*/ 92558 w 122203"/>
                <a:gd name="connsiteY17" fmla="*/ 87745 h 149856"/>
                <a:gd name="connsiteX18" fmla="*/ 97068 w 122203"/>
                <a:gd name="connsiteY18" fmla="*/ 64059 h 149856"/>
                <a:gd name="connsiteX19" fmla="*/ 103381 w 122203"/>
                <a:gd name="connsiteY19" fmla="*/ 39463 h 149856"/>
                <a:gd name="connsiteX20" fmla="*/ 107214 w 122203"/>
                <a:gd name="connsiteY20" fmla="*/ 23976 h 149856"/>
                <a:gd name="connsiteX21" fmla="*/ 110596 w 122203"/>
                <a:gd name="connsiteY21" fmla="*/ 8717 h 149856"/>
                <a:gd name="connsiteX22" fmla="*/ 104057 w 122203"/>
                <a:gd name="connsiteY22" fmla="*/ 2568 h 149856"/>
                <a:gd name="connsiteX23" fmla="*/ 95264 w 122203"/>
                <a:gd name="connsiteY23" fmla="*/ 10539 h 149856"/>
                <a:gd name="connsiteX24" fmla="*/ 84667 w 122203"/>
                <a:gd name="connsiteY24" fmla="*/ 53128 h 149856"/>
                <a:gd name="connsiteX25" fmla="*/ 78805 w 122203"/>
                <a:gd name="connsiteY25" fmla="*/ 76358 h 149856"/>
                <a:gd name="connsiteX26" fmla="*/ 49494 w 122203"/>
                <a:gd name="connsiteY26" fmla="*/ 98221 h 149856"/>
                <a:gd name="connsiteX27" fmla="*/ 32809 w 122203"/>
                <a:gd name="connsiteY27" fmla="*/ 78407 h 149856"/>
                <a:gd name="connsiteX28" fmla="*/ 35966 w 122203"/>
                <a:gd name="connsiteY28" fmla="*/ 59049 h 149856"/>
                <a:gd name="connsiteX29" fmla="*/ 45435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35" y="20788"/>
                  </a:moveTo>
                  <a:cubicBezTo>
                    <a:pt x="46563" y="16005"/>
                    <a:pt x="48817" y="7351"/>
                    <a:pt x="48817" y="6212"/>
                  </a:cubicBezTo>
                  <a:cubicBezTo>
                    <a:pt x="48817" y="2340"/>
                    <a:pt x="46112" y="63"/>
                    <a:pt x="42279" y="63"/>
                  </a:cubicBezTo>
                  <a:cubicBezTo>
                    <a:pt x="41602" y="63"/>
                    <a:pt x="35289" y="291"/>
                    <a:pt x="33260" y="8262"/>
                  </a:cubicBezTo>
                  <a:lnTo>
                    <a:pt x="793" y="140127"/>
                  </a:lnTo>
                  <a:cubicBezTo>
                    <a:pt x="116" y="142859"/>
                    <a:pt x="116" y="143315"/>
                    <a:pt x="116" y="143770"/>
                  </a:cubicBezTo>
                  <a:cubicBezTo>
                    <a:pt x="116" y="147187"/>
                    <a:pt x="2596" y="149920"/>
                    <a:pt x="6429" y="149920"/>
                  </a:cubicBezTo>
                  <a:cubicBezTo>
                    <a:pt x="11164" y="149920"/>
                    <a:pt x="13870" y="145820"/>
                    <a:pt x="14321" y="145137"/>
                  </a:cubicBezTo>
                  <a:cubicBezTo>
                    <a:pt x="15223" y="143087"/>
                    <a:pt x="18154" y="131244"/>
                    <a:pt x="26722" y="96172"/>
                  </a:cubicBezTo>
                  <a:cubicBezTo>
                    <a:pt x="33937" y="102321"/>
                    <a:pt x="44083" y="103232"/>
                    <a:pt x="48592" y="103232"/>
                  </a:cubicBezTo>
                  <a:cubicBezTo>
                    <a:pt x="64375" y="103232"/>
                    <a:pt x="73168" y="92983"/>
                    <a:pt x="78579" y="86606"/>
                  </a:cubicBezTo>
                  <a:cubicBezTo>
                    <a:pt x="80609" y="96855"/>
                    <a:pt x="88951" y="103232"/>
                    <a:pt x="98871" y="103232"/>
                  </a:cubicBezTo>
                  <a:cubicBezTo>
                    <a:pt x="106763" y="103232"/>
                    <a:pt x="111949" y="97994"/>
                    <a:pt x="115556" y="90706"/>
                  </a:cubicBezTo>
                  <a:cubicBezTo>
                    <a:pt x="119389" y="82507"/>
                    <a:pt x="122320" y="68614"/>
                    <a:pt x="122320" y="68159"/>
                  </a:cubicBezTo>
                  <a:cubicBezTo>
                    <a:pt x="122320" y="65881"/>
                    <a:pt x="120291" y="65881"/>
                    <a:pt x="119615" y="65881"/>
                  </a:cubicBezTo>
                  <a:cubicBezTo>
                    <a:pt x="117360" y="65881"/>
                    <a:pt x="117134" y="66792"/>
                    <a:pt x="116458" y="69981"/>
                  </a:cubicBezTo>
                  <a:cubicBezTo>
                    <a:pt x="112625" y="84784"/>
                    <a:pt x="108567" y="98221"/>
                    <a:pt x="99322" y="98221"/>
                  </a:cubicBezTo>
                  <a:cubicBezTo>
                    <a:pt x="93235" y="98221"/>
                    <a:pt x="92558" y="92300"/>
                    <a:pt x="92558" y="87745"/>
                  </a:cubicBezTo>
                  <a:cubicBezTo>
                    <a:pt x="92558" y="82735"/>
                    <a:pt x="95264" y="72030"/>
                    <a:pt x="97068" y="64059"/>
                  </a:cubicBezTo>
                  <a:lnTo>
                    <a:pt x="103381" y="39463"/>
                  </a:lnTo>
                  <a:cubicBezTo>
                    <a:pt x="104057" y="36047"/>
                    <a:pt x="106312" y="27392"/>
                    <a:pt x="107214" y="23976"/>
                  </a:cubicBezTo>
                  <a:cubicBezTo>
                    <a:pt x="108341" y="18738"/>
                    <a:pt x="110596" y="10084"/>
                    <a:pt x="110596" y="8717"/>
                  </a:cubicBezTo>
                  <a:cubicBezTo>
                    <a:pt x="110596" y="4618"/>
                    <a:pt x="107439" y="2568"/>
                    <a:pt x="104057" y="2568"/>
                  </a:cubicBezTo>
                  <a:cubicBezTo>
                    <a:pt x="102930" y="2568"/>
                    <a:pt x="97068" y="2796"/>
                    <a:pt x="95264" y="10539"/>
                  </a:cubicBezTo>
                  <a:lnTo>
                    <a:pt x="84667" y="53128"/>
                  </a:lnTo>
                  <a:cubicBezTo>
                    <a:pt x="81961" y="64515"/>
                    <a:pt x="79481" y="74080"/>
                    <a:pt x="78805" y="76358"/>
                  </a:cubicBezTo>
                  <a:cubicBezTo>
                    <a:pt x="78579" y="77496"/>
                    <a:pt x="67757" y="98221"/>
                    <a:pt x="49494" y="98221"/>
                  </a:cubicBezTo>
                  <a:cubicBezTo>
                    <a:pt x="38220" y="98221"/>
                    <a:pt x="32809" y="90706"/>
                    <a:pt x="32809" y="78407"/>
                  </a:cubicBezTo>
                  <a:cubicBezTo>
                    <a:pt x="32809" y="71803"/>
                    <a:pt x="34387" y="65426"/>
                    <a:pt x="35966" y="59049"/>
                  </a:cubicBezTo>
                  <a:lnTo>
                    <a:pt x="45435"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 name="Freeform: Shape 60">
              <a:extLst>
                <a:ext uri="{FF2B5EF4-FFF2-40B4-BE49-F238E27FC236}">
                  <a16:creationId xmlns:a16="http://schemas.microsoft.com/office/drawing/2014/main" id="{A4A9D5C8-5575-86BB-2F81-38D84A49F908}"/>
                </a:ext>
              </a:extLst>
            </p:cNvPr>
            <p:cNvSpPr/>
            <p:nvPr>
              <p:custDataLst>
                <p:tags r:id="rId18"/>
              </p:custDataLst>
            </p:nvPr>
          </p:nvSpPr>
          <p:spPr>
            <a:xfrm>
              <a:off x="4244230" y="6106520"/>
              <a:ext cx="73232" cy="109044"/>
            </a:xfrm>
            <a:custGeom>
              <a:avLst/>
              <a:gdLst>
                <a:gd name="connsiteX0" fmla="*/ 73354 w 73232"/>
                <a:gd name="connsiteY0" fmla="*/ 55065 h 109044"/>
                <a:gd name="connsiteX1" fmla="*/ 64043 w 73232"/>
                <a:gd name="connsiteY1" fmla="*/ 13775 h 109044"/>
                <a:gd name="connsiteX2" fmla="*/ 36738 w 73232"/>
                <a:gd name="connsiteY2" fmla="*/ 64 h 109044"/>
                <a:gd name="connsiteX3" fmla="*/ 122 w 73232"/>
                <a:gd name="connsiteY3" fmla="*/ 55065 h 109044"/>
                <a:gd name="connsiteX4" fmla="*/ 36738 w 73232"/>
                <a:gd name="connsiteY4" fmla="*/ 109109 h 109044"/>
                <a:gd name="connsiteX5" fmla="*/ 73354 w 73232"/>
                <a:gd name="connsiteY5" fmla="*/ 55065 h 109044"/>
                <a:gd name="connsiteX6" fmla="*/ 36738 w 73232"/>
                <a:gd name="connsiteY6" fmla="*/ 104645 h 109044"/>
                <a:gd name="connsiteX7" fmla="*/ 16694 w 73232"/>
                <a:gd name="connsiteY7" fmla="*/ 87268 h 109044"/>
                <a:gd name="connsiteX8" fmla="*/ 14485 w 73232"/>
                <a:gd name="connsiteY8" fmla="*/ 52992 h 109044"/>
                <a:gd name="connsiteX9" fmla="*/ 16852 w 73232"/>
                <a:gd name="connsiteY9" fmla="*/ 20470 h 109044"/>
                <a:gd name="connsiteX10" fmla="*/ 36738 w 73232"/>
                <a:gd name="connsiteY10" fmla="*/ 4528 h 109044"/>
                <a:gd name="connsiteX11" fmla="*/ 56309 w 73232"/>
                <a:gd name="connsiteY11" fmla="*/ 19035 h 109044"/>
                <a:gd name="connsiteX12" fmla="*/ 58992 w 73232"/>
                <a:gd name="connsiteY12" fmla="*/ 52992 h 109044"/>
                <a:gd name="connsiteX13" fmla="*/ 56940 w 73232"/>
                <a:gd name="connsiteY13" fmla="*/ 86630 h 109044"/>
                <a:gd name="connsiteX14" fmla="*/ 36738 w 73232"/>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232" h="109044">
                  <a:moveTo>
                    <a:pt x="73354" y="55065"/>
                  </a:moveTo>
                  <a:cubicBezTo>
                    <a:pt x="73354" y="37528"/>
                    <a:pt x="71303" y="24934"/>
                    <a:pt x="64043" y="13775"/>
                  </a:cubicBezTo>
                  <a:cubicBezTo>
                    <a:pt x="59150" y="6441"/>
                    <a:pt x="49365" y="64"/>
                    <a:pt x="36738" y="64"/>
                  </a:cubicBezTo>
                  <a:cubicBezTo>
                    <a:pt x="122" y="64"/>
                    <a:pt x="122" y="43586"/>
                    <a:pt x="122" y="55065"/>
                  </a:cubicBezTo>
                  <a:cubicBezTo>
                    <a:pt x="122" y="66543"/>
                    <a:pt x="122" y="109109"/>
                    <a:pt x="36738" y="109109"/>
                  </a:cubicBezTo>
                  <a:cubicBezTo>
                    <a:pt x="73354" y="109109"/>
                    <a:pt x="73354" y="66543"/>
                    <a:pt x="73354" y="55065"/>
                  </a:cubicBezTo>
                  <a:close/>
                  <a:moveTo>
                    <a:pt x="36738" y="104645"/>
                  </a:moveTo>
                  <a:cubicBezTo>
                    <a:pt x="29478" y="104645"/>
                    <a:pt x="19851" y="100341"/>
                    <a:pt x="16694" y="87268"/>
                  </a:cubicBezTo>
                  <a:cubicBezTo>
                    <a:pt x="14485" y="77862"/>
                    <a:pt x="14485" y="64790"/>
                    <a:pt x="14485" y="52992"/>
                  </a:cubicBezTo>
                  <a:cubicBezTo>
                    <a:pt x="14485" y="41355"/>
                    <a:pt x="14485" y="29239"/>
                    <a:pt x="16852" y="20470"/>
                  </a:cubicBezTo>
                  <a:cubicBezTo>
                    <a:pt x="20166" y="7876"/>
                    <a:pt x="30267" y="4528"/>
                    <a:pt x="36738" y="4528"/>
                  </a:cubicBezTo>
                  <a:cubicBezTo>
                    <a:pt x="45261" y="4528"/>
                    <a:pt x="53468" y="9789"/>
                    <a:pt x="56309" y="19035"/>
                  </a:cubicBezTo>
                  <a:cubicBezTo>
                    <a:pt x="58834" y="27644"/>
                    <a:pt x="58992" y="39123"/>
                    <a:pt x="58992" y="52992"/>
                  </a:cubicBezTo>
                  <a:cubicBezTo>
                    <a:pt x="58992" y="64790"/>
                    <a:pt x="58992" y="76587"/>
                    <a:pt x="56940" y="86630"/>
                  </a:cubicBezTo>
                  <a:cubicBezTo>
                    <a:pt x="53784" y="101138"/>
                    <a:pt x="43051" y="104645"/>
                    <a:pt x="36738"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01" name="Group 100">
            <a:extLst>
              <a:ext uri="{FF2B5EF4-FFF2-40B4-BE49-F238E27FC236}">
                <a16:creationId xmlns:a16="http://schemas.microsoft.com/office/drawing/2014/main" id="{D75DD0D0-98F4-98D9-3BEE-1F9D4D0703CF}"/>
              </a:ext>
            </a:extLst>
          </p:cNvPr>
          <p:cNvGrpSpPr>
            <a:grpSpLocks noChangeAspect="1"/>
          </p:cNvGrpSpPr>
          <p:nvPr>
            <p:custDataLst>
              <p:tags r:id="rId3"/>
            </p:custDataLst>
          </p:nvPr>
        </p:nvGrpSpPr>
        <p:grpSpPr>
          <a:xfrm>
            <a:off x="2321213" y="4661704"/>
            <a:ext cx="1104470" cy="212259"/>
            <a:chOff x="3369147" y="6161233"/>
            <a:chExt cx="1104470" cy="212259"/>
          </a:xfrm>
        </p:grpSpPr>
        <p:sp>
          <p:nvSpPr>
            <p:cNvPr id="93" name="Freeform: Shape 92">
              <a:extLst>
                <a:ext uri="{FF2B5EF4-FFF2-40B4-BE49-F238E27FC236}">
                  <a16:creationId xmlns:a16="http://schemas.microsoft.com/office/drawing/2014/main" id="{4D568F5D-E528-85C2-6CBF-0854DAD41C66}"/>
                </a:ext>
              </a:extLst>
            </p:cNvPr>
            <p:cNvSpPr/>
            <p:nvPr>
              <p:custDataLst>
                <p:tags r:id="rId4"/>
              </p:custDataLst>
            </p:nvPr>
          </p:nvSpPr>
          <p:spPr>
            <a:xfrm>
              <a:off x="3369147" y="6168749"/>
              <a:ext cx="153994" cy="155550"/>
            </a:xfrm>
            <a:custGeom>
              <a:avLst/>
              <a:gdLst>
                <a:gd name="connsiteX0" fmla="*/ 130848 w 153994"/>
                <a:gd name="connsiteY0" fmla="*/ 17827 h 155550"/>
                <a:gd name="connsiteX1" fmla="*/ 148660 w 153994"/>
                <a:gd name="connsiteY1" fmla="*/ 7123 h 155550"/>
                <a:gd name="connsiteX2" fmla="*/ 154072 w 153994"/>
                <a:gd name="connsiteY2" fmla="*/ 7123 h 155550"/>
                <a:gd name="connsiteX3" fmla="*/ 154072 w 153994"/>
                <a:gd name="connsiteY3" fmla="*/ 63 h 155550"/>
                <a:gd name="connsiteX4" fmla="*/ 120928 w 153994"/>
                <a:gd name="connsiteY4" fmla="*/ 746 h 155550"/>
                <a:gd name="connsiteX5" fmla="*/ 87558 w 153994"/>
                <a:gd name="connsiteY5" fmla="*/ 63 h 155550"/>
                <a:gd name="connsiteX6" fmla="*/ 87558 w 153994"/>
                <a:gd name="connsiteY6" fmla="*/ 7123 h 155550"/>
                <a:gd name="connsiteX7" fmla="*/ 92970 w 153994"/>
                <a:gd name="connsiteY7" fmla="*/ 7123 h 155550"/>
                <a:gd name="connsiteX8" fmla="*/ 110782 w 153994"/>
                <a:gd name="connsiteY8" fmla="*/ 17827 h 155550"/>
                <a:gd name="connsiteX9" fmla="*/ 110782 w 153994"/>
                <a:gd name="connsiteY9" fmla="*/ 71120 h 155550"/>
                <a:gd name="connsiteX10" fmla="*/ 43367 w 153994"/>
                <a:gd name="connsiteY10" fmla="*/ 71120 h 155550"/>
                <a:gd name="connsiteX11" fmla="*/ 43367 w 153994"/>
                <a:gd name="connsiteY11" fmla="*/ 17827 h 155550"/>
                <a:gd name="connsiteX12" fmla="*/ 61179 w 153994"/>
                <a:gd name="connsiteY12" fmla="*/ 7123 h 155550"/>
                <a:gd name="connsiteX13" fmla="*/ 66590 w 153994"/>
                <a:gd name="connsiteY13" fmla="*/ 7123 h 155550"/>
                <a:gd name="connsiteX14" fmla="*/ 66590 w 153994"/>
                <a:gd name="connsiteY14" fmla="*/ 63 h 155550"/>
                <a:gd name="connsiteX15" fmla="*/ 33446 w 153994"/>
                <a:gd name="connsiteY15" fmla="*/ 746 h 155550"/>
                <a:gd name="connsiteX16" fmla="*/ 77 w 153994"/>
                <a:gd name="connsiteY16" fmla="*/ 63 h 155550"/>
                <a:gd name="connsiteX17" fmla="*/ 77 w 153994"/>
                <a:gd name="connsiteY17" fmla="*/ 7123 h 155550"/>
                <a:gd name="connsiteX18" fmla="*/ 5488 w 153994"/>
                <a:gd name="connsiteY18" fmla="*/ 7123 h 155550"/>
                <a:gd name="connsiteX19" fmla="*/ 23300 w 153994"/>
                <a:gd name="connsiteY19" fmla="*/ 17827 h 155550"/>
                <a:gd name="connsiteX20" fmla="*/ 23300 w 153994"/>
                <a:gd name="connsiteY20" fmla="*/ 137849 h 155550"/>
                <a:gd name="connsiteX21" fmla="*/ 5488 w 153994"/>
                <a:gd name="connsiteY21" fmla="*/ 148553 h 155550"/>
                <a:gd name="connsiteX22" fmla="*/ 77 w 153994"/>
                <a:gd name="connsiteY22" fmla="*/ 148553 h 155550"/>
                <a:gd name="connsiteX23" fmla="*/ 77 w 153994"/>
                <a:gd name="connsiteY23" fmla="*/ 155613 h 155550"/>
                <a:gd name="connsiteX24" fmla="*/ 33221 w 153994"/>
                <a:gd name="connsiteY24" fmla="*/ 154930 h 155550"/>
                <a:gd name="connsiteX25" fmla="*/ 66590 w 153994"/>
                <a:gd name="connsiteY25" fmla="*/ 155613 h 155550"/>
                <a:gd name="connsiteX26" fmla="*/ 66590 w 153994"/>
                <a:gd name="connsiteY26" fmla="*/ 148553 h 155550"/>
                <a:gd name="connsiteX27" fmla="*/ 61179 w 153994"/>
                <a:gd name="connsiteY27" fmla="*/ 148553 h 155550"/>
                <a:gd name="connsiteX28" fmla="*/ 43367 w 153994"/>
                <a:gd name="connsiteY28" fmla="*/ 137849 h 155550"/>
                <a:gd name="connsiteX29" fmla="*/ 43367 w 153994"/>
                <a:gd name="connsiteY29" fmla="*/ 78180 h 155550"/>
                <a:gd name="connsiteX30" fmla="*/ 110782 w 153994"/>
                <a:gd name="connsiteY30" fmla="*/ 78180 h 155550"/>
                <a:gd name="connsiteX31" fmla="*/ 110782 w 153994"/>
                <a:gd name="connsiteY31" fmla="*/ 137849 h 155550"/>
                <a:gd name="connsiteX32" fmla="*/ 92970 w 153994"/>
                <a:gd name="connsiteY32" fmla="*/ 148553 h 155550"/>
                <a:gd name="connsiteX33" fmla="*/ 87558 w 153994"/>
                <a:gd name="connsiteY33" fmla="*/ 148553 h 155550"/>
                <a:gd name="connsiteX34" fmla="*/ 87558 w 153994"/>
                <a:gd name="connsiteY34" fmla="*/ 155613 h 155550"/>
                <a:gd name="connsiteX35" fmla="*/ 120702 w 153994"/>
                <a:gd name="connsiteY35" fmla="*/ 154930 h 155550"/>
                <a:gd name="connsiteX36" fmla="*/ 154072 w 153994"/>
                <a:gd name="connsiteY36" fmla="*/ 155613 h 155550"/>
                <a:gd name="connsiteX37" fmla="*/ 154072 w 153994"/>
                <a:gd name="connsiteY37" fmla="*/ 148553 h 155550"/>
                <a:gd name="connsiteX38" fmla="*/ 148660 w 153994"/>
                <a:gd name="connsiteY38" fmla="*/ 148553 h 155550"/>
                <a:gd name="connsiteX39" fmla="*/ 130848 w 153994"/>
                <a:gd name="connsiteY39" fmla="*/ 137849 h 155550"/>
                <a:gd name="connsiteX40" fmla="*/ 130848 w 153994"/>
                <a:gd name="connsiteY40" fmla="*/ 17827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3994" h="155550">
                  <a:moveTo>
                    <a:pt x="130848" y="17827"/>
                  </a:moveTo>
                  <a:cubicBezTo>
                    <a:pt x="130848" y="9628"/>
                    <a:pt x="131299" y="7123"/>
                    <a:pt x="148660" y="7123"/>
                  </a:cubicBezTo>
                  <a:lnTo>
                    <a:pt x="154072" y="7123"/>
                  </a:lnTo>
                  <a:lnTo>
                    <a:pt x="154072" y="63"/>
                  </a:lnTo>
                  <a:cubicBezTo>
                    <a:pt x="146180" y="746"/>
                    <a:pt x="129496" y="746"/>
                    <a:pt x="120928" y="746"/>
                  </a:cubicBezTo>
                  <a:cubicBezTo>
                    <a:pt x="112360" y="746"/>
                    <a:pt x="95450" y="746"/>
                    <a:pt x="87558" y="63"/>
                  </a:cubicBezTo>
                  <a:lnTo>
                    <a:pt x="87558" y="7123"/>
                  </a:lnTo>
                  <a:lnTo>
                    <a:pt x="92970" y="7123"/>
                  </a:lnTo>
                  <a:cubicBezTo>
                    <a:pt x="110331" y="7123"/>
                    <a:pt x="110782" y="9628"/>
                    <a:pt x="110782" y="17827"/>
                  </a:cubicBezTo>
                  <a:lnTo>
                    <a:pt x="110782" y="71120"/>
                  </a:lnTo>
                  <a:lnTo>
                    <a:pt x="43367" y="71120"/>
                  </a:lnTo>
                  <a:lnTo>
                    <a:pt x="43367" y="17827"/>
                  </a:lnTo>
                  <a:cubicBezTo>
                    <a:pt x="43367" y="9628"/>
                    <a:pt x="43818" y="7123"/>
                    <a:pt x="61179" y="7123"/>
                  </a:cubicBezTo>
                  <a:lnTo>
                    <a:pt x="66590" y="7123"/>
                  </a:lnTo>
                  <a:lnTo>
                    <a:pt x="66590" y="63"/>
                  </a:lnTo>
                  <a:cubicBezTo>
                    <a:pt x="58699" y="746"/>
                    <a:pt x="42014" y="746"/>
                    <a:pt x="33446" y="746"/>
                  </a:cubicBezTo>
                  <a:cubicBezTo>
                    <a:pt x="24878" y="746"/>
                    <a:pt x="7968" y="746"/>
                    <a:pt x="77" y="63"/>
                  </a:cubicBezTo>
                  <a:lnTo>
                    <a:pt x="77" y="7123"/>
                  </a:lnTo>
                  <a:lnTo>
                    <a:pt x="5488" y="7123"/>
                  </a:lnTo>
                  <a:cubicBezTo>
                    <a:pt x="22849" y="7123"/>
                    <a:pt x="23300" y="9628"/>
                    <a:pt x="23300" y="17827"/>
                  </a:cubicBezTo>
                  <a:lnTo>
                    <a:pt x="23300" y="137849"/>
                  </a:lnTo>
                  <a:cubicBezTo>
                    <a:pt x="23300" y="146048"/>
                    <a:pt x="22849" y="148553"/>
                    <a:pt x="5488" y="148553"/>
                  </a:cubicBezTo>
                  <a:lnTo>
                    <a:pt x="77" y="148553"/>
                  </a:lnTo>
                  <a:lnTo>
                    <a:pt x="77" y="155613"/>
                  </a:lnTo>
                  <a:cubicBezTo>
                    <a:pt x="7968" y="154930"/>
                    <a:pt x="24653" y="154930"/>
                    <a:pt x="33221" y="154930"/>
                  </a:cubicBezTo>
                  <a:cubicBezTo>
                    <a:pt x="41788" y="154930"/>
                    <a:pt x="58699" y="154930"/>
                    <a:pt x="66590" y="155613"/>
                  </a:cubicBezTo>
                  <a:lnTo>
                    <a:pt x="66590" y="148553"/>
                  </a:lnTo>
                  <a:lnTo>
                    <a:pt x="61179" y="148553"/>
                  </a:lnTo>
                  <a:cubicBezTo>
                    <a:pt x="43818" y="148553"/>
                    <a:pt x="43367" y="146048"/>
                    <a:pt x="43367" y="137849"/>
                  </a:cubicBezTo>
                  <a:lnTo>
                    <a:pt x="43367" y="78180"/>
                  </a:lnTo>
                  <a:lnTo>
                    <a:pt x="110782" y="78180"/>
                  </a:lnTo>
                  <a:lnTo>
                    <a:pt x="110782" y="137849"/>
                  </a:lnTo>
                  <a:cubicBezTo>
                    <a:pt x="110782" y="146048"/>
                    <a:pt x="110331" y="148553"/>
                    <a:pt x="92970" y="148553"/>
                  </a:cubicBezTo>
                  <a:lnTo>
                    <a:pt x="87558" y="148553"/>
                  </a:lnTo>
                  <a:lnTo>
                    <a:pt x="87558" y="155613"/>
                  </a:lnTo>
                  <a:cubicBezTo>
                    <a:pt x="95450" y="154930"/>
                    <a:pt x="112135" y="154930"/>
                    <a:pt x="120702" y="154930"/>
                  </a:cubicBezTo>
                  <a:cubicBezTo>
                    <a:pt x="129270" y="154930"/>
                    <a:pt x="146180" y="154930"/>
                    <a:pt x="154072" y="155613"/>
                  </a:cubicBezTo>
                  <a:lnTo>
                    <a:pt x="154072" y="148553"/>
                  </a:lnTo>
                  <a:lnTo>
                    <a:pt x="148660" y="148553"/>
                  </a:lnTo>
                  <a:cubicBezTo>
                    <a:pt x="131299" y="148553"/>
                    <a:pt x="130848" y="146048"/>
                    <a:pt x="130848" y="137849"/>
                  </a:cubicBezTo>
                  <a:lnTo>
                    <a:pt x="130848" y="1782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4" name="Freeform: Shape 93">
              <a:extLst>
                <a:ext uri="{FF2B5EF4-FFF2-40B4-BE49-F238E27FC236}">
                  <a16:creationId xmlns:a16="http://schemas.microsoft.com/office/drawing/2014/main" id="{787DEA7D-3FF2-0AF6-C4C9-AE0069AD6C13}"/>
                </a:ext>
              </a:extLst>
            </p:cNvPr>
            <p:cNvSpPr/>
            <p:nvPr>
              <p:custDataLst>
                <p:tags r:id="rId5"/>
              </p:custDataLst>
            </p:nvPr>
          </p:nvSpPr>
          <p:spPr>
            <a:xfrm>
              <a:off x="3548012" y="6252604"/>
              <a:ext cx="57449" cy="105856"/>
            </a:xfrm>
            <a:custGeom>
              <a:avLst/>
              <a:gdLst>
                <a:gd name="connsiteX0" fmla="*/ 35753 w 57449"/>
                <a:gd name="connsiteY0" fmla="*/ 4528 h 105856"/>
                <a:gd name="connsiteX1" fmla="*/ 31018 w 57449"/>
                <a:gd name="connsiteY1" fmla="*/ 64 h 105856"/>
                <a:gd name="connsiteX2" fmla="*/ 84 w 57449"/>
                <a:gd name="connsiteY2" fmla="*/ 10267 h 105856"/>
                <a:gd name="connsiteX3" fmla="*/ 84 w 57449"/>
                <a:gd name="connsiteY3" fmla="*/ 16006 h 105856"/>
                <a:gd name="connsiteX4" fmla="*/ 22969 w 57449"/>
                <a:gd name="connsiteY4" fmla="*/ 11543 h 105856"/>
                <a:gd name="connsiteX5" fmla="*/ 22969 w 57449"/>
                <a:gd name="connsiteY5" fmla="*/ 92848 h 105856"/>
                <a:gd name="connsiteX6" fmla="*/ 7186 w 57449"/>
                <a:gd name="connsiteY6" fmla="*/ 100181 h 105856"/>
                <a:gd name="connsiteX7" fmla="*/ 1189 w 57449"/>
                <a:gd name="connsiteY7" fmla="*/ 100181 h 105856"/>
                <a:gd name="connsiteX8" fmla="*/ 1189 w 57449"/>
                <a:gd name="connsiteY8" fmla="*/ 105921 h 105856"/>
                <a:gd name="connsiteX9" fmla="*/ 29282 w 57449"/>
                <a:gd name="connsiteY9" fmla="*/ 105283 h 105856"/>
                <a:gd name="connsiteX10" fmla="*/ 57534 w 57449"/>
                <a:gd name="connsiteY10" fmla="*/ 105921 h 105856"/>
                <a:gd name="connsiteX11" fmla="*/ 57534 w 57449"/>
                <a:gd name="connsiteY11" fmla="*/ 100181 h 105856"/>
                <a:gd name="connsiteX12" fmla="*/ 51536 w 57449"/>
                <a:gd name="connsiteY12" fmla="*/ 100181 h 105856"/>
                <a:gd name="connsiteX13" fmla="*/ 35753 w 57449"/>
                <a:gd name="connsiteY13" fmla="*/ 92848 h 105856"/>
                <a:gd name="connsiteX14" fmla="*/ 35753 w 57449"/>
                <a:gd name="connsiteY14" fmla="*/ 4528 h 10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49" h="105856">
                  <a:moveTo>
                    <a:pt x="35753" y="4528"/>
                  </a:moveTo>
                  <a:cubicBezTo>
                    <a:pt x="35753" y="224"/>
                    <a:pt x="35438" y="64"/>
                    <a:pt x="31018" y="64"/>
                  </a:cubicBezTo>
                  <a:cubicBezTo>
                    <a:pt x="20917" y="10108"/>
                    <a:pt x="6555" y="10267"/>
                    <a:pt x="84" y="10267"/>
                  </a:cubicBezTo>
                  <a:lnTo>
                    <a:pt x="84" y="16006"/>
                  </a:lnTo>
                  <a:cubicBezTo>
                    <a:pt x="3872" y="16006"/>
                    <a:pt x="14289" y="16006"/>
                    <a:pt x="22969" y="11543"/>
                  </a:cubicBezTo>
                  <a:lnTo>
                    <a:pt x="22969" y="92848"/>
                  </a:lnTo>
                  <a:cubicBezTo>
                    <a:pt x="22969" y="98109"/>
                    <a:pt x="22969" y="100181"/>
                    <a:pt x="7186" y="100181"/>
                  </a:cubicBezTo>
                  <a:lnTo>
                    <a:pt x="1189" y="100181"/>
                  </a:lnTo>
                  <a:lnTo>
                    <a:pt x="1189" y="105921"/>
                  </a:lnTo>
                  <a:cubicBezTo>
                    <a:pt x="4030" y="105761"/>
                    <a:pt x="23443" y="105283"/>
                    <a:pt x="29282" y="105283"/>
                  </a:cubicBezTo>
                  <a:cubicBezTo>
                    <a:pt x="34175" y="105283"/>
                    <a:pt x="54061" y="105761"/>
                    <a:pt x="57534" y="105921"/>
                  </a:cubicBezTo>
                  <a:lnTo>
                    <a:pt x="57534" y="100181"/>
                  </a:lnTo>
                  <a:lnTo>
                    <a:pt x="51536" y="100181"/>
                  </a:lnTo>
                  <a:cubicBezTo>
                    <a:pt x="35753" y="100181"/>
                    <a:pt x="35753" y="98109"/>
                    <a:pt x="35753" y="92848"/>
                  </a:cubicBezTo>
                  <a:lnTo>
                    <a:pt x="35753" y="452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5" name="Freeform: Shape 94">
              <a:extLst>
                <a:ext uri="{FF2B5EF4-FFF2-40B4-BE49-F238E27FC236}">
                  <a16:creationId xmlns:a16="http://schemas.microsoft.com/office/drawing/2014/main" id="{AA67F5AB-5D45-88D3-5B5F-D17878DBABDE}"/>
                </a:ext>
              </a:extLst>
            </p:cNvPr>
            <p:cNvSpPr/>
            <p:nvPr>
              <p:custDataLst>
                <p:tags r:id="rId6"/>
              </p:custDataLst>
            </p:nvPr>
          </p:nvSpPr>
          <p:spPr>
            <a:xfrm>
              <a:off x="3713976" y="6226140"/>
              <a:ext cx="23899" cy="98158"/>
            </a:xfrm>
            <a:custGeom>
              <a:avLst/>
              <a:gdLst>
                <a:gd name="connsiteX0" fmla="*/ 23991 w 23899"/>
                <a:gd name="connsiteY0" fmla="*/ 12133 h 98158"/>
                <a:gd name="connsiteX1" fmla="*/ 12041 w 23899"/>
                <a:gd name="connsiteY1" fmla="*/ 63 h 98158"/>
                <a:gd name="connsiteX2" fmla="*/ 91 w 23899"/>
                <a:gd name="connsiteY2" fmla="*/ 12133 h 98158"/>
                <a:gd name="connsiteX3" fmla="*/ 12041 w 23899"/>
                <a:gd name="connsiteY3" fmla="*/ 24204 h 98158"/>
                <a:gd name="connsiteX4" fmla="*/ 23991 w 23899"/>
                <a:gd name="connsiteY4" fmla="*/ 12133 h 98158"/>
                <a:gd name="connsiteX5" fmla="*/ 23991 w 23899"/>
                <a:gd name="connsiteY5" fmla="*/ 86151 h 98158"/>
                <a:gd name="connsiteX6" fmla="*/ 12041 w 23899"/>
                <a:gd name="connsiteY6" fmla="*/ 74080 h 98158"/>
                <a:gd name="connsiteX7" fmla="*/ 91 w 23899"/>
                <a:gd name="connsiteY7" fmla="*/ 86151 h 98158"/>
                <a:gd name="connsiteX8" fmla="*/ 12041 w 23899"/>
                <a:gd name="connsiteY8" fmla="*/ 98221 h 98158"/>
                <a:gd name="connsiteX9" fmla="*/ 23991 w 23899"/>
                <a:gd name="connsiteY9" fmla="*/ 86151 h 9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99" h="98158">
                  <a:moveTo>
                    <a:pt x="23991" y="12133"/>
                  </a:moveTo>
                  <a:cubicBezTo>
                    <a:pt x="23991" y="5529"/>
                    <a:pt x="18580" y="63"/>
                    <a:pt x="12041" y="63"/>
                  </a:cubicBezTo>
                  <a:cubicBezTo>
                    <a:pt x="5503" y="63"/>
                    <a:pt x="91" y="5529"/>
                    <a:pt x="91" y="12133"/>
                  </a:cubicBezTo>
                  <a:cubicBezTo>
                    <a:pt x="91" y="18738"/>
                    <a:pt x="5503" y="24204"/>
                    <a:pt x="12041" y="24204"/>
                  </a:cubicBezTo>
                  <a:cubicBezTo>
                    <a:pt x="18580" y="24204"/>
                    <a:pt x="23991" y="18738"/>
                    <a:pt x="23991" y="12133"/>
                  </a:cubicBezTo>
                  <a:close/>
                  <a:moveTo>
                    <a:pt x="23991" y="86151"/>
                  </a:moveTo>
                  <a:cubicBezTo>
                    <a:pt x="23991" y="79546"/>
                    <a:pt x="18580" y="74080"/>
                    <a:pt x="12041" y="74080"/>
                  </a:cubicBezTo>
                  <a:cubicBezTo>
                    <a:pt x="5503" y="74080"/>
                    <a:pt x="91" y="79546"/>
                    <a:pt x="91" y="86151"/>
                  </a:cubicBezTo>
                  <a:cubicBezTo>
                    <a:pt x="91" y="92755"/>
                    <a:pt x="5503" y="98221"/>
                    <a:pt x="12041" y="98221"/>
                  </a:cubicBezTo>
                  <a:cubicBezTo>
                    <a:pt x="18580" y="98221"/>
                    <a:pt x="23991" y="92755"/>
                    <a:pt x="23991" y="8615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6" name="Freeform: Shape 95">
              <a:extLst>
                <a:ext uri="{FF2B5EF4-FFF2-40B4-BE49-F238E27FC236}">
                  <a16:creationId xmlns:a16="http://schemas.microsoft.com/office/drawing/2014/main" id="{27FADB43-25F0-533B-6378-E042E0D405E2}"/>
                </a:ext>
              </a:extLst>
            </p:cNvPr>
            <p:cNvSpPr/>
            <p:nvPr>
              <p:custDataLst>
                <p:tags r:id="rId7"/>
              </p:custDataLst>
            </p:nvPr>
          </p:nvSpPr>
          <p:spPr>
            <a:xfrm>
              <a:off x="3826608" y="6223635"/>
              <a:ext cx="122203" cy="149856"/>
            </a:xfrm>
            <a:custGeom>
              <a:avLst/>
              <a:gdLst>
                <a:gd name="connsiteX0" fmla="*/ 45416 w 122203"/>
                <a:gd name="connsiteY0" fmla="*/ 20788 h 149856"/>
                <a:gd name="connsiteX1" fmla="*/ 48798 w 122203"/>
                <a:gd name="connsiteY1" fmla="*/ 6212 h 149856"/>
                <a:gd name="connsiteX2" fmla="*/ 42260 w 122203"/>
                <a:gd name="connsiteY2" fmla="*/ 63 h 149856"/>
                <a:gd name="connsiteX3" fmla="*/ 33241 w 122203"/>
                <a:gd name="connsiteY3" fmla="*/ 8262 h 149856"/>
                <a:gd name="connsiteX4" fmla="*/ 773 w 122203"/>
                <a:gd name="connsiteY4" fmla="*/ 140127 h 149856"/>
                <a:gd name="connsiteX5" fmla="*/ 97 w 122203"/>
                <a:gd name="connsiteY5" fmla="*/ 143770 h 149856"/>
                <a:gd name="connsiteX6" fmla="*/ 6410 w 122203"/>
                <a:gd name="connsiteY6" fmla="*/ 149920 h 149856"/>
                <a:gd name="connsiteX7" fmla="*/ 14301 w 122203"/>
                <a:gd name="connsiteY7" fmla="*/ 145137 h 149856"/>
                <a:gd name="connsiteX8" fmla="*/ 26702 w 122203"/>
                <a:gd name="connsiteY8" fmla="*/ 96172 h 149856"/>
                <a:gd name="connsiteX9" fmla="*/ 48573 w 122203"/>
                <a:gd name="connsiteY9" fmla="*/ 103232 h 149856"/>
                <a:gd name="connsiteX10" fmla="*/ 78560 w 122203"/>
                <a:gd name="connsiteY10" fmla="*/ 86606 h 149856"/>
                <a:gd name="connsiteX11" fmla="*/ 98852 w 122203"/>
                <a:gd name="connsiteY11" fmla="*/ 103232 h 149856"/>
                <a:gd name="connsiteX12" fmla="*/ 115537 w 122203"/>
                <a:gd name="connsiteY12" fmla="*/ 90706 h 149856"/>
                <a:gd name="connsiteX13" fmla="*/ 122301 w 122203"/>
                <a:gd name="connsiteY13" fmla="*/ 68159 h 149856"/>
                <a:gd name="connsiteX14" fmla="*/ 119595 w 122203"/>
                <a:gd name="connsiteY14" fmla="*/ 65881 h 149856"/>
                <a:gd name="connsiteX15" fmla="*/ 116439 w 122203"/>
                <a:gd name="connsiteY15" fmla="*/ 69981 h 149856"/>
                <a:gd name="connsiteX16" fmla="*/ 99303 w 122203"/>
                <a:gd name="connsiteY16" fmla="*/ 98221 h 149856"/>
                <a:gd name="connsiteX17" fmla="*/ 92539 w 122203"/>
                <a:gd name="connsiteY17" fmla="*/ 87745 h 149856"/>
                <a:gd name="connsiteX18" fmla="*/ 97048 w 122203"/>
                <a:gd name="connsiteY18" fmla="*/ 64059 h 149856"/>
                <a:gd name="connsiteX19" fmla="*/ 103362 w 122203"/>
                <a:gd name="connsiteY19" fmla="*/ 39463 h 149856"/>
                <a:gd name="connsiteX20" fmla="*/ 107194 w 122203"/>
                <a:gd name="connsiteY20" fmla="*/ 23976 h 149856"/>
                <a:gd name="connsiteX21" fmla="*/ 110577 w 122203"/>
                <a:gd name="connsiteY21" fmla="*/ 8717 h 149856"/>
                <a:gd name="connsiteX22" fmla="*/ 104038 w 122203"/>
                <a:gd name="connsiteY22" fmla="*/ 2568 h 149856"/>
                <a:gd name="connsiteX23" fmla="*/ 95245 w 122203"/>
                <a:gd name="connsiteY23" fmla="*/ 10539 h 149856"/>
                <a:gd name="connsiteX24" fmla="*/ 84648 w 122203"/>
                <a:gd name="connsiteY24" fmla="*/ 53128 h 149856"/>
                <a:gd name="connsiteX25" fmla="*/ 78785 w 122203"/>
                <a:gd name="connsiteY25" fmla="*/ 76358 h 149856"/>
                <a:gd name="connsiteX26" fmla="*/ 49475 w 122203"/>
                <a:gd name="connsiteY26" fmla="*/ 98221 h 149856"/>
                <a:gd name="connsiteX27" fmla="*/ 32790 w 122203"/>
                <a:gd name="connsiteY27" fmla="*/ 78407 h 149856"/>
                <a:gd name="connsiteX28" fmla="*/ 35946 w 122203"/>
                <a:gd name="connsiteY28" fmla="*/ 59049 h 149856"/>
                <a:gd name="connsiteX29" fmla="*/ 45416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16" y="20788"/>
                  </a:moveTo>
                  <a:cubicBezTo>
                    <a:pt x="46543" y="16005"/>
                    <a:pt x="48798" y="7351"/>
                    <a:pt x="48798" y="6212"/>
                  </a:cubicBezTo>
                  <a:cubicBezTo>
                    <a:pt x="48798" y="2340"/>
                    <a:pt x="46093" y="63"/>
                    <a:pt x="42260" y="63"/>
                  </a:cubicBezTo>
                  <a:cubicBezTo>
                    <a:pt x="41583" y="63"/>
                    <a:pt x="35270" y="291"/>
                    <a:pt x="33241" y="8262"/>
                  </a:cubicBezTo>
                  <a:lnTo>
                    <a:pt x="773" y="140127"/>
                  </a:lnTo>
                  <a:cubicBezTo>
                    <a:pt x="97" y="142859"/>
                    <a:pt x="97" y="143315"/>
                    <a:pt x="97" y="143770"/>
                  </a:cubicBezTo>
                  <a:cubicBezTo>
                    <a:pt x="97" y="147187"/>
                    <a:pt x="2577" y="149920"/>
                    <a:pt x="6410" y="149920"/>
                  </a:cubicBezTo>
                  <a:cubicBezTo>
                    <a:pt x="11145" y="149920"/>
                    <a:pt x="13851" y="145820"/>
                    <a:pt x="14301" y="145137"/>
                  </a:cubicBezTo>
                  <a:cubicBezTo>
                    <a:pt x="15203" y="143087"/>
                    <a:pt x="18134" y="131244"/>
                    <a:pt x="26702" y="96172"/>
                  </a:cubicBezTo>
                  <a:cubicBezTo>
                    <a:pt x="33917" y="102321"/>
                    <a:pt x="44063" y="103232"/>
                    <a:pt x="48573" y="103232"/>
                  </a:cubicBezTo>
                  <a:cubicBezTo>
                    <a:pt x="64355" y="103232"/>
                    <a:pt x="73149" y="92983"/>
                    <a:pt x="78560" y="86606"/>
                  </a:cubicBezTo>
                  <a:cubicBezTo>
                    <a:pt x="80589" y="96855"/>
                    <a:pt x="88932" y="103232"/>
                    <a:pt x="98852" y="103232"/>
                  </a:cubicBezTo>
                  <a:cubicBezTo>
                    <a:pt x="106744" y="103232"/>
                    <a:pt x="111929" y="97994"/>
                    <a:pt x="115537" y="90706"/>
                  </a:cubicBezTo>
                  <a:cubicBezTo>
                    <a:pt x="119370" y="82507"/>
                    <a:pt x="122301" y="68614"/>
                    <a:pt x="122301" y="68159"/>
                  </a:cubicBezTo>
                  <a:cubicBezTo>
                    <a:pt x="122301" y="65881"/>
                    <a:pt x="120272" y="65881"/>
                    <a:pt x="119595" y="65881"/>
                  </a:cubicBezTo>
                  <a:cubicBezTo>
                    <a:pt x="117341" y="65881"/>
                    <a:pt x="117115" y="66792"/>
                    <a:pt x="116439" y="69981"/>
                  </a:cubicBezTo>
                  <a:cubicBezTo>
                    <a:pt x="112606" y="84784"/>
                    <a:pt x="108547" y="98221"/>
                    <a:pt x="99303" y="98221"/>
                  </a:cubicBezTo>
                  <a:cubicBezTo>
                    <a:pt x="93215" y="98221"/>
                    <a:pt x="92539" y="92300"/>
                    <a:pt x="92539" y="87745"/>
                  </a:cubicBezTo>
                  <a:cubicBezTo>
                    <a:pt x="92539" y="82735"/>
                    <a:pt x="95245" y="72030"/>
                    <a:pt x="97048" y="64059"/>
                  </a:cubicBezTo>
                  <a:lnTo>
                    <a:pt x="103362" y="39463"/>
                  </a:lnTo>
                  <a:cubicBezTo>
                    <a:pt x="104038" y="36047"/>
                    <a:pt x="106293" y="27392"/>
                    <a:pt x="107194" y="23976"/>
                  </a:cubicBezTo>
                  <a:cubicBezTo>
                    <a:pt x="108322" y="18738"/>
                    <a:pt x="110577" y="10084"/>
                    <a:pt x="110577" y="8717"/>
                  </a:cubicBezTo>
                  <a:cubicBezTo>
                    <a:pt x="110577" y="4618"/>
                    <a:pt x="107420" y="2568"/>
                    <a:pt x="104038" y="2568"/>
                  </a:cubicBezTo>
                  <a:cubicBezTo>
                    <a:pt x="102911" y="2568"/>
                    <a:pt x="97048" y="2796"/>
                    <a:pt x="95245" y="10539"/>
                  </a:cubicBezTo>
                  <a:lnTo>
                    <a:pt x="84648" y="53128"/>
                  </a:lnTo>
                  <a:cubicBezTo>
                    <a:pt x="81942" y="64515"/>
                    <a:pt x="79462" y="74080"/>
                    <a:pt x="78785" y="76358"/>
                  </a:cubicBezTo>
                  <a:cubicBezTo>
                    <a:pt x="78560" y="77496"/>
                    <a:pt x="67738" y="98221"/>
                    <a:pt x="49475" y="98221"/>
                  </a:cubicBezTo>
                  <a:cubicBezTo>
                    <a:pt x="38201" y="98221"/>
                    <a:pt x="32790" y="90706"/>
                    <a:pt x="32790" y="78407"/>
                  </a:cubicBezTo>
                  <a:cubicBezTo>
                    <a:pt x="32790" y="71803"/>
                    <a:pt x="34368" y="65426"/>
                    <a:pt x="35946" y="59049"/>
                  </a:cubicBezTo>
                  <a:lnTo>
                    <a:pt x="45416"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7" name="Freeform: Shape 96">
              <a:extLst>
                <a:ext uri="{FF2B5EF4-FFF2-40B4-BE49-F238E27FC236}">
                  <a16:creationId xmlns:a16="http://schemas.microsoft.com/office/drawing/2014/main" id="{4E84A458-B07E-0720-B8D4-E20DD214395A}"/>
                </a:ext>
              </a:extLst>
            </p:cNvPr>
            <p:cNvSpPr/>
            <p:nvPr>
              <p:custDataLst>
                <p:tags r:id="rId8"/>
              </p:custDataLst>
            </p:nvPr>
          </p:nvSpPr>
          <p:spPr>
            <a:xfrm>
              <a:off x="4049669" y="6161233"/>
              <a:ext cx="112508" cy="212259"/>
            </a:xfrm>
            <a:custGeom>
              <a:avLst/>
              <a:gdLst>
                <a:gd name="connsiteX0" fmla="*/ 110811 w 112508"/>
                <a:gd name="connsiteY0" fmla="*/ 8945 h 212259"/>
                <a:gd name="connsiteX1" fmla="*/ 112614 w 112508"/>
                <a:gd name="connsiteY1" fmla="*/ 4618 h 212259"/>
                <a:gd name="connsiteX2" fmla="*/ 108105 w 112508"/>
                <a:gd name="connsiteY2" fmla="*/ 63 h 212259"/>
                <a:gd name="connsiteX3" fmla="*/ 103145 w 112508"/>
                <a:gd name="connsiteY3" fmla="*/ 4618 h 212259"/>
                <a:gd name="connsiteX4" fmla="*/ 1909 w 112508"/>
                <a:gd name="connsiteY4" fmla="*/ 203440 h 212259"/>
                <a:gd name="connsiteX5" fmla="*/ 106 w 112508"/>
                <a:gd name="connsiteY5" fmla="*/ 207767 h 212259"/>
                <a:gd name="connsiteX6" fmla="*/ 4615 w 112508"/>
                <a:gd name="connsiteY6" fmla="*/ 212322 h 212259"/>
                <a:gd name="connsiteX7" fmla="*/ 9575 w 112508"/>
                <a:gd name="connsiteY7" fmla="*/ 207767 h 212259"/>
                <a:gd name="connsiteX8" fmla="*/ 110811 w 112508"/>
                <a:gd name="connsiteY8" fmla="*/ 8945 h 212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508" h="212259">
                  <a:moveTo>
                    <a:pt x="110811" y="8945"/>
                  </a:moveTo>
                  <a:cubicBezTo>
                    <a:pt x="112614" y="5756"/>
                    <a:pt x="112614" y="5301"/>
                    <a:pt x="112614" y="4618"/>
                  </a:cubicBezTo>
                  <a:cubicBezTo>
                    <a:pt x="112614" y="3023"/>
                    <a:pt x="111262" y="63"/>
                    <a:pt x="108105" y="63"/>
                  </a:cubicBezTo>
                  <a:cubicBezTo>
                    <a:pt x="105400" y="63"/>
                    <a:pt x="104723" y="1429"/>
                    <a:pt x="103145" y="4618"/>
                  </a:cubicBezTo>
                  <a:lnTo>
                    <a:pt x="1909" y="203440"/>
                  </a:lnTo>
                  <a:cubicBezTo>
                    <a:pt x="106" y="206628"/>
                    <a:pt x="106" y="207084"/>
                    <a:pt x="106" y="207767"/>
                  </a:cubicBezTo>
                  <a:cubicBezTo>
                    <a:pt x="106" y="209589"/>
                    <a:pt x="1684" y="212322"/>
                    <a:pt x="4615" y="212322"/>
                  </a:cubicBezTo>
                  <a:cubicBezTo>
                    <a:pt x="7321" y="212322"/>
                    <a:pt x="7997" y="210956"/>
                    <a:pt x="9575" y="207767"/>
                  </a:cubicBezTo>
                  <a:lnTo>
                    <a:pt x="110811" y="8945"/>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8" name="Freeform: Shape 97">
              <a:extLst>
                <a:ext uri="{FF2B5EF4-FFF2-40B4-BE49-F238E27FC236}">
                  <a16:creationId xmlns:a16="http://schemas.microsoft.com/office/drawing/2014/main" id="{039F74B3-C229-6A8C-A886-B9517BD06908}"/>
                </a:ext>
              </a:extLst>
            </p:cNvPr>
            <p:cNvSpPr/>
            <p:nvPr>
              <p:custDataLst>
                <p:tags r:id="rId9"/>
              </p:custDataLst>
            </p:nvPr>
          </p:nvSpPr>
          <p:spPr>
            <a:xfrm>
              <a:off x="4030955" y="6240716"/>
              <a:ext cx="149936" cy="53292"/>
            </a:xfrm>
            <a:custGeom>
              <a:avLst/>
              <a:gdLst>
                <a:gd name="connsiteX0" fmla="*/ 142376 w 149936"/>
                <a:gd name="connsiteY0" fmla="*/ 9173 h 53292"/>
                <a:gd name="connsiteX1" fmla="*/ 150042 w 149936"/>
                <a:gd name="connsiteY1" fmla="*/ 4618 h 53292"/>
                <a:gd name="connsiteX2" fmla="*/ 142602 w 149936"/>
                <a:gd name="connsiteY2" fmla="*/ 63 h 53292"/>
                <a:gd name="connsiteX3" fmla="*/ 7546 w 149936"/>
                <a:gd name="connsiteY3" fmla="*/ 63 h 53292"/>
                <a:gd name="connsiteX4" fmla="*/ 106 w 149936"/>
                <a:gd name="connsiteY4" fmla="*/ 4618 h 53292"/>
                <a:gd name="connsiteX5" fmla="*/ 7772 w 149936"/>
                <a:gd name="connsiteY5" fmla="*/ 9173 h 53292"/>
                <a:gd name="connsiteX6" fmla="*/ 142376 w 149936"/>
                <a:gd name="connsiteY6" fmla="*/ 9173 h 53292"/>
                <a:gd name="connsiteX7" fmla="*/ 142602 w 149936"/>
                <a:gd name="connsiteY7" fmla="*/ 53355 h 53292"/>
                <a:gd name="connsiteX8" fmla="*/ 150042 w 149936"/>
                <a:gd name="connsiteY8" fmla="*/ 48800 h 53292"/>
                <a:gd name="connsiteX9" fmla="*/ 142376 w 149936"/>
                <a:gd name="connsiteY9" fmla="*/ 44245 h 53292"/>
                <a:gd name="connsiteX10" fmla="*/ 7772 w 149936"/>
                <a:gd name="connsiteY10" fmla="*/ 44245 h 53292"/>
                <a:gd name="connsiteX11" fmla="*/ 106 w 149936"/>
                <a:gd name="connsiteY11" fmla="*/ 48800 h 53292"/>
                <a:gd name="connsiteX12" fmla="*/ 7546 w 149936"/>
                <a:gd name="connsiteY12" fmla="*/ 53355 h 53292"/>
                <a:gd name="connsiteX13" fmla="*/ 142602 w 149936"/>
                <a:gd name="connsiteY13" fmla="*/ 53355 h 5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9936" h="53292">
                  <a:moveTo>
                    <a:pt x="142376" y="9173"/>
                  </a:moveTo>
                  <a:cubicBezTo>
                    <a:pt x="145758" y="9173"/>
                    <a:pt x="150042" y="9173"/>
                    <a:pt x="150042" y="4618"/>
                  </a:cubicBezTo>
                  <a:cubicBezTo>
                    <a:pt x="150042" y="63"/>
                    <a:pt x="145758" y="63"/>
                    <a:pt x="142602" y="63"/>
                  </a:cubicBezTo>
                  <a:lnTo>
                    <a:pt x="7546" y="63"/>
                  </a:lnTo>
                  <a:cubicBezTo>
                    <a:pt x="4390" y="63"/>
                    <a:pt x="106" y="63"/>
                    <a:pt x="106" y="4618"/>
                  </a:cubicBezTo>
                  <a:cubicBezTo>
                    <a:pt x="106" y="9173"/>
                    <a:pt x="4390" y="9173"/>
                    <a:pt x="7772" y="9173"/>
                  </a:cubicBezTo>
                  <a:lnTo>
                    <a:pt x="142376" y="9173"/>
                  </a:lnTo>
                  <a:close/>
                  <a:moveTo>
                    <a:pt x="142602" y="53355"/>
                  </a:moveTo>
                  <a:cubicBezTo>
                    <a:pt x="145758" y="53355"/>
                    <a:pt x="150042" y="53355"/>
                    <a:pt x="150042" y="48800"/>
                  </a:cubicBezTo>
                  <a:cubicBezTo>
                    <a:pt x="150042" y="44245"/>
                    <a:pt x="145758" y="44245"/>
                    <a:pt x="142376" y="44245"/>
                  </a:cubicBezTo>
                  <a:lnTo>
                    <a:pt x="7772" y="44245"/>
                  </a:lnTo>
                  <a:cubicBezTo>
                    <a:pt x="4390" y="44245"/>
                    <a:pt x="106" y="44245"/>
                    <a:pt x="106" y="48800"/>
                  </a:cubicBezTo>
                  <a:cubicBezTo>
                    <a:pt x="106" y="53355"/>
                    <a:pt x="4390" y="53355"/>
                    <a:pt x="7546" y="53355"/>
                  </a:cubicBezTo>
                  <a:lnTo>
                    <a:pt x="142602" y="53355"/>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9" name="Freeform: Shape 98">
              <a:extLst>
                <a:ext uri="{FF2B5EF4-FFF2-40B4-BE49-F238E27FC236}">
                  <a16:creationId xmlns:a16="http://schemas.microsoft.com/office/drawing/2014/main" id="{4D2F1857-016C-FDD7-FB77-8BB7F89CB61D}"/>
                </a:ext>
              </a:extLst>
            </p:cNvPr>
            <p:cNvSpPr/>
            <p:nvPr>
              <p:custDataLst>
                <p:tags r:id="rId10"/>
              </p:custDataLst>
            </p:nvPr>
          </p:nvSpPr>
          <p:spPr>
            <a:xfrm>
              <a:off x="4263086" y="6223635"/>
              <a:ext cx="122203" cy="149856"/>
            </a:xfrm>
            <a:custGeom>
              <a:avLst/>
              <a:gdLst>
                <a:gd name="connsiteX0" fmla="*/ 45435 w 122203"/>
                <a:gd name="connsiteY0" fmla="*/ 20788 h 149856"/>
                <a:gd name="connsiteX1" fmla="*/ 48817 w 122203"/>
                <a:gd name="connsiteY1" fmla="*/ 6212 h 149856"/>
                <a:gd name="connsiteX2" fmla="*/ 42279 w 122203"/>
                <a:gd name="connsiteY2" fmla="*/ 63 h 149856"/>
                <a:gd name="connsiteX3" fmla="*/ 33260 w 122203"/>
                <a:gd name="connsiteY3" fmla="*/ 8262 h 149856"/>
                <a:gd name="connsiteX4" fmla="*/ 793 w 122203"/>
                <a:gd name="connsiteY4" fmla="*/ 140127 h 149856"/>
                <a:gd name="connsiteX5" fmla="*/ 116 w 122203"/>
                <a:gd name="connsiteY5" fmla="*/ 143770 h 149856"/>
                <a:gd name="connsiteX6" fmla="*/ 6429 w 122203"/>
                <a:gd name="connsiteY6" fmla="*/ 149920 h 149856"/>
                <a:gd name="connsiteX7" fmla="*/ 14321 w 122203"/>
                <a:gd name="connsiteY7" fmla="*/ 145137 h 149856"/>
                <a:gd name="connsiteX8" fmla="*/ 26722 w 122203"/>
                <a:gd name="connsiteY8" fmla="*/ 96172 h 149856"/>
                <a:gd name="connsiteX9" fmla="*/ 48592 w 122203"/>
                <a:gd name="connsiteY9" fmla="*/ 103232 h 149856"/>
                <a:gd name="connsiteX10" fmla="*/ 78579 w 122203"/>
                <a:gd name="connsiteY10" fmla="*/ 86606 h 149856"/>
                <a:gd name="connsiteX11" fmla="*/ 98871 w 122203"/>
                <a:gd name="connsiteY11" fmla="*/ 103232 h 149856"/>
                <a:gd name="connsiteX12" fmla="*/ 115556 w 122203"/>
                <a:gd name="connsiteY12" fmla="*/ 90706 h 149856"/>
                <a:gd name="connsiteX13" fmla="*/ 122320 w 122203"/>
                <a:gd name="connsiteY13" fmla="*/ 68159 h 149856"/>
                <a:gd name="connsiteX14" fmla="*/ 119615 w 122203"/>
                <a:gd name="connsiteY14" fmla="*/ 65881 h 149856"/>
                <a:gd name="connsiteX15" fmla="*/ 116458 w 122203"/>
                <a:gd name="connsiteY15" fmla="*/ 69981 h 149856"/>
                <a:gd name="connsiteX16" fmla="*/ 99322 w 122203"/>
                <a:gd name="connsiteY16" fmla="*/ 98221 h 149856"/>
                <a:gd name="connsiteX17" fmla="*/ 92558 w 122203"/>
                <a:gd name="connsiteY17" fmla="*/ 87745 h 149856"/>
                <a:gd name="connsiteX18" fmla="*/ 97068 w 122203"/>
                <a:gd name="connsiteY18" fmla="*/ 64059 h 149856"/>
                <a:gd name="connsiteX19" fmla="*/ 103381 w 122203"/>
                <a:gd name="connsiteY19" fmla="*/ 39463 h 149856"/>
                <a:gd name="connsiteX20" fmla="*/ 107214 w 122203"/>
                <a:gd name="connsiteY20" fmla="*/ 23976 h 149856"/>
                <a:gd name="connsiteX21" fmla="*/ 110596 w 122203"/>
                <a:gd name="connsiteY21" fmla="*/ 8717 h 149856"/>
                <a:gd name="connsiteX22" fmla="*/ 104057 w 122203"/>
                <a:gd name="connsiteY22" fmla="*/ 2568 h 149856"/>
                <a:gd name="connsiteX23" fmla="*/ 95264 w 122203"/>
                <a:gd name="connsiteY23" fmla="*/ 10539 h 149856"/>
                <a:gd name="connsiteX24" fmla="*/ 84667 w 122203"/>
                <a:gd name="connsiteY24" fmla="*/ 53128 h 149856"/>
                <a:gd name="connsiteX25" fmla="*/ 78805 w 122203"/>
                <a:gd name="connsiteY25" fmla="*/ 76358 h 149856"/>
                <a:gd name="connsiteX26" fmla="*/ 49494 w 122203"/>
                <a:gd name="connsiteY26" fmla="*/ 98221 h 149856"/>
                <a:gd name="connsiteX27" fmla="*/ 32809 w 122203"/>
                <a:gd name="connsiteY27" fmla="*/ 78407 h 149856"/>
                <a:gd name="connsiteX28" fmla="*/ 35966 w 122203"/>
                <a:gd name="connsiteY28" fmla="*/ 59049 h 149856"/>
                <a:gd name="connsiteX29" fmla="*/ 45435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35" y="20788"/>
                  </a:moveTo>
                  <a:cubicBezTo>
                    <a:pt x="46563" y="16005"/>
                    <a:pt x="48817" y="7351"/>
                    <a:pt x="48817" y="6212"/>
                  </a:cubicBezTo>
                  <a:cubicBezTo>
                    <a:pt x="48817" y="2340"/>
                    <a:pt x="46112" y="63"/>
                    <a:pt x="42279" y="63"/>
                  </a:cubicBezTo>
                  <a:cubicBezTo>
                    <a:pt x="41602" y="63"/>
                    <a:pt x="35289" y="291"/>
                    <a:pt x="33260" y="8262"/>
                  </a:cubicBezTo>
                  <a:lnTo>
                    <a:pt x="793" y="140127"/>
                  </a:lnTo>
                  <a:cubicBezTo>
                    <a:pt x="116" y="142859"/>
                    <a:pt x="116" y="143315"/>
                    <a:pt x="116" y="143770"/>
                  </a:cubicBezTo>
                  <a:cubicBezTo>
                    <a:pt x="116" y="147187"/>
                    <a:pt x="2596" y="149920"/>
                    <a:pt x="6429" y="149920"/>
                  </a:cubicBezTo>
                  <a:cubicBezTo>
                    <a:pt x="11164" y="149920"/>
                    <a:pt x="13870" y="145820"/>
                    <a:pt x="14321" y="145137"/>
                  </a:cubicBezTo>
                  <a:cubicBezTo>
                    <a:pt x="15223" y="143087"/>
                    <a:pt x="18154" y="131244"/>
                    <a:pt x="26722" y="96172"/>
                  </a:cubicBezTo>
                  <a:cubicBezTo>
                    <a:pt x="33937" y="102321"/>
                    <a:pt x="44083" y="103232"/>
                    <a:pt x="48592" y="103232"/>
                  </a:cubicBezTo>
                  <a:cubicBezTo>
                    <a:pt x="64375" y="103232"/>
                    <a:pt x="73168" y="92983"/>
                    <a:pt x="78579" y="86606"/>
                  </a:cubicBezTo>
                  <a:cubicBezTo>
                    <a:pt x="80609" y="96855"/>
                    <a:pt x="88951" y="103232"/>
                    <a:pt x="98871" y="103232"/>
                  </a:cubicBezTo>
                  <a:cubicBezTo>
                    <a:pt x="106763" y="103232"/>
                    <a:pt x="111949" y="97994"/>
                    <a:pt x="115556" y="90706"/>
                  </a:cubicBezTo>
                  <a:cubicBezTo>
                    <a:pt x="119389" y="82507"/>
                    <a:pt x="122320" y="68614"/>
                    <a:pt x="122320" y="68159"/>
                  </a:cubicBezTo>
                  <a:cubicBezTo>
                    <a:pt x="122320" y="65881"/>
                    <a:pt x="120291" y="65881"/>
                    <a:pt x="119615" y="65881"/>
                  </a:cubicBezTo>
                  <a:cubicBezTo>
                    <a:pt x="117360" y="65881"/>
                    <a:pt x="117134" y="66792"/>
                    <a:pt x="116458" y="69981"/>
                  </a:cubicBezTo>
                  <a:cubicBezTo>
                    <a:pt x="112625" y="84784"/>
                    <a:pt x="108567" y="98221"/>
                    <a:pt x="99322" y="98221"/>
                  </a:cubicBezTo>
                  <a:cubicBezTo>
                    <a:pt x="93235" y="98221"/>
                    <a:pt x="92558" y="92300"/>
                    <a:pt x="92558" y="87745"/>
                  </a:cubicBezTo>
                  <a:cubicBezTo>
                    <a:pt x="92558" y="82735"/>
                    <a:pt x="95264" y="72030"/>
                    <a:pt x="97068" y="64059"/>
                  </a:cubicBezTo>
                  <a:lnTo>
                    <a:pt x="103381" y="39463"/>
                  </a:lnTo>
                  <a:cubicBezTo>
                    <a:pt x="104057" y="36047"/>
                    <a:pt x="106312" y="27392"/>
                    <a:pt x="107214" y="23976"/>
                  </a:cubicBezTo>
                  <a:cubicBezTo>
                    <a:pt x="108341" y="18738"/>
                    <a:pt x="110596" y="10084"/>
                    <a:pt x="110596" y="8717"/>
                  </a:cubicBezTo>
                  <a:cubicBezTo>
                    <a:pt x="110596" y="4618"/>
                    <a:pt x="107439" y="2568"/>
                    <a:pt x="104057" y="2568"/>
                  </a:cubicBezTo>
                  <a:cubicBezTo>
                    <a:pt x="102930" y="2568"/>
                    <a:pt x="97068" y="2796"/>
                    <a:pt x="95264" y="10539"/>
                  </a:cubicBezTo>
                  <a:lnTo>
                    <a:pt x="84667" y="53128"/>
                  </a:lnTo>
                  <a:cubicBezTo>
                    <a:pt x="81961" y="64515"/>
                    <a:pt x="79481" y="74080"/>
                    <a:pt x="78805" y="76358"/>
                  </a:cubicBezTo>
                  <a:cubicBezTo>
                    <a:pt x="78579" y="77496"/>
                    <a:pt x="67757" y="98221"/>
                    <a:pt x="49494" y="98221"/>
                  </a:cubicBezTo>
                  <a:cubicBezTo>
                    <a:pt x="38220" y="98221"/>
                    <a:pt x="32809" y="90706"/>
                    <a:pt x="32809" y="78407"/>
                  </a:cubicBezTo>
                  <a:cubicBezTo>
                    <a:pt x="32809" y="71803"/>
                    <a:pt x="34387" y="65426"/>
                    <a:pt x="35966" y="59049"/>
                  </a:cubicBezTo>
                  <a:lnTo>
                    <a:pt x="45435"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0" name="Freeform: Shape 99">
              <a:extLst>
                <a:ext uri="{FF2B5EF4-FFF2-40B4-BE49-F238E27FC236}">
                  <a16:creationId xmlns:a16="http://schemas.microsoft.com/office/drawing/2014/main" id="{87741186-7FF8-CB99-B367-70789D095C03}"/>
                </a:ext>
              </a:extLst>
            </p:cNvPr>
            <p:cNvSpPr/>
            <p:nvPr>
              <p:custDataLst>
                <p:tags r:id="rId11"/>
              </p:custDataLst>
            </p:nvPr>
          </p:nvSpPr>
          <p:spPr>
            <a:xfrm>
              <a:off x="4400385" y="6252604"/>
              <a:ext cx="73232" cy="109044"/>
            </a:xfrm>
            <a:custGeom>
              <a:avLst/>
              <a:gdLst>
                <a:gd name="connsiteX0" fmla="*/ 73354 w 73232"/>
                <a:gd name="connsiteY0" fmla="*/ 55065 h 109044"/>
                <a:gd name="connsiteX1" fmla="*/ 64043 w 73232"/>
                <a:gd name="connsiteY1" fmla="*/ 13775 h 109044"/>
                <a:gd name="connsiteX2" fmla="*/ 36738 w 73232"/>
                <a:gd name="connsiteY2" fmla="*/ 64 h 109044"/>
                <a:gd name="connsiteX3" fmla="*/ 122 w 73232"/>
                <a:gd name="connsiteY3" fmla="*/ 55065 h 109044"/>
                <a:gd name="connsiteX4" fmla="*/ 36738 w 73232"/>
                <a:gd name="connsiteY4" fmla="*/ 109109 h 109044"/>
                <a:gd name="connsiteX5" fmla="*/ 73354 w 73232"/>
                <a:gd name="connsiteY5" fmla="*/ 55065 h 109044"/>
                <a:gd name="connsiteX6" fmla="*/ 36738 w 73232"/>
                <a:gd name="connsiteY6" fmla="*/ 104645 h 109044"/>
                <a:gd name="connsiteX7" fmla="*/ 16694 w 73232"/>
                <a:gd name="connsiteY7" fmla="*/ 87268 h 109044"/>
                <a:gd name="connsiteX8" fmla="*/ 14485 w 73232"/>
                <a:gd name="connsiteY8" fmla="*/ 52992 h 109044"/>
                <a:gd name="connsiteX9" fmla="*/ 16852 w 73232"/>
                <a:gd name="connsiteY9" fmla="*/ 20470 h 109044"/>
                <a:gd name="connsiteX10" fmla="*/ 36738 w 73232"/>
                <a:gd name="connsiteY10" fmla="*/ 4528 h 109044"/>
                <a:gd name="connsiteX11" fmla="*/ 56309 w 73232"/>
                <a:gd name="connsiteY11" fmla="*/ 19035 h 109044"/>
                <a:gd name="connsiteX12" fmla="*/ 58992 w 73232"/>
                <a:gd name="connsiteY12" fmla="*/ 52992 h 109044"/>
                <a:gd name="connsiteX13" fmla="*/ 56940 w 73232"/>
                <a:gd name="connsiteY13" fmla="*/ 86630 h 109044"/>
                <a:gd name="connsiteX14" fmla="*/ 36738 w 73232"/>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232" h="109044">
                  <a:moveTo>
                    <a:pt x="73354" y="55065"/>
                  </a:moveTo>
                  <a:cubicBezTo>
                    <a:pt x="73354" y="37528"/>
                    <a:pt x="71303" y="24934"/>
                    <a:pt x="64043" y="13775"/>
                  </a:cubicBezTo>
                  <a:cubicBezTo>
                    <a:pt x="59150" y="6441"/>
                    <a:pt x="49365" y="64"/>
                    <a:pt x="36738" y="64"/>
                  </a:cubicBezTo>
                  <a:cubicBezTo>
                    <a:pt x="122" y="64"/>
                    <a:pt x="122" y="43586"/>
                    <a:pt x="122" y="55065"/>
                  </a:cubicBezTo>
                  <a:cubicBezTo>
                    <a:pt x="122" y="66543"/>
                    <a:pt x="122" y="109109"/>
                    <a:pt x="36738" y="109109"/>
                  </a:cubicBezTo>
                  <a:cubicBezTo>
                    <a:pt x="73354" y="109109"/>
                    <a:pt x="73354" y="66543"/>
                    <a:pt x="73354" y="55065"/>
                  </a:cubicBezTo>
                  <a:close/>
                  <a:moveTo>
                    <a:pt x="36738" y="104645"/>
                  </a:moveTo>
                  <a:cubicBezTo>
                    <a:pt x="29478" y="104645"/>
                    <a:pt x="19851" y="100341"/>
                    <a:pt x="16694" y="87268"/>
                  </a:cubicBezTo>
                  <a:cubicBezTo>
                    <a:pt x="14485" y="77862"/>
                    <a:pt x="14485" y="64790"/>
                    <a:pt x="14485" y="52992"/>
                  </a:cubicBezTo>
                  <a:cubicBezTo>
                    <a:pt x="14485" y="41355"/>
                    <a:pt x="14485" y="29239"/>
                    <a:pt x="16852" y="20470"/>
                  </a:cubicBezTo>
                  <a:cubicBezTo>
                    <a:pt x="20166" y="7876"/>
                    <a:pt x="30267" y="4528"/>
                    <a:pt x="36738" y="4528"/>
                  </a:cubicBezTo>
                  <a:cubicBezTo>
                    <a:pt x="45261" y="4528"/>
                    <a:pt x="53468" y="9789"/>
                    <a:pt x="56309" y="19035"/>
                  </a:cubicBezTo>
                  <a:cubicBezTo>
                    <a:pt x="58834" y="27644"/>
                    <a:pt x="58992" y="39123"/>
                    <a:pt x="58992" y="52992"/>
                  </a:cubicBezTo>
                  <a:cubicBezTo>
                    <a:pt x="58992" y="64790"/>
                    <a:pt x="58992" y="76587"/>
                    <a:pt x="56940" y="86630"/>
                  </a:cubicBezTo>
                  <a:cubicBezTo>
                    <a:pt x="53784" y="101138"/>
                    <a:pt x="43051" y="104645"/>
                    <a:pt x="36738"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115" name="Rectangle: Rounded Corners 114">
            <a:extLst>
              <a:ext uri="{FF2B5EF4-FFF2-40B4-BE49-F238E27FC236}">
                <a16:creationId xmlns:a16="http://schemas.microsoft.com/office/drawing/2014/main" id="{C24656B6-8075-EB45-B32D-1A060BB2A0FA}"/>
              </a:ext>
            </a:extLst>
          </p:cNvPr>
          <p:cNvSpPr/>
          <p:nvPr/>
        </p:nvSpPr>
        <p:spPr>
          <a:xfrm>
            <a:off x="2045579" y="3737596"/>
            <a:ext cx="1763486" cy="712484"/>
          </a:xfrm>
          <a:prstGeom prst="roundRect">
            <a:avLst/>
          </a:prstGeom>
          <a:noFill/>
          <a:ln>
            <a:solidFill>
              <a:srgbClr val="EA20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cxnSp>
        <p:nvCxnSpPr>
          <p:cNvPr id="117" name="Connector: Elbow 116">
            <a:extLst>
              <a:ext uri="{FF2B5EF4-FFF2-40B4-BE49-F238E27FC236}">
                <a16:creationId xmlns:a16="http://schemas.microsoft.com/office/drawing/2014/main" id="{F2305E8C-4E64-9DA2-1FE4-2A8CF2C7D1AA}"/>
              </a:ext>
            </a:extLst>
          </p:cNvPr>
          <p:cNvCxnSpPr/>
          <p:nvPr/>
        </p:nvCxnSpPr>
        <p:spPr>
          <a:xfrm flipV="1">
            <a:off x="3809065" y="2056084"/>
            <a:ext cx="2286935" cy="2037754"/>
          </a:xfrm>
          <a:prstGeom prst="bentConnector3">
            <a:avLst/>
          </a:prstGeom>
          <a:ln>
            <a:solidFill>
              <a:srgbClr val="EA2023"/>
            </a:solidFill>
            <a:tailEnd type="triangle"/>
          </a:ln>
        </p:spPr>
        <p:style>
          <a:lnRef idx="2">
            <a:schemeClr val="accent1"/>
          </a:lnRef>
          <a:fillRef idx="0">
            <a:schemeClr val="accent1"/>
          </a:fillRef>
          <a:effectRef idx="1">
            <a:schemeClr val="accent1"/>
          </a:effectRef>
          <a:fontRef idx="minor">
            <a:schemeClr val="tx1"/>
          </a:fontRef>
        </p:style>
      </p:cxnSp>
      <p:sp>
        <p:nvSpPr>
          <p:cNvPr id="118" name="TextBox 117">
            <a:extLst>
              <a:ext uri="{FF2B5EF4-FFF2-40B4-BE49-F238E27FC236}">
                <a16:creationId xmlns:a16="http://schemas.microsoft.com/office/drawing/2014/main" id="{3D32BF44-48CA-2665-0793-469859B1EA31}"/>
              </a:ext>
            </a:extLst>
          </p:cNvPr>
          <p:cNvSpPr txBox="1"/>
          <p:nvPr/>
        </p:nvSpPr>
        <p:spPr>
          <a:xfrm>
            <a:off x="6096000" y="2119901"/>
            <a:ext cx="4000271" cy="1077218"/>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Apropiadas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cuando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estamos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interesados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del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parámetro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cuando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es al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menos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tan grande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como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comparación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(mu0)</a:t>
            </a:r>
          </a:p>
        </p:txBody>
      </p:sp>
      <p:sp>
        <p:nvSpPr>
          <p:cNvPr id="119" name="TextBox 118">
            <a:extLst>
              <a:ext uri="{FF2B5EF4-FFF2-40B4-BE49-F238E27FC236}">
                <a16:creationId xmlns:a16="http://schemas.microsoft.com/office/drawing/2014/main" id="{18B9B417-2694-04FA-FBF8-708A5FA21320}"/>
              </a:ext>
            </a:extLst>
          </p:cNvPr>
          <p:cNvSpPr txBox="1"/>
          <p:nvPr/>
        </p:nvSpPr>
        <p:spPr>
          <a:xfrm>
            <a:off x="6133559" y="3982973"/>
            <a:ext cx="3388643" cy="338554"/>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Alternativas</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 dos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lados</a:t>
            </a:r>
            <a:endParaRPr kumimoji="0" lang="en-GB" sz="1600" b="1" i="0" u="none" strike="noStrike" kern="1200" cap="none" spc="0" normalizeH="0" baseline="0" noProof="0">
              <a:ln>
                <a:noFill/>
              </a:ln>
              <a:solidFill>
                <a:srgbClr val="EA2023"/>
              </a:solidFill>
              <a:effectLst/>
              <a:uLnTx/>
              <a:uFillTx/>
              <a:latin typeface="Aptos" panose="020B0004020202020204"/>
              <a:ea typeface="+mn-ea"/>
              <a:cs typeface="+mn-cs"/>
            </a:endParaRPr>
          </a:p>
        </p:txBody>
      </p:sp>
      <p:cxnSp>
        <p:nvCxnSpPr>
          <p:cNvPr id="120" name="Connector: Elbow 119">
            <a:extLst>
              <a:ext uri="{FF2B5EF4-FFF2-40B4-BE49-F238E27FC236}">
                <a16:creationId xmlns:a16="http://schemas.microsoft.com/office/drawing/2014/main" id="{04FF828D-F1C6-AE29-B8B0-E9DD6783A0A6}"/>
              </a:ext>
            </a:extLst>
          </p:cNvPr>
          <p:cNvCxnSpPr>
            <a:cxnSpLocks/>
            <a:stCxn id="126" idx="3"/>
            <a:endCxn id="119" idx="1"/>
          </p:cNvCxnSpPr>
          <p:nvPr/>
        </p:nvCxnSpPr>
        <p:spPr>
          <a:xfrm flipV="1">
            <a:off x="3809065" y="4152250"/>
            <a:ext cx="2324494" cy="581545"/>
          </a:xfrm>
          <a:prstGeom prst="bentConnector3">
            <a:avLst>
              <a:gd name="adj1" fmla="val 50000"/>
            </a:avLst>
          </a:prstGeom>
          <a:ln>
            <a:solidFill>
              <a:srgbClr val="EA2023"/>
            </a:solidFill>
            <a:tailEnd type="triangle"/>
          </a:ln>
        </p:spPr>
        <p:style>
          <a:lnRef idx="2">
            <a:schemeClr val="accent1"/>
          </a:lnRef>
          <a:fillRef idx="0">
            <a:schemeClr val="accent1"/>
          </a:fillRef>
          <a:effectRef idx="1">
            <a:schemeClr val="accent1"/>
          </a:effectRef>
          <a:fontRef idx="minor">
            <a:schemeClr val="tx1"/>
          </a:fontRef>
        </p:style>
      </p:cxnSp>
      <p:sp>
        <p:nvSpPr>
          <p:cNvPr id="126" name="Rectangle: Rounded Corners 125">
            <a:extLst>
              <a:ext uri="{FF2B5EF4-FFF2-40B4-BE49-F238E27FC236}">
                <a16:creationId xmlns:a16="http://schemas.microsoft.com/office/drawing/2014/main" id="{5B6F9D16-817D-5D67-0769-CCDD9ABF9552}"/>
              </a:ext>
            </a:extLst>
          </p:cNvPr>
          <p:cNvSpPr/>
          <p:nvPr/>
        </p:nvSpPr>
        <p:spPr>
          <a:xfrm>
            <a:off x="2045579" y="4477032"/>
            <a:ext cx="1763486" cy="513525"/>
          </a:xfrm>
          <a:prstGeom prst="roundRect">
            <a:avLst/>
          </a:prstGeom>
          <a:noFill/>
          <a:ln>
            <a:solidFill>
              <a:srgbClr val="EA20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31" name="TextBox 130">
            <a:extLst>
              <a:ext uri="{FF2B5EF4-FFF2-40B4-BE49-F238E27FC236}">
                <a16:creationId xmlns:a16="http://schemas.microsoft.com/office/drawing/2014/main" id="{9747FFFA-ED0A-F19D-4FB7-802974652357}"/>
              </a:ext>
            </a:extLst>
          </p:cNvPr>
          <p:cNvSpPr txBox="1"/>
          <p:nvPr/>
        </p:nvSpPr>
        <p:spPr>
          <a:xfrm>
            <a:off x="6146150" y="4314558"/>
            <a:ext cx="4000271" cy="830997"/>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Apropiadas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cuando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estamos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interesados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cualquier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tipo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diferencia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respecto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al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establecido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hipótesis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nula</a:t>
            </a: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p:txBody>
      </p:sp>
    </p:spTree>
    <p:extLst>
      <p:ext uri="{BB962C8B-B14F-4D97-AF65-F5344CB8AC3E}">
        <p14:creationId xmlns:p14="http://schemas.microsoft.com/office/powerpoint/2010/main" val="22113433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5"/>
                                        </p:tgtEl>
                                        <p:attrNameLst>
                                          <p:attrName>style.visibility</p:attrName>
                                        </p:attrNameLst>
                                      </p:cBhvr>
                                      <p:to>
                                        <p:strVal val="visible"/>
                                      </p:to>
                                    </p:set>
                                    <p:animEffect transition="in" filter="fade">
                                      <p:cBhvr>
                                        <p:cTn id="15" dur="500"/>
                                        <p:tgtEl>
                                          <p:spTgt spid="7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6"/>
                                        </p:tgtEl>
                                        <p:attrNameLst>
                                          <p:attrName>style.visibility</p:attrName>
                                        </p:attrNameLst>
                                      </p:cBhvr>
                                      <p:to>
                                        <p:strVal val="visible"/>
                                      </p:to>
                                    </p:set>
                                    <p:animEffect transition="in" filter="fade">
                                      <p:cBhvr>
                                        <p:cTn id="18" dur="500"/>
                                        <p:tgtEl>
                                          <p:spTgt spid="7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7"/>
                                        </p:tgtEl>
                                        <p:attrNameLst>
                                          <p:attrName>style.visibility</p:attrName>
                                        </p:attrNameLst>
                                      </p:cBhvr>
                                      <p:to>
                                        <p:strVal val="visible"/>
                                      </p:to>
                                    </p:set>
                                    <p:animEffect transition="in" filter="fade">
                                      <p:cBhvr>
                                        <p:cTn id="23" dur="500"/>
                                        <p:tgtEl>
                                          <p:spTgt spid="7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8"/>
                                        </p:tgtEl>
                                        <p:attrNameLst>
                                          <p:attrName>style.visibility</p:attrName>
                                        </p:attrNameLst>
                                      </p:cBhvr>
                                      <p:to>
                                        <p:strVal val="visible"/>
                                      </p:to>
                                    </p:set>
                                    <p:animEffect transition="in" filter="fade">
                                      <p:cBhvr>
                                        <p:cTn id="28" dur="500"/>
                                        <p:tgtEl>
                                          <p:spTgt spid="11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9"/>
                                        </p:tgtEl>
                                        <p:attrNameLst>
                                          <p:attrName>style.visibility</p:attrName>
                                        </p:attrNameLst>
                                      </p:cBhvr>
                                      <p:to>
                                        <p:strVal val="visible"/>
                                      </p:to>
                                    </p:set>
                                    <p:animEffect transition="in" filter="fade">
                                      <p:cBhvr>
                                        <p:cTn id="33" dur="500"/>
                                        <p:tgtEl>
                                          <p:spTgt spid="1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1"/>
                                        </p:tgtEl>
                                        <p:attrNameLst>
                                          <p:attrName>style.visibility</p:attrName>
                                        </p:attrNameLst>
                                      </p:cBhvr>
                                      <p:to>
                                        <p:strVal val="visible"/>
                                      </p:to>
                                    </p:set>
                                    <p:animEffect transition="in" filter="fade">
                                      <p:cBhvr>
                                        <p:cTn id="38" dur="5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8" grpId="0"/>
      <p:bldP spid="12" grpId="0"/>
      <p:bldP spid="75" grpId="0"/>
      <p:bldP spid="77" grpId="0"/>
      <p:bldP spid="118" grpId="0"/>
      <p:bldP spid="119" grpId="0"/>
      <p:bldP spid="131" grpId="0"/>
    </p:bld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9" name="Rectangle: Rounded Corners 128">
            <a:extLst>
              <a:ext uri="{FF2B5EF4-FFF2-40B4-BE49-F238E27FC236}">
                <a16:creationId xmlns:a16="http://schemas.microsoft.com/office/drawing/2014/main" id="{59DAA76A-1007-A0C9-8CC8-32C6ECC69BBA}"/>
              </a:ext>
            </a:extLst>
          </p:cNvPr>
          <p:cNvSpPr/>
          <p:nvPr/>
        </p:nvSpPr>
        <p:spPr>
          <a:xfrm>
            <a:off x="6096000" y="3122806"/>
            <a:ext cx="4627005" cy="1409882"/>
          </a:xfrm>
          <a:prstGeom prst="roundRect">
            <a:avLst/>
          </a:prstGeom>
          <a:solidFill>
            <a:schemeClr val="bg1">
              <a:lumMod val="95000"/>
            </a:schemeClr>
          </a:solidFill>
          <a:ln>
            <a:noFill/>
          </a:ln>
          <a:effectLst>
            <a:outerShdw blurRad="50800" dist="38100" dir="5400000" algn="t"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65156E">
                  <a:lumMod val="50000"/>
                </a:srgbClr>
              </a:solidFill>
              <a:effectLst/>
              <a:uLnTx/>
              <a:uFillTx/>
              <a:latin typeface="Aptos" panose="020B0004020202020204"/>
              <a:ea typeface="+mn-ea"/>
              <a:cs typeface="+mn-cs"/>
            </a:endParaRPr>
          </a:p>
        </p:txBody>
      </p:sp>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8" name="TextBox 7">
            <a:extLst>
              <a:ext uri="{FF2B5EF4-FFF2-40B4-BE49-F238E27FC236}">
                <a16:creationId xmlns:a16="http://schemas.microsoft.com/office/drawing/2014/main" id="{964F6F91-7753-2666-0C67-E83E1E1EBC72}"/>
              </a:ext>
            </a:extLst>
          </p:cNvPr>
          <p:cNvSpPr txBox="1"/>
          <p:nvPr/>
        </p:nvSpPr>
        <p:spPr>
          <a:xfrm>
            <a:off x="797735" y="941319"/>
            <a:ext cx="4200511" cy="646331"/>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Pruebas</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hipótesis</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acerca</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la media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en</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una</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población normal</a:t>
            </a:r>
          </a:p>
        </p:txBody>
      </p:sp>
      <p:sp>
        <p:nvSpPr>
          <p:cNvPr id="12" name="TextBox 11">
            <a:extLst>
              <a:ext uri="{FF2B5EF4-FFF2-40B4-BE49-F238E27FC236}">
                <a16:creationId xmlns:a16="http://schemas.microsoft.com/office/drawing/2014/main" id="{DE968164-241B-755B-1D69-1EFA5BBAACF1}"/>
              </a:ext>
            </a:extLst>
          </p:cNvPr>
          <p:cNvSpPr txBox="1"/>
          <p:nvPr/>
        </p:nvSpPr>
        <p:spPr>
          <a:xfrm>
            <a:off x="797737" y="1810684"/>
            <a:ext cx="4200511" cy="369332"/>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Definición</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la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región</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rechazo</a:t>
            </a:r>
            <a:endParaRPr kumimoji="0" lang="en-GB" sz="1800" b="1" i="0" u="none" strike="noStrike" kern="1200" cap="none" spc="0" normalizeH="0" baseline="0" noProof="0">
              <a:ln>
                <a:noFill/>
              </a:ln>
              <a:solidFill>
                <a:srgbClr val="EA2023"/>
              </a:solidFill>
              <a:effectLst/>
              <a:uLnTx/>
              <a:uFillTx/>
              <a:latin typeface="Aptos" panose="020B0004020202020204"/>
              <a:ea typeface="+mn-ea"/>
              <a:cs typeface="+mn-cs"/>
            </a:endParaRPr>
          </a:p>
        </p:txBody>
      </p:sp>
      <p:sp>
        <p:nvSpPr>
          <p:cNvPr id="75" name="TextBox 74">
            <a:extLst>
              <a:ext uri="{FF2B5EF4-FFF2-40B4-BE49-F238E27FC236}">
                <a16:creationId xmlns:a16="http://schemas.microsoft.com/office/drawing/2014/main" id="{FB326B81-CD89-B3DA-C27A-45A86152064F}"/>
              </a:ext>
            </a:extLst>
          </p:cNvPr>
          <p:cNvSpPr txBox="1"/>
          <p:nvPr/>
        </p:nvSpPr>
        <p:spPr>
          <a:xfrm>
            <a:off x="897856" y="2817743"/>
            <a:ext cx="4000271" cy="1077218"/>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Considerando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especificación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H1,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deberíamos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rechazar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H0 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favor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H1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cuando</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de la media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muestral</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suficientemente</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mayor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mu0.</a:t>
            </a:r>
          </a:p>
        </p:txBody>
      </p:sp>
      <p:grpSp>
        <p:nvGrpSpPr>
          <p:cNvPr id="140" name="Group 139">
            <a:extLst>
              <a:ext uri="{FF2B5EF4-FFF2-40B4-BE49-F238E27FC236}">
                <a16:creationId xmlns:a16="http://schemas.microsoft.com/office/drawing/2014/main" id="{BCA36EB0-1A5A-BF88-277A-BF9CDF2096DB}"/>
              </a:ext>
            </a:extLst>
          </p:cNvPr>
          <p:cNvGrpSpPr>
            <a:grpSpLocks noChangeAspect="1"/>
          </p:cNvGrpSpPr>
          <p:nvPr>
            <p:custDataLst>
              <p:tags r:id="rId1"/>
            </p:custDataLst>
          </p:nvPr>
        </p:nvGrpSpPr>
        <p:grpSpPr>
          <a:xfrm>
            <a:off x="1011534" y="2439160"/>
            <a:ext cx="1104470" cy="204742"/>
            <a:chOff x="3196013" y="5643973"/>
            <a:chExt cx="1104470" cy="204742"/>
          </a:xfrm>
        </p:grpSpPr>
        <p:sp>
          <p:nvSpPr>
            <p:cNvPr id="141" name="Freeform: Shape 140">
              <a:extLst>
                <a:ext uri="{FF2B5EF4-FFF2-40B4-BE49-F238E27FC236}">
                  <a16:creationId xmlns:a16="http://schemas.microsoft.com/office/drawing/2014/main" id="{D8F0F5E8-2D02-0B36-6670-DB3575FA9D40}"/>
                </a:ext>
              </a:extLst>
            </p:cNvPr>
            <p:cNvSpPr/>
            <p:nvPr>
              <p:custDataLst>
                <p:tags r:id="rId53"/>
              </p:custDataLst>
            </p:nvPr>
          </p:nvSpPr>
          <p:spPr>
            <a:xfrm>
              <a:off x="3196013" y="5643973"/>
              <a:ext cx="153994" cy="155550"/>
            </a:xfrm>
            <a:custGeom>
              <a:avLst/>
              <a:gdLst>
                <a:gd name="connsiteX0" fmla="*/ 130848 w 153994"/>
                <a:gd name="connsiteY0" fmla="*/ 17827 h 155550"/>
                <a:gd name="connsiteX1" fmla="*/ 148660 w 153994"/>
                <a:gd name="connsiteY1" fmla="*/ 7123 h 155550"/>
                <a:gd name="connsiteX2" fmla="*/ 154072 w 153994"/>
                <a:gd name="connsiteY2" fmla="*/ 7123 h 155550"/>
                <a:gd name="connsiteX3" fmla="*/ 154072 w 153994"/>
                <a:gd name="connsiteY3" fmla="*/ 63 h 155550"/>
                <a:gd name="connsiteX4" fmla="*/ 120928 w 153994"/>
                <a:gd name="connsiteY4" fmla="*/ 746 h 155550"/>
                <a:gd name="connsiteX5" fmla="*/ 87558 w 153994"/>
                <a:gd name="connsiteY5" fmla="*/ 63 h 155550"/>
                <a:gd name="connsiteX6" fmla="*/ 87558 w 153994"/>
                <a:gd name="connsiteY6" fmla="*/ 7123 h 155550"/>
                <a:gd name="connsiteX7" fmla="*/ 92970 w 153994"/>
                <a:gd name="connsiteY7" fmla="*/ 7123 h 155550"/>
                <a:gd name="connsiteX8" fmla="*/ 110782 w 153994"/>
                <a:gd name="connsiteY8" fmla="*/ 17827 h 155550"/>
                <a:gd name="connsiteX9" fmla="*/ 110782 w 153994"/>
                <a:gd name="connsiteY9" fmla="*/ 71120 h 155550"/>
                <a:gd name="connsiteX10" fmla="*/ 43367 w 153994"/>
                <a:gd name="connsiteY10" fmla="*/ 71120 h 155550"/>
                <a:gd name="connsiteX11" fmla="*/ 43367 w 153994"/>
                <a:gd name="connsiteY11" fmla="*/ 17827 h 155550"/>
                <a:gd name="connsiteX12" fmla="*/ 61179 w 153994"/>
                <a:gd name="connsiteY12" fmla="*/ 7123 h 155550"/>
                <a:gd name="connsiteX13" fmla="*/ 66590 w 153994"/>
                <a:gd name="connsiteY13" fmla="*/ 7123 h 155550"/>
                <a:gd name="connsiteX14" fmla="*/ 66590 w 153994"/>
                <a:gd name="connsiteY14" fmla="*/ 63 h 155550"/>
                <a:gd name="connsiteX15" fmla="*/ 33446 w 153994"/>
                <a:gd name="connsiteY15" fmla="*/ 746 h 155550"/>
                <a:gd name="connsiteX16" fmla="*/ 77 w 153994"/>
                <a:gd name="connsiteY16" fmla="*/ 63 h 155550"/>
                <a:gd name="connsiteX17" fmla="*/ 77 w 153994"/>
                <a:gd name="connsiteY17" fmla="*/ 7123 h 155550"/>
                <a:gd name="connsiteX18" fmla="*/ 5488 w 153994"/>
                <a:gd name="connsiteY18" fmla="*/ 7123 h 155550"/>
                <a:gd name="connsiteX19" fmla="*/ 23300 w 153994"/>
                <a:gd name="connsiteY19" fmla="*/ 17827 h 155550"/>
                <a:gd name="connsiteX20" fmla="*/ 23300 w 153994"/>
                <a:gd name="connsiteY20" fmla="*/ 137849 h 155550"/>
                <a:gd name="connsiteX21" fmla="*/ 5488 w 153994"/>
                <a:gd name="connsiteY21" fmla="*/ 148553 h 155550"/>
                <a:gd name="connsiteX22" fmla="*/ 77 w 153994"/>
                <a:gd name="connsiteY22" fmla="*/ 148553 h 155550"/>
                <a:gd name="connsiteX23" fmla="*/ 77 w 153994"/>
                <a:gd name="connsiteY23" fmla="*/ 155613 h 155550"/>
                <a:gd name="connsiteX24" fmla="*/ 33221 w 153994"/>
                <a:gd name="connsiteY24" fmla="*/ 154930 h 155550"/>
                <a:gd name="connsiteX25" fmla="*/ 66590 w 153994"/>
                <a:gd name="connsiteY25" fmla="*/ 155613 h 155550"/>
                <a:gd name="connsiteX26" fmla="*/ 66590 w 153994"/>
                <a:gd name="connsiteY26" fmla="*/ 148553 h 155550"/>
                <a:gd name="connsiteX27" fmla="*/ 61179 w 153994"/>
                <a:gd name="connsiteY27" fmla="*/ 148553 h 155550"/>
                <a:gd name="connsiteX28" fmla="*/ 43367 w 153994"/>
                <a:gd name="connsiteY28" fmla="*/ 137849 h 155550"/>
                <a:gd name="connsiteX29" fmla="*/ 43367 w 153994"/>
                <a:gd name="connsiteY29" fmla="*/ 78180 h 155550"/>
                <a:gd name="connsiteX30" fmla="*/ 110782 w 153994"/>
                <a:gd name="connsiteY30" fmla="*/ 78180 h 155550"/>
                <a:gd name="connsiteX31" fmla="*/ 110782 w 153994"/>
                <a:gd name="connsiteY31" fmla="*/ 137849 h 155550"/>
                <a:gd name="connsiteX32" fmla="*/ 92970 w 153994"/>
                <a:gd name="connsiteY32" fmla="*/ 148553 h 155550"/>
                <a:gd name="connsiteX33" fmla="*/ 87558 w 153994"/>
                <a:gd name="connsiteY33" fmla="*/ 148553 h 155550"/>
                <a:gd name="connsiteX34" fmla="*/ 87558 w 153994"/>
                <a:gd name="connsiteY34" fmla="*/ 155613 h 155550"/>
                <a:gd name="connsiteX35" fmla="*/ 120702 w 153994"/>
                <a:gd name="connsiteY35" fmla="*/ 154930 h 155550"/>
                <a:gd name="connsiteX36" fmla="*/ 154072 w 153994"/>
                <a:gd name="connsiteY36" fmla="*/ 155613 h 155550"/>
                <a:gd name="connsiteX37" fmla="*/ 154072 w 153994"/>
                <a:gd name="connsiteY37" fmla="*/ 148553 h 155550"/>
                <a:gd name="connsiteX38" fmla="*/ 148660 w 153994"/>
                <a:gd name="connsiteY38" fmla="*/ 148553 h 155550"/>
                <a:gd name="connsiteX39" fmla="*/ 130848 w 153994"/>
                <a:gd name="connsiteY39" fmla="*/ 137849 h 155550"/>
                <a:gd name="connsiteX40" fmla="*/ 130848 w 153994"/>
                <a:gd name="connsiteY40" fmla="*/ 17827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3994" h="155550">
                  <a:moveTo>
                    <a:pt x="130848" y="17827"/>
                  </a:moveTo>
                  <a:cubicBezTo>
                    <a:pt x="130848" y="9628"/>
                    <a:pt x="131299" y="7123"/>
                    <a:pt x="148660" y="7123"/>
                  </a:cubicBezTo>
                  <a:lnTo>
                    <a:pt x="154072" y="7123"/>
                  </a:lnTo>
                  <a:lnTo>
                    <a:pt x="154072" y="63"/>
                  </a:lnTo>
                  <a:cubicBezTo>
                    <a:pt x="146180" y="746"/>
                    <a:pt x="129496" y="746"/>
                    <a:pt x="120928" y="746"/>
                  </a:cubicBezTo>
                  <a:cubicBezTo>
                    <a:pt x="112360" y="746"/>
                    <a:pt x="95450" y="746"/>
                    <a:pt x="87558" y="63"/>
                  </a:cubicBezTo>
                  <a:lnTo>
                    <a:pt x="87558" y="7123"/>
                  </a:lnTo>
                  <a:lnTo>
                    <a:pt x="92970" y="7123"/>
                  </a:lnTo>
                  <a:cubicBezTo>
                    <a:pt x="110331" y="7123"/>
                    <a:pt x="110782" y="9628"/>
                    <a:pt x="110782" y="17827"/>
                  </a:cubicBezTo>
                  <a:lnTo>
                    <a:pt x="110782" y="71120"/>
                  </a:lnTo>
                  <a:lnTo>
                    <a:pt x="43367" y="71120"/>
                  </a:lnTo>
                  <a:lnTo>
                    <a:pt x="43367" y="17827"/>
                  </a:lnTo>
                  <a:cubicBezTo>
                    <a:pt x="43367" y="9628"/>
                    <a:pt x="43818" y="7123"/>
                    <a:pt x="61179" y="7123"/>
                  </a:cubicBezTo>
                  <a:lnTo>
                    <a:pt x="66590" y="7123"/>
                  </a:lnTo>
                  <a:lnTo>
                    <a:pt x="66590" y="63"/>
                  </a:lnTo>
                  <a:cubicBezTo>
                    <a:pt x="58699" y="746"/>
                    <a:pt x="42014" y="746"/>
                    <a:pt x="33446" y="746"/>
                  </a:cubicBezTo>
                  <a:cubicBezTo>
                    <a:pt x="24878" y="746"/>
                    <a:pt x="7968" y="746"/>
                    <a:pt x="77" y="63"/>
                  </a:cubicBezTo>
                  <a:lnTo>
                    <a:pt x="77" y="7123"/>
                  </a:lnTo>
                  <a:lnTo>
                    <a:pt x="5488" y="7123"/>
                  </a:lnTo>
                  <a:cubicBezTo>
                    <a:pt x="22849" y="7123"/>
                    <a:pt x="23300" y="9628"/>
                    <a:pt x="23300" y="17827"/>
                  </a:cubicBezTo>
                  <a:lnTo>
                    <a:pt x="23300" y="137849"/>
                  </a:lnTo>
                  <a:cubicBezTo>
                    <a:pt x="23300" y="146048"/>
                    <a:pt x="22849" y="148553"/>
                    <a:pt x="5488" y="148553"/>
                  </a:cubicBezTo>
                  <a:lnTo>
                    <a:pt x="77" y="148553"/>
                  </a:lnTo>
                  <a:lnTo>
                    <a:pt x="77" y="155613"/>
                  </a:lnTo>
                  <a:cubicBezTo>
                    <a:pt x="7968" y="154930"/>
                    <a:pt x="24653" y="154930"/>
                    <a:pt x="33221" y="154930"/>
                  </a:cubicBezTo>
                  <a:cubicBezTo>
                    <a:pt x="41788" y="154930"/>
                    <a:pt x="58699" y="154930"/>
                    <a:pt x="66590" y="155613"/>
                  </a:cubicBezTo>
                  <a:lnTo>
                    <a:pt x="66590" y="148553"/>
                  </a:lnTo>
                  <a:lnTo>
                    <a:pt x="61179" y="148553"/>
                  </a:lnTo>
                  <a:cubicBezTo>
                    <a:pt x="43818" y="148553"/>
                    <a:pt x="43367" y="146048"/>
                    <a:pt x="43367" y="137849"/>
                  </a:cubicBezTo>
                  <a:lnTo>
                    <a:pt x="43367" y="78180"/>
                  </a:lnTo>
                  <a:lnTo>
                    <a:pt x="110782" y="78180"/>
                  </a:lnTo>
                  <a:lnTo>
                    <a:pt x="110782" y="137849"/>
                  </a:lnTo>
                  <a:cubicBezTo>
                    <a:pt x="110782" y="146048"/>
                    <a:pt x="110331" y="148553"/>
                    <a:pt x="92970" y="148553"/>
                  </a:cubicBezTo>
                  <a:lnTo>
                    <a:pt x="87558" y="148553"/>
                  </a:lnTo>
                  <a:lnTo>
                    <a:pt x="87558" y="155613"/>
                  </a:lnTo>
                  <a:cubicBezTo>
                    <a:pt x="95450" y="154930"/>
                    <a:pt x="112135" y="154930"/>
                    <a:pt x="120702" y="154930"/>
                  </a:cubicBezTo>
                  <a:cubicBezTo>
                    <a:pt x="129270" y="154930"/>
                    <a:pt x="146180" y="154930"/>
                    <a:pt x="154072" y="155613"/>
                  </a:cubicBezTo>
                  <a:lnTo>
                    <a:pt x="154072" y="148553"/>
                  </a:lnTo>
                  <a:lnTo>
                    <a:pt x="148660" y="148553"/>
                  </a:lnTo>
                  <a:cubicBezTo>
                    <a:pt x="131299" y="148553"/>
                    <a:pt x="130848" y="146048"/>
                    <a:pt x="130848" y="137849"/>
                  </a:cubicBezTo>
                  <a:lnTo>
                    <a:pt x="130848" y="1782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2" name="Freeform: Shape 141">
              <a:extLst>
                <a:ext uri="{FF2B5EF4-FFF2-40B4-BE49-F238E27FC236}">
                  <a16:creationId xmlns:a16="http://schemas.microsoft.com/office/drawing/2014/main" id="{A2B7A70F-4309-4F74-83F8-D811E1316FDE}"/>
                </a:ext>
              </a:extLst>
            </p:cNvPr>
            <p:cNvSpPr/>
            <p:nvPr>
              <p:custDataLst>
                <p:tags r:id="rId54"/>
              </p:custDataLst>
            </p:nvPr>
          </p:nvSpPr>
          <p:spPr>
            <a:xfrm>
              <a:off x="3374878" y="5727828"/>
              <a:ext cx="57449" cy="105856"/>
            </a:xfrm>
            <a:custGeom>
              <a:avLst/>
              <a:gdLst>
                <a:gd name="connsiteX0" fmla="*/ 35753 w 57449"/>
                <a:gd name="connsiteY0" fmla="*/ 4528 h 105856"/>
                <a:gd name="connsiteX1" fmla="*/ 31018 w 57449"/>
                <a:gd name="connsiteY1" fmla="*/ 64 h 105856"/>
                <a:gd name="connsiteX2" fmla="*/ 84 w 57449"/>
                <a:gd name="connsiteY2" fmla="*/ 10267 h 105856"/>
                <a:gd name="connsiteX3" fmla="*/ 84 w 57449"/>
                <a:gd name="connsiteY3" fmla="*/ 16006 h 105856"/>
                <a:gd name="connsiteX4" fmla="*/ 22969 w 57449"/>
                <a:gd name="connsiteY4" fmla="*/ 11543 h 105856"/>
                <a:gd name="connsiteX5" fmla="*/ 22969 w 57449"/>
                <a:gd name="connsiteY5" fmla="*/ 92848 h 105856"/>
                <a:gd name="connsiteX6" fmla="*/ 7186 w 57449"/>
                <a:gd name="connsiteY6" fmla="*/ 100181 h 105856"/>
                <a:gd name="connsiteX7" fmla="*/ 1189 w 57449"/>
                <a:gd name="connsiteY7" fmla="*/ 100181 h 105856"/>
                <a:gd name="connsiteX8" fmla="*/ 1189 w 57449"/>
                <a:gd name="connsiteY8" fmla="*/ 105921 h 105856"/>
                <a:gd name="connsiteX9" fmla="*/ 29282 w 57449"/>
                <a:gd name="connsiteY9" fmla="*/ 105283 h 105856"/>
                <a:gd name="connsiteX10" fmla="*/ 57534 w 57449"/>
                <a:gd name="connsiteY10" fmla="*/ 105921 h 105856"/>
                <a:gd name="connsiteX11" fmla="*/ 57534 w 57449"/>
                <a:gd name="connsiteY11" fmla="*/ 100181 h 105856"/>
                <a:gd name="connsiteX12" fmla="*/ 51536 w 57449"/>
                <a:gd name="connsiteY12" fmla="*/ 100181 h 105856"/>
                <a:gd name="connsiteX13" fmla="*/ 35753 w 57449"/>
                <a:gd name="connsiteY13" fmla="*/ 92848 h 105856"/>
                <a:gd name="connsiteX14" fmla="*/ 35753 w 57449"/>
                <a:gd name="connsiteY14" fmla="*/ 4528 h 10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49" h="105856">
                  <a:moveTo>
                    <a:pt x="35753" y="4528"/>
                  </a:moveTo>
                  <a:cubicBezTo>
                    <a:pt x="35753" y="224"/>
                    <a:pt x="35438" y="64"/>
                    <a:pt x="31018" y="64"/>
                  </a:cubicBezTo>
                  <a:cubicBezTo>
                    <a:pt x="20917" y="10108"/>
                    <a:pt x="6555" y="10267"/>
                    <a:pt x="84" y="10267"/>
                  </a:cubicBezTo>
                  <a:lnTo>
                    <a:pt x="84" y="16006"/>
                  </a:lnTo>
                  <a:cubicBezTo>
                    <a:pt x="3872" y="16006"/>
                    <a:pt x="14289" y="16006"/>
                    <a:pt x="22969" y="11543"/>
                  </a:cubicBezTo>
                  <a:lnTo>
                    <a:pt x="22969" y="92848"/>
                  </a:lnTo>
                  <a:cubicBezTo>
                    <a:pt x="22969" y="98109"/>
                    <a:pt x="22969" y="100181"/>
                    <a:pt x="7186" y="100181"/>
                  </a:cubicBezTo>
                  <a:lnTo>
                    <a:pt x="1189" y="100181"/>
                  </a:lnTo>
                  <a:lnTo>
                    <a:pt x="1189" y="105921"/>
                  </a:lnTo>
                  <a:cubicBezTo>
                    <a:pt x="4030" y="105761"/>
                    <a:pt x="23443" y="105283"/>
                    <a:pt x="29282" y="105283"/>
                  </a:cubicBezTo>
                  <a:cubicBezTo>
                    <a:pt x="34175" y="105283"/>
                    <a:pt x="54061" y="105761"/>
                    <a:pt x="57534" y="105921"/>
                  </a:cubicBezTo>
                  <a:lnTo>
                    <a:pt x="57534" y="100181"/>
                  </a:lnTo>
                  <a:lnTo>
                    <a:pt x="51536" y="100181"/>
                  </a:lnTo>
                  <a:cubicBezTo>
                    <a:pt x="35753" y="100181"/>
                    <a:pt x="35753" y="98109"/>
                    <a:pt x="35753" y="92848"/>
                  </a:cubicBezTo>
                  <a:lnTo>
                    <a:pt x="35753" y="452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3" name="Freeform: Shape 142">
              <a:extLst>
                <a:ext uri="{FF2B5EF4-FFF2-40B4-BE49-F238E27FC236}">
                  <a16:creationId xmlns:a16="http://schemas.microsoft.com/office/drawing/2014/main" id="{6021D584-1A85-5E5F-972A-EFC90D11D9B9}"/>
                </a:ext>
              </a:extLst>
            </p:cNvPr>
            <p:cNvSpPr/>
            <p:nvPr>
              <p:custDataLst>
                <p:tags r:id="rId55"/>
              </p:custDataLst>
            </p:nvPr>
          </p:nvSpPr>
          <p:spPr>
            <a:xfrm>
              <a:off x="3540842" y="5701364"/>
              <a:ext cx="23899" cy="98158"/>
            </a:xfrm>
            <a:custGeom>
              <a:avLst/>
              <a:gdLst>
                <a:gd name="connsiteX0" fmla="*/ 23991 w 23899"/>
                <a:gd name="connsiteY0" fmla="*/ 12133 h 98158"/>
                <a:gd name="connsiteX1" fmla="*/ 12041 w 23899"/>
                <a:gd name="connsiteY1" fmla="*/ 63 h 98158"/>
                <a:gd name="connsiteX2" fmla="*/ 91 w 23899"/>
                <a:gd name="connsiteY2" fmla="*/ 12133 h 98158"/>
                <a:gd name="connsiteX3" fmla="*/ 12041 w 23899"/>
                <a:gd name="connsiteY3" fmla="*/ 24204 h 98158"/>
                <a:gd name="connsiteX4" fmla="*/ 23991 w 23899"/>
                <a:gd name="connsiteY4" fmla="*/ 12133 h 98158"/>
                <a:gd name="connsiteX5" fmla="*/ 23991 w 23899"/>
                <a:gd name="connsiteY5" fmla="*/ 86151 h 98158"/>
                <a:gd name="connsiteX6" fmla="*/ 12041 w 23899"/>
                <a:gd name="connsiteY6" fmla="*/ 74080 h 98158"/>
                <a:gd name="connsiteX7" fmla="*/ 91 w 23899"/>
                <a:gd name="connsiteY7" fmla="*/ 86151 h 98158"/>
                <a:gd name="connsiteX8" fmla="*/ 12041 w 23899"/>
                <a:gd name="connsiteY8" fmla="*/ 98221 h 98158"/>
                <a:gd name="connsiteX9" fmla="*/ 23991 w 23899"/>
                <a:gd name="connsiteY9" fmla="*/ 86151 h 9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99" h="98158">
                  <a:moveTo>
                    <a:pt x="23991" y="12133"/>
                  </a:moveTo>
                  <a:cubicBezTo>
                    <a:pt x="23991" y="5529"/>
                    <a:pt x="18580" y="63"/>
                    <a:pt x="12041" y="63"/>
                  </a:cubicBezTo>
                  <a:cubicBezTo>
                    <a:pt x="5503" y="63"/>
                    <a:pt x="91" y="5529"/>
                    <a:pt x="91" y="12133"/>
                  </a:cubicBezTo>
                  <a:cubicBezTo>
                    <a:pt x="91" y="18738"/>
                    <a:pt x="5503" y="24204"/>
                    <a:pt x="12041" y="24204"/>
                  </a:cubicBezTo>
                  <a:cubicBezTo>
                    <a:pt x="18580" y="24204"/>
                    <a:pt x="23991" y="18738"/>
                    <a:pt x="23991" y="12133"/>
                  </a:cubicBezTo>
                  <a:close/>
                  <a:moveTo>
                    <a:pt x="23991" y="86151"/>
                  </a:moveTo>
                  <a:cubicBezTo>
                    <a:pt x="23991" y="79546"/>
                    <a:pt x="18580" y="74080"/>
                    <a:pt x="12041" y="74080"/>
                  </a:cubicBezTo>
                  <a:cubicBezTo>
                    <a:pt x="5503" y="74080"/>
                    <a:pt x="91" y="79546"/>
                    <a:pt x="91" y="86151"/>
                  </a:cubicBezTo>
                  <a:cubicBezTo>
                    <a:pt x="91" y="92755"/>
                    <a:pt x="5503" y="98221"/>
                    <a:pt x="12041" y="98221"/>
                  </a:cubicBezTo>
                  <a:cubicBezTo>
                    <a:pt x="18580" y="98221"/>
                    <a:pt x="23991" y="92755"/>
                    <a:pt x="23991" y="8615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4" name="Freeform: Shape 143">
              <a:extLst>
                <a:ext uri="{FF2B5EF4-FFF2-40B4-BE49-F238E27FC236}">
                  <a16:creationId xmlns:a16="http://schemas.microsoft.com/office/drawing/2014/main" id="{2A5B2C7E-6CBB-B8A7-62F1-BB4F177606E0}"/>
                </a:ext>
              </a:extLst>
            </p:cNvPr>
            <p:cNvSpPr/>
            <p:nvPr>
              <p:custDataLst>
                <p:tags r:id="rId56"/>
              </p:custDataLst>
            </p:nvPr>
          </p:nvSpPr>
          <p:spPr>
            <a:xfrm>
              <a:off x="3653474" y="5698859"/>
              <a:ext cx="122203" cy="149856"/>
            </a:xfrm>
            <a:custGeom>
              <a:avLst/>
              <a:gdLst>
                <a:gd name="connsiteX0" fmla="*/ 45416 w 122203"/>
                <a:gd name="connsiteY0" fmla="*/ 20788 h 149856"/>
                <a:gd name="connsiteX1" fmla="*/ 48798 w 122203"/>
                <a:gd name="connsiteY1" fmla="*/ 6212 h 149856"/>
                <a:gd name="connsiteX2" fmla="*/ 42260 w 122203"/>
                <a:gd name="connsiteY2" fmla="*/ 63 h 149856"/>
                <a:gd name="connsiteX3" fmla="*/ 33241 w 122203"/>
                <a:gd name="connsiteY3" fmla="*/ 8262 h 149856"/>
                <a:gd name="connsiteX4" fmla="*/ 773 w 122203"/>
                <a:gd name="connsiteY4" fmla="*/ 140127 h 149856"/>
                <a:gd name="connsiteX5" fmla="*/ 97 w 122203"/>
                <a:gd name="connsiteY5" fmla="*/ 143770 h 149856"/>
                <a:gd name="connsiteX6" fmla="*/ 6410 w 122203"/>
                <a:gd name="connsiteY6" fmla="*/ 149920 h 149856"/>
                <a:gd name="connsiteX7" fmla="*/ 14301 w 122203"/>
                <a:gd name="connsiteY7" fmla="*/ 145137 h 149856"/>
                <a:gd name="connsiteX8" fmla="*/ 26702 w 122203"/>
                <a:gd name="connsiteY8" fmla="*/ 96172 h 149856"/>
                <a:gd name="connsiteX9" fmla="*/ 48573 w 122203"/>
                <a:gd name="connsiteY9" fmla="*/ 103232 h 149856"/>
                <a:gd name="connsiteX10" fmla="*/ 78560 w 122203"/>
                <a:gd name="connsiteY10" fmla="*/ 86606 h 149856"/>
                <a:gd name="connsiteX11" fmla="*/ 98852 w 122203"/>
                <a:gd name="connsiteY11" fmla="*/ 103232 h 149856"/>
                <a:gd name="connsiteX12" fmla="*/ 115537 w 122203"/>
                <a:gd name="connsiteY12" fmla="*/ 90706 h 149856"/>
                <a:gd name="connsiteX13" fmla="*/ 122301 w 122203"/>
                <a:gd name="connsiteY13" fmla="*/ 68159 h 149856"/>
                <a:gd name="connsiteX14" fmla="*/ 119595 w 122203"/>
                <a:gd name="connsiteY14" fmla="*/ 65881 h 149856"/>
                <a:gd name="connsiteX15" fmla="*/ 116439 w 122203"/>
                <a:gd name="connsiteY15" fmla="*/ 69981 h 149856"/>
                <a:gd name="connsiteX16" fmla="*/ 99303 w 122203"/>
                <a:gd name="connsiteY16" fmla="*/ 98221 h 149856"/>
                <a:gd name="connsiteX17" fmla="*/ 92539 w 122203"/>
                <a:gd name="connsiteY17" fmla="*/ 87745 h 149856"/>
                <a:gd name="connsiteX18" fmla="*/ 97048 w 122203"/>
                <a:gd name="connsiteY18" fmla="*/ 64059 h 149856"/>
                <a:gd name="connsiteX19" fmla="*/ 103362 w 122203"/>
                <a:gd name="connsiteY19" fmla="*/ 39463 h 149856"/>
                <a:gd name="connsiteX20" fmla="*/ 107194 w 122203"/>
                <a:gd name="connsiteY20" fmla="*/ 23976 h 149856"/>
                <a:gd name="connsiteX21" fmla="*/ 110577 w 122203"/>
                <a:gd name="connsiteY21" fmla="*/ 8717 h 149856"/>
                <a:gd name="connsiteX22" fmla="*/ 104038 w 122203"/>
                <a:gd name="connsiteY22" fmla="*/ 2568 h 149856"/>
                <a:gd name="connsiteX23" fmla="*/ 95245 w 122203"/>
                <a:gd name="connsiteY23" fmla="*/ 10539 h 149856"/>
                <a:gd name="connsiteX24" fmla="*/ 84648 w 122203"/>
                <a:gd name="connsiteY24" fmla="*/ 53128 h 149856"/>
                <a:gd name="connsiteX25" fmla="*/ 78785 w 122203"/>
                <a:gd name="connsiteY25" fmla="*/ 76358 h 149856"/>
                <a:gd name="connsiteX26" fmla="*/ 49475 w 122203"/>
                <a:gd name="connsiteY26" fmla="*/ 98221 h 149856"/>
                <a:gd name="connsiteX27" fmla="*/ 32790 w 122203"/>
                <a:gd name="connsiteY27" fmla="*/ 78407 h 149856"/>
                <a:gd name="connsiteX28" fmla="*/ 35946 w 122203"/>
                <a:gd name="connsiteY28" fmla="*/ 59049 h 149856"/>
                <a:gd name="connsiteX29" fmla="*/ 45416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16" y="20788"/>
                  </a:moveTo>
                  <a:cubicBezTo>
                    <a:pt x="46543" y="16005"/>
                    <a:pt x="48798" y="7351"/>
                    <a:pt x="48798" y="6212"/>
                  </a:cubicBezTo>
                  <a:cubicBezTo>
                    <a:pt x="48798" y="2340"/>
                    <a:pt x="46093" y="63"/>
                    <a:pt x="42260" y="63"/>
                  </a:cubicBezTo>
                  <a:cubicBezTo>
                    <a:pt x="41583" y="63"/>
                    <a:pt x="35270" y="291"/>
                    <a:pt x="33241" y="8262"/>
                  </a:cubicBezTo>
                  <a:lnTo>
                    <a:pt x="773" y="140127"/>
                  </a:lnTo>
                  <a:cubicBezTo>
                    <a:pt x="97" y="142859"/>
                    <a:pt x="97" y="143315"/>
                    <a:pt x="97" y="143770"/>
                  </a:cubicBezTo>
                  <a:cubicBezTo>
                    <a:pt x="97" y="147187"/>
                    <a:pt x="2577" y="149920"/>
                    <a:pt x="6410" y="149920"/>
                  </a:cubicBezTo>
                  <a:cubicBezTo>
                    <a:pt x="11145" y="149920"/>
                    <a:pt x="13851" y="145820"/>
                    <a:pt x="14301" y="145137"/>
                  </a:cubicBezTo>
                  <a:cubicBezTo>
                    <a:pt x="15203" y="143087"/>
                    <a:pt x="18134" y="131244"/>
                    <a:pt x="26702" y="96172"/>
                  </a:cubicBezTo>
                  <a:cubicBezTo>
                    <a:pt x="33917" y="102321"/>
                    <a:pt x="44063" y="103232"/>
                    <a:pt x="48573" y="103232"/>
                  </a:cubicBezTo>
                  <a:cubicBezTo>
                    <a:pt x="64355" y="103232"/>
                    <a:pt x="73149" y="92983"/>
                    <a:pt x="78560" y="86606"/>
                  </a:cubicBezTo>
                  <a:cubicBezTo>
                    <a:pt x="80589" y="96855"/>
                    <a:pt x="88932" y="103232"/>
                    <a:pt x="98852" y="103232"/>
                  </a:cubicBezTo>
                  <a:cubicBezTo>
                    <a:pt x="106744" y="103232"/>
                    <a:pt x="111929" y="97994"/>
                    <a:pt x="115537" y="90706"/>
                  </a:cubicBezTo>
                  <a:cubicBezTo>
                    <a:pt x="119370" y="82507"/>
                    <a:pt x="122301" y="68614"/>
                    <a:pt x="122301" y="68159"/>
                  </a:cubicBezTo>
                  <a:cubicBezTo>
                    <a:pt x="122301" y="65881"/>
                    <a:pt x="120272" y="65881"/>
                    <a:pt x="119595" y="65881"/>
                  </a:cubicBezTo>
                  <a:cubicBezTo>
                    <a:pt x="117341" y="65881"/>
                    <a:pt x="117115" y="66792"/>
                    <a:pt x="116439" y="69981"/>
                  </a:cubicBezTo>
                  <a:cubicBezTo>
                    <a:pt x="112606" y="84784"/>
                    <a:pt x="108547" y="98221"/>
                    <a:pt x="99303" y="98221"/>
                  </a:cubicBezTo>
                  <a:cubicBezTo>
                    <a:pt x="93215" y="98221"/>
                    <a:pt x="92539" y="92300"/>
                    <a:pt x="92539" y="87745"/>
                  </a:cubicBezTo>
                  <a:cubicBezTo>
                    <a:pt x="92539" y="82735"/>
                    <a:pt x="95245" y="72030"/>
                    <a:pt x="97048" y="64059"/>
                  </a:cubicBezTo>
                  <a:lnTo>
                    <a:pt x="103362" y="39463"/>
                  </a:lnTo>
                  <a:cubicBezTo>
                    <a:pt x="104038" y="36047"/>
                    <a:pt x="106293" y="27392"/>
                    <a:pt x="107194" y="23976"/>
                  </a:cubicBezTo>
                  <a:cubicBezTo>
                    <a:pt x="108322" y="18738"/>
                    <a:pt x="110577" y="10084"/>
                    <a:pt x="110577" y="8717"/>
                  </a:cubicBezTo>
                  <a:cubicBezTo>
                    <a:pt x="110577" y="4618"/>
                    <a:pt x="107420" y="2568"/>
                    <a:pt x="104038" y="2568"/>
                  </a:cubicBezTo>
                  <a:cubicBezTo>
                    <a:pt x="102911" y="2568"/>
                    <a:pt x="97048" y="2796"/>
                    <a:pt x="95245" y="10539"/>
                  </a:cubicBezTo>
                  <a:lnTo>
                    <a:pt x="84648" y="53128"/>
                  </a:lnTo>
                  <a:cubicBezTo>
                    <a:pt x="81942" y="64515"/>
                    <a:pt x="79462" y="74080"/>
                    <a:pt x="78785" y="76358"/>
                  </a:cubicBezTo>
                  <a:cubicBezTo>
                    <a:pt x="78560" y="77496"/>
                    <a:pt x="67738" y="98221"/>
                    <a:pt x="49475" y="98221"/>
                  </a:cubicBezTo>
                  <a:cubicBezTo>
                    <a:pt x="38201" y="98221"/>
                    <a:pt x="32790" y="90706"/>
                    <a:pt x="32790" y="78407"/>
                  </a:cubicBezTo>
                  <a:cubicBezTo>
                    <a:pt x="32790" y="71803"/>
                    <a:pt x="34368" y="65426"/>
                    <a:pt x="35946" y="59049"/>
                  </a:cubicBezTo>
                  <a:lnTo>
                    <a:pt x="45416"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5" name="Freeform: Shape 144">
              <a:extLst>
                <a:ext uri="{FF2B5EF4-FFF2-40B4-BE49-F238E27FC236}">
                  <a16:creationId xmlns:a16="http://schemas.microsoft.com/office/drawing/2014/main" id="{478A4461-E0E8-C9FA-D8D5-A821F4036AF8}"/>
                </a:ext>
              </a:extLst>
            </p:cNvPr>
            <p:cNvSpPr/>
            <p:nvPr>
              <p:custDataLst>
                <p:tags r:id="rId57"/>
              </p:custDataLst>
            </p:nvPr>
          </p:nvSpPr>
          <p:spPr>
            <a:xfrm>
              <a:off x="3863909" y="5676540"/>
              <a:ext cx="137761" cy="132092"/>
            </a:xfrm>
            <a:custGeom>
              <a:avLst/>
              <a:gdLst>
                <a:gd name="connsiteX0" fmla="*/ 133583 w 137761"/>
                <a:gd name="connsiteY0" fmla="*/ 71120 h 132092"/>
                <a:gd name="connsiteX1" fmla="*/ 137867 w 137761"/>
                <a:gd name="connsiteY1" fmla="*/ 66109 h 132092"/>
                <a:gd name="connsiteX2" fmla="*/ 133583 w 137761"/>
                <a:gd name="connsiteY2" fmla="*/ 61099 h 132092"/>
                <a:gd name="connsiteX3" fmla="*/ 8674 w 137761"/>
                <a:gd name="connsiteY3" fmla="*/ 1657 h 132092"/>
                <a:gd name="connsiteX4" fmla="*/ 4615 w 137761"/>
                <a:gd name="connsiteY4" fmla="*/ 63 h 132092"/>
                <a:gd name="connsiteX5" fmla="*/ 106 w 137761"/>
                <a:gd name="connsiteY5" fmla="*/ 4618 h 132092"/>
                <a:gd name="connsiteX6" fmla="*/ 4390 w 137761"/>
                <a:gd name="connsiteY6" fmla="*/ 9628 h 132092"/>
                <a:gd name="connsiteX7" fmla="*/ 122761 w 137761"/>
                <a:gd name="connsiteY7" fmla="*/ 66109 h 132092"/>
                <a:gd name="connsiteX8" fmla="*/ 4390 w 137761"/>
                <a:gd name="connsiteY8" fmla="*/ 122590 h 132092"/>
                <a:gd name="connsiteX9" fmla="*/ 106 w 137761"/>
                <a:gd name="connsiteY9" fmla="*/ 127601 h 132092"/>
                <a:gd name="connsiteX10" fmla="*/ 4615 w 137761"/>
                <a:gd name="connsiteY10" fmla="*/ 132155 h 132092"/>
                <a:gd name="connsiteX11" fmla="*/ 8674 w 137761"/>
                <a:gd name="connsiteY11" fmla="*/ 130561 h 132092"/>
                <a:gd name="connsiteX12" fmla="*/ 133583 w 137761"/>
                <a:gd name="connsiteY12" fmla="*/ 71120 h 1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761" h="132092">
                  <a:moveTo>
                    <a:pt x="133583" y="71120"/>
                  </a:moveTo>
                  <a:cubicBezTo>
                    <a:pt x="136063" y="69981"/>
                    <a:pt x="137867" y="68842"/>
                    <a:pt x="137867" y="66109"/>
                  </a:cubicBezTo>
                  <a:cubicBezTo>
                    <a:pt x="137867" y="63376"/>
                    <a:pt x="136063" y="62237"/>
                    <a:pt x="133583" y="61099"/>
                  </a:cubicBezTo>
                  <a:lnTo>
                    <a:pt x="8674" y="1657"/>
                  </a:lnTo>
                  <a:cubicBezTo>
                    <a:pt x="5742" y="63"/>
                    <a:pt x="5292" y="63"/>
                    <a:pt x="4615" y="63"/>
                  </a:cubicBezTo>
                  <a:cubicBezTo>
                    <a:pt x="2135" y="63"/>
                    <a:pt x="106" y="2112"/>
                    <a:pt x="106" y="4618"/>
                  </a:cubicBezTo>
                  <a:cubicBezTo>
                    <a:pt x="106" y="6667"/>
                    <a:pt x="1233" y="8034"/>
                    <a:pt x="4390" y="9628"/>
                  </a:cubicBezTo>
                  <a:lnTo>
                    <a:pt x="122761" y="66109"/>
                  </a:lnTo>
                  <a:lnTo>
                    <a:pt x="4390" y="122590"/>
                  </a:lnTo>
                  <a:cubicBezTo>
                    <a:pt x="1233" y="124184"/>
                    <a:pt x="106" y="125551"/>
                    <a:pt x="106" y="127601"/>
                  </a:cubicBezTo>
                  <a:cubicBezTo>
                    <a:pt x="106" y="130106"/>
                    <a:pt x="2135" y="132155"/>
                    <a:pt x="4615" y="132155"/>
                  </a:cubicBezTo>
                  <a:cubicBezTo>
                    <a:pt x="5292" y="132155"/>
                    <a:pt x="5742" y="132155"/>
                    <a:pt x="8674" y="130561"/>
                  </a:cubicBezTo>
                  <a:lnTo>
                    <a:pt x="133583" y="71120"/>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6" name="Freeform: Shape 145">
              <a:extLst>
                <a:ext uri="{FF2B5EF4-FFF2-40B4-BE49-F238E27FC236}">
                  <a16:creationId xmlns:a16="http://schemas.microsoft.com/office/drawing/2014/main" id="{24E35812-5A84-E7CE-9DEF-63E2B199D0DE}"/>
                </a:ext>
              </a:extLst>
            </p:cNvPr>
            <p:cNvSpPr/>
            <p:nvPr>
              <p:custDataLst>
                <p:tags r:id="rId58"/>
              </p:custDataLst>
            </p:nvPr>
          </p:nvSpPr>
          <p:spPr>
            <a:xfrm>
              <a:off x="4089952" y="5698859"/>
              <a:ext cx="122203" cy="149856"/>
            </a:xfrm>
            <a:custGeom>
              <a:avLst/>
              <a:gdLst>
                <a:gd name="connsiteX0" fmla="*/ 45435 w 122203"/>
                <a:gd name="connsiteY0" fmla="*/ 20788 h 149856"/>
                <a:gd name="connsiteX1" fmla="*/ 48817 w 122203"/>
                <a:gd name="connsiteY1" fmla="*/ 6212 h 149856"/>
                <a:gd name="connsiteX2" fmla="*/ 42279 w 122203"/>
                <a:gd name="connsiteY2" fmla="*/ 63 h 149856"/>
                <a:gd name="connsiteX3" fmla="*/ 33260 w 122203"/>
                <a:gd name="connsiteY3" fmla="*/ 8262 h 149856"/>
                <a:gd name="connsiteX4" fmla="*/ 793 w 122203"/>
                <a:gd name="connsiteY4" fmla="*/ 140127 h 149856"/>
                <a:gd name="connsiteX5" fmla="*/ 116 w 122203"/>
                <a:gd name="connsiteY5" fmla="*/ 143770 h 149856"/>
                <a:gd name="connsiteX6" fmla="*/ 6429 w 122203"/>
                <a:gd name="connsiteY6" fmla="*/ 149920 h 149856"/>
                <a:gd name="connsiteX7" fmla="*/ 14321 w 122203"/>
                <a:gd name="connsiteY7" fmla="*/ 145137 h 149856"/>
                <a:gd name="connsiteX8" fmla="*/ 26722 w 122203"/>
                <a:gd name="connsiteY8" fmla="*/ 96172 h 149856"/>
                <a:gd name="connsiteX9" fmla="*/ 48592 w 122203"/>
                <a:gd name="connsiteY9" fmla="*/ 103232 h 149856"/>
                <a:gd name="connsiteX10" fmla="*/ 78579 w 122203"/>
                <a:gd name="connsiteY10" fmla="*/ 86606 h 149856"/>
                <a:gd name="connsiteX11" fmla="*/ 98871 w 122203"/>
                <a:gd name="connsiteY11" fmla="*/ 103232 h 149856"/>
                <a:gd name="connsiteX12" fmla="*/ 115556 w 122203"/>
                <a:gd name="connsiteY12" fmla="*/ 90706 h 149856"/>
                <a:gd name="connsiteX13" fmla="*/ 122320 w 122203"/>
                <a:gd name="connsiteY13" fmla="*/ 68159 h 149856"/>
                <a:gd name="connsiteX14" fmla="*/ 119615 w 122203"/>
                <a:gd name="connsiteY14" fmla="*/ 65881 h 149856"/>
                <a:gd name="connsiteX15" fmla="*/ 116458 w 122203"/>
                <a:gd name="connsiteY15" fmla="*/ 69981 h 149856"/>
                <a:gd name="connsiteX16" fmla="*/ 99322 w 122203"/>
                <a:gd name="connsiteY16" fmla="*/ 98221 h 149856"/>
                <a:gd name="connsiteX17" fmla="*/ 92558 w 122203"/>
                <a:gd name="connsiteY17" fmla="*/ 87745 h 149856"/>
                <a:gd name="connsiteX18" fmla="*/ 97068 w 122203"/>
                <a:gd name="connsiteY18" fmla="*/ 64059 h 149856"/>
                <a:gd name="connsiteX19" fmla="*/ 103381 w 122203"/>
                <a:gd name="connsiteY19" fmla="*/ 39463 h 149856"/>
                <a:gd name="connsiteX20" fmla="*/ 107214 w 122203"/>
                <a:gd name="connsiteY20" fmla="*/ 23976 h 149856"/>
                <a:gd name="connsiteX21" fmla="*/ 110596 w 122203"/>
                <a:gd name="connsiteY21" fmla="*/ 8717 h 149856"/>
                <a:gd name="connsiteX22" fmla="*/ 104057 w 122203"/>
                <a:gd name="connsiteY22" fmla="*/ 2568 h 149856"/>
                <a:gd name="connsiteX23" fmla="*/ 95264 w 122203"/>
                <a:gd name="connsiteY23" fmla="*/ 10539 h 149856"/>
                <a:gd name="connsiteX24" fmla="*/ 84667 w 122203"/>
                <a:gd name="connsiteY24" fmla="*/ 53128 h 149856"/>
                <a:gd name="connsiteX25" fmla="*/ 78805 w 122203"/>
                <a:gd name="connsiteY25" fmla="*/ 76358 h 149856"/>
                <a:gd name="connsiteX26" fmla="*/ 49494 w 122203"/>
                <a:gd name="connsiteY26" fmla="*/ 98221 h 149856"/>
                <a:gd name="connsiteX27" fmla="*/ 32809 w 122203"/>
                <a:gd name="connsiteY27" fmla="*/ 78407 h 149856"/>
                <a:gd name="connsiteX28" fmla="*/ 35966 w 122203"/>
                <a:gd name="connsiteY28" fmla="*/ 59049 h 149856"/>
                <a:gd name="connsiteX29" fmla="*/ 45435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35" y="20788"/>
                  </a:moveTo>
                  <a:cubicBezTo>
                    <a:pt x="46563" y="16005"/>
                    <a:pt x="48817" y="7351"/>
                    <a:pt x="48817" y="6212"/>
                  </a:cubicBezTo>
                  <a:cubicBezTo>
                    <a:pt x="48817" y="2340"/>
                    <a:pt x="46112" y="63"/>
                    <a:pt x="42279" y="63"/>
                  </a:cubicBezTo>
                  <a:cubicBezTo>
                    <a:pt x="41602" y="63"/>
                    <a:pt x="35289" y="291"/>
                    <a:pt x="33260" y="8262"/>
                  </a:cubicBezTo>
                  <a:lnTo>
                    <a:pt x="793" y="140127"/>
                  </a:lnTo>
                  <a:cubicBezTo>
                    <a:pt x="116" y="142859"/>
                    <a:pt x="116" y="143315"/>
                    <a:pt x="116" y="143770"/>
                  </a:cubicBezTo>
                  <a:cubicBezTo>
                    <a:pt x="116" y="147187"/>
                    <a:pt x="2596" y="149920"/>
                    <a:pt x="6429" y="149920"/>
                  </a:cubicBezTo>
                  <a:cubicBezTo>
                    <a:pt x="11164" y="149920"/>
                    <a:pt x="13870" y="145820"/>
                    <a:pt x="14321" y="145137"/>
                  </a:cubicBezTo>
                  <a:cubicBezTo>
                    <a:pt x="15223" y="143087"/>
                    <a:pt x="18154" y="131244"/>
                    <a:pt x="26722" y="96172"/>
                  </a:cubicBezTo>
                  <a:cubicBezTo>
                    <a:pt x="33937" y="102321"/>
                    <a:pt x="44083" y="103232"/>
                    <a:pt x="48592" y="103232"/>
                  </a:cubicBezTo>
                  <a:cubicBezTo>
                    <a:pt x="64375" y="103232"/>
                    <a:pt x="73168" y="92983"/>
                    <a:pt x="78579" y="86606"/>
                  </a:cubicBezTo>
                  <a:cubicBezTo>
                    <a:pt x="80609" y="96855"/>
                    <a:pt x="88951" y="103232"/>
                    <a:pt x="98871" y="103232"/>
                  </a:cubicBezTo>
                  <a:cubicBezTo>
                    <a:pt x="106763" y="103232"/>
                    <a:pt x="111949" y="97994"/>
                    <a:pt x="115556" y="90706"/>
                  </a:cubicBezTo>
                  <a:cubicBezTo>
                    <a:pt x="119389" y="82507"/>
                    <a:pt x="122320" y="68614"/>
                    <a:pt x="122320" y="68159"/>
                  </a:cubicBezTo>
                  <a:cubicBezTo>
                    <a:pt x="122320" y="65881"/>
                    <a:pt x="120291" y="65881"/>
                    <a:pt x="119615" y="65881"/>
                  </a:cubicBezTo>
                  <a:cubicBezTo>
                    <a:pt x="117360" y="65881"/>
                    <a:pt x="117134" y="66792"/>
                    <a:pt x="116458" y="69981"/>
                  </a:cubicBezTo>
                  <a:cubicBezTo>
                    <a:pt x="112625" y="84784"/>
                    <a:pt x="108567" y="98221"/>
                    <a:pt x="99322" y="98221"/>
                  </a:cubicBezTo>
                  <a:cubicBezTo>
                    <a:pt x="93235" y="98221"/>
                    <a:pt x="92558" y="92300"/>
                    <a:pt x="92558" y="87745"/>
                  </a:cubicBezTo>
                  <a:cubicBezTo>
                    <a:pt x="92558" y="82735"/>
                    <a:pt x="95264" y="72030"/>
                    <a:pt x="97068" y="64059"/>
                  </a:cubicBezTo>
                  <a:lnTo>
                    <a:pt x="103381" y="39463"/>
                  </a:lnTo>
                  <a:cubicBezTo>
                    <a:pt x="104057" y="36047"/>
                    <a:pt x="106312" y="27392"/>
                    <a:pt x="107214" y="23976"/>
                  </a:cubicBezTo>
                  <a:cubicBezTo>
                    <a:pt x="108341" y="18738"/>
                    <a:pt x="110596" y="10084"/>
                    <a:pt x="110596" y="8717"/>
                  </a:cubicBezTo>
                  <a:cubicBezTo>
                    <a:pt x="110596" y="4618"/>
                    <a:pt x="107439" y="2568"/>
                    <a:pt x="104057" y="2568"/>
                  </a:cubicBezTo>
                  <a:cubicBezTo>
                    <a:pt x="102930" y="2568"/>
                    <a:pt x="97068" y="2796"/>
                    <a:pt x="95264" y="10539"/>
                  </a:cubicBezTo>
                  <a:lnTo>
                    <a:pt x="84667" y="53128"/>
                  </a:lnTo>
                  <a:cubicBezTo>
                    <a:pt x="81961" y="64515"/>
                    <a:pt x="79481" y="74080"/>
                    <a:pt x="78805" y="76358"/>
                  </a:cubicBezTo>
                  <a:cubicBezTo>
                    <a:pt x="78579" y="77496"/>
                    <a:pt x="67757" y="98221"/>
                    <a:pt x="49494" y="98221"/>
                  </a:cubicBezTo>
                  <a:cubicBezTo>
                    <a:pt x="38220" y="98221"/>
                    <a:pt x="32809" y="90706"/>
                    <a:pt x="32809" y="78407"/>
                  </a:cubicBezTo>
                  <a:cubicBezTo>
                    <a:pt x="32809" y="71803"/>
                    <a:pt x="34387" y="65426"/>
                    <a:pt x="35966" y="59049"/>
                  </a:cubicBezTo>
                  <a:lnTo>
                    <a:pt x="45435"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7" name="Freeform: Shape 146">
              <a:extLst>
                <a:ext uri="{FF2B5EF4-FFF2-40B4-BE49-F238E27FC236}">
                  <a16:creationId xmlns:a16="http://schemas.microsoft.com/office/drawing/2014/main" id="{2A846734-8B2C-783A-EFC5-EB7E1002EE3F}"/>
                </a:ext>
              </a:extLst>
            </p:cNvPr>
            <p:cNvSpPr/>
            <p:nvPr>
              <p:custDataLst>
                <p:tags r:id="rId59"/>
              </p:custDataLst>
            </p:nvPr>
          </p:nvSpPr>
          <p:spPr>
            <a:xfrm>
              <a:off x="4227251" y="5727828"/>
              <a:ext cx="73232" cy="109044"/>
            </a:xfrm>
            <a:custGeom>
              <a:avLst/>
              <a:gdLst>
                <a:gd name="connsiteX0" fmla="*/ 73354 w 73232"/>
                <a:gd name="connsiteY0" fmla="*/ 55065 h 109044"/>
                <a:gd name="connsiteX1" fmla="*/ 64043 w 73232"/>
                <a:gd name="connsiteY1" fmla="*/ 13775 h 109044"/>
                <a:gd name="connsiteX2" fmla="*/ 36738 w 73232"/>
                <a:gd name="connsiteY2" fmla="*/ 64 h 109044"/>
                <a:gd name="connsiteX3" fmla="*/ 122 w 73232"/>
                <a:gd name="connsiteY3" fmla="*/ 55065 h 109044"/>
                <a:gd name="connsiteX4" fmla="*/ 36738 w 73232"/>
                <a:gd name="connsiteY4" fmla="*/ 109109 h 109044"/>
                <a:gd name="connsiteX5" fmla="*/ 73354 w 73232"/>
                <a:gd name="connsiteY5" fmla="*/ 55065 h 109044"/>
                <a:gd name="connsiteX6" fmla="*/ 36738 w 73232"/>
                <a:gd name="connsiteY6" fmla="*/ 104645 h 109044"/>
                <a:gd name="connsiteX7" fmla="*/ 16694 w 73232"/>
                <a:gd name="connsiteY7" fmla="*/ 87268 h 109044"/>
                <a:gd name="connsiteX8" fmla="*/ 14485 w 73232"/>
                <a:gd name="connsiteY8" fmla="*/ 52992 h 109044"/>
                <a:gd name="connsiteX9" fmla="*/ 16852 w 73232"/>
                <a:gd name="connsiteY9" fmla="*/ 20470 h 109044"/>
                <a:gd name="connsiteX10" fmla="*/ 36738 w 73232"/>
                <a:gd name="connsiteY10" fmla="*/ 4528 h 109044"/>
                <a:gd name="connsiteX11" fmla="*/ 56309 w 73232"/>
                <a:gd name="connsiteY11" fmla="*/ 19035 h 109044"/>
                <a:gd name="connsiteX12" fmla="*/ 58992 w 73232"/>
                <a:gd name="connsiteY12" fmla="*/ 52992 h 109044"/>
                <a:gd name="connsiteX13" fmla="*/ 56940 w 73232"/>
                <a:gd name="connsiteY13" fmla="*/ 86630 h 109044"/>
                <a:gd name="connsiteX14" fmla="*/ 36738 w 73232"/>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232" h="109044">
                  <a:moveTo>
                    <a:pt x="73354" y="55065"/>
                  </a:moveTo>
                  <a:cubicBezTo>
                    <a:pt x="73354" y="37528"/>
                    <a:pt x="71303" y="24934"/>
                    <a:pt x="64043" y="13775"/>
                  </a:cubicBezTo>
                  <a:cubicBezTo>
                    <a:pt x="59150" y="6441"/>
                    <a:pt x="49365" y="64"/>
                    <a:pt x="36738" y="64"/>
                  </a:cubicBezTo>
                  <a:cubicBezTo>
                    <a:pt x="122" y="64"/>
                    <a:pt x="122" y="43586"/>
                    <a:pt x="122" y="55065"/>
                  </a:cubicBezTo>
                  <a:cubicBezTo>
                    <a:pt x="122" y="66543"/>
                    <a:pt x="122" y="109109"/>
                    <a:pt x="36738" y="109109"/>
                  </a:cubicBezTo>
                  <a:cubicBezTo>
                    <a:pt x="73354" y="109109"/>
                    <a:pt x="73354" y="66543"/>
                    <a:pt x="73354" y="55065"/>
                  </a:cubicBezTo>
                  <a:close/>
                  <a:moveTo>
                    <a:pt x="36738" y="104645"/>
                  </a:moveTo>
                  <a:cubicBezTo>
                    <a:pt x="29478" y="104645"/>
                    <a:pt x="19851" y="100341"/>
                    <a:pt x="16694" y="87268"/>
                  </a:cubicBezTo>
                  <a:cubicBezTo>
                    <a:pt x="14485" y="77862"/>
                    <a:pt x="14485" y="64790"/>
                    <a:pt x="14485" y="52992"/>
                  </a:cubicBezTo>
                  <a:cubicBezTo>
                    <a:pt x="14485" y="41355"/>
                    <a:pt x="14485" y="29239"/>
                    <a:pt x="16852" y="20470"/>
                  </a:cubicBezTo>
                  <a:cubicBezTo>
                    <a:pt x="20166" y="7876"/>
                    <a:pt x="30267" y="4528"/>
                    <a:pt x="36738" y="4528"/>
                  </a:cubicBezTo>
                  <a:cubicBezTo>
                    <a:pt x="45261" y="4528"/>
                    <a:pt x="53468" y="9789"/>
                    <a:pt x="56309" y="19035"/>
                  </a:cubicBezTo>
                  <a:cubicBezTo>
                    <a:pt x="58834" y="27644"/>
                    <a:pt x="58992" y="39123"/>
                    <a:pt x="58992" y="52992"/>
                  </a:cubicBezTo>
                  <a:cubicBezTo>
                    <a:pt x="58992" y="64790"/>
                    <a:pt x="58992" y="76587"/>
                    <a:pt x="56940" y="86630"/>
                  </a:cubicBezTo>
                  <a:cubicBezTo>
                    <a:pt x="53784" y="101138"/>
                    <a:pt x="43051" y="104645"/>
                    <a:pt x="36738"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6" name="TextBox 5">
            <a:extLst>
              <a:ext uri="{FF2B5EF4-FFF2-40B4-BE49-F238E27FC236}">
                <a16:creationId xmlns:a16="http://schemas.microsoft.com/office/drawing/2014/main" id="{E303022E-4D79-68B5-87B8-E4C0531B7D87}"/>
              </a:ext>
            </a:extLst>
          </p:cNvPr>
          <p:cNvSpPr txBox="1"/>
          <p:nvPr/>
        </p:nvSpPr>
        <p:spPr>
          <a:xfrm>
            <a:off x="5583489" y="1928505"/>
            <a:ext cx="5139516" cy="830997"/>
          </a:xfrm>
          <a:prstGeom prst="rect">
            <a:avLst/>
          </a:prstGeom>
          <a:noFill/>
        </p:spPr>
        <p:txBody>
          <a:bodyPr wrap="square">
            <a:spAutoFit/>
          </a:bodyPr>
          <a:lstStyle>
            <a:defPPr>
              <a:defRPr lang="en-US"/>
            </a:defPPr>
            <a:lvl1pPr>
              <a:defRPr sz="1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¿Como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determinar</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que</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el</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valor</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 la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medición</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muestral</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es grande, para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rechazar</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H0 dado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el</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nivel</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confianza</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predeterminado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a:t>
            </a:r>
          </a:p>
        </p:txBody>
      </p:sp>
      <p:sp>
        <p:nvSpPr>
          <p:cNvPr id="9" name="TextBox 8">
            <a:extLst>
              <a:ext uri="{FF2B5EF4-FFF2-40B4-BE49-F238E27FC236}">
                <a16:creationId xmlns:a16="http://schemas.microsoft.com/office/drawing/2014/main" id="{87A8B33A-83D9-B41A-258D-A423EBEC79A1}"/>
              </a:ext>
            </a:extLst>
          </p:cNvPr>
          <p:cNvSpPr txBox="1"/>
          <p:nvPr/>
        </p:nvSpPr>
        <p:spPr>
          <a:xfrm>
            <a:off x="897856" y="4532688"/>
            <a:ext cx="3799404"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Para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necesario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conocer</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probabilidad</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rechazar</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hipótesis</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nula</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cuando</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cierta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p>
        </p:txBody>
      </p:sp>
      <p:sp>
        <p:nvSpPr>
          <p:cNvPr id="10" name="TextBox 9">
            <a:extLst>
              <a:ext uri="{FF2B5EF4-FFF2-40B4-BE49-F238E27FC236}">
                <a16:creationId xmlns:a16="http://schemas.microsoft.com/office/drawing/2014/main" id="{0CD5C722-A02B-5601-F610-8A78532169E8}"/>
              </a:ext>
            </a:extLst>
          </p:cNvPr>
          <p:cNvSpPr txBox="1"/>
          <p:nvPr/>
        </p:nvSpPr>
        <p:spPr>
          <a:xfrm>
            <a:off x="711571" y="4044547"/>
            <a:ext cx="4000271" cy="338554"/>
          </a:xfrm>
          <a:prstGeom prst="rect">
            <a:avLst/>
          </a:prstGeom>
          <a:noFill/>
        </p:spPr>
        <p:txBody>
          <a:bodyPr wrap="square">
            <a:spAutoFit/>
          </a:bodyPr>
          <a:lstStyle>
            <a:defPPr>
              <a:defRPr lang="en-US"/>
            </a:defPPr>
            <a:lvl1pPr>
              <a:defRPr sz="1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a:t>
            </a:r>
            <a:endParaRPr kumimoji="0" lang="en-GB" sz="1600" b="0" i="0" u="none" strike="noStrike" kern="1200" cap="none" spc="0" normalizeH="0" baseline="0" noProof="0">
              <a:ln>
                <a:noFill/>
              </a:ln>
              <a:solidFill>
                <a:srgbClr val="EA2023"/>
              </a:solidFill>
              <a:effectLst/>
              <a:uLnTx/>
              <a:uFillTx/>
              <a:latin typeface="Aptos" panose="020B0004020202020204"/>
              <a:ea typeface="+mn-ea"/>
              <a:cs typeface="+mn-cs"/>
            </a:endParaRPr>
          </a:p>
        </p:txBody>
      </p:sp>
      <p:grpSp>
        <p:nvGrpSpPr>
          <p:cNvPr id="51" name="Group 50">
            <a:extLst>
              <a:ext uri="{FF2B5EF4-FFF2-40B4-BE49-F238E27FC236}">
                <a16:creationId xmlns:a16="http://schemas.microsoft.com/office/drawing/2014/main" id="{70C89F7C-C80D-79E3-8A9A-AAD03CF1097E}"/>
              </a:ext>
            </a:extLst>
          </p:cNvPr>
          <p:cNvGrpSpPr>
            <a:grpSpLocks noChangeAspect="1"/>
          </p:cNvGrpSpPr>
          <p:nvPr>
            <p:custDataLst>
              <p:tags r:id="rId2"/>
            </p:custDataLst>
          </p:nvPr>
        </p:nvGrpSpPr>
        <p:grpSpPr>
          <a:xfrm>
            <a:off x="6418135" y="3658463"/>
            <a:ext cx="1673812" cy="405676"/>
            <a:chOff x="7035884" y="6162061"/>
            <a:chExt cx="1246888" cy="302204"/>
          </a:xfrm>
        </p:grpSpPr>
        <p:sp>
          <p:nvSpPr>
            <p:cNvPr id="31" name="Freeform: Shape 30">
              <a:extLst>
                <a:ext uri="{FF2B5EF4-FFF2-40B4-BE49-F238E27FC236}">
                  <a16:creationId xmlns:a16="http://schemas.microsoft.com/office/drawing/2014/main" id="{F6F65A35-BE69-D4CD-7E1D-7039EFFA93A2}"/>
                </a:ext>
              </a:extLst>
            </p:cNvPr>
            <p:cNvSpPr/>
            <p:nvPr>
              <p:custDataLst>
                <p:tags r:id="rId39"/>
              </p:custDataLst>
            </p:nvPr>
          </p:nvSpPr>
          <p:spPr>
            <a:xfrm>
              <a:off x="7035884" y="6249520"/>
              <a:ext cx="69600" cy="139892"/>
            </a:xfrm>
            <a:custGeom>
              <a:avLst/>
              <a:gdLst>
                <a:gd name="connsiteX0" fmla="*/ 41565 w 69600"/>
                <a:gd name="connsiteY0" fmla="*/ 49696 h 139892"/>
                <a:gd name="connsiteX1" fmla="*/ 62876 w 69600"/>
                <a:gd name="connsiteY1" fmla="*/ 49696 h 139892"/>
                <a:gd name="connsiteX2" fmla="*/ 69677 w 69600"/>
                <a:gd name="connsiteY2" fmla="*/ 45303 h 139892"/>
                <a:gd name="connsiteX3" fmla="*/ 63329 w 69600"/>
                <a:gd name="connsiteY3" fmla="*/ 42888 h 139892"/>
                <a:gd name="connsiteX4" fmla="*/ 43378 w 69600"/>
                <a:gd name="connsiteY4" fmla="*/ 42888 h 139892"/>
                <a:gd name="connsiteX5" fmla="*/ 52674 w 69600"/>
                <a:gd name="connsiteY5" fmla="*/ 5993 h 139892"/>
                <a:gd name="connsiteX6" fmla="*/ 46099 w 69600"/>
                <a:gd name="connsiteY6" fmla="*/ 63 h 139892"/>
                <a:gd name="connsiteX7" fmla="*/ 37031 w 69600"/>
                <a:gd name="connsiteY7" fmla="*/ 7969 h 139892"/>
                <a:gd name="connsiteX8" fmla="*/ 28189 w 69600"/>
                <a:gd name="connsiteY8" fmla="*/ 42888 h 139892"/>
                <a:gd name="connsiteX9" fmla="*/ 6878 w 69600"/>
                <a:gd name="connsiteY9" fmla="*/ 42888 h 139892"/>
                <a:gd name="connsiteX10" fmla="*/ 77 w 69600"/>
                <a:gd name="connsiteY10" fmla="*/ 47060 h 139892"/>
                <a:gd name="connsiteX11" fmla="*/ 6425 w 69600"/>
                <a:gd name="connsiteY11" fmla="*/ 49696 h 139892"/>
                <a:gd name="connsiteX12" fmla="*/ 26375 w 69600"/>
                <a:gd name="connsiteY12" fmla="*/ 49696 h 139892"/>
                <a:gd name="connsiteX13" fmla="*/ 9145 w 69600"/>
                <a:gd name="connsiteY13" fmla="*/ 119752 h 139892"/>
                <a:gd name="connsiteX14" fmla="*/ 30003 w 69600"/>
                <a:gd name="connsiteY14" fmla="*/ 139956 h 139892"/>
                <a:gd name="connsiteX15" fmla="*/ 66050 w 69600"/>
                <a:gd name="connsiteY15" fmla="*/ 106136 h 139892"/>
                <a:gd name="connsiteX16" fmla="*/ 63329 w 69600"/>
                <a:gd name="connsiteY16" fmla="*/ 103940 h 139892"/>
                <a:gd name="connsiteX17" fmla="*/ 59928 w 69600"/>
                <a:gd name="connsiteY17" fmla="*/ 107014 h 139892"/>
                <a:gd name="connsiteX18" fmla="*/ 30456 w 69600"/>
                <a:gd name="connsiteY18" fmla="*/ 135125 h 139892"/>
                <a:gd name="connsiteX19" fmla="*/ 23428 w 69600"/>
                <a:gd name="connsiteY19" fmla="*/ 125023 h 139892"/>
                <a:gd name="connsiteX20" fmla="*/ 24788 w 69600"/>
                <a:gd name="connsiteY20" fmla="*/ 114481 h 139892"/>
                <a:gd name="connsiteX21" fmla="*/ 41565 w 69600"/>
                <a:gd name="connsiteY21" fmla="*/ 49696 h 139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9600" h="139892">
                  <a:moveTo>
                    <a:pt x="41565" y="49696"/>
                  </a:moveTo>
                  <a:lnTo>
                    <a:pt x="62876" y="49696"/>
                  </a:lnTo>
                  <a:cubicBezTo>
                    <a:pt x="67410" y="49696"/>
                    <a:pt x="69677" y="49696"/>
                    <a:pt x="69677" y="45303"/>
                  </a:cubicBezTo>
                  <a:cubicBezTo>
                    <a:pt x="69677" y="42888"/>
                    <a:pt x="67410" y="42888"/>
                    <a:pt x="63329" y="42888"/>
                  </a:cubicBezTo>
                  <a:lnTo>
                    <a:pt x="43378" y="42888"/>
                  </a:lnTo>
                  <a:cubicBezTo>
                    <a:pt x="51540" y="11703"/>
                    <a:pt x="52674" y="7311"/>
                    <a:pt x="52674" y="5993"/>
                  </a:cubicBezTo>
                  <a:cubicBezTo>
                    <a:pt x="52674" y="2259"/>
                    <a:pt x="49953" y="63"/>
                    <a:pt x="46099" y="63"/>
                  </a:cubicBezTo>
                  <a:cubicBezTo>
                    <a:pt x="45419" y="63"/>
                    <a:pt x="39071" y="283"/>
                    <a:pt x="37031" y="7969"/>
                  </a:cubicBezTo>
                  <a:lnTo>
                    <a:pt x="28189" y="42888"/>
                  </a:lnTo>
                  <a:lnTo>
                    <a:pt x="6878" y="42888"/>
                  </a:lnTo>
                  <a:cubicBezTo>
                    <a:pt x="2344" y="42888"/>
                    <a:pt x="77" y="42888"/>
                    <a:pt x="77" y="47060"/>
                  </a:cubicBezTo>
                  <a:cubicBezTo>
                    <a:pt x="77" y="49696"/>
                    <a:pt x="1890" y="49696"/>
                    <a:pt x="6425" y="49696"/>
                  </a:cubicBezTo>
                  <a:lnTo>
                    <a:pt x="26375" y="49696"/>
                  </a:lnTo>
                  <a:cubicBezTo>
                    <a:pt x="10052" y="112066"/>
                    <a:pt x="9145" y="115799"/>
                    <a:pt x="9145" y="119752"/>
                  </a:cubicBezTo>
                  <a:cubicBezTo>
                    <a:pt x="9145" y="131611"/>
                    <a:pt x="17760" y="139956"/>
                    <a:pt x="30003" y="139956"/>
                  </a:cubicBezTo>
                  <a:cubicBezTo>
                    <a:pt x="53127" y="139956"/>
                    <a:pt x="66050" y="107893"/>
                    <a:pt x="66050" y="106136"/>
                  </a:cubicBezTo>
                  <a:cubicBezTo>
                    <a:pt x="66050" y="103940"/>
                    <a:pt x="64236" y="103940"/>
                    <a:pt x="63329" y="103940"/>
                  </a:cubicBezTo>
                  <a:cubicBezTo>
                    <a:pt x="61289" y="103940"/>
                    <a:pt x="61062" y="104599"/>
                    <a:pt x="59928" y="107014"/>
                  </a:cubicBezTo>
                  <a:cubicBezTo>
                    <a:pt x="50180" y="129854"/>
                    <a:pt x="38164" y="135125"/>
                    <a:pt x="30456" y="135125"/>
                  </a:cubicBezTo>
                  <a:cubicBezTo>
                    <a:pt x="25695" y="135125"/>
                    <a:pt x="23428" y="132270"/>
                    <a:pt x="23428" y="125023"/>
                  </a:cubicBezTo>
                  <a:cubicBezTo>
                    <a:pt x="23428" y="119752"/>
                    <a:pt x="23881" y="118215"/>
                    <a:pt x="24788" y="114481"/>
                  </a:cubicBezTo>
                  <a:lnTo>
                    <a:pt x="41565" y="49696"/>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 name="Freeform: Shape 31">
              <a:extLst>
                <a:ext uri="{FF2B5EF4-FFF2-40B4-BE49-F238E27FC236}">
                  <a16:creationId xmlns:a16="http://schemas.microsoft.com/office/drawing/2014/main" id="{97829FB5-E3C9-2510-6590-4C945D5F3A54}"/>
                </a:ext>
              </a:extLst>
            </p:cNvPr>
            <p:cNvSpPr/>
            <p:nvPr>
              <p:custDataLst>
                <p:tags r:id="rId40"/>
              </p:custDataLst>
            </p:nvPr>
          </p:nvSpPr>
          <p:spPr>
            <a:xfrm>
              <a:off x="7188207" y="6306399"/>
              <a:ext cx="150762" cy="51389"/>
            </a:xfrm>
            <a:custGeom>
              <a:avLst/>
              <a:gdLst>
                <a:gd name="connsiteX0" fmla="*/ 143138 w 150762"/>
                <a:gd name="connsiteY0" fmla="*/ 8848 h 51389"/>
                <a:gd name="connsiteX1" fmla="*/ 150846 w 150762"/>
                <a:gd name="connsiteY1" fmla="*/ 4456 h 51389"/>
                <a:gd name="connsiteX2" fmla="*/ 143364 w 150762"/>
                <a:gd name="connsiteY2" fmla="*/ 63 h 51389"/>
                <a:gd name="connsiteX3" fmla="*/ 7565 w 150762"/>
                <a:gd name="connsiteY3" fmla="*/ 63 h 51389"/>
                <a:gd name="connsiteX4" fmla="*/ 83 w 150762"/>
                <a:gd name="connsiteY4" fmla="*/ 4456 h 51389"/>
                <a:gd name="connsiteX5" fmla="*/ 7791 w 150762"/>
                <a:gd name="connsiteY5" fmla="*/ 8848 h 51389"/>
                <a:gd name="connsiteX6" fmla="*/ 143138 w 150762"/>
                <a:gd name="connsiteY6" fmla="*/ 8848 h 51389"/>
                <a:gd name="connsiteX7" fmla="*/ 143364 w 150762"/>
                <a:gd name="connsiteY7" fmla="*/ 51453 h 51389"/>
                <a:gd name="connsiteX8" fmla="*/ 150846 w 150762"/>
                <a:gd name="connsiteY8" fmla="*/ 47060 h 51389"/>
                <a:gd name="connsiteX9" fmla="*/ 143138 w 150762"/>
                <a:gd name="connsiteY9" fmla="*/ 42668 h 51389"/>
                <a:gd name="connsiteX10" fmla="*/ 7791 w 150762"/>
                <a:gd name="connsiteY10" fmla="*/ 42668 h 51389"/>
                <a:gd name="connsiteX11" fmla="*/ 83 w 150762"/>
                <a:gd name="connsiteY11" fmla="*/ 47060 h 51389"/>
                <a:gd name="connsiteX12" fmla="*/ 7565 w 150762"/>
                <a:gd name="connsiteY12" fmla="*/ 51453 h 51389"/>
                <a:gd name="connsiteX13" fmla="*/ 143364 w 150762"/>
                <a:gd name="connsiteY13" fmla="*/ 51453 h 5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0762" h="51389">
                  <a:moveTo>
                    <a:pt x="143138" y="8848"/>
                  </a:moveTo>
                  <a:cubicBezTo>
                    <a:pt x="146538" y="8848"/>
                    <a:pt x="150846" y="8848"/>
                    <a:pt x="150846" y="4456"/>
                  </a:cubicBezTo>
                  <a:cubicBezTo>
                    <a:pt x="150846" y="63"/>
                    <a:pt x="146538" y="63"/>
                    <a:pt x="143364" y="63"/>
                  </a:cubicBezTo>
                  <a:lnTo>
                    <a:pt x="7565" y="63"/>
                  </a:lnTo>
                  <a:cubicBezTo>
                    <a:pt x="4391" y="63"/>
                    <a:pt x="83" y="63"/>
                    <a:pt x="83" y="4456"/>
                  </a:cubicBezTo>
                  <a:cubicBezTo>
                    <a:pt x="83" y="8848"/>
                    <a:pt x="4391" y="8848"/>
                    <a:pt x="7791" y="8848"/>
                  </a:cubicBezTo>
                  <a:lnTo>
                    <a:pt x="143138" y="8848"/>
                  </a:lnTo>
                  <a:close/>
                  <a:moveTo>
                    <a:pt x="143364" y="51453"/>
                  </a:moveTo>
                  <a:cubicBezTo>
                    <a:pt x="146538" y="51453"/>
                    <a:pt x="150846" y="51453"/>
                    <a:pt x="150846" y="47060"/>
                  </a:cubicBezTo>
                  <a:cubicBezTo>
                    <a:pt x="150846" y="42668"/>
                    <a:pt x="146538" y="42668"/>
                    <a:pt x="143138" y="42668"/>
                  </a:cubicBezTo>
                  <a:lnTo>
                    <a:pt x="7791" y="42668"/>
                  </a:lnTo>
                  <a:cubicBezTo>
                    <a:pt x="4391" y="42668"/>
                    <a:pt x="83" y="42668"/>
                    <a:pt x="83" y="47060"/>
                  </a:cubicBezTo>
                  <a:cubicBezTo>
                    <a:pt x="83" y="51453"/>
                    <a:pt x="4391" y="51453"/>
                    <a:pt x="7565" y="51453"/>
                  </a:cubicBezTo>
                  <a:lnTo>
                    <a:pt x="143364" y="5145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 name="Freeform: Shape 32">
              <a:extLst>
                <a:ext uri="{FF2B5EF4-FFF2-40B4-BE49-F238E27FC236}">
                  <a16:creationId xmlns:a16="http://schemas.microsoft.com/office/drawing/2014/main" id="{353B8217-74CE-E704-B3CB-27F2FB07610E}"/>
                </a:ext>
              </a:extLst>
            </p:cNvPr>
            <p:cNvSpPr/>
            <p:nvPr>
              <p:custDataLst>
                <p:tags r:id="rId41"/>
              </p:custDataLst>
            </p:nvPr>
          </p:nvSpPr>
          <p:spPr>
            <a:xfrm>
              <a:off x="7456939" y="6162061"/>
              <a:ext cx="137749" cy="153728"/>
            </a:xfrm>
            <a:custGeom>
              <a:avLst/>
              <a:gdLst>
                <a:gd name="connsiteX0" fmla="*/ 55480 w 137749"/>
                <a:gd name="connsiteY0" fmla="*/ 137026 h 153728"/>
                <a:gd name="connsiteX1" fmla="*/ 24375 w 137749"/>
                <a:gd name="connsiteY1" fmla="*/ 77225 h 153728"/>
                <a:gd name="connsiteX2" fmla="*/ 21836 w 137749"/>
                <a:gd name="connsiteY2" fmla="*/ 74766 h 153728"/>
                <a:gd name="connsiteX3" fmla="*/ 19297 w 137749"/>
                <a:gd name="connsiteY3" fmla="*/ 75995 h 153728"/>
                <a:gd name="connsiteX4" fmla="*/ 2317 w 137749"/>
                <a:gd name="connsiteY4" fmla="*/ 86910 h 153728"/>
                <a:gd name="connsiteX5" fmla="*/ 95 w 137749"/>
                <a:gd name="connsiteY5" fmla="*/ 89523 h 153728"/>
                <a:gd name="connsiteX6" fmla="*/ 2317 w 137749"/>
                <a:gd name="connsiteY6" fmla="*/ 91676 h 153728"/>
                <a:gd name="connsiteX7" fmla="*/ 5332 w 137749"/>
                <a:gd name="connsiteY7" fmla="*/ 90292 h 153728"/>
                <a:gd name="connsiteX8" fmla="*/ 13584 w 137749"/>
                <a:gd name="connsiteY8" fmla="*/ 84758 h 153728"/>
                <a:gd name="connsiteX9" fmla="*/ 48339 w 137749"/>
                <a:gd name="connsiteY9" fmla="*/ 151169 h 153728"/>
                <a:gd name="connsiteX10" fmla="*/ 51989 w 137749"/>
                <a:gd name="connsiteY10" fmla="*/ 153782 h 153728"/>
                <a:gd name="connsiteX11" fmla="*/ 56750 w 137749"/>
                <a:gd name="connsiteY11" fmla="*/ 150861 h 153728"/>
                <a:gd name="connsiteX12" fmla="*/ 136575 w 137749"/>
                <a:gd name="connsiteY12" fmla="*/ 6971 h 153728"/>
                <a:gd name="connsiteX13" fmla="*/ 137844 w 137749"/>
                <a:gd name="connsiteY13" fmla="*/ 3897 h 153728"/>
                <a:gd name="connsiteX14" fmla="*/ 134035 w 137749"/>
                <a:gd name="connsiteY14" fmla="*/ 53 h 153728"/>
                <a:gd name="connsiteX15" fmla="*/ 129909 w 137749"/>
                <a:gd name="connsiteY15" fmla="*/ 3282 h 153728"/>
                <a:gd name="connsiteX16" fmla="*/ 55480 w 137749"/>
                <a:gd name="connsiteY16" fmla="*/ 137026 h 15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7749" h="153728">
                  <a:moveTo>
                    <a:pt x="55480" y="137026"/>
                  </a:moveTo>
                  <a:lnTo>
                    <a:pt x="24375" y="77225"/>
                  </a:lnTo>
                  <a:cubicBezTo>
                    <a:pt x="23582" y="75688"/>
                    <a:pt x="23106" y="74766"/>
                    <a:pt x="21836" y="74766"/>
                  </a:cubicBezTo>
                  <a:cubicBezTo>
                    <a:pt x="21202" y="74766"/>
                    <a:pt x="20884" y="74766"/>
                    <a:pt x="19297" y="75995"/>
                  </a:cubicBezTo>
                  <a:lnTo>
                    <a:pt x="2317" y="86910"/>
                  </a:lnTo>
                  <a:cubicBezTo>
                    <a:pt x="95" y="88294"/>
                    <a:pt x="95" y="89062"/>
                    <a:pt x="95" y="89523"/>
                  </a:cubicBezTo>
                  <a:cubicBezTo>
                    <a:pt x="95" y="90446"/>
                    <a:pt x="888" y="91676"/>
                    <a:pt x="2317" y="91676"/>
                  </a:cubicBezTo>
                  <a:cubicBezTo>
                    <a:pt x="2951" y="91676"/>
                    <a:pt x="3269" y="91676"/>
                    <a:pt x="5332" y="90292"/>
                  </a:cubicBezTo>
                  <a:cubicBezTo>
                    <a:pt x="7077" y="89062"/>
                    <a:pt x="11680" y="85988"/>
                    <a:pt x="13584" y="84758"/>
                  </a:cubicBezTo>
                  <a:lnTo>
                    <a:pt x="48339" y="151169"/>
                  </a:lnTo>
                  <a:cubicBezTo>
                    <a:pt x="49450" y="153475"/>
                    <a:pt x="49767" y="153782"/>
                    <a:pt x="51989" y="153782"/>
                  </a:cubicBezTo>
                  <a:cubicBezTo>
                    <a:pt x="53417" y="153782"/>
                    <a:pt x="55163" y="153782"/>
                    <a:pt x="56750" y="150861"/>
                  </a:cubicBezTo>
                  <a:lnTo>
                    <a:pt x="136575" y="6971"/>
                  </a:lnTo>
                  <a:cubicBezTo>
                    <a:pt x="137844" y="4973"/>
                    <a:pt x="137844" y="4665"/>
                    <a:pt x="137844" y="3897"/>
                  </a:cubicBezTo>
                  <a:cubicBezTo>
                    <a:pt x="137844" y="1437"/>
                    <a:pt x="135781" y="53"/>
                    <a:pt x="134035" y="53"/>
                  </a:cubicBezTo>
                  <a:cubicBezTo>
                    <a:pt x="131655" y="53"/>
                    <a:pt x="130862" y="1437"/>
                    <a:pt x="129909" y="3282"/>
                  </a:cubicBezTo>
                  <a:lnTo>
                    <a:pt x="55480" y="137026"/>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 name="Freeform: Shape 33">
              <a:extLst>
                <a:ext uri="{FF2B5EF4-FFF2-40B4-BE49-F238E27FC236}">
                  <a16:creationId xmlns:a16="http://schemas.microsoft.com/office/drawing/2014/main" id="{BEB2D030-7153-B363-682A-935FF2DAC54D}"/>
                </a:ext>
              </a:extLst>
            </p:cNvPr>
            <p:cNvSpPr/>
            <p:nvPr>
              <p:custDataLst>
                <p:tags r:id="rId42"/>
              </p:custDataLst>
            </p:nvPr>
          </p:nvSpPr>
          <p:spPr>
            <a:xfrm>
              <a:off x="7590958" y="6162127"/>
              <a:ext cx="112070" cy="7466"/>
            </a:xfrm>
            <a:custGeom>
              <a:avLst/>
              <a:gdLst>
                <a:gd name="connsiteX0" fmla="*/ 0 w 112070"/>
                <a:gd name="connsiteY0" fmla="*/ 0 h 7466"/>
                <a:gd name="connsiteX1" fmla="*/ 112070 w 112070"/>
                <a:gd name="connsiteY1" fmla="*/ 0 h 7466"/>
                <a:gd name="connsiteX2" fmla="*/ 112070 w 112070"/>
                <a:gd name="connsiteY2" fmla="*/ 7466 h 7466"/>
                <a:gd name="connsiteX3" fmla="*/ 0 w 112070"/>
                <a:gd name="connsiteY3" fmla="*/ 7466 h 7466"/>
              </a:gdLst>
              <a:ahLst/>
              <a:cxnLst>
                <a:cxn ang="0">
                  <a:pos x="connsiteX0" y="connsiteY0"/>
                </a:cxn>
                <a:cxn ang="0">
                  <a:pos x="connsiteX1" y="connsiteY1"/>
                </a:cxn>
                <a:cxn ang="0">
                  <a:pos x="connsiteX2" y="connsiteY2"/>
                </a:cxn>
                <a:cxn ang="0">
                  <a:pos x="connsiteX3" y="connsiteY3"/>
                </a:cxn>
              </a:cxnLst>
              <a:rect l="l" t="t" r="r" b="b"/>
              <a:pathLst>
                <a:path w="112070" h="7466">
                  <a:moveTo>
                    <a:pt x="0" y="0"/>
                  </a:moveTo>
                  <a:lnTo>
                    <a:pt x="112070" y="0"/>
                  </a:lnTo>
                  <a:lnTo>
                    <a:pt x="112070" y="7466"/>
                  </a:lnTo>
                  <a:lnTo>
                    <a:pt x="0" y="7466"/>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 name="Freeform: Shape 34">
              <a:extLst>
                <a:ext uri="{FF2B5EF4-FFF2-40B4-BE49-F238E27FC236}">
                  <a16:creationId xmlns:a16="http://schemas.microsoft.com/office/drawing/2014/main" id="{4E7104C7-D9B7-B86E-E561-B965EF0DD0A9}"/>
                </a:ext>
              </a:extLst>
            </p:cNvPr>
            <p:cNvSpPr/>
            <p:nvPr>
              <p:custDataLst>
                <p:tags r:id="rId43"/>
              </p:custDataLst>
            </p:nvPr>
          </p:nvSpPr>
          <p:spPr>
            <a:xfrm>
              <a:off x="7598417" y="6212691"/>
              <a:ext cx="96964" cy="69331"/>
            </a:xfrm>
            <a:custGeom>
              <a:avLst/>
              <a:gdLst>
                <a:gd name="connsiteX0" fmla="*/ 12004 w 96964"/>
                <a:gd name="connsiteY0" fmla="*/ 58168 h 69331"/>
                <a:gd name="connsiteX1" fmla="*/ 10417 w 96964"/>
                <a:gd name="connsiteY1" fmla="*/ 64471 h 69331"/>
                <a:gd name="connsiteX2" fmla="*/ 15812 w 96964"/>
                <a:gd name="connsiteY2" fmla="*/ 69390 h 69331"/>
                <a:gd name="connsiteX3" fmla="*/ 22002 w 96964"/>
                <a:gd name="connsiteY3" fmla="*/ 66008 h 69331"/>
                <a:gd name="connsiteX4" fmla="*/ 24858 w 96964"/>
                <a:gd name="connsiteY4" fmla="*/ 56477 h 69331"/>
                <a:gd name="connsiteX5" fmla="*/ 28349 w 96964"/>
                <a:gd name="connsiteY5" fmla="*/ 42641 h 69331"/>
                <a:gd name="connsiteX6" fmla="*/ 31047 w 96964"/>
                <a:gd name="connsiteY6" fmla="*/ 32341 h 69331"/>
                <a:gd name="connsiteX7" fmla="*/ 37713 w 96964"/>
                <a:gd name="connsiteY7" fmla="*/ 18506 h 69331"/>
                <a:gd name="connsiteX8" fmla="*/ 61517 w 96964"/>
                <a:gd name="connsiteY8" fmla="*/ 4363 h 69331"/>
                <a:gd name="connsiteX9" fmla="*/ 70880 w 96964"/>
                <a:gd name="connsiteY9" fmla="*/ 15124 h 69331"/>
                <a:gd name="connsiteX10" fmla="*/ 61517 w 96964"/>
                <a:gd name="connsiteY10" fmla="*/ 47868 h 69331"/>
                <a:gd name="connsiteX11" fmla="*/ 59137 w 96964"/>
                <a:gd name="connsiteY11" fmla="*/ 56169 h 69331"/>
                <a:gd name="connsiteX12" fmla="*/ 74213 w 96964"/>
                <a:gd name="connsiteY12" fmla="*/ 69390 h 69331"/>
                <a:gd name="connsiteX13" fmla="*/ 97066 w 96964"/>
                <a:gd name="connsiteY13" fmla="*/ 45870 h 69331"/>
                <a:gd name="connsiteX14" fmla="*/ 94526 w 96964"/>
                <a:gd name="connsiteY14" fmla="*/ 43871 h 69331"/>
                <a:gd name="connsiteX15" fmla="*/ 91511 w 96964"/>
                <a:gd name="connsiteY15" fmla="*/ 46485 h 69331"/>
                <a:gd name="connsiteX16" fmla="*/ 74689 w 96964"/>
                <a:gd name="connsiteY16" fmla="*/ 65086 h 69331"/>
                <a:gd name="connsiteX17" fmla="*/ 70722 w 96964"/>
                <a:gd name="connsiteY17" fmla="*/ 59705 h 69331"/>
                <a:gd name="connsiteX18" fmla="*/ 74372 w 96964"/>
                <a:gd name="connsiteY18" fmla="*/ 47253 h 69331"/>
                <a:gd name="connsiteX19" fmla="*/ 82783 w 96964"/>
                <a:gd name="connsiteY19" fmla="*/ 17584 h 69331"/>
                <a:gd name="connsiteX20" fmla="*/ 62152 w 96964"/>
                <a:gd name="connsiteY20" fmla="*/ 59 h 69331"/>
                <a:gd name="connsiteX21" fmla="*/ 35332 w 96964"/>
                <a:gd name="connsiteY21" fmla="*/ 14048 h 69331"/>
                <a:gd name="connsiteX22" fmla="*/ 18352 w 96964"/>
                <a:gd name="connsiteY22" fmla="*/ 59 h 69331"/>
                <a:gd name="connsiteX23" fmla="*/ 5814 w 96964"/>
                <a:gd name="connsiteY23" fmla="*/ 8360 h 69331"/>
                <a:gd name="connsiteX24" fmla="*/ 101 w 96964"/>
                <a:gd name="connsiteY24" fmla="*/ 23579 h 69331"/>
                <a:gd name="connsiteX25" fmla="*/ 2799 w 96964"/>
                <a:gd name="connsiteY25" fmla="*/ 25577 h 69331"/>
                <a:gd name="connsiteX26" fmla="*/ 6291 w 96964"/>
                <a:gd name="connsiteY26" fmla="*/ 20966 h 69331"/>
                <a:gd name="connsiteX27" fmla="*/ 17875 w 96964"/>
                <a:gd name="connsiteY27" fmla="*/ 4363 h 69331"/>
                <a:gd name="connsiteX28" fmla="*/ 23112 w 96964"/>
                <a:gd name="connsiteY28" fmla="*/ 11896 h 69331"/>
                <a:gd name="connsiteX29" fmla="*/ 20573 w 96964"/>
                <a:gd name="connsiteY29" fmla="*/ 24655 h 69331"/>
                <a:gd name="connsiteX30" fmla="*/ 17082 w 96964"/>
                <a:gd name="connsiteY30" fmla="*/ 38491 h 69331"/>
                <a:gd name="connsiteX31" fmla="*/ 12004 w 96964"/>
                <a:gd name="connsiteY31" fmla="*/ 58168 h 69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6964" h="69331">
                  <a:moveTo>
                    <a:pt x="12004" y="58168"/>
                  </a:moveTo>
                  <a:cubicBezTo>
                    <a:pt x="11369" y="60166"/>
                    <a:pt x="10417" y="64010"/>
                    <a:pt x="10417" y="64471"/>
                  </a:cubicBezTo>
                  <a:cubicBezTo>
                    <a:pt x="10417" y="67853"/>
                    <a:pt x="13273" y="69390"/>
                    <a:pt x="15812" y="69390"/>
                  </a:cubicBezTo>
                  <a:cubicBezTo>
                    <a:pt x="18669" y="69390"/>
                    <a:pt x="21208" y="67392"/>
                    <a:pt x="22002" y="66008"/>
                  </a:cubicBezTo>
                  <a:cubicBezTo>
                    <a:pt x="22795" y="64625"/>
                    <a:pt x="24065" y="59705"/>
                    <a:pt x="24858" y="56477"/>
                  </a:cubicBezTo>
                  <a:cubicBezTo>
                    <a:pt x="25652" y="53556"/>
                    <a:pt x="27397" y="46485"/>
                    <a:pt x="28349" y="42641"/>
                  </a:cubicBezTo>
                  <a:cubicBezTo>
                    <a:pt x="29302" y="39259"/>
                    <a:pt x="30254" y="35877"/>
                    <a:pt x="31047" y="32341"/>
                  </a:cubicBezTo>
                  <a:cubicBezTo>
                    <a:pt x="32793" y="26039"/>
                    <a:pt x="33110" y="24809"/>
                    <a:pt x="37713" y="18506"/>
                  </a:cubicBezTo>
                  <a:cubicBezTo>
                    <a:pt x="42156" y="12357"/>
                    <a:pt x="49615" y="4363"/>
                    <a:pt x="61517" y="4363"/>
                  </a:cubicBezTo>
                  <a:cubicBezTo>
                    <a:pt x="70722" y="4363"/>
                    <a:pt x="70880" y="12203"/>
                    <a:pt x="70880" y="15124"/>
                  </a:cubicBezTo>
                  <a:cubicBezTo>
                    <a:pt x="70880" y="24348"/>
                    <a:pt x="64056" y="41411"/>
                    <a:pt x="61517" y="47868"/>
                  </a:cubicBezTo>
                  <a:cubicBezTo>
                    <a:pt x="59772" y="52172"/>
                    <a:pt x="59137" y="53556"/>
                    <a:pt x="59137" y="56169"/>
                  </a:cubicBezTo>
                  <a:cubicBezTo>
                    <a:pt x="59137" y="64317"/>
                    <a:pt x="66120" y="69390"/>
                    <a:pt x="74213" y="69390"/>
                  </a:cubicBezTo>
                  <a:cubicBezTo>
                    <a:pt x="90083" y="69390"/>
                    <a:pt x="97066" y="48176"/>
                    <a:pt x="97066" y="45870"/>
                  </a:cubicBezTo>
                  <a:cubicBezTo>
                    <a:pt x="97066" y="43871"/>
                    <a:pt x="95002" y="43871"/>
                    <a:pt x="94526" y="43871"/>
                  </a:cubicBezTo>
                  <a:cubicBezTo>
                    <a:pt x="92305" y="43871"/>
                    <a:pt x="92146" y="44794"/>
                    <a:pt x="91511" y="46485"/>
                  </a:cubicBezTo>
                  <a:cubicBezTo>
                    <a:pt x="87861" y="58783"/>
                    <a:pt x="81037" y="65086"/>
                    <a:pt x="74689" y="65086"/>
                  </a:cubicBezTo>
                  <a:cubicBezTo>
                    <a:pt x="71357" y="65086"/>
                    <a:pt x="70722" y="62933"/>
                    <a:pt x="70722" y="59705"/>
                  </a:cubicBezTo>
                  <a:cubicBezTo>
                    <a:pt x="70722" y="56169"/>
                    <a:pt x="71515" y="54171"/>
                    <a:pt x="74372" y="47253"/>
                  </a:cubicBezTo>
                  <a:cubicBezTo>
                    <a:pt x="76276" y="42488"/>
                    <a:pt x="82783" y="26192"/>
                    <a:pt x="82783" y="17584"/>
                  </a:cubicBezTo>
                  <a:cubicBezTo>
                    <a:pt x="82783" y="2672"/>
                    <a:pt x="70563" y="59"/>
                    <a:pt x="62152" y="59"/>
                  </a:cubicBezTo>
                  <a:cubicBezTo>
                    <a:pt x="48980" y="59"/>
                    <a:pt x="40093" y="7899"/>
                    <a:pt x="35332" y="14048"/>
                  </a:cubicBezTo>
                  <a:cubicBezTo>
                    <a:pt x="34221" y="3441"/>
                    <a:pt x="24858" y="59"/>
                    <a:pt x="18352" y="59"/>
                  </a:cubicBezTo>
                  <a:cubicBezTo>
                    <a:pt x="11528" y="59"/>
                    <a:pt x="7878" y="4824"/>
                    <a:pt x="5814" y="8360"/>
                  </a:cubicBezTo>
                  <a:cubicBezTo>
                    <a:pt x="2323" y="14048"/>
                    <a:pt x="101" y="22810"/>
                    <a:pt x="101" y="23579"/>
                  </a:cubicBezTo>
                  <a:cubicBezTo>
                    <a:pt x="101" y="25577"/>
                    <a:pt x="2323" y="25577"/>
                    <a:pt x="2799" y="25577"/>
                  </a:cubicBezTo>
                  <a:cubicBezTo>
                    <a:pt x="5021" y="25577"/>
                    <a:pt x="5180" y="25116"/>
                    <a:pt x="6291" y="20966"/>
                  </a:cubicBezTo>
                  <a:cubicBezTo>
                    <a:pt x="8671" y="11896"/>
                    <a:pt x="11686" y="4363"/>
                    <a:pt x="17875" y="4363"/>
                  </a:cubicBezTo>
                  <a:cubicBezTo>
                    <a:pt x="22002" y="4363"/>
                    <a:pt x="23112" y="7745"/>
                    <a:pt x="23112" y="11896"/>
                  </a:cubicBezTo>
                  <a:cubicBezTo>
                    <a:pt x="23112" y="14816"/>
                    <a:pt x="21684" y="20504"/>
                    <a:pt x="20573" y="24655"/>
                  </a:cubicBezTo>
                  <a:cubicBezTo>
                    <a:pt x="19462" y="28806"/>
                    <a:pt x="17875" y="35109"/>
                    <a:pt x="17082" y="38491"/>
                  </a:cubicBezTo>
                  <a:lnTo>
                    <a:pt x="12004" y="5816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6" name="Freeform: Shape 35">
              <a:extLst>
                <a:ext uri="{FF2B5EF4-FFF2-40B4-BE49-F238E27FC236}">
                  <a16:creationId xmlns:a16="http://schemas.microsoft.com/office/drawing/2014/main" id="{EFACFEFB-B6CD-867A-53A9-878E9F5E40BD}"/>
                </a:ext>
              </a:extLst>
            </p:cNvPr>
            <p:cNvSpPr/>
            <p:nvPr>
              <p:custDataLst>
                <p:tags r:id="rId44"/>
              </p:custDataLst>
            </p:nvPr>
          </p:nvSpPr>
          <p:spPr>
            <a:xfrm>
              <a:off x="7721279" y="6165189"/>
              <a:ext cx="41261" cy="153574"/>
            </a:xfrm>
            <a:custGeom>
              <a:avLst/>
              <a:gdLst>
                <a:gd name="connsiteX0" fmla="*/ 38194 w 41261"/>
                <a:gd name="connsiteY0" fmla="*/ 59 h 153574"/>
                <a:gd name="connsiteX1" fmla="*/ 106 w 41261"/>
                <a:gd name="connsiteY1" fmla="*/ 76769 h 153574"/>
                <a:gd name="connsiteX2" fmla="*/ 38194 w 41261"/>
                <a:gd name="connsiteY2" fmla="*/ 153633 h 153574"/>
                <a:gd name="connsiteX3" fmla="*/ 41368 w 41261"/>
                <a:gd name="connsiteY3" fmla="*/ 151789 h 153574"/>
                <a:gd name="connsiteX4" fmla="*/ 39781 w 41261"/>
                <a:gd name="connsiteY4" fmla="*/ 149483 h 153574"/>
                <a:gd name="connsiteX5" fmla="*/ 10898 w 41261"/>
                <a:gd name="connsiteY5" fmla="*/ 76923 h 153574"/>
                <a:gd name="connsiteX6" fmla="*/ 40257 w 41261"/>
                <a:gd name="connsiteY6" fmla="*/ 3748 h 153574"/>
                <a:gd name="connsiteX7" fmla="*/ 41368 w 41261"/>
                <a:gd name="connsiteY7" fmla="*/ 1903 h 153574"/>
                <a:gd name="connsiteX8" fmla="*/ 38194 w 41261"/>
                <a:gd name="connsiteY8" fmla="*/ 59 h 153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261" h="153574">
                  <a:moveTo>
                    <a:pt x="38194" y="59"/>
                  </a:moveTo>
                  <a:cubicBezTo>
                    <a:pt x="8041" y="20658"/>
                    <a:pt x="106" y="53249"/>
                    <a:pt x="106" y="76769"/>
                  </a:cubicBezTo>
                  <a:cubicBezTo>
                    <a:pt x="106" y="98445"/>
                    <a:pt x="6772" y="132111"/>
                    <a:pt x="38194" y="153633"/>
                  </a:cubicBezTo>
                  <a:cubicBezTo>
                    <a:pt x="39463" y="153633"/>
                    <a:pt x="41368" y="153633"/>
                    <a:pt x="41368" y="151789"/>
                  </a:cubicBezTo>
                  <a:cubicBezTo>
                    <a:pt x="41368" y="150866"/>
                    <a:pt x="40892" y="150559"/>
                    <a:pt x="39781" y="149483"/>
                  </a:cubicBezTo>
                  <a:cubicBezTo>
                    <a:pt x="18674" y="131035"/>
                    <a:pt x="10898" y="104901"/>
                    <a:pt x="10898" y="76923"/>
                  </a:cubicBezTo>
                  <a:cubicBezTo>
                    <a:pt x="10898" y="35416"/>
                    <a:pt x="27244" y="15124"/>
                    <a:pt x="40257" y="3748"/>
                  </a:cubicBezTo>
                  <a:cubicBezTo>
                    <a:pt x="40892" y="3133"/>
                    <a:pt x="41368" y="2672"/>
                    <a:pt x="41368" y="1903"/>
                  </a:cubicBezTo>
                  <a:cubicBezTo>
                    <a:pt x="41368" y="59"/>
                    <a:pt x="39463" y="59"/>
                    <a:pt x="38194" y="5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 name="Freeform: Shape 36">
              <a:extLst>
                <a:ext uri="{FF2B5EF4-FFF2-40B4-BE49-F238E27FC236}">
                  <a16:creationId xmlns:a16="http://schemas.microsoft.com/office/drawing/2014/main" id="{07CE7BF8-1AEA-12B0-C114-F90C70049182}"/>
                </a:ext>
              </a:extLst>
            </p:cNvPr>
            <p:cNvSpPr/>
            <p:nvPr>
              <p:custDataLst>
                <p:tags r:id="rId45"/>
              </p:custDataLst>
            </p:nvPr>
          </p:nvSpPr>
          <p:spPr>
            <a:xfrm>
              <a:off x="7800761" y="6189171"/>
              <a:ext cx="63161" cy="5841"/>
            </a:xfrm>
            <a:custGeom>
              <a:avLst/>
              <a:gdLst>
                <a:gd name="connsiteX0" fmla="*/ 63272 w 63161"/>
                <a:gd name="connsiteY0" fmla="*/ 5900 h 5841"/>
                <a:gd name="connsiteX1" fmla="*/ 63272 w 63161"/>
                <a:gd name="connsiteY1" fmla="*/ 59 h 5841"/>
                <a:gd name="connsiteX2" fmla="*/ 110 w 63161"/>
                <a:gd name="connsiteY2" fmla="*/ 59 h 5841"/>
                <a:gd name="connsiteX3" fmla="*/ 110 w 63161"/>
                <a:gd name="connsiteY3" fmla="*/ 5900 h 5841"/>
                <a:gd name="connsiteX4" fmla="*/ 63272 w 63161"/>
                <a:gd name="connsiteY4" fmla="*/ 5900 h 5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161" h="5841">
                  <a:moveTo>
                    <a:pt x="63272" y="5900"/>
                  </a:moveTo>
                  <a:lnTo>
                    <a:pt x="63272" y="59"/>
                  </a:lnTo>
                  <a:lnTo>
                    <a:pt x="110" y="59"/>
                  </a:lnTo>
                  <a:lnTo>
                    <a:pt x="110" y="5900"/>
                  </a:lnTo>
                  <a:lnTo>
                    <a:pt x="63272" y="5900"/>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8" name="Freeform: Shape 37">
              <a:extLst>
                <a:ext uri="{FF2B5EF4-FFF2-40B4-BE49-F238E27FC236}">
                  <a16:creationId xmlns:a16="http://schemas.microsoft.com/office/drawing/2014/main" id="{967CAC56-A3CD-AB91-5C2E-243B500938F5}"/>
                </a:ext>
              </a:extLst>
            </p:cNvPr>
            <p:cNvSpPr/>
            <p:nvPr>
              <p:custDataLst>
                <p:tags r:id="rId46"/>
              </p:custDataLst>
            </p:nvPr>
          </p:nvSpPr>
          <p:spPr>
            <a:xfrm>
              <a:off x="7781335" y="6212691"/>
              <a:ext cx="81411" cy="99154"/>
            </a:xfrm>
            <a:custGeom>
              <a:avLst/>
              <a:gdLst>
                <a:gd name="connsiteX0" fmla="*/ 80886 w 81411"/>
                <a:gd name="connsiteY0" fmla="*/ 9897 h 99154"/>
                <a:gd name="connsiteX1" fmla="*/ 81521 w 81411"/>
                <a:gd name="connsiteY1" fmla="*/ 6515 h 99154"/>
                <a:gd name="connsiteX2" fmla="*/ 76284 w 81411"/>
                <a:gd name="connsiteY2" fmla="*/ 1596 h 99154"/>
                <a:gd name="connsiteX3" fmla="*/ 69778 w 81411"/>
                <a:gd name="connsiteY3" fmla="*/ 5285 h 99154"/>
                <a:gd name="connsiteX4" fmla="*/ 67238 w 81411"/>
                <a:gd name="connsiteY4" fmla="*/ 14202 h 99154"/>
                <a:gd name="connsiteX5" fmla="*/ 63906 w 81411"/>
                <a:gd name="connsiteY5" fmla="*/ 26961 h 99154"/>
                <a:gd name="connsiteX6" fmla="*/ 57558 w 81411"/>
                <a:gd name="connsiteY6" fmla="*/ 51711 h 99154"/>
                <a:gd name="connsiteX7" fmla="*/ 38038 w 81411"/>
                <a:gd name="connsiteY7" fmla="*/ 65086 h 99154"/>
                <a:gd name="connsiteX8" fmla="*/ 27247 w 81411"/>
                <a:gd name="connsiteY8" fmla="*/ 52326 h 99154"/>
                <a:gd name="connsiteX9" fmla="*/ 35658 w 81411"/>
                <a:gd name="connsiteY9" fmla="*/ 22503 h 99154"/>
                <a:gd name="connsiteX10" fmla="*/ 38355 w 81411"/>
                <a:gd name="connsiteY10" fmla="*/ 13125 h 99154"/>
                <a:gd name="connsiteX11" fmla="*/ 23279 w 81411"/>
                <a:gd name="connsiteY11" fmla="*/ 59 h 99154"/>
                <a:gd name="connsiteX12" fmla="*/ 109 w 81411"/>
                <a:gd name="connsiteY12" fmla="*/ 23579 h 99154"/>
                <a:gd name="connsiteX13" fmla="*/ 2807 w 81411"/>
                <a:gd name="connsiteY13" fmla="*/ 25577 h 99154"/>
                <a:gd name="connsiteX14" fmla="*/ 5664 w 81411"/>
                <a:gd name="connsiteY14" fmla="*/ 23118 h 99154"/>
                <a:gd name="connsiteX15" fmla="*/ 22803 w 81411"/>
                <a:gd name="connsiteY15" fmla="*/ 4363 h 99154"/>
                <a:gd name="connsiteX16" fmla="*/ 26771 w 81411"/>
                <a:gd name="connsiteY16" fmla="*/ 9743 h 99154"/>
                <a:gd name="connsiteX17" fmla="*/ 24549 w 81411"/>
                <a:gd name="connsiteY17" fmla="*/ 18660 h 99154"/>
                <a:gd name="connsiteX18" fmla="*/ 15344 w 81411"/>
                <a:gd name="connsiteY18" fmla="*/ 49867 h 99154"/>
                <a:gd name="connsiteX19" fmla="*/ 21534 w 81411"/>
                <a:gd name="connsiteY19" fmla="*/ 64624 h 99154"/>
                <a:gd name="connsiteX20" fmla="*/ 37403 w 81411"/>
                <a:gd name="connsiteY20" fmla="*/ 69390 h 99154"/>
                <a:gd name="connsiteX21" fmla="*/ 54701 w 81411"/>
                <a:gd name="connsiteY21" fmla="*/ 62472 h 99154"/>
                <a:gd name="connsiteX22" fmla="*/ 44227 w 81411"/>
                <a:gd name="connsiteY22" fmla="*/ 85070 h 99154"/>
                <a:gd name="connsiteX23" fmla="*/ 25184 w 81411"/>
                <a:gd name="connsiteY23" fmla="*/ 94909 h 99154"/>
                <a:gd name="connsiteX24" fmla="*/ 13281 w 81411"/>
                <a:gd name="connsiteY24" fmla="*/ 89836 h 99154"/>
                <a:gd name="connsiteX25" fmla="*/ 21851 w 81411"/>
                <a:gd name="connsiteY25" fmla="*/ 81381 h 99154"/>
                <a:gd name="connsiteX26" fmla="*/ 15662 w 81411"/>
                <a:gd name="connsiteY26" fmla="*/ 75539 h 99154"/>
                <a:gd name="connsiteX27" fmla="*/ 6457 w 81411"/>
                <a:gd name="connsiteY27" fmla="*/ 85685 h 99154"/>
                <a:gd name="connsiteX28" fmla="*/ 25342 w 81411"/>
                <a:gd name="connsiteY28" fmla="*/ 99213 h 99154"/>
                <a:gd name="connsiteX29" fmla="*/ 65810 w 81411"/>
                <a:gd name="connsiteY29" fmla="*/ 68007 h 99154"/>
                <a:gd name="connsiteX30" fmla="*/ 80886 w 81411"/>
                <a:gd name="connsiteY30" fmla="*/ 9897 h 99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1411" h="99154">
                  <a:moveTo>
                    <a:pt x="80886" y="9897"/>
                  </a:moveTo>
                  <a:cubicBezTo>
                    <a:pt x="81521" y="7745"/>
                    <a:pt x="81521" y="7437"/>
                    <a:pt x="81521" y="6515"/>
                  </a:cubicBezTo>
                  <a:cubicBezTo>
                    <a:pt x="81521" y="3441"/>
                    <a:pt x="78982" y="1596"/>
                    <a:pt x="76284" y="1596"/>
                  </a:cubicBezTo>
                  <a:cubicBezTo>
                    <a:pt x="74539" y="1596"/>
                    <a:pt x="71523" y="2364"/>
                    <a:pt x="69778" y="5285"/>
                  </a:cubicBezTo>
                  <a:cubicBezTo>
                    <a:pt x="69302" y="6208"/>
                    <a:pt x="68032" y="11127"/>
                    <a:pt x="67238" y="14202"/>
                  </a:cubicBezTo>
                  <a:lnTo>
                    <a:pt x="63906" y="26961"/>
                  </a:lnTo>
                  <a:cubicBezTo>
                    <a:pt x="62954" y="30650"/>
                    <a:pt x="58034" y="50020"/>
                    <a:pt x="57558" y="51711"/>
                  </a:cubicBezTo>
                  <a:cubicBezTo>
                    <a:pt x="57399" y="51711"/>
                    <a:pt x="50416" y="65086"/>
                    <a:pt x="38038" y="65086"/>
                  </a:cubicBezTo>
                  <a:cubicBezTo>
                    <a:pt x="27247" y="65086"/>
                    <a:pt x="27247" y="55093"/>
                    <a:pt x="27247" y="52326"/>
                  </a:cubicBezTo>
                  <a:cubicBezTo>
                    <a:pt x="27247" y="44025"/>
                    <a:pt x="30897" y="34340"/>
                    <a:pt x="35658" y="22503"/>
                  </a:cubicBezTo>
                  <a:cubicBezTo>
                    <a:pt x="37562" y="17584"/>
                    <a:pt x="38355" y="15739"/>
                    <a:pt x="38355" y="13125"/>
                  </a:cubicBezTo>
                  <a:cubicBezTo>
                    <a:pt x="38355" y="5746"/>
                    <a:pt x="31849" y="59"/>
                    <a:pt x="23279" y="59"/>
                  </a:cubicBezTo>
                  <a:cubicBezTo>
                    <a:pt x="7251" y="59"/>
                    <a:pt x="109" y="20966"/>
                    <a:pt x="109" y="23579"/>
                  </a:cubicBezTo>
                  <a:cubicBezTo>
                    <a:pt x="109" y="25577"/>
                    <a:pt x="2331" y="25577"/>
                    <a:pt x="2807" y="25577"/>
                  </a:cubicBezTo>
                  <a:cubicBezTo>
                    <a:pt x="5029" y="25577"/>
                    <a:pt x="5188" y="24809"/>
                    <a:pt x="5664" y="23118"/>
                  </a:cubicBezTo>
                  <a:cubicBezTo>
                    <a:pt x="9631" y="10358"/>
                    <a:pt x="16455" y="4363"/>
                    <a:pt x="22803" y="4363"/>
                  </a:cubicBezTo>
                  <a:cubicBezTo>
                    <a:pt x="25501" y="4363"/>
                    <a:pt x="26771" y="6054"/>
                    <a:pt x="26771" y="9743"/>
                  </a:cubicBezTo>
                  <a:cubicBezTo>
                    <a:pt x="26771" y="13279"/>
                    <a:pt x="25342" y="16661"/>
                    <a:pt x="24549" y="18660"/>
                  </a:cubicBezTo>
                  <a:cubicBezTo>
                    <a:pt x="16931" y="37415"/>
                    <a:pt x="15344" y="43102"/>
                    <a:pt x="15344" y="49867"/>
                  </a:cubicBezTo>
                  <a:cubicBezTo>
                    <a:pt x="15344" y="52480"/>
                    <a:pt x="15344" y="59705"/>
                    <a:pt x="21534" y="64624"/>
                  </a:cubicBezTo>
                  <a:cubicBezTo>
                    <a:pt x="26453" y="68621"/>
                    <a:pt x="33118" y="69390"/>
                    <a:pt x="37403" y="69390"/>
                  </a:cubicBezTo>
                  <a:cubicBezTo>
                    <a:pt x="43751" y="69390"/>
                    <a:pt x="49464" y="67084"/>
                    <a:pt x="54701" y="62472"/>
                  </a:cubicBezTo>
                  <a:cubicBezTo>
                    <a:pt x="52638" y="70927"/>
                    <a:pt x="50893" y="77384"/>
                    <a:pt x="44227" y="85070"/>
                  </a:cubicBezTo>
                  <a:cubicBezTo>
                    <a:pt x="39942" y="89836"/>
                    <a:pt x="33595" y="94909"/>
                    <a:pt x="25184" y="94909"/>
                  </a:cubicBezTo>
                  <a:cubicBezTo>
                    <a:pt x="24073" y="94909"/>
                    <a:pt x="16614" y="94909"/>
                    <a:pt x="13281" y="89836"/>
                  </a:cubicBezTo>
                  <a:cubicBezTo>
                    <a:pt x="21851" y="88914"/>
                    <a:pt x="21851" y="81535"/>
                    <a:pt x="21851" y="81381"/>
                  </a:cubicBezTo>
                  <a:cubicBezTo>
                    <a:pt x="21851" y="76462"/>
                    <a:pt x="17249" y="75539"/>
                    <a:pt x="15662" y="75539"/>
                  </a:cubicBezTo>
                  <a:cubicBezTo>
                    <a:pt x="11694" y="75539"/>
                    <a:pt x="6457" y="78614"/>
                    <a:pt x="6457" y="85685"/>
                  </a:cubicBezTo>
                  <a:cubicBezTo>
                    <a:pt x="6457" y="93525"/>
                    <a:pt x="14075" y="99213"/>
                    <a:pt x="25342" y="99213"/>
                  </a:cubicBezTo>
                  <a:cubicBezTo>
                    <a:pt x="41371" y="99213"/>
                    <a:pt x="60891" y="87223"/>
                    <a:pt x="65810" y="68007"/>
                  </a:cubicBezTo>
                  <a:lnTo>
                    <a:pt x="80886" y="989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9" name="Freeform: Shape 38">
              <a:extLst>
                <a:ext uri="{FF2B5EF4-FFF2-40B4-BE49-F238E27FC236}">
                  <a16:creationId xmlns:a16="http://schemas.microsoft.com/office/drawing/2014/main" id="{9BF621CB-EBA8-481E-E1CB-CD7338DFDD4D}"/>
                </a:ext>
              </a:extLst>
            </p:cNvPr>
            <p:cNvSpPr/>
            <p:nvPr>
              <p:custDataLst>
                <p:tags r:id="rId47"/>
              </p:custDataLst>
            </p:nvPr>
          </p:nvSpPr>
          <p:spPr>
            <a:xfrm>
              <a:off x="7888654" y="6238210"/>
              <a:ext cx="107279" cy="7532"/>
            </a:xfrm>
            <a:custGeom>
              <a:avLst/>
              <a:gdLst>
                <a:gd name="connsiteX0" fmla="*/ 101045 w 107279"/>
                <a:gd name="connsiteY0" fmla="*/ 7591 h 7532"/>
                <a:gd name="connsiteX1" fmla="*/ 107393 w 107279"/>
                <a:gd name="connsiteY1" fmla="*/ 3902 h 7532"/>
                <a:gd name="connsiteX2" fmla="*/ 101045 w 107279"/>
                <a:gd name="connsiteY2" fmla="*/ 59 h 7532"/>
                <a:gd name="connsiteX3" fmla="*/ 6462 w 107279"/>
                <a:gd name="connsiteY3" fmla="*/ 59 h 7532"/>
                <a:gd name="connsiteX4" fmla="*/ 114 w 107279"/>
                <a:gd name="connsiteY4" fmla="*/ 3748 h 7532"/>
                <a:gd name="connsiteX5" fmla="*/ 6462 w 107279"/>
                <a:gd name="connsiteY5" fmla="*/ 7591 h 7532"/>
                <a:gd name="connsiteX6" fmla="*/ 101045 w 107279"/>
                <a:gd name="connsiteY6" fmla="*/ 7591 h 7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279" h="7532">
                  <a:moveTo>
                    <a:pt x="101045" y="7591"/>
                  </a:moveTo>
                  <a:cubicBezTo>
                    <a:pt x="103584" y="7591"/>
                    <a:pt x="107393" y="7591"/>
                    <a:pt x="107393" y="3902"/>
                  </a:cubicBezTo>
                  <a:cubicBezTo>
                    <a:pt x="107393" y="59"/>
                    <a:pt x="103743" y="59"/>
                    <a:pt x="101045" y="59"/>
                  </a:cubicBezTo>
                  <a:lnTo>
                    <a:pt x="6462" y="59"/>
                  </a:lnTo>
                  <a:cubicBezTo>
                    <a:pt x="3922" y="59"/>
                    <a:pt x="114" y="59"/>
                    <a:pt x="114" y="3748"/>
                  </a:cubicBezTo>
                  <a:cubicBezTo>
                    <a:pt x="114" y="7591"/>
                    <a:pt x="3764" y="7591"/>
                    <a:pt x="6462" y="7591"/>
                  </a:cubicBezTo>
                  <a:lnTo>
                    <a:pt x="101045" y="7591"/>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0" name="Freeform: Shape 39">
              <a:extLst>
                <a:ext uri="{FF2B5EF4-FFF2-40B4-BE49-F238E27FC236}">
                  <a16:creationId xmlns:a16="http://schemas.microsoft.com/office/drawing/2014/main" id="{46269A4D-C57C-413D-9342-27E15926B5E9}"/>
                </a:ext>
              </a:extLst>
            </p:cNvPr>
            <p:cNvSpPr/>
            <p:nvPr>
              <p:custDataLst>
                <p:tags r:id="rId48"/>
              </p:custDataLst>
            </p:nvPr>
          </p:nvSpPr>
          <p:spPr>
            <a:xfrm>
              <a:off x="8021145" y="6212691"/>
              <a:ext cx="94583" cy="100692"/>
            </a:xfrm>
            <a:custGeom>
              <a:avLst/>
              <a:gdLst>
                <a:gd name="connsiteX0" fmla="*/ 755 w 94583"/>
                <a:gd name="connsiteY0" fmla="*/ 92603 h 100692"/>
                <a:gd name="connsiteX1" fmla="*/ 120 w 94583"/>
                <a:gd name="connsiteY1" fmla="*/ 95831 h 100692"/>
                <a:gd name="connsiteX2" fmla="*/ 5516 w 94583"/>
                <a:gd name="connsiteY2" fmla="*/ 100751 h 100692"/>
                <a:gd name="connsiteX3" fmla="*/ 13133 w 94583"/>
                <a:gd name="connsiteY3" fmla="*/ 93064 h 100692"/>
                <a:gd name="connsiteX4" fmla="*/ 20433 w 94583"/>
                <a:gd name="connsiteY4" fmla="*/ 64932 h 100692"/>
                <a:gd name="connsiteX5" fmla="*/ 37414 w 94583"/>
                <a:gd name="connsiteY5" fmla="*/ 69390 h 100692"/>
                <a:gd name="connsiteX6" fmla="*/ 60266 w 94583"/>
                <a:gd name="connsiteY6" fmla="*/ 58322 h 100692"/>
                <a:gd name="connsiteX7" fmla="*/ 76612 w 94583"/>
                <a:gd name="connsiteY7" fmla="*/ 69390 h 100692"/>
                <a:gd name="connsiteX8" fmla="*/ 89149 w 94583"/>
                <a:gd name="connsiteY8" fmla="*/ 61242 h 100692"/>
                <a:gd name="connsiteX9" fmla="*/ 94704 w 94583"/>
                <a:gd name="connsiteY9" fmla="*/ 45870 h 100692"/>
                <a:gd name="connsiteX10" fmla="*/ 92164 w 94583"/>
                <a:gd name="connsiteY10" fmla="*/ 43871 h 100692"/>
                <a:gd name="connsiteX11" fmla="*/ 88673 w 94583"/>
                <a:gd name="connsiteY11" fmla="*/ 48637 h 100692"/>
                <a:gd name="connsiteX12" fmla="*/ 77088 w 94583"/>
                <a:gd name="connsiteY12" fmla="*/ 65086 h 100692"/>
                <a:gd name="connsiteX13" fmla="*/ 71851 w 94583"/>
                <a:gd name="connsiteY13" fmla="*/ 57553 h 100692"/>
                <a:gd name="connsiteX14" fmla="*/ 74232 w 94583"/>
                <a:gd name="connsiteY14" fmla="*/ 45408 h 100692"/>
                <a:gd name="connsiteX15" fmla="*/ 77723 w 94583"/>
                <a:gd name="connsiteY15" fmla="*/ 31573 h 100692"/>
                <a:gd name="connsiteX16" fmla="*/ 81373 w 94583"/>
                <a:gd name="connsiteY16" fmla="*/ 17891 h 100692"/>
                <a:gd name="connsiteX17" fmla="*/ 84071 w 94583"/>
                <a:gd name="connsiteY17" fmla="*/ 6515 h 100692"/>
                <a:gd name="connsiteX18" fmla="*/ 78834 w 94583"/>
                <a:gd name="connsiteY18" fmla="*/ 1596 h 100692"/>
                <a:gd name="connsiteX19" fmla="*/ 72327 w 94583"/>
                <a:gd name="connsiteY19" fmla="*/ 5285 h 100692"/>
                <a:gd name="connsiteX20" fmla="*/ 69788 w 94583"/>
                <a:gd name="connsiteY20" fmla="*/ 14202 h 100692"/>
                <a:gd name="connsiteX21" fmla="*/ 66455 w 94583"/>
                <a:gd name="connsiteY21" fmla="*/ 26961 h 100692"/>
                <a:gd name="connsiteX22" fmla="*/ 61536 w 94583"/>
                <a:gd name="connsiteY22" fmla="*/ 46177 h 100692"/>
                <a:gd name="connsiteX23" fmla="*/ 58997 w 94583"/>
                <a:gd name="connsiteY23" fmla="*/ 52326 h 100692"/>
                <a:gd name="connsiteX24" fmla="*/ 38049 w 94583"/>
                <a:gd name="connsiteY24" fmla="*/ 65086 h 100692"/>
                <a:gd name="connsiteX25" fmla="*/ 25035 w 94583"/>
                <a:gd name="connsiteY25" fmla="*/ 51404 h 100692"/>
                <a:gd name="connsiteX26" fmla="*/ 27733 w 94583"/>
                <a:gd name="connsiteY26" fmla="*/ 37107 h 100692"/>
                <a:gd name="connsiteX27" fmla="*/ 31225 w 94583"/>
                <a:gd name="connsiteY27" fmla="*/ 23272 h 100692"/>
                <a:gd name="connsiteX28" fmla="*/ 33446 w 94583"/>
                <a:gd name="connsiteY28" fmla="*/ 14663 h 100692"/>
                <a:gd name="connsiteX29" fmla="*/ 35827 w 94583"/>
                <a:gd name="connsiteY29" fmla="*/ 4978 h 100692"/>
                <a:gd name="connsiteX30" fmla="*/ 30431 w 94583"/>
                <a:gd name="connsiteY30" fmla="*/ 59 h 100692"/>
                <a:gd name="connsiteX31" fmla="*/ 22814 w 94583"/>
                <a:gd name="connsiteY31" fmla="*/ 7284 h 100692"/>
                <a:gd name="connsiteX32" fmla="*/ 755 w 94583"/>
                <a:gd name="connsiteY32" fmla="*/ 92603 h 100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4583" h="100692">
                  <a:moveTo>
                    <a:pt x="755" y="92603"/>
                  </a:moveTo>
                  <a:cubicBezTo>
                    <a:pt x="120" y="94909"/>
                    <a:pt x="120" y="95678"/>
                    <a:pt x="120" y="95831"/>
                  </a:cubicBezTo>
                  <a:cubicBezTo>
                    <a:pt x="120" y="99213"/>
                    <a:pt x="2976" y="100751"/>
                    <a:pt x="5516" y="100751"/>
                  </a:cubicBezTo>
                  <a:cubicBezTo>
                    <a:pt x="11229" y="100751"/>
                    <a:pt x="12498" y="95678"/>
                    <a:pt x="13133" y="93064"/>
                  </a:cubicBezTo>
                  <a:cubicBezTo>
                    <a:pt x="13450" y="92296"/>
                    <a:pt x="16624" y="79997"/>
                    <a:pt x="20433" y="64932"/>
                  </a:cubicBezTo>
                  <a:cubicBezTo>
                    <a:pt x="25353" y="68160"/>
                    <a:pt x="31701" y="69390"/>
                    <a:pt x="37414" y="69390"/>
                  </a:cubicBezTo>
                  <a:cubicBezTo>
                    <a:pt x="51062" y="69390"/>
                    <a:pt x="59949" y="58629"/>
                    <a:pt x="60266" y="58322"/>
                  </a:cubicBezTo>
                  <a:cubicBezTo>
                    <a:pt x="63282" y="68929"/>
                    <a:pt x="74232" y="69390"/>
                    <a:pt x="76612" y="69390"/>
                  </a:cubicBezTo>
                  <a:cubicBezTo>
                    <a:pt x="82325" y="69390"/>
                    <a:pt x="86293" y="66008"/>
                    <a:pt x="89149" y="61242"/>
                  </a:cubicBezTo>
                  <a:cubicBezTo>
                    <a:pt x="92641" y="55247"/>
                    <a:pt x="94704" y="46485"/>
                    <a:pt x="94704" y="45870"/>
                  </a:cubicBezTo>
                  <a:cubicBezTo>
                    <a:pt x="94704" y="43871"/>
                    <a:pt x="92641" y="43871"/>
                    <a:pt x="92164" y="43871"/>
                  </a:cubicBezTo>
                  <a:cubicBezTo>
                    <a:pt x="89943" y="43871"/>
                    <a:pt x="89784" y="44486"/>
                    <a:pt x="88673" y="48637"/>
                  </a:cubicBezTo>
                  <a:cubicBezTo>
                    <a:pt x="86769" y="56016"/>
                    <a:pt x="83753" y="65086"/>
                    <a:pt x="77088" y="65086"/>
                  </a:cubicBezTo>
                  <a:cubicBezTo>
                    <a:pt x="72962" y="65086"/>
                    <a:pt x="71851" y="61704"/>
                    <a:pt x="71851" y="57553"/>
                  </a:cubicBezTo>
                  <a:cubicBezTo>
                    <a:pt x="71851" y="54940"/>
                    <a:pt x="73121" y="49405"/>
                    <a:pt x="74232" y="45408"/>
                  </a:cubicBezTo>
                  <a:cubicBezTo>
                    <a:pt x="75343" y="41258"/>
                    <a:pt x="76930" y="34955"/>
                    <a:pt x="77723" y="31573"/>
                  </a:cubicBezTo>
                  <a:lnTo>
                    <a:pt x="81373" y="17891"/>
                  </a:lnTo>
                  <a:cubicBezTo>
                    <a:pt x="82325" y="14048"/>
                    <a:pt x="84071" y="7284"/>
                    <a:pt x="84071" y="6515"/>
                  </a:cubicBezTo>
                  <a:cubicBezTo>
                    <a:pt x="84071" y="3441"/>
                    <a:pt x="81532" y="1596"/>
                    <a:pt x="78834" y="1596"/>
                  </a:cubicBezTo>
                  <a:cubicBezTo>
                    <a:pt x="77088" y="1596"/>
                    <a:pt x="74073" y="2364"/>
                    <a:pt x="72327" y="5285"/>
                  </a:cubicBezTo>
                  <a:cubicBezTo>
                    <a:pt x="71851" y="6208"/>
                    <a:pt x="70582" y="11127"/>
                    <a:pt x="69788" y="14202"/>
                  </a:cubicBezTo>
                  <a:lnTo>
                    <a:pt x="66455" y="26961"/>
                  </a:lnTo>
                  <a:lnTo>
                    <a:pt x="61536" y="46177"/>
                  </a:lnTo>
                  <a:cubicBezTo>
                    <a:pt x="60425" y="50020"/>
                    <a:pt x="60425" y="50328"/>
                    <a:pt x="58997" y="52326"/>
                  </a:cubicBezTo>
                  <a:cubicBezTo>
                    <a:pt x="54077" y="59090"/>
                    <a:pt x="47094" y="65086"/>
                    <a:pt x="38049" y="65086"/>
                  </a:cubicBezTo>
                  <a:cubicBezTo>
                    <a:pt x="25035" y="65086"/>
                    <a:pt x="25035" y="54171"/>
                    <a:pt x="25035" y="51404"/>
                  </a:cubicBezTo>
                  <a:cubicBezTo>
                    <a:pt x="25035" y="47407"/>
                    <a:pt x="25512" y="45408"/>
                    <a:pt x="27733" y="37107"/>
                  </a:cubicBezTo>
                  <a:cubicBezTo>
                    <a:pt x="29320" y="30343"/>
                    <a:pt x="29638" y="29267"/>
                    <a:pt x="31225" y="23272"/>
                  </a:cubicBezTo>
                  <a:lnTo>
                    <a:pt x="33446" y="14663"/>
                  </a:lnTo>
                  <a:cubicBezTo>
                    <a:pt x="34240" y="11434"/>
                    <a:pt x="35827" y="5593"/>
                    <a:pt x="35827" y="4978"/>
                  </a:cubicBezTo>
                  <a:cubicBezTo>
                    <a:pt x="35827" y="2211"/>
                    <a:pt x="33605" y="59"/>
                    <a:pt x="30431" y="59"/>
                  </a:cubicBezTo>
                  <a:cubicBezTo>
                    <a:pt x="24718" y="59"/>
                    <a:pt x="23290" y="5439"/>
                    <a:pt x="22814" y="7284"/>
                  </a:cubicBezTo>
                  <a:lnTo>
                    <a:pt x="755" y="9260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1" name="Freeform: Shape 40">
              <a:extLst>
                <a:ext uri="{FF2B5EF4-FFF2-40B4-BE49-F238E27FC236}">
                  <a16:creationId xmlns:a16="http://schemas.microsoft.com/office/drawing/2014/main" id="{5063F70F-5F2C-495B-08CB-24E7779AB23F}"/>
                </a:ext>
              </a:extLst>
            </p:cNvPr>
            <p:cNvSpPr/>
            <p:nvPr>
              <p:custDataLst>
                <p:tags r:id="rId49"/>
              </p:custDataLst>
            </p:nvPr>
          </p:nvSpPr>
          <p:spPr>
            <a:xfrm>
              <a:off x="8132399" y="6229316"/>
              <a:ext cx="59171" cy="75546"/>
            </a:xfrm>
            <a:custGeom>
              <a:avLst/>
              <a:gdLst>
                <a:gd name="connsiteX0" fmla="*/ 59296 w 59171"/>
                <a:gd name="connsiteY0" fmla="*/ 38052 h 75546"/>
                <a:gd name="connsiteX1" fmla="*/ 29710 w 59171"/>
                <a:gd name="connsiteY1" fmla="*/ 60 h 75546"/>
                <a:gd name="connsiteX2" fmla="*/ 125 w 59171"/>
                <a:gd name="connsiteY2" fmla="*/ 38052 h 75546"/>
                <a:gd name="connsiteX3" fmla="*/ 29710 w 59171"/>
                <a:gd name="connsiteY3" fmla="*/ 75606 h 75546"/>
                <a:gd name="connsiteX4" fmla="*/ 59296 w 59171"/>
                <a:gd name="connsiteY4" fmla="*/ 38052 h 75546"/>
                <a:gd name="connsiteX5" fmla="*/ 29710 w 59171"/>
                <a:gd name="connsiteY5" fmla="*/ 71982 h 75546"/>
                <a:gd name="connsiteX6" fmla="*/ 13161 w 59171"/>
                <a:gd name="connsiteY6" fmla="*/ 59465 h 75546"/>
                <a:gd name="connsiteX7" fmla="*/ 11460 w 59171"/>
                <a:gd name="connsiteY7" fmla="*/ 36735 h 75546"/>
                <a:gd name="connsiteX8" fmla="*/ 13274 w 59171"/>
                <a:gd name="connsiteY8" fmla="*/ 14774 h 75546"/>
                <a:gd name="connsiteX9" fmla="*/ 29710 w 59171"/>
                <a:gd name="connsiteY9" fmla="*/ 3683 h 75546"/>
                <a:gd name="connsiteX10" fmla="*/ 46374 w 59171"/>
                <a:gd name="connsiteY10" fmla="*/ 15542 h 75546"/>
                <a:gd name="connsiteX11" fmla="*/ 47961 w 59171"/>
                <a:gd name="connsiteY11" fmla="*/ 36735 h 75546"/>
                <a:gd name="connsiteX12" fmla="*/ 46260 w 59171"/>
                <a:gd name="connsiteY12" fmla="*/ 59684 h 75546"/>
                <a:gd name="connsiteX13" fmla="*/ 29710 w 59171"/>
                <a:gd name="connsiteY13" fmla="*/ 71982 h 75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171" h="75546">
                  <a:moveTo>
                    <a:pt x="59296" y="38052"/>
                  </a:moveTo>
                  <a:cubicBezTo>
                    <a:pt x="59296" y="30146"/>
                    <a:pt x="59296" y="60"/>
                    <a:pt x="29710" y="60"/>
                  </a:cubicBezTo>
                  <a:cubicBezTo>
                    <a:pt x="125" y="60"/>
                    <a:pt x="125" y="30146"/>
                    <a:pt x="125" y="38052"/>
                  </a:cubicBezTo>
                  <a:cubicBezTo>
                    <a:pt x="125" y="46068"/>
                    <a:pt x="125" y="75606"/>
                    <a:pt x="29710" y="75606"/>
                  </a:cubicBezTo>
                  <a:cubicBezTo>
                    <a:pt x="59296" y="75606"/>
                    <a:pt x="59296" y="46068"/>
                    <a:pt x="59296" y="38052"/>
                  </a:cubicBezTo>
                  <a:close/>
                  <a:moveTo>
                    <a:pt x="29710" y="71982"/>
                  </a:moveTo>
                  <a:cubicBezTo>
                    <a:pt x="25516" y="71982"/>
                    <a:pt x="15994" y="70555"/>
                    <a:pt x="13161" y="59465"/>
                  </a:cubicBezTo>
                  <a:cubicBezTo>
                    <a:pt x="11574" y="53535"/>
                    <a:pt x="11460" y="45739"/>
                    <a:pt x="11460" y="36735"/>
                  </a:cubicBezTo>
                  <a:cubicBezTo>
                    <a:pt x="11460" y="28609"/>
                    <a:pt x="11460" y="21032"/>
                    <a:pt x="13274" y="14774"/>
                  </a:cubicBezTo>
                  <a:cubicBezTo>
                    <a:pt x="16108" y="5550"/>
                    <a:pt x="24836" y="3683"/>
                    <a:pt x="29710" y="3683"/>
                  </a:cubicBezTo>
                  <a:cubicBezTo>
                    <a:pt x="38099" y="3683"/>
                    <a:pt x="44107" y="7856"/>
                    <a:pt x="46374" y="15542"/>
                  </a:cubicBezTo>
                  <a:cubicBezTo>
                    <a:pt x="47961" y="21142"/>
                    <a:pt x="47961" y="30256"/>
                    <a:pt x="47961" y="36735"/>
                  </a:cubicBezTo>
                  <a:cubicBezTo>
                    <a:pt x="47961" y="44202"/>
                    <a:pt x="47961" y="53096"/>
                    <a:pt x="46260" y="59684"/>
                  </a:cubicBezTo>
                  <a:cubicBezTo>
                    <a:pt x="43313" y="70335"/>
                    <a:pt x="34245" y="71982"/>
                    <a:pt x="29710" y="71982"/>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8" name="Freeform: Shape 47">
              <a:extLst>
                <a:ext uri="{FF2B5EF4-FFF2-40B4-BE49-F238E27FC236}">
                  <a16:creationId xmlns:a16="http://schemas.microsoft.com/office/drawing/2014/main" id="{432EB69D-A2E3-57D8-34A7-6CE09CC60FBF}"/>
                </a:ext>
              </a:extLst>
            </p:cNvPr>
            <p:cNvSpPr/>
            <p:nvPr>
              <p:custDataLst>
                <p:tags r:id="rId50"/>
              </p:custDataLst>
            </p:nvPr>
          </p:nvSpPr>
          <p:spPr>
            <a:xfrm>
              <a:off x="8223193" y="6165189"/>
              <a:ext cx="41102" cy="153574"/>
            </a:xfrm>
            <a:custGeom>
              <a:avLst/>
              <a:gdLst>
                <a:gd name="connsiteX0" fmla="*/ 3144 w 41102"/>
                <a:gd name="connsiteY0" fmla="*/ 59 h 153574"/>
                <a:gd name="connsiteX1" fmla="*/ 129 w 41102"/>
                <a:gd name="connsiteY1" fmla="*/ 1903 h 153574"/>
                <a:gd name="connsiteX2" fmla="*/ 1557 w 41102"/>
                <a:gd name="connsiteY2" fmla="*/ 4209 h 153574"/>
                <a:gd name="connsiteX3" fmla="*/ 30440 w 41102"/>
                <a:gd name="connsiteY3" fmla="*/ 76769 h 153574"/>
                <a:gd name="connsiteX4" fmla="*/ 2985 w 41102"/>
                <a:gd name="connsiteY4" fmla="*/ 148253 h 153574"/>
                <a:gd name="connsiteX5" fmla="*/ 129 w 41102"/>
                <a:gd name="connsiteY5" fmla="*/ 151789 h 153574"/>
                <a:gd name="connsiteX6" fmla="*/ 2192 w 41102"/>
                <a:gd name="connsiteY6" fmla="*/ 153633 h 153574"/>
                <a:gd name="connsiteX7" fmla="*/ 29646 w 41102"/>
                <a:gd name="connsiteY7" fmla="*/ 124271 h 153574"/>
                <a:gd name="connsiteX8" fmla="*/ 41231 w 41102"/>
                <a:gd name="connsiteY8" fmla="*/ 76923 h 153574"/>
                <a:gd name="connsiteX9" fmla="*/ 3144 w 41102"/>
                <a:gd name="connsiteY9" fmla="*/ 59 h 153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02" h="153574">
                  <a:moveTo>
                    <a:pt x="3144" y="59"/>
                  </a:moveTo>
                  <a:cubicBezTo>
                    <a:pt x="2033" y="59"/>
                    <a:pt x="129" y="59"/>
                    <a:pt x="129" y="1903"/>
                  </a:cubicBezTo>
                  <a:cubicBezTo>
                    <a:pt x="129" y="2672"/>
                    <a:pt x="605" y="3133"/>
                    <a:pt x="1557" y="4209"/>
                  </a:cubicBezTo>
                  <a:cubicBezTo>
                    <a:pt x="15205" y="16354"/>
                    <a:pt x="30440" y="37107"/>
                    <a:pt x="30440" y="76769"/>
                  </a:cubicBezTo>
                  <a:cubicBezTo>
                    <a:pt x="30440" y="108898"/>
                    <a:pt x="20125" y="133187"/>
                    <a:pt x="2985" y="148253"/>
                  </a:cubicBezTo>
                  <a:cubicBezTo>
                    <a:pt x="287" y="150866"/>
                    <a:pt x="129" y="151020"/>
                    <a:pt x="129" y="151789"/>
                  </a:cubicBezTo>
                  <a:cubicBezTo>
                    <a:pt x="129" y="152557"/>
                    <a:pt x="605" y="153633"/>
                    <a:pt x="2192" y="153633"/>
                  </a:cubicBezTo>
                  <a:cubicBezTo>
                    <a:pt x="4096" y="153633"/>
                    <a:pt x="19172" y="143487"/>
                    <a:pt x="29646" y="124271"/>
                  </a:cubicBezTo>
                  <a:cubicBezTo>
                    <a:pt x="36629" y="111512"/>
                    <a:pt x="41231" y="94909"/>
                    <a:pt x="41231" y="76923"/>
                  </a:cubicBezTo>
                  <a:cubicBezTo>
                    <a:pt x="41231" y="55247"/>
                    <a:pt x="34566" y="21581"/>
                    <a:pt x="3144" y="5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 name="Freeform: Shape 48">
              <a:extLst>
                <a:ext uri="{FF2B5EF4-FFF2-40B4-BE49-F238E27FC236}">
                  <a16:creationId xmlns:a16="http://schemas.microsoft.com/office/drawing/2014/main" id="{2313530C-A1AC-6FC5-352B-A7AAFCE9F7DF}"/>
                </a:ext>
              </a:extLst>
            </p:cNvPr>
            <p:cNvSpPr/>
            <p:nvPr>
              <p:custDataLst>
                <p:tags r:id="rId51"/>
              </p:custDataLst>
            </p:nvPr>
          </p:nvSpPr>
          <p:spPr>
            <a:xfrm>
              <a:off x="7442021" y="6327702"/>
              <a:ext cx="840751" cy="8784"/>
            </a:xfrm>
            <a:custGeom>
              <a:avLst/>
              <a:gdLst>
                <a:gd name="connsiteX0" fmla="*/ 0 w 840751"/>
                <a:gd name="connsiteY0" fmla="*/ 0 h 8784"/>
                <a:gd name="connsiteX1" fmla="*/ 840751 w 840751"/>
                <a:gd name="connsiteY1" fmla="*/ 0 h 8784"/>
                <a:gd name="connsiteX2" fmla="*/ 840751 w 840751"/>
                <a:gd name="connsiteY2" fmla="*/ 8784 h 8784"/>
                <a:gd name="connsiteX3" fmla="*/ 0 w 840751"/>
                <a:gd name="connsiteY3" fmla="*/ 8784 h 8784"/>
              </a:gdLst>
              <a:ahLst/>
              <a:cxnLst>
                <a:cxn ang="0">
                  <a:pos x="connsiteX0" y="connsiteY0"/>
                </a:cxn>
                <a:cxn ang="0">
                  <a:pos x="connsiteX1" y="connsiteY1"/>
                </a:cxn>
                <a:cxn ang="0">
                  <a:pos x="connsiteX2" y="connsiteY2"/>
                </a:cxn>
                <a:cxn ang="0">
                  <a:pos x="connsiteX3" y="connsiteY3"/>
                </a:cxn>
              </a:cxnLst>
              <a:rect l="l" t="t" r="r" b="b"/>
              <a:pathLst>
                <a:path w="840751" h="8784">
                  <a:moveTo>
                    <a:pt x="0" y="0"/>
                  </a:moveTo>
                  <a:lnTo>
                    <a:pt x="840751" y="0"/>
                  </a:lnTo>
                  <a:lnTo>
                    <a:pt x="840751" y="8784"/>
                  </a:lnTo>
                  <a:lnTo>
                    <a:pt x="0" y="878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 name="Freeform: Shape 49">
              <a:extLst>
                <a:ext uri="{FF2B5EF4-FFF2-40B4-BE49-F238E27FC236}">
                  <a16:creationId xmlns:a16="http://schemas.microsoft.com/office/drawing/2014/main" id="{FBA039A7-344B-0459-D35F-BCF3855DE1BD}"/>
                </a:ext>
              </a:extLst>
            </p:cNvPr>
            <p:cNvSpPr/>
            <p:nvPr>
              <p:custDataLst>
                <p:tags r:id="rId52"/>
              </p:custDataLst>
            </p:nvPr>
          </p:nvSpPr>
          <p:spPr>
            <a:xfrm>
              <a:off x="7830880" y="6394934"/>
              <a:ext cx="63320" cy="69331"/>
            </a:xfrm>
            <a:custGeom>
              <a:avLst/>
              <a:gdLst>
                <a:gd name="connsiteX0" fmla="*/ 57243 w 63320"/>
                <a:gd name="connsiteY0" fmla="*/ 10059 h 69331"/>
                <a:gd name="connsiteX1" fmla="*/ 50577 w 63320"/>
                <a:gd name="connsiteY1" fmla="*/ 17284 h 69331"/>
                <a:gd name="connsiteX2" fmla="*/ 55814 w 63320"/>
                <a:gd name="connsiteY2" fmla="*/ 22204 h 69331"/>
                <a:gd name="connsiteX3" fmla="*/ 63432 w 63320"/>
                <a:gd name="connsiteY3" fmla="*/ 13441 h 69331"/>
                <a:gd name="connsiteX4" fmla="*/ 42325 w 63320"/>
                <a:gd name="connsiteY4" fmla="*/ 67 h 69331"/>
                <a:gd name="connsiteX5" fmla="*/ 13125 w 63320"/>
                <a:gd name="connsiteY5" fmla="*/ 22511 h 69331"/>
                <a:gd name="connsiteX6" fmla="*/ 18679 w 63320"/>
                <a:gd name="connsiteY6" fmla="*/ 33733 h 69331"/>
                <a:gd name="connsiteX7" fmla="*/ 36612 w 63320"/>
                <a:gd name="connsiteY7" fmla="*/ 39268 h 69331"/>
                <a:gd name="connsiteX8" fmla="*/ 50101 w 63320"/>
                <a:gd name="connsiteY8" fmla="*/ 49414 h 69331"/>
                <a:gd name="connsiteX9" fmla="*/ 41690 w 63320"/>
                <a:gd name="connsiteY9" fmla="*/ 61712 h 69331"/>
                <a:gd name="connsiteX10" fmla="*/ 25820 w 63320"/>
                <a:gd name="connsiteY10" fmla="*/ 65094 h 69331"/>
                <a:gd name="connsiteX11" fmla="*/ 6777 w 63320"/>
                <a:gd name="connsiteY11" fmla="*/ 58637 h 69331"/>
                <a:gd name="connsiteX12" fmla="*/ 15505 w 63320"/>
                <a:gd name="connsiteY12" fmla="*/ 49875 h 69331"/>
                <a:gd name="connsiteX13" fmla="*/ 9316 w 63320"/>
                <a:gd name="connsiteY13" fmla="*/ 44187 h 69331"/>
                <a:gd name="connsiteX14" fmla="*/ 111 w 63320"/>
                <a:gd name="connsiteY14" fmla="*/ 54487 h 69331"/>
                <a:gd name="connsiteX15" fmla="*/ 25662 w 63320"/>
                <a:gd name="connsiteY15" fmla="*/ 69398 h 69331"/>
                <a:gd name="connsiteX16" fmla="*/ 60258 w 63320"/>
                <a:gd name="connsiteY16" fmla="*/ 44033 h 69331"/>
                <a:gd name="connsiteX17" fmla="*/ 38358 w 63320"/>
                <a:gd name="connsiteY17" fmla="*/ 26047 h 69331"/>
                <a:gd name="connsiteX18" fmla="*/ 32010 w 63320"/>
                <a:gd name="connsiteY18" fmla="*/ 24817 h 69331"/>
                <a:gd name="connsiteX19" fmla="*/ 23281 w 63320"/>
                <a:gd name="connsiteY19" fmla="*/ 17131 h 69331"/>
                <a:gd name="connsiteX20" fmla="*/ 29629 w 63320"/>
                <a:gd name="connsiteY20" fmla="*/ 7292 h 69331"/>
                <a:gd name="connsiteX21" fmla="*/ 42166 w 63320"/>
                <a:gd name="connsiteY21" fmla="*/ 4371 h 69331"/>
                <a:gd name="connsiteX22" fmla="*/ 57243 w 63320"/>
                <a:gd name="connsiteY22" fmla="*/ 10059 h 69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3320" h="69331">
                  <a:moveTo>
                    <a:pt x="57243" y="10059"/>
                  </a:moveTo>
                  <a:cubicBezTo>
                    <a:pt x="53116" y="10982"/>
                    <a:pt x="50577" y="14210"/>
                    <a:pt x="50577" y="17284"/>
                  </a:cubicBezTo>
                  <a:cubicBezTo>
                    <a:pt x="50577" y="20820"/>
                    <a:pt x="53751" y="22204"/>
                    <a:pt x="55814" y="22204"/>
                  </a:cubicBezTo>
                  <a:cubicBezTo>
                    <a:pt x="57401" y="22204"/>
                    <a:pt x="63432" y="21281"/>
                    <a:pt x="63432" y="13441"/>
                  </a:cubicBezTo>
                  <a:cubicBezTo>
                    <a:pt x="63432" y="3449"/>
                    <a:pt x="52005" y="67"/>
                    <a:pt x="42325" y="67"/>
                  </a:cubicBezTo>
                  <a:cubicBezTo>
                    <a:pt x="17568" y="67"/>
                    <a:pt x="13125" y="17746"/>
                    <a:pt x="13125" y="22511"/>
                  </a:cubicBezTo>
                  <a:cubicBezTo>
                    <a:pt x="13125" y="28199"/>
                    <a:pt x="16457" y="31889"/>
                    <a:pt x="18679" y="33733"/>
                  </a:cubicBezTo>
                  <a:cubicBezTo>
                    <a:pt x="22805" y="36808"/>
                    <a:pt x="25662" y="37423"/>
                    <a:pt x="36612" y="39268"/>
                  </a:cubicBezTo>
                  <a:cubicBezTo>
                    <a:pt x="39944" y="39882"/>
                    <a:pt x="50101" y="41727"/>
                    <a:pt x="50101" y="49414"/>
                  </a:cubicBezTo>
                  <a:cubicBezTo>
                    <a:pt x="50101" y="52027"/>
                    <a:pt x="48355" y="57869"/>
                    <a:pt x="41690" y="61712"/>
                  </a:cubicBezTo>
                  <a:cubicBezTo>
                    <a:pt x="35501" y="65094"/>
                    <a:pt x="27725" y="65094"/>
                    <a:pt x="25820" y="65094"/>
                  </a:cubicBezTo>
                  <a:cubicBezTo>
                    <a:pt x="19472" y="65094"/>
                    <a:pt x="10427" y="63710"/>
                    <a:pt x="6777" y="58637"/>
                  </a:cubicBezTo>
                  <a:cubicBezTo>
                    <a:pt x="12014" y="58022"/>
                    <a:pt x="15505" y="54179"/>
                    <a:pt x="15505" y="49875"/>
                  </a:cubicBezTo>
                  <a:cubicBezTo>
                    <a:pt x="15505" y="46032"/>
                    <a:pt x="12648" y="44187"/>
                    <a:pt x="9316" y="44187"/>
                  </a:cubicBezTo>
                  <a:cubicBezTo>
                    <a:pt x="4714" y="44187"/>
                    <a:pt x="111" y="47723"/>
                    <a:pt x="111" y="54487"/>
                  </a:cubicBezTo>
                  <a:cubicBezTo>
                    <a:pt x="111" y="63710"/>
                    <a:pt x="10268" y="69398"/>
                    <a:pt x="25662" y="69398"/>
                  </a:cubicBezTo>
                  <a:cubicBezTo>
                    <a:pt x="54862" y="69398"/>
                    <a:pt x="60258" y="50029"/>
                    <a:pt x="60258" y="44033"/>
                  </a:cubicBezTo>
                  <a:cubicBezTo>
                    <a:pt x="60258" y="29890"/>
                    <a:pt x="44229" y="27123"/>
                    <a:pt x="38358" y="26047"/>
                  </a:cubicBezTo>
                  <a:cubicBezTo>
                    <a:pt x="36929" y="25739"/>
                    <a:pt x="32962" y="25125"/>
                    <a:pt x="32010" y="24817"/>
                  </a:cubicBezTo>
                  <a:cubicBezTo>
                    <a:pt x="26138" y="23741"/>
                    <a:pt x="23281" y="20513"/>
                    <a:pt x="23281" y="17131"/>
                  </a:cubicBezTo>
                  <a:cubicBezTo>
                    <a:pt x="23281" y="13595"/>
                    <a:pt x="26138" y="9444"/>
                    <a:pt x="29629" y="7292"/>
                  </a:cubicBezTo>
                  <a:cubicBezTo>
                    <a:pt x="33914" y="4679"/>
                    <a:pt x="39468" y="4371"/>
                    <a:pt x="42166" y="4371"/>
                  </a:cubicBezTo>
                  <a:cubicBezTo>
                    <a:pt x="45499" y="4371"/>
                    <a:pt x="53751" y="4832"/>
                    <a:pt x="57243" y="1005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07" name="Group 106">
            <a:extLst>
              <a:ext uri="{FF2B5EF4-FFF2-40B4-BE49-F238E27FC236}">
                <a16:creationId xmlns:a16="http://schemas.microsoft.com/office/drawing/2014/main" id="{321E686C-D678-A8A7-5105-E70A8EC64A9B}"/>
              </a:ext>
            </a:extLst>
          </p:cNvPr>
          <p:cNvGrpSpPr>
            <a:grpSpLocks noChangeAspect="1"/>
          </p:cNvGrpSpPr>
          <p:nvPr>
            <p:custDataLst>
              <p:tags r:id="rId3"/>
            </p:custDataLst>
          </p:nvPr>
        </p:nvGrpSpPr>
        <p:grpSpPr>
          <a:xfrm>
            <a:off x="8732823" y="3616487"/>
            <a:ext cx="1386687" cy="543664"/>
            <a:chOff x="7991330" y="6994714"/>
            <a:chExt cx="1523584" cy="597336"/>
          </a:xfrm>
        </p:grpSpPr>
        <p:sp>
          <p:nvSpPr>
            <p:cNvPr id="83" name="Freeform: Shape 82">
              <a:extLst>
                <a:ext uri="{FF2B5EF4-FFF2-40B4-BE49-F238E27FC236}">
                  <a16:creationId xmlns:a16="http://schemas.microsoft.com/office/drawing/2014/main" id="{79670272-B248-E543-F323-BCD09D53B880}"/>
                </a:ext>
              </a:extLst>
            </p:cNvPr>
            <p:cNvSpPr/>
            <p:nvPr>
              <p:custDataLst>
                <p:tags r:id="rId24"/>
              </p:custDataLst>
            </p:nvPr>
          </p:nvSpPr>
          <p:spPr>
            <a:xfrm>
              <a:off x="7991330" y="7125128"/>
              <a:ext cx="107560" cy="216338"/>
            </a:xfrm>
            <a:custGeom>
              <a:avLst/>
              <a:gdLst>
                <a:gd name="connsiteX0" fmla="*/ 64193 w 107560"/>
                <a:gd name="connsiteY0" fmla="*/ 76817 h 216338"/>
                <a:gd name="connsiteX1" fmla="*/ 97126 w 107560"/>
                <a:gd name="connsiteY1" fmla="*/ 76817 h 216338"/>
                <a:gd name="connsiteX2" fmla="*/ 107637 w 107560"/>
                <a:gd name="connsiteY2" fmla="*/ 70025 h 216338"/>
                <a:gd name="connsiteX3" fmla="*/ 97827 w 107560"/>
                <a:gd name="connsiteY3" fmla="*/ 66289 h 216338"/>
                <a:gd name="connsiteX4" fmla="*/ 66995 w 107560"/>
                <a:gd name="connsiteY4" fmla="*/ 66289 h 216338"/>
                <a:gd name="connsiteX5" fmla="*/ 81360 w 107560"/>
                <a:gd name="connsiteY5" fmla="*/ 9233 h 216338"/>
                <a:gd name="connsiteX6" fmla="*/ 71200 w 107560"/>
                <a:gd name="connsiteY6" fmla="*/ 63 h 216338"/>
                <a:gd name="connsiteX7" fmla="*/ 57185 w 107560"/>
                <a:gd name="connsiteY7" fmla="*/ 12289 h 216338"/>
                <a:gd name="connsiteX8" fmla="*/ 43521 w 107560"/>
                <a:gd name="connsiteY8" fmla="*/ 66289 h 216338"/>
                <a:gd name="connsiteX9" fmla="*/ 10587 w 107560"/>
                <a:gd name="connsiteY9" fmla="*/ 66289 h 216338"/>
                <a:gd name="connsiteX10" fmla="*/ 77 w 107560"/>
                <a:gd name="connsiteY10" fmla="*/ 72742 h 216338"/>
                <a:gd name="connsiteX11" fmla="*/ 9887 w 107560"/>
                <a:gd name="connsiteY11" fmla="*/ 76817 h 216338"/>
                <a:gd name="connsiteX12" fmla="*/ 40718 w 107560"/>
                <a:gd name="connsiteY12" fmla="*/ 76817 h 216338"/>
                <a:gd name="connsiteX13" fmla="*/ 14091 w 107560"/>
                <a:gd name="connsiteY13" fmla="*/ 185156 h 216338"/>
                <a:gd name="connsiteX14" fmla="*/ 46324 w 107560"/>
                <a:gd name="connsiteY14" fmla="*/ 216401 h 216338"/>
                <a:gd name="connsiteX15" fmla="*/ 102031 w 107560"/>
                <a:gd name="connsiteY15" fmla="*/ 164100 h 216338"/>
                <a:gd name="connsiteX16" fmla="*/ 97827 w 107560"/>
                <a:gd name="connsiteY16" fmla="*/ 160704 h 216338"/>
                <a:gd name="connsiteX17" fmla="*/ 92572 w 107560"/>
                <a:gd name="connsiteY17" fmla="*/ 165458 h 216338"/>
                <a:gd name="connsiteX18" fmla="*/ 47025 w 107560"/>
                <a:gd name="connsiteY18" fmla="*/ 208930 h 216338"/>
                <a:gd name="connsiteX19" fmla="*/ 36164 w 107560"/>
                <a:gd name="connsiteY19" fmla="*/ 193307 h 216338"/>
                <a:gd name="connsiteX20" fmla="*/ 38266 w 107560"/>
                <a:gd name="connsiteY20" fmla="*/ 177005 h 216338"/>
                <a:gd name="connsiteX21" fmla="*/ 64193 w 107560"/>
                <a:gd name="connsiteY21" fmla="*/ 76817 h 216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7560" h="216338">
                  <a:moveTo>
                    <a:pt x="64193" y="76817"/>
                  </a:moveTo>
                  <a:lnTo>
                    <a:pt x="97126" y="76817"/>
                  </a:lnTo>
                  <a:cubicBezTo>
                    <a:pt x="104134" y="76817"/>
                    <a:pt x="107637" y="76817"/>
                    <a:pt x="107637" y="70025"/>
                  </a:cubicBezTo>
                  <a:cubicBezTo>
                    <a:pt x="107637" y="66289"/>
                    <a:pt x="104134" y="66289"/>
                    <a:pt x="97827" y="66289"/>
                  </a:cubicBezTo>
                  <a:lnTo>
                    <a:pt x="66995" y="66289"/>
                  </a:lnTo>
                  <a:cubicBezTo>
                    <a:pt x="79608" y="18063"/>
                    <a:pt x="81360" y="11270"/>
                    <a:pt x="81360" y="9233"/>
                  </a:cubicBezTo>
                  <a:cubicBezTo>
                    <a:pt x="81360" y="3459"/>
                    <a:pt x="77156" y="63"/>
                    <a:pt x="71200" y="63"/>
                  </a:cubicBezTo>
                  <a:cubicBezTo>
                    <a:pt x="70149" y="63"/>
                    <a:pt x="60339" y="402"/>
                    <a:pt x="57185" y="12289"/>
                  </a:cubicBezTo>
                  <a:lnTo>
                    <a:pt x="43521" y="66289"/>
                  </a:lnTo>
                  <a:lnTo>
                    <a:pt x="10587" y="66289"/>
                  </a:lnTo>
                  <a:cubicBezTo>
                    <a:pt x="3580" y="66289"/>
                    <a:pt x="77" y="66289"/>
                    <a:pt x="77" y="72742"/>
                  </a:cubicBezTo>
                  <a:cubicBezTo>
                    <a:pt x="77" y="76817"/>
                    <a:pt x="2880" y="76817"/>
                    <a:pt x="9887" y="76817"/>
                  </a:cubicBezTo>
                  <a:lnTo>
                    <a:pt x="40718" y="76817"/>
                  </a:lnTo>
                  <a:cubicBezTo>
                    <a:pt x="15493" y="173270"/>
                    <a:pt x="14091" y="179043"/>
                    <a:pt x="14091" y="185156"/>
                  </a:cubicBezTo>
                  <a:cubicBezTo>
                    <a:pt x="14091" y="203496"/>
                    <a:pt x="27405" y="216401"/>
                    <a:pt x="46324" y="216401"/>
                  </a:cubicBezTo>
                  <a:cubicBezTo>
                    <a:pt x="82061" y="216401"/>
                    <a:pt x="102031" y="166817"/>
                    <a:pt x="102031" y="164100"/>
                  </a:cubicBezTo>
                  <a:cubicBezTo>
                    <a:pt x="102031" y="160704"/>
                    <a:pt x="99228" y="160704"/>
                    <a:pt x="97827" y="160704"/>
                  </a:cubicBezTo>
                  <a:cubicBezTo>
                    <a:pt x="94674" y="160704"/>
                    <a:pt x="94323" y="161722"/>
                    <a:pt x="92572" y="165458"/>
                  </a:cubicBezTo>
                  <a:cubicBezTo>
                    <a:pt x="77506" y="200779"/>
                    <a:pt x="58937" y="208930"/>
                    <a:pt x="47025" y="208930"/>
                  </a:cubicBezTo>
                  <a:cubicBezTo>
                    <a:pt x="39667" y="208930"/>
                    <a:pt x="36164" y="204515"/>
                    <a:pt x="36164" y="193307"/>
                  </a:cubicBezTo>
                  <a:cubicBezTo>
                    <a:pt x="36164" y="185156"/>
                    <a:pt x="36864" y="182779"/>
                    <a:pt x="38266" y="177005"/>
                  </a:cubicBezTo>
                  <a:lnTo>
                    <a:pt x="64193" y="7681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4" name="Freeform: Shape 83">
              <a:extLst>
                <a:ext uri="{FF2B5EF4-FFF2-40B4-BE49-F238E27FC236}">
                  <a16:creationId xmlns:a16="http://schemas.microsoft.com/office/drawing/2014/main" id="{95ED0857-7C25-A3A2-4F48-3A73066F357B}"/>
                </a:ext>
              </a:extLst>
            </p:cNvPr>
            <p:cNvSpPr/>
            <p:nvPr>
              <p:custDataLst>
                <p:tags r:id="rId25"/>
              </p:custDataLst>
            </p:nvPr>
          </p:nvSpPr>
          <p:spPr>
            <a:xfrm>
              <a:off x="8226731" y="7213089"/>
              <a:ext cx="232989" cy="79471"/>
            </a:xfrm>
            <a:custGeom>
              <a:avLst/>
              <a:gdLst>
                <a:gd name="connsiteX0" fmla="*/ 221160 w 232989"/>
                <a:gd name="connsiteY0" fmla="*/ 13648 h 79471"/>
                <a:gd name="connsiteX1" fmla="*/ 233072 w 232989"/>
                <a:gd name="connsiteY1" fmla="*/ 6855 h 79471"/>
                <a:gd name="connsiteX2" fmla="*/ 221510 w 232989"/>
                <a:gd name="connsiteY2" fmla="*/ 63 h 79471"/>
                <a:gd name="connsiteX3" fmla="*/ 11645 w 232989"/>
                <a:gd name="connsiteY3" fmla="*/ 63 h 79471"/>
                <a:gd name="connsiteX4" fmla="*/ 83 w 232989"/>
                <a:gd name="connsiteY4" fmla="*/ 6855 h 79471"/>
                <a:gd name="connsiteX5" fmla="*/ 11995 w 232989"/>
                <a:gd name="connsiteY5" fmla="*/ 13648 h 79471"/>
                <a:gd name="connsiteX6" fmla="*/ 221160 w 232989"/>
                <a:gd name="connsiteY6" fmla="*/ 13648 h 79471"/>
                <a:gd name="connsiteX7" fmla="*/ 221510 w 232989"/>
                <a:gd name="connsiteY7" fmla="*/ 79534 h 79471"/>
                <a:gd name="connsiteX8" fmla="*/ 233072 w 232989"/>
                <a:gd name="connsiteY8" fmla="*/ 72742 h 79471"/>
                <a:gd name="connsiteX9" fmla="*/ 221160 w 232989"/>
                <a:gd name="connsiteY9" fmla="*/ 65949 h 79471"/>
                <a:gd name="connsiteX10" fmla="*/ 11995 w 232989"/>
                <a:gd name="connsiteY10" fmla="*/ 65949 h 79471"/>
                <a:gd name="connsiteX11" fmla="*/ 83 w 232989"/>
                <a:gd name="connsiteY11" fmla="*/ 72742 h 79471"/>
                <a:gd name="connsiteX12" fmla="*/ 11645 w 232989"/>
                <a:gd name="connsiteY12" fmla="*/ 79534 h 79471"/>
                <a:gd name="connsiteX13" fmla="*/ 221510 w 232989"/>
                <a:gd name="connsiteY13" fmla="*/ 79534 h 79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2989" h="79471">
                  <a:moveTo>
                    <a:pt x="221160" y="13648"/>
                  </a:moveTo>
                  <a:cubicBezTo>
                    <a:pt x="226415" y="13648"/>
                    <a:pt x="233072" y="13648"/>
                    <a:pt x="233072" y="6855"/>
                  </a:cubicBezTo>
                  <a:cubicBezTo>
                    <a:pt x="233072" y="63"/>
                    <a:pt x="226415" y="63"/>
                    <a:pt x="221510" y="63"/>
                  </a:cubicBezTo>
                  <a:lnTo>
                    <a:pt x="11645" y="63"/>
                  </a:lnTo>
                  <a:cubicBezTo>
                    <a:pt x="6740" y="63"/>
                    <a:pt x="83" y="63"/>
                    <a:pt x="83" y="6855"/>
                  </a:cubicBezTo>
                  <a:cubicBezTo>
                    <a:pt x="83" y="13648"/>
                    <a:pt x="6740" y="13648"/>
                    <a:pt x="11995" y="13648"/>
                  </a:cubicBezTo>
                  <a:lnTo>
                    <a:pt x="221160" y="13648"/>
                  </a:lnTo>
                  <a:close/>
                  <a:moveTo>
                    <a:pt x="221510" y="79534"/>
                  </a:moveTo>
                  <a:cubicBezTo>
                    <a:pt x="226415" y="79534"/>
                    <a:pt x="233072" y="79534"/>
                    <a:pt x="233072" y="72742"/>
                  </a:cubicBezTo>
                  <a:cubicBezTo>
                    <a:pt x="233072" y="65949"/>
                    <a:pt x="226415" y="65949"/>
                    <a:pt x="221160" y="65949"/>
                  </a:cubicBezTo>
                  <a:lnTo>
                    <a:pt x="11995" y="65949"/>
                  </a:lnTo>
                  <a:cubicBezTo>
                    <a:pt x="6740" y="65949"/>
                    <a:pt x="83" y="65949"/>
                    <a:pt x="83" y="72742"/>
                  </a:cubicBezTo>
                  <a:cubicBezTo>
                    <a:pt x="83" y="79534"/>
                    <a:pt x="6740" y="79534"/>
                    <a:pt x="11645" y="79534"/>
                  </a:cubicBezTo>
                  <a:lnTo>
                    <a:pt x="221510" y="7953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5" name="Freeform: Shape 84">
              <a:extLst>
                <a:ext uri="{FF2B5EF4-FFF2-40B4-BE49-F238E27FC236}">
                  <a16:creationId xmlns:a16="http://schemas.microsoft.com/office/drawing/2014/main" id="{B8E34DCD-07BB-35D4-65A4-58EB7571246B}"/>
                </a:ext>
              </a:extLst>
            </p:cNvPr>
            <p:cNvSpPr/>
            <p:nvPr>
              <p:custDataLst>
                <p:tags r:id="rId26"/>
              </p:custDataLst>
            </p:nvPr>
          </p:nvSpPr>
          <p:spPr>
            <a:xfrm>
              <a:off x="8647181" y="6994714"/>
              <a:ext cx="63765" cy="237496"/>
            </a:xfrm>
            <a:custGeom>
              <a:avLst/>
              <a:gdLst>
                <a:gd name="connsiteX0" fmla="*/ 58955 w 63765"/>
                <a:gd name="connsiteY0" fmla="*/ 58 h 237496"/>
                <a:gd name="connsiteX1" fmla="*/ 95 w 63765"/>
                <a:gd name="connsiteY1" fmla="*/ 118688 h 237496"/>
                <a:gd name="connsiteX2" fmla="*/ 58955 w 63765"/>
                <a:gd name="connsiteY2" fmla="*/ 237555 h 237496"/>
                <a:gd name="connsiteX3" fmla="*/ 63860 w 63765"/>
                <a:gd name="connsiteY3" fmla="*/ 234702 h 237496"/>
                <a:gd name="connsiteX4" fmla="*/ 61408 w 63765"/>
                <a:gd name="connsiteY4" fmla="*/ 231136 h 237496"/>
                <a:gd name="connsiteX5" fmla="*/ 16772 w 63765"/>
                <a:gd name="connsiteY5" fmla="*/ 118925 h 237496"/>
                <a:gd name="connsiteX6" fmla="*/ 62143 w 63765"/>
                <a:gd name="connsiteY6" fmla="*/ 5764 h 237496"/>
                <a:gd name="connsiteX7" fmla="*/ 63860 w 63765"/>
                <a:gd name="connsiteY7" fmla="*/ 2911 h 237496"/>
                <a:gd name="connsiteX8" fmla="*/ 58955 w 63765"/>
                <a:gd name="connsiteY8" fmla="*/ 58 h 237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65" h="237496">
                  <a:moveTo>
                    <a:pt x="58955" y="58"/>
                  </a:moveTo>
                  <a:cubicBezTo>
                    <a:pt x="12357" y="31914"/>
                    <a:pt x="95" y="82314"/>
                    <a:pt x="95" y="118688"/>
                  </a:cubicBezTo>
                  <a:cubicBezTo>
                    <a:pt x="95" y="152208"/>
                    <a:pt x="10395" y="204272"/>
                    <a:pt x="58955" y="237555"/>
                  </a:cubicBezTo>
                  <a:cubicBezTo>
                    <a:pt x="60917" y="237555"/>
                    <a:pt x="63860" y="237555"/>
                    <a:pt x="63860" y="234702"/>
                  </a:cubicBezTo>
                  <a:cubicBezTo>
                    <a:pt x="63860" y="233276"/>
                    <a:pt x="63124" y="232800"/>
                    <a:pt x="61408" y="231136"/>
                  </a:cubicBezTo>
                  <a:cubicBezTo>
                    <a:pt x="28789" y="202608"/>
                    <a:pt x="16772" y="162193"/>
                    <a:pt x="16772" y="118925"/>
                  </a:cubicBezTo>
                  <a:cubicBezTo>
                    <a:pt x="16772" y="54737"/>
                    <a:pt x="42033" y="23356"/>
                    <a:pt x="62143" y="5764"/>
                  </a:cubicBezTo>
                  <a:cubicBezTo>
                    <a:pt x="63124" y="4813"/>
                    <a:pt x="63860" y="4099"/>
                    <a:pt x="63860" y="2911"/>
                  </a:cubicBezTo>
                  <a:cubicBezTo>
                    <a:pt x="63860" y="58"/>
                    <a:pt x="60917" y="58"/>
                    <a:pt x="58955" y="58"/>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6" name="Freeform: Shape 85">
              <a:extLst>
                <a:ext uri="{FF2B5EF4-FFF2-40B4-BE49-F238E27FC236}">
                  <a16:creationId xmlns:a16="http://schemas.microsoft.com/office/drawing/2014/main" id="{D4FCEF18-67E9-F23B-C398-7758185324E8}"/>
                </a:ext>
              </a:extLst>
            </p:cNvPr>
            <p:cNvSpPr/>
            <p:nvPr>
              <p:custDataLst>
                <p:tags r:id="rId27"/>
              </p:custDataLst>
            </p:nvPr>
          </p:nvSpPr>
          <p:spPr>
            <a:xfrm>
              <a:off x="8770013" y="7031801"/>
              <a:ext cx="97610" cy="9033"/>
            </a:xfrm>
            <a:custGeom>
              <a:avLst/>
              <a:gdLst>
                <a:gd name="connsiteX0" fmla="*/ 97709 w 97610"/>
                <a:gd name="connsiteY0" fmla="*/ 9092 h 9033"/>
                <a:gd name="connsiteX1" fmla="*/ 97709 w 97610"/>
                <a:gd name="connsiteY1" fmla="*/ 58 h 9033"/>
                <a:gd name="connsiteX2" fmla="*/ 98 w 97610"/>
                <a:gd name="connsiteY2" fmla="*/ 58 h 9033"/>
                <a:gd name="connsiteX3" fmla="*/ 98 w 97610"/>
                <a:gd name="connsiteY3" fmla="*/ 9092 h 9033"/>
                <a:gd name="connsiteX4" fmla="*/ 97709 w 97610"/>
                <a:gd name="connsiteY4" fmla="*/ 9092 h 9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10" h="9033">
                  <a:moveTo>
                    <a:pt x="97709" y="9092"/>
                  </a:moveTo>
                  <a:lnTo>
                    <a:pt x="97709" y="58"/>
                  </a:lnTo>
                  <a:lnTo>
                    <a:pt x="98" y="58"/>
                  </a:lnTo>
                  <a:lnTo>
                    <a:pt x="98" y="9092"/>
                  </a:lnTo>
                  <a:lnTo>
                    <a:pt x="97709" y="9092"/>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7" name="Freeform: Shape 86">
              <a:extLst>
                <a:ext uri="{FF2B5EF4-FFF2-40B4-BE49-F238E27FC236}">
                  <a16:creationId xmlns:a16="http://schemas.microsoft.com/office/drawing/2014/main" id="{4A572CAE-CF04-6B17-7B68-BE42CDEA7864}"/>
                </a:ext>
              </a:extLst>
            </p:cNvPr>
            <p:cNvSpPr/>
            <p:nvPr>
              <p:custDataLst>
                <p:tags r:id="rId28"/>
              </p:custDataLst>
            </p:nvPr>
          </p:nvSpPr>
          <p:spPr>
            <a:xfrm>
              <a:off x="8739992" y="7068174"/>
              <a:ext cx="125814" cy="153338"/>
            </a:xfrm>
            <a:custGeom>
              <a:avLst/>
              <a:gdLst>
                <a:gd name="connsiteX0" fmla="*/ 124931 w 125814"/>
                <a:gd name="connsiteY0" fmla="*/ 15273 h 153338"/>
                <a:gd name="connsiteX1" fmla="*/ 125912 w 125814"/>
                <a:gd name="connsiteY1" fmla="*/ 10043 h 153338"/>
                <a:gd name="connsiteX2" fmla="*/ 117819 w 125814"/>
                <a:gd name="connsiteY2" fmla="*/ 2435 h 153338"/>
                <a:gd name="connsiteX3" fmla="*/ 107763 w 125814"/>
                <a:gd name="connsiteY3" fmla="*/ 8141 h 153338"/>
                <a:gd name="connsiteX4" fmla="*/ 103839 w 125814"/>
                <a:gd name="connsiteY4" fmla="*/ 21930 h 153338"/>
                <a:gd name="connsiteX5" fmla="*/ 98689 w 125814"/>
                <a:gd name="connsiteY5" fmla="*/ 41662 h 153338"/>
                <a:gd name="connsiteX6" fmla="*/ 88879 w 125814"/>
                <a:gd name="connsiteY6" fmla="*/ 79937 h 153338"/>
                <a:gd name="connsiteX7" fmla="*/ 58713 w 125814"/>
                <a:gd name="connsiteY7" fmla="*/ 100620 h 153338"/>
                <a:gd name="connsiteX8" fmla="*/ 42036 w 125814"/>
                <a:gd name="connsiteY8" fmla="*/ 80888 h 153338"/>
                <a:gd name="connsiteX9" fmla="*/ 55034 w 125814"/>
                <a:gd name="connsiteY9" fmla="*/ 34767 h 153338"/>
                <a:gd name="connsiteX10" fmla="*/ 59204 w 125814"/>
                <a:gd name="connsiteY10" fmla="*/ 20265 h 153338"/>
                <a:gd name="connsiteX11" fmla="*/ 35905 w 125814"/>
                <a:gd name="connsiteY11" fmla="*/ 58 h 153338"/>
                <a:gd name="connsiteX12" fmla="*/ 98 w 125814"/>
                <a:gd name="connsiteY12" fmla="*/ 36431 h 153338"/>
                <a:gd name="connsiteX13" fmla="*/ 4267 w 125814"/>
                <a:gd name="connsiteY13" fmla="*/ 39522 h 153338"/>
                <a:gd name="connsiteX14" fmla="*/ 8682 w 125814"/>
                <a:gd name="connsiteY14" fmla="*/ 35718 h 153338"/>
                <a:gd name="connsiteX15" fmla="*/ 35169 w 125814"/>
                <a:gd name="connsiteY15" fmla="*/ 6715 h 153338"/>
                <a:gd name="connsiteX16" fmla="*/ 41300 w 125814"/>
                <a:gd name="connsiteY16" fmla="*/ 15035 h 153338"/>
                <a:gd name="connsiteX17" fmla="*/ 37867 w 125814"/>
                <a:gd name="connsiteY17" fmla="*/ 28824 h 153338"/>
                <a:gd name="connsiteX18" fmla="*/ 23642 w 125814"/>
                <a:gd name="connsiteY18" fmla="*/ 77084 h 153338"/>
                <a:gd name="connsiteX19" fmla="*/ 33207 w 125814"/>
                <a:gd name="connsiteY19" fmla="*/ 99907 h 153338"/>
                <a:gd name="connsiteX20" fmla="*/ 57732 w 125814"/>
                <a:gd name="connsiteY20" fmla="*/ 107276 h 153338"/>
                <a:gd name="connsiteX21" fmla="*/ 84464 w 125814"/>
                <a:gd name="connsiteY21" fmla="*/ 96578 h 153338"/>
                <a:gd name="connsiteX22" fmla="*/ 68278 w 125814"/>
                <a:gd name="connsiteY22" fmla="*/ 131525 h 153338"/>
                <a:gd name="connsiteX23" fmla="*/ 38848 w 125814"/>
                <a:gd name="connsiteY23" fmla="*/ 146740 h 153338"/>
                <a:gd name="connsiteX24" fmla="*/ 20454 w 125814"/>
                <a:gd name="connsiteY24" fmla="*/ 138895 h 153338"/>
                <a:gd name="connsiteX25" fmla="*/ 33697 w 125814"/>
                <a:gd name="connsiteY25" fmla="*/ 125820 h 153338"/>
                <a:gd name="connsiteX26" fmla="*/ 24133 w 125814"/>
                <a:gd name="connsiteY26" fmla="*/ 116786 h 153338"/>
                <a:gd name="connsiteX27" fmla="*/ 9908 w 125814"/>
                <a:gd name="connsiteY27" fmla="*/ 132476 h 153338"/>
                <a:gd name="connsiteX28" fmla="*/ 39093 w 125814"/>
                <a:gd name="connsiteY28" fmla="*/ 153397 h 153338"/>
                <a:gd name="connsiteX29" fmla="*/ 101632 w 125814"/>
                <a:gd name="connsiteY29" fmla="*/ 105137 h 153338"/>
                <a:gd name="connsiteX30" fmla="*/ 124931 w 125814"/>
                <a:gd name="connsiteY30" fmla="*/ 15273 h 153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5814" h="153338">
                  <a:moveTo>
                    <a:pt x="124931" y="15273"/>
                  </a:moveTo>
                  <a:cubicBezTo>
                    <a:pt x="125912" y="11945"/>
                    <a:pt x="125912" y="11469"/>
                    <a:pt x="125912" y="10043"/>
                  </a:cubicBezTo>
                  <a:cubicBezTo>
                    <a:pt x="125912" y="5288"/>
                    <a:pt x="121988" y="2435"/>
                    <a:pt x="117819" y="2435"/>
                  </a:cubicBezTo>
                  <a:cubicBezTo>
                    <a:pt x="115121" y="2435"/>
                    <a:pt x="110461" y="3624"/>
                    <a:pt x="107763" y="8141"/>
                  </a:cubicBezTo>
                  <a:cubicBezTo>
                    <a:pt x="107028" y="9567"/>
                    <a:pt x="105066" y="17175"/>
                    <a:pt x="103839" y="21930"/>
                  </a:cubicBezTo>
                  <a:lnTo>
                    <a:pt x="98689" y="41662"/>
                  </a:lnTo>
                  <a:cubicBezTo>
                    <a:pt x="97218" y="47367"/>
                    <a:pt x="89615" y="77322"/>
                    <a:pt x="88879" y="79937"/>
                  </a:cubicBezTo>
                  <a:cubicBezTo>
                    <a:pt x="88634" y="79937"/>
                    <a:pt x="77843" y="100620"/>
                    <a:pt x="58713" y="100620"/>
                  </a:cubicBezTo>
                  <a:cubicBezTo>
                    <a:pt x="42036" y="100620"/>
                    <a:pt x="42036" y="85167"/>
                    <a:pt x="42036" y="80888"/>
                  </a:cubicBezTo>
                  <a:cubicBezTo>
                    <a:pt x="42036" y="68050"/>
                    <a:pt x="47677" y="53073"/>
                    <a:pt x="55034" y="34767"/>
                  </a:cubicBezTo>
                  <a:cubicBezTo>
                    <a:pt x="57977" y="27160"/>
                    <a:pt x="59204" y="24307"/>
                    <a:pt x="59204" y="20265"/>
                  </a:cubicBezTo>
                  <a:cubicBezTo>
                    <a:pt x="59204" y="8854"/>
                    <a:pt x="49148" y="58"/>
                    <a:pt x="35905" y="58"/>
                  </a:cubicBezTo>
                  <a:cubicBezTo>
                    <a:pt x="11134" y="58"/>
                    <a:pt x="98" y="32390"/>
                    <a:pt x="98" y="36431"/>
                  </a:cubicBezTo>
                  <a:cubicBezTo>
                    <a:pt x="98" y="39522"/>
                    <a:pt x="3531" y="39522"/>
                    <a:pt x="4267" y="39522"/>
                  </a:cubicBezTo>
                  <a:cubicBezTo>
                    <a:pt x="7701" y="39522"/>
                    <a:pt x="7946" y="38333"/>
                    <a:pt x="8682" y="35718"/>
                  </a:cubicBezTo>
                  <a:cubicBezTo>
                    <a:pt x="14813" y="15986"/>
                    <a:pt x="25359" y="6715"/>
                    <a:pt x="35169" y="6715"/>
                  </a:cubicBezTo>
                  <a:cubicBezTo>
                    <a:pt x="39338" y="6715"/>
                    <a:pt x="41300" y="9330"/>
                    <a:pt x="41300" y="15035"/>
                  </a:cubicBezTo>
                  <a:cubicBezTo>
                    <a:pt x="41300" y="20503"/>
                    <a:pt x="39093" y="25733"/>
                    <a:pt x="37867" y="28824"/>
                  </a:cubicBezTo>
                  <a:cubicBezTo>
                    <a:pt x="26095" y="57828"/>
                    <a:pt x="23642" y="66624"/>
                    <a:pt x="23642" y="77084"/>
                  </a:cubicBezTo>
                  <a:cubicBezTo>
                    <a:pt x="23642" y="81126"/>
                    <a:pt x="23642" y="92299"/>
                    <a:pt x="33207" y="99907"/>
                  </a:cubicBezTo>
                  <a:cubicBezTo>
                    <a:pt x="40810" y="106088"/>
                    <a:pt x="51110" y="107276"/>
                    <a:pt x="57732" y="107276"/>
                  </a:cubicBezTo>
                  <a:cubicBezTo>
                    <a:pt x="67542" y="107276"/>
                    <a:pt x="76371" y="103710"/>
                    <a:pt x="84464" y="96578"/>
                  </a:cubicBezTo>
                  <a:cubicBezTo>
                    <a:pt x="81276" y="109654"/>
                    <a:pt x="78578" y="119639"/>
                    <a:pt x="68278" y="131525"/>
                  </a:cubicBezTo>
                  <a:cubicBezTo>
                    <a:pt x="61656" y="138895"/>
                    <a:pt x="51846" y="146740"/>
                    <a:pt x="38848" y="146740"/>
                  </a:cubicBezTo>
                  <a:cubicBezTo>
                    <a:pt x="37131" y="146740"/>
                    <a:pt x="25604" y="146740"/>
                    <a:pt x="20454" y="138895"/>
                  </a:cubicBezTo>
                  <a:cubicBezTo>
                    <a:pt x="33697" y="137469"/>
                    <a:pt x="33697" y="126057"/>
                    <a:pt x="33697" y="125820"/>
                  </a:cubicBezTo>
                  <a:cubicBezTo>
                    <a:pt x="33697" y="118212"/>
                    <a:pt x="26585" y="116786"/>
                    <a:pt x="24133" y="116786"/>
                  </a:cubicBezTo>
                  <a:cubicBezTo>
                    <a:pt x="18001" y="116786"/>
                    <a:pt x="9908" y="121540"/>
                    <a:pt x="9908" y="132476"/>
                  </a:cubicBezTo>
                  <a:cubicBezTo>
                    <a:pt x="9908" y="144601"/>
                    <a:pt x="21680" y="153397"/>
                    <a:pt x="39093" y="153397"/>
                  </a:cubicBezTo>
                  <a:cubicBezTo>
                    <a:pt x="63863" y="153397"/>
                    <a:pt x="94029" y="134854"/>
                    <a:pt x="101632" y="105137"/>
                  </a:cubicBezTo>
                  <a:lnTo>
                    <a:pt x="124931" y="1527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8" name="Freeform: Shape 87">
              <a:extLst>
                <a:ext uri="{FF2B5EF4-FFF2-40B4-BE49-F238E27FC236}">
                  <a16:creationId xmlns:a16="http://schemas.microsoft.com/office/drawing/2014/main" id="{0BC4B0A6-7139-B0D4-B364-62B1D5E3B06A}"/>
                </a:ext>
              </a:extLst>
            </p:cNvPr>
            <p:cNvSpPr/>
            <p:nvPr>
              <p:custDataLst>
                <p:tags r:id="rId29"/>
              </p:custDataLst>
            </p:nvPr>
          </p:nvSpPr>
          <p:spPr>
            <a:xfrm>
              <a:off x="8905843" y="7107638"/>
              <a:ext cx="165790" cy="11648"/>
            </a:xfrm>
            <a:custGeom>
              <a:avLst/>
              <a:gdLst>
                <a:gd name="connsiteX0" fmla="*/ 156082 w 165790"/>
                <a:gd name="connsiteY0" fmla="*/ 11707 h 11648"/>
                <a:gd name="connsiteX1" fmla="*/ 165892 w 165790"/>
                <a:gd name="connsiteY1" fmla="*/ 6001 h 11648"/>
                <a:gd name="connsiteX2" fmla="*/ 156082 w 165790"/>
                <a:gd name="connsiteY2" fmla="*/ 58 h 11648"/>
                <a:gd name="connsiteX3" fmla="*/ 9912 w 165790"/>
                <a:gd name="connsiteY3" fmla="*/ 58 h 11648"/>
                <a:gd name="connsiteX4" fmla="*/ 102 w 165790"/>
                <a:gd name="connsiteY4" fmla="*/ 5764 h 11648"/>
                <a:gd name="connsiteX5" fmla="*/ 9912 w 165790"/>
                <a:gd name="connsiteY5" fmla="*/ 11707 h 11648"/>
                <a:gd name="connsiteX6" fmla="*/ 156082 w 165790"/>
                <a:gd name="connsiteY6" fmla="*/ 11707 h 1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5790" h="11648">
                  <a:moveTo>
                    <a:pt x="156082" y="11707"/>
                  </a:moveTo>
                  <a:cubicBezTo>
                    <a:pt x="160006" y="11707"/>
                    <a:pt x="165892" y="11707"/>
                    <a:pt x="165892" y="6001"/>
                  </a:cubicBezTo>
                  <a:cubicBezTo>
                    <a:pt x="165892" y="58"/>
                    <a:pt x="160252" y="58"/>
                    <a:pt x="156082" y="58"/>
                  </a:cubicBezTo>
                  <a:lnTo>
                    <a:pt x="9912" y="58"/>
                  </a:lnTo>
                  <a:cubicBezTo>
                    <a:pt x="5988" y="58"/>
                    <a:pt x="102" y="58"/>
                    <a:pt x="102" y="5764"/>
                  </a:cubicBezTo>
                  <a:cubicBezTo>
                    <a:pt x="102" y="11707"/>
                    <a:pt x="5743" y="11707"/>
                    <a:pt x="9912" y="11707"/>
                  </a:cubicBezTo>
                  <a:lnTo>
                    <a:pt x="156082" y="1170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9" name="Freeform: Shape 88">
              <a:extLst>
                <a:ext uri="{FF2B5EF4-FFF2-40B4-BE49-F238E27FC236}">
                  <a16:creationId xmlns:a16="http://schemas.microsoft.com/office/drawing/2014/main" id="{7E1F46D3-ACF6-740E-E15B-2387DE6B4C0B}"/>
                </a:ext>
              </a:extLst>
            </p:cNvPr>
            <p:cNvSpPr/>
            <p:nvPr>
              <p:custDataLst>
                <p:tags r:id="rId30"/>
              </p:custDataLst>
            </p:nvPr>
          </p:nvSpPr>
          <p:spPr>
            <a:xfrm>
              <a:off x="9110594" y="7068174"/>
              <a:ext cx="146170" cy="155716"/>
            </a:xfrm>
            <a:custGeom>
              <a:avLst/>
              <a:gdLst>
                <a:gd name="connsiteX0" fmla="*/ 1089 w 146170"/>
                <a:gd name="connsiteY0" fmla="*/ 143174 h 155716"/>
                <a:gd name="connsiteX1" fmla="*/ 108 w 146170"/>
                <a:gd name="connsiteY1" fmla="*/ 148167 h 155716"/>
                <a:gd name="connsiteX2" fmla="*/ 8447 w 146170"/>
                <a:gd name="connsiteY2" fmla="*/ 155774 h 155716"/>
                <a:gd name="connsiteX3" fmla="*/ 20219 w 146170"/>
                <a:gd name="connsiteY3" fmla="*/ 143887 h 155716"/>
                <a:gd name="connsiteX4" fmla="*/ 31501 w 146170"/>
                <a:gd name="connsiteY4" fmla="*/ 100382 h 155716"/>
                <a:gd name="connsiteX5" fmla="*/ 57743 w 146170"/>
                <a:gd name="connsiteY5" fmla="*/ 107276 h 155716"/>
                <a:gd name="connsiteX6" fmla="*/ 93059 w 146170"/>
                <a:gd name="connsiteY6" fmla="*/ 90159 h 155716"/>
                <a:gd name="connsiteX7" fmla="*/ 118320 w 146170"/>
                <a:gd name="connsiteY7" fmla="*/ 107276 h 155716"/>
                <a:gd name="connsiteX8" fmla="*/ 137695 w 146170"/>
                <a:gd name="connsiteY8" fmla="*/ 94676 h 155716"/>
                <a:gd name="connsiteX9" fmla="*/ 146278 w 146170"/>
                <a:gd name="connsiteY9" fmla="*/ 70903 h 155716"/>
                <a:gd name="connsiteX10" fmla="*/ 142354 w 146170"/>
                <a:gd name="connsiteY10" fmla="*/ 67812 h 155716"/>
                <a:gd name="connsiteX11" fmla="*/ 136959 w 146170"/>
                <a:gd name="connsiteY11" fmla="*/ 75182 h 155716"/>
                <a:gd name="connsiteX12" fmla="*/ 119056 w 146170"/>
                <a:gd name="connsiteY12" fmla="*/ 100620 h 155716"/>
                <a:gd name="connsiteX13" fmla="*/ 110962 w 146170"/>
                <a:gd name="connsiteY13" fmla="*/ 88971 h 155716"/>
                <a:gd name="connsiteX14" fmla="*/ 114641 w 146170"/>
                <a:gd name="connsiteY14" fmla="*/ 70190 h 155716"/>
                <a:gd name="connsiteX15" fmla="*/ 120037 w 146170"/>
                <a:gd name="connsiteY15" fmla="*/ 48794 h 155716"/>
                <a:gd name="connsiteX16" fmla="*/ 125677 w 146170"/>
                <a:gd name="connsiteY16" fmla="*/ 27635 h 155716"/>
                <a:gd name="connsiteX17" fmla="*/ 129847 w 146170"/>
                <a:gd name="connsiteY17" fmla="*/ 10043 h 155716"/>
                <a:gd name="connsiteX18" fmla="*/ 121753 w 146170"/>
                <a:gd name="connsiteY18" fmla="*/ 2435 h 155716"/>
                <a:gd name="connsiteX19" fmla="*/ 111698 w 146170"/>
                <a:gd name="connsiteY19" fmla="*/ 8141 h 155716"/>
                <a:gd name="connsiteX20" fmla="*/ 107774 w 146170"/>
                <a:gd name="connsiteY20" fmla="*/ 21930 h 155716"/>
                <a:gd name="connsiteX21" fmla="*/ 102624 w 146170"/>
                <a:gd name="connsiteY21" fmla="*/ 41662 h 155716"/>
                <a:gd name="connsiteX22" fmla="*/ 95021 w 146170"/>
                <a:gd name="connsiteY22" fmla="*/ 71378 h 155716"/>
                <a:gd name="connsiteX23" fmla="*/ 91097 w 146170"/>
                <a:gd name="connsiteY23" fmla="*/ 80888 h 155716"/>
                <a:gd name="connsiteX24" fmla="*/ 58724 w 146170"/>
                <a:gd name="connsiteY24" fmla="*/ 100620 h 155716"/>
                <a:gd name="connsiteX25" fmla="*/ 38613 w 146170"/>
                <a:gd name="connsiteY25" fmla="*/ 79461 h 155716"/>
                <a:gd name="connsiteX26" fmla="*/ 42782 w 146170"/>
                <a:gd name="connsiteY26" fmla="*/ 57352 h 155716"/>
                <a:gd name="connsiteX27" fmla="*/ 48178 w 146170"/>
                <a:gd name="connsiteY27" fmla="*/ 35956 h 155716"/>
                <a:gd name="connsiteX28" fmla="*/ 51611 w 146170"/>
                <a:gd name="connsiteY28" fmla="*/ 22643 h 155716"/>
                <a:gd name="connsiteX29" fmla="*/ 55290 w 146170"/>
                <a:gd name="connsiteY29" fmla="*/ 7666 h 155716"/>
                <a:gd name="connsiteX30" fmla="*/ 46951 w 146170"/>
                <a:gd name="connsiteY30" fmla="*/ 58 h 155716"/>
                <a:gd name="connsiteX31" fmla="*/ 35179 w 146170"/>
                <a:gd name="connsiteY31" fmla="*/ 11232 h 155716"/>
                <a:gd name="connsiteX32" fmla="*/ 1089 w 146170"/>
                <a:gd name="connsiteY32" fmla="*/ 143174 h 155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6170" h="155716">
                  <a:moveTo>
                    <a:pt x="1089" y="143174"/>
                  </a:moveTo>
                  <a:cubicBezTo>
                    <a:pt x="108" y="146740"/>
                    <a:pt x="108" y="147929"/>
                    <a:pt x="108" y="148167"/>
                  </a:cubicBezTo>
                  <a:cubicBezTo>
                    <a:pt x="108" y="153397"/>
                    <a:pt x="4523" y="155774"/>
                    <a:pt x="8447" y="155774"/>
                  </a:cubicBezTo>
                  <a:cubicBezTo>
                    <a:pt x="17276" y="155774"/>
                    <a:pt x="19238" y="147929"/>
                    <a:pt x="20219" y="143887"/>
                  </a:cubicBezTo>
                  <a:cubicBezTo>
                    <a:pt x="20710" y="142699"/>
                    <a:pt x="25615" y="123680"/>
                    <a:pt x="31501" y="100382"/>
                  </a:cubicBezTo>
                  <a:cubicBezTo>
                    <a:pt x="39103" y="105374"/>
                    <a:pt x="48914" y="107276"/>
                    <a:pt x="57743" y="107276"/>
                  </a:cubicBezTo>
                  <a:cubicBezTo>
                    <a:pt x="78834" y="107276"/>
                    <a:pt x="92568" y="90635"/>
                    <a:pt x="93059" y="90159"/>
                  </a:cubicBezTo>
                  <a:cubicBezTo>
                    <a:pt x="97719" y="106563"/>
                    <a:pt x="114641" y="107276"/>
                    <a:pt x="118320" y="107276"/>
                  </a:cubicBezTo>
                  <a:cubicBezTo>
                    <a:pt x="127149" y="107276"/>
                    <a:pt x="133280" y="102046"/>
                    <a:pt x="137695" y="94676"/>
                  </a:cubicBezTo>
                  <a:cubicBezTo>
                    <a:pt x="143090" y="85405"/>
                    <a:pt x="146278" y="71854"/>
                    <a:pt x="146278" y="70903"/>
                  </a:cubicBezTo>
                  <a:cubicBezTo>
                    <a:pt x="146278" y="67812"/>
                    <a:pt x="143090" y="67812"/>
                    <a:pt x="142354" y="67812"/>
                  </a:cubicBezTo>
                  <a:cubicBezTo>
                    <a:pt x="138921" y="67812"/>
                    <a:pt x="138676" y="68763"/>
                    <a:pt x="136959" y="75182"/>
                  </a:cubicBezTo>
                  <a:cubicBezTo>
                    <a:pt x="134016" y="86593"/>
                    <a:pt x="129356" y="100620"/>
                    <a:pt x="119056" y="100620"/>
                  </a:cubicBezTo>
                  <a:cubicBezTo>
                    <a:pt x="112679" y="100620"/>
                    <a:pt x="110962" y="95390"/>
                    <a:pt x="110962" y="88971"/>
                  </a:cubicBezTo>
                  <a:cubicBezTo>
                    <a:pt x="110962" y="84929"/>
                    <a:pt x="112924" y="76371"/>
                    <a:pt x="114641" y="70190"/>
                  </a:cubicBezTo>
                  <a:cubicBezTo>
                    <a:pt x="116358" y="63771"/>
                    <a:pt x="118810" y="54024"/>
                    <a:pt x="120037" y="48794"/>
                  </a:cubicBezTo>
                  <a:lnTo>
                    <a:pt x="125677" y="27635"/>
                  </a:lnTo>
                  <a:cubicBezTo>
                    <a:pt x="127149" y="21692"/>
                    <a:pt x="129847" y="11232"/>
                    <a:pt x="129847" y="10043"/>
                  </a:cubicBezTo>
                  <a:cubicBezTo>
                    <a:pt x="129847" y="5288"/>
                    <a:pt x="125923" y="2435"/>
                    <a:pt x="121753" y="2435"/>
                  </a:cubicBezTo>
                  <a:cubicBezTo>
                    <a:pt x="119056" y="2435"/>
                    <a:pt x="114396" y="3624"/>
                    <a:pt x="111698" y="8141"/>
                  </a:cubicBezTo>
                  <a:cubicBezTo>
                    <a:pt x="110962" y="9567"/>
                    <a:pt x="109000" y="17175"/>
                    <a:pt x="107774" y="21930"/>
                  </a:cubicBezTo>
                  <a:lnTo>
                    <a:pt x="102624" y="41662"/>
                  </a:lnTo>
                  <a:lnTo>
                    <a:pt x="95021" y="71378"/>
                  </a:lnTo>
                  <a:cubicBezTo>
                    <a:pt x="93304" y="77322"/>
                    <a:pt x="93304" y="77797"/>
                    <a:pt x="91097" y="80888"/>
                  </a:cubicBezTo>
                  <a:cubicBezTo>
                    <a:pt x="83494" y="91348"/>
                    <a:pt x="72703" y="100620"/>
                    <a:pt x="58724" y="100620"/>
                  </a:cubicBezTo>
                  <a:cubicBezTo>
                    <a:pt x="38613" y="100620"/>
                    <a:pt x="38613" y="83741"/>
                    <a:pt x="38613" y="79461"/>
                  </a:cubicBezTo>
                  <a:cubicBezTo>
                    <a:pt x="38613" y="73280"/>
                    <a:pt x="39349" y="70190"/>
                    <a:pt x="42782" y="57352"/>
                  </a:cubicBezTo>
                  <a:cubicBezTo>
                    <a:pt x="45235" y="46892"/>
                    <a:pt x="45725" y="45228"/>
                    <a:pt x="48178" y="35956"/>
                  </a:cubicBezTo>
                  <a:lnTo>
                    <a:pt x="51611" y="22643"/>
                  </a:lnTo>
                  <a:cubicBezTo>
                    <a:pt x="52838" y="17650"/>
                    <a:pt x="55290" y="8616"/>
                    <a:pt x="55290" y="7666"/>
                  </a:cubicBezTo>
                  <a:cubicBezTo>
                    <a:pt x="55290" y="3386"/>
                    <a:pt x="51857" y="58"/>
                    <a:pt x="46951" y="58"/>
                  </a:cubicBezTo>
                  <a:cubicBezTo>
                    <a:pt x="38122" y="58"/>
                    <a:pt x="35915" y="8379"/>
                    <a:pt x="35179" y="11232"/>
                  </a:cubicBezTo>
                  <a:lnTo>
                    <a:pt x="1089" y="14317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0" name="Freeform: Shape 89">
              <a:extLst>
                <a:ext uri="{FF2B5EF4-FFF2-40B4-BE49-F238E27FC236}">
                  <a16:creationId xmlns:a16="http://schemas.microsoft.com/office/drawing/2014/main" id="{49F5ABFE-D3DA-3CC8-EB28-A95687DC3AC2}"/>
                </a:ext>
              </a:extLst>
            </p:cNvPr>
            <p:cNvSpPr/>
            <p:nvPr>
              <p:custDataLst>
                <p:tags r:id="rId31"/>
              </p:custDataLst>
            </p:nvPr>
          </p:nvSpPr>
          <p:spPr>
            <a:xfrm>
              <a:off x="9282527" y="7093883"/>
              <a:ext cx="91443" cy="116829"/>
            </a:xfrm>
            <a:custGeom>
              <a:avLst/>
              <a:gdLst>
                <a:gd name="connsiteX0" fmla="*/ 91557 w 91443"/>
                <a:gd name="connsiteY0" fmla="*/ 58813 h 116829"/>
                <a:gd name="connsiteX1" fmla="*/ 45835 w 91443"/>
                <a:gd name="connsiteY1" fmla="*/ 59 h 116829"/>
                <a:gd name="connsiteX2" fmla="*/ 113 w 91443"/>
                <a:gd name="connsiteY2" fmla="*/ 58813 h 116829"/>
                <a:gd name="connsiteX3" fmla="*/ 45835 w 91443"/>
                <a:gd name="connsiteY3" fmla="*/ 116889 h 116829"/>
                <a:gd name="connsiteX4" fmla="*/ 91557 w 91443"/>
                <a:gd name="connsiteY4" fmla="*/ 58813 h 116829"/>
                <a:gd name="connsiteX5" fmla="*/ 45835 w 91443"/>
                <a:gd name="connsiteY5" fmla="*/ 111285 h 116829"/>
                <a:gd name="connsiteX6" fmla="*/ 20259 w 91443"/>
                <a:gd name="connsiteY6" fmla="*/ 91926 h 116829"/>
                <a:gd name="connsiteX7" fmla="*/ 17631 w 91443"/>
                <a:gd name="connsiteY7" fmla="*/ 56776 h 116829"/>
                <a:gd name="connsiteX8" fmla="*/ 20434 w 91443"/>
                <a:gd name="connsiteY8" fmla="*/ 22814 h 116829"/>
                <a:gd name="connsiteX9" fmla="*/ 45835 w 91443"/>
                <a:gd name="connsiteY9" fmla="*/ 5663 h 116829"/>
                <a:gd name="connsiteX10" fmla="*/ 71587 w 91443"/>
                <a:gd name="connsiteY10" fmla="*/ 24002 h 116829"/>
                <a:gd name="connsiteX11" fmla="*/ 74039 w 91443"/>
                <a:gd name="connsiteY11" fmla="*/ 56776 h 116829"/>
                <a:gd name="connsiteX12" fmla="*/ 71411 w 91443"/>
                <a:gd name="connsiteY12" fmla="*/ 92266 h 116829"/>
                <a:gd name="connsiteX13" fmla="*/ 45835 w 91443"/>
                <a:gd name="connsiteY13" fmla="*/ 111285 h 11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443" h="116829">
                  <a:moveTo>
                    <a:pt x="91557" y="58813"/>
                  </a:moveTo>
                  <a:cubicBezTo>
                    <a:pt x="91557" y="46587"/>
                    <a:pt x="91557" y="59"/>
                    <a:pt x="45835" y="59"/>
                  </a:cubicBezTo>
                  <a:cubicBezTo>
                    <a:pt x="113" y="59"/>
                    <a:pt x="113" y="46587"/>
                    <a:pt x="113" y="58813"/>
                  </a:cubicBezTo>
                  <a:cubicBezTo>
                    <a:pt x="113" y="71210"/>
                    <a:pt x="113" y="116889"/>
                    <a:pt x="45835" y="116889"/>
                  </a:cubicBezTo>
                  <a:cubicBezTo>
                    <a:pt x="91557" y="116889"/>
                    <a:pt x="91557" y="71210"/>
                    <a:pt x="91557" y="58813"/>
                  </a:cubicBezTo>
                  <a:close/>
                  <a:moveTo>
                    <a:pt x="45835" y="111285"/>
                  </a:moveTo>
                  <a:cubicBezTo>
                    <a:pt x="39354" y="111285"/>
                    <a:pt x="24638" y="109077"/>
                    <a:pt x="20259" y="91926"/>
                  </a:cubicBezTo>
                  <a:cubicBezTo>
                    <a:pt x="17806" y="82757"/>
                    <a:pt x="17631" y="70700"/>
                    <a:pt x="17631" y="56776"/>
                  </a:cubicBezTo>
                  <a:cubicBezTo>
                    <a:pt x="17631" y="44210"/>
                    <a:pt x="17631" y="32493"/>
                    <a:pt x="20434" y="22814"/>
                  </a:cubicBezTo>
                  <a:cubicBezTo>
                    <a:pt x="24814" y="8550"/>
                    <a:pt x="38302" y="5663"/>
                    <a:pt x="45835" y="5663"/>
                  </a:cubicBezTo>
                  <a:cubicBezTo>
                    <a:pt x="58799" y="5663"/>
                    <a:pt x="68083" y="12116"/>
                    <a:pt x="71587" y="24002"/>
                  </a:cubicBezTo>
                  <a:cubicBezTo>
                    <a:pt x="74039" y="32663"/>
                    <a:pt x="74039" y="46757"/>
                    <a:pt x="74039" y="56776"/>
                  </a:cubicBezTo>
                  <a:cubicBezTo>
                    <a:pt x="74039" y="68323"/>
                    <a:pt x="74039" y="82077"/>
                    <a:pt x="71411" y="92266"/>
                  </a:cubicBezTo>
                  <a:cubicBezTo>
                    <a:pt x="66857" y="108738"/>
                    <a:pt x="52842" y="111285"/>
                    <a:pt x="45835" y="11128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1" name="Freeform: Shape 90">
              <a:extLst>
                <a:ext uri="{FF2B5EF4-FFF2-40B4-BE49-F238E27FC236}">
                  <a16:creationId xmlns:a16="http://schemas.microsoft.com/office/drawing/2014/main" id="{3551BDFD-605E-1263-73C3-942DEF981E49}"/>
                </a:ext>
              </a:extLst>
            </p:cNvPr>
            <p:cNvSpPr/>
            <p:nvPr>
              <p:custDataLst>
                <p:tags r:id="rId32"/>
              </p:custDataLst>
            </p:nvPr>
          </p:nvSpPr>
          <p:spPr>
            <a:xfrm>
              <a:off x="9422840" y="6994714"/>
              <a:ext cx="63520" cy="237496"/>
            </a:xfrm>
            <a:custGeom>
              <a:avLst/>
              <a:gdLst>
                <a:gd name="connsiteX0" fmla="*/ 4777 w 63520"/>
                <a:gd name="connsiteY0" fmla="*/ 58 h 237496"/>
                <a:gd name="connsiteX1" fmla="*/ 117 w 63520"/>
                <a:gd name="connsiteY1" fmla="*/ 2911 h 237496"/>
                <a:gd name="connsiteX2" fmla="*/ 2324 w 63520"/>
                <a:gd name="connsiteY2" fmla="*/ 6477 h 237496"/>
                <a:gd name="connsiteX3" fmla="*/ 46960 w 63520"/>
                <a:gd name="connsiteY3" fmla="*/ 118688 h 237496"/>
                <a:gd name="connsiteX4" fmla="*/ 4532 w 63520"/>
                <a:gd name="connsiteY4" fmla="*/ 229234 h 237496"/>
                <a:gd name="connsiteX5" fmla="*/ 117 w 63520"/>
                <a:gd name="connsiteY5" fmla="*/ 234702 h 237496"/>
                <a:gd name="connsiteX6" fmla="*/ 3305 w 63520"/>
                <a:gd name="connsiteY6" fmla="*/ 237555 h 237496"/>
                <a:gd name="connsiteX7" fmla="*/ 45734 w 63520"/>
                <a:gd name="connsiteY7" fmla="*/ 192148 h 237496"/>
                <a:gd name="connsiteX8" fmla="*/ 63637 w 63520"/>
                <a:gd name="connsiteY8" fmla="*/ 118925 h 237496"/>
                <a:gd name="connsiteX9" fmla="*/ 4777 w 63520"/>
                <a:gd name="connsiteY9" fmla="*/ 58 h 237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520" h="237496">
                  <a:moveTo>
                    <a:pt x="4777" y="58"/>
                  </a:moveTo>
                  <a:cubicBezTo>
                    <a:pt x="3060" y="58"/>
                    <a:pt x="117" y="58"/>
                    <a:pt x="117" y="2911"/>
                  </a:cubicBezTo>
                  <a:cubicBezTo>
                    <a:pt x="117" y="4099"/>
                    <a:pt x="853" y="4813"/>
                    <a:pt x="2324" y="6477"/>
                  </a:cubicBezTo>
                  <a:cubicBezTo>
                    <a:pt x="23416" y="25258"/>
                    <a:pt x="46960" y="57352"/>
                    <a:pt x="46960" y="118688"/>
                  </a:cubicBezTo>
                  <a:cubicBezTo>
                    <a:pt x="46960" y="168374"/>
                    <a:pt x="31019" y="205936"/>
                    <a:pt x="4532" y="229234"/>
                  </a:cubicBezTo>
                  <a:cubicBezTo>
                    <a:pt x="362" y="233276"/>
                    <a:pt x="117" y="233513"/>
                    <a:pt x="117" y="234702"/>
                  </a:cubicBezTo>
                  <a:cubicBezTo>
                    <a:pt x="117" y="235891"/>
                    <a:pt x="853" y="237555"/>
                    <a:pt x="3305" y="237555"/>
                  </a:cubicBezTo>
                  <a:cubicBezTo>
                    <a:pt x="6248" y="237555"/>
                    <a:pt x="29547" y="221864"/>
                    <a:pt x="45734" y="192148"/>
                  </a:cubicBezTo>
                  <a:cubicBezTo>
                    <a:pt x="56525" y="172416"/>
                    <a:pt x="63637" y="146740"/>
                    <a:pt x="63637" y="118925"/>
                  </a:cubicBezTo>
                  <a:cubicBezTo>
                    <a:pt x="63637" y="85405"/>
                    <a:pt x="53337" y="33341"/>
                    <a:pt x="4777" y="58"/>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2" name="Freeform: Shape 91">
              <a:extLst>
                <a:ext uri="{FF2B5EF4-FFF2-40B4-BE49-F238E27FC236}">
                  <a16:creationId xmlns:a16="http://schemas.microsoft.com/office/drawing/2014/main" id="{C63D7F20-AFB0-A15B-0F87-A92F4C3684B7}"/>
                </a:ext>
              </a:extLst>
            </p:cNvPr>
            <p:cNvSpPr/>
            <p:nvPr>
              <p:custDataLst>
                <p:tags r:id="rId33"/>
              </p:custDataLst>
            </p:nvPr>
          </p:nvSpPr>
          <p:spPr>
            <a:xfrm>
              <a:off x="8618977" y="7246033"/>
              <a:ext cx="895937" cy="13584"/>
            </a:xfrm>
            <a:custGeom>
              <a:avLst/>
              <a:gdLst>
                <a:gd name="connsiteX0" fmla="*/ 0 w 895937"/>
                <a:gd name="connsiteY0" fmla="*/ 0 h 13584"/>
                <a:gd name="connsiteX1" fmla="*/ 895938 w 895937"/>
                <a:gd name="connsiteY1" fmla="*/ 0 h 13584"/>
                <a:gd name="connsiteX2" fmla="*/ 895938 w 895937"/>
                <a:gd name="connsiteY2" fmla="*/ 13584 h 13584"/>
                <a:gd name="connsiteX3" fmla="*/ 0 w 895937"/>
                <a:gd name="connsiteY3" fmla="*/ 13584 h 13584"/>
              </a:gdLst>
              <a:ahLst/>
              <a:cxnLst>
                <a:cxn ang="0">
                  <a:pos x="connsiteX0" y="connsiteY0"/>
                </a:cxn>
                <a:cxn ang="0">
                  <a:pos x="connsiteX1" y="connsiteY1"/>
                </a:cxn>
                <a:cxn ang="0">
                  <a:pos x="connsiteX2" y="connsiteY2"/>
                </a:cxn>
                <a:cxn ang="0">
                  <a:pos x="connsiteX3" y="connsiteY3"/>
                </a:cxn>
              </a:cxnLst>
              <a:rect l="l" t="t" r="r" b="b"/>
              <a:pathLst>
                <a:path w="895937" h="13584">
                  <a:moveTo>
                    <a:pt x="0" y="0"/>
                  </a:moveTo>
                  <a:lnTo>
                    <a:pt x="895938" y="0"/>
                  </a:lnTo>
                  <a:lnTo>
                    <a:pt x="895938" y="13584"/>
                  </a:lnTo>
                  <a:lnTo>
                    <a:pt x="0" y="1358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2" name="Freeform: Shape 101">
              <a:extLst>
                <a:ext uri="{FF2B5EF4-FFF2-40B4-BE49-F238E27FC236}">
                  <a16:creationId xmlns:a16="http://schemas.microsoft.com/office/drawing/2014/main" id="{565A2926-6BD0-758A-9A2C-64D84EF835FD}"/>
                </a:ext>
              </a:extLst>
            </p:cNvPr>
            <p:cNvSpPr/>
            <p:nvPr>
              <p:custDataLst>
                <p:tags r:id="rId34"/>
              </p:custDataLst>
            </p:nvPr>
          </p:nvSpPr>
          <p:spPr>
            <a:xfrm>
              <a:off x="9028394" y="7288522"/>
              <a:ext cx="77604" cy="76924"/>
            </a:xfrm>
            <a:custGeom>
              <a:avLst/>
              <a:gdLst>
                <a:gd name="connsiteX0" fmla="*/ 68776 w 77604"/>
                <a:gd name="connsiteY0" fmla="*/ 10931 h 76924"/>
                <a:gd name="connsiteX1" fmla="*/ 61769 w 77604"/>
                <a:gd name="connsiteY1" fmla="*/ 19422 h 76924"/>
                <a:gd name="connsiteX2" fmla="*/ 68426 w 77604"/>
                <a:gd name="connsiteY2" fmla="*/ 25535 h 76924"/>
                <a:gd name="connsiteX3" fmla="*/ 77711 w 77604"/>
                <a:gd name="connsiteY3" fmla="*/ 15007 h 76924"/>
                <a:gd name="connsiteX4" fmla="*/ 50733 w 77604"/>
                <a:gd name="connsiteY4" fmla="*/ 64 h 76924"/>
                <a:gd name="connsiteX5" fmla="*/ 15522 w 77604"/>
                <a:gd name="connsiteY5" fmla="*/ 23667 h 76924"/>
                <a:gd name="connsiteX6" fmla="*/ 22354 w 77604"/>
                <a:gd name="connsiteY6" fmla="*/ 35724 h 76924"/>
                <a:gd name="connsiteX7" fmla="*/ 41799 w 77604"/>
                <a:gd name="connsiteY7" fmla="*/ 41328 h 76924"/>
                <a:gd name="connsiteX8" fmla="*/ 65098 w 77604"/>
                <a:gd name="connsiteY8" fmla="*/ 53554 h 76924"/>
                <a:gd name="connsiteX9" fmla="*/ 32864 w 77604"/>
                <a:gd name="connsiteY9" fmla="*/ 71214 h 76924"/>
                <a:gd name="connsiteX10" fmla="*/ 9741 w 77604"/>
                <a:gd name="connsiteY10" fmla="*/ 65441 h 76924"/>
                <a:gd name="connsiteX11" fmla="*/ 18850 w 77604"/>
                <a:gd name="connsiteY11" fmla="*/ 55082 h 76924"/>
                <a:gd name="connsiteX12" fmla="*/ 11317 w 77604"/>
                <a:gd name="connsiteY12" fmla="*/ 48120 h 76924"/>
                <a:gd name="connsiteX13" fmla="*/ 106 w 77604"/>
                <a:gd name="connsiteY13" fmla="*/ 60346 h 76924"/>
                <a:gd name="connsiteX14" fmla="*/ 32514 w 77604"/>
                <a:gd name="connsiteY14" fmla="*/ 76988 h 76924"/>
                <a:gd name="connsiteX15" fmla="*/ 74557 w 77604"/>
                <a:gd name="connsiteY15" fmla="*/ 49988 h 76924"/>
                <a:gd name="connsiteX16" fmla="*/ 46178 w 77604"/>
                <a:gd name="connsiteY16" fmla="*/ 30290 h 76924"/>
                <a:gd name="connsiteX17" fmla="*/ 25157 w 77604"/>
                <a:gd name="connsiteY17" fmla="*/ 20101 h 76924"/>
                <a:gd name="connsiteX18" fmla="*/ 50382 w 77604"/>
                <a:gd name="connsiteY18" fmla="*/ 5837 h 76924"/>
                <a:gd name="connsiteX19" fmla="*/ 68776 w 77604"/>
                <a:gd name="connsiteY19" fmla="*/ 10931 h 76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7604" h="76924">
                  <a:moveTo>
                    <a:pt x="68776" y="10931"/>
                  </a:moveTo>
                  <a:cubicBezTo>
                    <a:pt x="62645" y="12630"/>
                    <a:pt x="61769" y="17724"/>
                    <a:pt x="61769" y="19422"/>
                  </a:cubicBezTo>
                  <a:cubicBezTo>
                    <a:pt x="61769" y="23667"/>
                    <a:pt x="65448" y="25535"/>
                    <a:pt x="68426" y="25535"/>
                  </a:cubicBezTo>
                  <a:cubicBezTo>
                    <a:pt x="70528" y="25535"/>
                    <a:pt x="77711" y="24007"/>
                    <a:pt x="77711" y="15007"/>
                  </a:cubicBezTo>
                  <a:cubicBezTo>
                    <a:pt x="77711" y="3630"/>
                    <a:pt x="63871" y="64"/>
                    <a:pt x="50733" y="64"/>
                  </a:cubicBezTo>
                  <a:cubicBezTo>
                    <a:pt x="21127" y="64"/>
                    <a:pt x="15522" y="17554"/>
                    <a:pt x="15522" y="23667"/>
                  </a:cubicBezTo>
                  <a:cubicBezTo>
                    <a:pt x="15522" y="29780"/>
                    <a:pt x="19200" y="33346"/>
                    <a:pt x="22354" y="35724"/>
                  </a:cubicBezTo>
                  <a:cubicBezTo>
                    <a:pt x="27259" y="39120"/>
                    <a:pt x="32514" y="39799"/>
                    <a:pt x="41799" y="41328"/>
                  </a:cubicBezTo>
                  <a:cubicBezTo>
                    <a:pt x="52835" y="43026"/>
                    <a:pt x="65098" y="44894"/>
                    <a:pt x="65098" y="53554"/>
                  </a:cubicBezTo>
                  <a:cubicBezTo>
                    <a:pt x="65098" y="53724"/>
                    <a:pt x="65098" y="71214"/>
                    <a:pt x="32864" y="71214"/>
                  </a:cubicBezTo>
                  <a:cubicBezTo>
                    <a:pt x="26208" y="71214"/>
                    <a:pt x="15347" y="70705"/>
                    <a:pt x="9741" y="65441"/>
                  </a:cubicBezTo>
                  <a:cubicBezTo>
                    <a:pt x="16047" y="64082"/>
                    <a:pt x="18850" y="59158"/>
                    <a:pt x="18850" y="55082"/>
                  </a:cubicBezTo>
                  <a:cubicBezTo>
                    <a:pt x="18850" y="50327"/>
                    <a:pt x="15171" y="48120"/>
                    <a:pt x="11317" y="48120"/>
                  </a:cubicBezTo>
                  <a:cubicBezTo>
                    <a:pt x="5361" y="48120"/>
                    <a:pt x="106" y="52705"/>
                    <a:pt x="106" y="60346"/>
                  </a:cubicBezTo>
                  <a:cubicBezTo>
                    <a:pt x="106" y="76988"/>
                    <a:pt x="27434" y="76988"/>
                    <a:pt x="32514" y="76988"/>
                  </a:cubicBezTo>
                  <a:cubicBezTo>
                    <a:pt x="68426" y="76988"/>
                    <a:pt x="74557" y="56950"/>
                    <a:pt x="74557" y="49988"/>
                  </a:cubicBezTo>
                  <a:cubicBezTo>
                    <a:pt x="74557" y="34705"/>
                    <a:pt x="55287" y="31818"/>
                    <a:pt x="46178" y="30290"/>
                  </a:cubicBezTo>
                  <a:cubicBezTo>
                    <a:pt x="33740" y="28422"/>
                    <a:pt x="25157" y="27063"/>
                    <a:pt x="25157" y="20101"/>
                  </a:cubicBezTo>
                  <a:cubicBezTo>
                    <a:pt x="25157" y="19931"/>
                    <a:pt x="25157" y="5837"/>
                    <a:pt x="50382" y="5837"/>
                  </a:cubicBezTo>
                  <a:cubicBezTo>
                    <a:pt x="54937" y="5837"/>
                    <a:pt x="64222" y="6177"/>
                    <a:pt x="68776" y="1093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3" name="Freeform: Shape 102">
              <a:extLst>
                <a:ext uri="{FF2B5EF4-FFF2-40B4-BE49-F238E27FC236}">
                  <a16:creationId xmlns:a16="http://schemas.microsoft.com/office/drawing/2014/main" id="{6BBADF02-0937-35AF-93B2-611ADE1A1BAA}"/>
                </a:ext>
              </a:extLst>
            </p:cNvPr>
            <p:cNvSpPr/>
            <p:nvPr>
              <p:custDataLst>
                <p:tags r:id="rId35"/>
              </p:custDataLst>
            </p:nvPr>
          </p:nvSpPr>
          <p:spPr>
            <a:xfrm>
              <a:off x="8893689" y="7389638"/>
              <a:ext cx="346512" cy="11546"/>
            </a:xfrm>
            <a:custGeom>
              <a:avLst/>
              <a:gdLst>
                <a:gd name="connsiteX0" fmla="*/ 0 w 346512"/>
                <a:gd name="connsiteY0" fmla="*/ 0 h 11546"/>
                <a:gd name="connsiteX1" fmla="*/ 346513 w 346512"/>
                <a:gd name="connsiteY1" fmla="*/ 0 h 11546"/>
                <a:gd name="connsiteX2" fmla="*/ 346513 w 346512"/>
                <a:gd name="connsiteY2" fmla="*/ 11547 h 11546"/>
                <a:gd name="connsiteX3" fmla="*/ 0 w 346512"/>
                <a:gd name="connsiteY3" fmla="*/ 11547 h 11546"/>
              </a:gdLst>
              <a:ahLst/>
              <a:cxnLst>
                <a:cxn ang="0">
                  <a:pos x="connsiteX0" y="connsiteY0"/>
                </a:cxn>
                <a:cxn ang="0">
                  <a:pos x="connsiteX1" y="connsiteY1"/>
                </a:cxn>
                <a:cxn ang="0">
                  <a:pos x="connsiteX2" y="connsiteY2"/>
                </a:cxn>
                <a:cxn ang="0">
                  <a:pos x="connsiteX3" y="connsiteY3"/>
                </a:cxn>
              </a:cxnLst>
              <a:rect l="l" t="t" r="r" b="b"/>
              <a:pathLst>
                <a:path w="346512" h="11546">
                  <a:moveTo>
                    <a:pt x="0" y="0"/>
                  </a:moveTo>
                  <a:lnTo>
                    <a:pt x="346513" y="0"/>
                  </a:lnTo>
                  <a:lnTo>
                    <a:pt x="346513" y="11547"/>
                  </a:lnTo>
                  <a:lnTo>
                    <a:pt x="0" y="1154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4" name="Freeform: Shape 103">
              <a:extLst>
                <a:ext uri="{FF2B5EF4-FFF2-40B4-BE49-F238E27FC236}">
                  <a16:creationId xmlns:a16="http://schemas.microsoft.com/office/drawing/2014/main" id="{5001B319-683D-D079-222B-63CBAD1BE897}"/>
                </a:ext>
              </a:extLst>
            </p:cNvPr>
            <p:cNvSpPr/>
            <p:nvPr>
              <p:custDataLst>
                <p:tags r:id="rId36"/>
              </p:custDataLst>
            </p:nvPr>
          </p:nvSpPr>
          <p:spPr>
            <a:xfrm>
              <a:off x="8918915" y="7422240"/>
              <a:ext cx="172026" cy="169810"/>
            </a:xfrm>
            <a:custGeom>
              <a:avLst/>
              <a:gdLst>
                <a:gd name="connsiteX0" fmla="*/ 68948 w 172026"/>
                <a:gd name="connsiteY0" fmla="*/ 151197 h 169810"/>
                <a:gd name="connsiteX1" fmla="*/ 29708 w 172026"/>
                <a:gd name="connsiteY1" fmla="*/ 85310 h 169810"/>
                <a:gd name="connsiteX2" fmla="*/ 26380 w 172026"/>
                <a:gd name="connsiteY2" fmla="*/ 82254 h 169810"/>
                <a:gd name="connsiteX3" fmla="*/ 19548 w 172026"/>
                <a:gd name="connsiteY3" fmla="*/ 85650 h 169810"/>
                <a:gd name="connsiteX4" fmla="*/ 2555 w 172026"/>
                <a:gd name="connsiteY4" fmla="*/ 95159 h 169810"/>
                <a:gd name="connsiteX5" fmla="*/ 103 w 172026"/>
                <a:gd name="connsiteY5" fmla="*/ 98216 h 169810"/>
                <a:gd name="connsiteX6" fmla="*/ 3081 w 172026"/>
                <a:gd name="connsiteY6" fmla="*/ 101103 h 169810"/>
                <a:gd name="connsiteX7" fmla="*/ 10088 w 172026"/>
                <a:gd name="connsiteY7" fmla="*/ 97707 h 169810"/>
                <a:gd name="connsiteX8" fmla="*/ 16920 w 172026"/>
                <a:gd name="connsiteY8" fmla="*/ 93801 h 169810"/>
                <a:gd name="connsiteX9" fmla="*/ 60540 w 172026"/>
                <a:gd name="connsiteY9" fmla="*/ 166989 h 169810"/>
                <a:gd name="connsiteX10" fmla="*/ 64919 w 172026"/>
                <a:gd name="connsiteY10" fmla="*/ 169876 h 169810"/>
                <a:gd name="connsiteX11" fmla="*/ 70525 w 172026"/>
                <a:gd name="connsiteY11" fmla="*/ 166650 h 169810"/>
                <a:gd name="connsiteX12" fmla="*/ 170377 w 172026"/>
                <a:gd name="connsiteY12" fmla="*/ 8726 h 169810"/>
                <a:gd name="connsiteX13" fmla="*/ 172129 w 172026"/>
                <a:gd name="connsiteY13" fmla="*/ 4820 h 169810"/>
                <a:gd name="connsiteX14" fmla="*/ 167224 w 172026"/>
                <a:gd name="connsiteY14" fmla="*/ 66 h 169810"/>
                <a:gd name="connsiteX15" fmla="*/ 162319 w 172026"/>
                <a:gd name="connsiteY15" fmla="*/ 3462 h 169810"/>
                <a:gd name="connsiteX16" fmla="*/ 68948 w 172026"/>
                <a:gd name="connsiteY16" fmla="*/ 151197 h 16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2026" h="169810">
                  <a:moveTo>
                    <a:pt x="68948" y="151197"/>
                  </a:moveTo>
                  <a:lnTo>
                    <a:pt x="29708" y="85310"/>
                  </a:lnTo>
                  <a:cubicBezTo>
                    <a:pt x="28307" y="82933"/>
                    <a:pt x="27956" y="82254"/>
                    <a:pt x="26380" y="82254"/>
                  </a:cubicBezTo>
                  <a:cubicBezTo>
                    <a:pt x="25504" y="82254"/>
                    <a:pt x="21825" y="84292"/>
                    <a:pt x="19548" y="85650"/>
                  </a:cubicBezTo>
                  <a:lnTo>
                    <a:pt x="2555" y="95159"/>
                  </a:lnTo>
                  <a:cubicBezTo>
                    <a:pt x="1329" y="95839"/>
                    <a:pt x="103" y="96688"/>
                    <a:pt x="103" y="98216"/>
                  </a:cubicBezTo>
                  <a:cubicBezTo>
                    <a:pt x="103" y="99744"/>
                    <a:pt x="1504" y="101103"/>
                    <a:pt x="3081" y="101103"/>
                  </a:cubicBezTo>
                  <a:cubicBezTo>
                    <a:pt x="3957" y="101103"/>
                    <a:pt x="7811" y="98895"/>
                    <a:pt x="10088" y="97707"/>
                  </a:cubicBezTo>
                  <a:lnTo>
                    <a:pt x="16920" y="93801"/>
                  </a:lnTo>
                  <a:lnTo>
                    <a:pt x="60540" y="166989"/>
                  </a:lnTo>
                  <a:cubicBezTo>
                    <a:pt x="62291" y="169706"/>
                    <a:pt x="62291" y="169876"/>
                    <a:pt x="64919" y="169876"/>
                  </a:cubicBezTo>
                  <a:cubicBezTo>
                    <a:pt x="68423" y="169876"/>
                    <a:pt x="69299" y="168518"/>
                    <a:pt x="70525" y="166650"/>
                  </a:cubicBezTo>
                  <a:lnTo>
                    <a:pt x="170377" y="8726"/>
                  </a:lnTo>
                  <a:cubicBezTo>
                    <a:pt x="172129" y="6179"/>
                    <a:pt x="172129" y="5839"/>
                    <a:pt x="172129" y="4820"/>
                  </a:cubicBezTo>
                  <a:cubicBezTo>
                    <a:pt x="172129" y="2273"/>
                    <a:pt x="169852" y="66"/>
                    <a:pt x="167224" y="66"/>
                  </a:cubicBezTo>
                  <a:cubicBezTo>
                    <a:pt x="164421" y="66"/>
                    <a:pt x="163195" y="2103"/>
                    <a:pt x="162319" y="3462"/>
                  </a:cubicBezTo>
                  <a:lnTo>
                    <a:pt x="68948" y="15119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5" name="Freeform: Shape 104">
              <a:extLst>
                <a:ext uri="{FF2B5EF4-FFF2-40B4-BE49-F238E27FC236}">
                  <a16:creationId xmlns:a16="http://schemas.microsoft.com/office/drawing/2014/main" id="{B171C510-2F14-56FC-41C7-4CA200895D72}"/>
                </a:ext>
              </a:extLst>
            </p:cNvPr>
            <p:cNvSpPr/>
            <p:nvPr>
              <p:custDataLst>
                <p:tags r:id="rId37"/>
              </p:custDataLst>
            </p:nvPr>
          </p:nvSpPr>
          <p:spPr>
            <a:xfrm>
              <a:off x="9085904" y="7422240"/>
              <a:ext cx="154298" cy="9509"/>
            </a:xfrm>
            <a:custGeom>
              <a:avLst/>
              <a:gdLst>
                <a:gd name="connsiteX0" fmla="*/ 0 w 154298"/>
                <a:gd name="connsiteY0" fmla="*/ 0 h 9509"/>
                <a:gd name="connsiteX1" fmla="*/ 154298 w 154298"/>
                <a:gd name="connsiteY1" fmla="*/ 0 h 9509"/>
                <a:gd name="connsiteX2" fmla="*/ 154298 w 154298"/>
                <a:gd name="connsiteY2" fmla="*/ 9509 h 9509"/>
                <a:gd name="connsiteX3" fmla="*/ 0 w 154298"/>
                <a:gd name="connsiteY3" fmla="*/ 9509 h 9509"/>
              </a:gdLst>
              <a:ahLst/>
              <a:cxnLst>
                <a:cxn ang="0">
                  <a:pos x="connsiteX0" y="connsiteY0"/>
                </a:cxn>
                <a:cxn ang="0">
                  <a:pos x="connsiteX1" y="connsiteY1"/>
                </a:cxn>
                <a:cxn ang="0">
                  <a:pos x="connsiteX2" y="connsiteY2"/>
                </a:cxn>
                <a:cxn ang="0">
                  <a:pos x="connsiteX3" y="connsiteY3"/>
                </a:cxn>
              </a:cxnLst>
              <a:rect l="l" t="t" r="r" b="b"/>
              <a:pathLst>
                <a:path w="154298" h="9509">
                  <a:moveTo>
                    <a:pt x="0" y="0"/>
                  </a:moveTo>
                  <a:lnTo>
                    <a:pt x="154298" y="0"/>
                  </a:lnTo>
                  <a:lnTo>
                    <a:pt x="154298" y="9509"/>
                  </a:lnTo>
                  <a:lnTo>
                    <a:pt x="0" y="9509"/>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6" name="Freeform: Shape 105">
              <a:extLst>
                <a:ext uri="{FF2B5EF4-FFF2-40B4-BE49-F238E27FC236}">
                  <a16:creationId xmlns:a16="http://schemas.microsoft.com/office/drawing/2014/main" id="{FCD97AED-3762-D2A4-659A-5D875E12AD7F}"/>
                </a:ext>
              </a:extLst>
            </p:cNvPr>
            <p:cNvSpPr/>
            <p:nvPr>
              <p:custDataLst>
                <p:tags r:id="rId38"/>
              </p:custDataLst>
            </p:nvPr>
          </p:nvSpPr>
          <p:spPr>
            <a:xfrm>
              <a:off x="9101845" y="7478555"/>
              <a:ext cx="122625" cy="76924"/>
            </a:xfrm>
            <a:custGeom>
              <a:avLst/>
              <a:gdLst>
                <a:gd name="connsiteX0" fmla="*/ 18327 w 122625"/>
                <a:gd name="connsiteY0" fmla="*/ 58484 h 76924"/>
                <a:gd name="connsiteX1" fmla="*/ 15349 w 122625"/>
                <a:gd name="connsiteY1" fmla="*/ 71050 h 76924"/>
                <a:gd name="connsiteX2" fmla="*/ 21830 w 122625"/>
                <a:gd name="connsiteY2" fmla="*/ 76993 h 76924"/>
                <a:gd name="connsiteX3" fmla="*/ 30239 w 122625"/>
                <a:gd name="connsiteY3" fmla="*/ 71390 h 76924"/>
                <a:gd name="connsiteX4" fmla="*/ 33567 w 122625"/>
                <a:gd name="connsiteY4" fmla="*/ 58144 h 76924"/>
                <a:gd name="connsiteX5" fmla="*/ 39874 w 122625"/>
                <a:gd name="connsiteY5" fmla="*/ 34201 h 76924"/>
                <a:gd name="connsiteX6" fmla="*/ 76136 w 122625"/>
                <a:gd name="connsiteY6" fmla="*/ 5843 h 76924"/>
                <a:gd name="connsiteX7" fmla="*/ 88399 w 122625"/>
                <a:gd name="connsiteY7" fmla="*/ 18069 h 76924"/>
                <a:gd name="connsiteX8" fmla="*/ 77012 w 122625"/>
                <a:gd name="connsiteY8" fmla="*/ 54918 h 76924"/>
                <a:gd name="connsiteX9" fmla="*/ 75260 w 122625"/>
                <a:gd name="connsiteY9" fmla="*/ 62050 h 76924"/>
                <a:gd name="connsiteX10" fmla="*/ 94355 w 122625"/>
                <a:gd name="connsiteY10" fmla="*/ 76993 h 76924"/>
                <a:gd name="connsiteX11" fmla="*/ 122734 w 122625"/>
                <a:gd name="connsiteY11" fmla="*/ 50673 h 76924"/>
                <a:gd name="connsiteX12" fmla="*/ 119055 w 122625"/>
                <a:gd name="connsiteY12" fmla="*/ 48295 h 76924"/>
                <a:gd name="connsiteX13" fmla="*/ 114851 w 122625"/>
                <a:gd name="connsiteY13" fmla="*/ 52201 h 76924"/>
                <a:gd name="connsiteX14" fmla="*/ 95056 w 122625"/>
                <a:gd name="connsiteY14" fmla="*/ 71220 h 76924"/>
                <a:gd name="connsiteX15" fmla="*/ 89800 w 122625"/>
                <a:gd name="connsiteY15" fmla="*/ 64767 h 76924"/>
                <a:gd name="connsiteX16" fmla="*/ 92077 w 122625"/>
                <a:gd name="connsiteY16" fmla="*/ 55767 h 76924"/>
                <a:gd name="connsiteX17" fmla="*/ 103114 w 122625"/>
                <a:gd name="connsiteY17" fmla="*/ 20277 h 76924"/>
                <a:gd name="connsiteX18" fmla="*/ 77187 w 122625"/>
                <a:gd name="connsiteY18" fmla="*/ 69 h 76924"/>
                <a:gd name="connsiteX19" fmla="*/ 44078 w 122625"/>
                <a:gd name="connsiteY19" fmla="*/ 16880 h 76924"/>
                <a:gd name="connsiteX20" fmla="*/ 22706 w 122625"/>
                <a:gd name="connsiteY20" fmla="*/ 69 h 76924"/>
                <a:gd name="connsiteX21" fmla="*/ 108 w 122625"/>
                <a:gd name="connsiteY21" fmla="*/ 26390 h 76924"/>
                <a:gd name="connsiteX22" fmla="*/ 3787 w 122625"/>
                <a:gd name="connsiteY22" fmla="*/ 28767 h 76924"/>
                <a:gd name="connsiteX23" fmla="*/ 7816 w 122625"/>
                <a:gd name="connsiteY23" fmla="*/ 25541 h 76924"/>
                <a:gd name="connsiteX24" fmla="*/ 21830 w 122625"/>
                <a:gd name="connsiteY24" fmla="*/ 5843 h 76924"/>
                <a:gd name="connsiteX25" fmla="*/ 29013 w 122625"/>
                <a:gd name="connsiteY25" fmla="*/ 14843 h 76924"/>
                <a:gd name="connsiteX26" fmla="*/ 26210 w 122625"/>
                <a:gd name="connsiteY26" fmla="*/ 28088 h 76924"/>
                <a:gd name="connsiteX27" fmla="*/ 22356 w 122625"/>
                <a:gd name="connsiteY27" fmla="*/ 43371 h 76924"/>
                <a:gd name="connsiteX28" fmla="*/ 18327 w 122625"/>
                <a:gd name="connsiteY28" fmla="*/ 58484 h 76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625" h="76924">
                  <a:moveTo>
                    <a:pt x="18327" y="58484"/>
                  </a:moveTo>
                  <a:cubicBezTo>
                    <a:pt x="17276" y="62729"/>
                    <a:pt x="15349" y="70201"/>
                    <a:pt x="15349" y="71050"/>
                  </a:cubicBezTo>
                  <a:cubicBezTo>
                    <a:pt x="15349" y="74786"/>
                    <a:pt x="18502" y="76993"/>
                    <a:pt x="21830" y="76993"/>
                  </a:cubicBezTo>
                  <a:cubicBezTo>
                    <a:pt x="24458" y="76993"/>
                    <a:pt x="28312" y="75635"/>
                    <a:pt x="30239" y="71390"/>
                  </a:cubicBezTo>
                  <a:cubicBezTo>
                    <a:pt x="30414" y="70540"/>
                    <a:pt x="32516" y="62559"/>
                    <a:pt x="33567" y="58144"/>
                  </a:cubicBezTo>
                  <a:cubicBezTo>
                    <a:pt x="39524" y="35220"/>
                    <a:pt x="39524" y="34880"/>
                    <a:pt x="39874" y="34201"/>
                  </a:cubicBezTo>
                  <a:cubicBezTo>
                    <a:pt x="42151" y="29616"/>
                    <a:pt x="54764" y="5843"/>
                    <a:pt x="76136" y="5843"/>
                  </a:cubicBezTo>
                  <a:cubicBezTo>
                    <a:pt x="84720" y="5843"/>
                    <a:pt x="88399" y="10428"/>
                    <a:pt x="88399" y="18069"/>
                  </a:cubicBezTo>
                  <a:cubicBezTo>
                    <a:pt x="88399" y="27748"/>
                    <a:pt x="81041" y="45239"/>
                    <a:pt x="77012" y="54918"/>
                  </a:cubicBezTo>
                  <a:cubicBezTo>
                    <a:pt x="76136" y="56956"/>
                    <a:pt x="75260" y="59163"/>
                    <a:pt x="75260" y="62050"/>
                  </a:cubicBezTo>
                  <a:cubicBezTo>
                    <a:pt x="75260" y="70880"/>
                    <a:pt x="84019" y="76993"/>
                    <a:pt x="94355" y="76993"/>
                  </a:cubicBezTo>
                  <a:cubicBezTo>
                    <a:pt x="113099" y="76993"/>
                    <a:pt x="122734" y="54918"/>
                    <a:pt x="122734" y="50673"/>
                  </a:cubicBezTo>
                  <a:cubicBezTo>
                    <a:pt x="122734" y="48295"/>
                    <a:pt x="119756" y="48295"/>
                    <a:pt x="119055" y="48295"/>
                  </a:cubicBezTo>
                  <a:cubicBezTo>
                    <a:pt x="116077" y="48295"/>
                    <a:pt x="115902" y="48975"/>
                    <a:pt x="114851" y="52201"/>
                  </a:cubicBezTo>
                  <a:cubicBezTo>
                    <a:pt x="111522" y="62390"/>
                    <a:pt x="103464" y="71220"/>
                    <a:pt x="95056" y="71220"/>
                  </a:cubicBezTo>
                  <a:cubicBezTo>
                    <a:pt x="91026" y="71220"/>
                    <a:pt x="89800" y="68503"/>
                    <a:pt x="89800" y="64767"/>
                  </a:cubicBezTo>
                  <a:cubicBezTo>
                    <a:pt x="89800" y="61201"/>
                    <a:pt x="90501" y="59503"/>
                    <a:pt x="92077" y="55767"/>
                  </a:cubicBezTo>
                  <a:cubicBezTo>
                    <a:pt x="95056" y="48975"/>
                    <a:pt x="103114" y="29616"/>
                    <a:pt x="103114" y="20277"/>
                  </a:cubicBezTo>
                  <a:cubicBezTo>
                    <a:pt x="103114" y="7711"/>
                    <a:pt x="93829" y="69"/>
                    <a:pt x="77187" y="69"/>
                  </a:cubicBezTo>
                  <a:cubicBezTo>
                    <a:pt x="61246" y="69"/>
                    <a:pt x="50210" y="9409"/>
                    <a:pt x="44078" y="16880"/>
                  </a:cubicBezTo>
                  <a:cubicBezTo>
                    <a:pt x="43202" y="2956"/>
                    <a:pt x="29188" y="69"/>
                    <a:pt x="22706" y="69"/>
                  </a:cubicBezTo>
                  <a:cubicBezTo>
                    <a:pt x="5188" y="69"/>
                    <a:pt x="108" y="26050"/>
                    <a:pt x="108" y="26390"/>
                  </a:cubicBezTo>
                  <a:cubicBezTo>
                    <a:pt x="108" y="28767"/>
                    <a:pt x="2911" y="28767"/>
                    <a:pt x="3787" y="28767"/>
                  </a:cubicBezTo>
                  <a:cubicBezTo>
                    <a:pt x="6765" y="28767"/>
                    <a:pt x="7115" y="27748"/>
                    <a:pt x="7816" y="25541"/>
                  </a:cubicBezTo>
                  <a:cubicBezTo>
                    <a:pt x="10444" y="15692"/>
                    <a:pt x="14473" y="5843"/>
                    <a:pt x="21830" y="5843"/>
                  </a:cubicBezTo>
                  <a:cubicBezTo>
                    <a:pt x="27786" y="5843"/>
                    <a:pt x="29013" y="11277"/>
                    <a:pt x="29013" y="14843"/>
                  </a:cubicBezTo>
                  <a:cubicBezTo>
                    <a:pt x="29013" y="17220"/>
                    <a:pt x="27261" y="23673"/>
                    <a:pt x="26210" y="28088"/>
                  </a:cubicBezTo>
                  <a:cubicBezTo>
                    <a:pt x="24984" y="32673"/>
                    <a:pt x="23232" y="39635"/>
                    <a:pt x="22356" y="43371"/>
                  </a:cubicBezTo>
                  <a:lnTo>
                    <a:pt x="18327" y="5848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130" name="TextBox 129">
            <a:extLst>
              <a:ext uri="{FF2B5EF4-FFF2-40B4-BE49-F238E27FC236}">
                <a16:creationId xmlns:a16="http://schemas.microsoft.com/office/drawing/2014/main" id="{66EAF965-774C-2BF6-E31E-E4894479B756}"/>
              </a:ext>
            </a:extLst>
          </p:cNvPr>
          <p:cNvSpPr txBox="1"/>
          <p:nvPr/>
        </p:nvSpPr>
        <p:spPr>
          <a:xfrm>
            <a:off x="6246460" y="4727159"/>
            <a:ext cx="4972725"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Bajo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hipótesis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nula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la variable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aleatoria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distribuye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así</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a:t>
            </a:r>
          </a:p>
        </p:txBody>
      </p:sp>
      <p:grpSp>
        <p:nvGrpSpPr>
          <p:cNvPr id="177" name="Group 176">
            <a:extLst>
              <a:ext uri="{FF2B5EF4-FFF2-40B4-BE49-F238E27FC236}">
                <a16:creationId xmlns:a16="http://schemas.microsoft.com/office/drawing/2014/main" id="{774459FF-7E45-5164-1E5E-CE1E050977E5}"/>
              </a:ext>
            </a:extLst>
          </p:cNvPr>
          <p:cNvGrpSpPr>
            <a:grpSpLocks noChangeAspect="1"/>
          </p:cNvGrpSpPr>
          <p:nvPr>
            <p:custDataLst>
              <p:tags r:id="rId4"/>
            </p:custDataLst>
          </p:nvPr>
        </p:nvGrpSpPr>
        <p:grpSpPr>
          <a:xfrm>
            <a:off x="7259067" y="5387390"/>
            <a:ext cx="2543955" cy="399439"/>
            <a:chOff x="9698021" y="7540136"/>
            <a:chExt cx="2847125" cy="447041"/>
          </a:xfrm>
        </p:grpSpPr>
        <p:sp>
          <p:nvSpPr>
            <p:cNvPr id="158" name="Freeform: Shape 157">
              <a:extLst>
                <a:ext uri="{FF2B5EF4-FFF2-40B4-BE49-F238E27FC236}">
                  <a16:creationId xmlns:a16="http://schemas.microsoft.com/office/drawing/2014/main" id="{727890ED-FAE3-7013-6315-BFEF3B8C3710}"/>
                </a:ext>
              </a:extLst>
            </p:cNvPr>
            <p:cNvSpPr/>
            <p:nvPr>
              <p:custDataLst>
                <p:tags r:id="rId5"/>
              </p:custDataLst>
            </p:nvPr>
          </p:nvSpPr>
          <p:spPr>
            <a:xfrm>
              <a:off x="9698021" y="7664841"/>
              <a:ext cx="207339" cy="210671"/>
            </a:xfrm>
            <a:custGeom>
              <a:avLst/>
              <a:gdLst>
                <a:gd name="connsiteX0" fmla="*/ 122956 w 207339"/>
                <a:gd name="connsiteY0" fmla="*/ 21846 h 210671"/>
                <a:gd name="connsiteX1" fmla="*/ 129969 w 207339"/>
                <a:gd name="connsiteY1" fmla="*/ 10332 h 210671"/>
                <a:gd name="connsiteX2" fmla="*/ 149178 w 207339"/>
                <a:gd name="connsiteY2" fmla="*/ 9710 h 210671"/>
                <a:gd name="connsiteX3" fmla="*/ 193695 w 207339"/>
                <a:gd name="connsiteY3" fmla="*/ 35227 h 210671"/>
                <a:gd name="connsiteX4" fmla="*/ 191256 w 207339"/>
                <a:gd name="connsiteY4" fmla="*/ 60122 h 210671"/>
                <a:gd name="connsiteX5" fmla="*/ 190341 w 207339"/>
                <a:gd name="connsiteY5" fmla="*/ 66034 h 210671"/>
                <a:gd name="connsiteX6" fmla="*/ 194000 w 207339"/>
                <a:gd name="connsiteY6" fmla="*/ 70080 h 210671"/>
                <a:gd name="connsiteX7" fmla="*/ 198574 w 207339"/>
                <a:gd name="connsiteY7" fmla="*/ 62923 h 210671"/>
                <a:gd name="connsiteX8" fmla="*/ 206807 w 207339"/>
                <a:gd name="connsiteY8" fmla="*/ 8777 h 210671"/>
                <a:gd name="connsiteX9" fmla="*/ 207416 w 207339"/>
                <a:gd name="connsiteY9" fmla="*/ 3486 h 210671"/>
                <a:gd name="connsiteX10" fmla="*/ 199184 w 207339"/>
                <a:gd name="connsiteY10" fmla="*/ 63 h 210671"/>
                <a:gd name="connsiteX11" fmla="*/ 29958 w 207339"/>
                <a:gd name="connsiteY11" fmla="*/ 63 h 210671"/>
                <a:gd name="connsiteX12" fmla="*/ 20201 w 207339"/>
                <a:gd name="connsiteY12" fmla="*/ 6287 h 210671"/>
                <a:gd name="connsiteX13" fmla="*/ 1906 w 207339"/>
                <a:gd name="connsiteY13" fmla="*/ 61055 h 210671"/>
                <a:gd name="connsiteX14" fmla="*/ 77 w 207339"/>
                <a:gd name="connsiteY14" fmla="*/ 66657 h 210671"/>
                <a:gd name="connsiteX15" fmla="*/ 3736 w 207339"/>
                <a:gd name="connsiteY15" fmla="*/ 70080 h 210671"/>
                <a:gd name="connsiteX16" fmla="*/ 8919 w 207339"/>
                <a:gd name="connsiteY16" fmla="*/ 63545 h 210671"/>
                <a:gd name="connsiteX17" fmla="*/ 78439 w 207339"/>
                <a:gd name="connsiteY17" fmla="*/ 9710 h 210671"/>
                <a:gd name="connsiteX18" fmla="*/ 90330 w 207339"/>
                <a:gd name="connsiteY18" fmla="*/ 9710 h 210671"/>
                <a:gd name="connsiteX19" fmla="*/ 98868 w 207339"/>
                <a:gd name="connsiteY19" fmla="*/ 13444 h 210671"/>
                <a:gd name="connsiteX20" fmla="*/ 97648 w 207339"/>
                <a:gd name="connsiteY20" fmla="*/ 19979 h 210671"/>
                <a:gd name="connsiteX21" fmla="*/ 56790 w 207339"/>
                <a:gd name="connsiteY21" fmla="*/ 186151 h 210671"/>
                <a:gd name="connsiteX22" fmla="*/ 20506 w 207339"/>
                <a:gd name="connsiteY22" fmla="*/ 201088 h 210671"/>
                <a:gd name="connsiteX23" fmla="*/ 7699 w 207339"/>
                <a:gd name="connsiteY23" fmla="*/ 207001 h 210671"/>
                <a:gd name="connsiteX24" fmla="*/ 12883 w 207339"/>
                <a:gd name="connsiteY24" fmla="*/ 210735 h 210671"/>
                <a:gd name="connsiteX25" fmla="*/ 37886 w 207339"/>
                <a:gd name="connsiteY25" fmla="*/ 210112 h 210671"/>
                <a:gd name="connsiteX26" fmla="*/ 63803 w 207339"/>
                <a:gd name="connsiteY26" fmla="*/ 209801 h 210671"/>
                <a:gd name="connsiteX27" fmla="*/ 89111 w 207339"/>
                <a:gd name="connsiteY27" fmla="*/ 210112 h 210671"/>
                <a:gd name="connsiteX28" fmla="*/ 115638 w 207339"/>
                <a:gd name="connsiteY28" fmla="*/ 210735 h 210671"/>
                <a:gd name="connsiteX29" fmla="*/ 122346 w 207339"/>
                <a:gd name="connsiteY29" fmla="*/ 204511 h 210671"/>
                <a:gd name="connsiteX30" fmla="*/ 111979 w 207339"/>
                <a:gd name="connsiteY30" fmla="*/ 201088 h 210671"/>
                <a:gd name="connsiteX31" fmla="*/ 92465 w 207339"/>
                <a:gd name="connsiteY31" fmla="*/ 200466 h 210671"/>
                <a:gd name="connsiteX32" fmla="*/ 81183 w 207339"/>
                <a:gd name="connsiteY32" fmla="*/ 193620 h 210671"/>
                <a:gd name="connsiteX33" fmla="*/ 82403 w 207339"/>
                <a:gd name="connsiteY33" fmla="*/ 187085 h 210671"/>
                <a:gd name="connsiteX34" fmla="*/ 122956 w 207339"/>
                <a:gd name="connsiteY34" fmla="*/ 21846 h 21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07339" h="210671">
                  <a:moveTo>
                    <a:pt x="122956" y="21846"/>
                  </a:moveTo>
                  <a:cubicBezTo>
                    <a:pt x="125090" y="13133"/>
                    <a:pt x="126310" y="11266"/>
                    <a:pt x="129969" y="10332"/>
                  </a:cubicBezTo>
                  <a:cubicBezTo>
                    <a:pt x="132713" y="9710"/>
                    <a:pt x="142775" y="9710"/>
                    <a:pt x="149178" y="9710"/>
                  </a:cubicBezTo>
                  <a:cubicBezTo>
                    <a:pt x="179974" y="9710"/>
                    <a:pt x="193695" y="10955"/>
                    <a:pt x="193695" y="35227"/>
                  </a:cubicBezTo>
                  <a:cubicBezTo>
                    <a:pt x="193695" y="39895"/>
                    <a:pt x="192476" y="52031"/>
                    <a:pt x="191256" y="60122"/>
                  </a:cubicBezTo>
                  <a:cubicBezTo>
                    <a:pt x="190951" y="61367"/>
                    <a:pt x="190341" y="65101"/>
                    <a:pt x="190341" y="66034"/>
                  </a:cubicBezTo>
                  <a:cubicBezTo>
                    <a:pt x="190341" y="67901"/>
                    <a:pt x="191256" y="70080"/>
                    <a:pt x="194000" y="70080"/>
                  </a:cubicBezTo>
                  <a:cubicBezTo>
                    <a:pt x="197354" y="70080"/>
                    <a:pt x="197964" y="67590"/>
                    <a:pt x="198574" y="62923"/>
                  </a:cubicBezTo>
                  <a:lnTo>
                    <a:pt x="206807" y="8777"/>
                  </a:lnTo>
                  <a:cubicBezTo>
                    <a:pt x="207111" y="7532"/>
                    <a:pt x="207416" y="4420"/>
                    <a:pt x="207416" y="3486"/>
                  </a:cubicBezTo>
                  <a:cubicBezTo>
                    <a:pt x="207416" y="63"/>
                    <a:pt x="204367" y="63"/>
                    <a:pt x="199184" y="63"/>
                  </a:cubicBezTo>
                  <a:lnTo>
                    <a:pt x="29958" y="63"/>
                  </a:lnTo>
                  <a:cubicBezTo>
                    <a:pt x="22640" y="63"/>
                    <a:pt x="22335" y="375"/>
                    <a:pt x="20201" y="6287"/>
                  </a:cubicBezTo>
                  <a:lnTo>
                    <a:pt x="1906" y="61055"/>
                  </a:lnTo>
                  <a:cubicBezTo>
                    <a:pt x="1601" y="61678"/>
                    <a:pt x="77" y="66034"/>
                    <a:pt x="77" y="66657"/>
                  </a:cubicBezTo>
                  <a:cubicBezTo>
                    <a:pt x="77" y="68524"/>
                    <a:pt x="1601" y="70080"/>
                    <a:pt x="3736" y="70080"/>
                  </a:cubicBezTo>
                  <a:cubicBezTo>
                    <a:pt x="6785" y="70080"/>
                    <a:pt x="7090" y="68524"/>
                    <a:pt x="8919" y="63545"/>
                  </a:cubicBezTo>
                  <a:cubicBezTo>
                    <a:pt x="25384" y="15311"/>
                    <a:pt x="33312" y="9710"/>
                    <a:pt x="78439" y="9710"/>
                  </a:cubicBezTo>
                  <a:lnTo>
                    <a:pt x="90330" y="9710"/>
                  </a:lnTo>
                  <a:cubicBezTo>
                    <a:pt x="98868" y="9710"/>
                    <a:pt x="98868" y="10955"/>
                    <a:pt x="98868" y="13444"/>
                  </a:cubicBezTo>
                  <a:cubicBezTo>
                    <a:pt x="98868" y="15311"/>
                    <a:pt x="97953" y="19046"/>
                    <a:pt x="97648" y="19979"/>
                  </a:cubicBezTo>
                  <a:lnTo>
                    <a:pt x="56790" y="186151"/>
                  </a:lnTo>
                  <a:cubicBezTo>
                    <a:pt x="54046" y="197665"/>
                    <a:pt x="53131" y="201088"/>
                    <a:pt x="20506" y="201088"/>
                  </a:cubicBezTo>
                  <a:cubicBezTo>
                    <a:pt x="9529" y="201088"/>
                    <a:pt x="7699" y="201088"/>
                    <a:pt x="7699" y="207001"/>
                  </a:cubicBezTo>
                  <a:cubicBezTo>
                    <a:pt x="7699" y="210735"/>
                    <a:pt x="11054" y="210735"/>
                    <a:pt x="12883" y="210735"/>
                  </a:cubicBezTo>
                  <a:cubicBezTo>
                    <a:pt x="21116" y="210735"/>
                    <a:pt x="29653" y="210112"/>
                    <a:pt x="37886" y="210112"/>
                  </a:cubicBezTo>
                  <a:cubicBezTo>
                    <a:pt x="46423" y="210112"/>
                    <a:pt x="55266" y="209801"/>
                    <a:pt x="63803" y="209801"/>
                  </a:cubicBezTo>
                  <a:cubicBezTo>
                    <a:pt x="72341" y="209801"/>
                    <a:pt x="80878" y="210112"/>
                    <a:pt x="89111" y="210112"/>
                  </a:cubicBezTo>
                  <a:cubicBezTo>
                    <a:pt x="97953" y="210112"/>
                    <a:pt x="107101" y="210735"/>
                    <a:pt x="115638" y="210735"/>
                  </a:cubicBezTo>
                  <a:cubicBezTo>
                    <a:pt x="118687" y="210735"/>
                    <a:pt x="122346" y="210735"/>
                    <a:pt x="122346" y="204511"/>
                  </a:cubicBezTo>
                  <a:cubicBezTo>
                    <a:pt x="122346" y="201088"/>
                    <a:pt x="119907" y="201088"/>
                    <a:pt x="111979" y="201088"/>
                  </a:cubicBezTo>
                  <a:cubicBezTo>
                    <a:pt x="104356" y="201088"/>
                    <a:pt x="100393" y="201088"/>
                    <a:pt x="92465" y="200466"/>
                  </a:cubicBezTo>
                  <a:cubicBezTo>
                    <a:pt x="83622" y="199532"/>
                    <a:pt x="81183" y="198599"/>
                    <a:pt x="81183" y="193620"/>
                  </a:cubicBezTo>
                  <a:cubicBezTo>
                    <a:pt x="81183" y="193309"/>
                    <a:pt x="81183" y="191753"/>
                    <a:pt x="82403" y="187085"/>
                  </a:cubicBezTo>
                  <a:lnTo>
                    <a:pt x="122956" y="21846"/>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9" name="Freeform: Shape 158">
              <a:extLst>
                <a:ext uri="{FF2B5EF4-FFF2-40B4-BE49-F238E27FC236}">
                  <a16:creationId xmlns:a16="http://schemas.microsoft.com/office/drawing/2014/main" id="{B9D973A2-3D6E-BE56-838E-87679DDEDF33}"/>
                </a:ext>
              </a:extLst>
            </p:cNvPr>
            <p:cNvSpPr/>
            <p:nvPr>
              <p:custDataLst>
                <p:tags r:id="rId6"/>
              </p:custDataLst>
            </p:nvPr>
          </p:nvSpPr>
          <p:spPr>
            <a:xfrm>
              <a:off x="10013006" y="7761308"/>
              <a:ext cx="202766" cy="72817"/>
            </a:xfrm>
            <a:custGeom>
              <a:avLst/>
              <a:gdLst>
                <a:gd name="connsiteX0" fmla="*/ 192486 w 202766"/>
                <a:gd name="connsiteY0" fmla="*/ 12511 h 72817"/>
                <a:gd name="connsiteX1" fmla="*/ 202853 w 202766"/>
                <a:gd name="connsiteY1" fmla="*/ 6287 h 72817"/>
                <a:gd name="connsiteX2" fmla="*/ 192791 w 202766"/>
                <a:gd name="connsiteY2" fmla="*/ 63 h 72817"/>
                <a:gd name="connsiteX3" fmla="*/ 10149 w 202766"/>
                <a:gd name="connsiteY3" fmla="*/ 63 h 72817"/>
                <a:gd name="connsiteX4" fmla="*/ 87 w 202766"/>
                <a:gd name="connsiteY4" fmla="*/ 6287 h 72817"/>
                <a:gd name="connsiteX5" fmla="*/ 10454 w 202766"/>
                <a:gd name="connsiteY5" fmla="*/ 12511 h 72817"/>
                <a:gd name="connsiteX6" fmla="*/ 192486 w 202766"/>
                <a:gd name="connsiteY6" fmla="*/ 12511 h 72817"/>
                <a:gd name="connsiteX7" fmla="*/ 192791 w 202766"/>
                <a:gd name="connsiteY7" fmla="*/ 72880 h 72817"/>
                <a:gd name="connsiteX8" fmla="*/ 202853 w 202766"/>
                <a:gd name="connsiteY8" fmla="*/ 66657 h 72817"/>
                <a:gd name="connsiteX9" fmla="*/ 192486 w 202766"/>
                <a:gd name="connsiteY9" fmla="*/ 60433 h 72817"/>
                <a:gd name="connsiteX10" fmla="*/ 10454 w 202766"/>
                <a:gd name="connsiteY10" fmla="*/ 60433 h 72817"/>
                <a:gd name="connsiteX11" fmla="*/ 87 w 202766"/>
                <a:gd name="connsiteY11" fmla="*/ 66657 h 72817"/>
                <a:gd name="connsiteX12" fmla="*/ 10149 w 202766"/>
                <a:gd name="connsiteY12" fmla="*/ 72880 h 72817"/>
                <a:gd name="connsiteX13" fmla="*/ 192791 w 202766"/>
                <a:gd name="connsiteY13" fmla="*/ 72880 h 72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2766" h="72817">
                  <a:moveTo>
                    <a:pt x="192486" y="12511"/>
                  </a:moveTo>
                  <a:cubicBezTo>
                    <a:pt x="197059" y="12511"/>
                    <a:pt x="202853" y="12511"/>
                    <a:pt x="202853" y="6287"/>
                  </a:cubicBezTo>
                  <a:cubicBezTo>
                    <a:pt x="202853" y="63"/>
                    <a:pt x="197059" y="63"/>
                    <a:pt x="192791" y="63"/>
                  </a:cubicBezTo>
                  <a:lnTo>
                    <a:pt x="10149" y="63"/>
                  </a:lnTo>
                  <a:cubicBezTo>
                    <a:pt x="5880" y="63"/>
                    <a:pt x="87" y="63"/>
                    <a:pt x="87" y="6287"/>
                  </a:cubicBezTo>
                  <a:cubicBezTo>
                    <a:pt x="87" y="12511"/>
                    <a:pt x="5880" y="12511"/>
                    <a:pt x="10454" y="12511"/>
                  </a:cubicBezTo>
                  <a:lnTo>
                    <a:pt x="192486" y="12511"/>
                  </a:lnTo>
                  <a:close/>
                  <a:moveTo>
                    <a:pt x="192791" y="72880"/>
                  </a:moveTo>
                  <a:cubicBezTo>
                    <a:pt x="197059" y="72880"/>
                    <a:pt x="202853" y="72880"/>
                    <a:pt x="202853" y="66657"/>
                  </a:cubicBezTo>
                  <a:cubicBezTo>
                    <a:pt x="202853" y="60433"/>
                    <a:pt x="197059" y="60433"/>
                    <a:pt x="192486" y="60433"/>
                  </a:cubicBezTo>
                  <a:lnTo>
                    <a:pt x="10454" y="60433"/>
                  </a:lnTo>
                  <a:cubicBezTo>
                    <a:pt x="5880" y="60433"/>
                    <a:pt x="87" y="60433"/>
                    <a:pt x="87" y="66657"/>
                  </a:cubicBezTo>
                  <a:cubicBezTo>
                    <a:pt x="87" y="72880"/>
                    <a:pt x="5880" y="72880"/>
                    <a:pt x="10149" y="72880"/>
                  </a:cubicBezTo>
                  <a:lnTo>
                    <a:pt x="192791" y="72880"/>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0" name="Freeform: Shape 159">
              <a:extLst>
                <a:ext uri="{FF2B5EF4-FFF2-40B4-BE49-F238E27FC236}">
                  <a16:creationId xmlns:a16="http://schemas.microsoft.com/office/drawing/2014/main" id="{91E7EC4E-5F00-E509-436C-6004F68BB6E8}"/>
                </a:ext>
              </a:extLst>
            </p:cNvPr>
            <p:cNvSpPr/>
            <p:nvPr>
              <p:custDataLst>
                <p:tags r:id="rId7"/>
              </p:custDataLst>
            </p:nvPr>
          </p:nvSpPr>
          <p:spPr>
            <a:xfrm>
              <a:off x="10374433" y="7556785"/>
              <a:ext cx="185264" cy="217828"/>
            </a:xfrm>
            <a:custGeom>
              <a:avLst/>
              <a:gdLst>
                <a:gd name="connsiteX0" fmla="*/ 74588 w 185264"/>
                <a:gd name="connsiteY0" fmla="*/ 194139 h 217828"/>
                <a:gd name="connsiteX1" fmla="*/ 32754 w 185264"/>
                <a:gd name="connsiteY1" fmla="*/ 109404 h 217828"/>
                <a:gd name="connsiteX2" fmla="*/ 29339 w 185264"/>
                <a:gd name="connsiteY2" fmla="*/ 105918 h 217828"/>
                <a:gd name="connsiteX3" fmla="*/ 25924 w 185264"/>
                <a:gd name="connsiteY3" fmla="*/ 107661 h 217828"/>
                <a:gd name="connsiteX4" fmla="*/ 3087 w 185264"/>
                <a:gd name="connsiteY4" fmla="*/ 123127 h 217828"/>
                <a:gd name="connsiteX5" fmla="*/ 98 w 185264"/>
                <a:gd name="connsiteY5" fmla="*/ 126830 h 217828"/>
                <a:gd name="connsiteX6" fmla="*/ 3087 w 185264"/>
                <a:gd name="connsiteY6" fmla="*/ 129879 h 217828"/>
                <a:gd name="connsiteX7" fmla="*/ 7142 w 185264"/>
                <a:gd name="connsiteY7" fmla="*/ 127919 h 217828"/>
                <a:gd name="connsiteX8" fmla="*/ 18241 w 185264"/>
                <a:gd name="connsiteY8" fmla="*/ 120077 h 217828"/>
                <a:gd name="connsiteX9" fmla="*/ 64984 w 185264"/>
                <a:gd name="connsiteY9" fmla="*/ 214179 h 217828"/>
                <a:gd name="connsiteX10" fmla="*/ 69893 w 185264"/>
                <a:gd name="connsiteY10" fmla="*/ 217882 h 217828"/>
                <a:gd name="connsiteX11" fmla="*/ 76296 w 185264"/>
                <a:gd name="connsiteY11" fmla="*/ 213743 h 217828"/>
                <a:gd name="connsiteX12" fmla="*/ 183655 w 185264"/>
                <a:gd name="connsiteY12" fmla="*/ 9856 h 217828"/>
                <a:gd name="connsiteX13" fmla="*/ 185362 w 185264"/>
                <a:gd name="connsiteY13" fmla="*/ 5499 h 217828"/>
                <a:gd name="connsiteX14" fmla="*/ 180240 w 185264"/>
                <a:gd name="connsiteY14" fmla="*/ 54 h 217828"/>
                <a:gd name="connsiteX15" fmla="*/ 174691 w 185264"/>
                <a:gd name="connsiteY15" fmla="*/ 4628 h 217828"/>
                <a:gd name="connsiteX16" fmla="*/ 74588 w 185264"/>
                <a:gd name="connsiteY16" fmla="*/ 194139 h 217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5264" h="217828">
                  <a:moveTo>
                    <a:pt x="74588" y="194139"/>
                  </a:moveTo>
                  <a:lnTo>
                    <a:pt x="32754" y="109404"/>
                  </a:lnTo>
                  <a:cubicBezTo>
                    <a:pt x="31687" y="107225"/>
                    <a:pt x="31047" y="105918"/>
                    <a:pt x="29339" y="105918"/>
                  </a:cubicBezTo>
                  <a:cubicBezTo>
                    <a:pt x="28486" y="105918"/>
                    <a:pt x="28059" y="105918"/>
                    <a:pt x="25924" y="107661"/>
                  </a:cubicBezTo>
                  <a:lnTo>
                    <a:pt x="3087" y="123127"/>
                  </a:lnTo>
                  <a:cubicBezTo>
                    <a:pt x="98" y="125087"/>
                    <a:pt x="98" y="126176"/>
                    <a:pt x="98" y="126830"/>
                  </a:cubicBezTo>
                  <a:cubicBezTo>
                    <a:pt x="98" y="128137"/>
                    <a:pt x="1166" y="129879"/>
                    <a:pt x="3087" y="129879"/>
                  </a:cubicBezTo>
                  <a:cubicBezTo>
                    <a:pt x="3940" y="129879"/>
                    <a:pt x="4367" y="129879"/>
                    <a:pt x="7142" y="127919"/>
                  </a:cubicBezTo>
                  <a:cubicBezTo>
                    <a:pt x="9490" y="126176"/>
                    <a:pt x="15679" y="121820"/>
                    <a:pt x="18241" y="120077"/>
                  </a:cubicBezTo>
                  <a:lnTo>
                    <a:pt x="64984" y="214179"/>
                  </a:lnTo>
                  <a:cubicBezTo>
                    <a:pt x="66478" y="217447"/>
                    <a:pt x="66904" y="217882"/>
                    <a:pt x="69893" y="217882"/>
                  </a:cubicBezTo>
                  <a:cubicBezTo>
                    <a:pt x="71814" y="217882"/>
                    <a:pt x="74161" y="217882"/>
                    <a:pt x="76296" y="213743"/>
                  </a:cubicBezTo>
                  <a:lnTo>
                    <a:pt x="183655" y="9856"/>
                  </a:lnTo>
                  <a:cubicBezTo>
                    <a:pt x="185362" y="7024"/>
                    <a:pt x="185362" y="6588"/>
                    <a:pt x="185362" y="5499"/>
                  </a:cubicBezTo>
                  <a:cubicBezTo>
                    <a:pt x="185362" y="2014"/>
                    <a:pt x="182588" y="54"/>
                    <a:pt x="180240" y="54"/>
                  </a:cubicBezTo>
                  <a:cubicBezTo>
                    <a:pt x="177038" y="54"/>
                    <a:pt x="175971" y="2014"/>
                    <a:pt x="174691" y="4628"/>
                  </a:cubicBezTo>
                  <a:lnTo>
                    <a:pt x="74588" y="194139"/>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1" name="Freeform: Shape 160">
              <a:extLst>
                <a:ext uri="{FF2B5EF4-FFF2-40B4-BE49-F238E27FC236}">
                  <a16:creationId xmlns:a16="http://schemas.microsoft.com/office/drawing/2014/main" id="{C7DC8F40-B581-F32C-4B29-FBF4488BFA50}"/>
                </a:ext>
              </a:extLst>
            </p:cNvPr>
            <p:cNvSpPr/>
            <p:nvPr>
              <p:custDataLst>
                <p:tags r:id="rId8"/>
              </p:custDataLst>
            </p:nvPr>
          </p:nvSpPr>
          <p:spPr>
            <a:xfrm>
              <a:off x="10554680" y="7556879"/>
              <a:ext cx="150727" cy="10579"/>
            </a:xfrm>
            <a:custGeom>
              <a:avLst/>
              <a:gdLst>
                <a:gd name="connsiteX0" fmla="*/ 0 w 150727"/>
                <a:gd name="connsiteY0" fmla="*/ 0 h 10579"/>
                <a:gd name="connsiteX1" fmla="*/ 150728 w 150727"/>
                <a:gd name="connsiteY1" fmla="*/ 0 h 10579"/>
                <a:gd name="connsiteX2" fmla="*/ 150728 w 150727"/>
                <a:gd name="connsiteY2" fmla="*/ 10580 h 10579"/>
                <a:gd name="connsiteX3" fmla="*/ 0 w 150727"/>
                <a:gd name="connsiteY3" fmla="*/ 10580 h 10579"/>
              </a:gdLst>
              <a:ahLst/>
              <a:cxnLst>
                <a:cxn ang="0">
                  <a:pos x="connsiteX0" y="connsiteY0"/>
                </a:cxn>
                <a:cxn ang="0">
                  <a:pos x="connsiteX1" y="connsiteY1"/>
                </a:cxn>
                <a:cxn ang="0">
                  <a:pos x="connsiteX2" y="connsiteY2"/>
                </a:cxn>
                <a:cxn ang="0">
                  <a:pos x="connsiteX3" y="connsiteY3"/>
                </a:cxn>
              </a:cxnLst>
              <a:rect l="l" t="t" r="r" b="b"/>
              <a:pathLst>
                <a:path w="150727" h="10579">
                  <a:moveTo>
                    <a:pt x="0" y="0"/>
                  </a:moveTo>
                  <a:lnTo>
                    <a:pt x="150728" y="0"/>
                  </a:lnTo>
                  <a:lnTo>
                    <a:pt x="150728" y="10580"/>
                  </a:lnTo>
                  <a:lnTo>
                    <a:pt x="0" y="10580"/>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2" name="Freeform: Shape 161">
              <a:extLst>
                <a:ext uri="{FF2B5EF4-FFF2-40B4-BE49-F238E27FC236}">
                  <a16:creationId xmlns:a16="http://schemas.microsoft.com/office/drawing/2014/main" id="{91C397DC-9FB5-A218-BE10-23B7353C69BE}"/>
                </a:ext>
              </a:extLst>
            </p:cNvPr>
            <p:cNvSpPr/>
            <p:nvPr>
              <p:custDataLst>
                <p:tags r:id="rId9"/>
              </p:custDataLst>
            </p:nvPr>
          </p:nvSpPr>
          <p:spPr>
            <a:xfrm>
              <a:off x="10564712" y="7628527"/>
              <a:ext cx="130410" cy="98240"/>
            </a:xfrm>
            <a:custGeom>
              <a:avLst/>
              <a:gdLst>
                <a:gd name="connsiteX0" fmla="*/ 16113 w 130410"/>
                <a:gd name="connsiteY0" fmla="*/ 82398 h 98240"/>
                <a:gd name="connsiteX1" fmla="*/ 13978 w 130410"/>
                <a:gd name="connsiteY1" fmla="*/ 91329 h 98240"/>
                <a:gd name="connsiteX2" fmla="*/ 21235 w 130410"/>
                <a:gd name="connsiteY2" fmla="*/ 98299 h 98240"/>
                <a:gd name="connsiteX3" fmla="*/ 29559 w 130410"/>
                <a:gd name="connsiteY3" fmla="*/ 93507 h 98240"/>
                <a:gd name="connsiteX4" fmla="*/ 33401 w 130410"/>
                <a:gd name="connsiteY4" fmla="*/ 80002 h 98240"/>
                <a:gd name="connsiteX5" fmla="*/ 38097 w 130410"/>
                <a:gd name="connsiteY5" fmla="*/ 60397 h 98240"/>
                <a:gd name="connsiteX6" fmla="*/ 41725 w 130410"/>
                <a:gd name="connsiteY6" fmla="*/ 45803 h 98240"/>
                <a:gd name="connsiteX7" fmla="*/ 50690 w 130410"/>
                <a:gd name="connsiteY7" fmla="*/ 26198 h 98240"/>
                <a:gd name="connsiteX8" fmla="*/ 82705 w 130410"/>
                <a:gd name="connsiteY8" fmla="*/ 6158 h 98240"/>
                <a:gd name="connsiteX9" fmla="*/ 95298 w 130410"/>
                <a:gd name="connsiteY9" fmla="*/ 21406 h 98240"/>
                <a:gd name="connsiteX10" fmla="*/ 82705 w 130410"/>
                <a:gd name="connsiteY10" fmla="*/ 67803 h 98240"/>
                <a:gd name="connsiteX11" fmla="*/ 79504 w 130410"/>
                <a:gd name="connsiteY11" fmla="*/ 79566 h 98240"/>
                <a:gd name="connsiteX12" fmla="*/ 99780 w 130410"/>
                <a:gd name="connsiteY12" fmla="*/ 98299 h 98240"/>
                <a:gd name="connsiteX13" fmla="*/ 130515 w 130410"/>
                <a:gd name="connsiteY13" fmla="*/ 64972 h 98240"/>
                <a:gd name="connsiteX14" fmla="*/ 127100 w 130410"/>
                <a:gd name="connsiteY14" fmla="*/ 62140 h 98240"/>
                <a:gd name="connsiteX15" fmla="*/ 123045 w 130410"/>
                <a:gd name="connsiteY15" fmla="*/ 65843 h 98240"/>
                <a:gd name="connsiteX16" fmla="*/ 100421 w 130410"/>
                <a:gd name="connsiteY16" fmla="*/ 92200 h 98240"/>
                <a:gd name="connsiteX17" fmla="*/ 95085 w 130410"/>
                <a:gd name="connsiteY17" fmla="*/ 84576 h 98240"/>
                <a:gd name="connsiteX18" fmla="*/ 99994 w 130410"/>
                <a:gd name="connsiteY18" fmla="*/ 66932 h 98240"/>
                <a:gd name="connsiteX19" fmla="*/ 111306 w 130410"/>
                <a:gd name="connsiteY19" fmla="*/ 24891 h 98240"/>
                <a:gd name="connsiteX20" fmla="*/ 83559 w 130410"/>
                <a:gd name="connsiteY20" fmla="*/ 59 h 98240"/>
                <a:gd name="connsiteX21" fmla="*/ 47488 w 130410"/>
                <a:gd name="connsiteY21" fmla="*/ 19881 h 98240"/>
                <a:gd name="connsiteX22" fmla="*/ 24650 w 130410"/>
                <a:gd name="connsiteY22" fmla="*/ 59 h 98240"/>
                <a:gd name="connsiteX23" fmla="*/ 7789 w 130410"/>
                <a:gd name="connsiteY23" fmla="*/ 11821 h 98240"/>
                <a:gd name="connsiteX24" fmla="*/ 105 w 130410"/>
                <a:gd name="connsiteY24" fmla="*/ 33386 h 98240"/>
                <a:gd name="connsiteX25" fmla="*/ 3733 w 130410"/>
                <a:gd name="connsiteY25" fmla="*/ 36218 h 98240"/>
                <a:gd name="connsiteX26" fmla="*/ 8429 w 130410"/>
                <a:gd name="connsiteY26" fmla="*/ 29683 h 98240"/>
                <a:gd name="connsiteX27" fmla="*/ 24010 w 130410"/>
                <a:gd name="connsiteY27" fmla="*/ 6158 h 98240"/>
                <a:gd name="connsiteX28" fmla="*/ 31053 w 130410"/>
                <a:gd name="connsiteY28" fmla="*/ 16831 h 98240"/>
                <a:gd name="connsiteX29" fmla="*/ 27638 w 130410"/>
                <a:gd name="connsiteY29" fmla="*/ 34911 h 98240"/>
                <a:gd name="connsiteX30" fmla="*/ 22943 w 130410"/>
                <a:gd name="connsiteY30" fmla="*/ 54516 h 98240"/>
                <a:gd name="connsiteX31" fmla="*/ 16113 w 130410"/>
                <a:gd name="connsiteY31" fmla="*/ 82398 h 98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0410" h="98240">
                  <a:moveTo>
                    <a:pt x="16113" y="82398"/>
                  </a:moveTo>
                  <a:cubicBezTo>
                    <a:pt x="15259" y="85230"/>
                    <a:pt x="13978" y="90675"/>
                    <a:pt x="13978" y="91329"/>
                  </a:cubicBezTo>
                  <a:cubicBezTo>
                    <a:pt x="13978" y="96121"/>
                    <a:pt x="17820" y="98299"/>
                    <a:pt x="21235" y="98299"/>
                  </a:cubicBezTo>
                  <a:cubicBezTo>
                    <a:pt x="25077" y="98299"/>
                    <a:pt x="28492" y="95468"/>
                    <a:pt x="29559" y="93507"/>
                  </a:cubicBezTo>
                  <a:cubicBezTo>
                    <a:pt x="30627" y="91547"/>
                    <a:pt x="32334" y="84576"/>
                    <a:pt x="33401" y="80002"/>
                  </a:cubicBezTo>
                  <a:cubicBezTo>
                    <a:pt x="34468" y="75863"/>
                    <a:pt x="36816" y="65843"/>
                    <a:pt x="38097" y="60397"/>
                  </a:cubicBezTo>
                  <a:cubicBezTo>
                    <a:pt x="39378" y="55605"/>
                    <a:pt x="40658" y="50813"/>
                    <a:pt x="41725" y="45803"/>
                  </a:cubicBezTo>
                  <a:cubicBezTo>
                    <a:pt x="44073" y="36872"/>
                    <a:pt x="44500" y="35129"/>
                    <a:pt x="50690" y="26198"/>
                  </a:cubicBezTo>
                  <a:cubicBezTo>
                    <a:pt x="56666" y="17485"/>
                    <a:pt x="66698" y="6158"/>
                    <a:pt x="82705" y="6158"/>
                  </a:cubicBezTo>
                  <a:cubicBezTo>
                    <a:pt x="95085" y="6158"/>
                    <a:pt x="95298" y="17267"/>
                    <a:pt x="95298" y="21406"/>
                  </a:cubicBezTo>
                  <a:cubicBezTo>
                    <a:pt x="95298" y="34476"/>
                    <a:pt x="86120" y="58654"/>
                    <a:pt x="82705" y="67803"/>
                  </a:cubicBezTo>
                  <a:cubicBezTo>
                    <a:pt x="80358" y="73902"/>
                    <a:pt x="79504" y="75863"/>
                    <a:pt x="79504" y="79566"/>
                  </a:cubicBezTo>
                  <a:cubicBezTo>
                    <a:pt x="79504" y="91111"/>
                    <a:pt x="88895" y="98299"/>
                    <a:pt x="99780" y="98299"/>
                  </a:cubicBezTo>
                  <a:cubicBezTo>
                    <a:pt x="121124" y="98299"/>
                    <a:pt x="130515" y="68239"/>
                    <a:pt x="130515" y="64972"/>
                  </a:cubicBezTo>
                  <a:cubicBezTo>
                    <a:pt x="130515" y="62140"/>
                    <a:pt x="127741" y="62140"/>
                    <a:pt x="127100" y="62140"/>
                  </a:cubicBezTo>
                  <a:cubicBezTo>
                    <a:pt x="124112" y="62140"/>
                    <a:pt x="123899" y="63447"/>
                    <a:pt x="123045" y="65843"/>
                  </a:cubicBezTo>
                  <a:cubicBezTo>
                    <a:pt x="118136" y="83269"/>
                    <a:pt x="108958" y="92200"/>
                    <a:pt x="100421" y="92200"/>
                  </a:cubicBezTo>
                  <a:cubicBezTo>
                    <a:pt x="95939" y="92200"/>
                    <a:pt x="95085" y="89150"/>
                    <a:pt x="95085" y="84576"/>
                  </a:cubicBezTo>
                  <a:cubicBezTo>
                    <a:pt x="95085" y="79566"/>
                    <a:pt x="96152" y="76734"/>
                    <a:pt x="99994" y="66932"/>
                  </a:cubicBezTo>
                  <a:cubicBezTo>
                    <a:pt x="102555" y="60179"/>
                    <a:pt x="111306" y="37089"/>
                    <a:pt x="111306" y="24891"/>
                  </a:cubicBezTo>
                  <a:cubicBezTo>
                    <a:pt x="111306" y="3762"/>
                    <a:pt x="94871" y="59"/>
                    <a:pt x="83559" y="59"/>
                  </a:cubicBezTo>
                  <a:cubicBezTo>
                    <a:pt x="65844" y="59"/>
                    <a:pt x="53891" y="11168"/>
                    <a:pt x="47488" y="19881"/>
                  </a:cubicBezTo>
                  <a:cubicBezTo>
                    <a:pt x="45994" y="4851"/>
                    <a:pt x="33401" y="59"/>
                    <a:pt x="24650" y="59"/>
                  </a:cubicBezTo>
                  <a:cubicBezTo>
                    <a:pt x="15472" y="59"/>
                    <a:pt x="10563" y="6811"/>
                    <a:pt x="7789" y="11821"/>
                  </a:cubicBezTo>
                  <a:cubicBezTo>
                    <a:pt x="3093" y="19881"/>
                    <a:pt x="105" y="32297"/>
                    <a:pt x="105" y="33386"/>
                  </a:cubicBezTo>
                  <a:cubicBezTo>
                    <a:pt x="105" y="36218"/>
                    <a:pt x="3093" y="36218"/>
                    <a:pt x="3733" y="36218"/>
                  </a:cubicBezTo>
                  <a:cubicBezTo>
                    <a:pt x="6722" y="36218"/>
                    <a:pt x="6935" y="35565"/>
                    <a:pt x="8429" y="29683"/>
                  </a:cubicBezTo>
                  <a:cubicBezTo>
                    <a:pt x="11631" y="16831"/>
                    <a:pt x="15686" y="6158"/>
                    <a:pt x="24010" y="6158"/>
                  </a:cubicBezTo>
                  <a:cubicBezTo>
                    <a:pt x="29559" y="6158"/>
                    <a:pt x="31053" y="10950"/>
                    <a:pt x="31053" y="16831"/>
                  </a:cubicBezTo>
                  <a:cubicBezTo>
                    <a:pt x="31053" y="20970"/>
                    <a:pt x="29132" y="29030"/>
                    <a:pt x="27638" y="34911"/>
                  </a:cubicBezTo>
                  <a:cubicBezTo>
                    <a:pt x="26144" y="40793"/>
                    <a:pt x="24010" y="49723"/>
                    <a:pt x="22943" y="54516"/>
                  </a:cubicBezTo>
                  <a:lnTo>
                    <a:pt x="16113" y="8239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3" name="Freeform: Shape 162">
              <a:extLst>
                <a:ext uri="{FF2B5EF4-FFF2-40B4-BE49-F238E27FC236}">
                  <a16:creationId xmlns:a16="http://schemas.microsoft.com/office/drawing/2014/main" id="{C43196CF-564D-E310-1B27-4207289B6B9D}"/>
                </a:ext>
              </a:extLst>
            </p:cNvPr>
            <p:cNvSpPr/>
            <p:nvPr>
              <p:custDataLst>
                <p:tags r:id="rId10"/>
              </p:custDataLst>
            </p:nvPr>
          </p:nvSpPr>
          <p:spPr>
            <a:xfrm>
              <a:off x="10729953" y="7561218"/>
              <a:ext cx="55493" cy="217610"/>
            </a:xfrm>
            <a:custGeom>
              <a:avLst/>
              <a:gdLst>
                <a:gd name="connsiteX0" fmla="*/ 51335 w 55493"/>
                <a:gd name="connsiteY0" fmla="*/ 59 h 217610"/>
                <a:gd name="connsiteX1" fmla="*/ 110 w 55493"/>
                <a:gd name="connsiteY1" fmla="*/ 108755 h 217610"/>
                <a:gd name="connsiteX2" fmla="*/ 51335 w 55493"/>
                <a:gd name="connsiteY2" fmla="*/ 217669 h 217610"/>
                <a:gd name="connsiteX3" fmla="*/ 55604 w 55493"/>
                <a:gd name="connsiteY3" fmla="*/ 215055 h 217610"/>
                <a:gd name="connsiteX4" fmla="*/ 53469 w 55493"/>
                <a:gd name="connsiteY4" fmla="*/ 211788 h 217610"/>
                <a:gd name="connsiteX5" fmla="*/ 14624 w 55493"/>
                <a:gd name="connsiteY5" fmla="*/ 108973 h 217610"/>
                <a:gd name="connsiteX6" fmla="*/ 54110 w 55493"/>
                <a:gd name="connsiteY6" fmla="*/ 5286 h 217610"/>
                <a:gd name="connsiteX7" fmla="*/ 55604 w 55493"/>
                <a:gd name="connsiteY7" fmla="*/ 2673 h 217610"/>
                <a:gd name="connsiteX8" fmla="*/ 51335 w 55493"/>
                <a:gd name="connsiteY8" fmla="*/ 59 h 217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493" h="217610">
                  <a:moveTo>
                    <a:pt x="51335" y="59"/>
                  </a:moveTo>
                  <a:cubicBezTo>
                    <a:pt x="10782" y="29248"/>
                    <a:pt x="110" y="75427"/>
                    <a:pt x="110" y="108755"/>
                  </a:cubicBezTo>
                  <a:cubicBezTo>
                    <a:pt x="110" y="139469"/>
                    <a:pt x="9074" y="187173"/>
                    <a:pt x="51335" y="217669"/>
                  </a:cubicBezTo>
                  <a:cubicBezTo>
                    <a:pt x="53042" y="217669"/>
                    <a:pt x="55604" y="217669"/>
                    <a:pt x="55604" y="215055"/>
                  </a:cubicBezTo>
                  <a:cubicBezTo>
                    <a:pt x="55604" y="213748"/>
                    <a:pt x="54963" y="213313"/>
                    <a:pt x="53469" y="211788"/>
                  </a:cubicBezTo>
                  <a:cubicBezTo>
                    <a:pt x="25082" y="185649"/>
                    <a:pt x="14624" y="148618"/>
                    <a:pt x="14624" y="108973"/>
                  </a:cubicBezTo>
                  <a:cubicBezTo>
                    <a:pt x="14624" y="50159"/>
                    <a:pt x="36608" y="21406"/>
                    <a:pt x="54110" y="5286"/>
                  </a:cubicBezTo>
                  <a:cubicBezTo>
                    <a:pt x="54963" y="4415"/>
                    <a:pt x="55604" y="3762"/>
                    <a:pt x="55604" y="2673"/>
                  </a:cubicBezTo>
                  <a:cubicBezTo>
                    <a:pt x="55604" y="59"/>
                    <a:pt x="53042" y="59"/>
                    <a:pt x="51335" y="5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4" name="Freeform: Shape 163">
              <a:extLst>
                <a:ext uri="{FF2B5EF4-FFF2-40B4-BE49-F238E27FC236}">
                  <a16:creationId xmlns:a16="http://schemas.microsoft.com/office/drawing/2014/main" id="{C9BCFA72-602E-EBC7-2098-E8C8A39B84FA}"/>
                </a:ext>
              </a:extLst>
            </p:cNvPr>
            <p:cNvSpPr/>
            <p:nvPr>
              <p:custDataLst>
                <p:tags r:id="rId11"/>
              </p:custDataLst>
            </p:nvPr>
          </p:nvSpPr>
          <p:spPr>
            <a:xfrm>
              <a:off x="10855986" y="7540136"/>
              <a:ext cx="84948" cy="8277"/>
            </a:xfrm>
            <a:custGeom>
              <a:avLst/>
              <a:gdLst>
                <a:gd name="connsiteX0" fmla="*/ 85062 w 84948"/>
                <a:gd name="connsiteY0" fmla="*/ 8334 h 8277"/>
                <a:gd name="connsiteX1" fmla="*/ 85062 w 84948"/>
                <a:gd name="connsiteY1" fmla="*/ 57 h 8277"/>
                <a:gd name="connsiteX2" fmla="*/ 114 w 84948"/>
                <a:gd name="connsiteY2" fmla="*/ 57 h 8277"/>
                <a:gd name="connsiteX3" fmla="*/ 114 w 84948"/>
                <a:gd name="connsiteY3" fmla="*/ 8334 h 8277"/>
                <a:gd name="connsiteX4" fmla="*/ 85062 w 84948"/>
                <a:gd name="connsiteY4" fmla="*/ 8334 h 8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948" h="8277">
                  <a:moveTo>
                    <a:pt x="85062" y="8334"/>
                  </a:moveTo>
                  <a:lnTo>
                    <a:pt x="85062" y="57"/>
                  </a:lnTo>
                  <a:lnTo>
                    <a:pt x="114" y="57"/>
                  </a:lnTo>
                  <a:lnTo>
                    <a:pt x="114" y="8334"/>
                  </a:lnTo>
                  <a:lnTo>
                    <a:pt x="85062" y="833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5" name="Freeform: Shape 164">
              <a:extLst>
                <a:ext uri="{FF2B5EF4-FFF2-40B4-BE49-F238E27FC236}">
                  <a16:creationId xmlns:a16="http://schemas.microsoft.com/office/drawing/2014/main" id="{13B6D259-A890-82E5-648A-72A8FAD6190E}"/>
                </a:ext>
              </a:extLst>
            </p:cNvPr>
            <p:cNvSpPr/>
            <p:nvPr>
              <p:custDataLst>
                <p:tags r:id="rId12"/>
              </p:custDataLst>
            </p:nvPr>
          </p:nvSpPr>
          <p:spPr>
            <a:xfrm>
              <a:off x="10813073" y="7575812"/>
              <a:ext cx="169683" cy="148776"/>
            </a:xfrm>
            <a:custGeom>
              <a:avLst/>
              <a:gdLst>
                <a:gd name="connsiteX0" fmla="*/ 132444 w 169683"/>
                <a:gd name="connsiteY0" fmla="*/ 26198 h 148776"/>
                <a:gd name="connsiteX1" fmla="*/ 145464 w 169683"/>
                <a:gd name="connsiteY1" fmla="*/ 14653 h 148776"/>
                <a:gd name="connsiteX2" fmla="*/ 164887 w 169683"/>
                <a:gd name="connsiteY2" fmla="*/ 7900 h 148776"/>
                <a:gd name="connsiteX3" fmla="*/ 169796 w 169683"/>
                <a:gd name="connsiteY3" fmla="*/ 3108 h 148776"/>
                <a:gd name="connsiteX4" fmla="*/ 166808 w 169683"/>
                <a:gd name="connsiteY4" fmla="*/ 59 h 148776"/>
                <a:gd name="connsiteX5" fmla="*/ 149520 w 169683"/>
                <a:gd name="connsiteY5" fmla="*/ 930 h 148776"/>
                <a:gd name="connsiteX6" fmla="*/ 127322 w 169683"/>
                <a:gd name="connsiteY6" fmla="*/ 59 h 148776"/>
                <a:gd name="connsiteX7" fmla="*/ 123053 w 169683"/>
                <a:gd name="connsiteY7" fmla="*/ 4851 h 148776"/>
                <a:gd name="connsiteX8" fmla="*/ 126895 w 169683"/>
                <a:gd name="connsiteY8" fmla="*/ 7900 h 148776"/>
                <a:gd name="connsiteX9" fmla="*/ 133085 w 169683"/>
                <a:gd name="connsiteY9" fmla="*/ 12039 h 148776"/>
                <a:gd name="connsiteX10" fmla="*/ 130310 w 169683"/>
                <a:gd name="connsiteY10" fmla="*/ 17703 h 148776"/>
                <a:gd name="connsiteX11" fmla="*/ 126682 w 169683"/>
                <a:gd name="connsiteY11" fmla="*/ 22495 h 148776"/>
                <a:gd name="connsiteX12" fmla="*/ 73322 w 169683"/>
                <a:gd name="connsiteY12" fmla="*/ 79348 h 148776"/>
                <a:gd name="connsiteX13" fmla="*/ 45148 w 169683"/>
                <a:gd name="connsiteY13" fmla="*/ 15524 h 148776"/>
                <a:gd name="connsiteX14" fmla="*/ 43654 w 169683"/>
                <a:gd name="connsiteY14" fmla="*/ 11821 h 148776"/>
                <a:gd name="connsiteX15" fmla="*/ 55180 w 169683"/>
                <a:gd name="connsiteY15" fmla="*/ 7900 h 148776"/>
                <a:gd name="connsiteX16" fmla="*/ 60729 w 169683"/>
                <a:gd name="connsiteY16" fmla="*/ 3108 h 148776"/>
                <a:gd name="connsiteX17" fmla="*/ 57314 w 169683"/>
                <a:gd name="connsiteY17" fmla="*/ 59 h 148776"/>
                <a:gd name="connsiteX18" fmla="*/ 28714 w 169683"/>
                <a:gd name="connsiteY18" fmla="*/ 930 h 148776"/>
                <a:gd name="connsiteX19" fmla="*/ 4382 w 169683"/>
                <a:gd name="connsiteY19" fmla="*/ 59 h 148776"/>
                <a:gd name="connsiteX20" fmla="*/ 113 w 169683"/>
                <a:gd name="connsiteY20" fmla="*/ 4851 h 148776"/>
                <a:gd name="connsiteX21" fmla="*/ 5876 w 169683"/>
                <a:gd name="connsiteY21" fmla="*/ 7900 h 148776"/>
                <a:gd name="connsiteX22" fmla="*/ 21243 w 169683"/>
                <a:gd name="connsiteY22" fmla="*/ 14653 h 148776"/>
                <a:gd name="connsiteX23" fmla="*/ 54326 w 169683"/>
                <a:gd name="connsiteY23" fmla="*/ 89150 h 148776"/>
                <a:gd name="connsiteX24" fmla="*/ 44721 w 169683"/>
                <a:gd name="connsiteY24" fmla="*/ 129013 h 148776"/>
                <a:gd name="connsiteX25" fmla="*/ 25085 w 169683"/>
                <a:gd name="connsiteY25" fmla="*/ 140994 h 148776"/>
                <a:gd name="connsiteX26" fmla="*/ 18682 w 169683"/>
                <a:gd name="connsiteY26" fmla="*/ 145568 h 148776"/>
                <a:gd name="connsiteX27" fmla="*/ 22097 w 169683"/>
                <a:gd name="connsiteY27" fmla="*/ 148836 h 148776"/>
                <a:gd name="connsiteX28" fmla="*/ 35330 w 169683"/>
                <a:gd name="connsiteY28" fmla="*/ 148182 h 148776"/>
                <a:gd name="connsiteX29" fmla="*/ 49417 w 169683"/>
                <a:gd name="connsiteY29" fmla="*/ 147964 h 148776"/>
                <a:gd name="connsiteX30" fmla="*/ 63077 w 169683"/>
                <a:gd name="connsiteY30" fmla="*/ 148182 h 148776"/>
                <a:gd name="connsiteX31" fmla="*/ 77378 w 169683"/>
                <a:gd name="connsiteY31" fmla="*/ 148836 h 148776"/>
                <a:gd name="connsiteX32" fmla="*/ 82073 w 169683"/>
                <a:gd name="connsiteY32" fmla="*/ 144043 h 148776"/>
                <a:gd name="connsiteX33" fmla="*/ 74816 w 169683"/>
                <a:gd name="connsiteY33" fmla="*/ 140994 h 148776"/>
                <a:gd name="connsiteX34" fmla="*/ 66706 w 169683"/>
                <a:gd name="connsiteY34" fmla="*/ 140558 h 148776"/>
                <a:gd name="connsiteX35" fmla="*/ 62010 w 169683"/>
                <a:gd name="connsiteY35" fmla="*/ 137508 h 148776"/>
                <a:gd name="connsiteX36" fmla="*/ 66065 w 169683"/>
                <a:gd name="connsiteY36" fmla="*/ 119864 h 148776"/>
                <a:gd name="connsiteX37" fmla="*/ 72682 w 169683"/>
                <a:gd name="connsiteY37" fmla="*/ 93071 h 148776"/>
                <a:gd name="connsiteX38" fmla="*/ 75670 w 169683"/>
                <a:gd name="connsiteY38" fmla="*/ 87190 h 148776"/>
                <a:gd name="connsiteX39" fmla="*/ 132444 w 169683"/>
                <a:gd name="connsiteY39" fmla="*/ 26198 h 148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9683" h="148776">
                  <a:moveTo>
                    <a:pt x="132444" y="26198"/>
                  </a:moveTo>
                  <a:cubicBezTo>
                    <a:pt x="136500" y="21841"/>
                    <a:pt x="140769" y="17920"/>
                    <a:pt x="145464" y="14653"/>
                  </a:cubicBezTo>
                  <a:cubicBezTo>
                    <a:pt x="154215" y="8554"/>
                    <a:pt x="162112" y="8118"/>
                    <a:pt x="164887" y="7900"/>
                  </a:cubicBezTo>
                  <a:cubicBezTo>
                    <a:pt x="167235" y="7683"/>
                    <a:pt x="169796" y="7683"/>
                    <a:pt x="169796" y="3108"/>
                  </a:cubicBezTo>
                  <a:cubicBezTo>
                    <a:pt x="169796" y="1583"/>
                    <a:pt x="168515" y="59"/>
                    <a:pt x="166808" y="59"/>
                  </a:cubicBezTo>
                  <a:cubicBezTo>
                    <a:pt x="161472" y="59"/>
                    <a:pt x="155069" y="930"/>
                    <a:pt x="149520" y="930"/>
                  </a:cubicBezTo>
                  <a:cubicBezTo>
                    <a:pt x="142690" y="930"/>
                    <a:pt x="133725" y="59"/>
                    <a:pt x="127322" y="59"/>
                  </a:cubicBezTo>
                  <a:cubicBezTo>
                    <a:pt x="126255" y="59"/>
                    <a:pt x="123053" y="59"/>
                    <a:pt x="123053" y="4851"/>
                  </a:cubicBezTo>
                  <a:cubicBezTo>
                    <a:pt x="123053" y="7683"/>
                    <a:pt x="125828" y="7900"/>
                    <a:pt x="126895" y="7900"/>
                  </a:cubicBezTo>
                  <a:cubicBezTo>
                    <a:pt x="133085" y="8336"/>
                    <a:pt x="133085" y="10732"/>
                    <a:pt x="133085" y="12039"/>
                  </a:cubicBezTo>
                  <a:cubicBezTo>
                    <a:pt x="133085" y="14000"/>
                    <a:pt x="131804" y="15742"/>
                    <a:pt x="130310" y="17703"/>
                  </a:cubicBezTo>
                  <a:cubicBezTo>
                    <a:pt x="129029" y="19663"/>
                    <a:pt x="127962" y="21188"/>
                    <a:pt x="126682" y="22495"/>
                  </a:cubicBezTo>
                  <a:lnTo>
                    <a:pt x="73322" y="79348"/>
                  </a:lnTo>
                  <a:lnTo>
                    <a:pt x="45148" y="15524"/>
                  </a:lnTo>
                  <a:cubicBezTo>
                    <a:pt x="43654" y="12475"/>
                    <a:pt x="43654" y="12039"/>
                    <a:pt x="43654" y="11821"/>
                  </a:cubicBezTo>
                  <a:cubicBezTo>
                    <a:pt x="43654" y="7900"/>
                    <a:pt x="53899" y="7900"/>
                    <a:pt x="55180" y="7900"/>
                  </a:cubicBezTo>
                  <a:cubicBezTo>
                    <a:pt x="57955" y="7900"/>
                    <a:pt x="60729" y="7900"/>
                    <a:pt x="60729" y="3108"/>
                  </a:cubicBezTo>
                  <a:cubicBezTo>
                    <a:pt x="60729" y="2890"/>
                    <a:pt x="60729" y="59"/>
                    <a:pt x="57314" y="59"/>
                  </a:cubicBezTo>
                  <a:cubicBezTo>
                    <a:pt x="50911" y="59"/>
                    <a:pt x="35117" y="930"/>
                    <a:pt x="28714" y="930"/>
                  </a:cubicBezTo>
                  <a:cubicBezTo>
                    <a:pt x="23378" y="930"/>
                    <a:pt x="9718" y="59"/>
                    <a:pt x="4382" y="59"/>
                  </a:cubicBezTo>
                  <a:cubicBezTo>
                    <a:pt x="2674" y="59"/>
                    <a:pt x="113" y="712"/>
                    <a:pt x="113" y="4851"/>
                  </a:cubicBezTo>
                  <a:cubicBezTo>
                    <a:pt x="113" y="7900"/>
                    <a:pt x="2888" y="7900"/>
                    <a:pt x="5876" y="7900"/>
                  </a:cubicBezTo>
                  <a:cubicBezTo>
                    <a:pt x="18255" y="7900"/>
                    <a:pt x="19109" y="9861"/>
                    <a:pt x="21243" y="14653"/>
                  </a:cubicBezTo>
                  <a:lnTo>
                    <a:pt x="54326" y="89150"/>
                  </a:lnTo>
                  <a:lnTo>
                    <a:pt x="44721" y="129013"/>
                  </a:lnTo>
                  <a:cubicBezTo>
                    <a:pt x="41947" y="140122"/>
                    <a:pt x="41733" y="140776"/>
                    <a:pt x="25085" y="140994"/>
                  </a:cubicBezTo>
                  <a:cubicBezTo>
                    <a:pt x="21457" y="140994"/>
                    <a:pt x="18682" y="140994"/>
                    <a:pt x="18682" y="145568"/>
                  </a:cubicBezTo>
                  <a:cubicBezTo>
                    <a:pt x="18682" y="147746"/>
                    <a:pt x="20176" y="148836"/>
                    <a:pt x="22097" y="148836"/>
                  </a:cubicBezTo>
                  <a:cubicBezTo>
                    <a:pt x="26152" y="148836"/>
                    <a:pt x="31061" y="148182"/>
                    <a:pt x="35330" y="148182"/>
                  </a:cubicBezTo>
                  <a:cubicBezTo>
                    <a:pt x="39386" y="148182"/>
                    <a:pt x="45575" y="147964"/>
                    <a:pt x="49417" y="147964"/>
                  </a:cubicBezTo>
                  <a:cubicBezTo>
                    <a:pt x="53686" y="147964"/>
                    <a:pt x="58595" y="148182"/>
                    <a:pt x="63077" y="148182"/>
                  </a:cubicBezTo>
                  <a:cubicBezTo>
                    <a:pt x="67559" y="148182"/>
                    <a:pt x="72895" y="148836"/>
                    <a:pt x="77378" y="148836"/>
                  </a:cubicBezTo>
                  <a:cubicBezTo>
                    <a:pt x="78658" y="148836"/>
                    <a:pt x="82073" y="148836"/>
                    <a:pt x="82073" y="144043"/>
                  </a:cubicBezTo>
                  <a:cubicBezTo>
                    <a:pt x="82073" y="140994"/>
                    <a:pt x="79512" y="140994"/>
                    <a:pt x="74816" y="140994"/>
                  </a:cubicBezTo>
                  <a:cubicBezTo>
                    <a:pt x="71401" y="140994"/>
                    <a:pt x="70547" y="140994"/>
                    <a:pt x="66706" y="140558"/>
                  </a:cubicBezTo>
                  <a:cubicBezTo>
                    <a:pt x="62650" y="140122"/>
                    <a:pt x="62010" y="139687"/>
                    <a:pt x="62010" y="137508"/>
                  </a:cubicBezTo>
                  <a:cubicBezTo>
                    <a:pt x="62010" y="136201"/>
                    <a:pt x="64571" y="125746"/>
                    <a:pt x="66065" y="119864"/>
                  </a:cubicBezTo>
                  <a:cubicBezTo>
                    <a:pt x="67773" y="112894"/>
                    <a:pt x="72255" y="93943"/>
                    <a:pt x="72682" y="93071"/>
                  </a:cubicBezTo>
                  <a:cubicBezTo>
                    <a:pt x="73536" y="89804"/>
                    <a:pt x="73536" y="89368"/>
                    <a:pt x="75670" y="87190"/>
                  </a:cubicBezTo>
                  <a:lnTo>
                    <a:pt x="132444" y="2619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6" name="Freeform: Shape 165">
              <a:extLst>
                <a:ext uri="{FF2B5EF4-FFF2-40B4-BE49-F238E27FC236}">
                  <a16:creationId xmlns:a16="http://schemas.microsoft.com/office/drawing/2014/main" id="{DE3DB727-B248-919C-63D3-7242984DAD3C}"/>
                </a:ext>
              </a:extLst>
            </p:cNvPr>
            <p:cNvSpPr/>
            <p:nvPr>
              <p:custDataLst>
                <p:tags r:id="rId13"/>
              </p:custDataLst>
            </p:nvPr>
          </p:nvSpPr>
          <p:spPr>
            <a:xfrm>
              <a:off x="11019588" y="7664686"/>
              <a:ext cx="144283" cy="10673"/>
            </a:xfrm>
            <a:custGeom>
              <a:avLst/>
              <a:gdLst>
                <a:gd name="connsiteX0" fmla="*/ 135866 w 144283"/>
                <a:gd name="connsiteY0" fmla="*/ 10732 h 10673"/>
                <a:gd name="connsiteX1" fmla="*/ 144403 w 144283"/>
                <a:gd name="connsiteY1" fmla="*/ 5504 h 10673"/>
                <a:gd name="connsiteX2" fmla="*/ 135866 w 144283"/>
                <a:gd name="connsiteY2" fmla="*/ 59 h 10673"/>
                <a:gd name="connsiteX3" fmla="*/ 8657 w 144283"/>
                <a:gd name="connsiteY3" fmla="*/ 59 h 10673"/>
                <a:gd name="connsiteX4" fmla="*/ 119 w 144283"/>
                <a:gd name="connsiteY4" fmla="*/ 5286 h 10673"/>
                <a:gd name="connsiteX5" fmla="*/ 8657 w 144283"/>
                <a:gd name="connsiteY5" fmla="*/ 10732 h 10673"/>
                <a:gd name="connsiteX6" fmla="*/ 135866 w 144283"/>
                <a:gd name="connsiteY6" fmla="*/ 10732 h 1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283" h="10673">
                  <a:moveTo>
                    <a:pt x="135866" y="10732"/>
                  </a:moveTo>
                  <a:cubicBezTo>
                    <a:pt x="139281" y="10732"/>
                    <a:pt x="144403" y="10732"/>
                    <a:pt x="144403" y="5504"/>
                  </a:cubicBezTo>
                  <a:cubicBezTo>
                    <a:pt x="144403" y="59"/>
                    <a:pt x="139494" y="59"/>
                    <a:pt x="135866" y="59"/>
                  </a:cubicBezTo>
                  <a:lnTo>
                    <a:pt x="8657" y="59"/>
                  </a:lnTo>
                  <a:cubicBezTo>
                    <a:pt x="5242" y="59"/>
                    <a:pt x="119" y="59"/>
                    <a:pt x="119" y="5286"/>
                  </a:cubicBezTo>
                  <a:cubicBezTo>
                    <a:pt x="119" y="10732"/>
                    <a:pt x="5028" y="10732"/>
                    <a:pt x="8657" y="10732"/>
                  </a:cubicBezTo>
                  <a:lnTo>
                    <a:pt x="135866" y="10732"/>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7" name="Freeform: Shape 166">
              <a:extLst>
                <a:ext uri="{FF2B5EF4-FFF2-40B4-BE49-F238E27FC236}">
                  <a16:creationId xmlns:a16="http://schemas.microsoft.com/office/drawing/2014/main" id="{28115117-5916-2AED-2448-6727ABB0C59B}"/>
                </a:ext>
              </a:extLst>
            </p:cNvPr>
            <p:cNvSpPr/>
            <p:nvPr>
              <p:custDataLst>
                <p:tags r:id="rId14"/>
              </p:custDataLst>
            </p:nvPr>
          </p:nvSpPr>
          <p:spPr>
            <a:xfrm>
              <a:off x="11197779" y="7628527"/>
              <a:ext cx="127208" cy="142677"/>
            </a:xfrm>
            <a:custGeom>
              <a:avLst/>
              <a:gdLst>
                <a:gd name="connsiteX0" fmla="*/ 979 w 127208"/>
                <a:gd name="connsiteY0" fmla="*/ 131191 h 142677"/>
                <a:gd name="connsiteX1" fmla="*/ 126 w 127208"/>
                <a:gd name="connsiteY1" fmla="*/ 135766 h 142677"/>
                <a:gd name="connsiteX2" fmla="*/ 7382 w 127208"/>
                <a:gd name="connsiteY2" fmla="*/ 142736 h 142677"/>
                <a:gd name="connsiteX3" fmla="*/ 17628 w 127208"/>
                <a:gd name="connsiteY3" fmla="*/ 131845 h 142677"/>
                <a:gd name="connsiteX4" fmla="*/ 27446 w 127208"/>
                <a:gd name="connsiteY4" fmla="*/ 91982 h 142677"/>
                <a:gd name="connsiteX5" fmla="*/ 50284 w 127208"/>
                <a:gd name="connsiteY5" fmla="*/ 98299 h 142677"/>
                <a:gd name="connsiteX6" fmla="*/ 81019 w 127208"/>
                <a:gd name="connsiteY6" fmla="*/ 82616 h 142677"/>
                <a:gd name="connsiteX7" fmla="*/ 103003 w 127208"/>
                <a:gd name="connsiteY7" fmla="*/ 98299 h 142677"/>
                <a:gd name="connsiteX8" fmla="*/ 119864 w 127208"/>
                <a:gd name="connsiteY8" fmla="*/ 86754 h 142677"/>
                <a:gd name="connsiteX9" fmla="*/ 127335 w 127208"/>
                <a:gd name="connsiteY9" fmla="*/ 64972 h 142677"/>
                <a:gd name="connsiteX10" fmla="*/ 123920 w 127208"/>
                <a:gd name="connsiteY10" fmla="*/ 62140 h 142677"/>
                <a:gd name="connsiteX11" fmla="*/ 119224 w 127208"/>
                <a:gd name="connsiteY11" fmla="*/ 68892 h 142677"/>
                <a:gd name="connsiteX12" fmla="*/ 103643 w 127208"/>
                <a:gd name="connsiteY12" fmla="*/ 92200 h 142677"/>
                <a:gd name="connsiteX13" fmla="*/ 96600 w 127208"/>
                <a:gd name="connsiteY13" fmla="*/ 81526 h 142677"/>
                <a:gd name="connsiteX14" fmla="*/ 99801 w 127208"/>
                <a:gd name="connsiteY14" fmla="*/ 64318 h 142677"/>
                <a:gd name="connsiteX15" fmla="*/ 104497 w 127208"/>
                <a:gd name="connsiteY15" fmla="*/ 44713 h 142677"/>
                <a:gd name="connsiteX16" fmla="*/ 109406 w 127208"/>
                <a:gd name="connsiteY16" fmla="*/ 25327 h 142677"/>
                <a:gd name="connsiteX17" fmla="*/ 113034 w 127208"/>
                <a:gd name="connsiteY17" fmla="*/ 9207 h 142677"/>
                <a:gd name="connsiteX18" fmla="*/ 105991 w 127208"/>
                <a:gd name="connsiteY18" fmla="*/ 2237 h 142677"/>
                <a:gd name="connsiteX19" fmla="*/ 97240 w 127208"/>
                <a:gd name="connsiteY19" fmla="*/ 7465 h 142677"/>
                <a:gd name="connsiteX20" fmla="*/ 93825 w 127208"/>
                <a:gd name="connsiteY20" fmla="*/ 20099 h 142677"/>
                <a:gd name="connsiteX21" fmla="*/ 89343 w 127208"/>
                <a:gd name="connsiteY21" fmla="*/ 38179 h 142677"/>
                <a:gd name="connsiteX22" fmla="*/ 82726 w 127208"/>
                <a:gd name="connsiteY22" fmla="*/ 65407 h 142677"/>
                <a:gd name="connsiteX23" fmla="*/ 79311 w 127208"/>
                <a:gd name="connsiteY23" fmla="*/ 74120 h 142677"/>
                <a:gd name="connsiteX24" fmla="*/ 51137 w 127208"/>
                <a:gd name="connsiteY24" fmla="*/ 92200 h 142677"/>
                <a:gd name="connsiteX25" fmla="*/ 33635 w 127208"/>
                <a:gd name="connsiteY25" fmla="*/ 72813 h 142677"/>
                <a:gd name="connsiteX26" fmla="*/ 37264 w 127208"/>
                <a:gd name="connsiteY26" fmla="*/ 52555 h 142677"/>
                <a:gd name="connsiteX27" fmla="*/ 41959 w 127208"/>
                <a:gd name="connsiteY27" fmla="*/ 32951 h 142677"/>
                <a:gd name="connsiteX28" fmla="*/ 44948 w 127208"/>
                <a:gd name="connsiteY28" fmla="*/ 20752 h 142677"/>
                <a:gd name="connsiteX29" fmla="*/ 48149 w 127208"/>
                <a:gd name="connsiteY29" fmla="*/ 7029 h 142677"/>
                <a:gd name="connsiteX30" fmla="*/ 40892 w 127208"/>
                <a:gd name="connsiteY30" fmla="*/ 59 h 142677"/>
                <a:gd name="connsiteX31" fmla="*/ 30647 w 127208"/>
                <a:gd name="connsiteY31" fmla="*/ 10297 h 142677"/>
                <a:gd name="connsiteX32" fmla="*/ 979 w 127208"/>
                <a:gd name="connsiteY32" fmla="*/ 131191 h 142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7208" h="142677">
                  <a:moveTo>
                    <a:pt x="979" y="131191"/>
                  </a:moveTo>
                  <a:cubicBezTo>
                    <a:pt x="126" y="134459"/>
                    <a:pt x="126" y="135548"/>
                    <a:pt x="126" y="135766"/>
                  </a:cubicBezTo>
                  <a:cubicBezTo>
                    <a:pt x="126" y="140558"/>
                    <a:pt x="3968" y="142736"/>
                    <a:pt x="7382" y="142736"/>
                  </a:cubicBezTo>
                  <a:cubicBezTo>
                    <a:pt x="15066" y="142736"/>
                    <a:pt x="16774" y="135548"/>
                    <a:pt x="17628" y="131845"/>
                  </a:cubicBezTo>
                  <a:cubicBezTo>
                    <a:pt x="18054" y="130756"/>
                    <a:pt x="22323" y="113329"/>
                    <a:pt x="27446" y="91982"/>
                  </a:cubicBezTo>
                  <a:cubicBezTo>
                    <a:pt x="34062" y="96557"/>
                    <a:pt x="42600" y="98299"/>
                    <a:pt x="50284" y="98299"/>
                  </a:cubicBezTo>
                  <a:cubicBezTo>
                    <a:pt x="68639" y="98299"/>
                    <a:pt x="80592" y="83051"/>
                    <a:pt x="81019" y="82616"/>
                  </a:cubicBezTo>
                  <a:cubicBezTo>
                    <a:pt x="85074" y="97646"/>
                    <a:pt x="99801" y="98299"/>
                    <a:pt x="103003" y="98299"/>
                  </a:cubicBezTo>
                  <a:cubicBezTo>
                    <a:pt x="110686" y="98299"/>
                    <a:pt x="116022" y="93507"/>
                    <a:pt x="119864" y="86754"/>
                  </a:cubicBezTo>
                  <a:cubicBezTo>
                    <a:pt x="124560" y="78259"/>
                    <a:pt x="127335" y="65843"/>
                    <a:pt x="127335" y="64972"/>
                  </a:cubicBezTo>
                  <a:cubicBezTo>
                    <a:pt x="127335" y="62140"/>
                    <a:pt x="124560" y="62140"/>
                    <a:pt x="123920" y="62140"/>
                  </a:cubicBezTo>
                  <a:cubicBezTo>
                    <a:pt x="120931" y="62140"/>
                    <a:pt x="120718" y="63011"/>
                    <a:pt x="119224" y="68892"/>
                  </a:cubicBezTo>
                  <a:cubicBezTo>
                    <a:pt x="116663" y="79348"/>
                    <a:pt x="112607" y="92200"/>
                    <a:pt x="103643" y="92200"/>
                  </a:cubicBezTo>
                  <a:cubicBezTo>
                    <a:pt x="98094" y="92200"/>
                    <a:pt x="96600" y="87408"/>
                    <a:pt x="96600" y="81526"/>
                  </a:cubicBezTo>
                  <a:cubicBezTo>
                    <a:pt x="96600" y="77823"/>
                    <a:pt x="98307" y="69982"/>
                    <a:pt x="99801" y="64318"/>
                  </a:cubicBezTo>
                  <a:cubicBezTo>
                    <a:pt x="101295" y="58437"/>
                    <a:pt x="103430" y="49506"/>
                    <a:pt x="104497" y="44713"/>
                  </a:cubicBezTo>
                  <a:lnTo>
                    <a:pt x="109406" y="25327"/>
                  </a:lnTo>
                  <a:cubicBezTo>
                    <a:pt x="110686" y="19881"/>
                    <a:pt x="113034" y="10297"/>
                    <a:pt x="113034" y="9207"/>
                  </a:cubicBezTo>
                  <a:cubicBezTo>
                    <a:pt x="113034" y="4851"/>
                    <a:pt x="109619" y="2237"/>
                    <a:pt x="105991" y="2237"/>
                  </a:cubicBezTo>
                  <a:cubicBezTo>
                    <a:pt x="103643" y="2237"/>
                    <a:pt x="99588" y="3326"/>
                    <a:pt x="97240" y="7465"/>
                  </a:cubicBezTo>
                  <a:cubicBezTo>
                    <a:pt x="96600" y="8772"/>
                    <a:pt x="94892" y="15742"/>
                    <a:pt x="93825" y="20099"/>
                  </a:cubicBezTo>
                  <a:lnTo>
                    <a:pt x="89343" y="38179"/>
                  </a:lnTo>
                  <a:lnTo>
                    <a:pt x="82726" y="65407"/>
                  </a:lnTo>
                  <a:cubicBezTo>
                    <a:pt x="81232" y="70853"/>
                    <a:pt x="81232" y="71289"/>
                    <a:pt x="79311" y="74120"/>
                  </a:cubicBezTo>
                  <a:cubicBezTo>
                    <a:pt x="72695" y="83705"/>
                    <a:pt x="63303" y="92200"/>
                    <a:pt x="51137" y="92200"/>
                  </a:cubicBezTo>
                  <a:cubicBezTo>
                    <a:pt x="33635" y="92200"/>
                    <a:pt x="33635" y="76734"/>
                    <a:pt x="33635" y="72813"/>
                  </a:cubicBezTo>
                  <a:cubicBezTo>
                    <a:pt x="33635" y="67150"/>
                    <a:pt x="34276" y="64318"/>
                    <a:pt x="37264" y="52555"/>
                  </a:cubicBezTo>
                  <a:cubicBezTo>
                    <a:pt x="39398" y="42971"/>
                    <a:pt x="39825" y="41446"/>
                    <a:pt x="41959" y="32951"/>
                  </a:cubicBezTo>
                  <a:lnTo>
                    <a:pt x="44948" y="20752"/>
                  </a:lnTo>
                  <a:cubicBezTo>
                    <a:pt x="46015" y="16178"/>
                    <a:pt x="48149" y="7900"/>
                    <a:pt x="48149" y="7029"/>
                  </a:cubicBezTo>
                  <a:cubicBezTo>
                    <a:pt x="48149" y="3108"/>
                    <a:pt x="45161" y="59"/>
                    <a:pt x="40892" y="59"/>
                  </a:cubicBezTo>
                  <a:cubicBezTo>
                    <a:pt x="33208" y="59"/>
                    <a:pt x="31288" y="7683"/>
                    <a:pt x="30647" y="10297"/>
                  </a:cubicBezTo>
                  <a:lnTo>
                    <a:pt x="979" y="131191"/>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8" name="Freeform: Shape 167">
              <a:extLst>
                <a:ext uri="{FF2B5EF4-FFF2-40B4-BE49-F238E27FC236}">
                  <a16:creationId xmlns:a16="http://schemas.microsoft.com/office/drawing/2014/main" id="{752F34AD-5E4E-24FA-EDC1-8B192942D917}"/>
                </a:ext>
              </a:extLst>
            </p:cNvPr>
            <p:cNvSpPr/>
            <p:nvPr>
              <p:custDataLst>
                <p:tags r:id="rId15"/>
              </p:custDataLst>
            </p:nvPr>
          </p:nvSpPr>
          <p:spPr>
            <a:xfrm>
              <a:off x="11347409" y="7652083"/>
              <a:ext cx="79581" cy="107047"/>
            </a:xfrm>
            <a:custGeom>
              <a:avLst/>
              <a:gdLst>
                <a:gd name="connsiteX0" fmla="*/ 79712 w 79581"/>
                <a:gd name="connsiteY0" fmla="*/ 53894 h 107047"/>
                <a:gd name="connsiteX1" fmla="*/ 39921 w 79581"/>
                <a:gd name="connsiteY1" fmla="*/ 60 h 107047"/>
                <a:gd name="connsiteX2" fmla="*/ 130 w 79581"/>
                <a:gd name="connsiteY2" fmla="*/ 53894 h 107047"/>
                <a:gd name="connsiteX3" fmla="*/ 39921 w 79581"/>
                <a:gd name="connsiteY3" fmla="*/ 107107 h 107047"/>
                <a:gd name="connsiteX4" fmla="*/ 79712 w 79581"/>
                <a:gd name="connsiteY4" fmla="*/ 53894 h 107047"/>
                <a:gd name="connsiteX5" fmla="*/ 39921 w 79581"/>
                <a:gd name="connsiteY5" fmla="*/ 101972 h 107047"/>
                <a:gd name="connsiteX6" fmla="*/ 17663 w 79581"/>
                <a:gd name="connsiteY6" fmla="*/ 84235 h 107047"/>
                <a:gd name="connsiteX7" fmla="*/ 15376 w 79581"/>
                <a:gd name="connsiteY7" fmla="*/ 52027 h 107047"/>
                <a:gd name="connsiteX8" fmla="*/ 17815 w 79581"/>
                <a:gd name="connsiteY8" fmla="*/ 20909 h 107047"/>
                <a:gd name="connsiteX9" fmla="*/ 39921 w 79581"/>
                <a:gd name="connsiteY9" fmla="*/ 5194 h 107047"/>
                <a:gd name="connsiteX10" fmla="*/ 62332 w 79581"/>
                <a:gd name="connsiteY10" fmla="*/ 21998 h 107047"/>
                <a:gd name="connsiteX11" fmla="*/ 64467 w 79581"/>
                <a:gd name="connsiteY11" fmla="*/ 52027 h 107047"/>
                <a:gd name="connsiteX12" fmla="*/ 62180 w 79581"/>
                <a:gd name="connsiteY12" fmla="*/ 84546 h 107047"/>
                <a:gd name="connsiteX13" fmla="*/ 39921 w 79581"/>
                <a:gd name="connsiteY13" fmla="*/ 101972 h 107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9581" h="107047">
                  <a:moveTo>
                    <a:pt x="79712" y="53894"/>
                  </a:moveTo>
                  <a:cubicBezTo>
                    <a:pt x="79712" y="42692"/>
                    <a:pt x="79712" y="60"/>
                    <a:pt x="39921" y="60"/>
                  </a:cubicBezTo>
                  <a:cubicBezTo>
                    <a:pt x="130" y="60"/>
                    <a:pt x="130" y="42692"/>
                    <a:pt x="130" y="53894"/>
                  </a:cubicBezTo>
                  <a:cubicBezTo>
                    <a:pt x="130" y="65253"/>
                    <a:pt x="130" y="107107"/>
                    <a:pt x="39921" y="107107"/>
                  </a:cubicBezTo>
                  <a:cubicBezTo>
                    <a:pt x="79712" y="107107"/>
                    <a:pt x="79712" y="65253"/>
                    <a:pt x="79712" y="53894"/>
                  </a:cubicBezTo>
                  <a:close/>
                  <a:moveTo>
                    <a:pt x="39921" y="101972"/>
                  </a:moveTo>
                  <a:cubicBezTo>
                    <a:pt x="34281" y="101972"/>
                    <a:pt x="21474" y="99950"/>
                    <a:pt x="17663" y="84235"/>
                  </a:cubicBezTo>
                  <a:cubicBezTo>
                    <a:pt x="15528" y="75833"/>
                    <a:pt x="15376" y="64786"/>
                    <a:pt x="15376" y="52027"/>
                  </a:cubicBezTo>
                  <a:cubicBezTo>
                    <a:pt x="15376" y="40513"/>
                    <a:pt x="15376" y="29778"/>
                    <a:pt x="17815" y="20909"/>
                  </a:cubicBezTo>
                  <a:cubicBezTo>
                    <a:pt x="21627" y="7839"/>
                    <a:pt x="33366" y="5194"/>
                    <a:pt x="39921" y="5194"/>
                  </a:cubicBezTo>
                  <a:cubicBezTo>
                    <a:pt x="51203" y="5194"/>
                    <a:pt x="59283" y="11107"/>
                    <a:pt x="62332" y="21998"/>
                  </a:cubicBezTo>
                  <a:cubicBezTo>
                    <a:pt x="64467" y="29933"/>
                    <a:pt x="64467" y="42847"/>
                    <a:pt x="64467" y="52027"/>
                  </a:cubicBezTo>
                  <a:cubicBezTo>
                    <a:pt x="64467" y="62608"/>
                    <a:pt x="64467" y="75210"/>
                    <a:pt x="62180" y="84546"/>
                  </a:cubicBezTo>
                  <a:cubicBezTo>
                    <a:pt x="58216" y="99638"/>
                    <a:pt x="46020" y="101972"/>
                    <a:pt x="39921" y="101972"/>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9" name="Freeform: Shape 168">
              <a:extLst>
                <a:ext uri="{FF2B5EF4-FFF2-40B4-BE49-F238E27FC236}">
                  <a16:creationId xmlns:a16="http://schemas.microsoft.com/office/drawing/2014/main" id="{24F8A273-D833-0AD4-6526-41B0B9280061}"/>
                </a:ext>
              </a:extLst>
            </p:cNvPr>
            <p:cNvSpPr/>
            <p:nvPr>
              <p:custDataLst>
                <p:tags r:id="rId16"/>
              </p:custDataLst>
            </p:nvPr>
          </p:nvSpPr>
          <p:spPr>
            <a:xfrm>
              <a:off x="11469520" y="7561218"/>
              <a:ext cx="55280" cy="217610"/>
            </a:xfrm>
            <a:custGeom>
              <a:avLst/>
              <a:gdLst>
                <a:gd name="connsiteX0" fmla="*/ 4190 w 55280"/>
                <a:gd name="connsiteY0" fmla="*/ 59 h 217610"/>
                <a:gd name="connsiteX1" fmla="*/ 134 w 55280"/>
                <a:gd name="connsiteY1" fmla="*/ 2673 h 217610"/>
                <a:gd name="connsiteX2" fmla="*/ 2055 w 55280"/>
                <a:gd name="connsiteY2" fmla="*/ 5940 h 217610"/>
                <a:gd name="connsiteX3" fmla="*/ 40901 w 55280"/>
                <a:gd name="connsiteY3" fmla="*/ 108755 h 217610"/>
                <a:gd name="connsiteX4" fmla="*/ 3976 w 55280"/>
                <a:gd name="connsiteY4" fmla="*/ 210045 h 217610"/>
                <a:gd name="connsiteX5" fmla="*/ 134 w 55280"/>
                <a:gd name="connsiteY5" fmla="*/ 215055 h 217610"/>
                <a:gd name="connsiteX6" fmla="*/ 2909 w 55280"/>
                <a:gd name="connsiteY6" fmla="*/ 217669 h 217610"/>
                <a:gd name="connsiteX7" fmla="*/ 39834 w 55280"/>
                <a:gd name="connsiteY7" fmla="*/ 176064 h 217610"/>
                <a:gd name="connsiteX8" fmla="*/ 55415 w 55280"/>
                <a:gd name="connsiteY8" fmla="*/ 108973 h 217610"/>
                <a:gd name="connsiteX9" fmla="*/ 4190 w 55280"/>
                <a:gd name="connsiteY9" fmla="*/ 59 h 217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280" h="217610">
                  <a:moveTo>
                    <a:pt x="4190" y="59"/>
                  </a:moveTo>
                  <a:cubicBezTo>
                    <a:pt x="2696" y="59"/>
                    <a:pt x="134" y="59"/>
                    <a:pt x="134" y="2673"/>
                  </a:cubicBezTo>
                  <a:cubicBezTo>
                    <a:pt x="134" y="3762"/>
                    <a:pt x="775" y="4415"/>
                    <a:pt x="2055" y="5940"/>
                  </a:cubicBezTo>
                  <a:cubicBezTo>
                    <a:pt x="20411" y="23148"/>
                    <a:pt x="40901" y="52555"/>
                    <a:pt x="40901" y="108755"/>
                  </a:cubicBezTo>
                  <a:cubicBezTo>
                    <a:pt x="40901" y="154281"/>
                    <a:pt x="27028" y="188698"/>
                    <a:pt x="3976" y="210045"/>
                  </a:cubicBezTo>
                  <a:cubicBezTo>
                    <a:pt x="348" y="213748"/>
                    <a:pt x="134" y="213966"/>
                    <a:pt x="134" y="215055"/>
                  </a:cubicBezTo>
                  <a:cubicBezTo>
                    <a:pt x="134" y="216145"/>
                    <a:pt x="775" y="217669"/>
                    <a:pt x="2909" y="217669"/>
                  </a:cubicBezTo>
                  <a:cubicBezTo>
                    <a:pt x="5470" y="217669"/>
                    <a:pt x="25747" y="203293"/>
                    <a:pt x="39834" y="176064"/>
                  </a:cubicBezTo>
                  <a:cubicBezTo>
                    <a:pt x="49225" y="157984"/>
                    <a:pt x="55415" y="134459"/>
                    <a:pt x="55415" y="108973"/>
                  </a:cubicBezTo>
                  <a:cubicBezTo>
                    <a:pt x="55415" y="78259"/>
                    <a:pt x="46450" y="30555"/>
                    <a:pt x="4190" y="5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0" name="Freeform: Shape 169">
              <a:extLst>
                <a:ext uri="{FF2B5EF4-FFF2-40B4-BE49-F238E27FC236}">
                  <a16:creationId xmlns:a16="http://schemas.microsoft.com/office/drawing/2014/main" id="{429D176B-1771-040D-E08F-2C905DF3DD3E}"/>
                </a:ext>
              </a:extLst>
            </p:cNvPr>
            <p:cNvSpPr/>
            <p:nvPr>
              <p:custDataLst>
                <p:tags r:id="rId17"/>
              </p:custDataLst>
            </p:nvPr>
          </p:nvSpPr>
          <p:spPr>
            <a:xfrm>
              <a:off x="10354370" y="7791493"/>
              <a:ext cx="1195281" cy="12446"/>
            </a:xfrm>
            <a:custGeom>
              <a:avLst/>
              <a:gdLst>
                <a:gd name="connsiteX0" fmla="*/ 0 w 1195281"/>
                <a:gd name="connsiteY0" fmla="*/ 0 h 12446"/>
                <a:gd name="connsiteX1" fmla="*/ 1195281 w 1195281"/>
                <a:gd name="connsiteY1" fmla="*/ 0 h 12446"/>
                <a:gd name="connsiteX2" fmla="*/ 1195281 w 1195281"/>
                <a:gd name="connsiteY2" fmla="*/ 12447 h 12446"/>
                <a:gd name="connsiteX3" fmla="*/ 0 w 1195281"/>
                <a:gd name="connsiteY3" fmla="*/ 12447 h 12446"/>
              </a:gdLst>
              <a:ahLst/>
              <a:cxnLst>
                <a:cxn ang="0">
                  <a:pos x="connsiteX0" y="connsiteY0"/>
                </a:cxn>
                <a:cxn ang="0">
                  <a:pos x="connsiteX1" y="connsiteY1"/>
                </a:cxn>
                <a:cxn ang="0">
                  <a:pos x="connsiteX2" y="connsiteY2"/>
                </a:cxn>
                <a:cxn ang="0">
                  <a:pos x="connsiteX3" y="connsiteY3"/>
                </a:cxn>
              </a:cxnLst>
              <a:rect l="l" t="t" r="r" b="b"/>
              <a:pathLst>
                <a:path w="1195281" h="12446">
                  <a:moveTo>
                    <a:pt x="0" y="0"/>
                  </a:moveTo>
                  <a:lnTo>
                    <a:pt x="1195281" y="0"/>
                  </a:lnTo>
                  <a:lnTo>
                    <a:pt x="1195281" y="12447"/>
                  </a:lnTo>
                  <a:lnTo>
                    <a:pt x="0" y="1244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1" name="Freeform: Shape 170">
              <a:extLst>
                <a:ext uri="{FF2B5EF4-FFF2-40B4-BE49-F238E27FC236}">
                  <a16:creationId xmlns:a16="http://schemas.microsoft.com/office/drawing/2014/main" id="{7E7B17C9-5DC5-14B4-9860-70351DBADC12}"/>
                </a:ext>
              </a:extLst>
            </p:cNvPr>
            <p:cNvSpPr/>
            <p:nvPr>
              <p:custDataLst>
                <p:tags r:id="rId18"/>
              </p:custDataLst>
            </p:nvPr>
          </p:nvSpPr>
          <p:spPr>
            <a:xfrm>
              <a:off x="10887322" y="7829687"/>
              <a:ext cx="135533" cy="157490"/>
            </a:xfrm>
            <a:custGeom>
              <a:avLst/>
              <a:gdLst>
                <a:gd name="connsiteX0" fmla="*/ 135648 w 135533"/>
                <a:gd name="connsiteY0" fmla="*/ 2899 h 157490"/>
                <a:gd name="connsiteX1" fmla="*/ 132874 w 135533"/>
                <a:gd name="connsiteY1" fmla="*/ 67 h 157490"/>
                <a:gd name="connsiteX2" fmla="*/ 128605 w 135533"/>
                <a:gd name="connsiteY2" fmla="*/ 3116 h 157490"/>
                <a:gd name="connsiteX3" fmla="*/ 118146 w 135533"/>
                <a:gd name="connsiteY3" fmla="*/ 15533 h 157490"/>
                <a:gd name="connsiteX4" fmla="*/ 83569 w 135533"/>
                <a:gd name="connsiteY4" fmla="*/ 67 h 157490"/>
                <a:gd name="connsiteX5" fmla="*/ 26795 w 135533"/>
                <a:gd name="connsiteY5" fmla="*/ 49950 h 157490"/>
                <a:gd name="connsiteX6" fmla="*/ 33838 w 135533"/>
                <a:gd name="connsiteY6" fmla="*/ 69990 h 157490"/>
                <a:gd name="connsiteX7" fmla="*/ 63506 w 135533"/>
                <a:gd name="connsiteY7" fmla="*/ 84149 h 157490"/>
                <a:gd name="connsiteX8" fmla="*/ 81649 w 135533"/>
                <a:gd name="connsiteY8" fmla="*/ 88505 h 157490"/>
                <a:gd name="connsiteX9" fmla="*/ 101498 w 135533"/>
                <a:gd name="connsiteY9" fmla="*/ 111377 h 157490"/>
                <a:gd name="connsiteX10" fmla="*/ 59024 w 135533"/>
                <a:gd name="connsiteY10" fmla="*/ 149715 h 157490"/>
                <a:gd name="connsiteX11" fmla="*/ 17617 w 135533"/>
                <a:gd name="connsiteY11" fmla="*/ 118783 h 157490"/>
                <a:gd name="connsiteX12" fmla="*/ 18898 w 135533"/>
                <a:gd name="connsiteY12" fmla="*/ 107892 h 157490"/>
                <a:gd name="connsiteX13" fmla="*/ 19111 w 135533"/>
                <a:gd name="connsiteY13" fmla="*/ 106585 h 157490"/>
                <a:gd name="connsiteX14" fmla="*/ 15696 w 135533"/>
                <a:gd name="connsiteY14" fmla="*/ 103753 h 157490"/>
                <a:gd name="connsiteX15" fmla="*/ 11641 w 135533"/>
                <a:gd name="connsiteY15" fmla="*/ 108110 h 157490"/>
                <a:gd name="connsiteX16" fmla="*/ 756 w 135533"/>
                <a:gd name="connsiteY16" fmla="*/ 151676 h 157490"/>
                <a:gd name="connsiteX17" fmla="*/ 115 w 135533"/>
                <a:gd name="connsiteY17" fmla="*/ 154943 h 157490"/>
                <a:gd name="connsiteX18" fmla="*/ 3103 w 135533"/>
                <a:gd name="connsiteY18" fmla="*/ 157557 h 157490"/>
                <a:gd name="connsiteX19" fmla="*/ 7372 w 135533"/>
                <a:gd name="connsiteY19" fmla="*/ 154507 h 157490"/>
                <a:gd name="connsiteX20" fmla="*/ 17617 w 135533"/>
                <a:gd name="connsiteY20" fmla="*/ 142309 h 157490"/>
                <a:gd name="connsiteX21" fmla="*/ 58384 w 135533"/>
                <a:gd name="connsiteY21" fmla="*/ 157557 h 157490"/>
                <a:gd name="connsiteX22" fmla="*/ 116652 w 135533"/>
                <a:gd name="connsiteY22" fmla="*/ 103535 h 157490"/>
                <a:gd name="connsiteX23" fmla="*/ 108115 w 135533"/>
                <a:gd name="connsiteY23" fmla="*/ 80228 h 157490"/>
                <a:gd name="connsiteX24" fmla="*/ 69909 w 135533"/>
                <a:gd name="connsiteY24" fmla="*/ 64980 h 157490"/>
                <a:gd name="connsiteX25" fmla="*/ 56463 w 135533"/>
                <a:gd name="connsiteY25" fmla="*/ 61495 h 157490"/>
                <a:gd name="connsiteX26" fmla="*/ 42163 w 135533"/>
                <a:gd name="connsiteY26" fmla="*/ 41672 h 157490"/>
                <a:gd name="connsiteX27" fmla="*/ 83356 w 135533"/>
                <a:gd name="connsiteY27" fmla="*/ 7037 h 157490"/>
                <a:gd name="connsiteX28" fmla="*/ 117506 w 135533"/>
                <a:gd name="connsiteY28" fmla="*/ 41019 h 157490"/>
                <a:gd name="connsiteX29" fmla="*/ 116652 w 135533"/>
                <a:gd name="connsiteY29" fmla="*/ 50821 h 157490"/>
                <a:gd name="connsiteX30" fmla="*/ 120281 w 135533"/>
                <a:gd name="connsiteY30" fmla="*/ 53871 h 157490"/>
                <a:gd name="connsiteX31" fmla="*/ 124550 w 135533"/>
                <a:gd name="connsiteY31" fmla="*/ 49078 h 157490"/>
                <a:gd name="connsiteX32" fmla="*/ 135648 w 135533"/>
                <a:gd name="connsiteY32" fmla="*/ 2899 h 157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35533" h="157490">
                  <a:moveTo>
                    <a:pt x="135648" y="2899"/>
                  </a:moveTo>
                  <a:cubicBezTo>
                    <a:pt x="135648" y="1809"/>
                    <a:pt x="135008" y="67"/>
                    <a:pt x="132874" y="67"/>
                  </a:cubicBezTo>
                  <a:cubicBezTo>
                    <a:pt x="131593" y="67"/>
                    <a:pt x="131380" y="285"/>
                    <a:pt x="128605" y="3116"/>
                  </a:cubicBezTo>
                  <a:lnTo>
                    <a:pt x="118146" y="15533"/>
                  </a:lnTo>
                  <a:cubicBezTo>
                    <a:pt x="110036" y="3988"/>
                    <a:pt x="96589" y="67"/>
                    <a:pt x="83569" y="67"/>
                  </a:cubicBezTo>
                  <a:cubicBezTo>
                    <a:pt x="53475" y="67"/>
                    <a:pt x="26795" y="24899"/>
                    <a:pt x="26795" y="49950"/>
                  </a:cubicBezTo>
                  <a:cubicBezTo>
                    <a:pt x="26795" y="53217"/>
                    <a:pt x="27435" y="61930"/>
                    <a:pt x="33838" y="69990"/>
                  </a:cubicBezTo>
                  <a:cubicBezTo>
                    <a:pt x="41095" y="78703"/>
                    <a:pt x="48993" y="80663"/>
                    <a:pt x="63506" y="84149"/>
                  </a:cubicBezTo>
                  <a:cubicBezTo>
                    <a:pt x="67775" y="85238"/>
                    <a:pt x="78447" y="87634"/>
                    <a:pt x="81649" y="88505"/>
                  </a:cubicBezTo>
                  <a:cubicBezTo>
                    <a:pt x="88479" y="90248"/>
                    <a:pt x="101498" y="95040"/>
                    <a:pt x="101498" y="111377"/>
                  </a:cubicBezTo>
                  <a:cubicBezTo>
                    <a:pt x="101498" y="129021"/>
                    <a:pt x="83356" y="149715"/>
                    <a:pt x="59024" y="149715"/>
                  </a:cubicBezTo>
                  <a:cubicBezTo>
                    <a:pt x="40242" y="149715"/>
                    <a:pt x="17617" y="142962"/>
                    <a:pt x="17617" y="118783"/>
                  </a:cubicBezTo>
                  <a:cubicBezTo>
                    <a:pt x="17617" y="116605"/>
                    <a:pt x="18044" y="111813"/>
                    <a:pt x="18898" y="107892"/>
                  </a:cubicBezTo>
                  <a:cubicBezTo>
                    <a:pt x="19111" y="107021"/>
                    <a:pt x="19111" y="106803"/>
                    <a:pt x="19111" y="106585"/>
                  </a:cubicBezTo>
                  <a:cubicBezTo>
                    <a:pt x="19111" y="103753"/>
                    <a:pt x="16550" y="103753"/>
                    <a:pt x="15696" y="103753"/>
                  </a:cubicBezTo>
                  <a:cubicBezTo>
                    <a:pt x="12708" y="103753"/>
                    <a:pt x="12495" y="104189"/>
                    <a:pt x="11641" y="108110"/>
                  </a:cubicBezTo>
                  <a:lnTo>
                    <a:pt x="756" y="151676"/>
                  </a:lnTo>
                  <a:cubicBezTo>
                    <a:pt x="542" y="152547"/>
                    <a:pt x="115" y="153854"/>
                    <a:pt x="115" y="154943"/>
                  </a:cubicBezTo>
                  <a:cubicBezTo>
                    <a:pt x="115" y="156250"/>
                    <a:pt x="969" y="157557"/>
                    <a:pt x="3103" y="157557"/>
                  </a:cubicBezTo>
                  <a:cubicBezTo>
                    <a:pt x="4384" y="157557"/>
                    <a:pt x="4597" y="157339"/>
                    <a:pt x="7372" y="154507"/>
                  </a:cubicBezTo>
                  <a:cubicBezTo>
                    <a:pt x="9720" y="151893"/>
                    <a:pt x="15269" y="144923"/>
                    <a:pt x="17617" y="142309"/>
                  </a:cubicBezTo>
                  <a:cubicBezTo>
                    <a:pt x="28929" y="154943"/>
                    <a:pt x="45578" y="157557"/>
                    <a:pt x="58384" y="157557"/>
                  </a:cubicBezTo>
                  <a:cubicBezTo>
                    <a:pt x="90613" y="157557"/>
                    <a:pt x="116652" y="129239"/>
                    <a:pt x="116652" y="103535"/>
                  </a:cubicBezTo>
                  <a:cubicBezTo>
                    <a:pt x="116652" y="93951"/>
                    <a:pt x="112810" y="85238"/>
                    <a:pt x="108115" y="80228"/>
                  </a:cubicBezTo>
                  <a:cubicBezTo>
                    <a:pt x="100645" y="72386"/>
                    <a:pt x="97443" y="71515"/>
                    <a:pt x="69909" y="64980"/>
                  </a:cubicBezTo>
                  <a:cubicBezTo>
                    <a:pt x="65427" y="63891"/>
                    <a:pt x="58384" y="62148"/>
                    <a:pt x="56463" y="61495"/>
                  </a:cubicBezTo>
                  <a:cubicBezTo>
                    <a:pt x="51127" y="59534"/>
                    <a:pt x="42163" y="54088"/>
                    <a:pt x="42163" y="41672"/>
                  </a:cubicBezTo>
                  <a:cubicBezTo>
                    <a:pt x="42163" y="24464"/>
                    <a:pt x="61159" y="7037"/>
                    <a:pt x="83356" y="7037"/>
                  </a:cubicBezTo>
                  <a:cubicBezTo>
                    <a:pt x="106407" y="7037"/>
                    <a:pt x="117506" y="20325"/>
                    <a:pt x="117506" y="41019"/>
                  </a:cubicBezTo>
                  <a:cubicBezTo>
                    <a:pt x="117506" y="43850"/>
                    <a:pt x="116652" y="48860"/>
                    <a:pt x="116652" y="50821"/>
                  </a:cubicBezTo>
                  <a:cubicBezTo>
                    <a:pt x="116652" y="53871"/>
                    <a:pt x="119214" y="53871"/>
                    <a:pt x="120281" y="53871"/>
                  </a:cubicBezTo>
                  <a:cubicBezTo>
                    <a:pt x="123482" y="53871"/>
                    <a:pt x="123696" y="52781"/>
                    <a:pt x="124550" y="49078"/>
                  </a:cubicBezTo>
                  <a:lnTo>
                    <a:pt x="135648" y="2899"/>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2" name="Freeform: Shape 171">
              <a:extLst>
                <a:ext uri="{FF2B5EF4-FFF2-40B4-BE49-F238E27FC236}">
                  <a16:creationId xmlns:a16="http://schemas.microsoft.com/office/drawing/2014/main" id="{4A0D9886-11E9-FFB4-DE2B-2195A9B6801E}"/>
                </a:ext>
              </a:extLst>
            </p:cNvPr>
            <p:cNvSpPr/>
            <p:nvPr>
              <p:custDataLst>
                <p:tags r:id="rId19"/>
              </p:custDataLst>
            </p:nvPr>
          </p:nvSpPr>
          <p:spPr>
            <a:xfrm>
              <a:off x="11687706" y="7761308"/>
              <a:ext cx="203375" cy="72817"/>
            </a:xfrm>
            <a:custGeom>
              <a:avLst/>
              <a:gdLst>
                <a:gd name="connsiteX0" fmla="*/ 203517 w 203375"/>
                <a:gd name="connsiteY0" fmla="*/ 10332 h 72817"/>
                <a:gd name="connsiteX1" fmla="*/ 199248 w 203375"/>
                <a:gd name="connsiteY1" fmla="*/ 375 h 72817"/>
                <a:gd name="connsiteX2" fmla="*/ 194980 w 203375"/>
                <a:gd name="connsiteY2" fmla="*/ 8465 h 72817"/>
                <a:gd name="connsiteX3" fmla="*/ 152292 w 203375"/>
                <a:gd name="connsiteY3" fmla="*/ 55454 h 72817"/>
                <a:gd name="connsiteX4" fmla="*/ 103506 w 203375"/>
                <a:gd name="connsiteY4" fmla="*/ 28692 h 72817"/>
                <a:gd name="connsiteX5" fmla="*/ 51367 w 203375"/>
                <a:gd name="connsiteY5" fmla="*/ 63 h 72817"/>
                <a:gd name="connsiteX6" fmla="*/ 141 w 203375"/>
                <a:gd name="connsiteY6" fmla="*/ 62611 h 72817"/>
                <a:gd name="connsiteX7" fmla="*/ 4410 w 203375"/>
                <a:gd name="connsiteY7" fmla="*/ 72569 h 72817"/>
                <a:gd name="connsiteX8" fmla="*/ 8679 w 203375"/>
                <a:gd name="connsiteY8" fmla="*/ 65412 h 72817"/>
                <a:gd name="connsiteX9" fmla="*/ 51367 w 203375"/>
                <a:gd name="connsiteY9" fmla="*/ 17490 h 72817"/>
                <a:gd name="connsiteX10" fmla="*/ 100152 w 203375"/>
                <a:gd name="connsiteY10" fmla="*/ 44252 h 72817"/>
                <a:gd name="connsiteX11" fmla="*/ 152292 w 203375"/>
                <a:gd name="connsiteY11" fmla="*/ 72880 h 72817"/>
                <a:gd name="connsiteX12" fmla="*/ 203517 w 203375"/>
                <a:gd name="connsiteY12" fmla="*/ 10332 h 72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3375" h="72817">
                  <a:moveTo>
                    <a:pt x="203517" y="10332"/>
                  </a:moveTo>
                  <a:cubicBezTo>
                    <a:pt x="203517" y="3486"/>
                    <a:pt x="201688" y="375"/>
                    <a:pt x="199248" y="375"/>
                  </a:cubicBezTo>
                  <a:cubicBezTo>
                    <a:pt x="197724" y="375"/>
                    <a:pt x="195285" y="2553"/>
                    <a:pt x="194980" y="8465"/>
                  </a:cubicBezTo>
                  <a:cubicBezTo>
                    <a:pt x="193760" y="38339"/>
                    <a:pt x="173636" y="55454"/>
                    <a:pt x="152292" y="55454"/>
                  </a:cubicBezTo>
                  <a:cubicBezTo>
                    <a:pt x="133083" y="55454"/>
                    <a:pt x="118447" y="42073"/>
                    <a:pt x="103506" y="28692"/>
                  </a:cubicBezTo>
                  <a:cubicBezTo>
                    <a:pt x="87956" y="14378"/>
                    <a:pt x="72100" y="63"/>
                    <a:pt x="51367" y="63"/>
                  </a:cubicBezTo>
                  <a:cubicBezTo>
                    <a:pt x="18131" y="63"/>
                    <a:pt x="141" y="34294"/>
                    <a:pt x="141" y="62611"/>
                  </a:cubicBezTo>
                  <a:cubicBezTo>
                    <a:pt x="141" y="72569"/>
                    <a:pt x="4105" y="72569"/>
                    <a:pt x="4410" y="72569"/>
                  </a:cubicBezTo>
                  <a:cubicBezTo>
                    <a:pt x="7764" y="72569"/>
                    <a:pt x="8679" y="66346"/>
                    <a:pt x="8679" y="65412"/>
                  </a:cubicBezTo>
                  <a:cubicBezTo>
                    <a:pt x="9899" y="31182"/>
                    <a:pt x="32767" y="17490"/>
                    <a:pt x="51367" y="17490"/>
                  </a:cubicBezTo>
                  <a:cubicBezTo>
                    <a:pt x="70576" y="17490"/>
                    <a:pt x="85212" y="30871"/>
                    <a:pt x="100152" y="44252"/>
                  </a:cubicBezTo>
                  <a:cubicBezTo>
                    <a:pt x="115703" y="58566"/>
                    <a:pt x="131558" y="72880"/>
                    <a:pt x="152292" y="72880"/>
                  </a:cubicBezTo>
                  <a:cubicBezTo>
                    <a:pt x="185527" y="72880"/>
                    <a:pt x="203517" y="38650"/>
                    <a:pt x="203517" y="10332"/>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3" name="Freeform: Shape 172">
              <a:extLst>
                <a:ext uri="{FF2B5EF4-FFF2-40B4-BE49-F238E27FC236}">
                  <a16:creationId xmlns:a16="http://schemas.microsoft.com/office/drawing/2014/main" id="{4430B793-8287-EB2C-C848-D3BF57315A60}"/>
                </a:ext>
              </a:extLst>
            </p:cNvPr>
            <p:cNvSpPr/>
            <p:nvPr>
              <p:custDataLst>
                <p:tags r:id="rId20"/>
              </p:custDataLst>
            </p:nvPr>
          </p:nvSpPr>
          <p:spPr>
            <a:xfrm>
              <a:off x="11999798" y="7680711"/>
              <a:ext cx="93607" cy="198224"/>
            </a:xfrm>
            <a:custGeom>
              <a:avLst/>
              <a:gdLst>
                <a:gd name="connsiteX0" fmla="*/ 55951 w 93607"/>
                <a:gd name="connsiteY0" fmla="*/ 70391 h 198224"/>
                <a:gd name="connsiteX1" fmla="*/ 84612 w 93607"/>
                <a:gd name="connsiteY1" fmla="*/ 70391 h 198224"/>
                <a:gd name="connsiteX2" fmla="*/ 93760 w 93607"/>
                <a:gd name="connsiteY2" fmla="*/ 64167 h 198224"/>
                <a:gd name="connsiteX3" fmla="*/ 85222 w 93607"/>
                <a:gd name="connsiteY3" fmla="*/ 60744 h 198224"/>
                <a:gd name="connsiteX4" fmla="*/ 58390 w 93607"/>
                <a:gd name="connsiteY4" fmla="*/ 60744 h 198224"/>
                <a:gd name="connsiteX5" fmla="*/ 70891 w 93607"/>
                <a:gd name="connsiteY5" fmla="*/ 8465 h 198224"/>
                <a:gd name="connsiteX6" fmla="*/ 62049 w 93607"/>
                <a:gd name="connsiteY6" fmla="*/ 63 h 198224"/>
                <a:gd name="connsiteX7" fmla="*/ 49852 w 93607"/>
                <a:gd name="connsiteY7" fmla="*/ 11266 h 198224"/>
                <a:gd name="connsiteX8" fmla="*/ 37961 w 93607"/>
                <a:gd name="connsiteY8" fmla="*/ 60744 h 198224"/>
                <a:gd name="connsiteX9" fmla="*/ 9299 w 93607"/>
                <a:gd name="connsiteY9" fmla="*/ 60744 h 198224"/>
                <a:gd name="connsiteX10" fmla="*/ 152 w 93607"/>
                <a:gd name="connsiteY10" fmla="*/ 66657 h 198224"/>
                <a:gd name="connsiteX11" fmla="*/ 8689 w 93607"/>
                <a:gd name="connsiteY11" fmla="*/ 70391 h 198224"/>
                <a:gd name="connsiteX12" fmla="*/ 35522 w 93607"/>
                <a:gd name="connsiteY12" fmla="*/ 70391 h 198224"/>
                <a:gd name="connsiteX13" fmla="*/ 12348 w 93607"/>
                <a:gd name="connsiteY13" fmla="*/ 169659 h 198224"/>
                <a:gd name="connsiteX14" fmla="*/ 40400 w 93607"/>
                <a:gd name="connsiteY14" fmla="*/ 198287 h 198224"/>
                <a:gd name="connsiteX15" fmla="*/ 88881 w 93607"/>
                <a:gd name="connsiteY15" fmla="*/ 150365 h 198224"/>
                <a:gd name="connsiteX16" fmla="*/ 85222 w 93607"/>
                <a:gd name="connsiteY16" fmla="*/ 147253 h 198224"/>
                <a:gd name="connsiteX17" fmla="*/ 80649 w 93607"/>
                <a:gd name="connsiteY17" fmla="*/ 151610 h 198224"/>
                <a:gd name="connsiteX18" fmla="*/ 41010 w 93607"/>
                <a:gd name="connsiteY18" fmla="*/ 191441 h 198224"/>
                <a:gd name="connsiteX19" fmla="*/ 31558 w 93607"/>
                <a:gd name="connsiteY19" fmla="*/ 177127 h 198224"/>
                <a:gd name="connsiteX20" fmla="*/ 33387 w 93607"/>
                <a:gd name="connsiteY20" fmla="*/ 162190 h 198224"/>
                <a:gd name="connsiteX21" fmla="*/ 55951 w 93607"/>
                <a:gd name="connsiteY21" fmla="*/ 70391 h 19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607" h="198224">
                  <a:moveTo>
                    <a:pt x="55951" y="70391"/>
                  </a:moveTo>
                  <a:lnTo>
                    <a:pt x="84612" y="70391"/>
                  </a:lnTo>
                  <a:cubicBezTo>
                    <a:pt x="90711" y="70391"/>
                    <a:pt x="93760" y="70391"/>
                    <a:pt x="93760" y="64167"/>
                  </a:cubicBezTo>
                  <a:cubicBezTo>
                    <a:pt x="93760" y="60744"/>
                    <a:pt x="90711" y="60744"/>
                    <a:pt x="85222" y="60744"/>
                  </a:cubicBezTo>
                  <a:lnTo>
                    <a:pt x="58390" y="60744"/>
                  </a:lnTo>
                  <a:cubicBezTo>
                    <a:pt x="69367" y="16556"/>
                    <a:pt x="70891" y="10332"/>
                    <a:pt x="70891" y="8465"/>
                  </a:cubicBezTo>
                  <a:cubicBezTo>
                    <a:pt x="70891" y="3175"/>
                    <a:pt x="67232" y="63"/>
                    <a:pt x="62049" y="63"/>
                  </a:cubicBezTo>
                  <a:cubicBezTo>
                    <a:pt x="61134" y="63"/>
                    <a:pt x="52597" y="375"/>
                    <a:pt x="49852" y="11266"/>
                  </a:cubicBezTo>
                  <a:lnTo>
                    <a:pt x="37961" y="60744"/>
                  </a:lnTo>
                  <a:lnTo>
                    <a:pt x="9299" y="60744"/>
                  </a:lnTo>
                  <a:cubicBezTo>
                    <a:pt x="3201" y="60744"/>
                    <a:pt x="152" y="60744"/>
                    <a:pt x="152" y="66657"/>
                  </a:cubicBezTo>
                  <a:cubicBezTo>
                    <a:pt x="152" y="70391"/>
                    <a:pt x="2591" y="70391"/>
                    <a:pt x="8689" y="70391"/>
                  </a:cubicBezTo>
                  <a:lnTo>
                    <a:pt x="35522" y="70391"/>
                  </a:lnTo>
                  <a:cubicBezTo>
                    <a:pt x="13568" y="158767"/>
                    <a:pt x="12348" y="164057"/>
                    <a:pt x="12348" y="169659"/>
                  </a:cubicBezTo>
                  <a:cubicBezTo>
                    <a:pt x="12348" y="186463"/>
                    <a:pt x="23935" y="198287"/>
                    <a:pt x="40400" y="198287"/>
                  </a:cubicBezTo>
                  <a:cubicBezTo>
                    <a:pt x="71501" y="198287"/>
                    <a:pt x="88881" y="152855"/>
                    <a:pt x="88881" y="150365"/>
                  </a:cubicBezTo>
                  <a:cubicBezTo>
                    <a:pt x="88881" y="147253"/>
                    <a:pt x="86442" y="147253"/>
                    <a:pt x="85222" y="147253"/>
                  </a:cubicBezTo>
                  <a:cubicBezTo>
                    <a:pt x="82478" y="147253"/>
                    <a:pt x="82173" y="148187"/>
                    <a:pt x="80649" y="151610"/>
                  </a:cubicBezTo>
                  <a:cubicBezTo>
                    <a:pt x="67537" y="183973"/>
                    <a:pt x="51377" y="191441"/>
                    <a:pt x="41010" y="191441"/>
                  </a:cubicBezTo>
                  <a:cubicBezTo>
                    <a:pt x="34607" y="191441"/>
                    <a:pt x="31558" y="187396"/>
                    <a:pt x="31558" y="177127"/>
                  </a:cubicBezTo>
                  <a:cubicBezTo>
                    <a:pt x="31558" y="169659"/>
                    <a:pt x="32168" y="167480"/>
                    <a:pt x="33387" y="162190"/>
                  </a:cubicBezTo>
                  <a:lnTo>
                    <a:pt x="55951" y="70391"/>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4" name="Freeform: Shape 173">
              <a:extLst>
                <a:ext uri="{FF2B5EF4-FFF2-40B4-BE49-F238E27FC236}">
                  <a16:creationId xmlns:a16="http://schemas.microsoft.com/office/drawing/2014/main" id="{A0D6C479-A1F3-B7F6-C9AA-E99C480A2379}"/>
                </a:ext>
              </a:extLst>
            </p:cNvPr>
            <p:cNvSpPr/>
            <p:nvPr>
              <p:custDataLst>
                <p:tags r:id="rId21"/>
              </p:custDataLst>
            </p:nvPr>
          </p:nvSpPr>
          <p:spPr>
            <a:xfrm>
              <a:off x="12112924" y="7826127"/>
              <a:ext cx="130410" cy="98240"/>
            </a:xfrm>
            <a:custGeom>
              <a:avLst/>
              <a:gdLst>
                <a:gd name="connsiteX0" fmla="*/ 16163 w 130410"/>
                <a:gd name="connsiteY0" fmla="*/ 82404 h 98240"/>
                <a:gd name="connsiteX1" fmla="*/ 14029 w 130410"/>
                <a:gd name="connsiteY1" fmla="*/ 91335 h 98240"/>
                <a:gd name="connsiteX2" fmla="*/ 21286 w 130410"/>
                <a:gd name="connsiteY2" fmla="*/ 98306 h 98240"/>
                <a:gd name="connsiteX3" fmla="*/ 29610 w 130410"/>
                <a:gd name="connsiteY3" fmla="*/ 93513 h 98240"/>
                <a:gd name="connsiteX4" fmla="*/ 33452 w 130410"/>
                <a:gd name="connsiteY4" fmla="*/ 80008 h 98240"/>
                <a:gd name="connsiteX5" fmla="*/ 38147 w 130410"/>
                <a:gd name="connsiteY5" fmla="*/ 60403 h 98240"/>
                <a:gd name="connsiteX6" fmla="*/ 41776 w 130410"/>
                <a:gd name="connsiteY6" fmla="*/ 45809 h 98240"/>
                <a:gd name="connsiteX7" fmla="*/ 50740 w 130410"/>
                <a:gd name="connsiteY7" fmla="*/ 26204 h 98240"/>
                <a:gd name="connsiteX8" fmla="*/ 82756 w 130410"/>
                <a:gd name="connsiteY8" fmla="*/ 6164 h 98240"/>
                <a:gd name="connsiteX9" fmla="*/ 95349 w 130410"/>
                <a:gd name="connsiteY9" fmla="*/ 21412 h 98240"/>
                <a:gd name="connsiteX10" fmla="*/ 82756 w 130410"/>
                <a:gd name="connsiteY10" fmla="*/ 67810 h 98240"/>
                <a:gd name="connsiteX11" fmla="*/ 79554 w 130410"/>
                <a:gd name="connsiteY11" fmla="*/ 79572 h 98240"/>
                <a:gd name="connsiteX12" fmla="*/ 99831 w 130410"/>
                <a:gd name="connsiteY12" fmla="*/ 98306 h 98240"/>
                <a:gd name="connsiteX13" fmla="*/ 130566 w 130410"/>
                <a:gd name="connsiteY13" fmla="*/ 64978 h 98240"/>
                <a:gd name="connsiteX14" fmla="*/ 127151 w 130410"/>
                <a:gd name="connsiteY14" fmla="*/ 62146 h 98240"/>
                <a:gd name="connsiteX15" fmla="*/ 123096 w 130410"/>
                <a:gd name="connsiteY15" fmla="*/ 65849 h 98240"/>
                <a:gd name="connsiteX16" fmla="*/ 100471 w 130410"/>
                <a:gd name="connsiteY16" fmla="*/ 92206 h 98240"/>
                <a:gd name="connsiteX17" fmla="*/ 95135 w 130410"/>
                <a:gd name="connsiteY17" fmla="*/ 84582 h 98240"/>
                <a:gd name="connsiteX18" fmla="*/ 100044 w 130410"/>
                <a:gd name="connsiteY18" fmla="*/ 66938 h 98240"/>
                <a:gd name="connsiteX19" fmla="*/ 111357 w 130410"/>
                <a:gd name="connsiteY19" fmla="*/ 24897 h 98240"/>
                <a:gd name="connsiteX20" fmla="*/ 83610 w 130410"/>
                <a:gd name="connsiteY20" fmla="*/ 65 h 98240"/>
                <a:gd name="connsiteX21" fmla="*/ 47539 w 130410"/>
                <a:gd name="connsiteY21" fmla="*/ 19887 h 98240"/>
                <a:gd name="connsiteX22" fmla="*/ 24701 w 130410"/>
                <a:gd name="connsiteY22" fmla="*/ 65 h 98240"/>
                <a:gd name="connsiteX23" fmla="*/ 7839 w 130410"/>
                <a:gd name="connsiteY23" fmla="*/ 11828 h 98240"/>
                <a:gd name="connsiteX24" fmla="*/ 156 w 130410"/>
                <a:gd name="connsiteY24" fmla="*/ 33393 h 98240"/>
                <a:gd name="connsiteX25" fmla="*/ 3784 w 130410"/>
                <a:gd name="connsiteY25" fmla="*/ 36224 h 98240"/>
                <a:gd name="connsiteX26" fmla="*/ 8480 w 130410"/>
                <a:gd name="connsiteY26" fmla="*/ 29690 h 98240"/>
                <a:gd name="connsiteX27" fmla="*/ 24061 w 130410"/>
                <a:gd name="connsiteY27" fmla="*/ 6164 h 98240"/>
                <a:gd name="connsiteX28" fmla="*/ 31104 w 130410"/>
                <a:gd name="connsiteY28" fmla="*/ 16838 h 98240"/>
                <a:gd name="connsiteX29" fmla="*/ 27689 w 130410"/>
                <a:gd name="connsiteY29" fmla="*/ 34917 h 98240"/>
                <a:gd name="connsiteX30" fmla="*/ 22993 w 130410"/>
                <a:gd name="connsiteY30" fmla="*/ 54522 h 98240"/>
                <a:gd name="connsiteX31" fmla="*/ 16163 w 130410"/>
                <a:gd name="connsiteY31" fmla="*/ 82404 h 98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0410" h="98240">
                  <a:moveTo>
                    <a:pt x="16163" y="82404"/>
                  </a:moveTo>
                  <a:cubicBezTo>
                    <a:pt x="15310" y="85236"/>
                    <a:pt x="14029" y="90682"/>
                    <a:pt x="14029" y="91335"/>
                  </a:cubicBezTo>
                  <a:cubicBezTo>
                    <a:pt x="14029" y="96127"/>
                    <a:pt x="17871" y="98306"/>
                    <a:pt x="21286" y="98306"/>
                  </a:cubicBezTo>
                  <a:cubicBezTo>
                    <a:pt x="25128" y="98306"/>
                    <a:pt x="28543" y="95474"/>
                    <a:pt x="29610" y="93513"/>
                  </a:cubicBezTo>
                  <a:cubicBezTo>
                    <a:pt x="30677" y="91553"/>
                    <a:pt x="32385" y="84582"/>
                    <a:pt x="33452" y="80008"/>
                  </a:cubicBezTo>
                  <a:cubicBezTo>
                    <a:pt x="34519" y="75869"/>
                    <a:pt x="36867" y="65849"/>
                    <a:pt x="38147" y="60403"/>
                  </a:cubicBezTo>
                  <a:cubicBezTo>
                    <a:pt x="39428" y="55611"/>
                    <a:pt x="40709" y="50819"/>
                    <a:pt x="41776" y="45809"/>
                  </a:cubicBezTo>
                  <a:cubicBezTo>
                    <a:pt x="44124" y="36878"/>
                    <a:pt x="44551" y="35135"/>
                    <a:pt x="50740" y="26204"/>
                  </a:cubicBezTo>
                  <a:cubicBezTo>
                    <a:pt x="56717" y="17491"/>
                    <a:pt x="66748" y="6164"/>
                    <a:pt x="82756" y="6164"/>
                  </a:cubicBezTo>
                  <a:cubicBezTo>
                    <a:pt x="95135" y="6164"/>
                    <a:pt x="95349" y="17273"/>
                    <a:pt x="95349" y="21412"/>
                  </a:cubicBezTo>
                  <a:cubicBezTo>
                    <a:pt x="95349" y="34482"/>
                    <a:pt x="86171" y="58661"/>
                    <a:pt x="82756" y="67810"/>
                  </a:cubicBezTo>
                  <a:cubicBezTo>
                    <a:pt x="80408" y="73909"/>
                    <a:pt x="79554" y="75869"/>
                    <a:pt x="79554" y="79572"/>
                  </a:cubicBezTo>
                  <a:cubicBezTo>
                    <a:pt x="79554" y="91117"/>
                    <a:pt x="88946" y="98306"/>
                    <a:pt x="99831" y="98306"/>
                  </a:cubicBezTo>
                  <a:cubicBezTo>
                    <a:pt x="121175" y="98306"/>
                    <a:pt x="130566" y="68245"/>
                    <a:pt x="130566" y="64978"/>
                  </a:cubicBezTo>
                  <a:cubicBezTo>
                    <a:pt x="130566" y="62146"/>
                    <a:pt x="127791" y="62146"/>
                    <a:pt x="127151" y="62146"/>
                  </a:cubicBezTo>
                  <a:cubicBezTo>
                    <a:pt x="124163" y="62146"/>
                    <a:pt x="123950" y="63453"/>
                    <a:pt x="123096" y="65849"/>
                  </a:cubicBezTo>
                  <a:cubicBezTo>
                    <a:pt x="118187" y="83275"/>
                    <a:pt x="109009" y="92206"/>
                    <a:pt x="100471" y="92206"/>
                  </a:cubicBezTo>
                  <a:cubicBezTo>
                    <a:pt x="95989" y="92206"/>
                    <a:pt x="95135" y="89157"/>
                    <a:pt x="95135" y="84582"/>
                  </a:cubicBezTo>
                  <a:cubicBezTo>
                    <a:pt x="95135" y="79572"/>
                    <a:pt x="96203" y="76741"/>
                    <a:pt x="100044" y="66938"/>
                  </a:cubicBezTo>
                  <a:cubicBezTo>
                    <a:pt x="102606" y="60186"/>
                    <a:pt x="111357" y="37096"/>
                    <a:pt x="111357" y="24897"/>
                  </a:cubicBezTo>
                  <a:cubicBezTo>
                    <a:pt x="111357" y="3768"/>
                    <a:pt x="94922" y="65"/>
                    <a:pt x="83610" y="65"/>
                  </a:cubicBezTo>
                  <a:cubicBezTo>
                    <a:pt x="65894" y="65"/>
                    <a:pt x="53942" y="11174"/>
                    <a:pt x="47539" y="19887"/>
                  </a:cubicBezTo>
                  <a:cubicBezTo>
                    <a:pt x="46045" y="4857"/>
                    <a:pt x="33452" y="65"/>
                    <a:pt x="24701" y="65"/>
                  </a:cubicBezTo>
                  <a:cubicBezTo>
                    <a:pt x="15523" y="65"/>
                    <a:pt x="10614" y="6818"/>
                    <a:pt x="7839" y="11828"/>
                  </a:cubicBezTo>
                  <a:cubicBezTo>
                    <a:pt x="3144" y="19887"/>
                    <a:pt x="156" y="32304"/>
                    <a:pt x="156" y="33393"/>
                  </a:cubicBezTo>
                  <a:cubicBezTo>
                    <a:pt x="156" y="36224"/>
                    <a:pt x="3144" y="36224"/>
                    <a:pt x="3784" y="36224"/>
                  </a:cubicBezTo>
                  <a:cubicBezTo>
                    <a:pt x="6772" y="36224"/>
                    <a:pt x="6986" y="35571"/>
                    <a:pt x="8480" y="29690"/>
                  </a:cubicBezTo>
                  <a:cubicBezTo>
                    <a:pt x="11681" y="16838"/>
                    <a:pt x="15736" y="6164"/>
                    <a:pt x="24061" y="6164"/>
                  </a:cubicBezTo>
                  <a:cubicBezTo>
                    <a:pt x="29610" y="6164"/>
                    <a:pt x="31104" y="10956"/>
                    <a:pt x="31104" y="16838"/>
                  </a:cubicBezTo>
                  <a:cubicBezTo>
                    <a:pt x="31104" y="20976"/>
                    <a:pt x="29183" y="29036"/>
                    <a:pt x="27689" y="34917"/>
                  </a:cubicBezTo>
                  <a:cubicBezTo>
                    <a:pt x="26195" y="40799"/>
                    <a:pt x="24061" y="49730"/>
                    <a:pt x="22993" y="54522"/>
                  </a:cubicBezTo>
                  <a:lnTo>
                    <a:pt x="16163" y="8240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5" name="Freeform: Shape 174">
              <a:extLst>
                <a:ext uri="{FF2B5EF4-FFF2-40B4-BE49-F238E27FC236}">
                  <a16:creationId xmlns:a16="http://schemas.microsoft.com/office/drawing/2014/main" id="{8DA232AA-2993-FAA7-F690-A3DD41BC3F08}"/>
                </a:ext>
              </a:extLst>
            </p:cNvPr>
            <p:cNvSpPr/>
            <p:nvPr>
              <p:custDataLst>
                <p:tags r:id="rId22"/>
              </p:custDataLst>
            </p:nvPr>
          </p:nvSpPr>
          <p:spPr>
            <a:xfrm>
              <a:off x="12276672" y="7862287"/>
              <a:ext cx="144283" cy="10673"/>
            </a:xfrm>
            <a:custGeom>
              <a:avLst/>
              <a:gdLst>
                <a:gd name="connsiteX0" fmla="*/ 135907 w 144283"/>
                <a:gd name="connsiteY0" fmla="*/ 10738 h 10673"/>
                <a:gd name="connsiteX1" fmla="*/ 144444 w 144283"/>
                <a:gd name="connsiteY1" fmla="*/ 5511 h 10673"/>
                <a:gd name="connsiteX2" fmla="*/ 135907 w 144283"/>
                <a:gd name="connsiteY2" fmla="*/ 65 h 10673"/>
                <a:gd name="connsiteX3" fmla="*/ 8698 w 144283"/>
                <a:gd name="connsiteY3" fmla="*/ 65 h 10673"/>
                <a:gd name="connsiteX4" fmla="*/ 160 w 144283"/>
                <a:gd name="connsiteY4" fmla="*/ 5293 h 10673"/>
                <a:gd name="connsiteX5" fmla="*/ 8698 w 144283"/>
                <a:gd name="connsiteY5" fmla="*/ 10738 h 10673"/>
                <a:gd name="connsiteX6" fmla="*/ 135907 w 144283"/>
                <a:gd name="connsiteY6" fmla="*/ 10738 h 1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283" h="10673">
                  <a:moveTo>
                    <a:pt x="135907" y="10738"/>
                  </a:moveTo>
                  <a:cubicBezTo>
                    <a:pt x="139322" y="10738"/>
                    <a:pt x="144444" y="10738"/>
                    <a:pt x="144444" y="5511"/>
                  </a:cubicBezTo>
                  <a:cubicBezTo>
                    <a:pt x="144444" y="65"/>
                    <a:pt x="139535" y="65"/>
                    <a:pt x="135907" y="65"/>
                  </a:cubicBezTo>
                  <a:lnTo>
                    <a:pt x="8698" y="65"/>
                  </a:lnTo>
                  <a:cubicBezTo>
                    <a:pt x="5283" y="65"/>
                    <a:pt x="160" y="65"/>
                    <a:pt x="160" y="5293"/>
                  </a:cubicBezTo>
                  <a:cubicBezTo>
                    <a:pt x="160" y="10738"/>
                    <a:pt x="5070" y="10738"/>
                    <a:pt x="8698" y="10738"/>
                  </a:cubicBezTo>
                  <a:lnTo>
                    <a:pt x="135907" y="1073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6" name="Freeform: Shape 175">
              <a:extLst>
                <a:ext uri="{FF2B5EF4-FFF2-40B4-BE49-F238E27FC236}">
                  <a16:creationId xmlns:a16="http://schemas.microsoft.com/office/drawing/2014/main" id="{BB6CFF1C-7FD9-42B7-7F39-E2051BB8E007}"/>
                </a:ext>
              </a:extLst>
            </p:cNvPr>
            <p:cNvSpPr/>
            <p:nvPr>
              <p:custDataLst>
                <p:tags r:id="rId23"/>
              </p:custDataLst>
            </p:nvPr>
          </p:nvSpPr>
          <p:spPr>
            <a:xfrm>
              <a:off x="12467455" y="7777551"/>
              <a:ext cx="77691" cy="144638"/>
            </a:xfrm>
            <a:custGeom>
              <a:avLst/>
              <a:gdLst>
                <a:gd name="connsiteX0" fmla="*/ 48404 w 77691"/>
                <a:gd name="connsiteY0" fmla="*/ 6164 h 144638"/>
                <a:gd name="connsiteX1" fmla="*/ 42001 w 77691"/>
                <a:gd name="connsiteY1" fmla="*/ 65 h 144638"/>
                <a:gd name="connsiteX2" fmla="*/ 167 w 77691"/>
                <a:gd name="connsiteY2" fmla="*/ 14006 h 144638"/>
                <a:gd name="connsiteX3" fmla="*/ 167 w 77691"/>
                <a:gd name="connsiteY3" fmla="*/ 21848 h 144638"/>
                <a:gd name="connsiteX4" fmla="*/ 31115 w 77691"/>
                <a:gd name="connsiteY4" fmla="*/ 15749 h 144638"/>
                <a:gd name="connsiteX5" fmla="*/ 31115 w 77691"/>
                <a:gd name="connsiteY5" fmla="*/ 126841 h 144638"/>
                <a:gd name="connsiteX6" fmla="*/ 9771 w 77691"/>
                <a:gd name="connsiteY6" fmla="*/ 136861 h 144638"/>
                <a:gd name="connsiteX7" fmla="*/ 1661 w 77691"/>
                <a:gd name="connsiteY7" fmla="*/ 136861 h 144638"/>
                <a:gd name="connsiteX8" fmla="*/ 1661 w 77691"/>
                <a:gd name="connsiteY8" fmla="*/ 144703 h 144638"/>
                <a:gd name="connsiteX9" fmla="*/ 39653 w 77691"/>
                <a:gd name="connsiteY9" fmla="*/ 143832 h 144638"/>
                <a:gd name="connsiteX10" fmla="*/ 77858 w 77691"/>
                <a:gd name="connsiteY10" fmla="*/ 144703 h 144638"/>
                <a:gd name="connsiteX11" fmla="*/ 77858 w 77691"/>
                <a:gd name="connsiteY11" fmla="*/ 136861 h 144638"/>
                <a:gd name="connsiteX12" fmla="*/ 69747 w 77691"/>
                <a:gd name="connsiteY12" fmla="*/ 136861 h 144638"/>
                <a:gd name="connsiteX13" fmla="*/ 48404 w 77691"/>
                <a:gd name="connsiteY13" fmla="*/ 126841 h 144638"/>
                <a:gd name="connsiteX14" fmla="*/ 48404 w 77691"/>
                <a:gd name="connsiteY14" fmla="*/ 6164 h 14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691" h="144638">
                  <a:moveTo>
                    <a:pt x="48404" y="6164"/>
                  </a:moveTo>
                  <a:cubicBezTo>
                    <a:pt x="48404" y="283"/>
                    <a:pt x="47977" y="65"/>
                    <a:pt x="42001" y="65"/>
                  </a:cubicBezTo>
                  <a:cubicBezTo>
                    <a:pt x="28340" y="13788"/>
                    <a:pt x="8918" y="14006"/>
                    <a:pt x="167" y="14006"/>
                  </a:cubicBezTo>
                  <a:lnTo>
                    <a:pt x="167" y="21848"/>
                  </a:lnTo>
                  <a:cubicBezTo>
                    <a:pt x="5289" y="21848"/>
                    <a:pt x="19376" y="21848"/>
                    <a:pt x="31115" y="15749"/>
                  </a:cubicBezTo>
                  <a:lnTo>
                    <a:pt x="31115" y="126841"/>
                  </a:lnTo>
                  <a:cubicBezTo>
                    <a:pt x="31115" y="134029"/>
                    <a:pt x="31115" y="136861"/>
                    <a:pt x="9771" y="136861"/>
                  </a:cubicBezTo>
                  <a:lnTo>
                    <a:pt x="1661" y="136861"/>
                  </a:lnTo>
                  <a:lnTo>
                    <a:pt x="1661" y="144703"/>
                  </a:lnTo>
                  <a:cubicBezTo>
                    <a:pt x="5503" y="144485"/>
                    <a:pt x="31756" y="143832"/>
                    <a:pt x="39653" y="143832"/>
                  </a:cubicBezTo>
                  <a:cubicBezTo>
                    <a:pt x="46269" y="143832"/>
                    <a:pt x="73162" y="144485"/>
                    <a:pt x="77858" y="144703"/>
                  </a:cubicBezTo>
                  <a:lnTo>
                    <a:pt x="77858" y="136861"/>
                  </a:lnTo>
                  <a:lnTo>
                    <a:pt x="69747" y="136861"/>
                  </a:lnTo>
                  <a:cubicBezTo>
                    <a:pt x="48404" y="136861"/>
                    <a:pt x="48404" y="134029"/>
                    <a:pt x="48404" y="126841"/>
                  </a:cubicBezTo>
                  <a:lnTo>
                    <a:pt x="48404" y="6164"/>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Tree>
    <p:extLst>
      <p:ext uri="{BB962C8B-B14F-4D97-AF65-F5344CB8AC3E}">
        <p14:creationId xmlns:p14="http://schemas.microsoft.com/office/powerpoint/2010/main" val="24135421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5"/>
                                        </p:tgtEl>
                                        <p:attrNameLst>
                                          <p:attrName>style.visibility</p:attrName>
                                        </p:attrNameLst>
                                      </p:cBhvr>
                                      <p:to>
                                        <p:strVal val="visible"/>
                                      </p:to>
                                    </p:set>
                                    <p:animEffect transition="in" filter="fade">
                                      <p:cBhvr>
                                        <p:cTn id="15" dur="500"/>
                                        <p:tgtEl>
                                          <p:spTgt spid="7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9"/>
                                        </p:tgtEl>
                                        <p:attrNameLst>
                                          <p:attrName>style.visibility</p:attrName>
                                        </p:attrNameLst>
                                      </p:cBhvr>
                                      <p:to>
                                        <p:strVal val="visible"/>
                                      </p:to>
                                    </p:set>
                                    <p:animEffect transition="in" filter="fade">
                                      <p:cBhvr>
                                        <p:cTn id="28"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P spid="8" grpId="0"/>
      <p:bldP spid="12" grpId="0"/>
      <p:bldP spid="75" grpId="0"/>
      <p:bldP spid="6" grpId="0"/>
      <p:bldP spid="10" grpId="0"/>
    </p:bld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8" name="TextBox 7">
            <a:extLst>
              <a:ext uri="{FF2B5EF4-FFF2-40B4-BE49-F238E27FC236}">
                <a16:creationId xmlns:a16="http://schemas.microsoft.com/office/drawing/2014/main" id="{964F6F91-7753-2666-0C67-E83E1E1EBC72}"/>
              </a:ext>
            </a:extLst>
          </p:cNvPr>
          <p:cNvSpPr txBox="1"/>
          <p:nvPr/>
        </p:nvSpPr>
        <p:spPr>
          <a:xfrm>
            <a:off x="786892" y="1115230"/>
            <a:ext cx="4200511" cy="646331"/>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Pruebas</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hipótesis</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acerca</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la media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en</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una</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población normal</a:t>
            </a:r>
          </a:p>
        </p:txBody>
      </p:sp>
      <p:sp>
        <p:nvSpPr>
          <p:cNvPr id="12" name="TextBox 11">
            <a:extLst>
              <a:ext uri="{FF2B5EF4-FFF2-40B4-BE49-F238E27FC236}">
                <a16:creationId xmlns:a16="http://schemas.microsoft.com/office/drawing/2014/main" id="{DE968164-241B-755B-1D69-1EFA5BBAACF1}"/>
              </a:ext>
            </a:extLst>
          </p:cNvPr>
          <p:cNvSpPr txBox="1"/>
          <p:nvPr/>
        </p:nvSpPr>
        <p:spPr>
          <a:xfrm>
            <a:off x="797737" y="2064684"/>
            <a:ext cx="4200511" cy="369332"/>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Definición</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la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región</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rechazo</a:t>
            </a:r>
            <a:endParaRPr kumimoji="0" lang="en-GB" sz="1800" b="1" i="0" u="none" strike="noStrike" kern="1200" cap="none" spc="0" normalizeH="0" baseline="0" noProof="0">
              <a:ln>
                <a:noFill/>
              </a:ln>
              <a:solidFill>
                <a:srgbClr val="EA2023"/>
              </a:solidFill>
              <a:effectLst/>
              <a:uLnTx/>
              <a:uFillTx/>
              <a:latin typeface="Aptos" panose="020B0004020202020204"/>
              <a:ea typeface="+mn-ea"/>
              <a:cs typeface="+mn-cs"/>
            </a:endParaRPr>
          </a:p>
        </p:txBody>
      </p:sp>
      <p:grpSp>
        <p:nvGrpSpPr>
          <p:cNvPr id="140" name="Group 139">
            <a:extLst>
              <a:ext uri="{FF2B5EF4-FFF2-40B4-BE49-F238E27FC236}">
                <a16:creationId xmlns:a16="http://schemas.microsoft.com/office/drawing/2014/main" id="{BCA36EB0-1A5A-BF88-277A-BF9CDF2096DB}"/>
              </a:ext>
            </a:extLst>
          </p:cNvPr>
          <p:cNvGrpSpPr>
            <a:grpSpLocks noChangeAspect="1"/>
          </p:cNvGrpSpPr>
          <p:nvPr>
            <p:custDataLst>
              <p:tags r:id="rId1"/>
            </p:custDataLst>
          </p:nvPr>
        </p:nvGrpSpPr>
        <p:grpSpPr>
          <a:xfrm>
            <a:off x="917210" y="3040261"/>
            <a:ext cx="1104470" cy="204742"/>
            <a:chOff x="3196013" y="5643973"/>
            <a:chExt cx="1104470" cy="204742"/>
          </a:xfrm>
        </p:grpSpPr>
        <p:sp>
          <p:nvSpPr>
            <p:cNvPr id="141" name="Freeform: Shape 140">
              <a:extLst>
                <a:ext uri="{FF2B5EF4-FFF2-40B4-BE49-F238E27FC236}">
                  <a16:creationId xmlns:a16="http://schemas.microsoft.com/office/drawing/2014/main" id="{D8F0F5E8-2D02-0B36-6670-DB3575FA9D40}"/>
                </a:ext>
              </a:extLst>
            </p:cNvPr>
            <p:cNvSpPr/>
            <p:nvPr>
              <p:custDataLst>
                <p:tags r:id="rId29"/>
              </p:custDataLst>
            </p:nvPr>
          </p:nvSpPr>
          <p:spPr>
            <a:xfrm>
              <a:off x="3196013" y="5643973"/>
              <a:ext cx="153994" cy="155550"/>
            </a:xfrm>
            <a:custGeom>
              <a:avLst/>
              <a:gdLst>
                <a:gd name="connsiteX0" fmla="*/ 130848 w 153994"/>
                <a:gd name="connsiteY0" fmla="*/ 17827 h 155550"/>
                <a:gd name="connsiteX1" fmla="*/ 148660 w 153994"/>
                <a:gd name="connsiteY1" fmla="*/ 7123 h 155550"/>
                <a:gd name="connsiteX2" fmla="*/ 154072 w 153994"/>
                <a:gd name="connsiteY2" fmla="*/ 7123 h 155550"/>
                <a:gd name="connsiteX3" fmla="*/ 154072 w 153994"/>
                <a:gd name="connsiteY3" fmla="*/ 63 h 155550"/>
                <a:gd name="connsiteX4" fmla="*/ 120928 w 153994"/>
                <a:gd name="connsiteY4" fmla="*/ 746 h 155550"/>
                <a:gd name="connsiteX5" fmla="*/ 87558 w 153994"/>
                <a:gd name="connsiteY5" fmla="*/ 63 h 155550"/>
                <a:gd name="connsiteX6" fmla="*/ 87558 w 153994"/>
                <a:gd name="connsiteY6" fmla="*/ 7123 h 155550"/>
                <a:gd name="connsiteX7" fmla="*/ 92970 w 153994"/>
                <a:gd name="connsiteY7" fmla="*/ 7123 h 155550"/>
                <a:gd name="connsiteX8" fmla="*/ 110782 w 153994"/>
                <a:gd name="connsiteY8" fmla="*/ 17827 h 155550"/>
                <a:gd name="connsiteX9" fmla="*/ 110782 w 153994"/>
                <a:gd name="connsiteY9" fmla="*/ 71120 h 155550"/>
                <a:gd name="connsiteX10" fmla="*/ 43367 w 153994"/>
                <a:gd name="connsiteY10" fmla="*/ 71120 h 155550"/>
                <a:gd name="connsiteX11" fmla="*/ 43367 w 153994"/>
                <a:gd name="connsiteY11" fmla="*/ 17827 h 155550"/>
                <a:gd name="connsiteX12" fmla="*/ 61179 w 153994"/>
                <a:gd name="connsiteY12" fmla="*/ 7123 h 155550"/>
                <a:gd name="connsiteX13" fmla="*/ 66590 w 153994"/>
                <a:gd name="connsiteY13" fmla="*/ 7123 h 155550"/>
                <a:gd name="connsiteX14" fmla="*/ 66590 w 153994"/>
                <a:gd name="connsiteY14" fmla="*/ 63 h 155550"/>
                <a:gd name="connsiteX15" fmla="*/ 33446 w 153994"/>
                <a:gd name="connsiteY15" fmla="*/ 746 h 155550"/>
                <a:gd name="connsiteX16" fmla="*/ 77 w 153994"/>
                <a:gd name="connsiteY16" fmla="*/ 63 h 155550"/>
                <a:gd name="connsiteX17" fmla="*/ 77 w 153994"/>
                <a:gd name="connsiteY17" fmla="*/ 7123 h 155550"/>
                <a:gd name="connsiteX18" fmla="*/ 5488 w 153994"/>
                <a:gd name="connsiteY18" fmla="*/ 7123 h 155550"/>
                <a:gd name="connsiteX19" fmla="*/ 23300 w 153994"/>
                <a:gd name="connsiteY19" fmla="*/ 17827 h 155550"/>
                <a:gd name="connsiteX20" fmla="*/ 23300 w 153994"/>
                <a:gd name="connsiteY20" fmla="*/ 137849 h 155550"/>
                <a:gd name="connsiteX21" fmla="*/ 5488 w 153994"/>
                <a:gd name="connsiteY21" fmla="*/ 148553 h 155550"/>
                <a:gd name="connsiteX22" fmla="*/ 77 w 153994"/>
                <a:gd name="connsiteY22" fmla="*/ 148553 h 155550"/>
                <a:gd name="connsiteX23" fmla="*/ 77 w 153994"/>
                <a:gd name="connsiteY23" fmla="*/ 155613 h 155550"/>
                <a:gd name="connsiteX24" fmla="*/ 33221 w 153994"/>
                <a:gd name="connsiteY24" fmla="*/ 154930 h 155550"/>
                <a:gd name="connsiteX25" fmla="*/ 66590 w 153994"/>
                <a:gd name="connsiteY25" fmla="*/ 155613 h 155550"/>
                <a:gd name="connsiteX26" fmla="*/ 66590 w 153994"/>
                <a:gd name="connsiteY26" fmla="*/ 148553 h 155550"/>
                <a:gd name="connsiteX27" fmla="*/ 61179 w 153994"/>
                <a:gd name="connsiteY27" fmla="*/ 148553 h 155550"/>
                <a:gd name="connsiteX28" fmla="*/ 43367 w 153994"/>
                <a:gd name="connsiteY28" fmla="*/ 137849 h 155550"/>
                <a:gd name="connsiteX29" fmla="*/ 43367 w 153994"/>
                <a:gd name="connsiteY29" fmla="*/ 78180 h 155550"/>
                <a:gd name="connsiteX30" fmla="*/ 110782 w 153994"/>
                <a:gd name="connsiteY30" fmla="*/ 78180 h 155550"/>
                <a:gd name="connsiteX31" fmla="*/ 110782 w 153994"/>
                <a:gd name="connsiteY31" fmla="*/ 137849 h 155550"/>
                <a:gd name="connsiteX32" fmla="*/ 92970 w 153994"/>
                <a:gd name="connsiteY32" fmla="*/ 148553 h 155550"/>
                <a:gd name="connsiteX33" fmla="*/ 87558 w 153994"/>
                <a:gd name="connsiteY33" fmla="*/ 148553 h 155550"/>
                <a:gd name="connsiteX34" fmla="*/ 87558 w 153994"/>
                <a:gd name="connsiteY34" fmla="*/ 155613 h 155550"/>
                <a:gd name="connsiteX35" fmla="*/ 120702 w 153994"/>
                <a:gd name="connsiteY35" fmla="*/ 154930 h 155550"/>
                <a:gd name="connsiteX36" fmla="*/ 154072 w 153994"/>
                <a:gd name="connsiteY36" fmla="*/ 155613 h 155550"/>
                <a:gd name="connsiteX37" fmla="*/ 154072 w 153994"/>
                <a:gd name="connsiteY37" fmla="*/ 148553 h 155550"/>
                <a:gd name="connsiteX38" fmla="*/ 148660 w 153994"/>
                <a:gd name="connsiteY38" fmla="*/ 148553 h 155550"/>
                <a:gd name="connsiteX39" fmla="*/ 130848 w 153994"/>
                <a:gd name="connsiteY39" fmla="*/ 137849 h 155550"/>
                <a:gd name="connsiteX40" fmla="*/ 130848 w 153994"/>
                <a:gd name="connsiteY40" fmla="*/ 17827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3994" h="155550">
                  <a:moveTo>
                    <a:pt x="130848" y="17827"/>
                  </a:moveTo>
                  <a:cubicBezTo>
                    <a:pt x="130848" y="9628"/>
                    <a:pt x="131299" y="7123"/>
                    <a:pt x="148660" y="7123"/>
                  </a:cubicBezTo>
                  <a:lnTo>
                    <a:pt x="154072" y="7123"/>
                  </a:lnTo>
                  <a:lnTo>
                    <a:pt x="154072" y="63"/>
                  </a:lnTo>
                  <a:cubicBezTo>
                    <a:pt x="146180" y="746"/>
                    <a:pt x="129496" y="746"/>
                    <a:pt x="120928" y="746"/>
                  </a:cubicBezTo>
                  <a:cubicBezTo>
                    <a:pt x="112360" y="746"/>
                    <a:pt x="95450" y="746"/>
                    <a:pt x="87558" y="63"/>
                  </a:cubicBezTo>
                  <a:lnTo>
                    <a:pt x="87558" y="7123"/>
                  </a:lnTo>
                  <a:lnTo>
                    <a:pt x="92970" y="7123"/>
                  </a:lnTo>
                  <a:cubicBezTo>
                    <a:pt x="110331" y="7123"/>
                    <a:pt x="110782" y="9628"/>
                    <a:pt x="110782" y="17827"/>
                  </a:cubicBezTo>
                  <a:lnTo>
                    <a:pt x="110782" y="71120"/>
                  </a:lnTo>
                  <a:lnTo>
                    <a:pt x="43367" y="71120"/>
                  </a:lnTo>
                  <a:lnTo>
                    <a:pt x="43367" y="17827"/>
                  </a:lnTo>
                  <a:cubicBezTo>
                    <a:pt x="43367" y="9628"/>
                    <a:pt x="43818" y="7123"/>
                    <a:pt x="61179" y="7123"/>
                  </a:cubicBezTo>
                  <a:lnTo>
                    <a:pt x="66590" y="7123"/>
                  </a:lnTo>
                  <a:lnTo>
                    <a:pt x="66590" y="63"/>
                  </a:lnTo>
                  <a:cubicBezTo>
                    <a:pt x="58699" y="746"/>
                    <a:pt x="42014" y="746"/>
                    <a:pt x="33446" y="746"/>
                  </a:cubicBezTo>
                  <a:cubicBezTo>
                    <a:pt x="24878" y="746"/>
                    <a:pt x="7968" y="746"/>
                    <a:pt x="77" y="63"/>
                  </a:cubicBezTo>
                  <a:lnTo>
                    <a:pt x="77" y="7123"/>
                  </a:lnTo>
                  <a:lnTo>
                    <a:pt x="5488" y="7123"/>
                  </a:lnTo>
                  <a:cubicBezTo>
                    <a:pt x="22849" y="7123"/>
                    <a:pt x="23300" y="9628"/>
                    <a:pt x="23300" y="17827"/>
                  </a:cubicBezTo>
                  <a:lnTo>
                    <a:pt x="23300" y="137849"/>
                  </a:lnTo>
                  <a:cubicBezTo>
                    <a:pt x="23300" y="146048"/>
                    <a:pt x="22849" y="148553"/>
                    <a:pt x="5488" y="148553"/>
                  </a:cubicBezTo>
                  <a:lnTo>
                    <a:pt x="77" y="148553"/>
                  </a:lnTo>
                  <a:lnTo>
                    <a:pt x="77" y="155613"/>
                  </a:lnTo>
                  <a:cubicBezTo>
                    <a:pt x="7968" y="154930"/>
                    <a:pt x="24653" y="154930"/>
                    <a:pt x="33221" y="154930"/>
                  </a:cubicBezTo>
                  <a:cubicBezTo>
                    <a:pt x="41788" y="154930"/>
                    <a:pt x="58699" y="154930"/>
                    <a:pt x="66590" y="155613"/>
                  </a:cubicBezTo>
                  <a:lnTo>
                    <a:pt x="66590" y="148553"/>
                  </a:lnTo>
                  <a:lnTo>
                    <a:pt x="61179" y="148553"/>
                  </a:lnTo>
                  <a:cubicBezTo>
                    <a:pt x="43818" y="148553"/>
                    <a:pt x="43367" y="146048"/>
                    <a:pt x="43367" y="137849"/>
                  </a:cubicBezTo>
                  <a:lnTo>
                    <a:pt x="43367" y="78180"/>
                  </a:lnTo>
                  <a:lnTo>
                    <a:pt x="110782" y="78180"/>
                  </a:lnTo>
                  <a:lnTo>
                    <a:pt x="110782" y="137849"/>
                  </a:lnTo>
                  <a:cubicBezTo>
                    <a:pt x="110782" y="146048"/>
                    <a:pt x="110331" y="148553"/>
                    <a:pt x="92970" y="148553"/>
                  </a:cubicBezTo>
                  <a:lnTo>
                    <a:pt x="87558" y="148553"/>
                  </a:lnTo>
                  <a:lnTo>
                    <a:pt x="87558" y="155613"/>
                  </a:lnTo>
                  <a:cubicBezTo>
                    <a:pt x="95450" y="154930"/>
                    <a:pt x="112135" y="154930"/>
                    <a:pt x="120702" y="154930"/>
                  </a:cubicBezTo>
                  <a:cubicBezTo>
                    <a:pt x="129270" y="154930"/>
                    <a:pt x="146180" y="154930"/>
                    <a:pt x="154072" y="155613"/>
                  </a:cubicBezTo>
                  <a:lnTo>
                    <a:pt x="154072" y="148553"/>
                  </a:lnTo>
                  <a:lnTo>
                    <a:pt x="148660" y="148553"/>
                  </a:lnTo>
                  <a:cubicBezTo>
                    <a:pt x="131299" y="148553"/>
                    <a:pt x="130848" y="146048"/>
                    <a:pt x="130848" y="137849"/>
                  </a:cubicBezTo>
                  <a:lnTo>
                    <a:pt x="130848" y="1782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2" name="Freeform: Shape 141">
              <a:extLst>
                <a:ext uri="{FF2B5EF4-FFF2-40B4-BE49-F238E27FC236}">
                  <a16:creationId xmlns:a16="http://schemas.microsoft.com/office/drawing/2014/main" id="{A2B7A70F-4309-4F74-83F8-D811E1316FDE}"/>
                </a:ext>
              </a:extLst>
            </p:cNvPr>
            <p:cNvSpPr/>
            <p:nvPr>
              <p:custDataLst>
                <p:tags r:id="rId30"/>
              </p:custDataLst>
            </p:nvPr>
          </p:nvSpPr>
          <p:spPr>
            <a:xfrm>
              <a:off x="3374878" y="5727828"/>
              <a:ext cx="57449" cy="105856"/>
            </a:xfrm>
            <a:custGeom>
              <a:avLst/>
              <a:gdLst>
                <a:gd name="connsiteX0" fmla="*/ 35753 w 57449"/>
                <a:gd name="connsiteY0" fmla="*/ 4528 h 105856"/>
                <a:gd name="connsiteX1" fmla="*/ 31018 w 57449"/>
                <a:gd name="connsiteY1" fmla="*/ 64 h 105856"/>
                <a:gd name="connsiteX2" fmla="*/ 84 w 57449"/>
                <a:gd name="connsiteY2" fmla="*/ 10267 h 105856"/>
                <a:gd name="connsiteX3" fmla="*/ 84 w 57449"/>
                <a:gd name="connsiteY3" fmla="*/ 16006 h 105856"/>
                <a:gd name="connsiteX4" fmla="*/ 22969 w 57449"/>
                <a:gd name="connsiteY4" fmla="*/ 11543 h 105856"/>
                <a:gd name="connsiteX5" fmla="*/ 22969 w 57449"/>
                <a:gd name="connsiteY5" fmla="*/ 92848 h 105856"/>
                <a:gd name="connsiteX6" fmla="*/ 7186 w 57449"/>
                <a:gd name="connsiteY6" fmla="*/ 100181 h 105856"/>
                <a:gd name="connsiteX7" fmla="*/ 1189 w 57449"/>
                <a:gd name="connsiteY7" fmla="*/ 100181 h 105856"/>
                <a:gd name="connsiteX8" fmla="*/ 1189 w 57449"/>
                <a:gd name="connsiteY8" fmla="*/ 105921 h 105856"/>
                <a:gd name="connsiteX9" fmla="*/ 29282 w 57449"/>
                <a:gd name="connsiteY9" fmla="*/ 105283 h 105856"/>
                <a:gd name="connsiteX10" fmla="*/ 57534 w 57449"/>
                <a:gd name="connsiteY10" fmla="*/ 105921 h 105856"/>
                <a:gd name="connsiteX11" fmla="*/ 57534 w 57449"/>
                <a:gd name="connsiteY11" fmla="*/ 100181 h 105856"/>
                <a:gd name="connsiteX12" fmla="*/ 51536 w 57449"/>
                <a:gd name="connsiteY12" fmla="*/ 100181 h 105856"/>
                <a:gd name="connsiteX13" fmla="*/ 35753 w 57449"/>
                <a:gd name="connsiteY13" fmla="*/ 92848 h 105856"/>
                <a:gd name="connsiteX14" fmla="*/ 35753 w 57449"/>
                <a:gd name="connsiteY14" fmla="*/ 4528 h 10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49" h="105856">
                  <a:moveTo>
                    <a:pt x="35753" y="4528"/>
                  </a:moveTo>
                  <a:cubicBezTo>
                    <a:pt x="35753" y="224"/>
                    <a:pt x="35438" y="64"/>
                    <a:pt x="31018" y="64"/>
                  </a:cubicBezTo>
                  <a:cubicBezTo>
                    <a:pt x="20917" y="10108"/>
                    <a:pt x="6555" y="10267"/>
                    <a:pt x="84" y="10267"/>
                  </a:cubicBezTo>
                  <a:lnTo>
                    <a:pt x="84" y="16006"/>
                  </a:lnTo>
                  <a:cubicBezTo>
                    <a:pt x="3872" y="16006"/>
                    <a:pt x="14289" y="16006"/>
                    <a:pt x="22969" y="11543"/>
                  </a:cubicBezTo>
                  <a:lnTo>
                    <a:pt x="22969" y="92848"/>
                  </a:lnTo>
                  <a:cubicBezTo>
                    <a:pt x="22969" y="98109"/>
                    <a:pt x="22969" y="100181"/>
                    <a:pt x="7186" y="100181"/>
                  </a:cubicBezTo>
                  <a:lnTo>
                    <a:pt x="1189" y="100181"/>
                  </a:lnTo>
                  <a:lnTo>
                    <a:pt x="1189" y="105921"/>
                  </a:lnTo>
                  <a:cubicBezTo>
                    <a:pt x="4030" y="105761"/>
                    <a:pt x="23443" y="105283"/>
                    <a:pt x="29282" y="105283"/>
                  </a:cubicBezTo>
                  <a:cubicBezTo>
                    <a:pt x="34175" y="105283"/>
                    <a:pt x="54061" y="105761"/>
                    <a:pt x="57534" y="105921"/>
                  </a:cubicBezTo>
                  <a:lnTo>
                    <a:pt x="57534" y="100181"/>
                  </a:lnTo>
                  <a:lnTo>
                    <a:pt x="51536" y="100181"/>
                  </a:lnTo>
                  <a:cubicBezTo>
                    <a:pt x="35753" y="100181"/>
                    <a:pt x="35753" y="98109"/>
                    <a:pt x="35753" y="92848"/>
                  </a:cubicBezTo>
                  <a:lnTo>
                    <a:pt x="35753" y="452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3" name="Freeform: Shape 142">
              <a:extLst>
                <a:ext uri="{FF2B5EF4-FFF2-40B4-BE49-F238E27FC236}">
                  <a16:creationId xmlns:a16="http://schemas.microsoft.com/office/drawing/2014/main" id="{6021D584-1A85-5E5F-972A-EFC90D11D9B9}"/>
                </a:ext>
              </a:extLst>
            </p:cNvPr>
            <p:cNvSpPr/>
            <p:nvPr>
              <p:custDataLst>
                <p:tags r:id="rId31"/>
              </p:custDataLst>
            </p:nvPr>
          </p:nvSpPr>
          <p:spPr>
            <a:xfrm>
              <a:off x="3540842" y="5701364"/>
              <a:ext cx="23899" cy="98158"/>
            </a:xfrm>
            <a:custGeom>
              <a:avLst/>
              <a:gdLst>
                <a:gd name="connsiteX0" fmla="*/ 23991 w 23899"/>
                <a:gd name="connsiteY0" fmla="*/ 12133 h 98158"/>
                <a:gd name="connsiteX1" fmla="*/ 12041 w 23899"/>
                <a:gd name="connsiteY1" fmla="*/ 63 h 98158"/>
                <a:gd name="connsiteX2" fmla="*/ 91 w 23899"/>
                <a:gd name="connsiteY2" fmla="*/ 12133 h 98158"/>
                <a:gd name="connsiteX3" fmla="*/ 12041 w 23899"/>
                <a:gd name="connsiteY3" fmla="*/ 24204 h 98158"/>
                <a:gd name="connsiteX4" fmla="*/ 23991 w 23899"/>
                <a:gd name="connsiteY4" fmla="*/ 12133 h 98158"/>
                <a:gd name="connsiteX5" fmla="*/ 23991 w 23899"/>
                <a:gd name="connsiteY5" fmla="*/ 86151 h 98158"/>
                <a:gd name="connsiteX6" fmla="*/ 12041 w 23899"/>
                <a:gd name="connsiteY6" fmla="*/ 74080 h 98158"/>
                <a:gd name="connsiteX7" fmla="*/ 91 w 23899"/>
                <a:gd name="connsiteY7" fmla="*/ 86151 h 98158"/>
                <a:gd name="connsiteX8" fmla="*/ 12041 w 23899"/>
                <a:gd name="connsiteY8" fmla="*/ 98221 h 98158"/>
                <a:gd name="connsiteX9" fmla="*/ 23991 w 23899"/>
                <a:gd name="connsiteY9" fmla="*/ 86151 h 9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99" h="98158">
                  <a:moveTo>
                    <a:pt x="23991" y="12133"/>
                  </a:moveTo>
                  <a:cubicBezTo>
                    <a:pt x="23991" y="5529"/>
                    <a:pt x="18580" y="63"/>
                    <a:pt x="12041" y="63"/>
                  </a:cubicBezTo>
                  <a:cubicBezTo>
                    <a:pt x="5503" y="63"/>
                    <a:pt x="91" y="5529"/>
                    <a:pt x="91" y="12133"/>
                  </a:cubicBezTo>
                  <a:cubicBezTo>
                    <a:pt x="91" y="18738"/>
                    <a:pt x="5503" y="24204"/>
                    <a:pt x="12041" y="24204"/>
                  </a:cubicBezTo>
                  <a:cubicBezTo>
                    <a:pt x="18580" y="24204"/>
                    <a:pt x="23991" y="18738"/>
                    <a:pt x="23991" y="12133"/>
                  </a:cubicBezTo>
                  <a:close/>
                  <a:moveTo>
                    <a:pt x="23991" y="86151"/>
                  </a:moveTo>
                  <a:cubicBezTo>
                    <a:pt x="23991" y="79546"/>
                    <a:pt x="18580" y="74080"/>
                    <a:pt x="12041" y="74080"/>
                  </a:cubicBezTo>
                  <a:cubicBezTo>
                    <a:pt x="5503" y="74080"/>
                    <a:pt x="91" y="79546"/>
                    <a:pt x="91" y="86151"/>
                  </a:cubicBezTo>
                  <a:cubicBezTo>
                    <a:pt x="91" y="92755"/>
                    <a:pt x="5503" y="98221"/>
                    <a:pt x="12041" y="98221"/>
                  </a:cubicBezTo>
                  <a:cubicBezTo>
                    <a:pt x="18580" y="98221"/>
                    <a:pt x="23991" y="92755"/>
                    <a:pt x="23991" y="8615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4" name="Freeform: Shape 143">
              <a:extLst>
                <a:ext uri="{FF2B5EF4-FFF2-40B4-BE49-F238E27FC236}">
                  <a16:creationId xmlns:a16="http://schemas.microsoft.com/office/drawing/2014/main" id="{2A5B2C7E-6CBB-B8A7-62F1-BB4F177606E0}"/>
                </a:ext>
              </a:extLst>
            </p:cNvPr>
            <p:cNvSpPr/>
            <p:nvPr>
              <p:custDataLst>
                <p:tags r:id="rId32"/>
              </p:custDataLst>
            </p:nvPr>
          </p:nvSpPr>
          <p:spPr>
            <a:xfrm>
              <a:off x="3653474" y="5698859"/>
              <a:ext cx="122203" cy="149856"/>
            </a:xfrm>
            <a:custGeom>
              <a:avLst/>
              <a:gdLst>
                <a:gd name="connsiteX0" fmla="*/ 45416 w 122203"/>
                <a:gd name="connsiteY0" fmla="*/ 20788 h 149856"/>
                <a:gd name="connsiteX1" fmla="*/ 48798 w 122203"/>
                <a:gd name="connsiteY1" fmla="*/ 6212 h 149856"/>
                <a:gd name="connsiteX2" fmla="*/ 42260 w 122203"/>
                <a:gd name="connsiteY2" fmla="*/ 63 h 149856"/>
                <a:gd name="connsiteX3" fmla="*/ 33241 w 122203"/>
                <a:gd name="connsiteY3" fmla="*/ 8262 h 149856"/>
                <a:gd name="connsiteX4" fmla="*/ 773 w 122203"/>
                <a:gd name="connsiteY4" fmla="*/ 140127 h 149856"/>
                <a:gd name="connsiteX5" fmla="*/ 97 w 122203"/>
                <a:gd name="connsiteY5" fmla="*/ 143770 h 149856"/>
                <a:gd name="connsiteX6" fmla="*/ 6410 w 122203"/>
                <a:gd name="connsiteY6" fmla="*/ 149920 h 149856"/>
                <a:gd name="connsiteX7" fmla="*/ 14301 w 122203"/>
                <a:gd name="connsiteY7" fmla="*/ 145137 h 149856"/>
                <a:gd name="connsiteX8" fmla="*/ 26702 w 122203"/>
                <a:gd name="connsiteY8" fmla="*/ 96172 h 149856"/>
                <a:gd name="connsiteX9" fmla="*/ 48573 w 122203"/>
                <a:gd name="connsiteY9" fmla="*/ 103232 h 149856"/>
                <a:gd name="connsiteX10" fmla="*/ 78560 w 122203"/>
                <a:gd name="connsiteY10" fmla="*/ 86606 h 149856"/>
                <a:gd name="connsiteX11" fmla="*/ 98852 w 122203"/>
                <a:gd name="connsiteY11" fmla="*/ 103232 h 149856"/>
                <a:gd name="connsiteX12" fmla="*/ 115537 w 122203"/>
                <a:gd name="connsiteY12" fmla="*/ 90706 h 149856"/>
                <a:gd name="connsiteX13" fmla="*/ 122301 w 122203"/>
                <a:gd name="connsiteY13" fmla="*/ 68159 h 149856"/>
                <a:gd name="connsiteX14" fmla="*/ 119595 w 122203"/>
                <a:gd name="connsiteY14" fmla="*/ 65881 h 149856"/>
                <a:gd name="connsiteX15" fmla="*/ 116439 w 122203"/>
                <a:gd name="connsiteY15" fmla="*/ 69981 h 149856"/>
                <a:gd name="connsiteX16" fmla="*/ 99303 w 122203"/>
                <a:gd name="connsiteY16" fmla="*/ 98221 h 149856"/>
                <a:gd name="connsiteX17" fmla="*/ 92539 w 122203"/>
                <a:gd name="connsiteY17" fmla="*/ 87745 h 149856"/>
                <a:gd name="connsiteX18" fmla="*/ 97048 w 122203"/>
                <a:gd name="connsiteY18" fmla="*/ 64059 h 149856"/>
                <a:gd name="connsiteX19" fmla="*/ 103362 w 122203"/>
                <a:gd name="connsiteY19" fmla="*/ 39463 h 149856"/>
                <a:gd name="connsiteX20" fmla="*/ 107194 w 122203"/>
                <a:gd name="connsiteY20" fmla="*/ 23976 h 149856"/>
                <a:gd name="connsiteX21" fmla="*/ 110577 w 122203"/>
                <a:gd name="connsiteY21" fmla="*/ 8717 h 149856"/>
                <a:gd name="connsiteX22" fmla="*/ 104038 w 122203"/>
                <a:gd name="connsiteY22" fmla="*/ 2568 h 149856"/>
                <a:gd name="connsiteX23" fmla="*/ 95245 w 122203"/>
                <a:gd name="connsiteY23" fmla="*/ 10539 h 149856"/>
                <a:gd name="connsiteX24" fmla="*/ 84648 w 122203"/>
                <a:gd name="connsiteY24" fmla="*/ 53128 h 149856"/>
                <a:gd name="connsiteX25" fmla="*/ 78785 w 122203"/>
                <a:gd name="connsiteY25" fmla="*/ 76358 h 149856"/>
                <a:gd name="connsiteX26" fmla="*/ 49475 w 122203"/>
                <a:gd name="connsiteY26" fmla="*/ 98221 h 149856"/>
                <a:gd name="connsiteX27" fmla="*/ 32790 w 122203"/>
                <a:gd name="connsiteY27" fmla="*/ 78407 h 149856"/>
                <a:gd name="connsiteX28" fmla="*/ 35946 w 122203"/>
                <a:gd name="connsiteY28" fmla="*/ 59049 h 149856"/>
                <a:gd name="connsiteX29" fmla="*/ 45416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16" y="20788"/>
                  </a:moveTo>
                  <a:cubicBezTo>
                    <a:pt x="46543" y="16005"/>
                    <a:pt x="48798" y="7351"/>
                    <a:pt x="48798" y="6212"/>
                  </a:cubicBezTo>
                  <a:cubicBezTo>
                    <a:pt x="48798" y="2340"/>
                    <a:pt x="46093" y="63"/>
                    <a:pt x="42260" y="63"/>
                  </a:cubicBezTo>
                  <a:cubicBezTo>
                    <a:pt x="41583" y="63"/>
                    <a:pt x="35270" y="291"/>
                    <a:pt x="33241" y="8262"/>
                  </a:cubicBezTo>
                  <a:lnTo>
                    <a:pt x="773" y="140127"/>
                  </a:lnTo>
                  <a:cubicBezTo>
                    <a:pt x="97" y="142859"/>
                    <a:pt x="97" y="143315"/>
                    <a:pt x="97" y="143770"/>
                  </a:cubicBezTo>
                  <a:cubicBezTo>
                    <a:pt x="97" y="147187"/>
                    <a:pt x="2577" y="149920"/>
                    <a:pt x="6410" y="149920"/>
                  </a:cubicBezTo>
                  <a:cubicBezTo>
                    <a:pt x="11145" y="149920"/>
                    <a:pt x="13851" y="145820"/>
                    <a:pt x="14301" y="145137"/>
                  </a:cubicBezTo>
                  <a:cubicBezTo>
                    <a:pt x="15203" y="143087"/>
                    <a:pt x="18134" y="131244"/>
                    <a:pt x="26702" y="96172"/>
                  </a:cubicBezTo>
                  <a:cubicBezTo>
                    <a:pt x="33917" y="102321"/>
                    <a:pt x="44063" y="103232"/>
                    <a:pt x="48573" y="103232"/>
                  </a:cubicBezTo>
                  <a:cubicBezTo>
                    <a:pt x="64355" y="103232"/>
                    <a:pt x="73149" y="92983"/>
                    <a:pt x="78560" y="86606"/>
                  </a:cubicBezTo>
                  <a:cubicBezTo>
                    <a:pt x="80589" y="96855"/>
                    <a:pt x="88932" y="103232"/>
                    <a:pt x="98852" y="103232"/>
                  </a:cubicBezTo>
                  <a:cubicBezTo>
                    <a:pt x="106744" y="103232"/>
                    <a:pt x="111929" y="97994"/>
                    <a:pt x="115537" y="90706"/>
                  </a:cubicBezTo>
                  <a:cubicBezTo>
                    <a:pt x="119370" y="82507"/>
                    <a:pt x="122301" y="68614"/>
                    <a:pt x="122301" y="68159"/>
                  </a:cubicBezTo>
                  <a:cubicBezTo>
                    <a:pt x="122301" y="65881"/>
                    <a:pt x="120272" y="65881"/>
                    <a:pt x="119595" y="65881"/>
                  </a:cubicBezTo>
                  <a:cubicBezTo>
                    <a:pt x="117341" y="65881"/>
                    <a:pt x="117115" y="66792"/>
                    <a:pt x="116439" y="69981"/>
                  </a:cubicBezTo>
                  <a:cubicBezTo>
                    <a:pt x="112606" y="84784"/>
                    <a:pt x="108547" y="98221"/>
                    <a:pt x="99303" y="98221"/>
                  </a:cubicBezTo>
                  <a:cubicBezTo>
                    <a:pt x="93215" y="98221"/>
                    <a:pt x="92539" y="92300"/>
                    <a:pt x="92539" y="87745"/>
                  </a:cubicBezTo>
                  <a:cubicBezTo>
                    <a:pt x="92539" y="82735"/>
                    <a:pt x="95245" y="72030"/>
                    <a:pt x="97048" y="64059"/>
                  </a:cubicBezTo>
                  <a:lnTo>
                    <a:pt x="103362" y="39463"/>
                  </a:lnTo>
                  <a:cubicBezTo>
                    <a:pt x="104038" y="36047"/>
                    <a:pt x="106293" y="27392"/>
                    <a:pt x="107194" y="23976"/>
                  </a:cubicBezTo>
                  <a:cubicBezTo>
                    <a:pt x="108322" y="18738"/>
                    <a:pt x="110577" y="10084"/>
                    <a:pt x="110577" y="8717"/>
                  </a:cubicBezTo>
                  <a:cubicBezTo>
                    <a:pt x="110577" y="4618"/>
                    <a:pt x="107420" y="2568"/>
                    <a:pt x="104038" y="2568"/>
                  </a:cubicBezTo>
                  <a:cubicBezTo>
                    <a:pt x="102911" y="2568"/>
                    <a:pt x="97048" y="2796"/>
                    <a:pt x="95245" y="10539"/>
                  </a:cubicBezTo>
                  <a:lnTo>
                    <a:pt x="84648" y="53128"/>
                  </a:lnTo>
                  <a:cubicBezTo>
                    <a:pt x="81942" y="64515"/>
                    <a:pt x="79462" y="74080"/>
                    <a:pt x="78785" y="76358"/>
                  </a:cubicBezTo>
                  <a:cubicBezTo>
                    <a:pt x="78560" y="77496"/>
                    <a:pt x="67738" y="98221"/>
                    <a:pt x="49475" y="98221"/>
                  </a:cubicBezTo>
                  <a:cubicBezTo>
                    <a:pt x="38201" y="98221"/>
                    <a:pt x="32790" y="90706"/>
                    <a:pt x="32790" y="78407"/>
                  </a:cubicBezTo>
                  <a:cubicBezTo>
                    <a:pt x="32790" y="71803"/>
                    <a:pt x="34368" y="65426"/>
                    <a:pt x="35946" y="59049"/>
                  </a:cubicBezTo>
                  <a:lnTo>
                    <a:pt x="45416"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5" name="Freeform: Shape 144">
              <a:extLst>
                <a:ext uri="{FF2B5EF4-FFF2-40B4-BE49-F238E27FC236}">
                  <a16:creationId xmlns:a16="http://schemas.microsoft.com/office/drawing/2014/main" id="{478A4461-E0E8-C9FA-D8D5-A821F4036AF8}"/>
                </a:ext>
              </a:extLst>
            </p:cNvPr>
            <p:cNvSpPr/>
            <p:nvPr>
              <p:custDataLst>
                <p:tags r:id="rId33"/>
              </p:custDataLst>
            </p:nvPr>
          </p:nvSpPr>
          <p:spPr>
            <a:xfrm>
              <a:off x="3863909" y="5676540"/>
              <a:ext cx="137761" cy="132092"/>
            </a:xfrm>
            <a:custGeom>
              <a:avLst/>
              <a:gdLst>
                <a:gd name="connsiteX0" fmla="*/ 133583 w 137761"/>
                <a:gd name="connsiteY0" fmla="*/ 71120 h 132092"/>
                <a:gd name="connsiteX1" fmla="*/ 137867 w 137761"/>
                <a:gd name="connsiteY1" fmla="*/ 66109 h 132092"/>
                <a:gd name="connsiteX2" fmla="*/ 133583 w 137761"/>
                <a:gd name="connsiteY2" fmla="*/ 61099 h 132092"/>
                <a:gd name="connsiteX3" fmla="*/ 8674 w 137761"/>
                <a:gd name="connsiteY3" fmla="*/ 1657 h 132092"/>
                <a:gd name="connsiteX4" fmla="*/ 4615 w 137761"/>
                <a:gd name="connsiteY4" fmla="*/ 63 h 132092"/>
                <a:gd name="connsiteX5" fmla="*/ 106 w 137761"/>
                <a:gd name="connsiteY5" fmla="*/ 4618 h 132092"/>
                <a:gd name="connsiteX6" fmla="*/ 4390 w 137761"/>
                <a:gd name="connsiteY6" fmla="*/ 9628 h 132092"/>
                <a:gd name="connsiteX7" fmla="*/ 122761 w 137761"/>
                <a:gd name="connsiteY7" fmla="*/ 66109 h 132092"/>
                <a:gd name="connsiteX8" fmla="*/ 4390 w 137761"/>
                <a:gd name="connsiteY8" fmla="*/ 122590 h 132092"/>
                <a:gd name="connsiteX9" fmla="*/ 106 w 137761"/>
                <a:gd name="connsiteY9" fmla="*/ 127601 h 132092"/>
                <a:gd name="connsiteX10" fmla="*/ 4615 w 137761"/>
                <a:gd name="connsiteY10" fmla="*/ 132155 h 132092"/>
                <a:gd name="connsiteX11" fmla="*/ 8674 w 137761"/>
                <a:gd name="connsiteY11" fmla="*/ 130561 h 132092"/>
                <a:gd name="connsiteX12" fmla="*/ 133583 w 137761"/>
                <a:gd name="connsiteY12" fmla="*/ 71120 h 1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761" h="132092">
                  <a:moveTo>
                    <a:pt x="133583" y="71120"/>
                  </a:moveTo>
                  <a:cubicBezTo>
                    <a:pt x="136063" y="69981"/>
                    <a:pt x="137867" y="68842"/>
                    <a:pt x="137867" y="66109"/>
                  </a:cubicBezTo>
                  <a:cubicBezTo>
                    <a:pt x="137867" y="63376"/>
                    <a:pt x="136063" y="62237"/>
                    <a:pt x="133583" y="61099"/>
                  </a:cubicBezTo>
                  <a:lnTo>
                    <a:pt x="8674" y="1657"/>
                  </a:lnTo>
                  <a:cubicBezTo>
                    <a:pt x="5742" y="63"/>
                    <a:pt x="5292" y="63"/>
                    <a:pt x="4615" y="63"/>
                  </a:cubicBezTo>
                  <a:cubicBezTo>
                    <a:pt x="2135" y="63"/>
                    <a:pt x="106" y="2112"/>
                    <a:pt x="106" y="4618"/>
                  </a:cubicBezTo>
                  <a:cubicBezTo>
                    <a:pt x="106" y="6667"/>
                    <a:pt x="1233" y="8034"/>
                    <a:pt x="4390" y="9628"/>
                  </a:cubicBezTo>
                  <a:lnTo>
                    <a:pt x="122761" y="66109"/>
                  </a:lnTo>
                  <a:lnTo>
                    <a:pt x="4390" y="122590"/>
                  </a:lnTo>
                  <a:cubicBezTo>
                    <a:pt x="1233" y="124184"/>
                    <a:pt x="106" y="125551"/>
                    <a:pt x="106" y="127601"/>
                  </a:cubicBezTo>
                  <a:cubicBezTo>
                    <a:pt x="106" y="130106"/>
                    <a:pt x="2135" y="132155"/>
                    <a:pt x="4615" y="132155"/>
                  </a:cubicBezTo>
                  <a:cubicBezTo>
                    <a:pt x="5292" y="132155"/>
                    <a:pt x="5742" y="132155"/>
                    <a:pt x="8674" y="130561"/>
                  </a:cubicBezTo>
                  <a:lnTo>
                    <a:pt x="133583" y="71120"/>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6" name="Freeform: Shape 145">
              <a:extLst>
                <a:ext uri="{FF2B5EF4-FFF2-40B4-BE49-F238E27FC236}">
                  <a16:creationId xmlns:a16="http://schemas.microsoft.com/office/drawing/2014/main" id="{24E35812-5A84-E7CE-9DEF-63E2B199D0DE}"/>
                </a:ext>
              </a:extLst>
            </p:cNvPr>
            <p:cNvSpPr/>
            <p:nvPr>
              <p:custDataLst>
                <p:tags r:id="rId34"/>
              </p:custDataLst>
            </p:nvPr>
          </p:nvSpPr>
          <p:spPr>
            <a:xfrm>
              <a:off x="4089952" y="5698859"/>
              <a:ext cx="122203" cy="149856"/>
            </a:xfrm>
            <a:custGeom>
              <a:avLst/>
              <a:gdLst>
                <a:gd name="connsiteX0" fmla="*/ 45435 w 122203"/>
                <a:gd name="connsiteY0" fmla="*/ 20788 h 149856"/>
                <a:gd name="connsiteX1" fmla="*/ 48817 w 122203"/>
                <a:gd name="connsiteY1" fmla="*/ 6212 h 149856"/>
                <a:gd name="connsiteX2" fmla="*/ 42279 w 122203"/>
                <a:gd name="connsiteY2" fmla="*/ 63 h 149856"/>
                <a:gd name="connsiteX3" fmla="*/ 33260 w 122203"/>
                <a:gd name="connsiteY3" fmla="*/ 8262 h 149856"/>
                <a:gd name="connsiteX4" fmla="*/ 793 w 122203"/>
                <a:gd name="connsiteY4" fmla="*/ 140127 h 149856"/>
                <a:gd name="connsiteX5" fmla="*/ 116 w 122203"/>
                <a:gd name="connsiteY5" fmla="*/ 143770 h 149856"/>
                <a:gd name="connsiteX6" fmla="*/ 6429 w 122203"/>
                <a:gd name="connsiteY6" fmla="*/ 149920 h 149856"/>
                <a:gd name="connsiteX7" fmla="*/ 14321 w 122203"/>
                <a:gd name="connsiteY7" fmla="*/ 145137 h 149856"/>
                <a:gd name="connsiteX8" fmla="*/ 26722 w 122203"/>
                <a:gd name="connsiteY8" fmla="*/ 96172 h 149856"/>
                <a:gd name="connsiteX9" fmla="*/ 48592 w 122203"/>
                <a:gd name="connsiteY9" fmla="*/ 103232 h 149856"/>
                <a:gd name="connsiteX10" fmla="*/ 78579 w 122203"/>
                <a:gd name="connsiteY10" fmla="*/ 86606 h 149856"/>
                <a:gd name="connsiteX11" fmla="*/ 98871 w 122203"/>
                <a:gd name="connsiteY11" fmla="*/ 103232 h 149856"/>
                <a:gd name="connsiteX12" fmla="*/ 115556 w 122203"/>
                <a:gd name="connsiteY12" fmla="*/ 90706 h 149856"/>
                <a:gd name="connsiteX13" fmla="*/ 122320 w 122203"/>
                <a:gd name="connsiteY13" fmla="*/ 68159 h 149856"/>
                <a:gd name="connsiteX14" fmla="*/ 119615 w 122203"/>
                <a:gd name="connsiteY14" fmla="*/ 65881 h 149856"/>
                <a:gd name="connsiteX15" fmla="*/ 116458 w 122203"/>
                <a:gd name="connsiteY15" fmla="*/ 69981 h 149856"/>
                <a:gd name="connsiteX16" fmla="*/ 99322 w 122203"/>
                <a:gd name="connsiteY16" fmla="*/ 98221 h 149856"/>
                <a:gd name="connsiteX17" fmla="*/ 92558 w 122203"/>
                <a:gd name="connsiteY17" fmla="*/ 87745 h 149856"/>
                <a:gd name="connsiteX18" fmla="*/ 97068 w 122203"/>
                <a:gd name="connsiteY18" fmla="*/ 64059 h 149856"/>
                <a:gd name="connsiteX19" fmla="*/ 103381 w 122203"/>
                <a:gd name="connsiteY19" fmla="*/ 39463 h 149856"/>
                <a:gd name="connsiteX20" fmla="*/ 107214 w 122203"/>
                <a:gd name="connsiteY20" fmla="*/ 23976 h 149856"/>
                <a:gd name="connsiteX21" fmla="*/ 110596 w 122203"/>
                <a:gd name="connsiteY21" fmla="*/ 8717 h 149856"/>
                <a:gd name="connsiteX22" fmla="*/ 104057 w 122203"/>
                <a:gd name="connsiteY22" fmla="*/ 2568 h 149856"/>
                <a:gd name="connsiteX23" fmla="*/ 95264 w 122203"/>
                <a:gd name="connsiteY23" fmla="*/ 10539 h 149856"/>
                <a:gd name="connsiteX24" fmla="*/ 84667 w 122203"/>
                <a:gd name="connsiteY24" fmla="*/ 53128 h 149856"/>
                <a:gd name="connsiteX25" fmla="*/ 78805 w 122203"/>
                <a:gd name="connsiteY25" fmla="*/ 76358 h 149856"/>
                <a:gd name="connsiteX26" fmla="*/ 49494 w 122203"/>
                <a:gd name="connsiteY26" fmla="*/ 98221 h 149856"/>
                <a:gd name="connsiteX27" fmla="*/ 32809 w 122203"/>
                <a:gd name="connsiteY27" fmla="*/ 78407 h 149856"/>
                <a:gd name="connsiteX28" fmla="*/ 35966 w 122203"/>
                <a:gd name="connsiteY28" fmla="*/ 59049 h 149856"/>
                <a:gd name="connsiteX29" fmla="*/ 45435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35" y="20788"/>
                  </a:moveTo>
                  <a:cubicBezTo>
                    <a:pt x="46563" y="16005"/>
                    <a:pt x="48817" y="7351"/>
                    <a:pt x="48817" y="6212"/>
                  </a:cubicBezTo>
                  <a:cubicBezTo>
                    <a:pt x="48817" y="2340"/>
                    <a:pt x="46112" y="63"/>
                    <a:pt x="42279" y="63"/>
                  </a:cubicBezTo>
                  <a:cubicBezTo>
                    <a:pt x="41602" y="63"/>
                    <a:pt x="35289" y="291"/>
                    <a:pt x="33260" y="8262"/>
                  </a:cubicBezTo>
                  <a:lnTo>
                    <a:pt x="793" y="140127"/>
                  </a:lnTo>
                  <a:cubicBezTo>
                    <a:pt x="116" y="142859"/>
                    <a:pt x="116" y="143315"/>
                    <a:pt x="116" y="143770"/>
                  </a:cubicBezTo>
                  <a:cubicBezTo>
                    <a:pt x="116" y="147187"/>
                    <a:pt x="2596" y="149920"/>
                    <a:pt x="6429" y="149920"/>
                  </a:cubicBezTo>
                  <a:cubicBezTo>
                    <a:pt x="11164" y="149920"/>
                    <a:pt x="13870" y="145820"/>
                    <a:pt x="14321" y="145137"/>
                  </a:cubicBezTo>
                  <a:cubicBezTo>
                    <a:pt x="15223" y="143087"/>
                    <a:pt x="18154" y="131244"/>
                    <a:pt x="26722" y="96172"/>
                  </a:cubicBezTo>
                  <a:cubicBezTo>
                    <a:pt x="33937" y="102321"/>
                    <a:pt x="44083" y="103232"/>
                    <a:pt x="48592" y="103232"/>
                  </a:cubicBezTo>
                  <a:cubicBezTo>
                    <a:pt x="64375" y="103232"/>
                    <a:pt x="73168" y="92983"/>
                    <a:pt x="78579" y="86606"/>
                  </a:cubicBezTo>
                  <a:cubicBezTo>
                    <a:pt x="80609" y="96855"/>
                    <a:pt x="88951" y="103232"/>
                    <a:pt x="98871" y="103232"/>
                  </a:cubicBezTo>
                  <a:cubicBezTo>
                    <a:pt x="106763" y="103232"/>
                    <a:pt x="111949" y="97994"/>
                    <a:pt x="115556" y="90706"/>
                  </a:cubicBezTo>
                  <a:cubicBezTo>
                    <a:pt x="119389" y="82507"/>
                    <a:pt x="122320" y="68614"/>
                    <a:pt x="122320" y="68159"/>
                  </a:cubicBezTo>
                  <a:cubicBezTo>
                    <a:pt x="122320" y="65881"/>
                    <a:pt x="120291" y="65881"/>
                    <a:pt x="119615" y="65881"/>
                  </a:cubicBezTo>
                  <a:cubicBezTo>
                    <a:pt x="117360" y="65881"/>
                    <a:pt x="117134" y="66792"/>
                    <a:pt x="116458" y="69981"/>
                  </a:cubicBezTo>
                  <a:cubicBezTo>
                    <a:pt x="112625" y="84784"/>
                    <a:pt x="108567" y="98221"/>
                    <a:pt x="99322" y="98221"/>
                  </a:cubicBezTo>
                  <a:cubicBezTo>
                    <a:pt x="93235" y="98221"/>
                    <a:pt x="92558" y="92300"/>
                    <a:pt x="92558" y="87745"/>
                  </a:cubicBezTo>
                  <a:cubicBezTo>
                    <a:pt x="92558" y="82735"/>
                    <a:pt x="95264" y="72030"/>
                    <a:pt x="97068" y="64059"/>
                  </a:cubicBezTo>
                  <a:lnTo>
                    <a:pt x="103381" y="39463"/>
                  </a:lnTo>
                  <a:cubicBezTo>
                    <a:pt x="104057" y="36047"/>
                    <a:pt x="106312" y="27392"/>
                    <a:pt x="107214" y="23976"/>
                  </a:cubicBezTo>
                  <a:cubicBezTo>
                    <a:pt x="108341" y="18738"/>
                    <a:pt x="110596" y="10084"/>
                    <a:pt x="110596" y="8717"/>
                  </a:cubicBezTo>
                  <a:cubicBezTo>
                    <a:pt x="110596" y="4618"/>
                    <a:pt x="107439" y="2568"/>
                    <a:pt x="104057" y="2568"/>
                  </a:cubicBezTo>
                  <a:cubicBezTo>
                    <a:pt x="102930" y="2568"/>
                    <a:pt x="97068" y="2796"/>
                    <a:pt x="95264" y="10539"/>
                  </a:cubicBezTo>
                  <a:lnTo>
                    <a:pt x="84667" y="53128"/>
                  </a:lnTo>
                  <a:cubicBezTo>
                    <a:pt x="81961" y="64515"/>
                    <a:pt x="79481" y="74080"/>
                    <a:pt x="78805" y="76358"/>
                  </a:cubicBezTo>
                  <a:cubicBezTo>
                    <a:pt x="78579" y="77496"/>
                    <a:pt x="67757" y="98221"/>
                    <a:pt x="49494" y="98221"/>
                  </a:cubicBezTo>
                  <a:cubicBezTo>
                    <a:pt x="38220" y="98221"/>
                    <a:pt x="32809" y="90706"/>
                    <a:pt x="32809" y="78407"/>
                  </a:cubicBezTo>
                  <a:cubicBezTo>
                    <a:pt x="32809" y="71803"/>
                    <a:pt x="34387" y="65426"/>
                    <a:pt x="35966" y="59049"/>
                  </a:cubicBezTo>
                  <a:lnTo>
                    <a:pt x="45435"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7" name="Freeform: Shape 146">
              <a:extLst>
                <a:ext uri="{FF2B5EF4-FFF2-40B4-BE49-F238E27FC236}">
                  <a16:creationId xmlns:a16="http://schemas.microsoft.com/office/drawing/2014/main" id="{2A846734-8B2C-783A-EFC5-EB7E1002EE3F}"/>
                </a:ext>
              </a:extLst>
            </p:cNvPr>
            <p:cNvSpPr/>
            <p:nvPr>
              <p:custDataLst>
                <p:tags r:id="rId35"/>
              </p:custDataLst>
            </p:nvPr>
          </p:nvSpPr>
          <p:spPr>
            <a:xfrm>
              <a:off x="4227251" y="5727828"/>
              <a:ext cx="73232" cy="109044"/>
            </a:xfrm>
            <a:custGeom>
              <a:avLst/>
              <a:gdLst>
                <a:gd name="connsiteX0" fmla="*/ 73354 w 73232"/>
                <a:gd name="connsiteY0" fmla="*/ 55065 h 109044"/>
                <a:gd name="connsiteX1" fmla="*/ 64043 w 73232"/>
                <a:gd name="connsiteY1" fmla="*/ 13775 h 109044"/>
                <a:gd name="connsiteX2" fmla="*/ 36738 w 73232"/>
                <a:gd name="connsiteY2" fmla="*/ 64 h 109044"/>
                <a:gd name="connsiteX3" fmla="*/ 122 w 73232"/>
                <a:gd name="connsiteY3" fmla="*/ 55065 h 109044"/>
                <a:gd name="connsiteX4" fmla="*/ 36738 w 73232"/>
                <a:gd name="connsiteY4" fmla="*/ 109109 h 109044"/>
                <a:gd name="connsiteX5" fmla="*/ 73354 w 73232"/>
                <a:gd name="connsiteY5" fmla="*/ 55065 h 109044"/>
                <a:gd name="connsiteX6" fmla="*/ 36738 w 73232"/>
                <a:gd name="connsiteY6" fmla="*/ 104645 h 109044"/>
                <a:gd name="connsiteX7" fmla="*/ 16694 w 73232"/>
                <a:gd name="connsiteY7" fmla="*/ 87268 h 109044"/>
                <a:gd name="connsiteX8" fmla="*/ 14485 w 73232"/>
                <a:gd name="connsiteY8" fmla="*/ 52992 h 109044"/>
                <a:gd name="connsiteX9" fmla="*/ 16852 w 73232"/>
                <a:gd name="connsiteY9" fmla="*/ 20470 h 109044"/>
                <a:gd name="connsiteX10" fmla="*/ 36738 w 73232"/>
                <a:gd name="connsiteY10" fmla="*/ 4528 h 109044"/>
                <a:gd name="connsiteX11" fmla="*/ 56309 w 73232"/>
                <a:gd name="connsiteY11" fmla="*/ 19035 h 109044"/>
                <a:gd name="connsiteX12" fmla="*/ 58992 w 73232"/>
                <a:gd name="connsiteY12" fmla="*/ 52992 h 109044"/>
                <a:gd name="connsiteX13" fmla="*/ 56940 w 73232"/>
                <a:gd name="connsiteY13" fmla="*/ 86630 h 109044"/>
                <a:gd name="connsiteX14" fmla="*/ 36738 w 73232"/>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232" h="109044">
                  <a:moveTo>
                    <a:pt x="73354" y="55065"/>
                  </a:moveTo>
                  <a:cubicBezTo>
                    <a:pt x="73354" y="37528"/>
                    <a:pt x="71303" y="24934"/>
                    <a:pt x="64043" y="13775"/>
                  </a:cubicBezTo>
                  <a:cubicBezTo>
                    <a:pt x="59150" y="6441"/>
                    <a:pt x="49365" y="64"/>
                    <a:pt x="36738" y="64"/>
                  </a:cubicBezTo>
                  <a:cubicBezTo>
                    <a:pt x="122" y="64"/>
                    <a:pt x="122" y="43586"/>
                    <a:pt x="122" y="55065"/>
                  </a:cubicBezTo>
                  <a:cubicBezTo>
                    <a:pt x="122" y="66543"/>
                    <a:pt x="122" y="109109"/>
                    <a:pt x="36738" y="109109"/>
                  </a:cubicBezTo>
                  <a:cubicBezTo>
                    <a:pt x="73354" y="109109"/>
                    <a:pt x="73354" y="66543"/>
                    <a:pt x="73354" y="55065"/>
                  </a:cubicBezTo>
                  <a:close/>
                  <a:moveTo>
                    <a:pt x="36738" y="104645"/>
                  </a:moveTo>
                  <a:cubicBezTo>
                    <a:pt x="29478" y="104645"/>
                    <a:pt x="19851" y="100341"/>
                    <a:pt x="16694" y="87268"/>
                  </a:cubicBezTo>
                  <a:cubicBezTo>
                    <a:pt x="14485" y="77862"/>
                    <a:pt x="14485" y="64790"/>
                    <a:pt x="14485" y="52992"/>
                  </a:cubicBezTo>
                  <a:cubicBezTo>
                    <a:pt x="14485" y="41355"/>
                    <a:pt x="14485" y="29239"/>
                    <a:pt x="16852" y="20470"/>
                  </a:cubicBezTo>
                  <a:cubicBezTo>
                    <a:pt x="20166" y="7876"/>
                    <a:pt x="30267" y="4528"/>
                    <a:pt x="36738" y="4528"/>
                  </a:cubicBezTo>
                  <a:cubicBezTo>
                    <a:pt x="45261" y="4528"/>
                    <a:pt x="53468" y="9789"/>
                    <a:pt x="56309" y="19035"/>
                  </a:cubicBezTo>
                  <a:cubicBezTo>
                    <a:pt x="58834" y="27644"/>
                    <a:pt x="58992" y="39123"/>
                    <a:pt x="58992" y="52992"/>
                  </a:cubicBezTo>
                  <a:cubicBezTo>
                    <a:pt x="58992" y="64790"/>
                    <a:pt x="58992" y="76587"/>
                    <a:pt x="56940" y="86630"/>
                  </a:cubicBezTo>
                  <a:cubicBezTo>
                    <a:pt x="53784" y="101138"/>
                    <a:pt x="43051" y="104645"/>
                    <a:pt x="36738"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pic>
        <p:nvPicPr>
          <p:cNvPr id="11" name="Picture 10">
            <a:extLst>
              <a:ext uri="{FF2B5EF4-FFF2-40B4-BE49-F238E27FC236}">
                <a16:creationId xmlns:a16="http://schemas.microsoft.com/office/drawing/2014/main" id="{AE4B38DA-34EA-4CE6-1A0A-0777365C89E0}"/>
              </a:ext>
            </a:extLst>
          </p:cNvPr>
          <p:cNvPicPr>
            <a:picLocks noChangeAspect="1"/>
          </p:cNvPicPr>
          <p:nvPr/>
        </p:nvPicPr>
        <p:blipFill>
          <a:blip r:embed="rId38">
            <a:clrChange>
              <a:clrFrom>
                <a:srgbClr val="000000"/>
              </a:clrFrom>
              <a:clrTo>
                <a:srgbClr val="000000">
                  <a:alpha val="0"/>
                </a:srgbClr>
              </a:clrTo>
            </a:clrChange>
            <a:duotone>
              <a:schemeClr val="accent4">
                <a:shade val="45000"/>
                <a:satMod val="135000"/>
              </a:schemeClr>
              <a:prstClr val="white"/>
            </a:duotone>
            <a:extLst>
              <a:ext uri="{BEBA8EAE-BF5A-486C-A8C5-ECC9F3942E4B}">
                <a14:imgProps xmlns:a14="http://schemas.microsoft.com/office/drawing/2010/main">
                  <a14:imgLayer r:embed="rId39">
                    <a14:imgEffect>
                      <a14:brightnessContrast bright="-40000" contrast="20000"/>
                    </a14:imgEffect>
                  </a14:imgLayer>
                </a14:imgProps>
              </a:ext>
            </a:extLst>
          </a:blip>
          <a:stretch>
            <a:fillRect/>
          </a:stretch>
        </p:blipFill>
        <p:spPr>
          <a:xfrm>
            <a:off x="5697885" y="3078244"/>
            <a:ext cx="5185746" cy="3429000"/>
          </a:xfrm>
          <a:prstGeom prst="rect">
            <a:avLst/>
          </a:prstGeom>
        </p:spPr>
      </p:pic>
      <p:grpSp>
        <p:nvGrpSpPr>
          <p:cNvPr id="65" name="Group 64">
            <a:extLst>
              <a:ext uri="{FF2B5EF4-FFF2-40B4-BE49-F238E27FC236}">
                <a16:creationId xmlns:a16="http://schemas.microsoft.com/office/drawing/2014/main" id="{B8734E4D-8EC4-A98F-792B-3B4CA3776A3D}"/>
              </a:ext>
            </a:extLst>
          </p:cNvPr>
          <p:cNvGrpSpPr>
            <a:grpSpLocks noChangeAspect="1"/>
          </p:cNvGrpSpPr>
          <p:nvPr>
            <p:custDataLst>
              <p:tags r:id="rId2"/>
            </p:custDataLst>
          </p:nvPr>
        </p:nvGrpSpPr>
        <p:grpSpPr>
          <a:xfrm>
            <a:off x="914400" y="2705100"/>
            <a:ext cx="1104470" cy="204742"/>
            <a:chOff x="2657947" y="3984349"/>
            <a:chExt cx="1104470" cy="204742"/>
          </a:xfrm>
        </p:grpSpPr>
        <p:sp>
          <p:nvSpPr>
            <p:cNvPr id="58" name="Freeform: Shape 57">
              <a:extLst>
                <a:ext uri="{FF2B5EF4-FFF2-40B4-BE49-F238E27FC236}">
                  <a16:creationId xmlns:a16="http://schemas.microsoft.com/office/drawing/2014/main" id="{47726FA2-6053-14EC-64BA-9F26B675AF72}"/>
                </a:ext>
              </a:extLst>
            </p:cNvPr>
            <p:cNvSpPr/>
            <p:nvPr>
              <p:custDataLst>
                <p:tags r:id="rId22"/>
              </p:custDataLst>
            </p:nvPr>
          </p:nvSpPr>
          <p:spPr>
            <a:xfrm>
              <a:off x="2657947" y="3984349"/>
              <a:ext cx="153994" cy="155550"/>
            </a:xfrm>
            <a:custGeom>
              <a:avLst/>
              <a:gdLst>
                <a:gd name="connsiteX0" fmla="*/ 130848 w 153994"/>
                <a:gd name="connsiteY0" fmla="*/ 17827 h 155550"/>
                <a:gd name="connsiteX1" fmla="*/ 148660 w 153994"/>
                <a:gd name="connsiteY1" fmla="*/ 7123 h 155550"/>
                <a:gd name="connsiteX2" fmla="*/ 154072 w 153994"/>
                <a:gd name="connsiteY2" fmla="*/ 7123 h 155550"/>
                <a:gd name="connsiteX3" fmla="*/ 154072 w 153994"/>
                <a:gd name="connsiteY3" fmla="*/ 63 h 155550"/>
                <a:gd name="connsiteX4" fmla="*/ 120928 w 153994"/>
                <a:gd name="connsiteY4" fmla="*/ 746 h 155550"/>
                <a:gd name="connsiteX5" fmla="*/ 87558 w 153994"/>
                <a:gd name="connsiteY5" fmla="*/ 63 h 155550"/>
                <a:gd name="connsiteX6" fmla="*/ 87558 w 153994"/>
                <a:gd name="connsiteY6" fmla="*/ 7123 h 155550"/>
                <a:gd name="connsiteX7" fmla="*/ 92970 w 153994"/>
                <a:gd name="connsiteY7" fmla="*/ 7123 h 155550"/>
                <a:gd name="connsiteX8" fmla="*/ 110782 w 153994"/>
                <a:gd name="connsiteY8" fmla="*/ 17827 h 155550"/>
                <a:gd name="connsiteX9" fmla="*/ 110782 w 153994"/>
                <a:gd name="connsiteY9" fmla="*/ 71120 h 155550"/>
                <a:gd name="connsiteX10" fmla="*/ 43367 w 153994"/>
                <a:gd name="connsiteY10" fmla="*/ 71120 h 155550"/>
                <a:gd name="connsiteX11" fmla="*/ 43367 w 153994"/>
                <a:gd name="connsiteY11" fmla="*/ 17827 h 155550"/>
                <a:gd name="connsiteX12" fmla="*/ 61179 w 153994"/>
                <a:gd name="connsiteY12" fmla="*/ 7123 h 155550"/>
                <a:gd name="connsiteX13" fmla="*/ 66590 w 153994"/>
                <a:gd name="connsiteY13" fmla="*/ 7123 h 155550"/>
                <a:gd name="connsiteX14" fmla="*/ 66590 w 153994"/>
                <a:gd name="connsiteY14" fmla="*/ 63 h 155550"/>
                <a:gd name="connsiteX15" fmla="*/ 33446 w 153994"/>
                <a:gd name="connsiteY15" fmla="*/ 746 h 155550"/>
                <a:gd name="connsiteX16" fmla="*/ 77 w 153994"/>
                <a:gd name="connsiteY16" fmla="*/ 63 h 155550"/>
                <a:gd name="connsiteX17" fmla="*/ 77 w 153994"/>
                <a:gd name="connsiteY17" fmla="*/ 7123 h 155550"/>
                <a:gd name="connsiteX18" fmla="*/ 5488 w 153994"/>
                <a:gd name="connsiteY18" fmla="*/ 7123 h 155550"/>
                <a:gd name="connsiteX19" fmla="*/ 23300 w 153994"/>
                <a:gd name="connsiteY19" fmla="*/ 17827 h 155550"/>
                <a:gd name="connsiteX20" fmla="*/ 23300 w 153994"/>
                <a:gd name="connsiteY20" fmla="*/ 137849 h 155550"/>
                <a:gd name="connsiteX21" fmla="*/ 5488 w 153994"/>
                <a:gd name="connsiteY21" fmla="*/ 148553 h 155550"/>
                <a:gd name="connsiteX22" fmla="*/ 77 w 153994"/>
                <a:gd name="connsiteY22" fmla="*/ 148553 h 155550"/>
                <a:gd name="connsiteX23" fmla="*/ 77 w 153994"/>
                <a:gd name="connsiteY23" fmla="*/ 155613 h 155550"/>
                <a:gd name="connsiteX24" fmla="*/ 33221 w 153994"/>
                <a:gd name="connsiteY24" fmla="*/ 154930 h 155550"/>
                <a:gd name="connsiteX25" fmla="*/ 66590 w 153994"/>
                <a:gd name="connsiteY25" fmla="*/ 155613 h 155550"/>
                <a:gd name="connsiteX26" fmla="*/ 66590 w 153994"/>
                <a:gd name="connsiteY26" fmla="*/ 148553 h 155550"/>
                <a:gd name="connsiteX27" fmla="*/ 61179 w 153994"/>
                <a:gd name="connsiteY27" fmla="*/ 148553 h 155550"/>
                <a:gd name="connsiteX28" fmla="*/ 43367 w 153994"/>
                <a:gd name="connsiteY28" fmla="*/ 137849 h 155550"/>
                <a:gd name="connsiteX29" fmla="*/ 43367 w 153994"/>
                <a:gd name="connsiteY29" fmla="*/ 78180 h 155550"/>
                <a:gd name="connsiteX30" fmla="*/ 110782 w 153994"/>
                <a:gd name="connsiteY30" fmla="*/ 78180 h 155550"/>
                <a:gd name="connsiteX31" fmla="*/ 110782 w 153994"/>
                <a:gd name="connsiteY31" fmla="*/ 137849 h 155550"/>
                <a:gd name="connsiteX32" fmla="*/ 92970 w 153994"/>
                <a:gd name="connsiteY32" fmla="*/ 148553 h 155550"/>
                <a:gd name="connsiteX33" fmla="*/ 87558 w 153994"/>
                <a:gd name="connsiteY33" fmla="*/ 148553 h 155550"/>
                <a:gd name="connsiteX34" fmla="*/ 87558 w 153994"/>
                <a:gd name="connsiteY34" fmla="*/ 155613 h 155550"/>
                <a:gd name="connsiteX35" fmla="*/ 120702 w 153994"/>
                <a:gd name="connsiteY35" fmla="*/ 154930 h 155550"/>
                <a:gd name="connsiteX36" fmla="*/ 154072 w 153994"/>
                <a:gd name="connsiteY36" fmla="*/ 155613 h 155550"/>
                <a:gd name="connsiteX37" fmla="*/ 154072 w 153994"/>
                <a:gd name="connsiteY37" fmla="*/ 148553 h 155550"/>
                <a:gd name="connsiteX38" fmla="*/ 148660 w 153994"/>
                <a:gd name="connsiteY38" fmla="*/ 148553 h 155550"/>
                <a:gd name="connsiteX39" fmla="*/ 130848 w 153994"/>
                <a:gd name="connsiteY39" fmla="*/ 137849 h 155550"/>
                <a:gd name="connsiteX40" fmla="*/ 130848 w 153994"/>
                <a:gd name="connsiteY40" fmla="*/ 17827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3994" h="155550">
                  <a:moveTo>
                    <a:pt x="130848" y="17827"/>
                  </a:moveTo>
                  <a:cubicBezTo>
                    <a:pt x="130848" y="9628"/>
                    <a:pt x="131299" y="7123"/>
                    <a:pt x="148660" y="7123"/>
                  </a:cubicBezTo>
                  <a:lnTo>
                    <a:pt x="154072" y="7123"/>
                  </a:lnTo>
                  <a:lnTo>
                    <a:pt x="154072" y="63"/>
                  </a:lnTo>
                  <a:cubicBezTo>
                    <a:pt x="146180" y="746"/>
                    <a:pt x="129496" y="746"/>
                    <a:pt x="120928" y="746"/>
                  </a:cubicBezTo>
                  <a:cubicBezTo>
                    <a:pt x="112360" y="746"/>
                    <a:pt x="95450" y="746"/>
                    <a:pt x="87558" y="63"/>
                  </a:cubicBezTo>
                  <a:lnTo>
                    <a:pt x="87558" y="7123"/>
                  </a:lnTo>
                  <a:lnTo>
                    <a:pt x="92970" y="7123"/>
                  </a:lnTo>
                  <a:cubicBezTo>
                    <a:pt x="110331" y="7123"/>
                    <a:pt x="110782" y="9628"/>
                    <a:pt x="110782" y="17827"/>
                  </a:cubicBezTo>
                  <a:lnTo>
                    <a:pt x="110782" y="71120"/>
                  </a:lnTo>
                  <a:lnTo>
                    <a:pt x="43367" y="71120"/>
                  </a:lnTo>
                  <a:lnTo>
                    <a:pt x="43367" y="17827"/>
                  </a:lnTo>
                  <a:cubicBezTo>
                    <a:pt x="43367" y="9628"/>
                    <a:pt x="43818" y="7123"/>
                    <a:pt x="61179" y="7123"/>
                  </a:cubicBezTo>
                  <a:lnTo>
                    <a:pt x="66590" y="7123"/>
                  </a:lnTo>
                  <a:lnTo>
                    <a:pt x="66590" y="63"/>
                  </a:lnTo>
                  <a:cubicBezTo>
                    <a:pt x="58699" y="746"/>
                    <a:pt x="42014" y="746"/>
                    <a:pt x="33446" y="746"/>
                  </a:cubicBezTo>
                  <a:cubicBezTo>
                    <a:pt x="24878" y="746"/>
                    <a:pt x="7968" y="746"/>
                    <a:pt x="77" y="63"/>
                  </a:cubicBezTo>
                  <a:lnTo>
                    <a:pt x="77" y="7123"/>
                  </a:lnTo>
                  <a:lnTo>
                    <a:pt x="5488" y="7123"/>
                  </a:lnTo>
                  <a:cubicBezTo>
                    <a:pt x="22849" y="7123"/>
                    <a:pt x="23300" y="9628"/>
                    <a:pt x="23300" y="17827"/>
                  </a:cubicBezTo>
                  <a:lnTo>
                    <a:pt x="23300" y="137849"/>
                  </a:lnTo>
                  <a:cubicBezTo>
                    <a:pt x="23300" y="146048"/>
                    <a:pt x="22849" y="148553"/>
                    <a:pt x="5488" y="148553"/>
                  </a:cubicBezTo>
                  <a:lnTo>
                    <a:pt x="77" y="148553"/>
                  </a:lnTo>
                  <a:lnTo>
                    <a:pt x="77" y="155613"/>
                  </a:lnTo>
                  <a:cubicBezTo>
                    <a:pt x="7968" y="154930"/>
                    <a:pt x="24653" y="154930"/>
                    <a:pt x="33221" y="154930"/>
                  </a:cubicBezTo>
                  <a:cubicBezTo>
                    <a:pt x="41788" y="154930"/>
                    <a:pt x="58699" y="154930"/>
                    <a:pt x="66590" y="155613"/>
                  </a:cubicBezTo>
                  <a:lnTo>
                    <a:pt x="66590" y="148553"/>
                  </a:lnTo>
                  <a:lnTo>
                    <a:pt x="61179" y="148553"/>
                  </a:lnTo>
                  <a:cubicBezTo>
                    <a:pt x="43818" y="148553"/>
                    <a:pt x="43367" y="146048"/>
                    <a:pt x="43367" y="137849"/>
                  </a:cubicBezTo>
                  <a:lnTo>
                    <a:pt x="43367" y="78180"/>
                  </a:lnTo>
                  <a:lnTo>
                    <a:pt x="110782" y="78180"/>
                  </a:lnTo>
                  <a:lnTo>
                    <a:pt x="110782" y="137849"/>
                  </a:lnTo>
                  <a:cubicBezTo>
                    <a:pt x="110782" y="146048"/>
                    <a:pt x="110331" y="148553"/>
                    <a:pt x="92970" y="148553"/>
                  </a:cubicBezTo>
                  <a:lnTo>
                    <a:pt x="87558" y="148553"/>
                  </a:lnTo>
                  <a:lnTo>
                    <a:pt x="87558" y="155613"/>
                  </a:lnTo>
                  <a:cubicBezTo>
                    <a:pt x="95450" y="154930"/>
                    <a:pt x="112135" y="154930"/>
                    <a:pt x="120702" y="154930"/>
                  </a:cubicBezTo>
                  <a:cubicBezTo>
                    <a:pt x="129270" y="154930"/>
                    <a:pt x="146180" y="154930"/>
                    <a:pt x="154072" y="155613"/>
                  </a:cubicBezTo>
                  <a:lnTo>
                    <a:pt x="154072" y="148553"/>
                  </a:lnTo>
                  <a:lnTo>
                    <a:pt x="148660" y="148553"/>
                  </a:lnTo>
                  <a:cubicBezTo>
                    <a:pt x="131299" y="148553"/>
                    <a:pt x="130848" y="146048"/>
                    <a:pt x="130848" y="137849"/>
                  </a:cubicBezTo>
                  <a:lnTo>
                    <a:pt x="130848" y="1782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 name="Freeform: Shape 58">
              <a:extLst>
                <a:ext uri="{FF2B5EF4-FFF2-40B4-BE49-F238E27FC236}">
                  <a16:creationId xmlns:a16="http://schemas.microsoft.com/office/drawing/2014/main" id="{10C6EAA8-4AB5-D9A8-9495-0234EB3E4244}"/>
                </a:ext>
              </a:extLst>
            </p:cNvPr>
            <p:cNvSpPr/>
            <p:nvPr>
              <p:custDataLst>
                <p:tags r:id="rId23"/>
              </p:custDataLst>
            </p:nvPr>
          </p:nvSpPr>
          <p:spPr>
            <a:xfrm>
              <a:off x="2827816" y="4068204"/>
              <a:ext cx="73232" cy="109044"/>
            </a:xfrm>
            <a:custGeom>
              <a:avLst/>
              <a:gdLst>
                <a:gd name="connsiteX0" fmla="*/ 73316 w 73232"/>
                <a:gd name="connsiteY0" fmla="*/ 55065 h 109044"/>
                <a:gd name="connsiteX1" fmla="*/ 64005 w 73232"/>
                <a:gd name="connsiteY1" fmla="*/ 13775 h 109044"/>
                <a:gd name="connsiteX2" fmla="*/ 36700 w 73232"/>
                <a:gd name="connsiteY2" fmla="*/ 64 h 109044"/>
                <a:gd name="connsiteX3" fmla="*/ 84 w 73232"/>
                <a:gd name="connsiteY3" fmla="*/ 55065 h 109044"/>
                <a:gd name="connsiteX4" fmla="*/ 36700 w 73232"/>
                <a:gd name="connsiteY4" fmla="*/ 109109 h 109044"/>
                <a:gd name="connsiteX5" fmla="*/ 73316 w 73232"/>
                <a:gd name="connsiteY5" fmla="*/ 55065 h 109044"/>
                <a:gd name="connsiteX6" fmla="*/ 36700 w 73232"/>
                <a:gd name="connsiteY6" fmla="*/ 104645 h 109044"/>
                <a:gd name="connsiteX7" fmla="*/ 16656 w 73232"/>
                <a:gd name="connsiteY7" fmla="*/ 87268 h 109044"/>
                <a:gd name="connsiteX8" fmla="*/ 14447 w 73232"/>
                <a:gd name="connsiteY8" fmla="*/ 52992 h 109044"/>
                <a:gd name="connsiteX9" fmla="*/ 16814 w 73232"/>
                <a:gd name="connsiteY9" fmla="*/ 20470 h 109044"/>
                <a:gd name="connsiteX10" fmla="*/ 36700 w 73232"/>
                <a:gd name="connsiteY10" fmla="*/ 4528 h 109044"/>
                <a:gd name="connsiteX11" fmla="*/ 56271 w 73232"/>
                <a:gd name="connsiteY11" fmla="*/ 19035 h 109044"/>
                <a:gd name="connsiteX12" fmla="*/ 58954 w 73232"/>
                <a:gd name="connsiteY12" fmla="*/ 52992 h 109044"/>
                <a:gd name="connsiteX13" fmla="*/ 56902 w 73232"/>
                <a:gd name="connsiteY13" fmla="*/ 86630 h 109044"/>
                <a:gd name="connsiteX14" fmla="*/ 36700 w 73232"/>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232" h="109044">
                  <a:moveTo>
                    <a:pt x="73316" y="55065"/>
                  </a:moveTo>
                  <a:cubicBezTo>
                    <a:pt x="73316" y="37528"/>
                    <a:pt x="71265" y="24934"/>
                    <a:pt x="64005" y="13775"/>
                  </a:cubicBezTo>
                  <a:cubicBezTo>
                    <a:pt x="59112" y="6441"/>
                    <a:pt x="49327" y="64"/>
                    <a:pt x="36700" y="64"/>
                  </a:cubicBezTo>
                  <a:cubicBezTo>
                    <a:pt x="84" y="64"/>
                    <a:pt x="84" y="43586"/>
                    <a:pt x="84" y="55065"/>
                  </a:cubicBezTo>
                  <a:cubicBezTo>
                    <a:pt x="84" y="66543"/>
                    <a:pt x="84" y="109109"/>
                    <a:pt x="36700" y="109109"/>
                  </a:cubicBezTo>
                  <a:cubicBezTo>
                    <a:pt x="73316" y="109109"/>
                    <a:pt x="73316" y="66543"/>
                    <a:pt x="73316" y="55065"/>
                  </a:cubicBezTo>
                  <a:close/>
                  <a:moveTo>
                    <a:pt x="36700" y="104645"/>
                  </a:moveTo>
                  <a:cubicBezTo>
                    <a:pt x="29440" y="104645"/>
                    <a:pt x="19813" y="100341"/>
                    <a:pt x="16656" y="87268"/>
                  </a:cubicBezTo>
                  <a:cubicBezTo>
                    <a:pt x="14447" y="77862"/>
                    <a:pt x="14447" y="64790"/>
                    <a:pt x="14447" y="52992"/>
                  </a:cubicBezTo>
                  <a:cubicBezTo>
                    <a:pt x="14447" y="41355"/>
                    <a:pt x="14447" y="29239"/>
                    <a:pt x="16814" y="20470"/>
                  </a:cubicBezTo>
                  <a:cubicBezTo>
                    <a:pt x="20128" y="7876"/>
                    <a:pt x="30229" y="4528"/>
                    <a:pt x="36700" y="4528"/>
                  </a:cubicBezTo>
                  <a:cubicBezTo>
                    <a:pt x="45223" y="4528"/>
                    <a:pt x="53430" y="9789"/>
                    <a:pt x="56271" y="19035"/>
                  </a:cubicBezTo>
                  <a:cubicBezTo>
                    <a:pt x="58796" y="27644"/>
                    <a:pt x="58954" y="39123"/>
                    <a:pt x="58954" y="52992"/>
                  </a:cubicBezTo>
                  <a:cubicBezTo>
                    <a:pt x="58954" y="64790"/>
                    <a:pt x="58954" y="76587"/>
                    <a:pt x="56902" y="86630"/>
                  </a:cubicBezTo>
                  <a:cubicBezTo>
                    <a:pt x="53746" y="101138"/>
                    <a:pt x="43013" y="104645"/>
                    <a:pt x="36700"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 name="Freeform: Shape 59">
              <a:extLst>
                <a:ext uri="{FF2B5EF4-FFF2-40B4-BE49-F238E27FC236}">
                  <a16:creationId xmlns:a16="http://schemas.microsoft.com/office/drawing/2014/main" id="{838E672B-CAAA-F18F-581F-9A4707760373}"/>
                </a:ext>
              </a:extLst>
            </p:cNvPr>
            <p:cNvSpPr/>
            <p:nvPr>
              <p:custDataLst>
                <p:tags r:id="rId24"/>
              </p:custDataLst>
            </p:nvPr>
          </p:nvSpPr>
          <p:spPr>
            <a:xfrm>
              <a:off x="3002776" y="4041740"/>
              <a:ext cx="23899" cy="98158"/>
            </a:xfrm>
            <a:custGeom>
              <a:avLst/>
              <a:gdLst>
                <a:gd name="connsiteX0" fmla="*/ 23991 w 23899"/>
                <a:gd name="connsiteY0" fmla="*/ 12133 h 98158"/>
                <a:gd name="connsiteX1" fmla="*/ 12041 w 23899"/>
                <a:gd name="connsiteY1" fmla="*/ 63 h 98158"/>
                <a:gd name="connsiteX2" fmla="*/ 91 w 23899"/>
                <a:gd name="connsiteY2" fmla="*/ 12133 h 98158"/>
                <a:gd name="connsiteX3" fmla="*/ 12041 w 23899"/>
                <a:gd name="connsiteY3" fmla="*/ 24204 h 98158"/>
                <a:gd name="connsiteX4" fmla="*/ 23991 w 23899"/>
                <a:gd name="connsiteY4" fmla="*/ 12133 h 98158"/>
                <a:gd name="connsiteX5" fmla="*/ 23991 w 23899"/>
                <a:gd name="connsiteY5" fmla="*/ 86151 h 98158"/>
                <a:gd name="connsiteX6" fmla="*/ 12041 w 23899"/>
                <a:gd name="connsiteY6" fmla="*/ 74080 h 98158"/>
                <a:gd name="connsiteX7" fmla="*/ 91 w 23899"/>
                <a:gd name="connsiteY7" fmla="*/ 86151 h 98158"/>
                <a:gd name="connsiteX8" fmla="*/ 12041 w 23899"/>
                <a:gd name="connsiteY8" fmla="*/ 98221 h 98158"/>
                <a:gd name="connsiteX9" fmla="*/ 23991 w 23899"/>
                <a:gd name="connsiteY9" fmla="*/ 86151 h 9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99" h="98158">
                  <a:moveTo>
                    <a:pt x="23991" y="12133"/>
                  </a:moveTo>
                  <a:cubicBezTo>
                    <a:pt x="23991" y="5529"/>
                    <a:pt x="18580" y="63"/>
                    <a:pt x="12041" y="63"/>
                  </a:cubicBezTo>
                  <a:cubicBezTo>
                    <a:pt x="5503" y="63"/>
                    <a:pt x="91" y="5529"/>
                    <a:pt x="91" y="12133"/>
                  </a:cubicBezTo>
                  <a:cubicBezTo>
                    <a:pt x="91" y="18738"/>
                    <a:pt x="5503" y="24204"/>
                    <a:pt x="12041" y="24204"/>
                  </a:cubicBezTo>
                  <a:cubicBezTo>
                    <a:pt x="18580" y="24204"/>
                    <a:pt x="23991" y="18738"/>
                    <a:pt x="23991" y="12133"/>
                  </a:cubicBezTo>
                  <a:close/>
                  <a:moveTo>
                    <a:pt x="23991" y="86151"/>
                  </a:moveTo>
                  <a:cubicBezTo>
                    <a:pt x="23991" y="79546"/>
                    <a:pt x="18580" y="74080"/>
                    <a:pt x="12041" y="74080"/>
                  </a:cubicBezTo>
                  <a:cubicBezTo>
                    <a:pt x="5503" y="74080"/>
                    <a:pt x="91" y="79546"/>
                    <a:pt x="91" y="86151"/>
                  </a:cubicBezTo>
                  <a:cubicBezTo>
                    <a:pt x="91" y="92755"/>
                    <a:pt x="5503" y="98221"/>
                    <a:pt x="12041" y="98221"/>
                  </a:cubicBezTo>
                  <a:cubicBezTo>
                    <a:pt x="18580" y="98221"/>
                    <a:pt x="23991" y="92755"/>
                    <a:pt x="23991" y="8615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 name="Freeform: Shape 60">
              <a:extLst>
                <a:ext uri="{FF2B5EF4-FFF2-40B4-BE49-F238E27FC236}">
                  <a16:creationId xmlns:a16="http://schemas.microsoft.com/office/drawing/2014/main" id="{50E59B37-CDCD-5C33-E7B1-65F681B01EFC}"/>
                </a:ext>
              </a:extLst>
            </p:cNvPr>
            <p:cNvSpPr/>
            <p:nvPr>
              <p:custDataLst>
                <p:tags r:id="rId25"/>
              </p:custDataLst>
            </p:nvPr>
          </p:nvSpPr>
          <p:spPr>
            <a:xfrm>
              <a:off x="3115408" y="4039235"/>
              <a:ext cx="122203" cy="149856"/>
            </a:xfrm>
            <a:custGeom>
              <a:avLst/>
              <a:gdLst>
                <a:gd name="connsiteX0" fmla="*/ 45416 w 122203"/>
                <a:gd name="connsiteY0" fmla="*/ 20788 h 149856"/>
                <a:gd name="connsiteX1" fmla="*/ 48798 w 122203"/>
                <a:gd name="connsiteY1" fmla="*/ 6212 h 149856"/>
                <a:gd name="connsiteX2" fmla="*/ 42260 w 122203"/>
                <a:gd name="connsiteY2" fmla="*/ 63 h 149856"/>
                <a:gd name="connsiteX3" fmla="*/ 33241 w 122203"/>
                <a:gd name="connsiteY3" fmla="*/ 8262 h 149856"/>
                <a:gd name="connsiteX4" fmla="*/ 773 w 122203"/>
                <a:gd name="connsiteY4" fmla="*/ 140127 h 149856"/>
                <a:gd name="connsiteX5" fmla="*/ 97 w 122203"/>
                <a:gd name="connsiteY5" fmla="*/ 143770 h 149856"/>
                <a:gd name="connsiteX6" fmla="*/ 6410 w 122203"/>
                <a:gd name="connsiteY6" fmla="*/ 149920 h 149856"/>
                <a:gd name="connsiteX7" fmla="*/ 14301 w 122203"/>
                <a:gd name="connsiteY7" fmla="*/ 145137 h 149856"/>
                <a:gd name="connsiteX8" fmla="*/ 26702 w 122203"/>
                <a:gd name="connsiteY8" fmla="*/ 96172 h 149856"/>
                <a:gd name="connsiteX9" fmla="*/ 48573 w 122203"/>
                <a:gd name="connsiteY9" fmla="*/ 103232 h 149856"/>
                <a:gd name="connsiteX10" fmla="*/ 78560 w 122203"/>
                <a:gd name="connsiteY10" fmla="*/ 86606 h 149856"/>
                <a:gd name="connsiteX11" fmla="*/ 98852 w 122203"/>
                <a:gd name="connsiteY11" fmla="*/ 103232 h 149856"/>
                <a:gd name="connsiteX12" fmla="*/ 115537 w 122203"/>
                <a:gd name="connsiteY12" fmla="*/ 90706 h 149856"/>
                <a:gd name="connsiteX13" fmla="*/ 122301 w 122203"/>
                <a:gd name="connsiteY13" fmla="*/ 68159 h 149856"/>
                <a:gd name="connsiteX14" fmla="*/ 119595 w 122203"/>
                <a:gd name="connsiteY14" fmla="*/ 65881 h 149856"/>
                <a:gd name="connsiteX15" fmla="*/ 116439 w 122203"/>
                <a:gd name="connsiteY15" fmla="*/ 69981 h 149856"/>
                <a:gd name="connsiteX16" fmla="*/ 99303 w 122203"/>
                <a:gd name="connsiteY16" fmla="*/ 98221 h 149856"/>
                <a:gd name="connsiteX17" fmla="*/ 92539 w 122203"/>
                <a:gd name="connsiteY17" fmla="*/ 87745 h 149856"/>
                <a:gd name="connsiteX18" fmla="*/ 97048 w 122203"/>
                <a:gd name="connsiteY18" fmla="*/ 64059 h 149856"/>
                <a:gd name="connsiteX19" fmla="*/ 103362 w 122203"/>
                <a:gd name="connsiteY19" fmla="*/ 39463 h 149856"/>
                <a:gd name="connsiteX20" fmla="*/ 107194 w 122203"/>
                <a:gd name="connsiteY20" fmla="*/ 23976 h 149856"/>
                <a:gd name="connsiteX21" fmla="*/ 110577 w 122203"/>
                <a:gd name="connsiteY21" fmla="*/ 8717 h 149856"/>
                <a:gd name="connsiteX22" fmla="*/ 104038 w 122203"/>
                <a:gd name="connsiteY22" fmla="*/ 2568 h 149856"/>
                <a:gd name="connsiteX23" fmla="*/ 95245 w 122203"/>
                <a:gd name="connsiteY23" fmla="*/ 10539 h 149856"/>
                <a:gd name="connsiteX24" fmla="*/ 84648 w 122203"/>
                <a:gd name="connsiteY24" fmla="*/ 53128 h 149856"/>
                <a:gd name="connsiteX25" fmla="*/ 78785 w 122203"/>
                <a:gd name="connsiteY25" fmla="*/ 76358 h 149856"/>
                <a:gd name="connsiteX26" fmla="*/ 49475 w 122203"/>
                <a:gd name="connsiteY26" fmla="*/ 98221 h 149856"/>
                <a:gd name="connsiteX27" fmla="*/ 32790 w 122203"/>
                <a:gd name="connsiteY27" fmla="*/ 78407 h 149856"/>
                <a:gd name="connsiteX28" fmla="*/ 35946 w 122203"/>
                <a:gd name="connsiteY28" fmla="*/ 59049 h 149856"/>
                <a:gd name="connsiteX29" fmla="*/ 45416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16" y="20788"/>
                  </a:moveTo>
                  <a:cubicBezTo>
                    <a:pt x="46543" y="16005"/>
                    <a:pt x="48798" y="7351"/>
                    <a:pt x="48798" y="6212"/>
                  </a:cubicBezTo>
                  <a:cubicBezTo>
                    <a:pt x="48798" y="2340"/>
                    <a:pt x="46093" y="63"/>
                    <a:pt x="42260" y="63"/>
                  </a:cubicBezTo>
                  <a:cubicBezTo>
                    <a:pt x="41583" y="63"/>
                    <a:pt x="35270" y="291"/>
                    <a:pt x="33241" y="8262"/>
                  </a:cubicBezTo>
                  <a:lnTo>
                    <a:pt x="773" y="140127"/>
                  </a:lnTo>
                  <a:cubicBezTo>
                    <a:pt x="97" y="142859"/>
                    <a:pt x="97" y="143315"/>
                    <a:pt x="97" y="143770"/>
                  </a:cubicBezTo>
                  <a:cubicBezTo>
                    <a:pt x="97" y="147187"/>
                    <a:pt x="2577" y="149920"/>
                    <a:pt x="6410" y="149920"/>
                  </a:cubicBezTo>
                  <a:cubicBezTo>
                    <a:pt x="11145" y="149920"/>
                    <a:pt x="13851" y="145820"/>
                    <a:pt x="14301" y="145137"/>
                  </a:cubicBezTo>
                  <a:cubicBezTo>
                    <a:pt x="15203" y="143087"/>
                    <a:pt x="18134" y="131244"/>
                    <a:pt x="26702" y="96172"/>
                  </a:cubicBezTo>
                  <a:cubicBezTo>
                    <a:pt x="33917" y="102321"/>
                    <a:pt x="44063" y="103232"/>
                    <a:pt x="48573" y="103232"/>
                  </a:cubicBezTo>
                  <a:cubicBezTo>
                    <a:pt x="64355" y="103232"/>
                    <a:pt x="73149" y="92983"/>
                    <a:pt x="78560" y="86606"/>
                  </a:cubicBezTo>
                  <a:cubicBezTo>
                    <a:pt x="80589" y="96855"/>
                    <a:pt x="88932" y="103232"/>
                    <a:pt x="98852" y="103232"/>
                  </a:cubicBezTo>
                  <a:cubicBezTo>
                    <a:pt x="106744" y="103232"/>
                    <a:pt x="111929" y="97994"/>
                    <a:pt x="115537" y="90706"/>
                  </a:cubicBezTo>
                  <a:cubicBezTo>
                    <a:pt x="119370" y="82507"/>
                    <a:pt x="122301" y="68614"/>
                    <a:pt x="122301" y="68159"/>
                  </a:cubicBezTo>
                  <a:cubicBezTo>
                    <a:pt x="122301" y="65881"/>
                    <a:pt x="120272" y="65881"/>
                    <a:pt x="119595" y="65881"/>
                  </a:cubicBezTo>
                  <a:cubicBezTo>
                    <a:pt x="117341" y="65881"/>
                    <a:pt x="117115" y="66792"/>
                    <a:pt x="116439" y="69981"/>
                  </a:cubicBezTo>
                  <a:cubicBezTo>
                    <a:pt x="112606" y="84784"/>
                    <a:pt x="108547" y="98221"/>
                    <a:pt x="99303" y="98221"/>
                  </a:cubicBezTo>
                  <a:cubicBezTo>
                    <a:pt x="93215" y="98221"/>
                    <a:pt x="92539" y="92300"/>
                    <a:pt x="92539" y="87745"/>
                  </a:cubicBezTo>
                  <a:cubicBezTo>
                    <a:pt x="92539" y="82735"/>
                    <a:pt x="95245" y="72030"/>
                    <a:pt x="97048" y="64059"/>
                  </a:cubicBezTo>
                  <a:lnTo>
                    <a:pt x="103362" y="39463"/>
                  </a:lnTo>
                  <a:cubicBezTo>
                    <a:pt x="104038" y="36047"/>
                    <a:pt x="106293" y="27392"/>
                    <a:pt x="107194" y="23976"/>
                  </a:cubicBezTo>
                  <a:cubicBezTo>
                    <a:pt x="108322" y="18738"/>
                    <a:pt x="110577" y="10084"/>
                    <a:pt x="110577" y="8717"/>
                  </a:cubicBezTo>
                  <a:cubicBezTo>
                    <a:pt x="110577" y="4618"/>
                    <a:pt x="107420" y="2568"/>
                    <a:pt x="104038" y="2568"/>
                  </a:cubicBezTo>
                  <a:cubicBezTo>
                    <a:pt x="102911" y="2568"/>
                    <a:pt x="97048" y="2796"/>
                    <a:pt x="95245" y="10539"/>
                  </a:cubicBezTo>
                  <a:lnTo>
                    <a:pt x="84648" y="53128"/>
                  </a:lnTo>
                  <a:cubicBezTo>
                    <a:pt x="81942" y="64515"/>
                    <a:pt x="79462" y="74080"/>
                    <a:pt x="78785" y="76358"/>
                  </a:cubicBezTo>
                  <a:cubicBezTo>
                    <a:pt x="78560" y="77496"/>
                    <a:pt x="67738" y="98221"/>
                    <a:pt x="49475" y="98221"/>
                  </a:cubicBezTo>
                  <a:cubicBezTo>
                    <a:pt x="38201" y="98221"/>
                    <a:pt x="32790" y="90706"/>
                    <a:pt x="32790" y="78407"/>
                  </a:cubicBezTo>
                  <a:cubicBezTo>
                    <a:pt x="32790" y="71803"/>
                    <a:pt x="34368" y="65426"/>
                    <a:pt x="35946" y="59049"/>
                  </a:cubicBezTo>
                  <a:lnTo>
                    <a:pt x="45416"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 name="Freeform: Shape 61">
              <a:extLst>
                <a:ext uri="{FF2B5EF4-FFF2-40B4-BE49-F238E27FC236}">
                  <a16:creationId xmlns:a16="http://schemas.microsoft.com/office/drawing/2014/main" id="{BBFF8902-C7F0-C136-27AE-44F59924F512}"/>
                </a:ext>
              </a:extLst>
            </p:cNvPr>
            <p:cNvSpPr/>
            <p:nvPr>
              <p:custDataLst>
                <p:tags r:id="rId26"/>
              </p:custDataLst>
            </p:nvPr>
          </p:nvSpPr>
          <p:spPr>
            <a:xfrm>
              <a:off x="3325843" y="3995053"/>
              <a:ext cx="137761" cy="176047"/>
            </a:xfrm>
            <a:custGeom>
              <a:avLst/>
              <a:gdLst>
                <a:gd name="connsiteX0" fmla="*/ 133583 w 137761"/>
                <a:gd name="connsiteY0" fmla="*/ 9628 h 176047"/>
                <a:gd name="connsiteX1" fmla="*/ 137867 w 137761"/>
                <a:gd name="connsiteY1" fmla="*/ 4618 h 176047"/>
                <a:gd name="connsiteX2" fmla="*/ 133358 w 137761"/>
                <a:gd name="connsiteY2" fmla="*/ 63 h 176047"/>
                <a:gd name="connsiteX3" fmla="*/ 129299 w 137761"/>
                <a:gd name="connsiteY3" fmla="*/ 1429 h 176047"/>
                <a:gd name="connsiteX4" fmla="*/ 4615 w 137761"/>
                <a:gd name="connsiteY4" fmla="*/ 60871 h 176047"/>
                <a:gd name="connsiteX5" fmla="*/ 106 w 137761"/>
                <a:gd name="connsiteY5" fmla="*/ 66109 h 176047"/>
                <a:gd name="connsiteX6" fmla="*/ 4615 w 137761"/>
                <a:gd name="connsiteY6" fmla="*/ 71120 h 176047"/>
                <a:gd name="connsiteX7" fmla="*/ 129299 w 137761"/>
                <a:gd name="connsiteY7" fmla="*/ 130333 h 176047"/>
                <a:gd name="connsiteX8" fmla="*/ 133358 w 137761"/>
                <a:gd name="connsiteY8" fmla="*/ 131928 h 176047"/>
                <a:gd name="connsiteX9" fmla="*/ 137867 w 137761"/>
                <a:gd name="connsiteY9" fmla="*/ 127373 h 176047"/>
                <a:gd name="connsiteX10" fmla="*/ 133132 w 137761"/>
                <a:gd name="connsiteY10" fmla="*/ 122135 h 176047"/>
                <a:gd name="connsiteX11" fmla="*/ 15212 w 137761"/>
                <a:gd name="connsiteY11" fmla="*/ 66109 h 176047"/>
                <a:gd name="connsiteX12" fmla="*/ 133583 w 137761"/>
                <a:gd name="connsiteY12" fmla="*/ 9628 h 176047"/>
                <a:gd name="connsiteX13" fmla="*/ 129976 w 137761"/>
                <a:gd name="connsiteY13" fmla="*/ 176110 h 176047"/>
                <a:gd name="connsiteX14" fmla="*/ 137867 w 137761"/>
                <a:gd name="connsiteY14" fmla="*/ 171555 h 176047"/>
                <a:gd name="connsiteX15" fmla="*/ 129750 w 137761"/>
                <a:gd name="connsiteY15" fmla="*/ 167001 h 176047"/>
                <a:gd name="connsiteX16" fmla="*/ 8223 w 137761"/>
                <a:gd name="connsiteY16" fmla="*/ 167001 h 176047"/>
                <a:gd name="connsiteX17" fmla="*/ 106 w 137761"/>
                <a:gd name="connsiteY17" fmla="*/ 171555 h 176047"/>
                <a:gd name="connsiteX18" fmla="*/ 7997 w 137761"/>
                <a:gd name="connsiteY18" fmla="*/ 176110 h 176047"/>
                <a:gd name="connsiteX19" fmla="*/ 129976 w 137761"/>
                <a:gd name="connsiteY19" fmla="*/ 176110 h 176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7761" h="176047">
                  <a:moveTo>
                    <a:pt x="133583" y="9628"/>
                  </a:moveTo>
                  <a:cubicBezTo>
                    <a:pt x="136063" y="8489"/>
                    <a:pt x="137867" y="7351"/>
                    <a:pt x="137867" y="4618"/>
                  </a:cubicBezTo>
                  <a:cubicBezTo>
                    <a:pt x="137867" y="2112"/>
                    <a:pt x="136063" y="63"/>
                    <a:pt x="133358" y="63"/>
                  </a:cubicBezTo>
                  <a:cubicBezTo>
                    <a:pt x="132230" y="63"/>
                    <a:pt x="130201" y="974"/>
                    <a:pt x="129299" y="1429"/>
                  </a:cubicBezTo>
                  <a:lnTo>
                    <a:pt x="4615" y="60871"/>
                  </a:lnTo>
                  <a:cubicBezTo>
                    <a:pt x="782" y="62693"/>
                    <a:pt x="106" y="64287"/>
                    <a:pt x="106" y="66109"/>
                  </a:cubicBezTo>
                  <a:cubicBezTo>
                    <a:pt x="106" y="68159"/>
                    <a:pt x="1459" y="69753"/>
                    <a:pt x="4615" y="71120"/>
                  </a:cubicBezTo>
                  <a:lnTo>
                    <a:pt x="129299" y="130333"/>
                  </a:lnTo>
                  <a:cubicBezTo>
                    <a:pt x="132230" y="131928"/>
                    <a:pt x="132681" y="131928"/>
                    <a:pt x="133358" y="131928"/>
                  </a:cubicBezTo>
                  <a:cubicBezTo>
                    <a:pt x="135838" y="131928"/>
                    <a:pt x="137867" y="129878"/>
                    <a:pt x="137867" y="127373"/>
                  </a:cubicBezTo>
                  <a:cubicBezTo>
                    <a:pt x="137867" y="125323"/>
                    <a:pt x="136965" y="123957"/>
                    <a:pt x="133132" y="122135"/>
                  </a:cubicBezTo>
                  <a:lnTo>
                    <a:pt x="15212" y="66109"/>
                  </a:lnTo>
                  <a:lnTo>
                    <a:pt x="133583" y="9628"/>
                  </a:lnTo>
                  <a:close/>
                  <a:moveTo>
                    <a:pt x="129976" y="176110"/>
                  </a:moveTo>
                  <a:cubicBezTo>
                    <a:pt x="133809" y="176110"/>
                    <a:pt x="137867" y="176110"/>
                    <a:pt x="137867" y="171555"/>
                  </a:cubicBezTo>
                  <a:cubicBezTo>
                    <a:pt x="137867" y="167001"/>
                    <a:pt x="133132" y="167001"/>
                    <a:pt x="129750" y="167001"/>
                  </a:cubicBezTo>
                  <a:lnTo>
                    <a:pt x="8223" y="167001"/>
                  </a:lnTo>
                  <a:cubicBezTo>
                    <a:pt x="4841" y="167001"/>
                    <a:pt x="106" y="167001"/>
                    <a:pt x="106" y="171555"/>
                  </a:cubicBezTo>
                  <a:cubicBezTo>
                    <a:pt x="106" y="176110"/>
                    <a:pt x="4164" y="176110"/>
                    <a:pt x="7997" y="176110"/>
                  </a:cubicBezTo>
                  <a:lnTo>
                    <a:pt x="129976" y="176110"/>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 name="Freeform: Shape 62">
              <a:extLst>
                <a:ext uri="{FF2B5EF4-FFF2-40B4-BE49-F238E27FC236}">
                  <a16:creationId xmlns:a16="http://schemas.microsoft.com/office/drawing/2014/main" id="{AF9ACC87-D32C-1BFA-80F3-8CE215BBC40F}"/>
                </a:ext>
              </a:extLst>
            </p:cNvPr>
            <p:cNvSpPr/>
            <p:nvPr>
              <p:custDataLst>
                <p:tags r:id="rId27"/>
              </p:custDataLst>
            </p:nvPr>
          </p:nvSpPr>
          <p:spPr>
            <a:xfrm>
              <a:off x="3551886" y="4039235"/>
              <a:ext cx="122203" cy="149856"/>
            </a:xfrm>
            <a:custGeom>
              <a:avLst/>
              <a:gdLst>
                <a:gd name="connsiteX0" fmla="*/ 45435 w 122203"/>
                <a:gd name="connsiteY0" fmla="*/ 20788 h 149856"/>
                <a:gd name="connsiteX1" fmla="*/ 48817 w 122203"/>
                <a:gd name="connsiteY1" fmla="*/ 6212 h 149856"/>
                <a:gd name="connsiteX2" fmla="*/ 42279 w 122203"/>
                <a:gd name="connsiteY2" fmla="*/ 63 h 149856"/>
                <a:gd name="connsiteX3" fmla="*/ 33260 w 122203"/>
                <a:gd name="connsiteY3" fmla="*/ 8262 h 149856"/>
                <a:gd name="connsiteX4" fmla="*/ 793 w 122203"/>
                <a:gd name="connsiteY4" fmla="*/ 140127 h 149856"/>
                <a:gd name="connsiteX5" fmla="*/ 116 w 122203"/>
                <a:gd name="connsiteY5" fmla="*/ 143770 h 149856"/>
                <a:gd name="connsiteX6" fmla="*/ 6429 w 122203"/>
                <a:gd name="connsiteY6" fmla="*/ 149920 h 149856"/>
                <a:gd name="connsiteX7" fmla="*/ 14321 w 122203"/>
                <a:gd name="connsiteY7" fmla="*/ 145137 h 149856"/>
                <a:gd name="connsiteX8" fmla="*/ 26722 w 122203"/>
                <a:gd name="connsiteY8" fmla="*/ 96172 h 149856"/>
                <a:gd name="connsiteX9" fmla="*/ 48592 w 122203"/>
                <a:gd name="connsiteY9" fmla="*/ 103232 h 149856"/>
                <a:gd name="connsiteX10" fmla="*/ 78579 w 122203"/>
                <a:gd name="connsiteY10" fmla="*/ 86606 h 149856"/>
                <a:gd name="connsiteX11" fmla="*/ 98871 w 122203"/>
                <a:gd name="connsiteY11" fmla="*/ 103232 h 149856"/>
                <a:gd name="connsiteX12" fmla="*/ 115556 w 122203"/>
                <a:gd name="connsiteY12" fmla="*/ 90706 h 149856"/>
                <a:gd name="connsiteX13" fmla="*/ 122320 w 122203"/>
                <a:gd name="connsiteY13" fmla="*/ 68159 h 149856"/>
                <a:gd name="connsiteX14" fmla="*/ 119615 w 122203"/>
                <a:gd name="connsiteY14" fmla="*/ 65881 h 149856"/>
                <a:gd name="connsiteX15" fmla="*/ 116458 w 122203"/>
                <a:gd name="connsiteY15" fmla="*/ 69981 h 149856"/>
                <a:gd name="connsiteX16" fmla="*/ 99322 w 122203"/>
                <a:gd name="connsiteY16" fmla="*/ 98221 h 149856"/>
                <a:gd name="connsiteX17" fmla="*/ 92558 w 122203"/>
                <a:gd name="connsiteY17" fmla="*/ 87745 h 149856"/>
                <a:gd name="connsiteX18" fmla="*/ 97068 w 122203"/>
                <a:gd name="connsiteY18" fmla="*/ 64059 h 149856"/>
                <a:gd name="connsiteX19" fmla="*/ 103381 w 122203"/>
                <a:gd name="connsiteY19" fmla="*/ 39463 h 149856"/>
                <a:gd name="connsiteX20" fmla="*/ 107214 w 122203"/>
                <a:gd name="connsiteY20" fmla="*/ 23976 h 149856"/>
                <a:gd name="connsiteX21" fmla="*/ 110596 w 122203"/>
                <a:gd name="connsiteY21" fmla="*/ 8717 h 149856"/>
                <a:gd name="connsiteX22" fmla="*/ 104057 w 122203"/>
                <a:gd name="connsiteY22" fmla="*/ 2568 h 149856"/>
                <a:gd name="connsiteX23" fmla="*/ 95264 w 122203"/>
                <a:gd name="connsiteY23" fmla="*/ 10539 h 149856"/>
                <a:gd name="connsiteX24" fmla="*/ 84667 w 122203"/>
                <a:gd name="connsiteY24" fmla="*/ 53128 h 149856"/>
                <a:gd name="connsiteX25" fmla="*/ 78805 w 122203"/>
                <a:gd name="connsiteY25" fmla="*/ 76358 h 149856"/>
                <a:gd name="connsiteX26" fmla="*/ 49494 w 122203"/>
                <a:gd name="connsiteY26" fmla="*/ 98221 h 149856"/>
                <a:gd name="connsiteX27" fmla="*/ 32809 w 122203"/>
                <a:gd name="connsiteY27" fmla="*/ 78407 h 149856"/>
                <a:gd name="connsiteX28" fmla="*/ 35966 w 122203"/>
                <a:gd name="connsiteY28" fmla="*/ 59049 h 149856"/>
                <a:gd name="connsiteX29" fmla="*/ 45435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35" y="20788"/>
                  </a:moveTo>
                  <a:cubicBezTo>
                    <a:pt x="46563" y="16005"/>
                    <a:pt x="48817" y="7351"/>
                    <a:pt x="48817" y="6212"/>
                  </a:cubicBezTo>
                  <a:cubicBezTo>
                    <a:pt x="48817" y="2340"/>
                    <a:pt x="46112" y="63"/>
                    <a:pt x="42279" y="63"/>
                  </a:cubicBezTo>
                  <a:cubicBezTo>
                    <a:pt x="41602" y="63"/>
                    <a:pt x="35289" y="291"/>
                    <a:pt x="33260" y="8262"/>
                  </a:cubicBezTo>
                  <a:lnTo>
                    <a:pt x="793" y="140127"/>
                  </a:lnTo>
                  <a:cubicBezTo>
                    <a:pt x="116" y="142859"/>
                    <a:pt x="116" y="143315"/>
                    <a:pt x="116" y="143770"/>
                  </a:cubicBezTo>
                  <a:cubicBezTo>
                    <a:pt x="116" y="147187"/>
                    <a:pt x="2596" y="149920"/>
                    <a:pt x="6429" y="149920"/>
                  </a:cubicBezTo>
                  <a:cubicBezTo>
                    <a:pt x="11164" y="149920"/>
                    <a:pt x="13870" y="145820"/>
                    <a:pt x="14321" y="145137"/>
                  </a:cubicBezTo>
                  <a:cubicBezTo>
                    <a:pt x="15223" y="143087"/>
                    <a:pt x="18154" y="131244"/>
                    <a:pt x="26722" y="96172"/>
                  </a:cubicBezTo>
                  <a:cubicBezTo>
                    <a:pt x="33937" y="102321"/>
                    <a:pt x="44083" y="103232"/>
                    <a:pt x="48592" y="103232"/>
                  </a:cubicBezTo>
                  <a:cubicBezTo>
                    <a:pt x="64375" y="103232"/>
                    <a:pt x="73168" y="92983"/>
                    <a:pt x="78579" y="86606"/>
                  </a:cubicBezTo>
                  <a:cubicBezTo>
                    <a:pt x="80609" y="96855"/>
                    <a:pt x="88951" y="103232"/>
                    <a:pt x="98871" y="103232"/>
                  </a:cubicBezTo>
                  <a:cubicBezTo>
                    <a:pt x="106763" y="103232"/>
                    <a:pt x="111949" y="97994"/>
                    <a:pt x="115556" y="90706"/>
                  </a:cubicBezTo>
                  <a:cubicBezTo>
                    <a:pt x="119389" y="82507"/>
                    <a:pt x="122320" y="68614"/>
                    <a:pt x="122320" y="68159"/>
                  </a:cubicBezTo>
                  <a:cubicBezTo>
                    <a:pt x="122320" y="65881"/>
                    <a:pt x="120291" y="65881"/>
                    <a:pt x="119615" y="65881"/>
                  </a:cubicBezTo>
                  <a:cubicBezTo>
                    <a:pt x="117360" y="65881"/>
                    <a:pt x="117134" y="66792"/>
                    <a:pt x="116458" y="69981"/>
                  </a:cubicBezTo>
                  <a:cubicBezTo>
                    <a:pt x="112625" y="84784"/>
                    <a:pt x="108567" y="98221"/>
                    <a:pt x="99322" y="98221"/>
                  </a:cubicBezTo>
                  <a:cubicBezTo>
                    <a:pt x="93235" y="98221"/>
                    <a:pt x="92558" y="92300"/>
                    <a:pt x="92558" y="87745"/>
                  </a:cubicBezTo>
                  <a:cubicBezTo>
                    <a:pt x="92558" y="82735"/>
                    <a:pt x="95264" y="72030"/>
                    <a:pt x="97068" y="64059"/>
                  </a:cubicBezTo>
                  <a:lnTo>
                    <a:pt x="103381" y="39463"/>
                  </a:lnTo>
                  <a:cubicBezTo>
                    <a:pt x="104057" y="36047"/>
                    <a:pt x="106312" y="27392"/>
                    <a:pt x="107214" y="23976"/>
                  </a:cubicBezTo>
                  <a:cubicBezTo>
                    <a:pt x="108341" y="18738"/>
                    <a:pt x="110596" y="10084"/>
                    <a:pt x="110596" y="8717"/>
                  </a:cubicBezTo>
                  <a:cubicBezTo>
                    <a:pt x="110596" y="4618"/>
                    <a:pt x="107439" y="2568"/>
                    <a:pt x="104057" y="2568"/>
                  </a:cubicBezTo>
                  <a:cubicBezTo>
                    <a:pt x="102930" y="2568"/>
                    <a:pt x="97068" y="2796"/>
                    <a:pt x="95264" y="10539"/>
                  </a:cubicBezTo>
                  <a:lnTo>
                    <a:pt x="84667" y="53128"/>
                  </a:lnTo>
                  <a:cubicBezTo>
                    <a:pt x="81961" y="64515"/>
                    <a:pt x="79481" y="74080"/>
                    <a:pt x="78805" y="76358"/>
                  </a:cubicBezTo>
                  <a:cubicBezTo>
                    <a:pt x="78579" y="77496"/>
                    <a:pt x="67757" y="98221"/>
                    <a:pt x="49494" y="98221"/>
                  </a:cubicBezTo>
                  <a:cubicBezTo>
                    <a:pt x="38220" y="98221"/>
                    <a:pt x="32809" y="90706"/>
                    <a:pt x="32809" y="78407"/>
                  </a:cubicBezTo>
                  <a:cubicBezTo>
                    <a:pt x="32809" y="71803"/>
                    <a:pt x="34387" y="65426"/>
                    <a:pt x="35966" y="59049"/>
                  </a:cubicBezTo>
                  <a:lnTo>
                    <a:pt x="45435"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 name="Freeform: Shape 63">
              <a:extLst>
                <a:ext uri="{FF2B5EF4-FFF2-40B4-BE49-F238E27FC236}">
                  <a16:creationId xmlns:a16="http://schemas.microsoft.com/office/drawing/2014/main" id="{A6762503-F5E5-5D04-1D04-CFBC69C90B66}"/>
                </a:ext>
              </a:extLst>
            </p:cNvPr>
            <p:cNvSpPr/>
            <p:nvPr>
              <p:custDataLst>
                <p:tags r:id="rId28"/>
              </p:custDataLst>
            </p:nvPr>
          </p:nvSpPr>
          <p:spPr>
            <a:xfrm>
              <a:off x="3689185" y="4068204"/>
              <a:ext cx="73232" cy="109044"/>
            </a:xfrm>
            <a:custGeom>
              <a:avLst/>
              <a:gdLst>
                <a:gd name="connsiteX0" fmla="*/ 73354 w 73232"/>
                <a:gd name="connsiteY0" fmla="*/ 55065 h 109044"/>
                <a:gd name="connsiteX1" fmla="*/ 64043 w 73232"/>
                <a:gd name="connsiteY1" fmla="*/ 13775 h 109044"/>
                <a:gd name="connsiteX2" fmla="*/ 36738 w 73232"/>
                <a:gd name="connsiteY2" fmla="*/ 64 h 109044"/>
                <a:gd name="connsiteX3" fmla="*/ 122 w 73232"/>
                <a:gd name="connsiteY3" fmla="*/ 55065 h 109044"/>
                <a:gd name="connsiteX4" fmla="*/ 36738 w 73232"/>
                <a:gd name="connsiteY4" fmla="*/ 109109 h 109044"/>
                <a:gd name="connsiteX5" fmla="*/ 73354 w 73232"/>
                <a:gd name="connsiteY5" fmla="*/ 55065 h 109044"/>
                <a:gd name="connsiteX6" fmla="*/ 36738 w 73232"/>
                <a:gd name="connsiteY6" fmla="*/ 104645 h 109044"/>
                <a:gd name="connsiteX7" fmla="*/ 16694 w 73232"/>
                <a:gd name="connsiteY7" fmla="*/ 87268 h 109044"/>
                <a:gd name="connsiteX8" fmla="*/ 14485 w 73232"/>
                <a:gd name="connsiteY8" fmla="*/ 52992 h 109044"/>
                <a:gd name="connsiteX9" fmla="*/ 16852 w 73232"/>
                <a:gd name="connsiteY9" fmla="*/ 20470 h 109044"/>
                <a:gd name="connsiteX10" fmla="*/ 36738 w 73232"/>
                <a:gd name="connsiteY10" fmla="*/ 4528 h 109044"/>
                <a:gd name="connsiteX11" fmla="*/ 56309 w 73232"/>
                <a:gd name="connsiteY11" fmla="*/ 19035 h 109044"/>
                <a:gd name="connsiteX12" fmla="*/ 58992 w 73232"/>
                <a:gd name="connsiteY12" fmla="*/ 52992 h 109044"/>
                <a:gd name="connsiteX13" fmla="*/ 56940 w 73232"/>
                <a:gd name="connsiteY13" fmla="*/ 86630 h 109044"/>
                <a:gd name="connsiteX14" fmla="*/ 36738 w 73232"/>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232" h="109044">
                  <a:moveTo>
                    <a:pt x="73354" y="55065"/>
                  </a:moveTo>
                  <a:cubicBezTo>
                    <a:pt x="73354" y="37528"/>
                    <a:pt x="71303" y="24934"/>
                    <a:pt x="64043" y="13775"/>
                  </a:cubicBezTo>
                  <a:cubicBezTo>
                    <a:pt x="59150" y="6441"/>
                    <a:pt x="49365" y="64"/>
                    <a:pt x="36738" y="64"/>
                  </a:cubicBezTo>
                  <a:cubicBezTo>
                    <a:pt x="122" y="64"/>
                    <a:pt x="122" y="43586"/>
                    <a:pt x="122" y="55065"/>
                  </a:cubicBezTo>
                  <a:cubicBezTo>
                    <a:pt x="122" y="66543"/>
                    <a:pt x="122" y="109109"/>
                    <a:pt x="36738" y="109109"/>
                  </a:cubicBezTo>
                  <a:cubicBezTo>
                    <a:pt x="73354" y="109109"/>
                    <a:pt x="73354" y="66543"/>
                    <a:pt x="73354" y="55065"/>
                  </a:cubicBezTo>
                  <a:close/>
                  <a:moveTo>
                    <a:pt x="36738" y="104645"/>
                  </a:moveTo>
                  <a:cubicBezTo>
                    <a:pt x="29478" y="104645"/>
                    <a:pt x="19851" y="100341"/>
                    <a:pt x="16694" y="87268"/>
                  </a:cubicBezTo>
                  <a:cubicBezTo>
                    <a:pt x="14485" y="77862"/>
                    <a:pt x="14485" y="64790"/>
                    <a:pt x="14485" y="52992"/>
                  </a:cubicBezTo>
                  <a:cubicBezTo>
                    <a:pt x="14485" y="41355"/>
                    <a:pt x="14485" y="29239"/>
                    <a:pt x="16852" y="20470"/>
                  </a:cubicBezTo>
                  <a:cubicBezTo>
                    <a:pt x="20166" y="7876"/>
                    <a:pt x="30267" y="4528"/>
                    <a:pt x="36738" y="4528"/>
                  </a:cubicBezTo>
                  <a:cubicBezTo>
                    <a:pt x="45261" y="4528"/>
                    <a:pt x="53468" y="9789"/>
                    <a:pt x="56309" y="19035"/>
                  </a:cubicBezTo>
                  <a:cubicBezTo>
                    <a:pt x="58834" y="27644"/>
                    <a:pt x="58992" y="39123"/>
                    <a:pt x="58992" y="52992"/>
                  </a:cubicBezTo>
                  <a:cubicBezTo>
                    <a:pt x="58992" y="64790"/>
                    <a:pt x="58992" y="76587"/>
                    <a:pt x="56940" y="86630"/>
                  </a:cubicBezTo>
                  <a:cubicBezTo>
                    <a:pt x="53784" y="101138"/>
                    <a:pt x="43051" y="104645"/>
                    <a:pt x="36738"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74" name="TextBox 73">
            <a:extLst>
              <a:ext uri="{FF2B5EF4-FFF2-40B4-BE49-F238E27FC236}">
                <a16:creationId xmlns:a16="http://schemas.microsoft.com/office/drawing/2014/main" id="{3EB47DBF-0CBE-5480-FD9C-6AE2FB3BED39}"/>
              </a:ext>
            </a:extLst>
          </p:cNvPr>
          <p:cNvSpPr txBox="1"/>
          <p:nvPr/>
        </p:nvSpPr>
        <p:spPr>
          <a:xfrm>
            <a:off x="5470188" y="2578596"/>
            <a:ext cx="5139516" cy="461665"/>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Región</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rechazo</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para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una</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prueba</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de un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lado</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con un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nivel</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significancia</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del 5%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frente</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a la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alternativa</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mu&gt;mu0</a:t>
            </a:r>
          </a:p>
        </p:txBody>
      </p:sp>
      <p:sp>
        <p:nvSpPr>
          <p:cNvPr id="76" name="TextBox 75">
            <a:extLst>
              <a:ext uri="{FF2B5EF4-FFF2-40B4-BE49-F238E27FC236}">
                <a16:creationId xmlns:a16="http://schemas.microsoft.com/office/drawing/2014/main" id="{83CB9B42-A12C-A29B-A7FF-AA76B6BDD85F}"/>
              </a:ext>
            </a:extLst>
          </p:cNvPr>
          <p:cNvSpPr txBox="1"/>
          <p:nvPr/>
        </p:nvSpPr>
        <p:spPr>
          <a:xfrm>
            <a:off x="797736" y="3385897"/>
            <a:ext cx="4600981"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Con un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significancia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del 5%,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critico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1" u="none" strike="noStrike" kern="1200" cap="none" spc="0" normalizeH="0" baseline="0" noProof="0">
                <a:ln>
                  <a:noFill/>
                </a:ln>
                <a:solidFill>
                  <a:prstClr val="black"/>
                </a:solidFill>
                <a:effectLst/>
                <a:uLnTx/>
                <a:uFillTx/>
                <a:latin typeface="Aptos" panose="020B0004020202020204"/>
                <a:ea typeface="+mn-ea"/>
                <a:cs typeface="+mn-cs"/>
              </a:rPr>
              <a:t>c </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se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escoge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tal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manera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probabilidad</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del error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tipo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I sea 5%.</a:t>
            </a:r>
            <a:endParaRPr kumimoji="0" lang="en-GB" sz="1600" b="0" i="1"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118" name="Group 117">
            <a:extLst>
              <a:ext uri="{FF2B5EF4-FFF2-40B4-BE49-F238E27FC236}">
                <a16:creationId xmlns:a16="http://schemas.microsoft.com/office/drawing/2014/main" id="{62EA2115-DD79-681A-FB8C-61DCE18E58D2}"/>
              </a:ext>
            </a:extLst>
          </p:cNvPr>
          <p:cNvGrpSpPr>
            <a:grpSpLocks noChangeAspect="1"/>
          </p:cNvGrpSpPr>
          <p:nvPr>
            <p:custDataLst>
              <p:tags r:id="rId3"/>
            </p:custDataLst>
          </p:nvPr>
        </p:nvGrpSpPr>
        <p:grpSpPr>
          <a:xfrm>
            <a:off x="910136" y="4402199"/>
            <a:ext cx="1918607" cy="222052"/>
            <a:chOff x="2670833" y="5789189"/>
            <a:chExt cx="1918607" cy="222052"/>
          </a:xfrm>
        </p:grpSpPr>
        <p:sp>
          <p:nvSpPr>
            <p:cNvPr id="98" name="Freeform: Shape 97">
              <a:extLst>
                <a:ext uri="{FF2B5EF4-FFF2-40B4-BE49-F238E27FC236}">
                  <a16:creationId xmlns:a16="http://schemas.microsoft.com/office/drawing/2014/main" id="{7C216D4D-606F-0079-510B-BB79F01FE062}"/>
                </a:ext>
              </a:extLst>
            </p:cNvPr>
            <p:cNvSpPr/>
            <p:nvPr>
              <p:custDataLst>
                <p:tags r:id="rId8"/>
              </p:custDataLst>
            </p:nvPr>
          </p:nvSpPr>
          <p:spPr>
            <a:xfrm>
              <a:off x="2670833" y="5804066"/>
              <a:ext cx="133747" cy="151661"/>
            </a:xfrm>
            <a:custGeom>
              <a:avLst/>
              <a:gdLst>
                <a:gd name="connsiteX0" fmla="*/ 43675 w 133747"/>
                <a:gd name="connsiteY0" fmla="*/ 81556 h 151661"/>
                <a:gd name="connsiteX1" fmla="*/ 82051 w 133747"/>
                <a:gd name="connsiteY1" fmla="*/ 81556 h 151661"/>
                <a:gd name="connsiteX2" fmla="*/ 133825 w 133747"/>
                <a:gd name="connsiteY2" fmla="*/ 41364 h 151661"/>
                <a:gd name="connsiteX3" fmla="*/ 80235 w 133747"/>
                <a:gd name="connsiteY3" fmla="*/ 63 h 151661"/>
                <a:gd name="connsiteX4" fmla="*/ 77 w 133747"/>
                <a:gd name="connsiteY4" fmla="*/ 63 h 151661"/>
                <a:gd name="connsiteX5" fmla="*/ 77 w 133747"/>
                <a:gd name="connsiteY5" fmla="*/ 6946 h 151661"/>
                <a:gd name="connsiteX6" fmla="*/ 5527 w 133747"/>
                <a:gd name="connsiteY6" fmla="*/ 6946 h 151661"/>
                <a:gd name="connsiteX7" fmla="*/ 23466 w 133747"/>
                <a:gd name="connsiteY7" fmla="*/ 17383 h 151661"/>
                <a:gd name="connsiteX8" fmla="*/ 23466 w 133747"/>
                <a:gd name="connsiteY8" fmla="*/ 134404 h 151661"/>
                <a:gd name="connsiteX9" fmla="*/ 5527 w 133747"/>
                <a:gd name="connsiteY9" fmla="*/ 144841 h 151661"/>
                <a:gd name="connsiteX10" fmla="*/ 77 w 133747"/>
                <a:gd name="connsiteY10" fmla="*/ 144841 h 151661"/>
                <a:gd name="connsiteX11" fmla="*/ 77 w 133747"/>
                <a:gd name="connsiteY11" fmla="*/ 151724 h 151661"/>
                <a:gd name="connsiteX12" fmla="*/ 33457 w 133747"/>
                <a:gd name="connsiteY12" fmla="*/ 151058 h 151661"/>
                <a:gd name="connsiteX13" fmla="*/ 67064 w 133747"/>
                <a:gd name="connsiteY13" fmla="*/ 151724 h 151661"/>
                <a:gd name="connsiteX14" fmla="*/ 67064 w 133747"/>
                <a:gd name="connsiteY14" fmla="*/ 144841 h 151661"/>
                <a:gd name="connsiteX15" fmla="*/ 61614 w 133747"/>
                <a:gd name="connsiteY15" fmla="*/ 144841 h 151661"/>
                <a:gd name="connsiteX16" fmla="*/ 43675 w 133747"/>
                <a:gd name="connsiteY16" fmla="*/ 134404 h 151661"/>
                <a:gd name="connsiteX17" fmla="*/ 43675 w 133747"/>
                <a:gd name="connsiteY17" fmla="*/ 81556 h 151661"/>
                <a:gd name="connsiteX18" fmla="*/ 42994 w 133747"/>
                <a:gd name="connsiteY18" fmla="*/ 75783 h 151661"/>
                <a:gd name="connsiteX19" fmla="*/ 42994 w 133747"/>
                <a:gd name="connsiteY19" fmla="*/ 15828 h 151661"/>
                <a:gd name="connsiteX20" fmla="*/ 54121 w 133747"/>
                <a:gd name="connsiteY20" fmla="*/ 6946 h 151661"/>
                <a:gd name="connsiteX21" fmla="*/ 74331 w 133747"/>
                <a:gd name="connsiteY21" fmla="*/ 6946 h 151661"/>
                <a:gd name="connsiteX22" fmla="*/ 110436 w 133747"/>
                <a:gd name="connsiteY22" fmla="*/ 41364 h 151661"/>
                <a:gd name="connsiteX23" fmla="*/ 74331 w 133747"/>
                <a:gd name="connsiteY23" fmla="*/ 75783 h 151661"/>
                <a:gd name="connsiteX24" fmla="*/ 42994 w 133747"/>
                <a:gd name="connsiteY24" fmla="*/ 75783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3747" h="151661">
                  <a:moveTo>
                    <a:pt x="43675" y="81556"/>
                  </a:moveTo>
                  <a:lnTo>
                    <a:pt x="82051" y="81556"/>
                  </a:lnTo>
                  <a:cubicBezTo>
                    <a:pt x="109300" y="81556"/>
                    <a:pt x="133825" y="63570"/>
                    <a:pt x="133825" y="41364"/>
                  </a:cubicBezTo>
                  <a:cubicBezTo>
                    <a:pt x="133825" y="19603"/>
                    <a:pt x="111344" y="63"/>
                    <a:pt x="80235" y="63"/>
                  </a:cubicBezTo>
                  <a:lnTo>
                    <a:pt x="77" y="63"/>
                  </a:lnTo>
                  <a:lnTo>
                    <a:pt x="77" y="6946"/>
                  </a:lnTo>
                  <a:lnTo>
                    <a:pt x="5527" y="6946"/>
                  </a:lnTo>
                  <a:cubicBezTo>
                    <a:pt x="23011" y="6946"/>
                    <a:pt x="23466" y="9389"/>
                    <a:pt x="23466" y="17383"/>
                  </a:cubicBezTo>
                  <a:lnTo>
                    <a:pt x="23466" y="134404"/>
                  </a:lnTo>
                  <a:cubicBezTo>
                    <a:pt x="23466" y="142398"/>
                    <a:pt x="23011" y="144841"/>
                    <a:pt x="5527" y="144841"/>
                  </a:cubicBezTo>
                  <a:lnTo>
                    <a:pt x="77" y="144841"/>
                  </a:lnTo>
                  <a:lnTo>
                    <a:pt x="77" y="151724"/>
                  </a:lnTo>
                  <a:cubicBezTo>
                    <a:pt x="8024" y="151058"/>
                    <a:pt x="24828" y="151058"/>
                    <a:pt x="33457" y="151058"/>
                  </a:cubicBezTo>
                  <a:cubicBezTo>
                    <a:pt x="42086" y="151058"/>
                    <a:pt x="59117" y="151058"/>
                    <a:pt x="67064" y="151724"/>
                  </a:cubicBezTo>
                  <a:lnTo>
                    <a:pt x="67064" y="144841"/>
                  </a:lnTo>
                  <a:lnTo>
                    <a:pt x="61614" y="144841"/>
                  </a:lnTo>
                  <a:cubicBezTo>
                    <a:pt x="44129" y="144841"/>
                    <a:pt x="43675" y="142398"/>
                    <a:pt x="43675" y="134404"/>
                  </a:cubicBezTo>
                  <a:lnTo>
                    <a:pt x="43675" y="81556"/>
                  </a:lnTo>
                  <a:close/>
                  <a:moveTo>
                    <a:pt x="42994" y="75783"/>
                  </a:moveTo>
                  <a:lnTo>
                    <a:pt x="42994" y="15828"/>
                  </a:lnTo>
                  <a:cubicBezTo>
                    <a:pt x="42994" y="8501"/>
                    <a:pt x="43448" y="6946"/>
                    <a:pt x="54121" y="6946"/>
                  </a:cubicBezTo>
                  <a:lnTo>
                    <a:pt x="74331" y="6946"/>
                  </a:lnTo>
                  <a:cubicBezTo>
                    <a:pt x="110436" y="6946"/>
                    <a:pt x="110436" y="30484"/>
                    <a:pt x="110436" y="41364"/>
                  </a:cubicBezTo>
                  <a:cubicBezTo>
                    <a:pt x="110436" y="51801"/>
                    <a:pt x="110436" y="75783"/>
                    <a:pt x="74331" y="75783"/>
                  </a:cubicBezTo>
                  <a:lnTo>
                    <a:pt x="42994" y="7578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9" name="Freeform: Shape 98">
              <a:extLst>
                <a:ext uri="{FF2B5EF4-FFF2-40B4-BE49-F238E27FC236}">
                  <a16:creationId xmlns:a16="http://schemas.microsoft.com/office/drawing/2014/main" id="{441E0417-AB0F-C09C-56EE-F2DEBEA06816}"/>
                </a:ext>
              </a:extLst>
            </p:cNvPr>
            <p:cNvSpPr/>
            <p:nvPr>
              <p:custDataLst>
                <p:tags r:id="rId9"/>
              </p:custDataLst>
            </p:nvPr>
          </p:nvSpPr>
          <p:spPr>
            <a:xfrm>
              <a:off x="2839904" y="5789189"/>
              <a:ext cx="52681" cy="222052"/>
            </a:xfrm>
            <a:custGeom>
              <a:avLst/>
              <a:gdLst>
                <a:gd name="connsiteX0" fmla="*/ 52765 w 52681"/>
                <a:gd name="connsiteY0" fmla="*/ 219895 h 222052"/>
                <a:gd name="connsiteX1" fmla="*/ 48905 w 52681"/>
                <a:gd name="connsiteY1" fmla="*/ 215009 h 222052"/>
                <a:gd name="connsiteX2" fmla="*/ 13254 w 52681"/>
                <a:gd name="connsiteY2" fmla="*/ 111089 h 222052"/>
                <a:gd name="connsiteX3" fmla="*/ 49813 w 52681"/>
                <a:gd name="connsiteY3" fmla="*/ 6058 h 222052"/>
                <a:gd name="connsiteX4" fmla="*/ 52765 w 52681"/>
                <a:gd name="connsiteY4" fmla="*/ 2283 h 222052"/>
                <a:gd name="connsiteX5" fmla="*/ 50494 w 52681"/>
                <a:gd name="connsiteY5" fmla="*/ 63 h 222052"/>
                <a:gd name="connsiteX6" fmla="*/ 14389 w 52681"/>
                <a:gd name="connsiteY6" fmla="*/ 43363 h 222052"/>
                <a:gd name="connsiteX7" fmla="*/ 83 w 52681"/>
                <a:gd name="connsiteY7" fmla="*/ 111089 h 222052"/>
                <a:gd name="connsiteX8" fmla="*/ 15071 w 52681"/>
                <a:gd name="connsiteY8" fmla="*/ 180369 h 222052"/>
                <a:gd name="connsiteX9" fmla="*/ 50494 w 52681"/>
                <a:gd name="connsiteY9" fmla="*/ 222115 h 222052"/>
                <a:gd name="connsiteX10" fmla="*/ 52765 w 52681"/>
                <a:gd name="connsiteY10" fmla="*/ 21989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681" h="222052">
                  <a:moveTo>
                    <a:pt x="52765" y="219895"/>
                  </a:moveTo>
                  <a:cubicBezTo>
                    <a:pt x="52765" y="219228"/>
                    <a:pt x="52765" y="218784"/>
                    <a:pt x="48905" y="215009"/>
                  </a:cubicBezTo>
                  <a:cubicBezTo>
                    <a:pt x="20520" y="187031"/>
                    <a:pt x="13254" y="145063"/>
                    <a:pt x="13254" y="111089"/>
                  </a:cubicBezTo>
                  <a:cubicBezTo>
                    <a:pt x="13254" y="72452"/>
                    <a:pt x="21883" y="33815"/>
                    <a:pt x="49813" y="6058"/>
                  </a:cubicBezTo>
                  <a:cubicBezTo>
                    <a:pt x="52765" y="3394"/>
                    <a:pt x="52765" y="2949"/>
                    <a:pt x="52765" y="2283"/>
                  </a:cubicBezTo>
                  <a:cubicBezTo>
                    <a:pt x="52765" y="729"/>
                    <a:pt x="51857" y="63"/>
                    <a:pt x="50494" y="63"/>
                  </a:cubicBezTo>
                  <a:cubicBezTo>
                    <a:pt x="48224" y="63"/>
                    <a:pt x="27787" y="15162"/>
                    <a:pt x="14389" y="43363"/>
                  </a:cubicBezTo>
                  <a:cubicBezTo>
                    <a:pt x="2808" y="67789"/>
                    <a:pt x="83" y="92437"/>
                    <a:pt x="83" y="111089"/>
                  </a:cubicBezTo>
                  <a:cubicBezTo>
                    <a:pt x="83" y="128409"/>
                    <a:pt x="2581" y="155277"/>
                    <a:pt x="15071" y="180369"/>
                  </a:cubicBezTo>
                  <a:cubicBezTo>
                    <a:pt x="28695" y="207682"/>
                    <a:pt x="48224" y="222115"/>
                    <a:pt x="50494" y="222115"/>
                  </a:cubicBezTo>
                  <a:cubicBezTo>
                    <a:pt x="51857" y="222115"/>
                    <a:pt x="52765" y="221449"/>
                    <a:pt x="52765" y="21989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0" name="Freeform: Shape 99">
              <a:extLst>
                <a:ext uri="{FF2B5EF4-FFF2-40B4-BE49-F238E27FC236}">
                  <a16:creationId xmlns:a16="http://schemas.microsoft.com/office/drawing/2014/main" id="{95C6F6E2-C0DF-EAC4-55D2-A872ED6E9C25}"/>
                </a:ext>
              </a:extLst>
            </p:cNvPr>
            <p:cNvSpPr/>
            <p:nvPr>
              <p:custDataLst>
                <p:tags r:id="rId10"/>
              </p:custDataLst>
            </p:nvPr>
          </p:nvSpPr>
          <p:spPr>
            <a:xfrm>
              <a:off x="2911181" y="5805399"/>
              <a:ext cx="154411" cy="150329"/>
            </a:xfrm>
            <a:custGeom>
              <a:avLst/>
              <a:gdLst>
                <a:gd name="connsiteX0" fmla="*/ 91599 w 154411"/>
                <a:gd name="connsiteY0" fmla="*/ 15606 h 150329"/>
                <a:gd name="connsiteX1" fmla="*/ 96822 w 154411"/>
                <a:gd name="connsiteY1" fmla="*/ 7390 h 150329"/>
                <a:gd name="connsiteX2" fmla="*/ 111128 w 154411"/>
                <a:gd name="connsiteY2" fmla="*/ 6946 h 150329"/>
                <a:gd name="connsiteX3" fmla="*/ 144281 w 154411"/>
                <a:gd name="connsiteY3" fmla="*/ 25155 h 150329"/>
                <a:gd name="connsiteX4" fmla="*/ 142464 w 154411"/>
                <a:gd name="connsiteY4" fmla="*/ 42919 h 150329"/>
                <a:gd name="connsiteX5" fmla="*/ 141783 w 154411"/>
                <a:gd name="connsiteY5" fmla="*/ 47138 h 150329"/>
                <a:gd name="connsiteX6" fmla="*/ 144508 w 154411"/>
                <a:gd name="connsiteY6" fmla="*/ 50025 h 150329"/>
                <a:gd name="connsiteX7" fmla="*/ 147914 w 154411"/>
                <a:gd name="connsiteY7" fmla="*/ 44917 h 150329"/>
                <a:gd name="connsiteX8" fmla="*/ 154045 w 154411"/>
                <a:gd name="connsiteY8" fmla="*/ 6280 h 150329"/>
                <a:gd name="connsiteX9" fmla="*/ 154499 w 154411"/>
                <a:gd name="connsiteY9" fmla="*/ 2505 h 150329"/>
                <a:gd name="connsiteX10" fmla="*/ 148368 w 154411"/>
                <a:gd name="connsiteY10" fmla="*/ 63 h 150329"/>
                <a:gd name="connsiteX11" fmla="*/ 22341 w 154411"/>
                <a:gd name="connsiteY11" fmla="*/ 63 h 150329"/>
                <a:gd name="connsiteX12" fmla="*/ 15074 w 154411"/>
                <a:gd name="connsiteY12" fmla="*/ 4504 h 150329"/>
                <a:gd name="connsiteX13" fmla="*/ 1450 w 154411"/>
                <a:gd name="connsiteY13" fmla="*/ 43585 h 150329"/>
                <a:gd name="connsiteX14" fmla="*/ 87 w 154411"/>
                <a:gd name="connsiteY14" fmla="*/ 47582 h 150329"/>
                <a:gd name="connsiteX15" fmla="*/ 2812 w 154411"/>
                <a:gd name="connsiteY15" fmla="*/ 50025 h 150329"/>
                <a:gd name="connsiteX16" fmla="*/ 6673 w 154411"/>
                <a:gd name="connsiteY16" fmla="*/ 45361 h 150329"/>
                <a:gd name="connsiteX17" fmla="*/ 58446 w 154411"/>
                <a:gd name="connsiteY17" fmla="*/ 6946 h 150329"/>
                <a:gd name="connsiteX18" fmla="*/ 67302 w 154411"/>
                <a:gd name="connsiteY18" fmla="*/ 6946 h 150329"/>
                <a:gd name="connsiteX19" fmla="*/ 73660 w 154411"/>
                <a:gd name="connsiteY19" fmla="*/ 9611 h 150329"/>
                <a:gd name="connsiteX20" fmla="*/ 72752 w 154411"/>
                <a:gd name="connsiteY20" fmla="*/ 14274 h 150329"/>
                <a:gd name="connsiteX21" fmla="*/ 42324 w 154411"/>
                <a:gd name="connsiteY21" fmla="*/ 132850 h 150329"/>
                <a:gd name="connsiteX22" fmla="*/ 15301 w 154411"/>
                <a:gd name="connsiteY22" fmla="*/ 143509 h 150329"/>
                <a:gd name="connsiteX23" fmla="*/ 5764 w 154411"/>
                <a:gd name="connsiteY23" fmla="*/ 147728 h 150329"/>
                <a:gd name="connsiteX24" fmla="*/ 9625 w 154411"/>
                <a:gd name="connsiteY24" fmla="*/ 150392 h 150329"/>
                <a:gd name="connsiteX25" fmla="*/ 28245 w 154411"/>
                <a:gd name="connsiteY25" fmla="*/ 149948 h 150329"/>
                <a:gd name="connsiteX26" fmla="*/ 47546 w 154411"/>
                <a:gd name="connsiteY26" fmla="*/ 149726 h 150329"/>
                <a:gd name="connsiteX27" fmla="*/ 66394 w 154411"/>
                <a:gd name="connsiteY27" fmla="*/ 149948 h 150329"/>
                <a:gd name="connsiteX28" fmla="*/ 86149 w 154411"/>
                <a:gd name="connsiteY28" fmla="*/ 150392 h 150329"/>
                <a:gd name="connsiteX29" fmla="*/ 91145 w 154411"/>
                <a:gd name="connsiteY29" fmla="*/ 145951 h 150329"/>
                <a:gd name="connsiteX30" fmla="*/ 83424 w 154411"/>
                <a:gd name="connsiteY30" fmla="*/ 143509 h 150329"/>
                <a:gd name="connsiteX31" fmla="*/ 68891 w 154411"/>
                <a:gd name="connsiteY31" fmla="*/ 143064 h 150329"/>
                <a:gd name="connsiteX32" fmla="*/ 60490 w 154411"/>
                <a:gd name="connsiteY32" fmla="*/ 138179 h 150329"/>
                <a:gd name="connsiteX33" fmla="*/ 61398 w 154411"/>
                <a:gd name="connsiteY33" fmla="*/ 133516 h 150329"/>
                <a:gd name="connsiteX34" fmla="*/ 91599 w 154411"/>
                <a:gd name="connsiteY34" fmla="*/ 15606 h 15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4411" h="150329">
                  <a:moveTo>
                    <a:pt x="91599" y="15606"/>
                  </a:moveTo>
                  <a:cubicBezTo>
                    <a:pt x="93189" y="9389"/>
                    <a:pt x="94097" y="8057"/>
                    <a:pt x="96822" y="7390"/>
                  </a:cubicBezTo>
                  <a:cubicBezTo>
                    <a:pt x="98865" y="6946"/>
                    <a:pt x="106359" y="6946"/>
                    <a:pt x="111128" y="6946"/>
                  </a:cubicBezTo>
                  <a:cubicBezTo>
                    <a:pt x="134062" y="6946"/>
                    <a:pt x="144281" y="7835"/>
                    <a:pt x="144281" y="25155"/>
                  </a:cubicBezTo>
                  <a:cubicBezTo>
                    <a:pt x="144281" y="28485"/>
                    <a:pt x="143372" y="37146"/>
                    <a:pt x="142464" y="42919"/>
                  </a:cubicBezTo>
                  <a:cubicBezTo>
                    <a:pt x="142237" y="43807"/>
                    <a:pt x="141783" y="46472"/>
                    <a:pt x="141783" y="47138"/>
                  </a:cubicBezTo>
                  <a:cubicBezTo>
                    <a:pt x="141783" y="48470"/>
                    <a:pt x="142464" y="50025"/>
                    <a:pt x="144508" y="50025"/>
                  </a:cubicBezTo>
                  <a:cubicBezTo>
                    <a:pt x="147006" y="50025"/>
                    <a:pt x="147460" y="48248"/>
                    <a:pt x="147914" y="44917"/>
                  </a:cubicBezTo>
                  <a:lnTo>
                    <a:pt x="154045" y="6280"/>
                  </a:lnTo>
                  <a:cubicBezTo>
                    <a:pt x="154272" y="5392"/>
                    <a:pt x="154499" y="3172"/>
                    <a:pt x="154499" y="2505"/>
                  </a:cubicBezTo>
                  <a:cubicBezTo>
                    <a:pt x="154499" y="63"/>
                    <a:pt x="152228" y="63"/>
                    <a:pt x="148368" y="63"/>
                  </a:cubicBezTo>
                  <a:lnTo>
                    <a:pt x="22341" y="63"/>
                  </a:lnTo>
                  <a:cubicBezTo>
                    <a:pt x="16891" y="63"/>
                    <a:pt x="16664" y="285"/>
                    <a:pt x="15074" y="4504"/>
                  </a:cubicBezTo>
                  <a:lnTo>
                    <a:pt x="1450" y="43585"/>
                  </a:lnTo>
                  <a:cubicBezTo>
                    <a:pt x="1223" y="44029"/>
                    <a:pt x="87" y="47138"/>
                    <a:pt x="87" y="47582"/>
                  </a:cubicBezTo>
                  <a:cubicBezTo>
                    <a:pt x="87" y="48914"/>
                    <a:pt x="1223" y="50025"/>
                    <a:pt x="2812" y="50025"/>
                  </a:cubicBezTo>
                  <a:cubicBezTo>
                    <a:pt x="5083" y="50025"/>
                    <a:pt x="5310" y="48914"/>
                    <a:pt x="6673" y="45361"/>
                  </a:cubicBezTo>
                  <a:cubicBezTo>
                    <a:pt x="18935" y="10943"/>
                    <a:pt x="24839" y="6946"/>
                    <a:pt x="58446" y="6946"/>
                  </a:cubicBezTo>
                  <a:lnTo>
                    <a:pt x="67302" y="6946"/>
                  </a:lnTo>
                  <a:cubicBezTo>
                    <a:pt x="73660" y="6946"/>
                    <a:pt x="73660" y="7835"/>
                    <a:pt x="73660" y="9611"/>
                  </a:cubicBezTo>
                  <a:cubicBezTo>
                    <a:pt x="73660" y="10943"/>
                    <a:pt x="72979" y="13608"/>
                    <a:pt x="72752" y="14274"/>
                  </a:cubicBezTo>
                  <a:lnTo>
                    <a:pt x="42324" y="132850"/>
                  </a:lnTo>
                  <a:cubicBezTo>
                    <a:pt x="40280" y="141066"/>
                    <a:pt x="39599" y="143509"/>
                    <a:pt x="15301" y="143509"/>
                  </a:cubicBezTo>
                  <a:cubicBezTo>
                    <a:pt x="7127" y="143509"/>
                    <a:pt x="5764" y="143509"/>
                    <a:pt x="5764" y="147728"/>
                  </a:cubicBezTo>
                  <a:cubicBezTo>
                    <a:pt x="5764" y="150392"/>
                    <a:pt x="8262" y="150392"/>
                    <a:pt x="9625" y="150392"/>
                  </a:cubicBezTo>
                  <a:cubicBezTo>
                    <a:pt x="15756" y="150392"/>
                    <a:pt x="22114" y="149948"/>
                    <a:pt x="28245" y="149948"/>
                  </a:cubicBezTo>
                  <a:cubicBezTo>
                    <a:pt x="34603" y="149948"/>
                    <a:pt x="41188" y="149726"/>
                    <a:pt x="47546" y="149726"/>
                  </a:cubicBezTo>
                  <a:cubicBezTo>
                    <a:pt x="53904" y="149726"/>
                    <a:pt x="60263" y="149948"/>
                    <a:pt x="66394" y="149948"/>
                  </a:cubicBezTo>
                  <a:cubicBezTo>
                    <a:pt x="72979" y="149948"/>
                    <a:pt x="79791" y="150392"/>
                    <a:pt x="86149" y="150392"/>
                  </a:cubicBezTo>
                  <a:cubicBezTo>
                    <a:pt x="88420" y="150392"/>
                    <a:pt x="91145" y="150392"/>
                    <a:pt x="91145" y="145951"/>
                  </a:cubicBezTo>
                  <a:cubicBezTo>
                    <a:pt x="91145" y="143509"/>
                    <a:pt x="89328" y="143509"/>
                    <a:pt x="83424" y="143509"/>
                  </a:cubicBezTo>
                  <a:cubicBezTo>
                    <a:pt x="77747" y="143509"/>
                    <a:pt x="74795" y="143509"/>
                    <a:pt x="68891" y="143064"/>
                  </a:cubicBezTo>
                  <a:cubicBezTo>
                    <a:pt x="62306" y="142398"/>
                    <a:pt x="60490" y="141732"/>
                    <a:pt x="60490" y="138179"/>
                  </a:cubicBezTo>
                  <a:cubicBezTo>
                    <a:pt x="60490" y="137957"/>
                    <a:pt x="60490" y="136847"/>
                    <a:pt x="61398" y="133516"/>
                  </a:cubicBezTo>
                  <a:lnTo>
                    <a:pt x="91599" y="15606"/>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1" name="Freeform: Shape 100">
              <a:extLst>
                <a:ext uri="{FF2B5EF4-FFF2-40B4-BE49-F238E27FC236}">
                  <a16:creationId xmlns:a16="http://schemas.microsoft.com/office/drawing/2014/main" id="{0E8D8D53-AF6A-975F-B302-14951B5926BE}"/>
                </a:ext>
              </a:extLst>
            </p:cNvPr>
            <p:cNvSpPr/>
            <p:nvPr>
              <p:custDataLst>
                <p:tags r:id="rId11"/>
              </p:custDataLst>
            </p:nvPr>
          </p:nvSpPr>
          <p:spPr>
            <a:xfrm>
              <a:off x="3151891" y="5835820"/>
              <a:ext cx="138743" cy="128790"/>
            </a:xfrm>
            <a:custGeom>
              <a:avLst/>
              <a:gdLst>
                <a:gd name="connsiteX0" fmla="*/ 134526 w 138743"/>
                <a:gd name="connsiteY0" fmla="*/ 69343 h 128790"/>
                <a:gd name="connsiteX1" fmla="*/ 138841 w 138743"/>
                <a:gd name="connsiteY1" fmla="*/ 64458 h 128790"/>
                <a:gd name="connsiteX2" fmla="*/ 134526 w 138743"/>
                <a:gd name="connsiteY2" fmla="*/ 59573 h 128790"/>
                <a:gd name="connsiteX3" fmla="*/ 8726 w 138743"/>
                <a:gd name="connsiteY3" fmla="*/ 1617 h 128790"/>
                <a:gd name="connsiteX4" fmla="*/ 4639 w 138743"/>
                <a:gd name="connsiteY4" fmla="*/ 63 h 128790"/>
                <a:gd name="connsiteX5" fmla="*/ 97 w 138743"/>
                <a:gd name="connsiteY5" fmla="*/ 4504 h 128790"/>
                <a:gd name="connsiteX6" fmla="*/ 4412 w 138743"/>
                <a:gd name="connsiteY6" fmla="*/ 9389 h 128790"/>
                <a:gd name="connsiteX7" fmla="*/ 123627 w 138743"/>
                <a:gd name="connsiteY7" fmla="*/ 64458 h 128790"/>
                <a:gd name="connsiteX8" fmla="*/ 4412 w 138743"/>
                <a:gd name="connsiteY8" fmla="*/ 119527 h 128790"/>
                <a:gd name="connsiteX9" fmla="*/ 97 w 138743"/>
                <a:gd name="connsiteY9" fmla="*/ 124412 h 128790"/>
                <a:gd name="connsiteX10" fmla="*/ 4639 w 138743"/>
                <a:gd name="connsiteY10" fmla="*/ 128853 h 128790"/>
                <a:gd name="connsiteX11" fmla="*/ 8726 w 138743"/>
                <a:gd name="connsiteY11" fmla="*/ 127299 h 128790"/>
                <a:gd name="connsiteX12" fmla="*/ 134526 w 138743"/>
                <a:gd name="connsiteY12" fmla="*/ 69343 h 128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8743" h="128790">
                  <a:moveTo>
                    <a:pt x="134526" y="69343"/>
                  </a:moveTo>
                  <a:cubicBezTo>
                    <a:pt x="137024" y="68233"/>
                    <a:pt x="138841" y="67123"/>
                    <a:pt x="138841" y="64458"/>
                  </a:cubicBezTo>
                  <a:cubicBezTo>
                    <a:pt x="138841" y="61793"/>
                    <a:pt x="137024" y="60683"/>
                    <a:pt x="134526" y="59573"/>
                  </a:cubicBezTo>
                  <a:lnTo>
                    <a:pt x="8726" y="1617"/>
                  </a:lnTo>
                  <a:cubicBezTo>
                    <a:pt x="5774" y="63"/>
                    <a:pt x="5320" y="63"/>
                    <a:pt x="4639" y="63"/>
                  </a:cubicBezTo>
                  <a:cubicBezTo>
                    <a:pt x="2141" y="63"/>
                    <a:pt x="97" y="2061"/>
                    <a:pt x="97" y="4504"/>
                  </a:cubicBezTo>
                  <a:cubicBezTo>
                    <a:pt x="97" y="6502"/>
                    <a:pt x="1233" y="7835"/>
                    <a:pt x="4412" y="9389"/>
                  </a:cubicBezTo>
                  <a:lnTo>
                    <a:pt x="123627" y="64458"/>
                  </a:lnTo>
                  <a:lnTo>
                    <a:pt x="4412" y="119527"/>
                  </a:lnTo>
                  <a:cubicBezTo>
                    <a:pt x="1233" y="121081"/>
                    <a:pt x="97" y="122414"/>
                    <a:pt x="97" y="124412"/>
                  </a:cubicBezTo>
                  <a:cubicBezTo>
                    <a:pt x="97" y="126855"/>
                    <a:pt x="2141" y="128853"/>
                    <a:pt x="4639" y="128853"/>
                  </a:cubicBezTo>
                  <a:cubicBezTo>
                    <a:pt x="5320" y="128853"/>
                    <a:pt x="5774" y="128853"/>
                    <a:pt x="8726" y="127299"/>
                  </a:cubicBezTo>
                  <a:lnTo>
                    <a:pt x="134526" y="6934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8" name="Freeform: Shape 107">
              <a:extLst>
                <a:ext uri="{FF2B5EF4-FFF2-40B4-BE49-F238E27FC236}">
                  <a16:creationId xmlns:a16="http://schemas.microsoft.com/office/drawing/2014/main" id="{95B615D8-31C5-4009-15BD-F641EFC0BED6}"/>
                </a:ext>
              </a:extLst>
            </p:cNvPr>
            <p:cNvSpPr/>
            <p:nvPr>
              <p:custDataLst>
                <p:tags r:id="rId12"/>
              </p:custDataLst>
            </p:nvPr>
          </p:nvSpPr>
          <p:spPr>
            <a:xfrm>
              <a:off x="3382044" y="5857581"/>
              <a:ext cx="88332" cy="100589"/>
            </a:xfrm>
            <a:custGeom>
              <a:avLst/>
              <a:gdLst>
                <a:gd name="connsiteX0" fmla="*/ 80720 w 88332"/>
                <a:gd name="connsiteY0" fmla="*/ 13830 h 100589"/>
                <a:gd name="connsiteX1" fmla="*/ 70729 w 88332"/>
                <a:gd name="connsiteY1" fmla="*/ 16939 h 100589"/>
                <a:gd name="connsiteX2" fmla="*/ 66641 w 88332"/>
                <a:gd name="connsiteY2" fmla="*/ 25599 h 100589"/>
                <a:gd name="connsiteX3" fmla="*/ 75043 w 88332"/>
                <a:gd name="connsiteY3" fmla="*/ 33371 h 100589"/>
                <a:gd name="connsiteX4" fmla="*/ 87759 w 88332"/>
                <a:gd name="connsiteY4" fmla="*/ 19159 h 100589"/>
                <a:gd name="connsiteX5" fmla="*/ 60964 w 88332"/>
                <a:gd name="connsiteY5" fmla="*/ 63 h 100589"/>
                <a:gd name="connsiteX6" fmla="*/ 108 w 88332"/>
                <a:gd name="connsiteY6" fmla="*/ 63126 h 100589"/>
                <a:gd name="connsiteX7" fmla="*/ 36894 w 88332"/>
                <a:gd name="connsiteY7" fmla="*/ 100652 h 100589"/>
                <a:gd name="connsiteX8" fmla="*/ 88440 w 88332"/>
                <a:gd name="connsiteY8" fmla="*/ 74450 h 100589"/>
                <a:gd name="connsiteX9" fmla="*/ 85716 w 88332"/>
                <a:gd name="connsiteY9" fmla="*/ 71564 h 100589"/>
                <a:gd name="connsiteX10" fmla="*/ 82764 w 88332"/>
                <a:gd name="connsiteY10" fmla="*/ 73784 h 100589"/>
                <a:gd name="connsiteX11" fmla="*/ 37348 w 88332"/>
                <a:gd name="connsiteY11" fmla="*/ 95767 h 100589"/>
                <a:gd name="connsiteX12" fmla="*/ 16912 w 88332"/>
                <a:gd name="connsiteY12" fmla="*/ 71564 h 100589"/>
                <a:gd name="connsiteX13" fmla="*/ 29174 w 88332"/>
                <a:gd name="connsiteY13" fmla="*/ 27153 h 100589"/>
                <a:gd name="connsiteX14" fmla="*/ 61191 w 88332"/>
                <a:gd name="connsiteY14" fmla="*/ 4948 h 100589"/>
                <a:gd name="connsiteX15" fmla="*/ 80720 w 88332"/>
                <a:gd name="connsiteY15" fmla="*/ 1383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8332" h="100589">
                  <a:moveTo>
                    <a:pt x="80720" y="13830"/>
                  </a:moveTo>
                  <a:cubicBezTo>
                    <a:pt x="77087" y="13830"/>
                    <a:pt x="73908" y="13830"/>
                    <a:pt x="70729" y="16939"/>
                  </a:cubicBezTo>
                  <a:cubicBezTo>
                    <a:pt x="67095" y="20270"/>
                    <a:pt x="66641" y="24044"/>
                    <a:pt x="66641" y="25599"/>
                  </a:cubicBezTo>
                  <a:cubicBezTo>
                    <a:pt x="66641" y="30928"/>
                    <a:pt x="70729" y="33371"/>
                    <a:pt x="75043" y="33371"/>
                  </a:cubicBezTo>
                  <a:cubicBezTo>
                    <a:pt x="81628" y="33371"/>
                    <a:pt x="87759" y="28041"/>
                    <a:pt x="87759" y="19159"/>
                  </a:cubicBezTo>
                  <a:cubicBezTo>
                    <a:pt x="87759" y="8279"/>
                    <a:pt x="77087" y="63"/>
                    <a:pt x="60964" y="63"/>
                  </a:cubicBezTo>
                  <a:cubicBezTo>
                    <a:pt x="30309" y="63"/>
                    <a:pt x="108" y="31816"/>
                    <a:pt x="108" y="63126"/>
                  </a:cubicBezTo>
                  <a:cubicBezTo>
                    <a:pt x="108" y="83110"/>
                    <a:pt x="13278" y="100652"/>
                    <a:pt x="36894" y="100652"/>
                  </a:cubicBezTo>
                  <a:cubicBezTo>
                    <a:pt x="69366" y="100652"/>
                    <a:pt x="88440" y="77115"/>
                    <a:pt x="88440" y="74450"/>
                  </a:cubicBezTo>
                  <a:cubicBezTo>
                    <a:pt x="88440" y="73118"/>
                    <a:pt x="87078" y="71564"/>
                    <a:pt x="85716" y="71564"/>
                  </a:cubicBezTo>
                  <a:cubicBezTo>
                    <a:pt x="84580" y="71564"/>
                    <a:pt x="84126" y="72008"/>
                    <a:pt x="82764" y="73784"/>
                  </a:cubicBezTo>
                  <a:cubicBezTo>
                    <a:pt x="64825" y="95767"/>
                    <a:pt x="40073" y="95767"/>
                    <a:pt x="37348" y="95767"/>
                  </a:cubicBezTo>
                  <a:cubicBezTo>
                    <a:pt x="23043" y="95767"/>
                    <a:pt x="16912" y="84887"/>
                    <a:pt x="16912" y="71564"/>
                  </a:cubicBezTo>
                  <a:cubicBezTo>
                    <a:pt x="16912" y="62459"/>
                    <a:pt x="21453" y="40920"/>
                    <a:pt x="29174" y="27153"/>
                  </a:cubicBezTo>
                  <a:cubicBezTo>
                    <a:pt x="36213" y="14496"/>
                    <a:pt x="48702" y="4948"/>
                    <a:pt x="61191" y="4948"/>
                  </a:cubicBezTo>
                  <a:cubicBezTo>
                    <a:pt x="68912" y="4948"/>
                    <a:pt x="77541" y="7835"/>
                    <a:pt x="80720" y="13830"/>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9" name="Freeform: Shape 108">
              <a:extLst>
                <a:ext uri="{FF2B5EF4-FFF2-40B4-BE49-F238E27FC236}">
                  <a16:creationId xmlns:a16="http://schemas.microsoft.com/office/drawing/2014/main" id="{94E5A3E0-C7CC-6E41-1A0F-7148315CBD39}"/>
                </a:ext>
              </a:extLst>
            </p:cNvPr>
            <p:cNvSpPr/>
            <p:nvPr>
              <p:custDataLst>
                <p:tags r:id="rId13"/>
              </p:custDataLst>
            </p:nvPr>
          </p:nvSpPr>
          <p:spPr>
            <a:xfrm>
              <a:off x="3498024" y="5789189"/>
              <a:ext cx="9083" cy="222052"/>
            </a:xfrm>
            <a:custGeom>
              <a:avLst/>
              <a:gdLst>
                <a:gd name="connsiteX0" fmla="*/ 9195 w 9083"/>
                <a:gd name="connsiteY0" fmla="*/ 8057 h 222052"/>
                <a:gd name="connsiteX1" fmla="*/ 4654 w 9083"/>
                <a:gd name="connsiteY1" fmla="*/ 63 h 222052"/>
                <a:gd name="connsiteX2" fmla="*/ 112 w 9083"/>
                <a:gd name="connsiteY2" fmla="*/ 8057 h 222052"/>
                <a:gd name="connsiteX3" fmla="*/ 112 w 9083"/>
                <a:gd name="connsiteY3" fmla="*/ 214121 h 222052"/>
                <a:gd name="connsiteX4" fmla="*/ 4654 w 9083"/>
                <a:gd name="connsiteY4" fmla="*/ 222115 h 222052"/>
                <a:gd name="connsiteX5" fmla="*/ 9195 w 9083"/>
                <a:gd name="connsiteY5" fmla="*/ 214121 h 222052"/>
                <a:gd name="connsiteX6" fmla="*/ 9195 w 9083"/>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83" h="222052">
                  <a:moveTo>
                    <a:pt x="9195" y="8057"/>
                  </a:moveTo>
                  <a:cubicBezTo>
                    <a:pt x="9195" y="4060"/>
                    <a:pt x="9195" y="63"/>
                    <a:pt x="4654" y="63"/>
                  </a:cubicBezTo>
                  <a:cubicBezTo>
                    <a:pt x="112" y="63"/>
                    <a:pt x="112" y="4060"/>
                    <a:pt x="112" y="8057"/>
                  </a:cubicBezTo>
                  <a:lnTo>
                    <a:pt x="112" y="214121"/>
                  </a:lnTo>
                  <a:cubicBezTo>
                    <a:pt x="112" y="218118"/>
                    <a:pt x="112" y="222115"/>
                    <a:pt x="4654" y="222115"/>
                  </a:cubicBezTo>
                  <a:cubicBezTo>
                    <a:pt x="9195" y="222115"/>
                    <a:pt x="9195" y="218118"/>
                    <a:pt x="9195" y="214121"/>
                  </a:cubicBezTo>
                  <a:lnTo>
                    <a:pt x="9195" y="805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0" name="Freeform: Shape 109">
              <a:extLst>
                <a:ext uri="{FF2B5EF4-FFF2-40B4-BE49-F238E27FC236}">
                  <a16:creationId xmlns:a16="http://schemas.microsoft.com/office/drawing/2014/main" id="{B18D131B-EDAE-27EF-DB48-1842A92A73F7}"/>
                </a:ext>
              </a:extLst>
            </p:cNvPr>
            <p:cNvSpPr/>
            <p:nvPr>
              <p:custDataLst>
                <p:tags r:id="rId14"/>
              </p:custDataLst>
            </p:nvPr>
          </p:nvSpPr>
          <p:spPr>
            <a:xfrm>
              <a:off x="3541573" y="5804066"/>
              <a:ext cx="155092" cy="151661"/>
            </a:xfrm>
            <a:custGeom>
              <a:avLst/>
              <a:gdLst>
                <a:gd name="connsiteX0" fmla="*/ 131819 w 155092"/>
                <a:gd name="connsiteY0" fmla="*/ 17383 h 151661"/>
                <a:gd name="connsiteX1" fmla="*/ 149758 w 155092"/>
                <a:gd name="connsiteY1" fmla="*/ 6946 h 151661"/>
                <a:gd name="connsiteX2" fmla="*/ 155208 w 155092"/>
                <a:gd name="connsiteY2" fmla="*/ 6946 h 151661"/>
                <a:gd name="connsiteX3" fmla="*/ 155208 w 155092"/>
                <a:gd name="connsiteY3" fmla="*/ 63 h 151661"/>
                <a:gd name="connsiteX4" fmla="*/ 121828 w 155092"/>
                <a:gd name="connsiteY4" fmla="*/ 729 h 151661"/>
                <a:gd name="connsiteX5" fmla="*/ 88220 w 155092"/>
                <a:gd name="connsiteY5" fmla="*/ 63 h 151661"/>
                <a:gd name="connsiteX6" fmla="*/ 88220 w 155092"/>
                <a:gd name="connsiteY6" fmla="*/ 6946 h 151661"/>
                <a:gd name="connsiteX7" fmla="*/ 93670 w 155092"/>
                <a:gd name="connsiteY7" fmla="*/ 6946 h 151661"/>
                <a:gd name="connsiteX8" fmla="*/ 111609 w 155092"/>
                <a:gd name="connsiteY8" fmla="*/ 17383 h 151661"/>
                <a:gd name="connsiteX9" fmla="*/ 111609 w 155092"/>
                <a:gd name="connsiteY9" fmla="*/ 69343 h 151661"/>
                <a:gd name="connsiteX10" fmla="*/ 43714 w 155092"/>
                <a:gd name="connsiteY10" fmla="*/ 69343 h 151661"/>
                <a:gd name="connsiteX11" fmla="*/ 43714 w 155092"/>
                <a:gd name="connsiteY11" fmla="*/ 17383 h 151661"/>
                <a:gd name="connsiteX12" fmla="*/ 61653 w 155092"/>
                <a:gd name="connsiteY12" fmla="*/ 6946 h 151661"/>
                <a:gd name="connsiteX13" fmla="*/ 67102 w 155092"/>
                <a:gd name="connsiteY13" fmla="*/ 6946 h 151661"/>
                <a:gd name="connsiteX14" fmla="*/ 67102 w 155092"/>
                <a:gd name="connsiteY14" fmla="*/ 63 h 151661"/>
                <a:gd name="connsiteX15" fmla="*/ 33722 w 155092"/>
                <a:gd name="connsiteY15" fmla="*/ 729 h 151661"/>
                <a:gd name="connsiteX16" fmla="*/ 115 w 155092"/>
                <a:gd name="connsiteY16" fmla="*/ 63 h 151661"/>
                <a:gd name="connsiteX17" fmla="*/ 115 w 155092"/>
                <a:gd name="connsiteY17" fmla="*/ 6946 h 151661"/>
                <a:gd name="connsiteX18" fmla="*/ 5565 w 155092"/>
                <a:gd name="connsiteY18" fmla="*/ 6946 h 151661"/>
                <a:gd name="connsiteX19" fmla="*/ 23504 w 155092"/>
                <a:gd name="connsiteY19" fmla="*/ 17383 h 151661"/>
                <a:gd name="connsiteX20" fmla="*/ 23504 w 155092"/>
                <a:gd name="connsiteY20" fmla="*/ 134404 h 151661"/>
                <a:gd name="connsiteX21" fmla="*/ 5565 w 155092"/>
                <a:gd name="connsiteY21" fmla="*/ 144841 h 151661"/>
                <a:gd name="connsiteX22" fmla="*/ 115 w 155092"/>
                <a:gd name="connsiteY22" fmla="*/ 144841 h 151661"/>
                <a:gd name="connsiteX23" fmla="*/ 115 w 155092"/>
                <a:gd name="connsiteY23" fmla="*/ 151724 h 151661"/>
                <a:gd name="connsiteX24" fmla="*/ 33495 w 155092"/>
                <a:gd name="connsiteY24" fmla="*/ 151058 h 151661"/>
                <a:gd name="connsiteX25" fmla="*/ 67102 w 155092"/>
                <a:gd name="connsiteY25" fmla="*/ 151724 h 151661"/>
                <a:gd name="connsiteX26" fmla="*/ 67102 w 155092"/>
                <a:gd name="connsiteY26" fmla="*/ 144841 h 151661"/>
                <a:gd name="connsiteX27" fmla="*/ 61653 w 155092"/>
                <a:gd name="connsiteY27" fmla="*/ 144841 h 151661"/>
                <a:gd name="connsiteX28" fmla="*/ 43714 w 155092"/>
                <a:gd name="connsiteY28" fmla="*/ 134404 h 151661"/>
                <a:gd name="connsiteX29" fmla="*/ 43714 w 155092"/>
                <a:gd name="connsiteY29" fmla="*/ 76227 h 151661"/>
                <a:gd name="connsiteX30" fmla="*/ 111609 w 155092"/>
                <a:gd name="connsiteY30" fmla="*/ 76227 h 151661"/>
                <a:gd name="connsiteX31" fmla="*/ 111609 w 155092"/>
                <a:gd name="connsiteY31" fmla="*/ 134404 h 151661"/>
                <a:gd name="connsiteX32" fmla="*/ 93670 w 155092"/>
                <a:gd name="connsiteY32" fmla="*/ 144841 h 151661"/>
                <a:gd name="connsiteX33" fmla="*/ 88220 w 155092"/>
                <a:gd name="connsiteY33" fmla="*/ 144841 h 151661"/>
                <a:gd name="connsiteX34" fmla="*/ 88220 w 155092"/>
                <a:gd name="connsiteY34" fmla="*/ 151724 h 151661"/>
                <a:gd name="connsiteX35" fmla="*/ 121601 w 155092"/>
                <a:gd name="connsiteY35" fmla="*/ 151058 h 151661"/>
                <a:gd name="connsiteX36" fmla="*/ 155208 w 155092"/>
                <a:gd name="connsiteY36" fmla="*/ 151724 h 151661"/>
                <a:gd name="connsiteX37" fmla="*/ 155208 w 155092"/>
                <a:gd name="connsiteY37" fmla="*/ 144841 h 151661"/>
                <a:gd name="connsiteX38" fmla="*/ 149758 w 155092"/>
                <a:gd name="connsiteY38" fmla="*/ 144841 h 151661"/>
                <a:gd name="connsiteX39" fmla="*/ 131819 w 155092"/>
                <a:gd name="connsiteY39" fmla="*/ 134404 h 151661"/>
                <a:gd name="connsiteX40" fmla="*/ 131819 w 155092"/>
                <a:gd name="connsiteY40" fmla="*/ 17383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5092" h="151661">
                  <a:moveTo>
                    <a:pt x="131819" y="17383"/>
                  </a:moveTo>
                  <a:cubicBezTo>
                    <a:pt x="131819" y="9389"/>
                    <a:pt x="132273" y="6946"/>
                    <a:pt x="149758" y="6946"/>
                  </a:cubicBezTo>
                  <a:lnTo>
                    <a:pt x="155208" y="6946"/>
                  </a:lnTo>
                  <a:lnTo>
                    <a:pt x="155208" y="63"/>
                  </a:lnTo>
                  <a:cubicBezTo>
                    <a:pt x="147260" y="729"/>
                    <a:pt x="130457" y="729"/>
                    <a:pt x="121828" y="729"/>
                  </a:cubicBezTo>
                  <a:cubicBezTo>
                    <a:pt x="113199" y="729"/>
                    <a:pt x="96168" y="729"/>
                    <a:pt x="88220" y="63"/>
                  </a:cubicBezTo>
                  <a:lnTo>
                    <a:pt x="88220" y="6946"/>
                  </a:lnTo>
                  <a:lnTo>
                    <a:pt x="93670" y="6946"/>
                  </a:lnTo>
                  <a:cubicBezTo>
                    <a:pt x="111155" y="6946"/>
                    <a:pt x="111609" y="9389"/>
                    <a:pt x="111609" y="17383"/>
                  </a:cubicBezTo>
                  <a:lnTo>
                    <a:pt x="111609" y="69343"/>
                  </a:lnTo>
                  <a:lnTo>
                    <a:pt x="43714" y="69343"/>
                  </a:lnTo>
                  <a:lnTo>
                    <a:pt x="43714" y="17383"/>
                  </a:lnTo>
                  <a:cubicBezTo>
                    <a:pt x="43714" y="9389"/>
                    <a:pt x="44168" y="6946"/>
                    <a:pt x="61653" y="6946"/>
                  </a:cubicBezTo>
                  <a:lnTo>
                    <a:pt x="67102" y="6946"/>
                  </a:lnTo>
                  <a:lnTo>
                    <a:pt x="67102" y="63"/>
                  </a:lnTo>
                  <a:cubicBezTo>
                    <a:pt x="59155" y="729"/>
                    <a:pt x="42351" y="729"/>
                    <a:pt x="33722" y="729"/>
                  </a:cubicBezTo>
                  <a:cubicBezTo>
                    <a:pt x="25093" y="729"/>
                    <a:pt x="8063" y="729"/>
                    <a:pt x="115" y="63"/>
                  </a:cubicBezTo>
                  <a:lnTo>
                    <a:pt x="115" y="6946"/>
                  </a:lnTo>
                  <a:lnTo>
                    <a:pt x="5565" y="6946"/>
                  </a:lnTo>
                  <a:cubicBezTo>
                    <a:pt x="23050" y="6946"/>
                    <a:pt x="23504" y="9389"/>
                    <a:pt x="23504" y="17383"/>
                  </a:cubicBezTo>
                  <a:lnTo>
                    <a:pt x="23504" y="134404"/>
                  </a:lnTo>
                  <a:cubicBezTo>
                    <a:pt x="23504" y="142398"/>
                    <a:pt x="23050" y="144841"/>
                    <a:pt x="5565" y="144841"/>
                  </a:cubicBezTo>
                  <a:lnTo>
                    <a:pt x="115" y="144841"/>
                  </a:lnTo>
                  <a:lnTo>
                    <a:pt x="115" y="151724"/>
                  </a:lnTo>
                  <a:cubicBezTo>
                    <a:pt x="8063" y="151058"/>
                    <a:pt x="24866" y="151058"/>
                    <a:pt x="33495" y="151058"/>
                  </a:cubicBezTo>
                  <a:cubicBezTo>
                    <a:pt x="42124" y="151058"/>
                    <a:pt x="59155" y="151058"/>
                    <a:pt x="67102" y="151724"/>
                  </a:cubicBezTo>
                  <a:lnTo>
                    <a:pt x="67102" y="144841"/>
                  </a:lnTo>
                  <a:lnTo>
                    <a:pt x="61653" y="144841"/>
                  </a:lnTo>
                  <a:cubicBezTo>
                    <a:pt x="44168" y="144841"/>
                    <a:pt x="43714" y="142398"/>
                    <a:pt x="43714" y="134404"/>
                  </a:cubicBezTo>
                  <a:lnTo>
                    <a:pt x="43714" y="76227"/>
                  </a:lnTo>
                  <a:lnTo>
                    <a:pt x="111609" y="76227"/>
                  </a:lnTo>
                  <a:lnTo>
                    <a:pt x="111609" y="134404"/>
                  </a:lnTo>
                  <a:cubicBezTo>
                    <a:pt x="111609" y="142398"/>
                    <a:pt x="111155" y="144841"/>
                    <a:pt x="93670" y="144841"/>
                  </a:cubicBezTo>
                  <a:lnTo>
                    <a:pt x="88220" y="144841"/>
                  </a:lnTo>
                  <a:lnTo>
                    <a:pt x="88220" y="151724"/>
                  </a:lnTo>
                  <a:cubicBezTo>
                    <a:pt x="96168" y="151058"/>
                    <a:pt x="112972" y="151058"/>
                    <a:pt x="121601" y="151058"/>
                  </a:cubicBezTo>
                  <a:cubicBezTo>
                    <a:pt x="130230" y="151058"/>
                    <a:pt x="147260" y="151058"/>
                    <a:pt x="155208" y="151724"/>
                  </a:cubicBezTo>
                  <a:lnTo>
                    <a:pt x="155208" y="144841"/>
                  </a:lnTo>
                  <a:lnTo>
                    <a:pt x="149758" y="144841"/>
                  </a:lnTo>
                  <a:cubicBezTo>
                    <a:pt x="132273" y="144841"/>
                    <a:pt x="131819" y="142398"/>
                    <a:pt x="131819" y="134404"/>
                  </a:cubicBezTo>
                  <a:lnTo>
                    <a:pt x="131819" y="1738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1" name="Freeform: Shape 110">
              <a:extLst>
                <a:ext uri="{FF2B5EF4-FFF2-40B4-BE49-F238E27FC236}">
                  <a16:creationId xmlns:a16="http://schemas.microsoft.com/office/drawing/2014/main" id="{9970B4D9-9860-8F63-5789-576665B0BDF7}"/>
                </a:ext>
              </a:extLst>
            </p:cNvPr>
            <p:cNvSpPr/>
            <p:nvPr>
              <p:custDataLst>
                <p:tags r:id="rId15"/>
              </p:custDataLst>
            </p:nvPr>
          </p:nvSpPr>
          <p:spPr>
            <a:xfrm>
              <a:off x="3712652" y="5885826"/>
              <a:ext cx="73754" cy="106318"/>
            </a:xfrm>
            <a:custGeom>
              <a:avLst/>
              <a:gdLst>
                <a:gd name="connsiteX0" fmla="*/ 73877 w 73754"/>
                <a:gd name="connsiteY0" fmla="*/ 53690 h 106318"/>
                <a:gd name="connsiteX1" fmla="*/ 64498 w 73754"/>
                <a:gd name="connsiteY1" fmla="*/ 13432 h 106318"/>
                <a:gd name="connsiteX2" fmla="*/ 37000 w 73754"/>
                <a:gd name="connsiteY2" fmla="*/ 64 h 106318"/>
                <a:gd name="connsiteX3" fmla="*/ 122 w 73754"/>
                <a:gd name="connsiteY3" fmla="*/ 53690 h 106318"/>
                <a:gd name="connsiteX4" fmla="*/ 37000 w 73754"/>
                <a:gd name="connsiteY4" fmla="*/ 106383 h 106318"/>
                <a:gd name="connsiteX5" fmla="*/ 73877 w 73754"/>
                <a:gd name="connsiteY5" fmla="*/ 53690 h 106318"/>
                <a:gd name="connsiteX6" fmla="*/ 37000 w 73754"/>
                <a:gd name="connsiteY6" fmla="*/ 102031 h 106318"/>
                <a:gd name="connsiteX7" fmla="*/ 16813 w 73754"/>
                <a:gd name="connsiteY7" fmla="*/ 85088 h 106318"/>
                <a:gd name="connsiteX8" fmla="*/ 14587 w 73754"/>
                <a:gd name="connsiteY8" fmla="*/ 51669 h 106318"/>
                <a:gd name="connsiteX9" fmla="*/ 16971 w 73754"/>
                <a:gd name="connsiteY9" fmla="*/ 19960 h 106318"/>
                <a:gd name="connsiteX10" fmla="*/ 37000 w 73754"/>
                <a:gd name="connsiteY10" fmla="*/ 4416 h 106318"/>
                <a:gd name="connsiteX11" fmla="*/ 56710 w 73754"/>
                <a:gd name="connsiteY11" fmla="*/ 18561 h 106318"/>
                <a:gd name="connsiteX12" fmla="*/ 59412 w 73754"/>
                <a:gd name="connsiteY12" fmla="*/ 51669 h 106318"/>
                <a:gd name="connsiteX13" fmla="*/ 57346 w 73754"/>
                <a:gd name="connsiteY13" fmla="*/ 84466 h 106318"/>
                <a:gd name="connsiteX14" fmla="*/ 37000 w 73754"/>
                <a:gd name="connsiteY14" fmla="*/ 102031 h 106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754" h="106318">
                  <a:moveTo>
                    <a:pt x="73877" y="53690"/>
                  </a:moveTo>
                  <a:cubicBezTo>
                    <a:pt x="73877" y="36592"/>
                    <a:pt x="71810" y="24312"/>
                    <a:pt x="64498" y="13432"/>
                  </a:cubicBezTo>
                  <a:cubicBezTo>
                    <a:pt x="59571" y="6282"/>
                    <a:pt x="49716" y="64"/>
                    <a:pt x="37000" y="64"/>
                  </a:cubicBezTo>
                  <a:cubicBezTo>
                    <a:pt x="122" y="64"/>
                    <a:pt x="122" y="42498"/>
                    <a:pt x="122" y="53690"/>
                  </a:cubicBezTo>
                  <a:cubicBezTo>
                    <a:pt x="122" y="64881"/>
                    <a:pt x="122" y="106383"/>
                    <a:pt x="37000" y="106383"/>
                  </a:cubicBezTo>
                  <a:cubicBezTo>
                    <a:pt x="73877" y="106383"/>
                    <a:pt x="73877" y="64881"/>
                    <a:pt x="73877" y="53690"/>
                  </a:cubicBezTo>
                  <a:close/>
                  <a:moveTo>
                    <a:pt x="37000" y="102031"/>
                  </a:moveTo>
                  <a:cubicBezTo>
                    <a:pt x="29688" y="102031"/>
                    <a:pt x="19992" y="97834"/>
                    <a:pt x="16813" y="85088"/>
                  </a:cubicBezTo>
                  <a:cubicBezTo>
                    <a:pt x="14587" y="75917"/>
                    <a:pt x="14587" y="63172"/>
                    <a:pt x="14587" y="51669"/>
                  </a:cubicBezTo>
                  <a:cubicBezTo>
                    <a:pt x="14587" y="40322"/>
                    <a:pt x="14587" y="28509"/>
                    <a:pt x="16971" y="19960"/>
                  </a:cubicBezTo>
                  <a:cubicBezTo>
                    <a:pt x="20309" y="7681"/>
                    <a:pt x="30482" y="4416"/>
                    <a:pt x="37000" y="4416"/>
                  </a:cubicBezTo>
                  <a:cubicBezTo>
                    <a:pt x="45583" y="4416"/>
                    <a:pt x="53849" y="9546"/>
                    <a:pt x="56710" y="18561"/>
                  </a:cubicBezTo>
                  <a:cubicBezTo>
                    <a:pt x="59253" y="26955"/>
                    <a:pt x="59412" y="38146"/>
                    <a:pt x="59412" y="51669"/>
                  </a:cubicBezTo>
                  <a:cubicBezTo>
                    <a:pt x="59412" y="63172"/>
                    <a:pt x="59412" y="74674"/>
                    <a:pt x="57346" y="84466"/>
                  </a:cubicBezTo>
                  <a:cubicBezTo>
                    <a:pt x="54167" y="98611"/>
                    <a:pt x="43358" y="102031"/>
                    <a:pt x="37000" y="10203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2" name="Freeform: Shape 111">
              <a:extLst>
                <a:ext uri="{FF2B5EF4-FFF2-40B4-BE49-F238E27FC236}">
                  <a16:creationId xmlns:a16="http://schemas.microsoft.com/office/drawing/2014/main" id="{E684F26D-CF6A-BA8A-BE67-4823F94CE195}"/>
                </a:ext>
              </a:extLst>
            </p:cNvPr>
            <p:cNvSpPr/>
            <p:nvPr>
              <p:custDataLst>
                <p:tags r:id="rId16"/>
              </p:custDataLst>
            </p:nvPr>
          </p:nvSpPr>
          <p:spPr>
            <a:xfrm>
              <a:off x="3819199" y="5789189"/>
              <a:ext cx="52681" cy="222052"/>
            </a:xfrm>
            <a:custGeom>
              <a:avLst/>
              <a:gdLst>
                <a:gd name="connsiteX0" fmla="*/ 52809 w 52681"/>
                <a:gd name="connsiteY0" fmla="*/ 111089 h 222052"/>
                <a:gd name="connsiteX1" fmla="*/ 37822 w 52681"/>
                <a:gd name="connsiteY1" fmla="*/ 41809 h 222052"/>
                <a:gd name="connsiteX2" fmla="*/ 2398 w 52681"/>
                <a:gd name="connsiteY2" fmla="*/ 63 h 222052"/>
                <a:gd name="connsiteX3" fmla="*/ 127 w 52681"/>
                <a:gd name="connsiteY3" fmla="*/ 2283 h 222052"/>
                <a:gd name="connsiteX4" fmla="*/ 4441 w 52681"/>
                <a:gd name="connsiteY4" fmla="*/ 7390 h 222052"/>
                <a:gd name="connsiteX5" fmla="*/ 39638 w 52681"/>
                <a:gd name="connsiteY5" fmla="*/ 111089 h 222052"/>
                <a:gd name="connsiteX6" fmla="*/ 3079 w 52681"/>
                <a:gd name="connsiteY6" fmla="*/ 216120 h 222052"/>
                <a:gd name="connsiteX7" fmla="*/ 127 w 52681"/>
                <a:gd name="connsiteY7" fmla="*/ 219895 h 222052"/>
                <a:gd name="connsiteX8" fmla="*/ 2398 w 52681"/>
                <a:gd name="connsiteY8" fmla="*/ 222115 h 222052"/>
                <a:gd name="connsiteX9" fmla="*/ 38503 w 52681"/>
                <a:gd name="connsiteY9" fmla="*/ 178815 h 222052"/>
                <a:gd name="connsiteX10" fmla="*/ 52809 w 52681"/>
                <a:gd name="connsiteY10" fmla="*/ 111089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681" h="222052">
                  <a:moveTo>
                    <a:pt x="52809" y="111089"/>
                  </a:moveTo>
                  <a:cubicBezTo>
                    <a:pt x="52809" y="93769"/>
                    <a:pt x="50311" y="66901"/>
                    <a:pt x="37822" y="41809"/>
                  </a:cubicBezTo>
                  <a:cubicBezTo>
                    <a:pt x="24197" y="14496"/>
                    <a:pt x="4668" y="63"/>
                    <a:pt x="2398" y="63"/>
                  </a:cubicBezTo>
                  <a:cubicBezTo>
                    <a:pt x="1035" y="63"/>
                    <a:pt x="127" y="951"/>
                    <a:pt x="127" y="2283"/>
                  </a:cubicBezTo>
                  <a:cubicBezTo>
                    <a:pt x="127" y="2949"/>
                    <a:pt x="127" y="3394"/>
                    <a:pt x="4441" y="7390"/>
                  </a:cubicBezTo>
                  <a:cubicBezTo>
                    <a:pt x="26695" y="29374"/>
                    <a:pt x="39638" y="64680"/>
                    <a:pt x="39638" y="111089"/>
                  </a:cubicBezTo>
                  <a:cubicBezTo>
                    <a:pt x="39638" y="149060"/>
                    <a:pt x="31236" y="188141"/>
                    <a:pt x="3079" y="216120"/>
                  </a:cubicBezTo>
                  <a:cubicBezTo>
                    <a:pt x="127" y="218784"/>
                    <a:pt x="127" y="219228"/>
                    <a:pt x="127" y="219895"/>
                  </a:cubicBezTo>
                  <a:cubicBezTo>
                    <a:pt x="127" y="221227"/>
                    <a:pt x="1035" y="222115"/>
                    <a:pt x="2398" y="222115"/>
                  </a:cubicBezTo>
                  <a:cubicBezTo>
                    <a:pt x="4668" y="222115"/>
                    <a:pt x="25105" y="207016"/>
                    <a:pt x="38503" y="178815"/>
                  </a:cubicBezTo>
                  <a:cubicBezTo>
                    <a:pt x="50084" y="154389"/>
                    <a:pt x="52809" y="129741"/>
                    <a:pt x="52809" y="11108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3" name="Freeform: Shape 112">
              <a:extLst>
                <a:ext uri="{FF2B5EF4-FFF2-40B4-BE49-F238E27FC236}">
                  <a16:creationId xmlns:a16="http://schemas.microsoft.com/office/drawing/2014/main" id="{5F4286B5-63E5-7131-36CE-4474DBD4F7AB}"/>
                </a:ext>
              </a:extLst>
            </p:cNvPr>
            <p:cNvSpPr/>
            <p:nvPr>
              <p:custDataLst>
                <p:tags r:id="rId17"/>
              </p:custDataLst>
            </p:nvPr>
          </p:nvSpPr>
          <p:spPr>
            <a:xfrm>
              <a:off x="3970355" y="5874235"/>
              <a:ext cx="151005" cy="51960"/>
            </a:xfrm>
            <a:custGeom>
              <a:avLst/>
              <a:gdLst>
                <a:gd name="connsiteX0" fmla="*/ 143419 w 151005"/>
                <a:gd name="connsiteY0" fmla="*/ 8945 h 51960"/>
                <a:gd name="connsiteX1" fmla="*/ 151139 w 151005"/>
                <a:gd name="connsiteY1" fmla="*/ 4504 h 51960"/>
                <a:gd name="connsiteX2" fmla="*/ 143646 w 151005"/>
                <a:gd name="connsiteY2" fmla="*/ 63 h 51960"/>
                <a:gd name="connsiteX3" fmla="*/ 7627 w 151005"/>
                <a:gd name="connsiteY3" fmla="*/ 63 h 51960"/>
                <a:gd name="connsiteX4" fmla="*/ 134 w 151005"/>
                <a:gd name="connsiteY4" fmla="*/ 4504 h 51960"/>
                <a:gd name="connsiteX5" fmla="*/ 7854 w 151005"/>
                <a:gd name="connsiteY5" fmla="*/ 8945 h 51960"/>
                <a:gd name="connsiteX6" fmla="*/ 143419 w 151005"/>
                <a:gd name="connsiteY6" fmla="*/ 8945 h 51960"/>
                <a:gd name="connsiteX7" fmla="*/ 143646 w 151005"/>
                <a:gd name="connsiteY7" fmla="*/ 52023 h 51960"/>
                <a:gd name="connsiteX8" fmla="*/ 151139 w 151005"/>
                <a:gd name="connsiteY8" fmla="*/ 47582 h 51960"/>
                <a:gd name="connsiteX9" fmla="*/ 143419 w 151005"/>
                <a:gd name="connsiteY9" fmla="*/ 43141 h 51960"/>
                <a:gd name="connsiteX10" fmla="*/ 7854 w 151005"/>
                <a:gd name="connsiteY10" fmla="*/ 43141 h 51960"/>
                <a:gd name="connsiteX11" fmla="*/ 134 w 151005"/>
                <a:gd name="connsiteY11" fmla="*/ 47582 h 51960"/>
                <a:gd name="connsiteX12" fmla="*/ 7627 w 151005"/>
                <a:gd name="connsiteY12" fmla="*/ 52023 h 51960"/>
                <a:gd name="connsiteX13" fmla="*/ 143646 w 151005"/>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005" h="51960">
                  <a:moveTo>
                    <a:pt x="143419" y="8945"/>
                  </a:moveTo>
                  <a:cubicBezTo>
                    <a:pt x="146825" y="8945"/>
                    <a:pt x="151139" y="8945"/>
                    <a:pt x="151139" y="4504"/>
                  </a:cubicBezTo>
                  <a:cubicBezTo>
                    <a:pt x="151139" y="63"/>
                    <a:pt x="146825" y="63"/>
                    <a:pt x="143646" y="63"/>
                  </a:cubicBezTo>
                  <a:lnTo>
                    <a:pt x="7627" y="63"/>
                  </a:lnTo>
                  <a:cubicBezTo>
                    <a:pt x="4448" y="63"/>
                    <a:pt x="134" y="63"/>
                    <a:pt x="134" y="4504"/>
                  </a:cubicBezTo>
                  <a:cubicBezTo>
                    <a:pt x="134" y="8945"/>
                    <a:pt x="4448" y="8945"/>
                    <a:pt x="7854" y="8945"/>
                  </a:cubicBezTo>
                  <a:lnTo>
                    <a:pt x="143419" y="8945"/>
                  </a:lnTo>
                  <a:close/>
                  <a:moveTo>
                    <a:pt x="143646" y="52023"/>
                  </a:moveTo>
                  <a:cubicBezTo>
                    <a:pt x="146825" y="52023"/>
                    <a:pt x="151139" y="52023"/>
                    <a:pt x="151139" y="47582"/>
                  </a:cubicBezTo>
                  <a:cubicBezTo>
                    <a:pt x="151139" y="43141"/>
                    <a:pt x="146825" y="43141"/>
                    <a:pt x="143419" y="43141"/>
                  </a:cubicBezTo>
                  <a:lnTo>
                    <a:pt x="7854" y="43141"/>
                  </a:lnTo>
                  <a:cubicBezTo>
                    <a:pt x="4448" y="43141"/>
                    <a:pt x="134" y="43141"/>
                    <a:pt x="134" y="47582"/>
                  </a:cubicBezTo>
                  <a:cubicBezTo>
                    <a:pt x="134" y="52023"/>
                    <a:pt x="4448" y="52023"/>
                    <a:pt x="7627" y="52023"/>
                  </a:cubicBezTo>
                  <a:lnTo>
                    <a:pt x="143646" y="5202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4" name="Freeform: Shape 113">
              <a:extLst>
                <a:ext uri="{FF2B5EF4-FFF2-40B4-BE49-F238E27FC236}">
                  <a16:creationId xmlns:a16="http://schemas.microsoft.com/office/drawing/2014/main" id="{E46A3E04-7759-D584-F2C3-3A049359A2AB}"/>
                </a:ext>
              </a:extLst>
            </p:cNvPr>
            <p:cNvSpPr/>
            <p:nvPr>
              <p:custDataLst>
                <p:tags r:id="rId18"/>
              </p:custDataLst>
            </p:nvPr>
          </p:nvSpPr>
          <p:spPr>
            <a:xfrm>
              <a:off x="4206185" y="5807841"/>
              <a:ext cx="95599" cy="152771"/>
            </a:xfrm>
            <a:custGeom>
              <a:avLst/>
              <a:gdLst>
                <a:gd name="connsiteX0" fmla="*/ 95743 w 95599"/>
                <a:gd name="connsiteY0" fmla="*/ 76893 h 152771"/>
                <a:gd name="connsiteX1" fmla="*/ 86660 w 95599"/>
                <a:gd name="connsiteY1" fmla="*/ 24933 h 152771"/>
                <a:gd name="connsiteX2" fmla="*/ 48057 w 95599"/>
                <a:gd name="connsiteY2" fmla="*/ 63 h 152771"/>
                <a:gd name="connsiteX3" fmla="*/ 8546 w 95599"/>
                <a:gd name="connsiteY3" fmla="*/ 26487 h 152771"/>
                <a:gd name="connsiteX4" fmla="*/ 144 w 95599"/>
                <a:gd name="connsiteY4" fmla="*/ 76893 h 152771"/>
                <a:gd name="connsiteX5" fmla="*/ 10362 w 95599"/>
                <a:gd name="connsiteY5" fmla="*/ 130407 h 152771"/>
                <a:gd name="connsiteX6" fmla="*/ 47830 w 95599"/>
                <a:gd name="connsiteY6" fmla="*/ 152835 h 152771"/>
                <a:gd name="connsiteX7" fmla="*/ 87341 w 95599"/>
                <a:gd name="connsiteY7" fmla="*/ 127077 h 152771"/>
                <a:gd name="connsiteX8" fmla="*/ 95743 w 95599"/>
                <a:gd name="connsiteY8" fmla="*/ 76893 h 152771"/>
                <a:gd name="connsiteX9" fmla="*/ 47830 w 95599"/>
                <a:gd name="connsiteY9" fmla="*/ 147950 h 152771"/>
                <a:gd name="connsiteX10" fmla="*/ 21489 w 95599"/>
                <a:gd name="connsiteY10" fmla="*/ 121081 h 152771"/>
                <a:gd name="connsiteX11" fmla="*/ 18991 w 95599"/>
                <a:gd name="connsiteY11" fmla="*/ 74228 h 152771"/>
                <a:gd name="connsiteX12" fmla="*/ 20808 w 95599"/>
                <a:gd name="connsiteY12" fmla="*/ 33371 h 152771"/>
                <a:gd name="connsiteX13" fmla="*/ 47830 w 95599"/>
                <a:gd name="connsiteY13" fmla="*/ 4948 h 152771"/>
                <a:gd name="connsiteX14" fmla="*/ 74625 w 95599"/>
                <a:gd name="connsiteY14" fmla="*/ 30928 h 152771"/>
                <a:gd name="connsiteX15" fmla="*/ 76896 w 95599"/>
                <a:gd name="connsiteY15" fmla="*/ 74228 h 152771"/>
                <a:gd name="connsiteX16" fmla="*/ 74398 w 95599"/>
                <a:gd name="connsiteY16" fmla="*/ 120193 h 152771"/>
                <a:gd name="connsiteX17" fmla="*/ 47830 w 95599"/>
                <a:gd name="connsiteY17" fmla="*/ 147950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599" h="152771">
                  <a:moveTo>
                    <a:pt x="95743" y="76893"/>
                  </a:moveTo>
                  <a:cubicBezTo>
                    <a:pt x="95743" y="59129"/>
                    <a:pt x="94608" y="41364"/>
                    <a:pt x="86660" y="24933"/>
                  </a:cubicBezTo>
                  <a:cubicBezTo>
                    <a:pt x="76215" y="3616"/>
                    <a:pt x="57594" y="63"/>
                    <a:pt x="48057" y="63"/>
                  </a:cubicBezTo>
                  <a:cubicBezTo>
                    <a:pt x="34433" y="63"/>
                    <a:pt x="17856" y="5836"/>
                    <a:pt x="8546" y="26487"/>
                  </a:cubicBezTo>
                  <a:cubicBezTo>
                    <a:pt x="1279" y="41809"/>
                    <a:pt x="144" y="59129"/>
                    <a:pt x="144" y="76893"/>
                  </a:cubicBezTo>
                  <a:cubicBezTo>
                    <a:pt x="144" y="93547"/>
                    <a:pt x="1052" y="113531"/>
                    <a:pt x="10362" y="130407"/>
                  </a:cubicBezTo>
                  <a:cubicBezTo>
                    <a:pt x="20127" y="148394"/>
                    <a:pt x="36703" y="152835"/>
                    <a:pt x="47830" y="152835"/>
                  </a:cubicBezTo>
                  <a:cubicBezTo>
                    <a:pt x="60092" y="152835"/>
                    <a:pt x="77350" y="148172"/>
                    <a:pt x="87341" y="127077"/>
                  </a:cubicBezTo>
                  <a:cubicBezTo>
                    <a:pt x="94608" y="111755"/>
                    <a:pt x="95743" y="94435"/>
                    <a:pt x="95743" y="76893"/>
                  </a:cubicBezTo>
                  <a:close/>
                  <a:moveTo>
                    <a:pt x="47830" y="147950"/>
                  </a:moveTo>
                  <a:cubicBezTo>
                    <a:pt x="38974" y="147950"/>
                    <a:pt x="25577" y="142398"/>
                    <a:pt x="21489" y="121081"/>
                  </a:cubicBezTo>
                  <a:cubicBezTo>
                    <a:pt x="18991" y="107758"/>
                    <a:pt x="18991" y="87329"/>
                    <a:pt x="18991" y="74228"/>
                  </a:cubicBezTo>
                  <a:cubicBezTo>
                    <a:pt x="18991" y="60017"/>
                    <a:pt x="18991" y="45361"/>
                    <a:pt x="20808" y="33371"/>
                  </a:cubicBezTo>
                  <a:cubicBezTo>
                    <a:pt x="25122" y="6946"/>
                    <a:pt x="42153" y="4948"/>
                    <a:pt x="47830" y="4948"/>
                  </a:cubicBezTo>
                  <a:cubicBezTo>
                    <a:pt x="55324" y="4948"/>
                    <a:pt x="70311" y="8945"/>
                    <a:pt x="74625" y="30928"/>
                  </a:cubicBezTo>
                  <a:cubicBezTo>
                    <a:pt x="76896" y="43363"/>
                    <a:pt x="76896" y="60239"/>
                    <a:pt x="76896" y="74228"/>
                  </a:cubicBezTo>
                  <a:cubicBezTo>
                    <a:pt x="76896" y="90882"/>
                    <a:pt x="76896" y="105982"/>
                    <a:pt x="74398" y="120193"/>
                  </a:cubicBezTo>
                  <a:cubicBezTo>
                    <a:pt x="70992" y="141288"/>
                    <a:pt x="58048" y="147950"/>
                    <a:pt x="47830" y="147950"/>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5" name="Freeform: Shape 114">
              <a:extLst>
                <a:ext uri="{FF2B5EF4-FFF2-40B4-BE49-F238E27FC236}">
                  <a16:creationId xmlns:a16="http://schemas.microsoft.com/office/drawing/2014/main" id="{5FA10200-751A-9BED-49AC-50D04D28A325}"/>
                </a:ext>
              </a:extLst>
            </p:cNvPr>
            <p:cNvSpPr/>
            <p:nvPr>
              <p:custDataLst>
                <p:tags r:id="rId19"/>
              </p:custDataLst>
            </p:nvPr>
          </p:nvSpPr>
          <p:spPr>
            <a:xfrm>
              <a:off x="4330396" y="5932190"/>
              <a:ext cx="24070" cy="23537"/>
            </a:xfrm>
            <a:custGeom>
              <a:avLst/>
              <a:gdLst>
                <a:gd name="connsiteX0" fmla="*/ 24219 w 24070"/>
                <a:gd name="connsiteY0" fmla="*/ 11832 h 23537"/>
                <a:gd name="connsiteX1" fmla="*/ 12184 w 24070"/>
                <a:gd name="connsiteY1" fmla="*/ 63 h 23537"/>
                <a:gd name="connsiteX2" fmla="*/ 149 w 24070"/>
                <a:gd name="connsiteY2" fmla="*/ 11832 h 23537"/>
                <a:gd name="connsiteX3" fmla="*/ 12184 w 24070"/>
                <a:gd name="connsiteY3" fmla="*/ 23600 h 23537"/>
                <a:gd name="connsiteX4" fmla="*/ 24219 w 24070"/>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70" h="23537">
                  <a:moveTo>
                    <a:pt x="24219" y="11832"/>
                  </a:moveTo>
                  <a:cubicBezTo>
                    <a:pt x="24219" y="5392"/>
                    <a:pt x="18769" y="63"/>
                    <a:pt x="12184" y="63"/>
                  </a:cubicBezTo>
                  <a:cubicBezTo>
                    <a:pt x="5599" y="63"/>
                    <a:pt x="149" y="5392"/>
                    <a:pt x="149" y="11832"/>
                  </a:cubicBezTo>
                  <a:cubicBezTo>
                    <a:pt x="149" y="18271"/>
                    <a:pt x="5599" y="23600"/>
                    <a:pt x="12184" y="23600"/>
                  </a:cubicBezTo>
                  <a:cubicBezTo>
                    <a:pt x="18769" y="23600"/>
                    <a:pt x="24219" y="18271"/>
                    <a:pt x="24219" y="11832"/>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6" name="Freeform: Shape 115">
              <a:extLst>
                <a:ext uri="{FF2B5EF4-FFF2-40B4-BE49-F238E27FC236}">
                  <a16:creationId xmlns:a16="http://schemas.microsoft.com/office/drawing/2014/main" id="{10238FA4-EE63-0980-4089-09FC1CDCE181}"/>
                </a:ext>
              </a:extLst>
            </p:cNvPr>
            <p:cNvSpPr/>
            <p:nvPr>
              <p:custDataLst>
                <p:tags r:id="rId20"/>
              </p:custDataLst>
            </p:nvPr>
          </p:nvSpPr>
          <p:spPr>
            <a:xfrm>
              <a:off x="4382801" y="5807841"/>
              <a:ext cx="95599" cy="152771"/>
            </a:xfrm>
            <a:custGeom>
              <a:avLst/>
              <a:gdLst>
                <a:gd name="connsiteX0" fmla="*/ 95751 w 95599"/>
                <a:gd name="connsiteY0" fmla="*/ 76893 h 152771"/>
                <a:gd name="connsiteX1" fmla="*/ 86668 w 95599"/>
                <a:gd name="connsiteY1" fmla="*/ 24933 h 152771"/>
                <a:gd name="connsiteX2" fmla="*/ 48065 w 95599"/>
                <a:gd name="connsiteY2" fmla="*/ 63 h 152771"/>
                <a:gd name="connsiteX3" fmla="*/ 8554 w 95599"/>
                <a:gd name="connsiteY3" fmla="*/ 26487 h 152771"/>
                <a:gd name="connsiteX4" fmla="*/ 152 w 95599"/>
                <a:gd name="connsiteY4" fmla="*/ 76893 h 152771"/>
                <a:gd name="connsiteX5" fmla="*/ 10370 w 95599"/>
                <a:gd name="connsiteY5" fmla="*/ 130407 h 152771"/>
                <a:gd name="connsiteX6" fmla="*/ 47838 w 95599"/>
                <a:gd name="connsiteY6" fmla="*/ 152835 h 152771"/>
                <a:gd name="connsiteX7" fmla="*/ 87349 w 95599"/>
                <a:gd name="connsiteY7" fmla="*/ 127077 h 152771"/>
                <a:gd name="connsiteX8" fmla="*/ 95751 w 95599"/>
                <a:gd name="connsiteY8" fmla="*/ 76893 h 152771"/>
                <a:gd name="connsiteX9" fmla="*/ 47838 w 95599"/>
                <a:gd name="connsiteY9" fmla="*/ 147950 h 152771"/>
                <a:gd name="connsiteX10" fmla="*/ 21497 w 95599"/>
                <a:gd name="connsiteY10" fmla="*/ 121081 h 152771"/>
                <a:gd name="connsiteX11" fmla="*/ 18999 w 95599"/>
                <a:gd name="connsiteY11" fmla="*/ 74228 h 152771"/>
                <a:gd name="connsiteX12" fmla="*/ 20816 w 95599"/>
                <a:gd name="connsiteY12" fmla="*/ 33371 h 152771"/>
                <a:gd name="connsiteX13" fmla="*/ 47838 w 95599"/>
                <a:gd name="connsiteY13" fmla="*/ 4948 h 152771"/>
                <a:gd name="connsiteX14" fmla="*/ 74633 w 95599"/>
                <a:gd name="connsiteY14" fmla="*/ 30928 h 152771"/>
                <a:gd name="connsiteX15" fmla="*/ 76904 w 95599"/>
                <a:gd name="connsiteY15" fmla="*/ 74228 h 152771"/>
                <a:gd name="connsiteX16" fmla="*/ 74406 w 95599"/>
                <a:gd name="connsiteY16" fmla="*/ 120193 h 152771"/>
                <a:gd name="connsiteX17" fmla="*/ 47838 w 95599"/>
                <a:gd name="connsiteY17" fmla="*/ 147950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599" h="152771">
                  <a:moveTo>
                    <a:pt x="95751" y="76893"/>
                  </a:moveTo>
                  <a:cubicBezTo>
                    <a:pt x="95751" y="59129"/>
                    <a:pt x="94615" y="41364"/>
                    <a:pt x="86668" y="24933"/>
                  </a:cubicBezTo>
                  <a:cubicBezTo>
                    <a:pt x="76222" y="3616"/>
                    <a:pt x="57602" y="63"/>
                    <a:pt x="48065" y="63"/>
                  </a:cubicBezTo>
                  <a:cubicBezTo>
                    <a:pt x="34440" y="63"/>
                    <a:pt x="17864" y="5836"/>
                    <a:pt x="8554" y="26487"/>
                  </a:cubicBezTo>
                  <a:cubicBezTo>
                    <a:pt x="1287" y="41809"/>
                    <a:pt x="152" y="59129"/>
                    <a:pt x="152" y="76893"/>
                  </a:cubicBezTo>
                  <a:cubicBezTo>
                    <a:pt x="152" y="93547"/>
                    <a:pt x="1060" y="113531"/>
                    <a:pt x="10370" y="130407"/>
                  </a:cubicBezTo>
                  <a:cubicBezTo>
                    <a:pt x="20134" y="148394"/>
                    <a:pt x="36711" y="152835"/>
                    <a:pt x="47838" y="152835"/>
                  </a:cubicBezTo>
                  <a:cubicBezTo>
                    <a:pt x="60100" y="152835"/>
                    <a:pt x="77358" y="148172"/>
                    <a:pt x="87349" y="127077"/>
                  </a:cubicBezTo>
                  <a:cubicBezTo>
                    <a:pt x="94615" y="111755"/>
                    <a:pt x="95751" y="94435"/>
                    <a:pt x="95751" y="76893"/>
                  </a:cubicBezTo>
                  <a:close/>
                  <a:moveTo>
                    <a:pt x="47838" y="147950"/>
                  </a:moveTo>
                  <a:cubicBezTo>
                    <a:pt x="38982" y="147950"/>
                    <a:pt x="25584" y="142398"/>
                    <a:pt x="21497" y="121081"/>
                  </a:cubicBezTo>
                  <a:cubicBezTo>
                    <a:pt x="18999" y="107758"/>
                    <a:pt x="18999" y="87329"/>
                    <a:pt x="18999" y="74228"/>
                  </a:cubicBezTo>
                  <a:cubicBezTo>
                    <a:pt x="18999" y="60017"/>
                    <a:pt x="18999" y="45361"/>
                    <a:pt x="20816" y="33371"/>
                  </a:cubicBezTo>
                  <a:cubicBezTo>
                    <a:pt x="25130" y="6946"/>
                    <a:pt x="42161" y="4948"/>
                    <a:pt x="47838" y="4948"/>
                  </a:cubicBezTo>
                  <a:cubicBezTo>
                    <a:pt x="55331" y="4948"/>
                    <a:pt x="70318" y="8945"/>
                    <a:pt x="74633" y="30928"/>
                  </a:cubicBezTo>
                  <a:cubicBezTo>
                    <a:pt x="76904" y="43363"/>
                    <a:pt x="76904" y="60239"/>
                    <a:pt x="76904" y="74228"/>
                  </a:cubicBezTo>
                  <a:cubicBezTo>
                    <a:pt x="76904" y="90882"/>
                    <a:pt x="76904" y="105982"/>
                    <a:pt x="74406" y="120193"/>
                  </a:cubicBezTo>
                  <a:cubicBezTo>
                    <a:pt x="71000" y="141288"/>
                    <a:pt x="58056" y="147950"/>
                    <a:pt x="47838" y="147950"/>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7" name="Freeform: Shape 116">
              <a:extLst>
                <a:ext uri="{FF2B5EF4-FFF2-40B4-BE49-F238E27FC236}">
                  <a16:creationId xmlns:a16="http://schemas.microsoft.com/office/drawing/2014/main" id="{62F84548-A71A-899E-78DE-E61DAB10F1AB}"/>
                </a:ext>
              </a:extLst>
            </p:cNvPr>
            <p:cNvSpPr/>
            <p:nvPr>
              <p:custDataLst>
                <p:tags r:id="rId21"/>
              </p:custDataLst>
            </p:nvPr>
          </p:nvSpPr>
          <p:spPr>
            <a:xfrm>
              <a:off x="4498837" y="5807841"/>
              <a:ext cx="90603" cy="152771"/>
            </a:xfrm>
            <a:custGeom>
              <a:avLst/>
              <a:gdLst>
                <a:gd name="connsiteX0" fmla="*/ 90760 w 90603"/>
                <a:gd name="connsiteY0" fmla="*/ 103317 h 152771"/>
                <a:gd name="connsiteX1" fmla="*/ 47616 w 90603"/>
                <a:gd name="connsiteY1" fmla="*/ 54688 h 152771"/>
                <a:gd name="connsiteX2" fmla="*/ 18777 w 90603"/>
                <a:gd name="connsiteY2" fmla="*/ 66012 h 152771"/>
                <a:gd name="connsiteX3" fmla="*/ 18777 w 90603"/>
                <a:gd name="connsiteY3" fmla="*/ 22712 h 152771"/>
                <a:gd name="connsiteX4" fmla="*/ 38078 w 90603"/>
                <a:gd name="connsiteY4" fmla="*/ 25599 h 152771"/>
                <a:gd name="connsiteX5" fmla="*/ 81904 w 90603"/>
                <a:gd name="connsiteY5" fmla="*/ 2505 h 152771"/>
                <a:gd name="connsiteX6" fmla="*/ 79633 w 90603"/>
                <a:gd name="connsiteY6" fmla="*/ 63 h 152771"/>
                <a:gd name="connsiteX7" fmla="*/ 77817 w 90603"/>
                <a:gd name="connsiteY7" fmla="*/ 729 h 152771"/>
                <a:gd name="connsiteX8" fmla="*/ 46934 w 90603"/>
                <a:gd name="connsiteY8" fmla="*/ 7168 h 152771"/>
                <a:gd name="connsiteX9" fmla="*/ 16733 w 90603"/>
                <a:gd name="connsiteY9" fmla="*/ 951 h 152771"/>
                <a:gd name="connsiteX10" fmla="*/ 14008 w 90603"/>
                <a:gd name="connsiteY10" fmla="*/ 285 h 152771"/>
                <a:gd name="connsiteX11" fmla="*/ 11738 w 90603"/>
                <a:gd name="connsiteY11" fmla="*/ 5614 h 152771"/>
                <a:gd name="connsiteX12" fmla="*/ 11738 w 90603"/>
                <a:gd name="connsiteY12" fmla="*/ 71342 h 152771"/>
                <a:gd name="connsiteX13" fmla="*/ 14917 w 90603"/>
                <a:gd name="connsiteY13" fmla="*/ 77115 h 152771"/>
                <a:gd name="connsiteX14" fmla="*/ 17869 w 90603"/>
                <a:gd name="connsiteY14" fmla="*/ 75116 h 152771"/>
                <a:gd name="connsiteX15" fmla="*/ 47162 w 90603"/>
                <a:gd name="connsiteY15" fmla="*/ 59573 h 152771"/>
                <a:gd name="connsiteX16" fmla="*/ 66463 w 90603"/>
                <a:gd name="connsiteY16" fmla="*/ 73784 h 152771"/>
                <a:gd name="connsiteX17" fmla="*/ 70550 w 90603"/>
                <a:gd name="connsiteY17" fmla="*/ 101763 h 152771"/>
                <a:gd name="connsiteX18" fmla="*/ 65101 w 90603"/>
                <a:gd name="connsiteY18" fmla="*/ 132184 h 152771"/>
                <a:gd name="connsiteX19" fmla="*/ 40803 w 90603"/>
                <a:gd name="connsiteY19" fmla="*/ 146617 h 152771"/>
                <a:gd name="connsiteX20" fmla="*/ 7423 w 90603"/>
                <a:gd name="connsiteY20" fmla="*/ 121747 h 152771"/>
                <a:gd name="connsiteX21" fmla="*/ 11283 w 90603"/>
                <a:gd name="connsiteY21" fmla="*/ 122192 h 152771"/>
                <a:gd name="connsiteX22" fmla="*/ 22637 w 90603"/>
                <a:gd name="connsiteY22" fmla="*/ 111311 h 152771"/>
                <a:gd name="connsiteX23" fmla="*/ 11283 w 90603"/>
                <a:gd name="connsiteY23" fmla="*/ 100430 h 152771"/>
                <a:gd name="connsiteX24" fmla="*/ 157 w 90603"/>
                <a:gd name="connsiteY24" fmla="*/ 112199 h 152771"/>
                <a:gd name="connsiteX25" fmla="*/ 41258 w 90603"/>
                <a:gd name="connsiteY25" fmla="*/ 152835 h 152771"/>
                <a:gd name="connsiteX26" fmla="*/ 90760 w 90603"/>
                <a:gd name="connsiteY26" fmla="*/ 103317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0603" h="152771">
                  <a:moveTo>
                    <a:pt x="90760" y="103317"/>
                  </a:moveTo>
                  <a:cubicBezTo>
                    <a:pt x="90760" y="76893"/>
                    <a:pt x="72140" y="54688"/>
                    <a:pt x="47616" y="54688"/>
                  </a:cubicBezTo>
                  <a:cubicBezTo>
                    <a:pt x="36716" y="54688"/>
                    <a:pt x="26952" y="58240"/>
                    <a:pt x="18777" y="66012"/>
                  </a:cubicBezTo>
                  <a:lnTo>
                    <a:pt x="18777" y="22712"/>
                  </a:lnTo>
                  <a:cubicBezTo>
                    <a:pt x="23319" y="24044"/>
                    <a:pt x="30812" y="25599"/>
                    <a:pt x="38078" y="25599"/>
                  </a:cubicBezTo>
                  <a:cubicBezTo>
                    <a:pt x="66009" y="25599"/>
                    <a:pt x="81904" y="5392"/>
                    <a:pt x="81904" y="2505"/>
                  </a:cubicBezTo>
                  <a:cubicBezTo>
                    <a:pt x="81904" y="1173"/>
                    <a:pt x="81223" y="63"/>
                    <a:pt x="79633" y="63"/>
                  </a:cubicBezTo>
                  <a:cubicBezTo>
                    <a:pt x="79406" y="63"/>
                    <a:pt x="78952" y="63"/>
                    <a:pt x="77817" y="729"/>
                  </a:cubicBezTo>
                  <a:cubicBezTo>
                    <a:pt x="73275" y="2727"/>
                    <a:pt x="62149" y="7168"/>
                    <a:pt x="46934" y="7168"/>
                  </a:cubicBezTo>
                  <a:cubicBezTo>
                    <a:pt x="37851" y="7168"/>
                    <a:pt x="27406" y="5614"/>
                    <a:pt x="16733" y="951"/>
                  </a:cubicBezTo>
                  <a:cubicBezTo>
                    <a:pt x="14917" y="285"/>
                    <a:pt x="14463" y="285"/>
                    <a:pt x="14008" y="285"/>
                  </a:cubicBezTo>
                  <a:cubicBezTo>
                    <a:pt x="11738" y="285"/>
                    <a:pt x="11738" y="2061"/>
                    <a:pt x="11738" y="5614"/>
                  </a:cubicBezTo>
                  <a:lnTo>
                    <a:pt x="11738" y="71342"/>
                  </a:lnTo>
                  <a:cubicBezTo>
                    <a:pt x="11738" y="75339"/>
                    <a:pt x="11738" y="77115"/>
                    <a:pt x="14917" y="77115"/>
                  </a:cubicBezTo>
                  <a:cubicBezTo>
                    <a:pt x="16506" y="77115"/>
                    <a:pt x="16960" y="76449"/>
                    <a:pt x="17869" y="75116"/>
                  </a:cubicBezTo>
                  <a:cubicBezTo>
                    <a:pt x="20367" y="71564"/>
                    <a:pt x="28768" y="59573"/>
                    <a:pt x="47162" y="59573"/>
                  </a:cubicBezTo>
                  <a:cubicBezTo>
                    <a:pt x="58969" y="59573"/>
                    <a:pt x="64646" y="69787"/>
                    <a:pt x="66463" y="73784"/>
                  </a:cubicBezTo>
                  <a:cubicBezTo>
                    <a:pt x="70096" y="82000"/>
                    <a:pt x="70550" y="90660"/>
                    <a:pt x="70550" y="101763"/>
                  </a:cubicBezTo>
                  <a:cubicBezTo>
                    <a:pt x="70550" y="109535"/>
                    <a:pt x="70550" y="122858"/>
                    <a:pt x="65101" y="132184"/>
                  </a:cubicBezTo>
                  <a:cubicBezTo>
                    <a:pt x="59651" y="140844"/>
                    <a:pt x="51249" y="146617"/>
                    <a:pt x="40803" y="146617"/>
                  </a:cubicBezTo>
                  <a:cubicBezTo>
                    <a:pt x="24227" y="146617"/>
                    <a:pt x="11283" y="134849"/>
                    <a:pt x="7423" y="121747"/>
                  </a:cubicBezTo>
                  <a:cubicBezTo>
                    <a:pt x="8104" y="121969"/>
                    <a:pt x="8786" y="122192"/>
                    <a:pt x="11283" y="122192"/>
                  </a:cubicBezTo>
                  <a:cubicBezTo>
                    <a:pt x="18777" y="122192"/>
                    <a:pt x="22637" y="116640"/>
                    <a:pt x="22637" y="111311"/>
                  </a:cubicBezTo>
                  <a:cubicBezTo>
                    <a:pt x="22637" y="105982"/>
                    <a:pt x="18777" y="100430"/>
                    <a:pt x="11283" y="100430"/>
                  </a:cubicBezTo>
                  <a:cubicBezTo>
                    <a:pt x="8104" y="100430"/>
                    <a:pt x="157" y="101985"/>
                    <a:pt x="157" y="112199"/>
                  </a:cubicBezTo>
                  <a:cubicBezTo>
                    <a:pt x="157" y="131296"/>
                    <a:pt x="15825" y="152835"/>
                    <a:pt x="41258" y="152835"/>
                  </a:cubicBezTo>
                  <a:cubicBezTo>
                    <a:pt x="67598" y="152835"/>
                    <a:pt x="90760" y="131518"/>
                    <a:pt x="90760" y="103317"/>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128" name="TextBox 127">
            <a:extLst>
              <a:ext uri="{FF2B5EF4-FFF2-40B4-BE49-F238E27FC236}">
                <a16:creationId xmlns:a16="http://schemas.microsoft.com/office/drawing/2014/main" id="{DD6B4514-4891-BF07-9E20-96762A6EBEE8}"/>
              </a:ext>
            </a:extLst>
          </p:cNvPr>
          <p:cNvSpPr txBox="1"/>
          <p:nvPr/>
        </p:nvSpPr>
        <p:spPr>
          <a:xfrm>
            <a:off x="786892" y="4766800"/>
            <a:ext cx="379940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Con </a:t>
            </a:r>
            <a:r>
              <a:rPr kumimoji="0" lang="en-GB" sz="1600" b="0" i="1" u="none" strike="noStrike" kern="1200" cap="none" spc="0" normalizeH="0" baseline="0" noProof="0">
                <a:ln>
                  <a:noFill/>
                </a:ln>
                <a:solidFill>
                  <a:prstClr val="black"/>
                </a:solidFill>
                <a:effectLst/>
                <a:uLnTx/>
                <a:uFillTx/>
                <a:latin typeface="Aptos" panose="020B0004020202020204"/>
                <a:ea typeface="+mn-ea"/>
                <a:cs typeface="+mn-cs"/>
              </a:rPr>
              <a:t>c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definido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región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rechazo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es:</a:t>
            </a:r>
            <a:endParaRPr kumimoji="0" lang="en-GB" sz="1600" b="0" i="1"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180" name="Group 179">
            <a:extLst>
              <a:ext uri="{FF2B5EF4-FFF2-40B4-BE49-F238E27FC236}">
                <a16:creationId xmlns:a16="http://schemas.microsoft.com/office/drawing/2014/main" id="{76336416-7299-9500-874E-2292A023E26D}"/>
              </a:ext>
            </a:extLst>
          </p:cNvPr>
          <p:cNvGrpSpPr>
            <a:grpSpLocks noChangeAspect="1"/>
          </p:cNvGrpSpPr>
          <p:nvPr>
            <p:custDataLst>
              <p:tags r:id="rId4"/>
            </p:custDataLst>
          </p:nvPr>
        </p:nvGrpSpPr>
        <p:grpSpPr>
          <a:xfrm>
            <a:off x="914399" y="5260969"/>
            <a:ext cx="478593" cy="146262"/>
            <a:chOff x="2679005" y="6837371"/>
            <a:chExt cx="478593" cy="146262"/>
          </a:xfrm>
        </p:grpSpPr>
        <p:sp>
          <p:nvSpPr>
            <p:cNvPr id="157" name="Freeform: Shape 156">
              <a:extLst>
                <a:ext uri="{FF2B5EF4-FFF2-40B4-BE49-F238E27FC236}">
                  <a16:creationId xmlns:a16="http://schemas.microsoft.com/office/drawing/2014/main" id="{EBC7A080-178C-C7A4-CF5A-44DF33F44E91}"/>
                </a:ext>
              </a:extLst>
            </p:cNvPr>
            <p:cNvSpPr/>
            <p:nvPr>
              <p:custDataLst>
                <p:tags r:id="rId5"/>
              </p:custDataLst>
            </p:nvPr>
          </p:nvSpPr>
          <p:spPr>
            <a:xfrm>
              <a:off x="2679005" y="6837371"/>
              <a:ext cx="69917" cy="139892"/>
            </a:xfrm>
            <a:custGeom>
              <a:avLst/>
              <a:gdLst>
                <a:gd name="connsiteX0" fmla="*/ 41754 w 69917"/>
                <a:gd name="connsiteY0" fmla="*/ 49695 h 139892"/>
                <a:gd name="connsiteX1" fmla="*/ 63162 w 69917"/>
                <a:gd name="connsiteY1" fmla="*/ 49695 h 139892"/>
                <a:gd name="connsiteX2" fmla="*/ 69995 w 69917"/>
                <a:gd name="connsiteY2" fmla="*/ 45303 h 139892"/>
                <a:gd name="connsiteX3" fmla="*/ 63618 w 69917"/>
                <a:gd name="connsiteY3" fmla="*/ 42887 h 139892"/>
                <a:gd name="connsiteX4" fmla="*/ 43576 w 69917"/>
                <a:gd name="connsiteY4" fmla="*/ 42887 h 139892"/>
                <a:gd name="connsiteX5" fmla="*/ 52914 w 69917"/>
                <a:gd name="connsiteY5" fmla="*/ 5992 h 139892"/>
                <a:gd name="connsiteX6" fmla="*/ 46309 w 69917"/>
                <a:gd name="connsiteY6" fmla="*/ 63 h 139892"/>
                <a:gd name="connsiteX7" fmla="*/ 37199 w 69917"/>
                <a:gd name="connsiteY7" fmla="*/ 7969 h 139892"/>
                <a:gd name="connsiteX8" fmla="*/ 28317 w 69917"/>
                <a:gd name="connsiteY8" fmla="*/ 42887 h 139892"/>
                <a:gd name="connsiteX9" fmla="*/ 6909 w 69917"/>
                <a:gd name="connsiteY9" fmla="*/ 42887 h 139892"/>
                <a:gd name="connsiteX10" fmla="*/ 77 w 69917"/>
                <a:gd name="connsiteY10" fmla="*/ 47060 h 139892"/>
                <a:gd name="connsiteX11" fmla="*/ 6454 w 69917"/>
                <a:gd name="connsiteY11" fmla="*/ 49695 h 139892"/>
                <a:gd name="connsiteX12" fmla="*/ 26495 w 69917"/>
                <a:gd name="connsiteY12" fmla="*/ 49695 h 139892"/>
                <a:gd name="connsiteX13" fmla="*/ 9187 w 69917"/>
                <a:gd name="connsiteY13" fmla="*/ 119751 h 139892"/>
                <a:gd name="connsiteX14" fmla="*/ 30139 w 69917"/>
                <a:gd name="connsiteY14" fmla="*/ 139956 h 139892"/>
                <a:gd name="connsiteX15" fmla="*/ 66351 w 69917"/>
                <a:gd name="connsiteY15" fmla="*/ 106135 h 139892"/>
                <a:gd name="connsiteX16" fmla="*/ 63618 w 69917"/>
                <a:gd name="connsiteY16" fmla="*/ 103939 h 139892"/>
                <a:gd name="connsiteX17" fmla="*/ 60202 w 69917"/>
                <a:gd name="connsiteY17" fmla="*/ 107014 h 139892"/>
                <a:gd name="connsiteX18" fmla="*/ 30595 w 69917"/>
                <a:gd name="connsiteY18" fmla="*/ 135124 h 139892"/>
                <a:gd name="connsiteX19" fmla="*/ 23535 w 69917"/>
                <a:gd name="connsiteY19" fmla="*/ 125022 h 139892"/>
                <a:gd name="connsiteX20" fmla="*/ 24901 w 69917"/>
                <a:gd name="connsiteY20" fmla="*/ 114481 h 139892"/>
                <a:gd name="connsiteX21" fmla="*/ 41754 w 69917"/>
                <a:gd name="connsiteY21" fmla="*/ 49695 h 139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9917" h="139892">
                  <a:moveTo>
                    <a:pt x="41754" y="49695"/>
                  </a:moveTo>
                  <a:lnTo>
                    <a:pt x="63162" y="49695"/>
                  </a:lnTo>
                  <a:cubicBezTo>
                    <a:pt x="67717" y="49695"/>
                    <a:pt x="69995" y="49695"/>
                    <a:pt x="69995" y="45303"/>
                  </a:cubicBezTo>
                  <a:cubicBezTo>
                    <a:pt x="69995" y="42887"/>
                    <a:pt x="67717" y="42887"/>
                    <a:pt x="63618" y="42887"/>
                  </a:cubicBezTo>
                  <a:lnTo>
                    <a:pt x="43576" y="42887"/>
                  </a:lnTo>
                  <a:cubicBezTo>
                    <a:pt x="51775" y="11702"/>
                    <a:pt x="52914" y="7310"/>
                    <a:pt x="52914" y="5992"/>
                  </a:cubicBezTo>
                  <a:cubicBezTo>
                    <a:pt x="52914" y="2259"/>
                    <a:pt x="50181" y="63"/>
                    <a:pt x="46309" y="63"/>
                  </a:cubicBezTo>
                  <a:cubicBezTo>
                    <a:pt x="45626" y="63"/>
                    <a:pt x="39249" y="282"/>
                    <a:pt x="37199" y="7969"/>
                  </a:cubicBezTo>
                  <a:lnTo>
                    <a:pt x="28317" y="42887"/>
                  </a:lnTo>
                  <a:lnTo>
                    <a:pt x="6909" y="42887"/>
                  </a:lnTo>
                  <a:cubicBezTo>
                    <a:pt x="2354" y="42887"/>
                    <a:pt x="77" y="42887"/>
                    <a:pt x="77" y="47060"/>
                  </a:cubicBezTo>
                  <a:cubicBezTo>
                    <a:pt x="77" y="49695"/>
                    <a:pt x="1899" y="49695"/>
                    <a:pt x="6454" y="49695"/>
                  </a:cubicBezTo>
                  <a:lnTo>
                    <a:pt x="26495" y="49695"/>
                  </a:lnTo>
                  <a:cubicBezTo>
                    <a:pt x="10098" y="112065"/>
                    <a:pt x="9187" y="115798"/>
                    <a:pt x="9187" y="119751"/>
                  </a:cubicBezTo>
                  <a:cubicBezTo>
                    <a:pt x="9187" y="131610"/>
                    <a:pt x="17841" y="139956"/>
                    <a:pt x="30139" y="139956"/>
                  </a:cubicBezTo>
                  <a:cubicBezTo>
                    <a:pt x="53369" y="139956"/>
                    <a:pt x="66351" y="107892"/>
                    <a:pt x="66351" y="106135"/>
                  </a:cubicBezTo>
                  <a:cubicBezTo>
                    <a:pt x="66351" y="103939"/>
                    <a:pt x="64529" y="103939"/>
                    <a:pt x="63618" y="103939"/>
                  </a:cubicBezTo>
                  <a:cubicBezTo>
                    <a:pt x="61568" y="103939"/>
                    <a:pt x="61340" y="104598"/>
                    <a:pt x="60202" y="107014"/>
                  </a:cubicBezTo>
                  <a:cubicBezTo>
                    <a:pt x="50409" y="129854"/>
                    <a:pt x="38338" y="135124"/>
                    <a:pt x="30595" y="135124"/>
                  </a:cubicBezTo>
                  <a:cubicBezTo>
                    <a:pt x="25812" y="135124"/>
                    <a:pt x="23535" y="132269"/>
                    <a:pt x="23535" y="125022"/>
                  </a:cubicBezTo>
                  <a:cubicBezTo>
                    <a:pt x="23535" y="119751"/>
                    <a:pt x="23990" y="118214"/>
                    <a:pt x="24901" y="114481"/>
                  </a:cubicBezTo>
                  <a:lnTo>
                    <a:pt x="41754" y="49695"/>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8" name="Freeform: Shape 177">
              <a:extLst>
                <a:ext uri="{FF2B5EF4-FFF2-40B4-BE49-F238E27FC236}">
                  <a16:creationId xmlns:a16="http://schemas.microsoft.com/office/drawing/2014/main" id="{47F4A7BD-B588-3EA5-559A-B1D3468037DB}"/>
                </a:ext>
              </a:extLst>
            </p:cNvPr>
            <p:cNvSpPr/>
            <p:nvPr>
              <p:custDataLst>
                <p:tags r:id="rId6"/>
              </p:custDataLst>
            </p:nvPr>
          </p:nvSpPr>
          <p:spPr>
            <a:xfrm>
              <a:off x="2838172" y="6856258"/>
              <a:ext cx="139152" cy="127375"/>
            </a:xfrm>
            <a:custGeom>
              <a:avLst/>
              <a:gdLst>
                <a:gd name="connsiteX0" fmla="*/ 134909 w 139152"/>
                <a:gd name="connsiteY0" fmla="*/ 68582 h 127375"/>
                <a:gd name="connsiteX1" fmla="*/ 139236 w 139152"/>
                <a:gd name="connsiteY1" fmla="*/ 63750 h 127375"/>
                <a:gd name="connsiteX2" fmla="*/ 134909 w 139152"/>
                <a:gd name="connsiteY2" fmla="*/ 58919 h 127375"/>
                <a:gd name="connsiteX3" fmla="*/ 8737 w 139152"/>
                <a:gd name="connsiteY3" fmla="*/ 1600 h 127375"/>
                <a:gd name="connsiteX4" fmla="*/ 4638 w 139152"/>
                <a:gd name="connsiteY4" fmla="*/ 63 h 127375"/>
                <a:gd name="connsiteX5" fmla="*/ 83 w 139152"/>
                <a:gd name="connsiteY5" fmla="*/ 4455 h 127375"/>
                <a:gd name="connsiteX6" fmla="*/ 4410 w 139152"/>
                <a:gd name="connsiteY6" fmla="*/ 9286 h 127375"/>
                <a:gd name="connsiteX7" fmla="*/ 123977 w 139152"/>
                <a:gd name="connsiteY7" fmla="*/ 63750 h 127375"/>
                <a:gd name="connsiteX8" fmla="*/ 4410 w 139152"/>
                <a:gd name="connsiteY8" fmla="*/ 118214 h 127375"/>
                <a:gd name="connsiteX9" fmla="*/ 83 w 139152"/>
                <a:gd name="connsiteY9" fmla="*/ 123046 h 127375"/>
                <a:gd name="connsiteX10" fmla="*/ 4638 w 139152"/>
                <a:gd name="connsiteY10" fmla="*/ 127438 h 127375"/>
                <a:gd name="connsiteX11" fmla="*/ 8737 w 139152"/>
                <a:gd name="connsiteY11" fmla="*/ 125901 h 127375"/>
                <a:gd name="connsiteX12" fmla="*/ 134909 w 139152"/>
                <a:gd name="connsiteY12" fmla="*/ 68582 h 127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9152" h="127375">
                  <a:moveTo>
                    <a:pt x="134909" y="68582"/>
                  </a:moveTo>
                  <a:cubicBezTo>
                    <a:pt x="137414" y="67484"/>
                    <a:pt x="139236" y="66386"/>
                    <a:pt x="139236" y="63750"/>
                  </a:cubicBezTo>
                  <a:cubicBezTo>
                    <a:pt x="139236" y="61115"/>
                    <a:pt x="137414" y="60017"/>
                    <a:pt x="134909" y="58919"/>
                  </a:cubicBezTo>
                  <a:lnTo>
                    <a:pt x="8737" y="1600"/>
                  </a:lnTo>
                  <a:cubicBezTo>
                    <a:pt x="5777" y="63"/>
                    <a:pt x="5321" y="63"/>
                    <a:pt x="4638" y="63"/>
                  </a:cubicBezTo>
                  <a:cubicBezTo>
                    <a:pt x="2133" y="63"/>
                    <a:pt x="83" y="2039"/>
                    <a:pt x="83" y="4455"/>
                  </a:cubicBezTo>
                  <a:cubicBezTo>
                    <a:pt x="83" y="6432"/>
                    <a:pt x="1222" y="7749"/>
                    <a:pt x="4410" y="9286"/>
                  </a:cubicBezTo>
                  <a:lnTo>
                    <a:pt x="123977" y="63750"/>
                  </a:lnTo>
                  <a:lnTo>
                    <a:pt x="4410" y="118214"/>
                  </a:lnTo>
                  <a:cubicBezTo>
                    <a:pt x="1222" y="119751"/>
                    <a:pt x="83" y="121069"/>
                    <a:pt x="83" y="123046"/>
                  </a:cubicBezTo>
                  <a:cubicBezTo>
                    <a:pt x="83" y="125461"/>
                    <a:pt x="2133" y="127438"/>
                    <a:pt x="4638" y="127438"/>
                  </a:cubicBezTo>
                  <a:cubicBezTo>
                    <a:pt x="5321" y="127438"/>
                    <a:pt x="5777" y="127438"/>
                    <a:pt x="8737" y="125901"/>
                  </a:cubicBezTo>
                  <a:lnTo>
                    <a:pt x="134909" y="68582"/>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9" name="Freeform: Shape 178">
              <a:extLst>
                <a:ext uri="{FF2B5EF4-FFF2-40B4-BE49-F238E27FC236}">
                  <a16:creationId xmlns:a16="http://schemas.microsoft.com/office/drawing/2014/main" id="{5C19FD73-83D3-881A-E008-AB0CBC6C1FBE}"/>
                </a:ext>
              </a:extLst>
            </p:cNvPr>
            <p:cNvSpPr/>
            <p:nvPr>
              <p:custDataLst>
                <p:tags r:id="rId7"/>
              </p:custDataLst>
            </p:nvPr>
          </p:nvSpPr>
          <p:spPr>
            <a:xfrm>
              <a:off x="3069005" y="6877780"/>
              <a:ext cx="88593" cy="99484"/>
            </a:xfrm>
            <a:custGeom>
              <a:avLst/>
              <a:gdLst>
                <a:gd name="connsiteX0" fmla="*/ 80943 w 88593"/>
                <a:gd name="connsiteY0" fmla="*/ 13679 h 99484"/>
                <a:gd name="connsiteX1" fmla="*/ 70923 w 88593"/>
                <a:gd name="connsiteY1" fmla="*/ 16753 h 99484"/>
                <a:gd name="connsiteX2" fmla="*/ 66823 w 88593"/>
                <a:gd name="connsiteY2" fmla="*/ 25318 h 99484"/>
                <a:gd name="connsiteX3" fmla="*/ 75250 w 88593"/>
                <a:gd name="connsiteY3" fmla="*/ 33005 h 99484"/>
                <a:gd name="connsiteX4" fmla="*/ 88004 w 88593"/>
                <a:gd name="connsiteY4" fmla="*/ 18949 h 99484"/>
                <a:gd name="connsiteX5" fmla="*/ 61130 w 88593"/>
                <a:gd name="connsiteY5" fmla="*/ 63 h 99484"/>
                <a:gd name="connsiteX6" fmla="*/ 94 w 88593"/>
                <a:gd name="connsiteY6" fmla="*/ 62433 h 99484"/>
                <a:gd name="connsiteX7" fmla="*/ 36988 w 88593"/>
                <a:gd name="connsiteY7" fmla="*/ 99547 h 99484"/>
                <a:gd name="connsiteX8" fmla="*/ 88687 w 88593"/>
                <a:gd name="connsiteY8" fmla="*/ 73633 h 99484"/>
                <a:gd name="connsiteX9" fmla="*/ 85954 w 88593"/>
                <a:gd name="connsiteY9" fmla="*/ 70778 h 99484"/>
                <a:gd name="connsiteX10" fmla="*/ 82993 w 88593"/>
                <a:gd name="connsiteY10" fmla="*/ 72974 h 99484"/>
                <a:gd name="connsiteX11" fmla="*/ 37444 w 88593"/>
                <a:gd name="connsiteY11" fmla="*/ 94716 h 99484"/>
                <a:gd name="connsiteX12" fmla="*/ 16947 w 88593"/>
                <a:gd name="connsiteY12" fmla="*/ 70778 h 99484"/>
                <a:gd name="connsiteX13" fmla="*/ 29245 w 88593"/>
                <a:gd name="connsiteY13" fmla="*/ 26855 h 99484"/>
                <a:gd name="connsiteX14" fmla="*/ 61357 w 88593"/>
                <a:gd name="connsiteY14" fmla="*/ 4894 h 99484"/>
                <a:gd name="connsiteX15" fmla="*/ 80943 w 88593"/>
                <a:gd name="connsiteY15" fmla="*/ 13679 h 99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8593" h="99484">
                  <a:moveTo>
                    <a:pt x="80943" y="13679"/>
                  </a:moveTo>
                  <a:cubicBezTo>
                    <a:pt x="77299" y="13679"/>
                    <a:pt x="74111" y="13679"/>
                    <a:pt x="70923" y="16753"/>
                  </a:cubicBezTo>
                  <a:cubicBezTo>
                    <a:pt x="67279" y="20047"/>
                    <a:pt x="66823" y="23781"/>
                    <a:pt x="66823" y="25318"/>
                  </a:cubicBezTo>
                  <a:cubicBezTo>
                    <a:pt x="66823" y="30589"/>
                    <a:pt x="70923" y="33005"/>
                    <a:pt x="75250" y="33005"/>
                  </a:cubicBezTo>
                  <a:cubicBezTo>
                    <a:pt x="81854" y="33005"/>
                    <a:pt x="88004" y="27734"/>
                    <a:pt x="88004" y="18949"/>
                  </a:cubicBezTo>
                  <a:cubicBezTo>
                    <a:pt x="88004" y="8188"/>
                    <a:pt x="77299" y="63"/>
                    <a:pt x="61130" y="63"/>
                  </a:cubicBezTo>
                  <a:cubicBezTo>
                    <a:pt x="30384" y="63"/>
                    <a:pt x="94" y="31467"/>
                    <a:pt x="94" y="62433"/>
                  </a:cubicBezTo>
                  <a:cubicBezTo>
                    <a:pt x="94" y="82198"/>
                    <a:pt x="13303" y="99547"/>
                    <a:pt x="36988" y="99547"/>
                  </a:cubicBezTo>
                  <a:cubicBezTo>
                    <a:pt x="69556" y="99547"/>
                    <a:pt x="88687" y="76268"/>
                    <a:pt x="88687" y="73633"/>
                  </a:cubicBezTo>
                  <a:cubicBezTo>
                    <a:pt x="88687" y="72315"/>
                    <a:pt x="87320" y="70778"/>
                    <a:pt x="85954" y="70778"/>
                  </a:cubicBezTo>
                  <a:cubicBezTo>
                    <a:pt x="84815" y="70778"/>
                    <a:pt x="84360" y="71217"/>
                    <a:pt x="82993" y="72974"/>
                  </a:cubicBezTo>
                  <a:cubicBezTo>
                    <a:pt x="65001" y="94716"/>
                    <a:pt x="40177" y="94716"/>
                    <a:pt x="37444" y="94716"/>
                  </a:cubicBezTo>
                  <a:cubicBezTo>
                    <a:pt x="23096" y="94716"/>
                    <a:pt x="16947" y="83955"/>
                    <a:pt x="16947" y="70778"/>
                  </a:cubicBezTo>
                  <a:cubicBezTo>
                    <a:pt x="16947" y="61774"/>
                    <a:pt x="21502" y="40471"/>
                    <a:pt x="29245" y="26855"/>
                  </a:cubicBezTo>
                  <a:cubicBezTo>
                    <a:pt x="36305" y="14338"/>
                    <a:pt x="48831" y="4894"/>
                    <a:pt x="61357" y="4894"/>
                  </a:cubicBezTo>
                  <a:cubicBezTo>
                    <a:pt x="69101" y="4894"/>
                    <a:pt x="77755" y="7749"/>
                    <a:pt x="80943" y="1367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196" name="TextBox 195">
            <a:extLst>
              <a:ext uri="{FF2B5EF4-FFF2-40B4-BE49-F238E27FC236}">
                <a16:creationId xmlns:a16="http://schemas.microsoft.com/office/drawing/2014/main" id="{B86AF368-24D1-5DF0-FA4B-576A1EB1660C}"/>
              </a:ext>
            </a:extLst>
          </p:cNvPr>
          <p:cNvSpPr txBox="1"/>
          <p:nvPr/>
        </p:nvSpPr>
        <p:spPr>
          <a:xfrm>
            <a:off x="797736" y="5548216"/>
            <a:ext cx="4200512"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Donde </a:t>
            </a:r>
            <a:r>
              <a:rPr kumimoji="0" lang="en-GB" sz="1600" b="0" i="1" u="none" strike="noStrike" kern="1200" cap="none" spc="0" normalizeH="0" baseline="0" noProof="0">
                <a:ln>
                  <a:noFill/>
                </a:ln>
                <a:solidFill>
                  <a:prstClr val="black"/>
                </a:solidFill>
                <a:effectLst/>
                <a:uLnTx/>
                <a:uFillTx/>
                <a:latin typeface="Aptos" panose="020B0004020202020204"/>
                <a:ea typeface="+mn-ea"/>
                <a:cs typeface="+mn-cs"/>
              </a:rPr>
              <a:t>c </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es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percentil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100(1-alpha)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distribución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1" u="none" strike="noStrike" kern="1200" cap="none" spc="0" normalizeH="0" baseline="0" noProof="0">
                <a:ln>
                  <a:noFill/>
                </a:ln>
                <a:solidFill>
                  <a:prstClr val="black"/>
                </a:solidFill>
                <a:effectLst/>
                <a:uLnTx/>
                <a:uFillTx/>
                <a:latin typeface="Aptos" panose="020B0004020202020204"/>
                <a:ea typeface="+mn-ea"/>
                <a:cs typeface="+mn-cs"/>
              </a:rPr>
              <a:t>t </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con n-1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grados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libertad</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a:t>
            </a:r>
            <a:endParaRPr kumimoji="0" lang="en-GB" sz="1600" b="0" i="1" u="none" strike="noStrike" kern="1200" cap="none" spc="0" normalizeH="0" baseline="0" noProof="0">
              <a:ln>
                <a:noFill/>
              </a:ln>
              <a:solidFill>
                <a:prstClr val="black"/>
              </a:solidFill>
              <a:effectLst/>
              <a:uLnTx/>
              <a:uFillTx/>
              <a:latin typeface="Aptos" panose="020B0004020202020204"/>
              <a:ea typeface="+mn-ea"/>
              <a:cs typeface="+mn-cs"/>
            </a:endParaRPr>
          </a:p>
        </p:txBody>
      </p:sp>
    </p:spTree>
    <p:extLst>
      <p:ext uri="{BB962C8B-B14F-4D97-AF65-F5344CB8AC3E}">
        <p14:creationId xmlns:p14="http://schemas.microsoft.com/office/powerpoint/2010/main" val="21830690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4"/>
                                        </p:tgtEl>
                                        <p:attrNameLst>
                                          <p:attrName>style.visibility</p:attrName>
                                        </p:attrNameLst>
                                      </p:cBhvr>
                                      <p:to>
                                        <p:strVal val="visible"/>
                                      </p:to>
                                    </p:set>
                                    <p:animEffect transition="in" filter="fade">
                                      <p:cBhvr>
                                        <p:cTn id="15"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74" grpId="0"/>
    </p:bld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8" name="TextBox 7">
            <a:extLst>
              <a:ext uri="{FF2B5EF4-FFF2-40B4-BE49-F238E27FC236}">
                <a16:creationId xmlns:a16="http://schemas.microsoft.com/office/drawing/2014/main" id="{964F6F91-7753-2666-0C67-E83E1E1EBC72}"/>
              </a:ext>
            </a:extLst>
          </p:cNvPr>
          <p:cNvSpPr txBox="1"/>
          <p:nvPr/>
        </p:nvSpPr>
        <p:spPr>
          <a:xfrm>
            <a:off x="797737" y="1180325"/>
            <a:ext cx="4200511" cy="646331"/>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Pruebas</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hipótesis</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acerca</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la media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en</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una</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población normal</a:t>
            </a:r>
          </a:p>
        </p:txBody>
      </p:sp>
      <p:sp>
        <p:nvSpPr>
          <p:cNvPr id="12" name="TextBox 11">
            <a:extLst>
              <a:ext uri="{FF2B5EF4-FFF2-40B4-BE49-F238E27FC236}">
                <a16:creationId xmlns:a16="http://schemas.microsoft.com/office/drawing/2014/main" id="{DE968164-241B-755B-1D69-1EFA5BBAACF1}"/>
              </a:ext>
            </a:extLst>
          </p:cNvPr>
          <p:cNvSpPr txBox="1"/>
          <p:nvPr/>
        </p:nvSpPr>
        <p:spPr>
          <a:xfrm>
            <a:off x="797737" y="2064684"/>
            <a:ext cx="4200511" cy="369332"/>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Definición</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la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región</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rechazo</a:t>
            </a:r>
            <a:endParaRPr kumimoji="0" lang="en-GB" sz="1800" b="1" i="0" u="none" strike="noStrike" kern="1200" cap="none" spc="0" normalizeH="0" baseline="0" noProof="0">
              <a:ln>
                <a:noFill/>
              </a:ln>
              <a:solidFill>
                <a:srgbClr val="EA2023"/>
              </a:solidFill>
              <a:effectLst/>
              <a:uLnTx/>
              <a:uFillTx/>
              <a:latin typeface="Aptos" panose="020B0004020202020204"/>
              <a:ea typeface="+mn-ea"/>
              <a:cs typeface="+mn-cs"/>
            </a:endParaRPr>
          </a:p>
        </p:txBody>
      </p:sp>
      <p:grpSp>
        <p:nvGrpSpPr>
          <p:cNvPr id="19" name="Group 18">
            <a:extLst>
              <a:ext uri="{FF2B5EF4-FFF2-40B4-BE49-F238E27FC236}">
                <a16:creationId xmlns:a16="http://schemas.microsoft.com/office/drawing/2014/main" id="{95FCCBD5-AC7A-4B81-6EA3-2F0063DD9682}"/>
              </a:ext>
            </a:extLst>
          </p:cNvPr>
          <p:cNvGrpSpPr>
            <a:grpSpLocks noChangeAspect="1"/>
          </p:cNvGrpSpPr>
          <p:nvPr>
            <p:custDataLst>
              <p:tags r:id="rId1"/>
            </p:custDataLst>
          </p:nvPr>
        </p:nvGrpSpPr>
        <p:grpSpPr>
          <a:xfrm>
            <a:off x="914400" y="3035300"/>
            <a:ext cx="1104470" cy="204742"/>
            <a:chOff x="2660757" y="4319510"/>
            <a:chExt cx="1104470" cy="204742"/>
          </a:xfrm>
        </p:grpSpPr>
        <p:sp>
          <p:nvSpPr>
            <p:cNvPr id="10" name="Freeform: Shape 9">
              <a:extLst>
                <a:ext uri="{FF2B5EF4-FFF2-40B4-BE49-F238E27FC236}">
                  <a16:creationId xmlns:a16="http://schemas.microsoft.com/office/drawing/2014/main" id="{C0051DA2-B6EE-E1D4-143F-3FD068697C94}"/>
                </a:ext>
              </a:extLst>
            </p:cNvPr>
            <p:cNvSpPr/>
            <p:nvPr>
              <p:custDataLst>
                <p:tags r:id="rId30"/>
              </p:custDataLst>
            </p:nvPr>
          </p:nvSpPr>
          <p:spPr>
            <a:xfrm>
              <a:off x="2660757" y="4319510"/>
              <a:ext cx="153994" cy="155550"/>
            </a:xfrm>
            <a:custGeom>
              <a:avLst/>
              <a:gdLst>
                <a:gd name="connsiteX0" fmla="*/ 130848 w 153994"/>
                <a:gd name="connsiteY0" fmla="*/ 17827 h 155550"/>
                <a:gd name="connsiteX1" fmla="*/ 148660 w 153994"/>
                <a:gd name="connsiteY1" fmla="*/ 7123 h 155550"/>
                <a:gd name="connsiteX2" fmla="*/ 154072 w 153994"/>
                <a:gd name="connsiteY2" fmla="*/ 7123 h 155550"/>
                <a:gd name="connsiteX3" fmla="*/ 154072 w 153994"/>
                <a:gd name="connsiteY3" fmla="*/ 63 h 155550"/>
                <a:gd name="connsiteX4" fmla="*/ 120928 w 153994"/>
                <a:gd name="connsiteY4" fmla="*/ 746 h 155550"/>
                <a:gd name="connsiteX5" fmla="*/ 87558 w 153994"/>
                <a:gd name="connsiteY5" fmla="*/ 63 h 155550"/>
                <a:gd name="connsiteX6" fmla="*/ 87558 w 153994"/>
                <a:gd name="connsiteY6" fmla="*/ 7123 h 155550"/>
                <a:gd name="connsiteX7" fmla="*/ 92970 w 153994"/>
                <a:gd name="connsiteY7" fmla="*/ 7123 h 155550"/>
                <a:gd name="connsiteX8" fmla="*/ 110782 w 153994"/>
                <a:gd name="connsiteY8" fmla="*/ 17827 h 155550"/>
                <a:gd name="connsiteX9" fmla="*/ 110782 w 153994"/>
                <a:gd name="connsiteY9" fmla="*/ 71120 h 155550"/>
                <a:gd name="connsiteX10" fmla="*/ 43367 w 153994"/>
                <a:gd name="connsiteY10" fmla="*/ 71120 h 155550"/>
                <a:gd name="connsiteX11" fmla="*/ 43367 w 153994"/>
                <a:gd name="connsiteY11" fmla="*/ 17827 h 155550"/>
                <a:gd name="connsiteX12" fmla="*/ 61179 w 153994"/>
                <a:gd name="connsiteY12" fmla="*/ 7123 h 155550"/>
                <a:gd name="connsiteX13" fmla="*/ 66590 w 153994"/>
                <a:gd name="connsiteY13" fmla="*/ 7123 h 155550"/>
                <a:gd name="connsiteX14" fmla="*/ 66590 w 153994"/>
                <a:gd name="connsiteY14" fmla="*/ 63 h 155550"/>
                <a:gd name="connsiteX15" fmla="*/ 33446 w 153994"/>
                <a:gd name="connsiteY15" fmla="*/ 746 h 155550"/>
                <a:gd name="connsiteX16" fmla="*/ 77 w 153994"/>
                <a:gd name="connsiteY16" fmla="*/ 63 h 155550"/>
                <a:gd name="connsiteX17" fmla="*/ 77 w 153994"/>
                <a:gd name="connsiteY17" fmla="*/ 7123 h 155550"/>
                <a:gd name="connsiteX18" fmla="*/ 5488 w 153994"/>
                <a:gd name="connsiteY18" fmla="*/ 7123 h 155550"/>
                <a:gd name="connsiteX19" fmla="*/ 23300 w 153994"/>
                <a:gd name="connsiteY19" fmla="*/ 17827 h 155550"/>
                <a:gd name="connsiteX20" fmla="*/ 23300 w 153994"/>
                <a:gd name="connsiteY20" fmla="*/ 137849 h 155550"/>
                <a:gd name="connsiteX21" fmla="*/ 5488 w 153994"/>
                <a:gd name="connsiteY21" fmla="*/ 148553 h 155550"/>
                <a:gd name="connsiteX22" fmla="*/ 77 w 153994"/>
                <a:gd name="connsiteY22" fmla="*/ 148553 h 155550"/>
                <a:gd name="connsiteX23" fmla="*/ 77 w 153994"/>
                <a:gd name="connsiteY23" fmla="*/ 155613 h 155550"/>
                <a:gd name="connsiteX24" fmla="*/ 33221 w 153994"/>
                <a:gd name="connsiteY24" fmla="*/ 154930 h 155550"/>
                <a:gd name="connsiteX25" fmla="*/ 66590 w 153994"/>
                <a:gd name="connsiteY25" fmla="*/ 155613 h 155550"/>
                <a:gd name="connsiteX26" fmla="*/ 66590 w 153994"/>
                <a:gd name="connsiteY26" fmla="*/ 148553 h 155550"/>
                <a:gd name="connsiteX27" fmla="*/ 61179 w 153994"/>
                <a:gd name="connsiteY27" fmla="*/ 148553 h 155550"/>
                <a:gd name="connsiteX28" fmla="*/ 43367 w 153994"/>
                <a:gd name="connsiteY28" fmla="*/ 137849 h 155550"/>
                <a:gd name="connsiteX29" fmla="*/ 43367 w 153994"/>
                <a:gd name="connsiteY29" fmla="*/ 78180 h 155550"/>
                <a:gd name="connsiteX30" fmla="*/ 110782 w 153994"/>
                <a:gd name="connsiteY30" fmla="*/ 78180 h 155550"/>
                <a:gd name="connsiteX31" fmla="*/ 110782 w 153994"/>
                <a:gd name="connsiteY31" fmla="*/ 137849 h 155550"/>
                <a:gd name="connsiteX32" fmla="*/ 92970 w 153994"/>
                <a:gd name="connsiteY32" fmla="*/ 148553 h 155550"/>
                <a:gd name="connsiteX33" fmla="*/ 87558 w 153994"/>
                <a:gd name="connsiteY33" fmla="*/ 148553 h 155550"/>
                <a:gd name="connsiteX34" fmla="*/ 87558 w 153994"/>
                <a:gd name="connsiteY34" fmla="*/ 155613 h 155550"/>
                <a:gd name="connsiteX35" fmla="*/ 120702 w 153994"/>
                <a:gd name="connsiteY35" fmla="*/ 154930 h 155550"/>
                <a:gd name="connsiteX36" fmla="*/ 154072 w 153994"/>
                <a:gd name="connsiteY36" fmla="*/ 155613 h 155550"/>
                <a:gd name="connsiteX37" fmla="*/ 154072 w 153994"/>
                <a:gd name="connsiteY37" fmla="*/ 148553 h 155550"/>
                <a:gd name="connsiteX38" fmla="*/ 148660 w 153994"/>
                <a:gd name="connsiteY38" fmla="*/ 148553 h 155550"/>
                <a:gd name="connsiteX39" fmla="*/ 130848 w 153994"/>
                <a:gd name="connsiteY39" fmla="*/ 137849 h 155550"/>
                <a:gd name="connsiteX40" fmla="*/ 130848 w 153994"/>
                <a:gd name="connsiteY40" fmla="*/ 17827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3994" h="155550">
                  <a:moveTo>
                    <a:pt x="130848" y="17827"/>
                  </a:moveTo>
                  <a:cubicBezTo>
                    <a:pt x="130848" y="9628"/>
                    <a:pt x="131299" y="7123"/>
                    <a:pt x="148660" y="7123"/>
                  </a:cubicBezTo>
                  <a:lnTo>
                    <a:pt x="154072" y="7123"/>
                  </a:lnTo>
                  <a:lnTo>
                    <a:pt x="154072" y="63"/>
                  </a:lnTo>
                  <a:cubicBezTo>
                    <a:pt x="146180" y="746"/>
                    <a:pt x="129496" y="746"/>
                    <a:pt x="120928" y="746"/>
                  </a:cubicBezTo>
                  <a:cubicBezTo>
                    <a:pt x="112360" y="746"/>
                    <a:pt x="95450" y="746"/>
                    <a:pt x="87558" y="63"/>
                  </a:cubicBezTo>
                  <a:lnTo>
                    <a:pt x="87558" y="7123"/>
                  </a:lnTo>
                  <a:lnTo>
                    <a:pt x="92970" y="7123"/>
                  </a:lnTo>
                  <a:cubicBezTo>
                    <a:pt x="110331" y="7123"/>
                    <a:pt x="110782" y="9628"/>
                    <a:pt x="110782" y="17827"/>
                  </a:cubicBezTo>
                  <a:lnTo>
                    <a:pt x="110782" y="71120"/>
                  </a:lnTo>
                  <a:lnTo>
                    <a:pt x="43367" y="71120"/>
                  </a:lnTo>
                  <a:lnTo>
                    <a:pt x="43367" y="17827"/>
                  </a:lnTo>
                  <a:cubicBezTo>
                    <a:pt x="43367" y="9628"/>
                    <a:pt x="43818" y="7123"/>
                    <a:pt x="61179" y="7123"/>
                  </a:cubicBezTo>
                  <a:lnTo>
                    <a:pt x="66590" y="7123"/>
                  </a:lnTo>
                  <a:lnTo>
                    <a:pt x="66590" y="63"/>
                  </a:lnTo>
                  <a:cubicBezTo>
                    <a:pt x="58699" y="746"/>
                    <a:pt x="42014" y="746"/>
                    <a:pt x="33446" y="746"/>
                  </a:cubicBezTo>
                  <a:cubicBezTo>
                    <a:pt x="24878" y="746"/>
                    <a:pt x="7968" y="746"/>
                    <a:pt x="77" y="63"/>
                  </a:cubicBezTo>
                  <a:lnTo>
                    <a:pt x="77" y="7123"/>
                  </a:lnTo>
                  <a:lnTo>
                    <a:pt x="5488" y="7123"/>
                  </a:lnTo>
                  <a:cubicBezTo>
                    <a:pt x="22849" y="7123"/>
                    <a:pt x="23300" y="9628"/>
                    <a:pt x="23300" y="17827"/>
                  </a:cubicBezTo>
                  <a:lnTo>
                    <a:pt x="23300" y="137849"/>
                  </a:lnTo>
                  <a:cubicBezTo>
                    <a:pt x="23300" y="146048"/>
                    <a:pt x="22849" y="148553"/>
                    <a:pt x="5488" y="148553"/>
                  </a:cubicBezTo>
                  <a:lnTo>
                    <a:pt x="77" y="148553"/>
                  </a:lnTo>
                  <a:lnTo>
                    <a:pt x="77" y="155613"/>
                  </a:lnTo>
                  <a:cubicBezTo>
                    <a:pt x="7968" y="154930"/>
                    <a:pt x="24653" y="154930"/>
                    <a:pt x="33221" y="154930"/>
                  </a:cubicBezTo>
                  <a:cubicBezTo>
                    <a:pt x="41788" y="154930"/>
                    <a:pt x="58699" y="154930"/>
                    <a:pt x="66590" y="155613"/>
                  </a:cubicBezTo>
                  <a:lnTo>
                    <a:pt x="66590" y="148553"/>
                  </a:lnTo>
                  <a:lnTo>
                    <a:pt x="61179" y="148553"/>
                  </a:lnTo>
                  <a:cubicBezTo>
                    <a:pt x="43818" y="148553"/>
                    <a:pt x="43367" y="146048"/>
                    <a:pt x="43367" y="137849"/>
                  </a:cubicBezTo>
                  <a:lnTo>
                    <a:pt x="43367" y="78180"/>
                  </a:lnTo>
                  <a:lnTo>
                    <a:pt x="110782" y="78180"/>
                  </a:lnTo>
                  <a:lnTo>
                    <a:pt x="110782" y="137849"/>
                  </a:lnTo>
                  <a:cubicBezTo>
                    <a:pt x="110782" y="146048"/>
                    <a:pt x="110331" y="148553"/>
                    <a:pt x="92970" y="148553"/>
                  </a:cubicBezTo>
                  <a:lnTo>
                    <a:pt x="87558" y="148553"/>
                  </a:lnTo>
                  <a:lnTo>
                    <a:pt x="87558" y="155613"/>
                  </a:lnTo>
                  <a:cubicBezTo>
                    <a:pt x="95450" y="154930"/>
                    <a:pt x="112135" y="154930"/>
                    <a:pt x="120702" y="154930"/>
                  </a:cubicBezTo>
                  <a:cubicBezTo>
                    <a:pt x="129270" y="154930"/>
                    <a:pt x="146180" y="154930"/>
                    <a:pt x="154072" y="155613"/>
                  </a:cubicBezTo>
                  <a:lnTo>
                    <a:pt x="154072" y="148553"/>
                  </a:lnTo>
                  <a:lnTo>
                    <a:pt x="148660" y="148553"/>
                  </a:lnTo>
                  <a:cubicBezTo>
                    <a:pt x="131299" y="148553"/>
                    <a:pt x="130848" y="146048"/>
                    <a:pt x="130848" y="137849"/>
                  </a:cubicBezTo>
                  <a:lnTo>
                    <a:pt x="130848" y="1782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 name="Freeform: Shape 12">
              <a:extLst>
                <a:ext uri="{FF2B5EF4-FFF2-40B4-BE49-F238E27FC236}">
                  <a16:creationId xmlns:a16="http://schemas.microsoft.com/office/drawing/2014/main" id="{138B042E-24E7-8613-7D82-56E3B883E2EF}"/>
                </a:ext>
              </a:extLst>
            </p:cNvPr>
            <p:cNvSpPr/>
            <p:nvPr>
              <p:custDataLst>
                <p:tags r:id="rId31"/>
              </p:custDataLst>
            </p:nvPr>
          </p:nvSpPr>
          <p:spPr>
            <a:xfrm>
              <a:off x="2839622" y="4403365"/>
              <a:ext cx="57449" cy="105856"/>
            </a:xfrm>
            <a:custGeom>
              <a:avLst/>
              <a:gdLst>
                <a:gd name="connsiteX0" fmla="*/ 35753 w 57449"/>
                <a:gd name="connsiteY0" fmla="*/ 4528 h 105856"/>
                <a:gd name="connsiteX1" fmla="*/ 31018 w 57449"/>
                <a:gd name="connsiteY1" fmla="*/ 64 h 105856"/>
                <a:gd name="connsiteX2" fmla="*/ 84 w 57449"/>
                <a:gd name="connsiteY2" fmla="*/ 10267 h 105856"/>
                <a:gd name="connsiteX3" fmla="*/ 84 w 57449"/>
                <a:gd name="connsiteY3" fmla="*/ 16006 h 105856"/>
                <a:gd name="connsiteX4" fmla="*/ 22969 w 57449"/>
                <a:gd name="connsiteY4" fmla="*/ 11543 h 105856"/>
                <a:gd name="connsiteX5" fmla="*/ 22969 w 57449"/>
                <a:gd name="connsiteY5" fmla="*/ 92848 h 105856"/>
                <a:gd name="connsiteX6" fmla="*/ 7186 w 57449"/>
                <a:gd name="connsiteY6" fmla="*/ 100181 h 105856"/>
                <a:gd name="connsiteX7" fmla="*/ 1189 w 57449"/>
                <a:gd name="connsiteY7" fmla="*/ 100181 h 105856"/>
                <a:gd name="connsiteX8" fmla="*/ 1189 w 57449"/>
                <a:gd name="connsiteY8" fmla="*/ 105921 h 105856"/>
                <a:gd name="connsiteX9" fmla="*/ 29282 w 57449"/>
                <a:gd name="connsiteY9" fmla="*/ 105283 h 105856"/>
                <a:gd name="connsiteX10" fmla="*/ 57534 w 57449"/>
                <a:gd name="connsiteY10" fmla="*/ 105921 h 105856"/>
                <a:gd name="connsiteX11" fmla="*/ 57534 w 57449"/>
                <a:gd name="connsiteY11" fmla="*/ 100181 h 105856"/>
                <a:gd name="connsiteX12" fmla="*/ 51536 w 57449"/>
                <a:gd name="connsiteY12" fmla="*/ 100181 h 105856"/>
                <a:gd name="connsiteX13" fmla="*/ 35753 w 57449"/>
                <a:gd name="connsiteY13" fmla="*/ 92848 h 105856"/>
                <a:gd name="connsiteX14" fmla="*/ 35753 w 57449"/>
                <a:gd name="connsiteY14" fmla="*/ 4528 h 10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49" h="105856">
                  <a:moveTo>
                    <a:pt x="35753" y="4528"/>
                  </a:moveTo>
                  <a:cubicBezTo>
                    <a:pt x="35753" y="224"/>
                    <a:pt x="35438" y="64"/>
                    <a:pt x="31018" y="64"/>
                  </a:cubicBezTo>
                  <a:cubicBezTo>
                    <a:pt x="20917" y="10108"/>
                    <a:pt x="6555" y="10267"/>
                    <a:pt x="84" y="10267"/>
                  </a:cubicBezTo>
                  <a:lnTo>
                    <a:pt x="84" y="16006"/>
                  </a:lnTo>
                  <a:cubicBezTo>
                    <a:pt x="3872" y="16006"/>
                    <a:pt x="14289" y="16006"/>
                    <a:pt x="22969" y="11543"/>
                  </a:cubicBezTo>
                  <a:lnTo>
                    <a:pt x="22969" y="92848"/>
                  </a:lnTo>
                  <a:cubicBezTo>
                    <a:pt x="22969" y="98109"/>
                    <a:pt x="22969" y="100181"/>
                    <a:pt x="7186" y="100181"/>
                  </a:cubicBezTo>
                  <a:lnTo>
                    <a:pt x="1189" y="100181"/>
                  </a:lnTo>
                  <a:lnTo>
                    <a:pt x="1189" y="105921"/>
                  </a:lnTo>
                  <a:cubicBezTo>
                    <a:pt x="4030" y="105761"/>
                    <a:pt x="23443" y="105283"/>
                    <a:pt x="29282" y="105283"/>
                  </a:cubicBezTo>
                  <a:cubicBezTo>
                    <a:pt x="34175" y="105283"/>
                    <a:pt x="54061" y="105761"/>
                    <a:pt x="57534" y="105921"/>
                  </a:cubicBezTo>
                  <a:lnTo>
                    <a:pt x="57534" y="100181"/>
                  </a:lnTo>
                  <a:lnTo>
                    <a:pt x="51536" y="100181"/>
                  </a:lnTo>
                  <a:cubicBezTo>
                    <a:pt x="35753" y="100181"/>
                    <a:pt x="35753" y="98109"/>
                    <a:pt x="35753" y="92848"/>
                  </a:cubicBezTo>
                  <a:lnTo>
                    <a:pt x="35753" y="452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 name="Freeform: Shape 13">
              <a:extLst>
                <a:ext uri="{FF2B5EF4-FFF2-40B4-BE49-F238E27FC236}">
                  <a16:creationId xmlns:a16="http://schemas.microsoft.com/office/drawing/2014/main" id="{339AA4C2-5FDF-6D5E-2ADF-FF1BDB3E4A81}"/>
                </a:ext>
              </a:extLst>
            </p:cNvPr>
            <p:cNvSpPr/>
            <p:nvPr>
              <p:custDataLst>
                <p:tags r:id="rId32"/>
              </p:custDataLst>
            </p:nvPr>
          </p:nvSpPr>
          <p:spPr>
            <a:xfrm>
              <a:off x="3005586" y="4376901"/>
              <a:ext cx="23899" cy="98158"/>
            </a:xfrm>
            <a:custGeom>
              <a:avLst/>
              <a:gdLst>
                <a:gd name="connsiteX0" fmla="*/ 23991 w 23899"/>
                <a:gd name="connsiteY0" fmla="*/ 12133 h 98158"/>
                <a:gd name="connsiteX1" fmla="*/ 12041 w 23899"/>
                <a:gd name="connsiteY1" fmla="*/ 63 h 98158"/>
                <a:gd name="connsiteX2" fmla="*/ 91 w 23899"/>
                <a:gd name="connsiteY2" fmla="*/ 12133 h 98158"/>
                <a:gd name="connsiteX3" fmla="*/ 12041 w 23899"/>
                <a:gd name="connsiteY3" fmla="*/ 24204 h 98158"/>
                <a:gd name="connsiteX4" fmla="*/ 23991 w 23899"/>
                <a:gd name="connsiteY4" fmla="*/ 12133 h 98158"/>
                <a:gd name="connsiteX5" fmla="*/ 23991 w 23899"/>
                <a:gd name="connsiteY5" fmla="*/ 86151 h 98158"/>
                <a:gd name="connsiteX6" fmla="*/ 12041 w 23899"/>
                <a:gd name="connsiteY6" fmla="*/ 74080 h 98158"/>
                <a:gd name="connsiteX7" fmla="*/ 91 w 23899"/>
                <a:gd name="connsiteY7" fmla="*/ 86151 h 98158"/>
                <a:gd name="connsiteX8" fmla="*/ 12041 w 23899"/>
                <a:gd name="connsiteY8" fmla="*/ 98221 h 98158"/>
                <a:gd name="connsiteX9" fmla="*/ 23991 w 23899"/>
                <a:gd name="connsiteY9" fmla="*/ 86151 h 9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99" h="98158">
                  <a:moveTo>
                    <a:pt x="23991" y="12133"/>
                  </a:moveTo>
                  <a:cubicBezTo>
                    <a:pt x="23991" y="5529"/>
                    <a:pt x="18580" y="63"/>
                    <a:pt x="12041" y="63"/>
                  </a:cubicBezTo>
                  <a:cubicBezTo>
                    <a:pt x="5503" y="63"/>
                    <a:pt x="91" y="5529"/>
                    <a:pt x="91" y="12133"/>
                  </a:cubicBezTo>
                  <a:cubicBezTo>
                    <a:pt x="91" y="18738"/>
                    <a:pt x="5503" y="24204"/>
                    <a:pt x="12041" y="24204"/>
                  </a:cubicBezTo>
                  <a:cubicBezTo>
                    <a:pt x="18580" y="24204"/>
                    <a:pt x="23991" y="18738"/>
                    <a:pt x="23991" y="12133"/>
                  </a:cubicBezTo>
                  <a:close/>
                  <a:moveTo>
                    <a:pt x="23991" y="86151"/>
                  </a:moveTo>
                  <a:cubicBezTo>
                    <a:pt x="23991" y="79546"/>
                    <a:pt x="18580" y="74080"/>
                    <a:pt x="12041" y="74080"/>
                  </a:cubicBezTo>
                  <a:cubicBezTo>
                    <a:pt x="5503" y="74080"/>
                    <a:pt x="91" y="79546"/>
                    <a:pt x="91" y="86151"/>
                  </a:cubicBezTo>
                  <a:cubicBezTo>
                    <a:pt x="91" y="92755"/>
                    <a:pt x="5503" y="98221"/>
                    <a:pt x="12041" y="98221"/>
                  </a:cubicBezTo>
                  <a:cubicBezTo>
                    <a:pt x="18580" y="98221"/>
                    <a:pt x="23991" y="92755"/>
                    <a:pt x="23991" y="8615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 name="Freeform: Shape 14">
              <a:extLst>
                <a:ext uri="{FF2B5EF4-FFF2-40B4-BE49-F238E27FC236}">
                  <a16:creationId xmlns:a16="http://schemas.microsoft.com/office/drawing/2014/main" id="{8ECEFA59-0E7F-C959-6D7D-E3AC3282DD3C}"/>
                </a:ext>
              </a:extLst>
            </p:cNvPr>
            <p:cNvSpPr/>
            <p:nvPr>
              <p:custDataLst>
                <p:tags r:id="rId33"/>
              </p:custDataLst>
            </p:nvPr>
          </p:nvSpPr>
          <p:spPr>
            <a:xfrm>
              <a:off x="3118218" y="4374396"/>
              <a:ext cx="122203" cy="149856"/>
            </a:xfrm>
            <a:custGeom>
              <a:avLst/>
              <a:gdLst>
                <a:gd name="connsiteX0" fmla="*/ 45416 w 122203"/>
                <a:gd name="connsiteY0" fmla="*/ 20788 h 149856"/>
                <a:gd name="connsiteX1" fmla="*/ 48798 w 122203"/>
                <a:gd name="connsiteY1" fmla="*/ 6212 h 149856"/>
                <a:gd name="connsiteX2" fmla="*/ 42260 w 122203"/>
                <a:gd name="connsiteY2" fmla="*/ 63 h 149856"/>
                <a:gd name="connsiteX3" fmla="*/ 33241 w 122203"/>
                <a:gd name="connsiteY3" fmla="*/ 8262 h 149856"/>
                <a:gd name="connsiteX4" fmla="*/ 773 w 122203"/>
                <a:gd name="connsiteY4" fmla="*/ 140127 h 149856"/>
                <a:gd name="connsiteX5" fmla="*/ 97 w 122203"/>
                <a:gd name="connsiteY5" fmla="*/ 143770 h 149856"/>
                <a:gd name="connsiteX6" fmla="*/ 6410 w 122203"/>
                <a:gd name="connsiteY6" fmla="*/ 149920 h 149856"/>
                <a:gd name="connsiteX7" fmla="*/ 14301 w 122203"/>
                <a:gd name="connsiteY7" fmla="*/ 145137 h 149856"/>
                <a:gd name="connsiteX8" fmla="*/ 26702 w 122203"/>
                <a:gd name="connsiteY8" fmla="*/ 96172 h 149856"/>
                <a:gd name="connsiteX9" fmla="*/ 48573 w 122203"/>
                <a:gd name="connsiteY9" fmla="*/ 103232 h 149856"/>
                <a:gd name="connsiteX10" fmla="*/ 78560 w 122203"/>
                <a:gd name="connsiteY10" fmla="*/ 86606 h 149856"/>
                <a:gd name="connsiteX11" fmla="*/ 98852 w 122203"/>
                <a:gd name="connsiteY11" fmla="*/ 103232 h 149856"/>
                <a:gd name="connsiteX12" fmla="*/ 115537 w 122203"/>
                <a:gd name="connsiteY12" fmla="*/ 90706 h 149856"/>
                <a:gd name="connsiteX13" fmla="*/ 122301 w 122203"/>
                <a:gd name="connsiteY13" fmla="*/ 68159 h 149856"/>
                <a:gd name="connsiteX14" fmla="*/ 119595 w 122203"/>
                <a:gd name="connsiteY14" fmla="*/ 65881 h 149856"/>
                <a:gd name="connsiteX15" fmla="*/ 116439 w 122203"/>
                <a:gd name="connsiteY15" fmla="*/ 69981 h 149856"/>
                <a:gd name="connsiteX16" fmla="*/ 99303 w 122203"/>
                <a:gd name="connsiteY16" fmla="*/ 98221 h 149856"/>
                <a:gd name="connsiteX17" fmla="*/ 92539 w 122203"/>
                <a:gd name="connsiteY17" fmla="*/ 87745 h 149856"/>
                <a:gd name="connsiteX18" fmla="*/ 97048 w 122203"/>
                <a:gd name="connsiteY18" fmla="*/ 64059 h 149856"/>
                <a:gd name="connsiteX19" fmla="*/ 103362 w 122203"/>
                <a:gd name="connsiteY19" fmla="*/ 39463 h 149856"/>
                <a:gd name="connsiteX20" fmla="*/ 107194 w 122203"/>
                <a:gd name="connsiteY20" fmla="*/ 23976 h 149856"/>
                <a:gd name="connsiteX21" fmla="*/ 110577 w 122203"/>
                <a:gd name="connsiteY21" fmla="*/ 8717 h 149856"/>
                <a:gd name="connsiteX22" fmla="*/ 104038 w 122203"/>
                <a:gd name="connsiteY22" fmla="*/ 2568 h 149856"/>
                <a:gd name="connsiteX23" fmla="*/ 95245 w 122203"/>
                <a:gd name="connsiteY23" fmla="*/ 10539 h 149856"/>
                <a:gd name="connsiteX24" fmla="*/ 84648 w 122203"/>
                <a:gd name="connsiteY24" fmla="*/ 53128 h 149856"/>
                <a:gd name="connsiteX25" fmla="*/ 78785 w 122203"/>
                <a:gd name="connsiteY25" fmla="*/ 76358 h 149856"/>
                <a:gd name="connsiteX26" fmla="*/ 49475 w 122203"/>
                <a:gd name="connsiteY26" fmla="*/ 98221 h 149856"/>
                <a:gd name="connsiteX27" fmla="*/ 32790 w 122203"/>
                <a:gd name="connsiteY27" fmla="*/ 78407 h 149856"/>
                <a:gd name="connsiteX28" fmla="*/ 35946 w 122203"/>
                <a:gd name="connsiteY28" fmla="*/ 59049 h 149856"/>
                <a:gd name="connsiteX29" fmla="*/ 45416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16" y="20788"/>
                  </a:moveTo>
                  <a:cubicBezTo>
                    <a:pt x="46543" y="16005"/>
                    <a:pt x="48798" y="7351"/>
                    <a:pt x="48798" y="6212"/>
                  </a:cubicBezTo>
                  <a:cubicBezTo>
                    <a:pt x="48798" y="2340"/>
                    <a:pt x="46093" y="63"/>
                    <a:pt x="42260" y="63"/>
                  </a:cubicBezTo>
                  <a:cubicBezTo>
                    <a:pt x="41583" y="63"/>
                    <a:pt x="35270" y="291"/>
                    <a:pt x="33241" y="8262"/>
                  </a:cubicBezTo>
                  <a:lnTo>
                    <a:pt x="773" y="140127"/>
                  </a:lnTo>
                  <a:cubicBezTo>
                    <a:pt x="97" y="142859"/>
                    <a:pt x="97" y="143315"/>
                    <a:pt x="97" y="143770"/>
                  </a:cubicBezTo>
                  <a:cubicBezTo>
                    <a:pt x="97" y="147187"/>
                    <a:pt x="2577" y="149920"/>
                    <a:pt x="6410" y="149920"/>
                  </a:cubicBezTo>
                  <a:cubicBezTo>
                    <a:pt x="11145" y="149920"/>
                    <a:pt x="13851" y="145820"/>
                    <a:pt x="14301" y="145137"/>
                  </a:cubicBezTo>
                  <a:cubicBezTo>
                    <a:pt x="15203" y="143087"/>
                    <a:pt x="18134" y="131244"/>
                    <a:pt x="26702" y="96172"/>
                  </a:cubicBezTo>
                  <a:cubicBezTo>
                    <a:pt x="33917" y="102321"/>
                    <a:pt x="44063" y="103232"/>
                    <a:pt x="48573" y="103232"/>
                  </a:cubicBezTo>
                  <a:cubicBezTo>
                    <a:pt x="64355" y="103232"/>
                    <a:pt x="73149" y="92983"/>
                    <a:pt x="78560" y="86606"/>
                  </a:cubicBezTo>
                  <a:cubicBezTo>
                    <a:pt x="80589" y="96855"/>
                    <a:pt x="88932" y="103232"/>
                    <a:pt x="98852" y="103232"/>
                  </a:cubicBezTo>
                  <a:cubicBezTo>
                    <a:pt x="106744" y="103232"/>
                    <a:pt x="111929" y="97994"/>
                    <a:pt x="115537" y="90706"/>
                  </a:cubicBezTo>
                  <a:cubicBezTo>
                    <a:pt x="119370" y="82507"/>
                    <a:pt x="122301" y="68614"/>
                    <a:pt x="122301" y="68159"/>
                  </a:cubicBezTo>
                  <a:cubicBezTo>
                    <a:pt x="122301" y="65881"/>
                    <a:pt x="120272" y="65881"/>
                    <a:pt x="119595" y="65881"/>
                  </a:cubicBezTo>
                  <a:cubicBezTo>
                    <a:pt x="117341" y="65881"/>
                    <a:pt x="117115" y="66792"/>
                    <a:pt x="116439" y="69981"/>
                  </a:cubicBezTo>
                  <a:cubicBezTo>
                    <a:pt x="112606" y="84784"/>
                    <a:pt x="108547" y="98221"/>
                    <a:pt x="99303" y="98221"/>
                  </a:cubicBezTo>
                  <a:cubicBezTo>
                    <a:pt x="93215" y="98221"/>
                    <a:pt x="92539" y="92300"/>
                    <a:pt x="92539" y="87745"/>
                  </a:cubicBezTo>
                  <a:cubicBezTo>
                    <a:pt x="92539" y="82735"/>
                    <a:pt x="95245" y="72030"/>
                    <a:pt x="97048" y="64059"/>
                  </a:cubicBezTo>
                  <a:lnTo>
                    <a:pt x="103362" y="39463"/>
                  </a:lnTo>
                  <a:cubicBezTo>
                    <a:pt x="104038" y="36047"/>
                    <a:pt x="106293" y="27392"/>
                    <a:pt x="107194" y="23976"/>
                  </a:cubicBezTo>
                  <a:cubicBezTo>
                    <a:pt x="108322" y="18738"/>
                    <a:pt x="110577" y="10084"/>
                    <a:pt x="110577" y="8717"/>
                  </a:cubicBezTo>
                  <a:cubicBezTo>
                    <a:pt x="110577" y="4618"/>
                    <a:pt x="107420" y="2568"/>
                    <a:pt x="104038" y="2568"/>
                  </a:cubicBezTo>
                  <a:cubicBezTo>
                    <a:pt x="102911" y="2568"/>
                    <a:pt x="97048" y="2796"/>
                    <a:pt x="95245" y="10539"/>
                  </a:cubicBezTo>
                  <a:lnTo>
                    <a:pt x="84648" y="53128"/>
                  </a:lnTo>
                  <a:cubicBezTo>
                    <a:pt x="81942" y="64515"/>
                    <a:pt x="79462" y="74080"/>
                    <a:pt x="78785" y="76358"/>
                  </a:cubicBezTo>
                  <a:cubicBezTo>
                    <a:pt x="78560" y="77496"/>
                    <a:pt x="67738" y="98221"/>
                    <a:pt x="49475" y="98221"/>
                  </a:cubicBezTo>
                  <a:cubicBezTo>
                    <a:pt x="38201" y="98221"/>
                    <a:pt x="32790" y="90706"/>
                    <a:pt x="32790" y="78407"/>
                  </a:cubicBezTo>
                  <a:cubicBezTo>
                    <a:pt x="32790" y="71803"/>
                    <a:pt x="34368" y="65426"/>
                    <a:pt x="35946" y="59049"/>
                  </a:cubicBezTo>
                  <a:lnTo>
                    <a:pt x="45416"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 name="Freeform: Shape 15">
              <a:extLst>
                <a:ext uri="{FF2B5EF4-FFF2-40B4-BE49-F238E27FC236}">
                  <a16:creationId xmlns:a16="http://schemas.microsoft.com/office/drawing/2014/main" id="{90978BF5-7695-2F63-CE28-7CE71F341C69}"/>
                </a:ext>
              </a:extLst>
            </p:cNvPr>
            <p:cNvSpPr/>
            <p:nvPr>
              <p:custDataLst>
                <p:tags r:id="rId34"/>
              </p:custDataLst>
            </p:nvPr>
          </p:nvSpPr>
          <p:spPr>
            <a:xfrm>
              <a:off x="3328653" y="4352077"/>
              <a:ext cx="137761" cy="132092"/>
            </a:xfrm>
            <a:custGeom>
              <a:avLst/>
              <a:gdLst>
                <a:gd name="connsiteX0" fmla="*/ 133583 w 137761"/>
                <a:gd name="connsiteY0" fmla="*/ 9628 h 132092"/>
                <a:gd name="connsiteX1" fmla="*/ 137867 w 137761"/>
                <a:gd name="connsiteY1" fmla="*/ 4618 h 132092"/>
                <a:gd name="connsiteX2" fmla="*/ 133358 w 137761"/>
                <a:gd name="connsiteY2" fmla="*/ 63 h 132092"/>
                <a:gd name="connsiteX3" fmla="*/ 129299 w 137761"/>
                <a:gd name="connsiteY3" fmla="*/ 1657 h 132092"/>
                <a:gd name="connsiteX4" fmla="*/ 4390 w 137761"/>
                <a:gd name="connsiteY4" fmla="*/ 61099 h 132092"/>
                <a:gd name="connsiteX5" fmla="*/ 106 w 137761"/>
                <a:gd name="connsiteY5" fmla="*/ 66109 h 132092"/>
                <a:gd name="connsiteX6" fmla="*/ 4390 w 137761"/>
                <a:gd name="connsiteY6" fmla="*/ 71120 h 132092"/>
                <a:gd name="connsiteX7" fmla="*/ 129299 w 137761"/>
                <a:gd name="connsiteY7" fmla="*/ 130561 h 132092"/>
                <a:gd name="connsiteX8" fmla="*/ 133358 w 137761"/>
                <a:gd name="connsiteY8" fmla="*/ 132155 h 132092"/>
                <a:gd name="connsiteX9" fmla="*/ 137867 w 137761"/>
                <a:gd name="connsiteY9" fmla="*/ 127601 h 132092"/>
                <a:gd name="connsiteX10" fmla="*/ 133583 w 137761"/>
                <a:gd name="connsiteY10" fmla="*/ 122590 h 132092"/>
                <a:gd name="connsiteX11" fmla="*/ 15212 w 137761"/>
                <a:gd name="connsiteY11" fmla="*/ 66109 h 132092"/>
                <a:gd name="connsiteX12" fmla="*/ 133583 w 137761"/>
                <a:gd name="connsiteY12" fmla="*/ 9628 h 1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761" h="132092">
                  <a:moveTo>
                    <a:pt x="133583" y="9628"/>
                  </a:moveTo>
                  <a:cubicBezTo>
                    <a:pt x="136289" y="8262"/>
                    <a:pt x="137867" y="7123"/>
                    <a:pt x="137867" y="4618"/>
                  </a:cubicBezTo>
                  <a:cubicBezTo>
                    <a:pt x="137867" y="2112"/>
                    <a:pt x="135838" y="63"/>
                    <a:pt x="133358" y="63"/>
                  </a:cubicBezTo>
                  <a:cubicBezTo>
                    <a:pt x="132681" y="63"/>
                    <a:pt x="132230" y="63"/>
                    <a:pt x="129299" y="1657"/>
                  </a:cubicBezTo>
                  <a:lnTo>
                    <a:pt x="4390" y="61099"/>
                  </a:lnTo>
                  <a:cubicBezTo>
                    <a:pt x="1909" y="62237"/>
                    <a:pt x="106" y="63376"/>
                    <a:pt x="106" y="66109"/>
                  </a:cubicBezTo>
                  <a:cubicBezTo>
                    <a:pt x="106" y="68842"/>
                    <a:pt x="1909" y="69981"/>
                    <a:pt x="4390" y="71120"/>
                  </a:cubicBezTo>
                  <a:lnTo>
                    <a:pt x="129299" y="130561"/>
                  </a:lnTo>
                  <a:cubicBezTo>
                    <a:pt x="132230" y="132155"/>
                    <a:pt x="132681" y="132155"/>
                    <a:pt x="133358" y="132155"/>
                  </a:cubicBezTo>
                  <a:cubicBezTo>
                    <a:pt x="135838" y="132155"/>
                    <a:pt x="137867" y="130106"/>
                    <a:pt x="137867" y="127601"/>
                  </a:cubicBezTo>
                  <a:cubicBezTo>
                    <a:pt x="137867" y="125095"/>
                    <a:pt x="136289" y="123957"/>
                    <a:pt x="133583" y="122590"/>
                  </a:cubicBezTo>
                  <a:lnTo>
                    <a:pt x="15212" y="66109"/>
                  </a:lnTo>
                  <a:lnTo>
                    <a:pt x="133583" y="962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 name="Freeform: Shape 16">
              <a:extLst>
                <a:ext uri="{FF2B5EF4-FFF2-40B4-BE49-F238E27FC236}">
                  <a16:creationId xmlns:a16="http://schemas.microsoft.com/office/drawing/2014/main" id="{D0BCD8EB-DF67-9140-576F-6E3F3200EAD6}"/>
                </a:ext>
              </a:extLst>
            </p:cNvPr>
            <p:cNvSpPr/>
            <p:nvPr>
              <p:custDataLst>
                <p:tags r:id="rId35"/>
              </p:custDataLst>
            </p:nvPr>
          </p:nvSpPr>
          <p:spPr>
            <a:xfrm>
              <a:off x="3554696" y="4374396"/>
              <a:ext cx="122203" cy="149856"/>
            </a:xfrm>
            <a:custGeom>
              <a:avLst/>
              <a:gdLst>
                <a:gd name="connsiteX0" fmla="*/ 45435 w 122203"/>
                <a:gd name="connsiteY0" fmla="*/ 20788 h 149856"/>
                <a:gd name="connsiteX1" fmla="*/ 48817 w 122203"/>
                <a:gd name="connsiteY1" fmla="*/ 6212 h 149856"/>
                <a:gd name="connsiteX2" fmla="*/ 42279 w 122203"/>
                <a:gd name="connsiteY2" fmla="*/ 63 h 149856"/>
                <a:gd name="connsiteX3" fmla="*/ 33260 w 122203"/>
                <a:gd name="connsiteY3" fmla="*/ 8262 h 149856"/>
                <a:gd name="connsiteX4" fmla="*/ 793 w 122203"/>
                <a:gd name="connsiteY4" fmla="*/ 140127 h 149856"/>
                <a:gd name="connsiteX5" fmla="*/ 116 w 122203"/>
                <a:gd name="connsiteY5" fmla="*/ 143770 h 149856"/>
                <a:gd name="connsiteX6" fmla="*/ 6429 w 122203"/>
                <a:gd name="connsiteY6" fmla="*/ 149920 h 149856"/>
                <a:gd name="connsiteX7" fmla="*/ 14321 w 122203"/>
                <a:gd name="connsiteY7" fmla="*/ 145137 h 149856"/>
                <a:gd name="connsiteX8" fmla="*/ 26722 w 122203"/>
                <a:gd name="connsiteY8" fmla="*/ 96172 h 149856"/>
                <a:gd name="connsiteX9" fmla="*/ 48592 w 122203"/>
                <a:gd name="connsiteY9" fmla="*/ 103232 h 149856"/>
                <a:gd name="connsiteX10" fmla="*/ 78579 w 122203"/>
                <a:gd name="connsiteY10" fmla="*/ 86606 h 149856"/>
                <a:gd name="connsiteX11" fmla="*/ 98871 w 122203"/>
                <a:gd name="connsiteY11" fmla="*/ 103232 h 149856"/>
                <a:gd name="connsiteX12" fmla="*/ 115556 w 122203"/>
                <a:gd name="connsiteY12" fmla="*/ 90706 h 149856"/>
                <a:gd name="connsiteX13" fmla="*/ 122320 w 122203"/>
                <a:gd name="connsiteY13" fmla="*/ 68159 h 149856"/>
                <a:gd name="connsiteX14" fmla="*/ 119615 w 122203"/>
                <a:gd name="connsiteY14" fmla="*/ 65881 h 149856"/>
                <a:gd name="connsiteX15" fmla="*/ 116458 w 122203"/>
                <a:gd name="connsiteY15" fmla="*/ 69981 h 149856"/>
                <a:gd name="connsiteX16" fmla="*/ 99322 w 122203"/>
                <a:gd name="connsiteY16" fmla="*/ 98221 h 149856"/>
                <a:gd name="connsiteX17" fmla="*/ 92558 w 122203"/>
                <a:gd name="connsiteY17" fmla="*/ 87745 h 149856"/>
                <a:gd name="connsiteX18" fmla="*/ 97068 w 122203"/>
                <a:gd name="connsiteY18" fmla="*/ 64059 h 149856"/>
                <a:gd name="connsiteX19" fmla="*/ 103381 w 122203"/>
                <a:gd name="connsiteY19" fmla="*/ 39463 h 149856"/>
                <a:gd name="connsiteX20" fmla="*/ 107214 w 122203"/>
                <a:gd name="connsiteY20" fmla="*/ 23976 h 149856"/>
                <a:gd name="connsiteX21" fmla="*/ 110596 w 122203"/>
                <a:gd name="connsiteY21" fmla="*/ 8717 h 149856"/>
                <a:gd name="connsiteX22" fmla="*/ 104057 w 122203"/>
                <a:gd name="connsiteY22" fmla="*/ 2568 h 149856"/>
                <a:gd name="connsiteX23" fmla="*/ 95264 w 122203"/>
                <a:gd name="connsiteY23" fmla="*/ 10539 h 149856"/>
                <a:gd name="connsiteX24" fmla="*/ 84667 w 122203"/>
                <a:gd name="connsiteY24" fmla="*/ 53128 h 149856"/>
                <a:gd name="connsiteX25" fmla="*/ 78805 w 122203"/>
                <a:gd name="connsiteY25" fmla="*/ 76358 h 149856"/>
                <a:gd name="connsiteX26" fmla="*/ 49494 w 122203"/>
                <a:gd name="connsiteY26" fmla="*/ 98221 h 149856"/>
                <a:gd name="connsiteX27" fmla="*/ 32809 w 122203"/>
                <a:gd name="connsiteY27" fmla="*/ 78407 h 149856"/>
                <a:gd name="connsiteX28" fmla="*/ 35966 w 122203"/>
                <a:gd name="connsiteY28" fmla="*/ 59049 h 149856"/>
                <a:gd name="connsiteX29" fmla="*/ 45435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35" y="20788"/>
                  </a:moveTo>
                  <a:cubicBezTo>
                    <a:pt x="46563" y="16005"/>
                    <a:pt x="48817" y="7351"/>
                    <a:pt x="48817" y="6212"/>
                  </a:cubicBezTo>
                  <a:cubicBezTo>
                    <a:pt x="48817" y="2340"/>
                    <a:pt x="46112" y="63"/>
                    <a:pt x="42279" y="63"/>
                  </a:cubicBezTo>
                  <a:cubicBezTo>
                    <a:pt x="41602" y="63"/>
                    <a:pt x="35289" y="291"/>
                    <a:pt x="33260" y="8262"/>
                  </a:cubicBezTo>
                  <a:lnTo>
                    <a:pt x="793" y="140127"/>
                  </a:lnTo>
                  <a:cubicBezTo>
                    <a:pt x="116" y="142859"/>
                    <a:pt x="116" y="143315"/>
                    <a:pt x="116" y="143770"/>
                  </a:cubicBezTo>
                  <a:cubicBezTo>
                    <a:pt x="116" y="147187"/>
                    <a:pt x="2596" y="149920"/>
                    <a:pt x="6429" y="149920"/>
                  </a:cubicBezTo>
                  <a:cubicBezTo>
                    <a:pt x="11164" y="149920"/>
                    <a:pt x="13870" y="145820"/>
                    <a:pt x="14321" y="145137"/>
                  </a:cubicBezTo>
                  <a:cubicBezTo>
                    <a:pt x="15223" y="143087"/>
                    <a:pt x="18154" y="131244"/>
                    <a:pt x="26722" y="96172"/>
                  </a:cubicBezTo>
                  <a:cubicBezTo>
                    <a:pt x="33937" y="102321"/>
                    <a:pt x="44083" y="103232"/>
                    <a:pt x="48592" y="103232"/>
                  </a:cubicBezTo>
                  <a:cubicBezTo>
                    <a:pt x="64375" y="103232"/>
                    <a:pt x="73168" y="92983"/>
                    <a:pt x="78579" y="86606"/>
                  </a:cubicBezTo>
                  <a:cubicBezTo>
                    <a:pt x="80609" y="96855"/>
                    <a:pt x="88951" y="103232"/>
                    <a:pt x="98871" y="103232"/>
                  </a:cubicBezTo>
                  <a:cubicBezTo>
                    <a:pt x="106763" y="103232"/>
                    <a:pt x="111949" y="97994"/>
                    <a:pt x="115556" y="90706"/>
                  </a:cubicBezTo>
                  <a:cubicBezTo>
                    <a:pt x="119389" y="82507"/>
                    <a:pt x="122320" y="68614"/>
                    <a:pt x="122320" y="68159"/>
                  </a:cubicBezTo>
                  <a:cubicBezTo>
                    <a:pt x="122320" y="65881"/>
                    <a:pt x="120291" y="65881"/>
                    <a:pt x="119615" y="65881"/>
                  </a:cubicBezTo>
                  <a:cubicBezTo>
                    <a:pt x="117360" y="65881"/>
                    <a:pt x="117134" y="66792"/>
                    <a:pt x="116458" y="69981"/>
                  </a:cubicBezTo>
                  <a:cubicBezTo>
                    <a:pt x="112625" y="84784"/>
                    <a:pt x="108567" y="98221"/>
                    <a:pt x="99322" y="98221"/>
                  </a:cubicBezTo>
                  <a:cubicBezTo>
                    <a:pt x="93235" y="98221"/>
                    <a:pt x="92558" y="92300"/>
                    <a:pt x="92558" y="87745"/>
                  </a:cubicBezTo>
                  <a:cubicBezTo>
                    <a:pt x="92558" y="82735"/>
                    <a:pt x="95264" y="72030"/>
                    <a:pt x="97068" y="64059"/>
                  </a:cubicBezTo>
                  <a:lnTo>
                    <a:pt x="103381" y="39463"/>
                  </a:lnTo>
                  <a:cubicBezTo>
                    <a:pt x="104057" y="36047"/>
                    <a:pt x="106312" y="27392"/>
                    <a:pt x="107214" y="23976"/>
                  </a:cubicBezTo>
                  <a:cubicBezTo>
                    <a:pt x="108341" y="18738"/>
                    <a:pt x="110596" y="10084"/>
                    <a:pt x="110596" y="8717"/>
                  </a:cubicBezTo>
                  <a:cubicBezTo>
                    <a:pt x="110596" y="4618"/>
                    <a:pt x="107439" y="2568"/>
                    <a:pt x="104057" y="2568"/>
                  </a:cubicBezTo>
                  <a:cubicBezTo>
                    <a:pt x="102930" y="2568"/>
                    <a:pt x="97068" y="2796"/>
                    <a:pt x="95264" y="10539"/>
                  </a:cubicBezTo>
                  <a:lnTo>
                    <a:pt x="84667" y="53128"/>
                  </a:lnTo>
                  <a:cubicBezTo>
                    <a:pt x="81961" y="64515"/>
                    <a:pt x="79481" y="74080"/>
                    <a:pt x="78805" y="76358"/>
                  </a:cubicBezTo>
                  <a:cubicBezTo>
                    <a:pt x="78579" y="77496"/>
                    <a:pt x="67757" y="98221"/>
                    <a:pt x="49494" y="98221"/>
                  </a:cubicBezTo>
                  <a:cubicBezTo>
                    <a:pt x="38220" y="98221"/>
                    <a:pt x="32809" y="90706"/>
                    <a:pt x="32809" y="78407"/>
                  </a:cubicBezTo>
                  <a:cubicBezTo>
                    <a:pt x="32809" y="71803"/>
                    <a:pt x="34387" y="65426"/>
                    <a:pt x="35966" y="59049"/>
                  </a:cubicBezTo>
                  <a:lnTo>
                    <a:pt x="45435"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 name="Freeform: Shape 17">
              <a:extLst>
                <a:ext uri="{FF2B5EF4-FFF2-40B4-BE49-F238E27FC236}">
                  <a16:creationId xmlns:a16="http://schemas.microsoft.com/office/drawing/2014/main" id="{2C1E6455-EEF0-7187-436D-C4E451665E01}"/>
                </a:ext>
              </a:extLst>
            </p:cNvPr>
            <p:cNvSpPr/>
            <p:nvPr>
              <p:custDataLst>
                <p:tags r:id="rId36"/>
              </p:custDataLst>
            </p:nvPr>
          </p:nvSpPr>
          <p:spPr>
            <a:xfrm>
              <a:off x="3691995" y="4403365"/>
              <a:ext cx="73232" cy="109044"/>
            </a:xfrm>
            <a:custGeom>
              <a:avLst/>
              <a:gdLst>
                <a:gd name="connsiteX0" fmla="*/ 73354 w 73232"/>
                <a:gd name="connsiteY0" fmla="*/ 55065 h 109044"/>
                <a:gd name="connsiteX1" fmla="*/ 64043 w 73232"/>
                <a:gd name="connsiteY1" fmla="*/ 13775 h 109044"/>
                <a:gd name="connsiteX2" fmla="*/ 36738 w 73232"/>
                <a:gd name="connsiteY2" fmla="*/ 64 h 109044"/>
                <a:gd name="connsiteX3" fmla="*/ 122 w 73232"/>
                <a:gd name="connsiteY3" fmla="*/ 55065 h 109044"/>
                <a:gd name="connsiteX4" fmla="*/ 36738 w 73232"/>
                <a:gd name="connsiteY4" fmla="*/ 109109 h 109044"/>
                <a:gd name="connsiteX5" fmla="*/ 73354 w 73232"/>
                <a:gd name="connsiteY5" fmla="*/ 55065 h 109044"/>
                <a:gd name="connsiteX6" fmla="*/ 36738 w 73232"/>
                <a:gd name="connsiteY6" fmla="*/ 104645 h 109044"/>
                <a:gd name="connsiteX7" fmla="*/ 16694 w 73232"/>
                <a:gd name="connsiteY7" fmla="*/ 87268 h 109044"/>
                <a:gd name="connsiteX8" fmla="*/ 14485 w 73232"/>
                <a:gd name="connsiteY8" fmla="*/ 52992 h 109044"/>
                <a:gd name="connsiteX9" fmla="*/ 16852 w 73232"/>
                <a:gd name="connsiteY9" fmla="*/ 20470 h 109044"/>
                <a:gd name="connsiteX10" fmla="*/ 36738 w 73232"/>
                <a:gd name="connsiteY10" fmla="*/ 4528 h 109044"/>
                <a:gd name="connsiteX11" fmla="*/ 56309 w 73232"/>
                <a:gd name="connsiteY11" fmla="*/ 19035 h 109044"/>
                <a:gd name="connsiteX12" fmla="*/ 58992 w 73232"/>
                <a:gd name="connsiteY12" fmla="*/ 52992 h 109044"/>
                <a:gd name="connsiteX13" fmla="*/ 56940 w 73232"/>
                <a:gd name="connsiteY13" fmla="*/ 86630 h 109044"/>
                <a:gd name="connsiteX14" fmla="*/ 36738 w 73232"/>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232" h="109044">
                  <a:moveTo>
                    <a:pt x="73354" y="55065"/>
                  </a:moveTo>
                  <a:cubicBezTo>
                    <a:pt x="73354" y="37528"/>
                    <a:pt x="71303" y="24934"/>
                    <a:pt x="64043" y="13775"/>
                  </a:cubicBezTo>
                  <a:cubicBezTo>
                    <a:pt x="59150" y="6441"/>
                    <a:pt x="49365" y="64"/>
                    <a:pt x="36738" y="64"/>
                  </a:cubicBezTo>
                  <a:cubicBezTo>
                    <a:pt x="122" y="64"/>
                    <a:pt x="122" y="43586"/>
                    <a:pt x="122" y="55065"/>
                  </a:cubicBezTo>
                  <a:cubicBezTo>
                    <a:pt x="122" y="66543"/>
                    <a:pt x="122" y="109109"/>
                    <a:pt x="36738" y="109109"/>
                  </a:cubicBezTo>
                  <a:cubicBezTo>
                    <a:pt x="73354" y="109109"/>
                    <a:pt x="73354" y="66543"/>
                    <a:pt x="73354" y="55065"/>
                  </a:cubicBezTo>
                  <a:close/>
                  <a:moveTo>
                    <a:pt x="36738" y="104645"/>
                  </a:moveTo>
                  <a:cubicBezTo>
                    <a:pt x="29478" y="104645"/>
                    <a:pt x="19851" y="100341"/>
                    <a:pt x="16694" y="87268"/>
                  </a:cubicBezTo>
                  <a:cubicBezTo>
                    <a:pt x="14485" y="77862"/>
                    <a:pt x="14485" y="64790"/>
                    <a:pt x="14485" y="52992"/>
                  </a:cubicBezTo>
                  <a:cubicBezTo>
                    <a:pt x="14485" y="41355"/>
                    <a:pt x="14485" y="29239"/>
                    <a:pt x="16852" y="20470"/>
                  </a:cubicBezTo>
                  <a:cubicBezTo>
                    <a:pt x="20166" y="7876"/>
                    <a:pt x="30267" y="4528"/>
                    <a:pt x="36738" y="4528"/>
                  </a:cubicBezTo>
                  <a:cubicBezTo>
                    <a:pt x="45261" y="4528"/>
                    <a:pt x="53468" y="9789"/>
                    <a:pt x="56309" y="19035"/>
                  </a:cubicBezTo>
                  <a:cubicBezTo>
                    <a:pt x="58834" y="27644"/>
                    <a:pt x="58992" y="39123"/>
                    <a:pt x="58992" y="52992"/>
                  </a:cubicBezTo>
                  <a:cubicBezTo>
                    <a:pt x="58992" y="64790"/>
                    <a:pt x="58992" y="76587"/>
                    <a:pt x="56940" y="86630"/>
                  </a:cubicBezTo>
                  <a:cubicBezTo>
                    <a:pt x="53784" y="101138"/>
                    <a:pt x="43051" y="104645"/>
                    <a:pt x="36738"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38" name="Group 37">
            <a:extLst>
              <a:ext uri="{FF2B5EF4-FFF2-40B4-BE49-F238E27FC236}">
                <a16:creationId xmlns:a16="http://schemas.microsoft.com/office/drawing/2014/main" id="{6385B42A-0214-F798-B3E3-FEE3EEE7206C}"/>
              </a:ext>
            </a:extLst>
          </p:cNvPr>
          <p:cNvGrpSpPr>
            <a:grpSpLocks noChangeAspect="1"/>
          </p:cNvGrpSpPr>
          <p:nvPr>
            <p:custDataLst>
              <p:tags r:id="rId2"/>
            </p:custDataLst>
          </p:nvPr>
        </p:nvGrpSpPr>
        <p:grpSpPr>
          <a:xfrm>
            <a:off x="914400" y="2705100"/>
            <a:ext cx="1104470" cy="204742"/>
            <a:chOff x="2657947" y="3984349"/>
            <a:chExt cx="1104470" cy="204742"/>
          </a:xfrm>
        </p:grpSpPr>
        <p:sp>
          <p:nvSpPr>
            <p:cNvPr id="31" name="Freeform: Shape 30">
              <a:extLst>
                <a:ext uri="{FF2B5EF4-FFF2-40B4-BE49-F238E27FC236}">
                  <a16:creationId xmlns:a16="http://schemas.microsoft.com/office/drawing/2014/main" id="{DFBEA4A4-9744-A171-701E-98907759C9B3}"/>
                </a:ext>
              </a:extLst>
            </p:cNvPr>
            <p:cNvSpPr/>
            <p:nvPr>
              <p:custDataLst>
                <p:tags r:id="rId23"/>
              </p:custDataLst>
            </p:nvPr>
          </p:nvSpPr>
          <p:spPr>
            <a:xfrm>
              <a:off x="2657947" y="3984349"/>
              <a:ext cx="153994" cy="155550"/>
            </a:xfrm>
            <a:custGeom>
              <a:avLst/>
              <a:gdLst>
                <a:gd name="connsiteX0" fmla="*/ 130848 w 153994"/>
                <a:gd name="connsiteY0" fmla="*/ 17827 h 155550"/>
                <a:gd name="connsiteX1" fmla="*/ 148660 w 153994"/>
                <a:gd name="connsiteY1" fmla="*/ 7123 h 155550"/>
                <a:gd name="connsiteX2" fmla="*/ 154072 w 153994"/>
                <a:gd name="connsiteY2" fmla="*/ 7123 h 155550"/>
                <a:gd name="connsiteX3" fmla="*/ 154072 w 153994"/>
                <a:gd name="connsiteY3" fmla="*/ 63 h 155550"/>
                <a:gd name="connsiteX4" fmla="*/ 120928 w 153994"/>
                <a:gd name="connsiteY4" fmla="*/ 746 h 155550"/>
                <a:gd name="connsiteX5" fmla="*/ 87558 w 153994"/>
                <a:gd name="connsiteY5" fmla="*/ 63 h 155550"/>
                <a:gd name="connsiteX6" fmla="*/ 87558 w 153994"/>
                <a:gd name="connsiteY6" fmla="*/ 7123 h 155550"/>
                <a:gd name="connsiteX7" fmla="*/ 92970 w 153994"/>
                <a:gd name="connsiteY7" fmla="*/ 7123 h 155550"/>
                <a:gd name="connsiteX8" fmla="*/ 110782 w 153994"/>
                <a:gd name="connsiteY8" fmla="*/ 17827 h 155550"/>
                <a:gd name="connsiteX9" fmla="*/ 110782 w 153994"/>
                <a:gd name="connsiteY9" fmla="*/ 71120 h 155550"/>
                <a:gd name="connsiteX10" fmla="*/ 43367 w 153994"/>
                <a:gd name="connsiteY10" fmla="*/ 71120 h 155550"/>
                <a:gd name="connsiteX11" fmla="*/ 43367 w 153994"/>
                <a:gd name="connsiteY11" fmla="*/ 17827 h 155550"/>
                <a:gd name="connsiteX12" fmla="*/ 61179 w 153994"/>
                <a:gd name="connsiteY12" fmla="*/ 7123 h 155550"/>
                <a:gd name="connsiteX13" fmla="*/ 66590 w 153994"/>
                <a:gd name="connsiteY13" fmla="*/ 7123 h 155550"/>
                <a:gd name="connsiteX14" fmla="*/ 66590 w 153994"/>
                <a:gd name="connsiteY14" fmla="*/ 63 h 155550"/>
                <a:gd name="connsiteX15" fmla="*/ 33446 w 153994"/>
                <a:gd name="connsiteY15" fmla="*/ 746 h 155550"/>
                <a:gd name="connsiteX16" fmla="*/ 77 w 153994"/>
                <a:gd name="connsiteY16" fmla="*/ 63 h 155550"/>
                <a:gd name="connsiteX17" fmla="*/ 77 w 153994"/>
                <a:gd name="connsiteY17" fmla="*/ 7123 h 155550"/>
                <a:gd name="connsiteX18" fmla="*/ 5488 w 153994"/>
                <a:gd name="connsiteY18" fmla="*/ 7123 h 155550"/>
                <a:gd name="connsiteX19" fmla="*/ 23300 w 153994"/>
                <a:gd name="connsiteY19" fmla="*/ 17827 h 155550"/>
                <a:gd name="connsiteX20" fmla="*/ 23300 w 153994"/>
                <a:gd name="connsiteY20" fmla="*/ 137849 h 155550"/>
                <a:gd name="connsiteX21" fmla="*/ 5488 w 153994"/>
                <a:gd name="connsiteY21" fmla="*/ 148553 h 155550"/>
                <a:gd name="connsiteX22" fmla="*/ 77 w 153994"/>
                <a:gd name="connsiteY22" fmla="*/ 148553 h 155550"/>
                <a:gd name="connsiteX23" fmla="*/ 77 w 153994"/>
                <a:gd name="connsiteY23" fmla="*/ 155613 h 155550"/>
                <a:gd name="connsiteX24" fmla="*/ 33221 w 153994"/>
                <a:gd name="connsiteY24" fmla="*/ 154930 h 155550"/>
                <a:gd name="connsiteX25" fmla="*/ 66590 w 153994"/>
                <a:gd name="connsiteY25" fmla="*/ 155613 h 155550"/>
                <a:gd name="connsiteX26" fmla="*/ 66590 w 153994"/>
                <a:gd name="connsiteY26" fmla="*/ 148553 h 155550"/>
                <a:gd name="connsiteX27" fmla="*/ 61179 w 153994"/>
                <a:gd name="connsiteY27" fmla="*/ 148553 h 155550"/>
                <a:gd name="connsiteX28" fmla="*/ 43367 w 153994"/>
                <a:gd name="connsiteY28" fmla="*/ 137849 h 155550"/>
                <a:gd name="connsiteX29" fmla="*/ 43367 w 153994"/>
                <a:gd name="connsiteY29" fmla="*/ 78180 h 155550"/>
                <a:gd name="connsiteX30" fmla="*/ 110782 w 153994"/>
                <a:gd name="connsiteY30" fmla="*/ 78180 h 155550"/>
                <a:gd name="connsiteX31" fmla="*/ 110782 w 153994"/>
                <a:gd name="connsiteY31" fmla="*/ 137849 h 155550"/>
                <a:gd name="connsiteX32" fmla="*/ 92970 w 153994"/>
                <a:gd name="connsiteY32" fmla="*/ 148553 h 155550"/>
                <a:gd name="connsiteX33" fmla="*/ 87558 w 153994"/>
                <a:gd name="connsiteY33" fmla="*/ 148553 h 155550"/>
                <a:gd name="connsiteX34" fmla="*/ 87558 w 153994"/>
                <a:gd name="connsiteY34" fmla="*/ 155613 h 155550"/>
                <a:gd name="connsiteX35" fmla="*/ 120702 w 153994"/>
                <a:gd name="connsiteY35" fmla="*/ 154930 h 155550"/>
                <a:gd name="connsiteX36" fmla="*/ 154072 w 153994"/>
                <a:gd name="connsiteY36" fmla="*/ 155613 h 155550"/>
                <a:gd name="connsiteX37" fmla="*/ 154072 w 153994"/>
                <a:gd name="connsiteY37" fmla="*/ 148553 h 155550"/>
                <a:gd name="connsiteX38" fmla="*/ 148660 w 153994"/>
                <a:gd name="connsiteY38" fmla="*/ 148553 h 155550"/>
                <a:gd name="connsiteX39" fmla="*/ 130848 w 153994"/>
                <a:gd name="connsiteY39" fmla="*/ 137849 h 155550"/>
                <a:gd name="connsiteX40" fmla="*/ 130848 w 153994"/>
                <a:gd name="connsiteY40" fmla="*/ 17827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3994" h="155550">
                  <a:moveTo>
                    <a:pt x="130848" y="17827"/>
                  </a:moveTo>
                  <a:cubicBezTo>
                    <a:pt x="130848" y="9628"/>
                    <a:pt x="131299" y="7123"/>
                    <a:pt x="148660" y="7123"/>
                  </a:cubicBezTo>
                  <a:lnTo>
                    <a:pt x="154072" y="7123"/>
                  </a:lnTo>
                  <a:lnTo>
                    <a:pt x="154072" y="63"/>
                  </a:lnTo>
                  <a:cubicBezTo>
                    <a:pt x="146180" y="746"/>
                    <a:pt x="129496" y="746"/>
                    <a:pt x="120928" y="746"/>
                  </a:cubicBezTo>
                  <a:cubicBezTo>
                    <a:pt x="112360" y="746"/>
                    <a:pt x="95450" y="746"/>
                    <a:pt x="87558" y="63"/>
                  </a:cubicBezTo>
                  <a:lnTo>
                    <a:pt x="87558" y="7123"/>
                  </a:lnTo>
                  <a:lnTo>
                    <a:pt x="92970" y="7123"/>
                  </a:lnTo>
                  <a:cubicBezTo>
                    <a:pt x="110331" y="7123"/>
                    <a:pt x="110782" y="9628"/>
                    <a:pt x="110782" y="17827"/>
                  </a:cubicBezTo>
                  <a:lnTo>
                    <a:pt x="110782" y="71120"/>
                  </a:lnTo>
                  <a:lnTo>
                    <a:pt x="43367" y="71120"/>
                  </a:lnTo>
                  <a:lnTo>
                    <a:pt x="43367" y="17827"/>
                  </a:lnTo>
                  <a:cubicBezTo>
                    <a:pt x="43367" y="9628"/>
                    <a:pt x="43818" y="7123"/>
                    <a:pt x="61179" y="7123"/>
                  </a:cubicBezTo>
                  <a:lnTo>
                    <a:pt x="66590" y="7123"/>
                  </a:lnTo>
                  <a:lnTo>
                    <a:pt x="66590" y="63"/>
                  </a:lnTo>
                  <a:cubicBezTo>
                    <a:pt x="58699" y="746"/>
                    <a:pt x="42014" y="746"/>
                    <a:pt x="33446" y="746"/>
                  </a:cubicBezTo>
                  <a:cubicBezTo>
                    <a:pt x="24878" y="746"/>
                    <a:pt x="7968" y="746"/>
                    <a:pt x="77" y="63"/>
                  </a:cubicBezTo>
                  <a:lnTo>
                    <a:pt x="77" y="7123"/>
                  </a:lnTo>
                  <a:lnTo>
                    <a:pt x="5488" y="7123"/>
                  </a:lnTo>
                  <a:cubicBezTo>
                    <a:pt x="22849" y="7123"/>
                    <a:pt x="23300" y="9628"/>
                    <a:pt x="23300" y="17827"/>
                  </a:cubicBezTo>
                  <a:lnTo>
                    <a:pt x="23300" y="137849"/>
                  </a:lnTo>
                  <a:cubicBezTo>
                    <a:pt x="23300" y="146048"/>
                    <a:pt x="22849" y="148553"/>
                    <a:pt x="5488" y="148553"/>
                  </a:cubicBezTo>
                  <a:lnTo>
                    <a:pt x="77" y="148553"/>
                  </a:lnTo>
                  <a:lnTo>
                    <a:pt x="77" y="155613"/>
                  </a:lnTo>
                  <a:cubicBezTo>
                    <a:pt x="7968" y="154930"/>
                    <a:pt x="24653" y="154930"/>
                    <a:pt x="33221" y="154930"/>
                  </a:cubicBezTo>
                  <a:cubicBezTo>
                    <a:pt x="41788" y="154930"/>
                    <a:pt x="58699" y="154930"/>
                    <a:pt x="66590" y="155613"/>
                  </a:cubicBezTo>
                  <a:lnTo>
                    <a:pt x="66590" y="148553"/>
                  </a:lnTo>
                  <a:lnTo>
                    <a:pt x="61179" y="148553"/>
                  </a:lnTo>
                  <a:cubicBezTo>
                    <a:pt x="43818" y="148553"/>
                    <a:pt x="43367" y="146048"/>
                    <a:pt x="43367" y="137849"/>
                  </a:cubicBezTo>
                  <a:lnTo>
                    <a:pt x="43367" y="78180"/>
                  </a:lnTo>
                  <a:lnTo>
                    <a:pt x="110782" y="78180"/>
                  </a:lnTo>
                  <a:lnTo>
                    <a:pt x="110782" y="137849"/>
                  </a:lnTo>
                  <a:cubicBezTo>
                    <a:pt x="110782" y="146048"/>
                    <a:pt x="110331" y="148553"/>
                    <a:pt x="92970" y="148553"/>
                  </a:cubicBezTo>
                  <a:lnTo>
                    <a:pt x="87558" y="148553"/>
                  </a:lnTo>
                  <a:lnTo>
                    <a:pt x="87558" y="155613"/>
                  </a:lnTo>
                  <a:cubicBezTo>
                    <a:pt x="95450" y="154930"/>
                    <a:pt x="112135" y="154930"/>
                    <a:pt x="120702" y="154930"/>
                  </a:cubicBezTo>
                  <a:cubicBezTo>
                    <a:pt x="129270" y="154930"/>
                    <a:pt x="146180" y="154930"/>
                    <a:pt x="154072" y="155613"/>
                  </a:cubicBezTo>
                  <a:lnTo>
                    <a:pt x="154072" y="148553"/>
                  </a:lnTo>
                  <a:lnTo>
                    <a:pt x="148660" y="148553"/>
                  </a:lnTo>
                  <a:cubicBezTo>
                    <a:pt x="131299" y="148553"/>
                    <a:pt x="130848" y="146048"/>
                    <a:pt x="130848" y="137849"/>
                  </a:cubicBezTo>
                  <a:lnTo>
                    <a:pt x="130848" y="1782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 name="Freeform: Shape 31">
              <a:extLst>
                <a:ext uri="{FF2B5EF4-FFF2-40B4-BE49-F238E27FC236}">
                  <a16:creationId xmlns:a16="http://schemas.microsoft.com/office/drawing/2014/main" id="{7C4FCFE3-4B07-6F7C-82E1-2CA84C6F7F49}"/>
                </a:ext>
              </a:extLst>
            </p:cNvPr>
            <p:cNvSpPr/>
            <p:nvPr>
              <p:custDataLst>
                <p:tags r:id="rId24"/>
              </p:custDataLst>
            </p:nvPr>
          </p:nvSpPr>
          <p:spPr>
            <a:xfrm>
              <a:off x="2827816" y="4068204"/>
              <a:ext cx="73232" cy="109044"/>
            </a:xfrm>
            <a:custGeom>
              <a:avLst/>
              <a:gdLst>
                <a:gd name="connsiteX0" fmla="*/ 73316 w 73232"/>
                <a:gd name="connsiteY0" fmla="*/ 55065 h 109044"/>
                <a:gd name="connsiteX1" fmla="*/ 64005 w 73232"/>
                <a:gd name="connsiteY1" fmla="*/ 13775 h 109044"/>
                <a:gd name="connsiteX2" fmla="*/ 36700 w 73232"/>
                <a:gd name="connsiteY2" fmla="*/ 64 h 109044"/>
                <a:gd name="connsiteX3" fmla="*/ 84 w 73232"/>
                <a:gd name="connsiteY3" fmla="*/ 55065 h 109044"/>
                <a:gd name="connsiteX4" fmla="*/ 36700 w 73232"/>
                <a:gd name="connsiteY4" fmla="*/ 109109 h 109044"/>
                <a:gd name="connsiteX5" fmla="*/ 73316 w 73232"/>
                <a:gd name="connsiteY5" fmla="*/ 55065 h 109044"/>
                <a:gd name="connsiteX6" fmla="*/ 36700 w 73232"/>
                <a:gd name="connsiteY6" fmla="*/ 104645 h 109044"/>
                <a:gd name="connsiteX7" fmla="*/ 16656 w 73232"/>
                <a:gd name="connsiteY7" fmla="*/ 87268 h 109044"/>
                <a:gd name="connsiteX8" fmla="*/ 14447 w 73232"/>
                <a:gd name="connsiteY8" fmla="*/ 52992 h 109044"/>
                <a:gd name="connsiteX9" fmla="*/ 16814 w 73232"/>
                <a:gd name="connsiteY9" fmla="*/ 20470 h 109044"/>
                <a:gd name="connsiteX10" fmla="*/ 36700 w 73232"/>
                <a:gd name="connsiteY10" fmla="*/ 4528 h 109044"/>
                <a:gd name="connsiteX11" fmla="*/ 56271 w 73232"/>
                <a:gd name="connsiteY11" fmla="*/ 19035 h 109044"/>
                <a:gd name="connsiteX12" fmla="*/ 58954 w 73232"/>
                <a:gd name="connsiteY12" fmla="*/ 52992 h 109044"/>
                <a:gd name="connsiteX13" fmla="*/ 56902 w 73232"/>
                <a:gd name="connsiteY13" fmla="*/ 86630 h 109044"/>
                <a:gd name="connsiteX14" fmla="*/ 36700 w 73232"/>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232" h="109044">
                  <a:moveTo>
                    <a:pt x="73316" y="55065"/>
                  </a:moveTo>
                  <a:cubicBezTo>
                    <a:pt x="73316" y="37528"/>
                    <a:pt x="71265" y="24934"/>
                    <a:pt x="64005" y="13775"/>
                  </a:cubicBezTo>
                  <a:cubicBezTo>
                    <a:pt x="59112" y="6441"/>
                    <a:pt x="49327" y="64"/>
                    <a:pt x="36700" y="64"/>
                  </a:cubicBezTo>
                  <a:cubicBezTo>
                    <a:pt x="84" y="64"/>
                    <a:pt x="84" y="43586"/>
                    <a:pt x="84" y="55065"/>
                  </a:cubicBezTo>
                  <a:cubicBezTo>
                    <a:pt x="84" y="66543"/>
                    <a:pt x="84" y="109109"/>
                    <a:pt x="36700" y="109109"/>
                  </a:cubicBezTo>
                  <a:cubicBezTo>
                    <a:pt x="73316" y="109109"/>
                    <a:pt x="73316" y="66543"/>
                    <a:pt x="73316" y="55065"/>
                  </a:cubicBezTo>
                  <a:close/>
                  <a:moveTo>
                    <a:pt x="36700" y="104645"/>
                  </a:moveTo>
                  <a:cubicBezTo>
                    <a:pt x="29440" y="104645"/>
                    <a:pt x="19813" y="100341"/>
                    <a:pt x="16656" y="87268"/>
                  </a:cubicBezTo>
                  <a:cubicBezTo>
                    <a:pt x="14447" y="77862"/>
                    <a:pt x="14447" y="64790"/>
                    <a:pt x="14447" y="52992"/>
                  </a:cubicBezTo>
                  <a:cubicBezTo>
                    <a:pt x="14447" y="41355"/>
                    <a:pt x="14447" y="29239"/>
                    <a:pt x="16814" y="20470"/>
                  </a:cubicBezTo>
                  <a:cubicBezTo>
                    <a:pt x="20128" y="7876"/>
                    <a:pt x="30229" y="4528"/>
                    <a:pt x="36700" y="4528"/>
                  </a:cubicBezTo>
                  <a:cubicBezTo>
                    <a:pt x="45223" y="4528"/>
                    <a:pt x="53430" y="9789"/>
                    <a:pt x="56271" y="19035"/>
                  </a:cubicBezTo>
                  <a:cubicBezTo>
                    <a:pt x="58796" y="27644"/>
                    <a:pt x="58954" y="39123"/>
                    <a:pt x="58954" y="52992"/>
                  </a:cubicBezTo>
                  <a:cubicBezTo>
                    <a:pt x="58954" y="64790"/>
                    <a:pt x="58954" y="76587"/>
                    <a:pt x="56902" y="86630"/>
                  </a:cubicBezTo>
                  <a:cubicBezTo>
                    <a:pt x="53746" y="101138"/>
                    <a:pt x="43013" y="104645"/>
                    <a:pt x="36700"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 name="Freeform: Shape 32">
              <a:extLst>
                <a:ext uri="{FF2B5EF4-FFF2-40B4-BE49-F238E27FC236}">
                  <a16:creationId xmlns:a16="http://schemas.microsoft.com/office/drawing/2014/main" id="{5338D6E9-AB3B-5806-1150-29D962882358}"/>
                </a:ext>
              </a:extLst>
            </p:cNvPr>
            <p:cNvSpPr/>
            <p:nvPr>
              <p:custDataLst>
                <p:tags r:id="rId25"/>
              </p:custDataLst>
            </p:nvPr>
          </p:nvSpPr>
          <p:spPr>
            <a:xfrm>
              <a:off x="3002776" y="4041740"/>
              <a:ext cx="23899" cy="98158"/>
            </a:xfrm>
            <a:custGeom>
              <a:avLst/>
              <a:gdLst>
                <a:gd name="connsiteX0" fmla="*/ 23991 w 23899"/>
                <a:gd name="connsiteY0" fmla="*/ 12133 h 98158"/>
                <a:gd name="connsiteX1" fmla="*/ 12041 w 23899"/>
                <a:gd name="connsiteY1" fmla="*/ 63 h 98158"/>
                <a:gd name="connsiteX2" fmla="*/ 91 w 23899"/>
                <a:gd name="connsiteY2" fmla="*/ 12133 h 98158"/>
                <a:gd name="connsiteX3" fmla="*/ 12041 w 23899"/>
                <a:gd name="connsiteY3" fmla="*/ 24204 h 98158"/>
                <a:gd name="connsiteX4" fmla="*/ 23991 w 23899"/>
                <a:gd name="connsiteY4" fmla="*/ 12133 h 98158"/>
                <a:gd name="connsiteX5" fmla="*/ 23991 w 23899"/>
                <a:gd name="connsiteY5" fmla="*/ 86151 h 98158"/>
                <a:gd name="connsiteX6" fmla="*/ 12041 w 23899"/>
                <a:gd name="connsiteY6" fmla="*/ 74080 h 98158"/>
                <a:gd name="connsiteX7" fmla="*/ 91 w 23899"/>
                <a:gd name="connsiteY7" fmla="*/ 86151 h 98158"/>
                <a:gd name="connsiteX8" fmla="*/ 12041 w 23899"/>
                <a:gd name="connsiteY8" fmla="*/ 98221 h 98158"/>
                <a:gd name="connsiteX9" fmla="*/ 23991 w 23899"/>
                <a:gd name="connsiteY9" fmla="*/ 86151 h 9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99" h="98158">
                  <a:moveTo>
                    <a:pt x="23991" y="12133"/>
                  </a:moveTo>
                  <a:cubicBezTo>
                    <a:pt x="23991" y="5529"/>
                    <a:pt x="18580" y="63"/>
                    <a:pt x="12041" y="63"/>
                  </a:cubicBezTo>
                  <a:cubicBezTo>
                    <a:pt x="5503" y="63"/>
                    <a:pt x="91" y="5529"/>
                    <a:pt x="91" y="12133"/>
                  </a:cubicBezTo>
                  <a:cubicBezTo>
                    <a:pt x="91" y="18738"/>
                    <a:pt x="5503" y="24204"/>
                    <a:pt x="12041" y="24204"/>
                  </a:cubicBezTo>
                  <a:cubicBezTo>
                    <a:pt x="18580" y="24204"/>
                    <a:pt x="23991" y="18738"/>
                    <a:pt x="23991" y="12133"/>
                  </a:cubicBezTo>
                  <a:close/>
                  <a:moveTo>
                    <a:pt x="23991" y="86151"/>
                  </a:moveTo>
                  <a:cubicBezTo>
                    <a:pt x="23991" y="79546"/>
                    <a:pt x="18580" y="74080"/>
                    <a:pt x="12041" y="74080"/>
                  </a:cubicBezTo>
                  <a:cubicBezTo>
                    <a:pt x="5503" y="74080"/>
                    <a:pt x="91" y="79546"/>
                    <a:pt x="91" y="86151"/>
                  </a:cubicBezTo>
                  <a:cubicBezTo>
                    <a:pt x="91" y="92755"/>
                    <a:pt x="5503" y="98221"/>
                    <a:pt x="12041" y="98221"/>
                  </a:cubicBezTo>
                  <a:cubicBezTo>
                    <a:pt x="18580" y="98221"/>
                    <a:pt x="23991" y="92755"/>
                    <a:pt x="23991" y="8615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 name="Freeform: Shape 33">
              <a:extLst>
                <a:ext uri="{FF2B5EF4-FFF2-40B4-BE49-F238E27FC236}">
                  <a16:creationId xmlns:a16="http://schemas.microsoft.com/office/drawing/2014/main" id="{0BD218E4-4B32-7C64-A1E0-3DF185C5F45E}"/>
                </a:ext>
              </a:extLst>
            </p:cNvPr>
            <p:cNvSpPr/>
            <p:nvPr>
              <p:custDataLst>
                <p:tags r:id="rId26"/>
              </p:custDataLst>
            </p:nvPr>
          </p:nvSpPr>
          <p:spPr>
            <a:xfrm>
              <a:off x="3115408" y="4039235"/>
              <a:ext cx="122203" cy="149856"/>
            </a:xfrm>
            <a:custGeom>
              <a:avLst/>
              <a:gdLst>
                <a:gd name="connsiteX0" fmla="*/ 45416 w 122203"/>
                <a:gd name="connsiteY0" fmla="*/ 20788 h 149856"/>
                <a:gd name="connsiteX1" fmla="*/ 48798 w 122203"/>
                <a:gd name="connsiteY1" fmla="*/ 6212 h 149856"/>
                <a:gd name="connsiteX2" fmla="*/ 42260 w 122203"/>
                <a:gd name="connsiteY2" fmla="*/ 63 h 149856"/>
                <a:gd name="connsiteX3" fmla="*/ 33241 w 122203"/>
                <a:gd name="connsiteY3" fmla="*/ 8262 h 149856"/>
                <a:gd name="connsiteX4" fmla="*/ 773 w 122203"/>
                <a:gd name="connsiteY4" fmla="*/ 140127 h 149856"/>
                <a:gd name="connsiteX5" fmla="*/ 97 w 122203"/>
                <a:gd name="connsiteY5" fmla="*/ 143770 h 149856"/>
                <a:gd name="connsiteX6" fmla="*/ 6410 w 122203"/>
                <a:gd name="connsiteY6" fmla="*/ 149920 h 149856"/>
                <a:gd name="connsiteX7" fmla="*/ 14301 w 122203"/>
                <a:gd name="connsiteY7" fmla="*/ 145137 h 149856"/>
                <a:gd name="connsiteX8" fmla="*/ 26702 w 122203"/>
                <a:gd name="connsiteY8" fmla="*/ 96172 h 149856"/>
                <a:gd name="connsiteX9" fmla="*/ 48573 w 122203"/>
                <a:gd name="connsiteY9" fmla="*/ 103232 h 149856"/>
                <a:gd name="connsiteX10" fmla="*/ 78560 w 122203"/>
                <a:gd name="connsiteY10" fmla="*/ 86606 h 149856"/>
                <a:gd name="connsiteX11" fmla="*/ 98852 w 122203"/>
                <a:gd name="connsiteY11" fmla="*/ 103232 h 149856"/>
                <a:gd name="connsiteX12" fmla="*/ 115537 w 122203"/>
                <a:gd name="connsiteY12" fmla="*/ 90706 h 149856"/>
                <a:gd name="connsiteX13" fmla="*/ 122301 w 122203"/>
                <a:gd name="connsiteY13" fmla="*/ 68159 h 149856"/>
                <a:gd name="connsiteX14" fmla="*/ 119595 w 122203"/>
                <a:gd name="connsiteY14" fmla="*/ 65881 h 149856"/>
                <a:gd name="connsiteX15" fmla="*/ 116439 w 122203"/>
                <a:gd name="connsiteY15" fmla="*/ 69981 h 149856"/>
                <a:gd name="connsiteX16" fmla="*/ 99303 w 122203"/>
                <a:gd name="connsiteY16" fmla="*/ 98221 h 149856"/>
                <a:gd name="connsiteX17" fmla="*/ 92539 w 122203"/>
                <a:gd name="connsiteY17" fmla="*/ 87745 h 149856"/>
                <a:gd name="connsiteX18" fmla="*/ 97048 w 122203"/>
                <a:gd name="connsiteY18" fmla="*/ 64059 h 149856"/>
                <a:gd name="connsiteX19" fmla="*/ 103362 w 122203"/>
                <a:gd name="connsiteY19" fmla="*/ 39463 h 149856"/>
                <a:gd name="connsiteX20" fmla="*/ 107194 w 122203"/>
                <a:gd name="connsiteY20" fmla="*/ 23976 h 149856"/>
                <a:gd name="connsiteX21" fmla="*/ 110577 w 122203"/>
                <a:gd name="connsiteY21" fmla="*/ 8717 h 149856"/>
                <a:gd name="connsiteX22" fmla="*/ 104038 w 122203"/>
                <a:gd name="connsiteY22" fmla="*/ 2568 h 149856"/>
                <a:gd name="connsiteX23" fmla="*/ 95245 w 122203"/>
                <a:gd name="connsiteY23" fmla="*/ 10539 h 149856"/>
                <a:gd name="connsiteX24" fmla="*/ 84648 w 122203"/>
                <a:gd name="connsiteY24" fmla="*/ 53128 h 149856"/>
                <a:gd name="connsiteX25" fmla="*/ 78785 w 122203"/>
                <a:gd name="connsiteY25" fmla="*/ 76358 h 149856"/>
                <a:gd name="connsiteX26" fmla="*/ 49475 w 122203"/>
                <a:gd name="connsiteY26" fmla="*/ 98221 h 149856"/>
                <a:gd name="connsiteX27" fmla="*/ 32790 w 122203"/>
                <a:gd name="connsiteY27" fmla="*/ 78407 h 149856"/>
                <a:gd name="connsiteX28" fmla="*/ 35946 w 122203"/>
                <a:gd name="connsiteY28" fmla="*/ 59049 h 149856"/>
                <a:gd name="connsiteX29" fmla="*/ 45416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16" y="20788"/>
                  </a:moveTo>
                  <a:cubicBezTo>
                    <a:pt x="46543" y="16005"/>
                    <a:pt x="48798" y="7351"/>
                    <a:pt x="48798" y="6212"/>
                  </a:cubicBezTo>
                  <a:cubicBezTo>
                    <a:pt x="48798" y="2340"/>
                    <a:pt x="46093" y="63"/>
                    <a:pt x="42260" y="63"/>
                  </a:cubicBezTo>
                  <a:cubicBezTo>
                    <a:pt x="41583" y="63"/>
                    <a:pt x="35270" y="291"/>
                    <a:pt x="33241" y="8262"/>
                  </a:cubicBezTo>
                  <a:lnTo>
                    <a:pt x="773" y="140127"/>
                  </a:lnTo>
                  <a:cubicBezTo>
                    <a:pt x="97" y="142859"/>
                    <a:pt x="97" y="143315"/>
                    <a:pt x="97" y="143770"/>
                  </a:cubicBezTo>
                  <a:cubicBezTo>
                    <a:pt x="97" y="147187"/>
                    <a:pt x="2577" y="149920"/>
                    <a:pt x="6410" y="149920"/>
                  </a:cubicBezTo>
                  <a:cubicBezTo>
                    <a:pt x="11145" y="149920"/>
                    <a:pt x="13851" y="145820"/>
                    <a:pt x="14301" y="145137"/>
                  </a:cubicBezTo>
                  <a:cubicBezTo>
                    <a:pt x="15203" y="143087"/>
                    <a:pt x="18134" y="131244"/>
                    <a:pt x="26702" y="96172"/>
                  </a:cubicBezTo>
                  <a:cubicBezTo>
                    <a:pt x="33917" y="102321"/>
                    <a:pt x="44063" y="103232"/>
                    <a:pt x="48573" y="103232"/>
                  </a:cubicBezTo>
                  <a:cubicBezTo>
                    <a:pt x="64355" y="103232"/>
                    <a:pt x="73149" y="92983"/>
                    <a:pt x="78560" y="86606"/>
                  </a:cubicBezTo>
                  <a:cubicBezTo>
                    <a:pt x="80589" y="96855"/>
                    <a:pt x="88932" y="103232"/>
                    <a:pt x="98852" y="103232"/>
                  </a:cubicBezTo>
                  <a:cubicBezTo>
                    <a:pt x="106744" y="103232"/>
                    <a:pt x="111929" y="97994"/>
                    <a:pt x="115537" y="90706"/>
                  </a:cubicBezTo>
                  <a:cubicBezTo>
                    <a:pt x="119370" y="82507"/>
                    <a:pt x="122301" y="68614"/>
                    <a:pt x="122301" y="68159"/>
                  </a:cubicBezTo>
                  <a:cubicBezTo>
                    <a:pt x="122301" y="65881"/>
                    <a:pt x="120272" y="65881"/>
                    <a:pt x="119595" y="65881"/>
                  </a:cubicBezTo>
                  <a:cubicBezTo>
                    <a:pt x="117341" y="65881"/>
                    <a:pt x="117115" y="66792"/>
                    <a:pt x="116439" y="69981"/>
                  </a:cubicBezTo>
                  <a:cubicBezTo>
                    <a:pt x="112606" y="84784"/>
                    <a:pt x="108547" y="98221"/>
                    <a:pt x="99303" y="98221"/>
                  </a:cubicBezTo>
                  <a:cubicBezTo>
                    <a:pt x="93215" y="98221"/>
                    <a:pt x="92539" y="92300"/>
                    <a:pt x="92539" y="87745"/>
                  </a:cubicBezTo>
                  <a:cubicBezTo>
                    <a:pt x="92539" y="82735"/>
                    <a:pt x="95245" y="72030"/>
                    <a:pt x="97048" y="64059"/>
                  </a:cubicBezTo>
                  <a:lnTo>
                    <a:pt x="103362" y="39463"/>
                  </a:lnTo>
                  <a:cubicBezTo>
                    <a:pt x="104038" y="36047"/>
                    <a:pt x="106293" y="27392"/>
                    <a:pt x="107194" y="23976"/>
                  </a:cubicBezTo>
                  <a:cubicBezTo>
                    <a:pt x="108322" y="18738"/>
                    <a:pt x="110577" y="10084"/>
                    <a:pt x="110577" y="8717"/>
                  </a:cubicBezTo>
                  <a:cubicBezTo>
                    <a:pt x="110577" y="4618"/>
                    <a:pt x="107420" y="2568"/>
                    <a:pt x="104038" y="2568"/>
                  </a:cubicBezTo>
                  <a:cubicBezTo>
                    <a:pt x="102911" y="2568"/>
                    <a:pt x="97048" y="2796"/>
                    <a:pt x="95245" y="10539"/>
                  </a:cubicBezTo>
                  <a:lnTo>
                    <a:pt x="84648" y="53128"/>
                  </a:lnTo>
                  <a:cubicBezTo>
                    <a:pt x="81942" y="64515"/>
                    <a:pt x="79462" y="74080"/>
                    <a:pt x="78785" y="76358"/>
                  </a:cubicBezTo>
                  <a:cubicBezTo>
                    <a:pt x="78560" y="77496"/>
                    <a:pt x="67738" y="98221"/>
                    <a:pt x="49475" y="98221"/>
                  </a:cubicBezTo>
                  <a:cubicBezTo>
                    <a:pt x="38201" y="98221"/>
                    <a:pt x="32790" y="90706"/>
                    <a:pt x="32790" y="78407"/>
                  </a:cubicBezTo>
                  <a:cubicBezTo>
                    <a:pt x="32790" y="71803"/>
                    <a:pt x="34368" y="65426"/>
                    <a:pt x="35946" y="59049"/>
                  </a:cubicBezTo>
                  <a:lnTo>
                    <a:pt x="45416"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 name="Freeform: Shape 34">
              <a:extLst>
                <a:ext uri="{FF2B5EF4-FFF2-40B4-BE49-F238E27FC236}">
                  <a16:creationId xmlns:a16="http://schemas.microsoft.com/office/drawing/2014/main" id="{7A2633BD-ED3B-CB7A-EAE0-C33213D6DE3D}"/>
                </a:ext>
              </a:extLst>
            </p:cNvPr>
            <p:cNvSpPr/>
            <p:nvPr>
              <p:custDataLst>
                <p:tags r:id="rId27"/>
              </p:custDataLst>
            </p:nvPr>
          </p:nvSpPr>
          <p:spPr>
            <a:xfrm>
              <a:off x="3325843" y="3995053"/>
              <a:ext cx="137761" cy="176047"/>
            </a:xfrm>
            <a:custGeom>
              <a:avLst/>
              <a:gdLst>
                <a:gd name="connsiteX0" fmla="*/ 133358 w 137761"/>
                <a:gd name="connsiteY0" fmla="*/ 71120 h 176047"/>
                <a:gd name="connsiteX1" fmla="*/ 137867 w 137761"/>
                <a:gd name="connsiteY1" fmla="*/ 66109 h 176047"/>
                <a:gd name="connsiteX2" fmla="*/ 133358 w 137761"/>
                <a:gd name="connsiteY2" fmla="*/ 60871 h 176047"/>
                <a:gd name="connsiteX3" fmla="*/ 9124 w 137761"/>
                <a:gd name="connsiteY3" fmla="*/ 1657 h 176047"/>
                <a:gd name="connsiteX4" fmla="*/ 4615 w 137761"/>
                <a:gd name="connsiteY4" fmla="*/ 63 h 176047"/>
                <a:gd name="connsiteX5" fmla="*/ 106 w 137761"/>
                <a:gd name="connsiteY5" fmla="*/ 4618 h 176047"/>
                <a:gd name="connsiteX6" fmla="*/ 4390 w 137761"/>
                <a:gd name="connsiteY6" fmla="*/ 9628 h 176047"/>
                <a:gd name="connsiteX7" fmla="*/ 122761 w 137761"/>
                <a:gd name="connsiteY7" fmla="*/ 65881 h 176047"/>
                <a:gd name="connsiteX8" fmla="*/ 4841 w 137761"/>
                <a:gd name="connsiteY8" fmla="*/ 122135 h 176047"/>
                <a:gd name="connsiteX9" fmla="*/ 106 w 137761"/>
                <a:gd name="connsiteY9" fmla="*/ 127373 h 176047"/>
                <a:gd name="connsiteX10" fmla="*/ 4615 w 137761"/>
                <a:gd name="connsiteY10" fmla="*/ 131928 h 176047"/>
                <a:gd name="connsiteX11" fmla="*/ 8674 w 137761"/>
                <a:gd name="connsiteY11" fmla="*/ 130333 h 176047"/>
                <a:gd name="connsiteX12" fmla="*/ 133358 w 137761"/>
                <a:gd name="connsiteY12" fmla="*/ 71120 h 176047"/>
                <a:gd name="connsiteX13" fmla="*/ 129976 w 137761"/>
                <a:gd name="connsiteY13" fmla="*/ 176110 h 176047"/>
                <a:gd name="connsiteX14" fmla="*/ 137867 w 137761"/>
                <a:gd name="connsiteY14" fmla="*/ 171555 h 176047"/>
                <a:gd name="connsiteX15" fmla="*/ 129750 w 137761"/>
                <a:gd name="connsiteY15" fmla="*/ 167001 h 176047"/>
                <a:gd name="connsiteX16" fmla="*/ 8223 w 137761"/>
                <a:gd name="connsiteY16" fmla="*/ 167001 h 176047"/>
                <a:gd name="connsiteX17" fmla="*/ 106 w 137761"/>
                <a:gd name="connsiteY17" fmla="*/ 171555 h 176047"/>
                <a:gd name="connsiteX18" fmla="*/ 7997 w 137761"/>
                <a:gd name="connsiteY18" fmla="*/ 176110 h 176047"/>
                <a:gd name="connsiteX19" fmla="*/ 129976 w 137761"/>
                <a:gd name="connsiteY19" fmla="*/ 176110 h 176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7761" h="176047">
                  <a:moveTo>
                    <a:pt x="133358" y="71120"/>
                  </a:moveTo>
                  <a:cubicBezTo>
                    <a:pt x="136514" y="69753"/>
                    <a:pt x="137867" y="68159"/>
                    <a:pt x="137867" y="66109"/>
                  </a:cubicBezTo>
                  <a:cubicBezTo>
                    <a:pt x="137867" y="63832"/>
                    <a:pt x="136965" y="62465"/>
                    <a:pt x="133358" y="60871"/>
                  </a:cubicBezTo>
                  <a:lnTo>
                    <a:pt x="9124" y="1657"/>
                  </a:lnTo>
                  <a:cubicBezTo>
                    <a:pt x="5968" y="63"/>
                    <a:pt x="5066" y="63"/>
                    <a:pt x="4615" y="63"/>
                  </a:cubicBezTo>
                  <a:cubicBezTo>
                    <a:pt x="1909" y="63"/>
                    <a:pt x="106" y="2112"/>
                    <a:pt x="106" y="4618"/>
                  </a:cubicBezTo>
                  <a:cubicBezTo>
                    <a:pt x="106" y="7351"/>
                    <a:pt x="1909" y="8489"/>
                    <a:pt x="4390" y="9628"/>
                  </a:cubicBezTo>
                  <a:lnTo>
                    <a:pt x="122761" y="65881"/>
                  </a:lnTo>
                  <a:lnTo>
                    <a:pt x="4841" y="122135"/>
                  </a:lnTo>
                  <a:cubicBezTo>
                    <a:pt x="331" y="124184"/>
                    <a:pt x="106" y="126006"/>
                    <a:pt x="106" y="127373"/>
                  </a:cubicBezTo>
                  <a:cubicBezTo>
                    <a:pt x="106" y="129878"/>
                    <a:pt x="2135" y="131928"/>
                    <a:pt x="4615" y="131928"/>
                  </a:cubicBezTo>
                  <a:cubicBezTo>
                    <a:pt x="5292" y="131928"/>
                    <a:pt x="5742" y="131928"/>
                    <a:pt x="8674" y="130333"/>
                  </a:cubicBezTo>
                  <a:lnTo>
                    <a:pt x="133358" y="71120"/>
                  </a:lnTo>
                  <a:close/>
                  <a:moveTo>
                    <a:pt x="129976" y="176110"/>
                  </a:moveTo>
                  <a:cubicBezTo>
                    <a:pt x="133809" y="176110"/>
                    <a:pt x="137867" y="176110"/>
                    <a:pt x="137867" y="171555"/>
                  </a:cubicBezTo>
                  <a:cubicBezTo>
                    <a:pt x="137867" y="167001"/>
                    <a:pt x="133132" y="167001"/>
                    <a:pt x="129750" y="167001"/>
                  </a:cubicBezTo>
                  <a:lnTo>
                    <a:pt x="8223" y="167001"/>
                  </a:lnTo>
                  <a:cubicBezTo>
                    <a:pt x="4841" y="167001"/>
                    <a:pt x="106" y="167001"/>
                    <a:pt x="106" y="171555"/>
                  </a:cubicBezTo>
                  <a:cubicBezTo>
                    <a:pt x="106" y="176110"/>
                    <a:pt x="4164" y="176110"/>
                    <a:pt x="7997" y="176110"/>
                  </a:cubicBezTo>
                  <a:lnTo>
                    <a:pt x="129976" y="176110"/>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6" name="Freeform: Shape 35">
              <a:extLst>
                <a:ext uri="{FF2B5EF4-FFF2-40B4-BE49-F238E27FC236}">
                  <a16:creationId xmlns:a16="http://schemas.microsoft.com/office/drawing/2014/main" id="{39F16903-7DB9-0339-6451-7BA71FFD61ED}"/>
                </a:ext>
              </a:extLst>
            </p:cNvPr>
            <p:cNvSpPr/>
            <p:nvPr>
              <p:custDataLst>
                <p:tags r:id="rId28"/>
              </p:custDataLst>
            </p:nvPr>
          </p:nvSpPr>
          <p:spPr>
            <a:xfrm>
              <a:off x="3551886" y="4039235"/>
              <a:ext cx="122203" cy="149856"/>
            </a:xfrm>
            <a:custGeom>
              <a:avLst/>
              <a:gdLst>
                <a:gd name="connsiteX0" fmla="*/ 45435 w 122203"/>
                <a:gd name="connsiteY0" fmla="*/ 20788 h 149856"/>
                <a:gd name="connsiteX1" fmla="*/ 48817 w 122203"/>
                <a:gd name="connsiteY1" fmla="*/ 6212 h 149856"/>
                <a:gd name="connsiteX2" fmla="*/ 42279 w 122203"/>
                <a:gd name="connsiteY2" fmla="*/ 63 h 149856"/>
                <a:gd name="connsiteX3" fmla="*/ 33260 w 122203"/>
                <a:gd name="connsiteY3" fmla="*/ 8262 h 149856"/>
                <a:gd name="connsiteX4" fmla="*/ 793 w 122203"/>
                <a:gd name="connsiteY4" fmla="*/ 140127 h 149856"/>
                <a:gd name="connsiteX5" fmla="*/ 116 w 122203"/>
                <a:gd name="connsiteY5" fmla="*/ 143770 h 149856"/>
                <a:gd name="connsiteX6" fmla="*/ 6429 w 122203"/>
                <a:gd name="connsiteY6" fmla="*/ 149920 h 149856"/>
                <a:gd name="connsiteX7" fmla="*/ 14321 w 122203"/>
                <a:gd name="connsiteY7" fmla="*/ 145137 h 149856"/>
                <a:gd name="connsiteX8" fmla="*/ 26722 w 122203"/>
                <a:gd name="connsiteY8" fmla="*/ 96172 h 149856"/>
                <a:gd name="connsiteX9" fmla="*/ 48592 w 122203"/>
                <a:gd name="connsiteY9" fmla="*/ 103232 h 149856"/>
                <a:gd name="connsiteX10" fmla="*/ 78579 w 122203"/>
                <a:gd name="connsiteY10" fmla="*/ 86606 h 149856"/>
                <a:gd name="connsiteX11" fmla="*/ 98871 w 122203"/>
                <a:gd name="connsiteY11" fmla="*/ 103232 h 149856"/>
                <a:gd name="connsiteX12" fmla="*/ 115556 w 122203"/>
                <a:gd name="connsiteY12" fmla="*/ 90706 h 149856"/>
                <a:gd name="connsiteX13" fmla="*/ 122320 w 122203"/>
                <a:gd name="connsiteY13" fmla="*/ 68159 h 149856"/>
                <a:gd name="connsiteX14" fmla="*/ 119615 w 122203"/>
                <a:gd name="connsiteY14" fmla="*/ 65881 h 149856"/>
                <a:gd name="connsiteX15" fmla="*/ 116458 w 122203"/>
                <a:gd name="connsiteY15" fmla="*/ 69981 h 149856"/>
                <a:gd name="connsiteX16" fmla="*/ 99322 w 122203"/>
                <a:gd name="connsiteY16" fmla="*/ 98221 h 149856"/>
                <a:gd name="connsiteX17" fmla="*/ 92558 w 122203"/>
                <a:gd name="connsiteY17" fmla="*/ 87745 h 149856"/>
                <a:gd name="connsiteX18" fmla="*/ 97068 w 122203"/>
                <a:gd name="connsiteY18" fmla="*/ 64059 h 149856"/>
                <a:gd name="connsiteX19" fmla="*/ 103381 w 122203"/>
                <a:gd name="connsiteY19" fmla="*/ 39463 h 149856"/>
                <a:gd name="connsiteX20" fmla="*/ 107214 w 122203"/>
                <a:gd name="connsiteY20" fmla="*/ 23976 h 149856"/>
                <a:gd name="connsiteX21" fmla="*/ 110596 w 122203"/>
                <a:gd name="connsiteY21" fmla="*/ 8717 h 149856"/>
                <a:gd name="connsiteX22" fmla="*/ 104057 w 122203"/>
                <a:gd name="connsiteY22" fmla="*/ 2568 h 149856"/>
                <a:gd name="connsiteX23" fmla="*/ 95264 w 122203"/>
                <a:gd name="connsiteY23" fmla="*/ 10539 h 149856"/>
                <a:gd name="connsiteX24" fmla="*/ 84667 w 122203"/>
                <a:gd name="connsiteY24" fmla="*/ 53128 h 149856"/>
                <a:gd name="connsiteX25" fmla="*/ 78805 w 122203"/>
                <a:gd name="connsiteY25" fmla="*/ 76358 h 149856"/>
                <a:gd name="connsiteX26" fmla="*/ 49494 w 122203"/>
                <a:gd name="connsiteY26" fmla="*/ 98221 h 149856"/>
                <a:gd name="connsiteX27" fmla="*/ 32809 w 122203"/>
                <a:gd name="connsiteY27" fmla="*/ 78407 h 149856"/>
                <a:gd name="connsiteX28" fmla="*/ 35966 w 122203"/>
                <a:gd name="connsiteY28" fmla="*/ 59049 h 149856"/>
                <a:gd name="connsiteX29" fmla="*/ 45435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35" y="20788"/>
                  </a:moveTo>
                  <a:cubicBezTo>
                    <a:pt x="46563" y="16005"/>
                    <a:pt x="48817" y="7351"/>
                    <a:pt x="48817" y="6212"/>
                  </a:cubicBezTo>
                  <a:cubicBezTo>
                    <a:pt x="48817" y="2340"/>
                    <a:pt x="46112" y="63"/>
                    <a:pt x="42279" y="63"/>
                  </a:cubicBezTo>
                  <a:cubicBezTo>
                    <a:pt x="41602" y="63"/>
                    <a:pt x="35289" y="291"/>
                    <a:pt x="33260" y="8262"/>
                  </a:cubicBezTo>
                  <a:lnTo>
                    <a:pt x="793" y="140127"/>
                  </a:lnTo>
                  <a:cubicBezTo>
                    <a:pt x="116" y="142859"/>
                    <a:pt x="116" y="143315"/>
                    <a:pt x="116" y="143770"/>
                  </a:cubicBezTo>
                  <a:cubicBezTo>
                    <a:pt x="116" y="147187"/>
                    <a:pt x="2596" y="149920"/>
                    <a:pt x="6429" y="149920"/>
                  </a:cubicBezTo>
                  <a:cubicBezTo>
                    <a:pt x="11164" y="149920"/>
                    <a:pt x="13870" y="145820"/>
                    <a:pt x="14321" y="145137"/>
                  </a:cubicBezTo>
                  <a:cubicBezTo>
                    <a:pt x="15223" y="143087"/>
                    <a:pt x="18154" y="131244"/>
                    <a:pt x="26722" y="96172"/>
                  </a:cubicBezTo>
                  <a:cubicBezTo>
                    <a:pt x="33937" y="102321"/>
                    <a:pt x="44083" y="103232"/>
                    <a:pt x="48592" y="103232"/>
                  </a:cubicBezTo>
                  <a:cubicBezTo>
                    <a:pt x="64375" y="103232"/>
                    <a:pt x="73168" y="92983"/>
                    <a:pt x="78579" y="86606"/>
                  </a:cubicBezTo>
                  <a:cubicBezTo>
                    <a:pt x="80609" y="96855"/>
                    <a:pt x="88951" y="103232"/>
                    <a:pt x="98871" y="103232"/>
                  </a:cubicBezTo>
                  <a:cubicBezTo>
                    <a:pt x="106763" y="103232"/>
                    <a:pt x="111949" y="97994"/>
                    <a:pt x="115556" y="90706"/>
                  </a:cubicBezTo>
                  <a:cubicBezTo>
                    <a:pt x="119389" y="82507"/>
                    <a:pt x="122320" y="68614"/>
                    <a:pt x="122320" y="68159"/>
                  </a:cubicBezTo>
                  <a:cubicBezTo>
                    <a:pt x="122320" y="65881"/>
                    <a:pt x="120291" y="65881"/>
                    <a:pt x="119615" y="65881"/>
                  </a:cubicBezTo>
                  <a:cubicBezTo>
                    <a:pt x="117360" y="65881"/>
                    <a:pt x="117134" y="66792"/>
                    <a:pt x="116458" y="69981"/>
                  </a:cubicBezTo>
                  <a:cubicBezTo>
                    <a:pt x="112625" y="84784"/>
                    <a:pt x="108567" y="98221"/>
                    <a:pt x="99322" y="98221"/>
                  </a:cubicBezTo>
                  <a:cubicBezTo>
                    <a:pt x="93235" y="98221"/>
                    <a:pt x="92558" y="92300"/>
                    <a:pt x="92558" y="87745"/>
                  </a:cubicBezTo>
                  <a:cubicBezTo>
                    <a:pt x="92558" y="82735"/>
                    <a:pt x="95264" y="72030"/>
                    <a:pt x="97068" y="64059"/>
                  </a:cubicBezTo>
                  <a:lnTo>
                    <a:pt x="103381" y="39463"/>
                  </a:lnTo>
                  <a:cubicBezTo>
                    <a:pt x="104057" y="36047"/>
                    <a:pt x="106312" y="27392"/>
                    <a:pt x="107214" y="23976"/>
                  </a:cubicBezTo>
                  <a:cubicBezTo>
                    <a:pt x="108341" y="18738"/>
                    <a:pt x="110596" y="10084"/>
                    <a:pt x="110596" y="8717"/>
                  </a:cubicBezTo>
                  <a:cubicBezTo>
                    <a:pt x="110596" y="4618"/>
                    <a:pt x="107439" y="2568"/>
                    <a:pt x="104057" y="2568"/>
                  </a:cubicBezTo>
                  <a:cubicBezTo>
                    <a:pt x="102930" y="2568"/>
                    <a:pt x="97068" y="2796"/>
                    <a:pt x="95264" y="10539"/>
                  </a:cubicBezTo>
                  <a:lnTo>
                    <a:pt x="84667" y="53128"/>
                  </a:lnTo>
                  <a:cubicBezTo>
                    <a:pt x="81961" y="64515"/>
                    <a:pt x="79481" y="74080"/>
                    <a:pt x="78805" y="76358"/>
                  </a:cubicBezTo>
                  <a:cubicBezTo>
                    <a:pt x="78579" y="77496"/>
                    <a:pt x="67757" y="98221"/>
                    <a:pt x="49494" y="98221"/>
                  </a:cubicBezTo>
                  <a:cubicBezTo>
                    <a:pt x="38220" y="98221"/>
                    <a:pt x="32809" y="90706"/>
                    <a:pt x="32809" y="78407"/>
                  </a:cubicBezTo>
                  <a:cubicBezTo>
                    <a:pt x="32809" y="71803"/>
                    <a:pt x="34387" y="65426"/>
                    <a:pt x="35966" y="59049"/>
                  </a:cubicBezTo>
                  <a:lnTo>
                    <a:pt x="45435"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 name="Freeform: Shape 36">
              <a:extLst>
                <a:ext uri="{FF2B5EF4-FFF2-40B4-BE49-F238E27FC236}">
                  <a16:creationId xmlns:a16="http://schemas.microsoft.com/office/drawing/2014/main" id="{94ECA99B-A1E9-B7F9-A03B-64CDEC8CDDBF}"/>
                </a:ext>
              </a:extLst>
            </p:cNvPr>
            <p:cNvSpPr/>
            <p:nvPr>
              <p:custDataLst>
                <p:tags r:id="rId29"/>
              </p:custDataLst>
            </p:nvPr>
          </p:nvSpPr>
          <p:spPr>
            <a:xfrm>
              <a:off x="3689185" y="4068204"/>
              <a:ext cx="73232" cy="109044"/>
            </a:xfrm>
            <a:custGeom>
              <a:avLst/>
              <a:gdLst>
                <a:gd name="connsiteX0" fmla="*/ 73354 w 73232"/>
                <a:gd name="connsiteY0" fmla="*/ 55065 h 109044"/>
                <a:gd name="connsiteX1" fmla="*/ 64043 w 73232"/>
                <a:gd name="connsiteY1" fmla="*/ 13775 h 109044"/>
                <a:gd name="connsiteX2" fmla="*/ 36738 w 73232"/>
                <a:gd name="connsiteY2" fmla="*/ 64 h 109044"/>
                <a:gd name="connsiteX3" fmla="*/ 122 w 73232"/>
                <a:gd name="connsiteY3" fmla="*/ 55065 h 109044"/>
                <a:gd name="connsiteX4" fmla="*/ 36738 w 73232"/>
                <a:gd name="connsiteY4" fmla="*/ 109109 h 109044"/>
                <a:gd name="connsiteX5" fmla="*/ 73354 w 73232"/>
                <a:gd name="connsiteY5" fmla="*/ 55065 h 109044"/>
                <a:gd name="connsiteX6" fmla="*/ 36738 w 73232"/>
                <a:gd name="connsiteY6" fmla="*/ 104645 h 109044"/>
                <a:gd name="connsiteX7" fmla="*/ 16694 w 73232"/>
                <a:gd name="connsiteY7" fmla="*/ 87268 h 109044"/>
                <a:gd name="connsiteX8" fmla="*/ 14485 w 73232"/>
                <a:gd name="connsiteY8" fmla="*/ 52992 h 109044"/>
                <a:gd name="connsiteX9" fmla="*/ 16852 w 73232"/>
                <a:gd name="connsiteY9" fmla="*/ 20470 h 109044"/>
                <a:gd name="connsiteX10" fmla="*/ 36738 w 73232"/>
                <a:gd name="connsiteY10" fmla="*/ 4528 h 109044"/>
                <a:gd name="connsiteX11" fmla="*/ 56309 w 73232"/>
                <a:gd name="connsiteY11" fmla="*/ 19035 h 109044"/>
                <a:gd name="connsiteX12" fmla="*/ 58992 w 73232"/>
                <a:gd name="connsiteY12" fmla="*/ 52992 h 109044"/>
                <a:gd name="connsiteX13" fmla="*/ 56940 w 73232"/>
                <a:gd name="connsiteY13" fmla="*/ 86630 h 109044"/>
                <a:gd name="connsiteX14" fmla="*/ 36738 w 73232"/>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232" h="109044">
                  <a:moveTo>
                    <a:pt x="73354" y="55065"/>
                  </a:moveTo>
                  <a:cubicBezTo>
                    <a:pt x="73354" y="37528"/>
                    <a:pt x="71303" y="24934"/>
                    <a:pt x="64043" y="13775"/>
                  </a:cubicBezTo>
                  <a:cubicBezTo>
                    <a:pt x="59150" y="6441"/>
                    <a:pt x="49365" y="64"/>
                    <a:pt x="36738" y="64"/>
                  </a:cubicBezTo>
                  <a:cubicBezTo>
                    <a:pt x="122" y="64"/>
                    <a:pt x="122" y="43586"/>
                    <a:pt x="122" y="55065"/>
                  </a:cubicBezTo>
                  <a:cubicBezTo>
                    <a:pt x="122" y="66543"/>
                    <a:pt x="122" y="109109"/>
                    <a:pt x="36738" y="109109"/>
                  </a:cubicBezTo>
                  <a:cubicBezTo>
                    <a:pt x="73354" y="109109"/>
                    <a:pt x="73354" y="66543"/>
                    <a:pt x="73354" y="55065"/>
                  </a:cubicBezTo>
                  <a:close/>
                  <a:moveTo>
                    <a:pt x="36738" y="104645"/>
                  </a:moveTo>
                  <a:cubicBezTo>
                    <a:pt x="29478" y="104645"/>
                    <a:pt x="19851" y="100341"/>
                    <a:pt x="16694" y="87268"/>
                  </a:cubicBezTo>
                  <a:cubicBezTo>
                    <a:pt x="14485" y="77862"/>
                    <a:pt x="14485" y="64790"/>
                    <a:pt x="14485" y="52992"/>
                  </a:cubicBezTo>
                  <a:cubicBezTo>
                    <a:pt x="14485" y="41355"/>
                    <a:pt x="14485" y="29239"/>
                    <a:pt x="16852" y="20470"/>
                  </a:cubicBezTo>
                  <a:cubicBezTo>
                    <a:pt x="20166" y="7876"/>
                    <a:pt x="30267" y="4528"/>
                    <a:pt x="36738" y="4528"/>
                  </a:cubicBezTo>
                  <a:cubicBezTo>
                    <a:pt x="45261" y="4528"/>
                    <a:pt x="53468" y="9789"/>
                    <a:pt x="56309" y="19035"/>
                  </a:cubicBezTo>
                  <a:cubicBezTo>
                    <a:pt x="58834" y="27644"/>
                    <a:pt x="58992" y="39123"/>
                    <a:pt x="58992" y="52992"/>
                  </a:cubicBezTo>
                  <a:cubicBezTo>
                    <a:pt x="58992" y="64790"/>
                    <a:pt x="58992" y="76587"/>
                    <a:pt x="56940" y="86630"/>
                  </a:cubicBezTo>
                  <a:cubicBezTo>
                    <a:pt x="53784" y="101138"/>
                    <a:pt x="43051" y="104645"/>
                    <a:pt x="36738"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74" name="TextBox 73">
            <a:extLst>
              <a:ext uri="{FF2B5EF4-FFF2-40B4-BE49-F238E27FC236}">
                <a16:creationId xmlns:a16="http://schemas.microsoft.com/office/drawing/2014/main" id="{3EB47DBF-0CBE-5480-FD9C-6AE2FB3BED39}"/>
              </a:ext>
            </a:extLst>
          </p:cNvPr>
          <p:cNvSpPr txBox="1"/>
          <p:nvPr/>
        </p:nvSpPr>
        <p:spPr>
          <a:xfrm>
            <a:off x="5470188" y="2578596"/>
            <a:ext cx="5139516" cy="461665"/>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Región</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rechazo</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para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una</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prueba</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de un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lado</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con un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nivel</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significancia</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del 5%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frente</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a la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alternativa</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mu&lt;mu0</a:t>
            </a:r>
          </a:p>
        </p:txBody>
      </p:sp>
      <p:sp>
        <p:nvSpPr>
          <p:cNvPr id="76" name="TextBox 75">
            <a:extLst>
              <a:ext uri="{FF2B5EF4-FFF2-40B4-BE49-F238E27FC236}">
                <a16:creationId xmlns:a16="http://schemas.microsoft.com/office/drawing/2014/main" id="{83CB9B42-A12C-A29B-A7FF-AA76B6BDD85F}"/>
              </a:ext>
            </a:extLst>
          </p:cNvPr>
          <p:cNvSpPr txBox="1"/>
          <p:nvPr/>
        </p:nvSpPr>
        <p:spPr>
          <a:xfrm>
            <a:off x="797736" y="3385897"/>
            <a:ext cx="4600981"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Con un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significancia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del 5%,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critico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1" u="none" strike="noStrike" kern="1200" cap="none" spc="0" normalizeH="0" baseline="0" noProof="0">
                <a:ln>
                  <a:noFill/>
                </a:ln>
                <a:solidFill>
                  <a:prstClr val="black"/>
                </a:solidFill>
                <a:effectLst/>
                <a:uLnTx/>
                <a:uFillTx/>
                <a:latin typeface="Aptos" panose="020B0004020202020204"/>
                <a:ea typeface="+mn-ea"/>
                <a:cs typeface="+mn-cs"/>
              </a:rPr>
              <a:t>c </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se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escoge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tal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manera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probabilidad</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del error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tipo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I sea 5%.</a:t>
            </a:r>
            <a:endParaRPr kumimoji="0" lang="en-GB" sz="1600" b="0" i="1"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72" name="Group 71">
            <a:extLst>
              <a:ext uri="{FF2B5EF4-FFF2-40B4-BE49-F238E27FC236}">
                <a16:creationId xmlns:a16="http://schemas.microsoft.com/office/drawing/2014/main" id="{82FA6CD3-DD8D-4D06-81CA-75A25F353CF0}"/>
              </a:ext>
            </a:extLst>
          </p:cNvPr>
          <p:cNvGrpSpPr>
            <a:grpSpLocks noChangeAspect="1"/>
          </p:cNvGrpSpPr>
          <p:nvPr>
            <p:custDataLst>
              <p:tags r:id="rId3"/>
            </p:custDataLst>
          </p:nvPr>
        </p:nvGrpSpPr>
        <p:grpSpPr>
          <a:xfrm>
            <a:off x="914400" y="4406900"/>
            <a:ext cx="1918607" cy="222052"/>
            <a:chOff x="2666569" y="5634589"/>
            <a:chExt cx="1918607" cy="222052"/>
          </a:xfrm>
        </p:grpSpPr>
        <p:sp>
          <p:nvSpPr>
            <p:cNvPr id="50" name="Freeform: Shape 49">
              <a:extLst>
                <a:ext uri="{FF2B5EF4-FFF2-40B4-BE49-F238E27FC236}">
                  <a16:creationId xmlns:a16="http://schemas.microsoft.com/office/drawing/2014/main" id="{DC141F39-7E93-306E-CD45-94E087F26774}"/>
                </a:ext>
              </a:extLst>
            </p:cNvPr>
            <p:cNvSpPr/>
            <p:nvPr>
              <p:custDataLst>
                <p:tags r:id="rId9"/>
              </p:custDataLst>
            </p:nvPr>
          </p:nvSpPr>
          <p:spPr>
            <a:xfrm>
              <a:off x="2666569" y="5649466"/>
              <a:ext cx="133747" cy="151661"/>
            </a:xfrm>
            <a:custGeom>
              <a:avLst/>
              <a:gdLst>
                <a:gd name="connsiteX0" fmla="*/ 43675 w 133747"/>
                <a:gd name="connsiteY0" fmla="*/ 81556 h 151661"/>
                <a:gd name="connsiteX1" fmla="*/ 82051 w 133747"/>
                <a:gd name="connsiteY1" fmla="*/ 81556 h 151661"/>
                <a:gd name="connsiteX2" fmla="*/ 133825 w 133747"/>
                <a:gd name="connsiteY2" fmla="*/ 41364 h 151661"/>
                <a:gd name="connsiteX3" fmla="*/ 80235 w 133747"/>
                <a:gd name="connsiteY3" fmla="*/ 63 h 151661"/>
                <a:gd name="connsiteX4" fmla="*/ 77 w 133747"/>
                <a:gd name="connsiteY4" fmla="*/ 63 h 151661"/>
                <a:gd name="connsiteX5" fmla="*/ 77 w 133747"/>
                <a:gd name="connsiteY5" fmla="*/ 6946 h 151661"/>
                <a:gd name="connsiteX6" fmla="*/ 5527 w 133747"/>
                <a:gd name="connsiteY6" fmla="*/ 6946 h 151661"/>
                <a:gd name="connsiteX7" fmla="*/ 23466 w 133747"/>
                <a:gd name="connsiteY7" fmla="*/ 17383 h 151661"/>
                <a:gd name="connsiteX8" fmla="*/ 23466 w 133747"/>
                <a:gd name="connsiteY8" fmla="*/ 134404 h 151661"/>
                <a:gd name="connsiteX9" fmla="*/ 5527 w 133747"/>
                <a:gd name="connsiteY9" fmla="*/ 144841 h 151661"/>
                <a:gd name="connsiteX10" fmla="*/ 77 w 133747"/>
                <a:gd name="connsiteY10" fmla="*/ 144841 h 151661"/>
                <a:gd name="connsiteX11" fmla="*/ 77 w 133747"/>
                <a:gd name="connsiteY11" fmla="*/ 151724 h 151661"/>
                <a:gd name="connsiteX12" fmla="*/ 33457 w 133747"/>
                <a:gd name="connsiteY12" fmla="*/ 151058 h 151661"/>
                <a:gd name="connsiteX13" fmla="*/ 67064 w 133747"/>
                <a:gd name="connsiteY13" fmla="*/ 151724 h 151661"/>
                <a:gd name="connsiteX14" fmla="*/ 67064 w 133747"/>
                <a:gd name="connsiteY14" fmla="*/ 144841 h 151661"/>
                <a:gd name="connsiteX15" fmla="*/ 61614 w 133747"/>
                <a:gd name="connsiteY15" fmla="*/ 144841 h 151661"/>
                <a:gd name="connsiteX16" fmla="*/ 43675 w 133747"/>
                <a:gd name="connsiteY16" fmla="*/ 134404 h 151661"/>
                <a:gd name="connsiteX17" fmla="*/ 43675 w 133747"/>
                <a:gd name="connsiteY17" fmla="*/ 81556 h 151661"/>
                <a:gd name="connsiteX18" fmla="*/ 42994 w 133747"/>
                <a:gd name="connsiteY18" fmla="*/ 75783 h 151661"/>
                <a:gd name="connsiteX19" fmla="*/ 42994 w 133747"/>
                <a:gd name="connsiteY19" fmla="*/ 15828 h 151661"/>
                <a:gd name="connsiteX20" fmla="*/ 54121 w 133747"/>
                <a:gd name="connsiteY20" fmla="*/ 6946 h 151661"/>
                <a:gd name="connsiteX21" fmla="*/ 74331 w 133747"/>
                <a:gd name="connsiteY21" fmla="*/ 6946 h 151661"/>
                <a:gd name="connsiteX22" fmla="*/ 110436 w 133747"/>
                <a:gd name="connsiteY22" fmla="*/ 41364 h 151661"/>
                <a:gd name="connsiteX23" fmla="*/ 74331 w 133747"/>
                <a:gd name="connsiteY23" fmla="*/ 75783 h 151661"/>
                <a:gd name="connsiteX24" fmla="*/ 42994 w 133747"/>
                <a:gd name="connsiteY24" fmla="*/ 75783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3747" h="151661">
                  <a:moveTo>
                    <a:pt x="43675" y="81556"/>
                  </a:moveTo>
                  <a:lnTo>
                    <a:pt x="82051" y="81556"/>
                  </a:lnTo>
                  <a:cubicBezTo>
                    <a:pt x="109300" y="81556"/>
                    <a:pt x="133825" y="63570"/>
                    <a:pt x="133825" y="41364"/>
                  </a:cubicBezTo>
                  <a:cubicBezTo>
                    <a:pt x="133825" y="19603"/>
                    <a:pt x="111344" y="63"/>
                    <a:pt x="80235" y="63"/>
                  </a:cubicBezTo>
                  <a:lnTo>
                    <a:pt x="77" y="63"/>
                  </a:lnTo>
                  <a:lnTo>
                    <a:pt x="77" y="6946"/>
                  </a:lnTo>
                  <a:lnTo>
                    <a:pt x="5527" y="6946"/>
                  </a:lnTo>
                  <a:cubicBezTo>
                    <a:pt x="23011" y="6946"/>
                    <a:pt x="23466" y="9389"/>
                    <a:pt x="23466" y="17383"/>
                  </a:cubicBezTo>
                  <a:lnTo>
                    <a:pt x="23466" y="134404"/>
                  </a:lnTo>
                  <a:cubicBezTo>
                    <a:pt x="23466" y="142398"/>
                    <a:pt x="23011" y="144841"/>
                    <a:pt x="5527" y="144841"/>
                  </a:cubicBezTo>
                  <a:lnTo>
                    <a:pt x="77" y="144841"/>
                  </a:lnTo>
                  <a:lnTo>
                    <a:pt x="77" y="151724"/>
                  </a:lnTo>
                  <a:cubicBezTo>
                    <a:pt x="8024" y="151058"/>
                    <a:pt x="24828" y="151058"/>
                    <a:pt x="33457" y="151058"/>
                  </a:cubicBezTo>
                  <a:cubicBezTo>
                    <a:pt x="42086" y="151058"/>
                    <a:pt x="59117" y="151058"/>
                    <a:pt x="67064" y="151724"/>
                  </a:cubicBezTo>
                  <a:lnTo>
                    <a:pt x="67064" y="144841"/>
                  </a:lnTo>
                  <a:lnTo>
                    <a:pt x="61614" y="144841"/>
                  </a:lnTo>
                  <a:cubicBezTo>
                    <a:pt x="44129" y="144841"/>
                    <a:pt x="43675" y="142398"/>
                    <a:pt x="43675" y="134404"/>
                  </a:cubicBezTo>
                  <a:lnTo>
                    <a:pt x="43675" y="81556"/>
                  </a:lnTo>
                  <a:close/>
                  <a:moveTo>
                    <a:pt x="42994" y="75783"/>
                  </a:moveTo>
                  <a:lnTo>
                    <a:pt x="42994" y="15828"/>
                  </a:lnTo>
                  <a:cubicBezTo>
                    <a:pt x="42994" y="8501"/>
                    <a:pt x="43448" y="6946"/>
                    <a:pt x="54121" y="6946"/>
                  </a:cubicBezTo>
                  <a:lnTo>
                    <a:pt x="74331" y="6946"/>
                  </a:lnTo>
                  <a:cubicBezTo>
                    <a:pt x="110436" y="6946"/>
                    <a:pt x="110436" y="30484"/>
                    <a:pt x="110436" y="41364"/>
                  </a:cubicBezTo>
                  <a:cubicBezTo>
                    <a:pt x="110436" y="51801"/>
                    <a:pt x="110436" y="75783"/>
                    <a:pt x="74331" y="75783"/>
                  </a:cubicBezTo>
                  <a:lnTo>
                    <a:pt x="42994" y="7578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 name="Freeform: Shape 50">
              <a:extLst>
                <a:ext uri="{FF2B5EF4-FFF2-40B4-BE49-F238E27FC236}">
                  <a16:creationId xmlns:a16="http://schemas.microsoft.com/office/drawing/2014/main" id="{61A58698-59F7-3892-F5A0-F2425B486B6B}"/>
                </a:ext>
              </a:extLst>
            </p:cNvPr>
            <p:cNvSpPr/>
            <p:nvPr>
              <p:custDataLst>
                <p:tags r:id="rId10"/>
              </p:custDataLst>
            </p:nvPr>
          </p:nvSpPr>
          <p:spPr>
            <a:xfrm>
              <a:off x="2835640" y="5634589"/>
              <a:ext cx="52681" cy="222052"/>
            </a:xfrm>
            <a:custGeom>
              <a:avLst/>
              <a:gdLst>
                <a:gd name="connsiteX0" fmla="*/ 52765 w 52681"/>
                <a:gd name="connsiteY0" fmla="*/ 219895 h 222052"/>
                <a:gd name="connsiteX1" fmla="*/ 48905 w 52681"/>
                <a:gd name="connsiteY1" fmla="*/ 215009 h 222052"/>
                <a:gd name="connsiteX2" fmla="*/ 13254 w 52681"/>
                <a:gd name="connsiteY2" fmla="*/ 111089 h 222052"/>
                <a:gd name="connsiteX3" fmla="*/ 49813 w 52681"/>
                <a:gd name="connsiteY3" fmla="*/ 6058 h 222052"/>
                <a:gd name="connsiteX4" fmla="*/ 52765 w 52681"/>
                <a:gd name="connsiteY4" fmla="*/ 2283 h 222052"/>
                <a:gd name="connsiteX5" fmla="*/ 50494 w 52681"/>
                <a:gd name="connsiteY5" fmla="*/ 63 h 222052"/>
                <a:gd name="connsiteX6" fmla="*/ 14389 w 52681"/>
                <a:gd name="connsiteY6" fmla="*/ 43363 h 222052"/>
                <a:gd name="connsiteX7" fmla="*/ 83 w 52681"/>
                <a:gd name="connsiteY7" fmla="*/ 111089 h 222052"/>
                <a:gd name="connsiteX8" fmla="*/ 15071 w 52681"/>
                <a:gd name="connsiteY8" fmla="*/ 180369 h 222052"/>
                <a:gd name="connsiteX9" fmla="*/ 50494 w 52681"/>
                <a:gd name="connsiteY9" fmla="*/ 222115 h 222052"/>
                <a:gd name="connsiteX10" fmla="*/ 52765 w 52681"/>
                <a:gd name="connsiteY10" fmla="*/ 21989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681" h="222052">
                  <a:moveTo>
                    <a:pt x="52765" y="219895"/>
                  </a:moveTo>
                  <a:cubicBezTo>
                    <a:pt x="52765" y="219228"/>
                    <a:pt x="52765" y="218784"/>
                    <a:pt x="48905" y="215009"/>
                  </a:cubicBezTo>
                  <a:cubicBezTo>
                    <a:pt x="20520" y="187031"/>
                    <a:pt x="13254" y="145063"/>
                    <a:pt x="13254" y="111089"/>
                  </a:cubicBezTo>
                  <a:cubicBezTo>
                    <a:pt x="13254" y="72452"/>
                    <a:pt x="21883" y="33815"/>
                    <a:pt x="49813" y="6058"/>
                  </a:cubicBezTo>
                  <a:cubicBezTo>
                    <a:pt x="52765" y="3394"/>
                    <a:pt x="52765" y="2949"/>
                    <a:pt x="52765" y="2283"/>
                  </a:cubicBezTo>
                  <a:cubicBezTo>
                    <a:pt x="52765" y="729"/>
                    <a:pt x="51857" y="63"/>
                    <a:pt x="50494" y="63"/>
                  </a:cubicBezTo>
                  <a:cubicBezTo>
                    <a:pt x="48224" y="63"/>
                    <a:pt x="27787" y="15162"/>
                    <a:pt x="14389" y="43363"/>
                  </a:cubicBezTo>
                  <a:cubicBezTo>
                    <a:pt x="2808" y="67789"/>
                    <a:pt x="83" y="92437"/>
                    <a:pt x="83" y="111089"/>
                  </a:cubicBezTo>
                  <a:cubicBezTo>
                    <a:pt x="83" y="128409"/>
                    <a:pt x="2581" y="155277"/>
                    <a:pt x="15071" y="180369"/>
                  </a:cubicBezTo>
                  <a:cubicBezTo>
                    <a:pt x="28695" y="207682"/>
                    <a:pt x="48224" y="222115"/>
                    <a:pt x="50494" y="222115"/>
                  </a:cubicBezTo>
                  <a:cubicBezTo>
                    <a:pt x="51857" y="222115"/>
                    <a:pt x="52765" y="221449"/>
                    <a:pt x="52765" y="21989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 name="Freeform: Shape 51">
              <a:extLst>
                <a:ext uri="{FF2B5EF4-FFF2-40B4-BE49-F238E27FC236}">
                  <a16:creationId xmlns:a16="http://schemas.microsoft.com/office/drawing/2014/main" id="{9748494B-02BB-D75B-CDC8-9797E2DD494D}"/>
                </a:ext>
              </a:extLst>
            </p:cNvPr>
            <p:cNvSpPr/>
            <p:nvPr>
              <p:custDataLst>
                <p:tags r:id="rId11"/>
              </p:custDataLst>
            </p:nvPr>
          </p:nvSpPr>
          <p:spPr>
            <a:xfrm>
              <a:off x="2906917" y="5650799"/>
              <a:ext cx="154411" cy="150329"/>
            </a:xfrm>
            <a:custGeom>
              <a:avLst/>
              <a:gdLst>
                <a:gd name="connsiteX0" fmla="*/ 91599 w 154411"/>
                <a:gd name="connsiteY0" fmla="*/ 15606 h 150329"/>
                <a:gd name="connsiteX1" fmla="*/ 96822 w 154411"/>
                <a:gd name="connsiteY1" fmla="*/ 7390 h 150329"/>
                <a:gd name="connsiteX2" fmla="*/ 111128 w 154411"/>
                <a:gd name="connsiteY2" fmla="*/ 6946 h 150329"/>
                <a:gd name="connsiteX3" fmla="*/ 144281 w 154411"/>
                <a:gd name="connsiteY3" fmla="*/ 25155 h 150329"/>
                <a:gd name="connsiteX4" fmla="*/ 142464 w 154411"/>
                <a:gd name="connsiteY4" fmla="*/ 42919 h 150329"/>
                <a:gd name="connsiteX5" fmla="*/ 141783 w 154411"/>
                <a:gd name="connsiteY5" fmla="*/ 47138 h 150329"/>
                <a:gd name="connsiteX6" fmla="*/ 144508 w 154411"/>
                <a:gd name="connsiteY6" fmla="*/ 50025 h 150329"/>
                <a:gd name="connsiteX7" fmla="*/ 147914 w 154411"/>
                <a:gd name="connsiteY7" fmla="*/ 44917 h 150329"/>
                <a:gd name="connsiteX8" fmla="*/ 154045 w 154411"/>
                <a:gd name="connsiteY8" fmla="*/ 6280 h 150329"/>
                <a:gd name="connsiteX9" fmla="*/ 154499 w 154411"/>
                <a:gd name="connsiteY9" fmla="*/ 2505 h 150329"/>
                <a:gd name="connsiteX10" fmla="*/ 148368 w 154411"/>
                <a:gd name="connsiteY10" fmla="*/ 63 h 150329"/>
                <a:gd name="connsiteX11" fmla="*/ 22341 w 154411"/>
                <a:gd name="connsiteY11" fmla="*/ 63 h 150329"/>
                <a:gd name="connsiteX12" fmla="*/ 15074 w 154411"/>
                <a:gd name="connsiteY12" fmla="*/ 4504 h 150329"/>
                <a:gd name="connsiteX13" fmla="*/ 1450 w 154411"/>
                <a:gd name="connsiteY13" fmla="*/ 43585 h 150329"/>
                <a:gd name="connsiteX14" fmla="*/ 87 w 154411"/>
                <a:gd name="connsiteY14" fmla="*/ 47582 h 150329"/>
                <a:gd name="connsiteX15" fmla="*/ 2812 w 154411"/>
                <a:gd name="connsiteY15" fmla="*/ 50025 h 150329"/>
                <a:gd name="connsiteX16" fmla="*/ 6673 w 154411"/>
                <a:gd name="connsiteY16" fmla="*/ 45361 h 150329"/>
                <a:gd name="connsiteX17" fmla="*/ 58446 w 154411"/>
                <a:gd name="connsiteY17" fmla="*/ 6946 h 150329"/>
                <a:gd name="connsiteX18" fmla="*/ 67302 w 154411"/>
                <a:gd name="connsiteY18" fmla="*/ 6946 h 150329"/>
                <a:gd name="connsiteX19" fmla="*/ 73660 w 154411"/>
                <a:gd name="connsiteY19" fmla="*/ 9611 h 150329"/>
                <a:gd name="connsiteX20" fmla="*/ 72752 w 154411"/>
                <a:gd name="connsiteY20" fmla="*/ 14274 h 150329"/>
                <a:gd name="connsiteX21" fmla="*/ 42324 w 154411"/>
                <a:gd name="connsiteY21" fmla="*/ 132850 h 150329"/>
                <a:gd name="connsiteX22" fmla="*/ 15301 w 154411"/>
                <a:gd name="connsiteY22" fmla="*/ 143509 h 150329"/>
                <a:gd name="connsiteX23" fmla="*/ 5764 w 154411"/>
                <a:gd name="connsiteY23" fmla="*/ 147728 h 150329"/>
                <a:gd name="connsiteX24" fmla="*/ 9625 w 154411"/>
                <a:gd name="connsiteY24" fmla="*/ 150392 h 150329"/>
                <a:gd name="connsiteX25" fmla="*/ 28245 w 154411"/>
                <a:gd name="connsiteY25" fmla="*/ 149948 h 150329"/>
                <a:gd name="connsiteX26" fmla="*/ 47546 w 154411"/>
                <a:gd name="connsiteY26" fmla="*/ 149726 h 150329"/>
                <a:gd name="connsiteX27" fmla="*/ 66394 w 154411"/>
                <a:gd name="connsiteY27" fmla="*/ 149948 h 150329"/>
                <a:gd name="connsiteX28" fmla="*/ 86149 w 154411"/>
                <a:gd name="connsiteY28" fmla="*/ 150392 h 150329"/>
                <a:gd name="connsiteX29" fmla="*/ 91145 w 154411"/>
                <a:gd name="connsiteY29" fmla="*/ 145951 h 150329"/>
                <a:gd name="connsiteX30" fmla="*/ 83424 w 154411"/>
                <a:gd name="connsiteY30" fmla="*/ 143509 h 150329"/>
                <a:gd name="connsiteX31" fmla="*/ 68891 w 154411"/>
                <a:gd name="connsiteY31" fmla="*/ 143064 h 150329"/>
                <a:gd name="connsiteX32" fmla="*/ 60490 w 154411"/>
                <a:gd name="connsiteY32" fmla="*/ 138179 h 150329"/>
                <a:gd name="connsiteX33" fmla="*/ 61398 w 154411"/>
                <a:gd name="connsiteY33" fmla="*/ 133516 h 150329"/>
                <a:gd name="connsiteX34" fmla="*/ 91599 w 154411"/>
                <a:gd name="connsiteY34" fmla="*/ 15606 h 15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4411" h="150329">
                  <a:moveTo>
                    <a:pt x="91599" y="15606"/>
                  </a:moveTo>
                  <a:cubicBezTo>
                    <a:pt x="93189" y="9389"/>
                    <a:pt x="94097" y="8057"/>
                    <a:pt x="96822" y="7390"/>
                  </a:cubicBezTo>
                  <a:cubicBezTo>
                    <a:pt x="98865" y="6946"/>
                    <a:pt x="106359" y="6946"/>
                    <a:pt x="111128" y="6946"/>
                  </a:cubicBezTo>
                  <a:cubicBezTo>
                    <a:pt x="134062" y="6946"/>
                    <a:pt x="144281" y="7835"/>
                    <a:pt x="144281" y="25155"/>
                  </a:cubicBezTo>
                  <a:cubicBezTo>
                    <a:pt x="144281" y="28485"/>
                    <a:pt x="143372" y="37146"/>
                    <a:pt x="142464" y="42919"/>
                  </a:cubicBezTo>
                  <a:cubicBezTo>
                    <a:pt x="142237" y="43807"/>
                    <a:pt x="141783" y="46472"/>
                    <a:pt x="141783" y="47138"/>
                  </a:cubicBezTo>
                  <a:cubicBezTo>
                    <a:pt x="141783" y="48470"/>
                    <a:pt x="142464" y="50025"/>
                    <a:pt x="144508" y="50025"/>
                  </a:cubicBezTo>
                  <a:cubicBezTo>
                    <a:pt x="147006" y="50025"/>
                    <a:pt x="147460" y="48248"/>
                    <a:pt x="147914" y="44917"/>
                  </a:cubicBezTo>
                  <a:lnTo>
                    <a:pt x="154045" y="6280"/>
                  </a:lnTo>
                  <a:cubicBezTo>
                    <a:pt x="154272" y="5392"/>
                    <a:pt x="154499" y="3172"/>
                    <a:pt x="154499" y="2505"/>
                  </a:cubicBezTo>
                  <a:cubicBezTo>
                    <a:pt x="154499" y="63"/>
                    <a:pt x="152228" y="63"/>
                    <a:pt x="148368" y="63"/>
                  </a:cubicBezTo>
                  <a:lnTo>
                    <a:pt x="22341" y="63"/>
                  </a:lnTo>
                  <a:cubicBezTo>
                    <a:pt x="16891" y="63"/>
                    <a:pt x="16664" y="285"/>
                    <a:pt x="15074" y="4504"/>
                  </a:cubicBezTo>
                  <a:lnTo>
                    <a:pt x="1450" y="43585"/>
                  </a:lnTo>
                  <a:cubicBezTo>
                    <a:pt x="1223" y="44029"/>
                    <a:pt x="87" y="47138"/>
                    <a:pt x="87" y="47582"/>
                  </a:cubicBezTo>
                  <a:cubicBezTo>
                    <a:pt x="87" y="48914"/>
                    <a:pt x="1223" y="50025"/>
                    <a:pt x="2812" y="50025"/>
                  </a:cubicBezTo>
                  <a:cubicBezTo>
                    <a:pt x="5083" y="50025"/>
                    <a:pt x="5310" y="48914"/>
                    <a:pt x="6673" y="45361"/>
                  </a:cubicBezTo>
                  <a:cubicBezTo>
                    <a:pt x="18935" y="10943"/>
                    <a:pt x="24839" y="6946"/>
                    <a:pt x="58446" y="6946"/>
                  </a:cubicBezTo>
                  <a:lnTo>
                    <a:pt x="67302" y="6946"/>
                  </a:lnTo>
                  <a:cubicBezTo>
                    <a:pt x="73660" y="6946"/>
                    <a:pt x="73660" y="7835"/>
                    <a:pt x="73660" y="9611"/>
                  </a:cubicBezTo>
                  <a:cubicBezTo>
                    <a:pt x="73660" y="10943"/>
                    <a:pt x="72979" y="13608"/>
                    <a:pt x="72752" y="14274"/>
                  </a:cubicBezTo>
                  <a:lnTo>
                    <a:pt x="42324" y="132850"/>
                  </a:lnTo>
                  <a:cubicBezTo>
                    <a:pt x="40280" y="141066"/>
                    <a:pt x="39599" y="143509"/>
                    <a:pt x="15301" y="143509"/>
                  </a:cubicBezTo>
                  <a:cubicBezTo>
                    <a:pt x="7127" y="143509"/>
                    <a:pt x="5764" y="143509"/>
                    <a:pt x="5764" y="147728"/>
                  </a:cubicBezTo>
                  <a:cubicBezTo>
                    <a:pt x="5764" y="150392"/>
                    <a:pt x="8262" y="150392"/>
                    <a:pt x="9625" y="150392"/>
                  </a:cubicBezTo>
                  <a:cubicBezTo>
                    <a:pt x="15756" y="150392"/>
                    <a:pt x="22114" y="149948"/>
                    <a:pt x="28245" y="149948"/>
                  </a:cubicBezTo>
                  <a:cubicBezTo>
                    <a:pt x="34603" y="149948"/>
                    <a:pt x="41188" y="149726"/>
                    <a:pt x="47546" y="149726"/>
                  </a:cubicBezTo>
                  <a:cubicBezTo>
                    <a:pt x="53904" y="149726"/>
                    <a:pt x="60263" y="149948"/>
                    <a:pt x="66394" y="149948"/>
                  </a:cubicBezTo>
                  <a:cubicBezTo>
                    <a:pt x="72979" y="149948"/>
                    <a:pt x="79791" y="150392"/>
                    <a:pt x="86149" y="150392"/>
                  </a:cubicBezTo>
                  <a:cubicBezTo>
                    <a:pt x="88420" y="150392"/>
                    <a:pt x="91145" y="150392"/>
                    <a:pt x="91145" y="145951"/>
                  </a:cubicBezTo>
                  <a:cubicBezTo>
                    <a:pt x="91145" y="143509"/>
                    <a:pt x="89328" y="143509"/>
                    <a:pt x="83424" y="143509"/>
                  </a:cubicBezTo>
                  <a:cubicBezTo>
                    <a:pt x="77747" y="143509"/>
                    <a:pt x="74795" y="143509"/>
                    <a:pt x="68891" y="143064"/>
                  </a:cubicBezTo>
                  <a:cubicBezTo>
                    <a:pt x="62306" y="142398"/>
                    <a:pt x="60490" y="141732"/>
                    <a:pt x="60490" y="138179"/>
                  </a:cubicBezTo>
                  <a:cubicBezTo>
                    <a:pt x="60490" y="137957"/>
                    <a:pt x="60490" y="136847"/>
                    <a:pt x="61398" y="133516"/>
                  </a:cubicBezTo>
                  <a:lnTo>
                    <a:pt x="91599" y="15606"/>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 name="Freeform: Shape 52">
              <a:extLst>
                <a:ext uri="{FF2B5EF4-FFF2-40B4-BE49-F238E27FC236}">
                  <a16:creationId xmlns:a16="http://schemas.microsoft.com/office/drawing/2014/main" id="{CF15D265-2B92-1FC7-209D-758AF7AB1674}"/>
                </a:ext>
              </a:extLst>
            </p:cNvPr>
            <p:cNvSpPr/>
            <p:nvPr>
              <p:custDataLst>
                <p:tags r:id="rId12"/>
              </p:custDataLst>
            </p:nvPr>
          </p:nvSpPr>
          <p:spPr>
            <a:xfrm>
              <a:off x="3147627" y="5681220"/>
              <a:ext cx="138743" cy="128790"/>
            </a:xfrm>
            <a:custGeom>
              <a:avLst/>
              <a:gdLst>
                <a:gd name="connsiteX0" fmla="*/ 134526 w 138743"/>
                <a:gd name="connsiteY0" fmla="*/ 9389 h 128790"/>
                <a:gd name="connsiteX1" fmla="*/ 138841 w 138743"/>
                <a:gd name="connsiteY1" fmla="*/ 4504 h 128790"/>
                <a:gd name="connsiteX2" fmla="*/ 134299 w 138743"/>
                <a:gd name="connsiteY2" fmla="*/ 63 h 128790"/>
                <a:gd name="connsiteX3" fmla="*/ 130212 w 138743"/>
                <a:gd name="connsiteY3" fmla="*/ 1617 h 128790"/>
                <a:gd name="connsiteX4" fmla="*/ 4412 w 138743"/>
                <a:gd name="connsiteY4" fmla="*/ 59573 h 128790"/>
                <a:gd name="connsiteX5" fmla="*/ 97 w 138743"/>
                <a:gd name="connsiteY5" fmla="*/ 64458 h 128790"/>
                <a:gd name="connsiteX6" fmla="*/ 4412 w 138743"/>
                <a:gd name="connsiteY6" fmla="*/ 69343 h 128790"/>
                <a:gd name="connsiteX7" fmla="*/ 130212 w 138743"/>
                <a:gd name="connsiteY7" fmla="*/ 127299 h 128790"/>
                <a:gd name="connsiteX8" fmla="*/ 134299 w 138743"/>
                <a:gd name="connsiteY8" fmla="*/ 128853 h 128790"/>
                <a:gd name="connsiteX9" fmla="*/ 138841 w 138743"/>
                <a:gd name="connsiteY9" fmla="*/ 124412 h 128790"/>
                <a:gd name="connsiteX10" fmla="*/ 134526 w 138743"/>
                <a:gd name="connsiteY10" fmla="*/ 119527 h 128790"/>
                <a:gd name="connsiteX11" fmla="*/ 15311 w 138743"/>
                <a:gd name="connsiteY11" fmla="*/ 64458 h 128790"/>
                <a:gd name="connsiteX12" fmla="*/ 134526 w 138743"/>
                <a:gd name="connsiteY12" fmla="*/ 9389 h 128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8743" h="128790">
                  <a:moveTo>
                    <a:pt x="134526" y="9389"/>
                  </a:moveTo>
                  <a:cubicBezTo>
                    <a:pt x="137251" y="8057"/>
                    <a:pt x="138841" y="6946"/>
                    <a:pt x="138841" y="4504"/>
                  </a:cubicBezTo>
                  <a:cubicBezTo>
                    <a:pt x="138841" y="2061"/>
                    <a:pt x="136797" y="63"/>
                    <a:pt x="134299" y="63"/>
                  </a:cubicBezTo>
                  <a:cubicBezTo>
                    <a:pt x="133618" y="63"/>
                    <a:pt x="133164" y="63"/>
                    <a:pt x="130212" y="1617"/>
                  </a:cubicBezTo>
                  <a:lnTo>
                    <a:pt x="4412" y="59573"/>
                  </a:lnTo>
                  <a:cubicBezTo>
                    <a:pt x="1914" y="60683"/>
                    <a:pt x="97" y="61793"/>
                    <a:pt x="97" y="64458"/>
                  </a:cubicBezTo>
                  <a:cubicBezTo>
                    <a:pt x="97" y="67123"/>
                    <a:pt x="1914" y="68233"/>
                    <a:pt x="4412" y="69343"/>
                  </a:cubicBezTo>
                  <a:lnTo>
                    <a:pt x="130212" y="127299"/>
                  </a:lnTo>
                  <a:cubicBezTo>
                    <a:pt x="133164" y="128853"/>
                    <a:pt x="133618" y="128853"/>
                    <a:pt x="134299" y="128853"/>
                  </a:cubicBezTo>
                  <a:cubicBezTo>
                    <a:pt x="136797" y="128853"/>
                    <a:pt x="138841" y="126855"/>
                    <a:pt x="138841" y="124412"/>
                  </a:cubicBezTo>
                  <a:cubicBezTo>
                    <a:pt x="138841" y="121969"/>
                    <a:pt x="137251" y="120859"/>
                    <a:pt x="134526" y="119527"/>
                  </a:cubicBezTo>
                  <a:lnTo>
                    <a:pt x="15311" y="64458"/>
                  </a:lnTo>
                  <a:lnTo>
                    <a:pt x="134526" y="9389"/>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 name="Freeform: Shape 53">
              <a:extLst>
                <a:ext uri="{FF2B5EF4-FFF2-40B4-BE49-F238E27FC236}">
                  <a16:creationId xmlns:a16="http://schemas.microsoft.com/office/drawing/2014/main" id="{7938FCDA-8BC3-BA57-3C4E-EB28D64CB75E}"/>
                </a:ext>
              </a:extLst>
            </p:cNvPr>
            <p:cNvSpPr/>
            <p:nvPr>
              <p:custDataLst>
                <p:tags r:id="rId13"/>
              </p:custDataLst>
            </p:nvPr>
          </p:nvSpPr>
          <p:spPr>
            <a:xfrm>
              <a:off x="3377780" y="5702981"/>
              <a:ext cx="88332" cy="100589"/>
            </a:xfrm>
            <a:custGeom>
              <a:avLst/>
              <a:gdLst>
                <a:gd name="connsiteX0" fmla="*/ 80720 w 88332"/>
                <a:gd name="connsiteY0" fmla="*/ 13830 h 100589"/>
                <a:gd name="connsiteX1" fmla="*/ 70729 w 88332"/>
                <a:gd name="connsiteY1" fmla="*/ 16939 h 100589"/>
                <a:gd name="connsiteX2" fmla="*/ 66641 w 88332"/>
                <a:gd name="connsiteY2" fmla="*/ 25599 h 100589"/>
                <a:gd name="connsiteX3" fmla="*/ 75043 w 88332"/>
                <a:gd name="connsiteY3" fmla="*/ 33371 h 100589"/>
                <a:gd name="connsiteX4" fmla="*/ 87759 w 88332"/>
                <a:gd name="connsiteY4" fmla="*/ 19159 h 100589"/>
                <a:gd name="connsiteX5" fmla="*/ 60964 w 88332"/>
                <a:gd name="connsiteY5" fmla="*/ 63 h 100589"/>
                <a:gd name="connsiteX6" fmla="*/ 108 w 88332"/>
                <a:gd name="connsiteY6" fmla="*/ 63126 h 100589"/>
                <a:gd name="connsiteX7" fmla="*/ 36894 w 88332"/>
                <a:gd name="connsiteY7" fmla="*/ 100652 h 100589"/>
                <a:gd name="connsiteX8" fmla="*/ 88440 w 88332"/>
                <a:gd name="connsiteY8" fmla="*/ 74450 h 100589"/>
                <a:gd name="connsiteX9" fmla="*/ 85716 w 88332"/>
                <a:gd name="connsiteY9" fmla="*/ 71564 h 100589"/>
                <a:gd name="connsiteX10" fmla="*/ 82764 w 88332"/>
                <a:gd name="connsiteY10" fmla="*/ 73784 h 100589"/>
                <a:gd name="connsiteX11" fmla="*/ 37348 w 88332"/>
                <a:gd name="connsiteY11" fmla="*/ 95767 h 100589"/>
                <a:gd name="connsiteX12" fmla="*/ 16912 w 88332"/>
                <a:gd name="connsiteY12" fmla="*/ 71564 h 100589"/>
                <a:gd name="connsiteX13" fmla="*/ 29174 w 88332"/>
                <a:gd name="connsiteY13" fmla="*/ 27153 h 100589"/>
                <a:gd name="connsiteX14" fmla="*/ 61191 w 88332"/>
                <a:gd name="connsiteY14" fmla="*/ 4948 h 100589"/>
                <a:gd name="connsiteX15" fmla="*/ 80720 w 88332"/>
                <a:gd name="connsiteY15" fmla="*/ 1383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8332" h="100589">
                  <a:moveTo>
                    <a:pt x="80720" y="13830"/>
                  </a:moveTo>
                  <a:cubicBezTo>
                    <a:pt x="77087" y="13830"/>
                    <a:pt x="73908" y="13830"/>
                    <a:pt x="70729" y="16939"/>
                  </a:cubicBezTo>
                  <a:cubicBezTo>
                    <a:pt x="67095" y="20270"/>
                    <a:pt x="66641" y="24044"/>
                    <a:pt x="66641" y="25599"/>
                  </a:cubicBezTo>
                  <a:cubicBezTo>
                    <a:pt x="66641" y="30928"/>
                    <a:pt x="70729" y="33371"/>
                    <a:pt x="75043" y="33371"/>
                  </a:cubicBezTo>
                  <a:cubicBezTo>
                    <a:pt x="81628" y="33371"/>
                    <a:pt x="87759" y="28041"/>
                    <a:pt x="87759" y="19159"/>
                  </a:cubicBezTo>
                  <a:cubicBezTo>
                    <a:pt x="87759" y="8279"/>
                    <a:pt x="77087" y="63"/>
                    <a:pt x="60964" y="63"/>
                  </a:cubicBezTo>
                  <a:cubicBezTo>
                    <a:pt x="30309" y="63"/>
                    <a:pt x="108" y="31816"/>
                    <a:pt x="108" y="63126"/>
                  </a:cubicBezTo>
                  <a:cubicBezTo>
                    <a:pt x="108" y="83110"/>
                    <a:pt x="13278" y="100652"/>
                    <a:pt x="36894" y="100652"/>
                  </a:cubicBezTo>
                  <a:cubicBezTo>
                    <a:pt x="69366" y="100652"/>
                    <a:pt x="88440" y="77115"/>
                    <a:pt x="88440" y="74450"/>
                  </a:cubicBezTo>
                  <a:cubicBezTo>
                    <a:pt x="88440" y="73118"/>
                    <a:pt x="87078" y="71564"/>
                    <a:pt x="85716" y="71564"/>
                  </a:cubicBezTo>
                  <a:cubicBezTo>
                    <a:pt x="84580" y="71564"/>
                    <a:pt x="84126" y="72008"/>
                    <a:pt x="82764" y="73784"/>
                  </a:cubicBezTo>
                  <a:cubicBezTo>
                    <a:pt x="64825" y="95767"/>
                    <a:pt x="40073" y="95767"/>
                    <a:pt x="37348" y="95767"/>
                  </a:cubicBezTo>
                  <a:cubicBezTo>
                    <a:pt x="23043" y="95767"/>
                    <a:pt x="16912" y="84887"/>
                    <a:pt x="16912" y="71564"/>
                  </a:cubicBezTo>
                  <a:cubicBezTo>
                    <a:pt x="16912" y="62459"/>
                    <a:pt x="21453" y="40920"/>
                    <a:pt x="29174" y="27153"/>
                  </a:cubicBezTo>
                  <a:cubicBezTo>
                    <a:pt x="36213" y="14496"/>
                    <a:pt x="48702" y="4948"/>
                    <a:pt x="61191" y="4948"/>
                  </a:cubicBezTo>
                  <a:cubicBezTo>
                    <a:pt x="68912" y="4948"/>
                    <a:pt x="77541" y="7835"/>
                    <a:pt x="80720" y="13830"/>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 name="Freeform: Shape 54">
              <a:extLst>
                <a:ext uri="{FF2B5EF4-FFF2-40B4-BE49-F238E27FC236}">
                  <a16:creationId xmlns:a16="http://schemas.microsoft.com/office/drawing/2014/main" id="{C0089130-6200-7EE0-F670-3DD719C99601}"/>
                </a:ext>
              </a:extLst>
            </p:cNvPr>
            <p:cNvSpPr/>
            <p:nvPr>
              <p:custDataLst>
                <p:tags r:id="rId14"/>
              </p:custDataLst>
            </p:nvPr>
          </p:nvSpPr>
          <p:spPr>
            <a:xfrm>
              <a:off x="3493760" y="5634589"/>
              <a:ext cx="9083" cy="222052"/>
            </a:xfrm>
            <a:custGeom>
              <a:avLst/>
              <a:gdLst>
                <a:gd name="connsiteX0" fmla="*/ 9195 w 9083"/>
                <a:gd name="connsiteY0" fmla="*/ 8057 h 222052"/>
                <a:gd name="connsiteX1" fmla="*/ 4654 w 9083"/>
                <a:gd name="connsiteY1" fmla="*/ 63 h 222052"/>
                <a:gd name="connsiteX2" fmla="*/ 112 w 9083"/>
                <a:gd name="connsiteY2" fmla="*/ 8057 h 222052"/>
                <a:gd name="connsiteX3" fmla="*/ 112 w 9083"/>
                <a:gd name="connsiteY3" fmla="*/ 214121 h 222052"/>
                <a:gd name="connsiteX4" fmla="*/ 4654 w 9083"/>
                <a:gd name="connsiteY4" fmla="*/ 222115 h 222052"/>
                <a:gd name="connsiteX5" fmla="*/ 9195 w 9083"/>
                <a:gd name="connsiteY5" fmla="*/ 214121 h 222052"/>
                <a:gd name="connsiteX6" fmla="*/ 9195 w 9083"/>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83" h="222052">
                  <a:moveTo>
                    <a:pt x="9195" y="8057"/>
                  </a:moveTo>
                  <a:cubicBezTo>
                    <a:pt x="9195" y="4060"/>
                    <a:pt x="9195" y="63"/>
                    <a:pt x="4654" y="63"/>
                  </a:cubicBezTo>
                  <a:cubicBezTo>
                    <a:pt x="112" y="63"/>
                    <a:pt x="112" y="4060"/>
                    <a:pt x="112" y="8057"/>
                  </a:cubicBezTo>
                  <a:lnTo>
                    <a:pt x="112" y="214121"/>
                  </a:lnTo>
                  <a:cubicBezTo>
                    <a:pt x="112" y="218118"/>
                    <a:pt x="112" y="222115"/>
                    <a:pt x="4654" y="222115"/>
                  </a:cubicBezTo>
                  <a:cubicBezTo>
                    <a:pt x="9195" y="222115"/>
                    <a:pt x="9195" y="218118"/>
                    <a:pt x="9195" y="214121"/>
                  </a:cubicBezTo>
                  <a:lnTo>
                    <a:pt x="9195" y="805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 name="Freeform: Shape 55">
              <a:extLst>
                <a:ext uri="{FF2B5EF4-FFF2-40B4-BE49-F238E27FC236}">
                  <a16:creationId xmlns:a16="http://schemas.microsoft.com/office/drawing/2014/main" id="{D5024F0E-1865-6B87-B47D-4F95F1F3A3EB}"/>
                </a:ext>
              </a:extLst>
            </p:cNvPr>
            <p:cNvSpPr/>
            <p:nvPr>
              <p:custDataLst>
                <p:tags r:id="rId15"/>
              </p:custDataLst>
            </p:nvPr>
          </p:nvSpPr>
          <p:spPr>
            <a:xfrm>
              <a:off x="3537309" y="5649466"/>
              <a:ext cx="155092" cy="151661"/>
            </a:xfrm>
            <a:custGeom>
              <a:avLst/>
              <a:gdLst>
                <a:gd name="connsiteX0" fmla="*/ 131819 w 155092"/>
                <a:gd name="connsiteY0" fmla="*/ 17383 h 151661"/>
                <a:gd name="connsiteX1" fmla="*/ 149758 w 155092"/>
                <a:gd name="connsiteY1" fmla="*/ 6946 h 151661"/>
                <a:gd name="connsiteX2" fmla="*/ 155208 w 155092"/>
                <a:gd name="connsiteY2" fmla="*/ 6946 h 151661"/>
                <a:gd name="connsiteX3" fmla="*/ 155208 w 155092"/>
                <a:gd name="connsiteY3" fmla="*/ 63 h 151661"/>
                <a:gd name="connsiteX4" fmla="*/ 121828 w 155092"/>
                <a:gd name="connsiteY4" fmla="*/ 729 h 151661"/>
                <a:gd name="connsiteX5" fmla="*/ 88220 w 155092"/>
                <a:gd name="connsiteY5" fmla="*/ 63 h 151661"/>
                <a:gd name="connsiteX6" fmla="*/ 88220 w 155092"/>
                <a:gd name="connsiteY6" fmla="*/ 6946 h 151661"/>
                <a:gd name="connsiteX7" fmla="*/ 93670 w 155092"/>
                <a:gd name="connsiteY7" fmla="*/ 6946 h 151661"/>
                <a:gd name="connsiteX8" fmla="*/ 111609 w 155092"/>
                <a:gd name="connsiteY8" fmla="*/ 17383 h 151661"/>
                <a:gd name="connsiteX9" fmla="*/ 111609 w 155092"/>
                <a:gd name="connsiteY9" fmla="*/ 69343 h 151661"/>
                <a:gd name="connsiteX10" fmla="*/ 43714 w 155092"/>
                <a:gd name="connsiteY10" fmla="*/ 69343 h 151661"/>
                <a:gd name="connsiteX11" fmla="*/ 43714 w 155092"/>
                <a:gd name="connsiteY11" fmla="*/ 17383 h 151661"/>
                <a:gd name="connsiteX12" fmla="*/ 61653 w 155092"/>
                <a:gd name="connsiteY12" fmla="*/ 6946 h 151661"/>
                <a:gd name="connsiteX13" fmla="*/ 67102 w 155092"/>
                <a:gd name="connsiteY13" fmla="*/ 6946 h 151661"/>
                <a:gd name="connsiteX14" fmla="*/ 67102 w 155092"/>
                <a:gd name="connsiteY14" fmla="*/ 63 h 151661"/>
                <a:gd name="connsiteX15" fmla="*/ 33722 w 155092"/>
                <a:gd name="connsiteY15" fmla="*/ 729 h 151661"/>
                <a:gd name="connsiteX16" fmla="*/ 115 w 155092"/>
                <a:gd name="connsiteY16" fmla="*/ 63 h 151661"/>
                <a:gd name="connsiteX17" fmla="*/ 115 w 155092"/>
                <a:gd name="connsiteY17" fmla="*/ 6946 h 151661"/>
                <a:gd name="connsiteX18" fmla="*/ 5565 w 155092"/>
                <a:gd name="connsiteY18" fmla="*/ 6946 h 151661"/>
                <a:gd name="connsiteX19" fmla="*/ 23504 w 155092"/>
                <a:gd name="connsiteY19" fmla="*/ 17383 h 151661"/>
                <a:gd name="connsiteX20" fmla="*/ 23504 w 155092"/>
                <a:gd name="connsiteY20" fmla="*/ 134404 h 151661"/>
                <a:gd name="connsiteX21" fmla="*/ 5565 w 155092"/>
                <a:gd name="connsiteY21" fmla="*/ 144841 h 151661"/>
                <a:gd name="connsiteX22" fmla="*/ 115 w 155092"/>
                <a:gd name="connsiteY22" fmla="*/ 144841 h 151661"/>
                <a:gd name="connsiteX23" fmla="*/ 115 w 155092"/>
                <a:gd name="connsiteY23" fmla="*/ 151724 h 151661"/>
                <a:gd name="connsiteX24" fmla="*/ 33495 w 155092"/>
                <a:gd name="connsiteY24" fmla="*/ 151058 h 151661"/>
                <a:gd name="connsiteX25" fmla="*/ 67102 w 155092"/>
                <a:gd name="connsiteY25" fmla="*/ 151724 h 151661"/>
                <a:gd name="connsiteX26" fmla="*/ 67102 w 155092"/>
                <a:gd name="connsiteY26" fmla="*/ 144841 h 151661"/>
                <a:gd name="connsiteX27" fmla="*/ 61653 w 155092"/>
                <a:gd name="connsiteY27" fmla="*/ 144841 h 151661"/>
                <a:gd name="connsiteX28" fmla="*/ 43714 w 155092"/>
                <a:gd name="connsiteY28" fmla="*/ 134404 h 151661"/>
                <a:gd name="connsiteX29" fmla="*/ 43714 w 155092"/>
                <a:gd name="connsiteY29" fmla="*/ 76227 h 151661"/>
                <a:gd name="connsiteX30" fmla="*/ 111609 w 155092"/>
                <a:gd name="connsiteY30" fmla="*/ 76227 h 151661"/>
                <a:gd name="connsiteX31" fmla="*/ 111609 w 155092"/>
                <a:gd name="connsiteY31" fmla="*/ 134404 h 151661"/>
                <a:gd name="connsiteX32" fmla="*/ 93670 w 155092"/>
                <a:gd name="connsiteY32" fmla="*/ 144841 h 151661"/>
                <a:gd name="connsiteX33" fmla="*/ 88220 w 155092"/>
                <a:gd name="connsiteY33" fmla="*/ 144841 h 151661"/>
                <a:gd name="connsiteX34" fmla="*/ 88220 w 155092"/>
                <a:gd name="connsiteY34" fmla="*/ 151724 h 151661"/>
                <a:gd name="connsiteX35" fmla="*/ 121601 w 155092"/>
                <a:gd name="connsiteY35" fmla="*/ 151058 h 151661"/>
                <a:gd name="connsiteX36" fmla="*/ 155208 w 155092"/>
                <a:gd name="connsiteY36" fmla="*/ 151724 h 151661"/>
                <a:gd name="connsiteX37" fmla="*/ 155208 w 155092"/>
                <a:gd name="connsiteY37" fmla="*/ 144841 h 151661"/>
                <a:gd name="connsiteX38" fmla="*/ 149758 w 155092"/>
                <a:gd name="connsiteY38" fmla="*/ 144841 h 151661"/>
                <a:gd name="connsiteX39" fmla="*/ 131819 w 155092"/>
                <a:gd name="connsiteY39" fmla="*/ 134404 h 151661"/>
                <a:gd name="connsiteX40" fmla="*/ 131819 w 155092"/>
                <a:gd name="connsiteY40" fmla="*/ 17383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5092" h="151661">
                  <a:moveTo>
                    <a:pt x="131819" y="17383"/>
                  </a:moveTo>
                  <a:cubicBezTo>
                    <a:pt x="131819" y="9389"/>
                    <a:pt x="132273" y="6946"/>
                    <a:pt x="149758" y="6946"/>
                  </a:cubicBezTo>
                  <a:lnTo>
                    <a:pt x="155208" y="6946"/>
                  </a:lnTo>
                  <a:lnTo>
                    <a:pt x="155208" y="63"/>
                  </a:lnTo>
                  <a:cubicBezTo>
                    <a:pt x="147260" y="729"/>
                    <a:pt x="130457" y="729"/>
                    <a:pt x="121828" y="729"/>
                  </a:cubicBezTo>
                  <a:cubicBezTo>
                    <a:pt x="113199" y="729"/>
                    <a:pt x="96168" y="729"/>
                    <a:pt x="88220" y="63"/>
                  </a:cubicBezTo>
                  <a:lnTo>
                    <a:pt x="88220" y="6946"/>
                  </a:lnTo>
                  <a:lnTo>
                    <a:pt x="93670" y="6946"/>
                  </a:lnTo>
                  <a:cubicBezTo>
                    <a:pt x="111155" y="6946"/>
                    <a:pt x="111609" y="9389"/>
                    <a:pt x="111609" y="17383"/>
                  </a:cubicBezTo>
                  <a:lnTo>
                    <a:pt x="111609" y="69343"/>
                  </a:lnTo>
                  <a:lnTo>
                    <a:pt x="43714" y="69343"/>
                  </a:lnTo>
                  <a:lnTo>
                    <a:pt x="43714" y="17383"/>
                  </a:lnTo>
                  <a:cubicBezTo>
                    <a:pt x="43714" y="9389"/>
                    <a:pt x="44168" y="6946"/>
                    <a:pt x="61653" y="6946"/>
                  </a:cubicBezTo>
                  <a:lnTo>
                    <a:pt x="67102" y="6946"/>
                  </a:lnTo>
                  <a:lnTo>
                    <a:pt x="67102" y="63"/>
                  </a:lnTo>
                  <a:cubicBezTo>
                    <a:pt x="59155" y="729"/>
                    <a:pt x="42351" y="729"/>
                    <a:pt x="33722" y="729"/>
                  </a:cubicBezTo>
                  <a:cubicBezTo>
                    <a:pt x="25093" y="729"/>
                    <a:pt x="8063" y="729"/>
                    <a:pt x="115" y="63"/>
                  </a:cubicBezTo>
                  <a:lnTo>
                    <a:pt x="115" y="6946"/>
                  </a:lnTo>
                  <a:lnTo>
                    <a:pt x="5565" y="6946"/>
                  </a:lnTo>
                  <a:cubicBezTo>
                    <a:pt x="23050" y="6946"/>
                    <a:pt x="23504" y="9389"/>
                    <a:pt x="23504" y="17383"/>
                  </a:cubicBezTo>
                  <a:lnTo>
                    <a:pt x="23504" y="134404"/>
                  </a:lnTo>
                  <a:cubicBezTo>
                    <a:pt x="23504" y="142398"/>
                    <a:pt x="23050" y="144841"/>
                    <a:pt x="5565" y="144841"/>
                  </a:cubicBezTo>
                  <a:lnTo>
                    <a:pt x="115" y="144841"/>
                  </a:lnTo>
                  <a:lnTo>
                    <a:pt x="115" y="151724"/>
                  </a:lnTo>
                  <a:cubicBezTo>
                    <a:pt x="8063" y="151058"/>
                    <a:pt x="24866" y="151058"/>
                    <a:pt x="33495" y="151058"/>
                  </a:cubicBezTo>
                  <a:cubicBezTo>
                    <a:pt x="42124" y="151058"/>
                    <a:pt x="59155" y="151058"/>
                    <a:pt x="67102" y="151724"/>
                  </a:cubicBezTo>
                  <a:lnTo>
                    <a:pt x="67102" y="144841"/>
                  </a:lnTo>
                  <a:lnTo>
                    <a:pt x="61653" y="144841"/>
                  </a:lnTo>
                  <a:cubicBezTo>
                    <a:pt x="44168" y="144841"/>
                    <a:pt x="43714" y="142398"/>
                    <a:pt x="43714" y="134404"/>
                  </a:cubicBezTo>
                  <a:lnTo>
                    <a:pt x="43714" y="76227"/>
                  </a:lnTo>
                  <a:lnTo>
                    <a:pt x="111609" y="76227"/>
                  </a:lnTo>
                  <a:lnTo>
                    <a:pt x="111609" y="134404"/>
                  </a:lnTo>
                  <a:cubicBezTo>
                    <a:pt x="111609" y="142398"/>
                    <a:pt x="111155" y="144841"/>
                    <a:pt x="93670" y="144841"/>
                  </a:cubicBezTo>
                  <a:lnTo>
                    <a:pt x="88220" y="144841"/>
                  </a:lnTo>
                  <a:lnTo>
                    <a:pt x="88220" y="151724"/>
                  </a:lnTo>
                  <a:cubicBezTo>
                    <a:pt x="96168" y="151058"/>
                    <a:pt x="112972" y="151058"/>
                    <a:pt x="121601" y="151058"/>
                  </a:cubicBezTo>
                  <a:cubicBezTo>
                    <a:pt x="130230" y="151058"/>
                    <a:pt x="147260" y="151058"/>
                    <a:pt x="155208" y="151724"/>
                  </a:cubicBezTo>
                  <a:lnTo>
                    <a:pt x="155208" y="144841"/>
                  </a:lnTo>
                  <a:lnTo>
                    <a:pt x="149758" y="144841"/>
                  </a:lnTo>
                  <a:cubicBezTo>
                    <a:pt x="132273" y="144841"/>
                    <a:pt x="131819" y="142398"/>
                    <a:pt x="131819" y="134404"/>
                  </a:cubicBezTo>
                  <a:lnTo>
                    <a:pt x="131819" y="1738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 name="Freeform: Shape 56">
              <a:extLst>
                <a:ext uri="{FF2B5EF4-FFF2-40B4-BE49-F238E27FC236}">
                  <a16:creationId xmlns:a16="http://schemas.microsoft.com/office/drawing/2014/main" id="{EAC799D1-F190-B601-BCB6-239C3FFBB491}"/>
                </a:ext>
              </a:extLst>
            </p:cNvPr>
            <p:cNvSpPr/>
            <p:nvPr>
              <p:custDataLst>
                <p:tags r:id="rId16"/>
              </p:custDataLst>
            </p:nvPr>
          </p:nvSpPr>
          <p:spPr>
            <a:xfrm>
              <a:off x="3708388" y="5731226"/>
              <a:ext cx="73754" cy="106318"/>
            </a:xfrm>
            <a:custGeom>
              <a:avLst/>
              <a:gdLst>
                <a:gd name="connsiteX0" fmla="*/ 73877 w 73754"/>
                <a:gd name="connsiteY0" fmla="*/ 53690 h 106318"/>
                <a:gd name="connsiteX1" fmla="*/ 64498 w 73754"/>
                <a:gd name="connsiteY1" fmla="*/ 13432 h 106318"/>
                <a:gd name="connsiteX2" fmla="*/ 37000 w 73754"/>
                <a:gd name="connsiteY2" fmla="*/ 64 h 106318"/>
                <a:gd name="connsiteX3" fmla="*/ 122 w 73754"/>
                <a:gd name="connsiteY3" fmla="*/ 53690 h 106318"/>
                <a:gd name="connsiteX4" fmla="*/ 37000 w 73754"/>
                <a:gd name="connsiteY4" fmla="*/ 106383 h 106318"/>
                <a:gd name="connsiteX5" fmla="*/ 73877 w 73754"/>
                <a:gd name="connsiteY5" fmla="*/ 53690 h 106318"/>
                <a:gd name="connsiteX6" fmla="*/ 37000 w 73754"/>
                <a:gd name="connsiteY6" fmla="*/ 102031 h 106318"/>
                <a:gd name="connsiteX7" fmla="*/ 16813 w 73754"/>
                <a:gd name="connsiteY7" fmla="*/ 85088 h 106318"/>
                <a:gd name="connsiteX8" fmla="*/ 14587 w 73754"/>
                <a:gd name="connsiteY8" fmla="*/ 51669 h 106318"/>
                <a:gd name="connsiteX9" fmla="*/ 16971 w 73754"/>
                <a:gd name="connsiteY9" fmla="*/ 19960 h 106318"/>
                <a:gd name="connsiteX10" fmla="*/ 37000 w 73754"/>
                <a:gd name="connsiteY10" fmla="*/ 4416 h 106318"/>
                <a:gd name="connsiteX11" fmla="*/ 56710 w 73754"/>
                <a:gd name="connsiteY11" fmla="*/ 18561 h 106318"/>
                <a:gd name="connsiteX12" fmla="*/ 59412 w 73754"/>
                <a:gd name="connsiteY12" fmla="*/ 51669 h 106318"/>
                <a:gd name="connsiteX13" fmla="*/ 57346 w 73754"/>
                <a:gd name="connsiteY13" fmla="*/ 84466 h 106318"/>
                <a:gd name="connsiteX14" fmla="*/ 37000 w 73754"/>
                <a:gd name="connsiteY14" fmla="*/ 102031 h 106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754" h="106318">
                  <a:moveTo>
                    <a:pt x="73877" y="53690"/>
                  </a:moveTo>
                  <a:cubicBezTo>
                    <a:pt x="73877" y="36592"/>
                    <a:pt x="71810" y="24312"/>
                    <a:pt x="64498" y="13432"/>
                  </a:cubicBezTo>
                  <a:cubicBezTo>
                    <a:pt x="59571" y="6282"/>
                    <a:pt x="49716" y="64"/>
                    <a:pt x="37000" y="64"/>
                  </a:cubicBezTo>
                  <a:cubicBezTo>
                    <a:pt x="122" y="64"/>
                    <a:pt x="122" y="42498"/>
                    <a:pt x="122" y="53690"/>
                  </a:cubicBezTo>
                  <a:cubicBezTo>
                    <a:pt x="122" y="64881"/>
                    <a:pt x="122" y="106383"/>
                    <a:pt x="37000" y="106383"/>
                  </a:cubicBezTo>
                  <a:cubicBezTo>
                    <a:pt x="73877" y="106383"/>
                    <a:pt x="73877" y="64881"/>
                    <a:pt x="73877" y="53690"/>
                  </a:cubicBezTo>
                  <a:close/>
                  <a:moveTo>
                    <a:pt x="37000" y="102031"/>
                  </a:moveTo>
                  <a:cubicBezTo>
                    <a:pt x="29688" y="102031"/>
                    <a:pt x="19992" y="97834"/>
                    <a:pt x="16813" y="85088"/>
                  </a:cubicBezTo>
                  <a:cubicBezTo>
                    <a:pt x="14587" y="75917"/>
                    <a:pt x="14587" y="63172"/>
                    <a:pt x="14587" y="51669"/>
                  </a:cubicBezTo>
                  <a:cubicBezTo>
                    <a:pt x="14587" y="40322"/>
                    <a:pt x="14587" y="28509"/>
                    <a:pt x="16971" y="19960"/>
                  </a:cubicBezTo>
                  <a:cubicBezTo>
                    <a:pt x="20309" y="7681"/>
                    <a:pt x="30482" y="4416"/>
                    <a:pt x="37000" y="4416"/>
                  </a:cubicBezTo>
                  <a:cubicBezTo>
                    <a:pt x="45583" y="4416"/>
                    <a:pt x="53849" y="9546"/>
                    <a:pt x="56710" y="18561"/>
                  </a:cubicBezTo>
                  <a:cubicBezTo>
                    <a:pt x="59253" y="26955"/>
                    <a:pt x="59412" y="38146"/>
                    <a:pt x="59412" y="51669"/>
                  </a:cubicBezTo>
                  <a:cubicBezTo>
                    <a:pt x="59412" y="63172"/>
                    <a:pt x="59412" y="74674"/>
                    <a:pt x="57346" y="84466"/>
                  </a:cubicBezTo>
                  <a:cubicBezTo>
                    <a:pt x="54167" y="98611"/>
                    <a:pt x="43358" y="102031"/>
                    <a:pt x="37000" y="10203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 name="Freeform: Shape 65">
              <a:extLst>
                <a:ext uri="{FF2B5EF4-FFF2-40B4-BE49-F238E27FC236}">
                  <a16:creationId xmlns:a16="http://schemas.microsoft.com/office/drawing/2014/main" id="{A87A7335-6989-5EAF-DF96-A59E4B5FCBB6}"/>
                </a:ext>
              </a:extLst>
            </p:cNvPr>
            <p:cNvSpPr/>
            <p:nvPr>
              <p:custDataLst>
                <p:tags r:id="rId17"/>
              </p:custDataLst>
            </p:nvPr>
          </p:nvSpPr>
          <p:spPr>
            <a:xfrm>
              <a:off x="3814935" y="5634589"/>
              <a:ext cx="52681" cy="222052"/>
            </a:xfrm>
            <a:custGeom>
              <a:avLst/>
              <a:gdLst>
                <a:gd name="connsiteX0" fmla="*/ 52809 w 52681"/>
                <a:gd name="connsiteY0" fmla="*/ 111089 h 222052"/>
                <a:gd name="connsiteX1" fmla="*/ 37822 w 52681"/>
                <a:gd name="connsiteY1" fmla="*/ 41809 h 222052"/>
                <a:gd name="connsiteX2" fmla="*/ 2398 w 52681"/>
                <a:gd name="connsiteY2" fmla="*/ 63 h 222052"/>
                <a:gd name="connsiteX3" fmla="*/ 127 w 52681"/>
                <a:gd name="connsiteY3" fmla="*/ 2283 h 222052"/>
                <a:gd name="connsiteX4" fmla="*/ 4441 w 52681"/>
                <a:gd name="connsiteY4" fmla="*/ 7390 h 222052"/>
                <a:gd name="connsiteX5" fmla="*/ 39638 w 52681"/>
                <a:gd name="connsiteY5" fmla="*/ 111089 h 222052"/>
                <a:gd name="connsiteX6" fmla="*/ 3079 w 52681"/>
                <a:gd name="connsiteY6" fmla="*/ 216120 h 222052"/>
                <a:gd name="connsiteX7" fmla="*/ 127 w 52681"/>
                <a:gd name="connsiteY7" fmla="*/ 219895 h 222052"/>
                <a:gd name="connsiteX8" fmla="*/ 2398 w 52681"/>
                <a:gd name="connsiteY8" fmla="*/ 222115 h 222052"/>
                <a:gd name="connsiteX9" fmla="*/ 38503 w 52681"/>
                <a:gd name="connsiteY9" fmla="*/ 178815 h 222052"/>
                <a:gd name="connsiteX10" fmla="*/ 52809 w 52681"/>
                <a:gd name="connsiteY10" fmla="*/ 111089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681" h="222052">
                  <a:moveTo>
                    <a:pt x="52809" y="111089"/>
                  </a:moveTo>
                  <a:cubicBezTo>
                    <a:pt x="52809" y="93769"/>
                    <a:pt x="50311" y="66901"/>
                    <a:pt x="37822" y="41809"/>
                  </a:cubicBezTo>
                  <a:cubicBezTo>
                    <a:pt x="24197" y="14496"/>
                    <a:pt x="4668" y="63"/>
                    <a:pt x="2398" y="63"/>
                  </a:cubicBezTo>
                  <a:cubicBezTo>
                    <a:pt x="1035" y="63"/>
                    <a:pt x="127" y="951"/>
                    <a:pt x="127" y="2283"/>
                  </a:cubicBezTo>
                  <a:cubicBezTo>
                    <a:pt x="127" y="2949"/>
                    <a:pt x="127" y="3394"/>
                    <a:pt x="4441" y="7390"/>
                  </a:cubicBezTo>
                  <a:cubicBezTo>
                    <a:pt x="26695" y="29374"/>
                    <a:pt x="39638" y="64680"/>
                    <a:pt x="39638" y="111089"/>
                  </a:cubicBezTo>
                  <a:cubicBezTo>
                    <a:pt x="39638" y="149060"/>
                    <a:pt x="31236" y="188141"/>
                    <a:pt x="3079" y="216120"/>
                  </a:cubicBezTo>
                  <a:cubicBezTo>
                    <a:pt x="127" y="218784"/>
                    <a:pt x="127" y="219228"/>
                    <a:pt x="127" y="219895"/>
                  </a:cubicBezTo>
                  <a:cubicBezTo>
                    <a:pt x="127" y="221227"/>
                    <a:pt x="1035" y="222115"/>
                    <a:pt x="2398" y="222115"/>
                  </a:cubicBezTo>
                  <a:cubicBezTo>
                    <a:pt x="4668" y="222115"/>
                    <a:pt x="25105" y="207016"/>
                    <a:pt x="38503" y="178815"/>
                  </a:cubicBezTo>
                  <a:cubicBezTo>
                    <a:pt x="50084" y="154389"/>
                    <a:pt x="52809" y="129741"/>
                    <a:pt x="52809" y="11108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7" name="Freeform: Shape 66">
              <a:extLst>
                <a:ext uri="{FF2B5EF4-FFF2-40B4-BE49-F238E27FC236}">
                  <a16:creationId xmlns:a16="http://schemas.microsoft.com/office/drawing/2014/main" id="{03F3F555-2A77-027F-FBBE-39B4BBB43D51}"/>
                </a:ext>
              </a:extLst>
            </p:cNvPr>
            <p:cNvSpPr/>
            <p:nvPr>
              <p:custDataLst>
                <p:tags r:id="rId18"/>
              </p:custDataLst>
            </p:nvPr>
          </p:nvSpPr>
          <p:spPr>
            <a:xfrm>
              <a:off x="3966091" y="5719635"/>
              <a:ext cx="151005" cy="51960"/>
            </a:xfrm>
            <a:custGeom>
              <a:avLst/>
              <a:gdLst>
                <a:gd name="connsiteX0" fmla="*/ 143419 w 151005"/>
                <a:gd name="connsiteY0" fmla="*/ 8945 h 51960"/>
                <a:gd name="connsiteX1" fmla="*/ 151139 w 151005"/>
                <a:gd name="connsiteY1" fmla="*/ 4504 h 51960"/>
                <a:gd name="connsiteX2" fmla="*/ 143646 w 151005"/>
                <a:gd name="connsiteY2" fmla="*/ 63 h 51960"/>
                <a:gd name="connsiteX3" fmla="*/ 7627 w 151005"/>
                <a:gd name="connsiteY3" fmla="*/ 63 h 51960"/>
                <a:gd name="connsiteX4" fmla="*/ 134 w 151005"/>
                <a:gd name="connsiteY4" fmla="*/ 4504 h 51960"/>
                <a:gd name="connsiteX5" fmla="*/ 7854 w 151005"/>
                <a:gd name="connsiteY5" fmla="*/ 8945 h 51960"/>
                <a:gd name="connsiteX6" fmla="*/ 143419 w 151005"/>
                <a:gd name="connsiteY6" fmla="*/ 8945 h 51960"/>
                <a:gd name="connsiteX7" fmla="*/ 143646 w 151005"/>
                <a:gd name="connsiteY7" fmla="*/ 52023 h 51960"/>
                <a:gd name="connsiteX8" fmla="*/ 151139 w 151005"/>
                <a:gd name="connsiteY8" fmla="*/ 47582 h 51960"/>
                <a:gd name="connsiteX9" fmla="*/ 143419 w 151005"/>
                <a:gd name="connsiteY9" fmla="*/ 43141 h 51960"/>
                <a:gd name="connsiteX10" fmla="*/ 7854 w 151005"/>
                <a:gd name="connsiteY10" fmla="*/ 43141 h 51960"/>
                <a:gd name="connsiteX11" fmla="*/ 134 w 151005"/>
                <a:gd name="connsiteY11" fmla="*/ 47582 h 51960"/>
                <a:gd name="connsiteX12" fmla="*/ 7627 w 151005"/>
                <a:gd name="connsiteY12" fmla="*/ 52023 h 51960"/>
                <a:gd name="connsiteX13" fmla="*/ 143646 w 151005"/>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005" h="51960">
                  <a:moveTo>
                    <a:pt x="143419" y="8945"/>
                  </a:moveTo>
                  <a:cubicBezTo>
                    <a:pt x="146825" y="8945"/>
                    <a:pt x="151139" y="8945"/>
                    <a:pt x="151139" y="4504"/>
                  </a:cubicBezTo>
                  <a:cubicBezTo>
                    <a:pt x="151139" y="63"/>
                    <a:pt x="146825" y="63"/>
                    <a:pt x="143646" y="63"/>
                  </a:cubicBezTo>
                  <a:lnTo>
                    <a:pt x="7627" y="63"/>
                  </a:lnTo>
                  <a:cubicBezTo>
                    <a:pt x="4448" y="63"/>
                    <a:pt x="134" y="63"/>
                    <a:pt x="134" y="4504"/>
                  </a:cubicBezTo>
                  <a:cubicBezTo>
                    <a:pt x="134" y="8945"/>
                    <a:pt x="4448" y="8945"/>
                    <a:pt x="7854" y="8945"/>
                  </a:cubicBezTo>
                  <a:lnTo>
                    <a:pt x="143419" y="8945"/>
                  </a:lnTo>
                  <a:close/>
                  <a:moveTo>
                    <a:pt x="143646" y="52023"/>
                  </a:moveTo>
                  <a:cubicBezTo>
                    <a:pt x="146825" y="52023"/>
                    <a:pt x="151139" y="52023"/>
                    <a:pt x="151139" y="47582"/>
                  </a:cubicBezTo>
                  <a:cubicBezTo>
                    <a:pt x="151139" y="43141"/>
                    <a:pt x="146825" y="43141"/>
                    <a:pt x="143419" y="43141"/>
                  </a:cubicBezTo>
                  <a:lnTo>
                    <a:pt x="7854" y="43141"/>
                  </a:lnTo>
                  <a:cubicBezTo>
                    <a:pt x="4448" y="43141"/>
                    <a:pt x="134" y="43141"/>
                    <a:pt x="134" y="47582"/>
                  </a:cubicBezTo>
                  <a:cubicBezTo>
                    <a:pt x="134" y="52023"/>
                    <a:pt x="4448" y="52023"/>
                    <a:pt x="7627" y="52023"/>
                  </a:cubicBezTo>
                  <a:lnTo>
                    <a:pt x="143646" y="5202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8" name="Freeform: Shape 67">
              <a:extLst>
                <a:ext uri="{FF2B5EF4-FFF2-40B4-BE49-F238E27FC236}">
                  <a16:creationId xmlns:a16="http://schemas.microsoft.com/office/drawing/2014/main" id="{15911BA1-D56B-8C8B-7D48-7214CD05F6F7}"/>
                </a:ext>
              </a:extLst>
            </p:cNvPr>
            <p:cNvSpPr/>
            <p:nvPr>
              <p:custDataLst>
                <p:tags r:id="rId19"/>
              </p:custDataLst>
            </p:nvPr>
          </p:nvSpPr>
          <p:spPr>
            <a:xfrm>
              <a:off x="4201921" y="5653241"/>
              <a:ext cx="95599" cy="152771"/>
            </a:xfrm>
            <a:custGeom>
              <a:avLst/>
              <a:gdLst>
                <a:gd name="connsiteX0" fmla="*/ 95743 w 95599"/>
                <a:gd name="connsiteY0" fmla="*/ 76893 h 152771"/>
                <a:gd name="connsiteX1" fmla="*/ 86660 w 95599"/>
                <a:gd name="connsiteY1" fmla="*/ 24933 h 152771"/>
                <a:gd name="connsiteX2" fmla="*/ 48057 w 95599"/>
                <a:gd name="connsiteY2" fmla="*/ 63 h 152771"/>
                <a:gd name="connsiteX3" fmla="*/ 8546 w 95599"/>
                <a:gd name="connsiteY3" fmla="*/ 26487 h 152771"/>
                <a:gd name="connsiteX4" fmla="*/ 144 w 95599"/>
                <a:gd name="connsiteY4" fmla="*/ 76893 h 152771"/>
                <a:gd name="connsiteX5" fmla="*/ 10362 w 95599"/>
                <a:gd name="connsiteY5" fmla="*/ 130407 h 152771"/>
                <a:gd name="connsiteX6" fmla="*/ 47830 w 95599"/>
                <a:gd name="connsiteY6" fmla="*/ 152835 h 152771"/>
                <a:gd name="connsiteX7" fmla="*/ 87341 w 95599"/>
                <a:gd name="connsiteY7" fmla="*/ 127077 h 152771"/>
                <a:gd name="connsiteX8" fmla="*/ 95743 w 95599"/>
                <a:gd name="connsiteY8" fmla="*/ 76893 h 152771"/>
                <a:gd name="connsiteX9" fmla="*/ 47830 w 95599"/>
                <a:gd name="connsiteY9" fmla="*/ 147950 h 152771"/>
                <a:gd name="connsiteX10" fmla="*/ 21489 w 95599"/>
                <a:gd name="connsiteY10" fmla="*/ 121081 h 152771"/>
                <a:gd name="connsiteX11" fmla="*/ 18991 w 95599"/>
                <a:gd name="connsiteY11" fmla="*/ 74228 h 152771"/>
                <a:gd name="connsiteX12" fmla="*/ 20808 w 95599"/>
                <a:gd name="connsiteY12" fmla="*/ 33371 h 152771"/>
                <a:gd name="connsiteX13" fmla="*/ 47830 w 95599"/>
                <a:gd name="connsiteY13" fmla="*/ 4948 h 152771"/>
                <a:gd name="connsiteX14" fmla="*/ 74625 w 95599"/>
                <a:gd name="connsiteY14" fmla="*/ 30928 h 152771"/>
                <a:gd name="connsiteX15" fmla="*/ 76896 w 95599"/>
                <a:gd name="connsiteY15" fmla="*/ 74228 h 152771"/>
                <a:gd name="connsiteX16" fmla="*/ 74398 w 95599"/>
                <a:gd name="connsiteY16" fmla="*/ 120193 h 152771"/>
                <a:gd name="connsiteX17" fmla="*/ 47830 w 95599"/>
                <a:gd name="connsiteY17" fmla="*/ 147950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599" h="152771">
                  <a:moveTo>
                    <a:pt x="95743" y="76893"/>
                  </a:moveTo>
                  <a:cubicBezTo>
                    <a:pt x="95743" y="59129"/>
                    <a:pt x="94608" y="41364"/>
                    <a:pt x="86660" y="24933"/>
                  </a:cubicBezTo>
                  <a:cubicBezTo>
                    <a:pt x="76215" y="3616"/>
                    <a:pt x="57594" y="63"/>
                    <a:pt x="48057" y="63"/>
                  </a:cubicBezTo>
                  <a:cubicBezTo>
                    <a:pt x="34433" y="63"/>
                    <a:pt x="17856" y="5836"/>
                    <a:pt x="8546" y="26487"/>
                  </a:cubicBezTo>
                  <a:cubicBezTo>
                    <a:pt x="1279" y="41809"/>
                    <a:pt x="144" y="59129"/>
                    <a:pt x="144" y="76893"/>
                  </a:cubicBezTo>
                  <a:cubicBezTo>
                    <a:pt x="144" y="93547"/>
                    <a:pt x="1052" y="113531"/>
                    <a:pt x="10362" y="130407"/>
                  </a:cubicBezTo>
                  <a:cubicBezTo>
                    <a:pt x="20127" y="148394"/>
                    <a:pt x="36703" y="152835"/>
                    <a:pt x="47830" y="152835"/>
                  </a:cubicBezTo>
                  <a:cubicBezTo>
                    <a:pt x="60092" y="152835"/>
                    <a:pt x="77350" y="148172"/>
                    <a:pt x="87341" y="127077"/>
                  </a:cubicBezTo>
                  <a:cubicBezTo>
                    <a:pt x="94608" y="111755"/>
                    <a:pt x="95743" y="94435"/>
                    <a:pt x="95743" y="76893"/>
                  </a:cubicBezTo>
                  <a:close/>
                  <a:moveTo>
                    <a:pt x="47830" y="147950"/>
                  </a:moveTo>
                  <a:cubicBezTo>
                    <a:pt x="38974" y="147950"/>
                    <a:pt x="25577" y="142398"/>
                    <a:pt x="21489" y="121081"/>
                  </a:cubicBezTo>
                  <a:cubicBezTo>
                    <a:pt x="18991" y="107758"/>
                    <a:pt x="18991" y="87329"/>
                    <a:pt x="18991" y="74228"/>
                  </a:cubicBezTo>
                  <a:cubicBezTo>
                    <a:pt x="18991" y="60017"/>
                    <a:pt x="18991" y="45361"/>
                    <a:pt x="20808" y="33371"/>
                  </a:cubicBezTo>
                  <a:cubicBezTo>
                    <a:pt x="25122" y="6946"/>
                    <a:pt x="42153" y="4948"/>
                    <a:pt x="47830" y="4948"/>
                  </a:cubicBezTo>
                  <a:cubicBezTo>
                    <a:pt x="55324" y="4948"/>
                    <a:pt x="70311" y="8945"/>
                    <a:pt x="74625" y="30928"/>
                  </a:cubicBezTo>
                  <a:cubicBezTo>
                    <a:pt x="76896" y="43363"/>
                    <a:pt x="76896" y="60239"/>
                    <a:pt x="76896" y="74228"/>
                  </a:cubicBezTo>
                  <a:cubicBezTo>
                    <a:pt x="76896" y="90882"/>
                    <a:pt x="76896" y="105982"/>
                    <a:pt x="74398" y="120193"/>
                  </a:cubicBezTo>
                  <a:cubicBezTo>
                    <a:pt x="70992" y="141288"/>
                    <a:pt x="58048" y="147950"/>
                    <a:pt x="47830" y="147950"/>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9" name="Freeform: Shape 68">
              <a:extLst>
                <a:ext uri="{FF2B5EF4-FFF2-40B4-BE49-F238E27FC236}">
                  <a16:creationId xmlns:a16="http://schemas.microsoft.com/office/drawing/2014/main" id="{2A0426AD-8635-11B1-1EA9-6BF5335FB90C}"/>
                </a:ext>
              </a:extLst>
            </p:cNvPr>
            <p:cNvSpPr/>
            <p:nvPr>
              <p:custDataLst>
                <p:tags r:id="rId20"/>
              </p:custDataLst>
            </p:nvPr>
          </p:nvSpPr>
          <p:spPr>
            <a:xfrm>
              <a:off x="4326132" y="5777590"/>
              <a:ext cx="24070" cy="23537"/>
            </a:xfrm>
            <a:custGeom>
              <a:avLst/>
              <a:gdLst>
                <a:gd name="connsiteX0" fmla="*/ 24219 w 24070"/>
                <a:gd name="connsiteY0" fmla="*/ 11832 h 23537"/>
                <a:gd name="connsiteX1" fmla="*/ 12184 w 24070"/>
                <a:gd name="connsiteY1" fmla="*/ 63 h 23537"/>
                <a:gd name="connsiteX2" fmla="*/ 149 w 24070"/>
                <a:gd name="connsiteY2" fmla="*/ 11832 h 23537"/>
                <a:gd name="connsiteX3" fmla="*/ 12184 w 24070"/>
                <a:gd name="connsiteY3" fmla="*/ 23600 h 23537"/>
                <a:gd name="connsiteX4" fmla="*/ 24219 w 24070"/>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70" h="23537">
                  <a:moveTo>
                    <a:pt x="24219" y="11832"/>
                  </a:moveTo>
                  <a:cubicBezTo>
                    <a:pt x="24219" y="5392"/>
                    <a:pt x="18769" y="63"/>
                    <a:pt x="12184" y="63"/>
                  </a:cubicBezTo>
                  <a:cubicBezTo>
                    <a:pt x="5599" y="63"/>
                    <a:pt x="149" y="5392"/>
                    <a:pt x="149" y="11832"/>
                  </a:cubicBezTo>
                  <a:cubicBezTo>
                    <a:pt x="149" y="18271"/>
                    <a:pt x="5599" y="23600"/>
                    <a:pt x="12184" y="23600"/>
                  </a:cubicBezTo>
                  <a:cubicBezTo>
                    <a:pt x="18769" y="23600"/>
                    <a:pt x="24219" y="18271"/>
                    <a:pt x="24219" y="11832"/>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0" name="Freeform: Shape 69">
              <a:extLst>
                <a:ext uri="{FF2B5EF4-FFF2-40B4-BE49-F238E27FC236}">
                  <a16:creationId xmlns:a16="http://schemas.microsoft.com/office/drawing/2014/main" id="{640318CC-1A0E-0848-246C-3EA3F8AA90C5}"/>
                </a:ext>
              </a:extLst>
            </p:cNvPr>
            <p:cNvSpPr/>
            <p:nvPr>
              <p:custDataLst>
                <p:tags r:id="rId21"/>
              </p:custDataLst>
            </p:nvPr>
          </p:nvSpPr>
          <p:spPr>
            <a:xfrm>
              <a:off x="4378537" y="5653241"/>
              <a:ext cx="95599" cy="152771"/>
            </a:xfrm>
            <a:custGeom>
              <a:avLst/>
              <a:gdLst>
                <a:gd name="connsiteX0" fmla="*/ 95751 w 95599"/>
                <a:gd name="connsiteY0" fmla="*/ 76893 h 152771"/>
                <a:gd name="connsiteX1" fmla="*/ 86668 w 95599"/>
                <a:gd name="connsiteY1" fmla="*/ 24933 h 152771"/>
                <a:gd name="connsiteX2" fmla="*/ 48065 w 95599"/>
                <a:gd name="connsiteY2" fmla="*/ 63 h 152771"/>
                <a:gd name="connsiteX3" fmla="*/ 8554 w 95599"/>
                <a:gd name="connsiteY3" fmla="*/ 26487 h 152771"/>
                <a:gd name="connsiteX4" fmla="*/ 152 w 95599"/>
                <a:gd name="connsiteY4" fmla="*/ 76893 h 152771"/>
                <a:gd name="connsiteX5" fmla="*/ 10370 w 95599"/>
                <a:gd name="connsiteY5" fmla="*/ 130407 h 152771"/>
                <a:gd name="connsiteX6" fmla="*/ 47838 w 95599"/>
                <a:gd name="connsiteY6" fmla="*/ 152835 h 152771"/>
                <a:gd name="connsiteX7" fmla="*/ 87349 w 95599"/>
                <a:gd name="connsiteY7" fmla="*/ 127077 h 152771"/>
                <a:gd name="connsiteX8" fmla="*/ 95751 w 95599"/>
                <a:gd name="connsiteY8" fmla="*/ 76893 h 152771"/>
                <a:gd name="connsiteX9" fmla="*/ 47838 w 95599"/>
                <a:gd name="connsiteY9" fmla="*/ 147950 h 152771"/>
                <a:gd name="connsiteX10" fmla="*/ 21497 w 95599"/>
                <a:gd name="connsiteY10" fmla="*/ 121081 h 152771"/>
                <a:gd name="connsiteX11" fmla="*/ 18999 w 95599"/>
                <a:gd name="connsiteY11" fmla="*/ 74228 h 152771"/>
                <a:gd name="connsiteX12" fmla="*/ 20816 w 95599"/>
                <a:gd name="connsiteY12" fmla="*/ 33371 h 152771"/>
                <a:gd name="connsiteX13" fmla="*/ 47838 w 95599"/>
                <a:gd name="connsiteY13" fmla="*/ 4948 h 152771"/>
                <a:gd name="connsiteX14" fmla="*/ 74633 w 95599"/>
                <a:gd name="connsiteY14" fmla="*/ 30928 h 152771"/>
                <a:gd name="connsiteX15" fmla="*/ 76904 w 95599"/>
                <a:gd name="connsiteY15" fmla="*/ 74228 h 152771"/>
                <a:gd name="connsiteX16" fmla="*/ 74406 w 95599"/>
                <a:gd name="connsiteY16" fmla="*/ 120193 h 152771"/>
                <a:gd name="connsiteX17" fmla="*/ 47838 w 95599"/>
                <a:gd name="connsiteY17" fmla="*/ 147950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599" h="152771">
                  <a:moveTo>
                    <a:pt x="95751" y="76893"/>
                  </a:moveTo>
                  <a:cubicBezTo>
                    <a:pt x="95751" y="59129"/>
                    <a:pt x="94615" y="41364"/>
                    <a:pt x="86668" y="24933"/>
                  </a:cubicBezTo>
                  <a:cubicBezTo>
                    <a:pt x="76222" y="3616"/>
                    <a:pt x="57602" y="63"/>
                    <a:pt x="48065" y="63"/>
                  </a:cubicBezTo>
                  <a:cubicBezTo>
                    <a:pt x="34440" y="63"/>
                    <a:pt x="17864" y="5836"/>
                    <a:pt x="8554" y="26487"/>
                  </a:cubicBezTo>
                  <a:cubicBezTo>
                    <a:pt x="1287" y="41809"/>
                    <a:pt x="152" y="59129"/>
                    <a:pt x="152" y="76893"/>
                  </a:cubicBezTo>
                  <a:cubicBezTo>
                    <a:pt x="152" y="93547"/>
                    <a:pt x="1060" y="113531"/>
                    <a:pt x="10370" y="130407"/>
                  </a:cubicBezTo>
                  <a:cubicBezTo>
                    <a:pt x="20134" y="148394"/>
                    <a:pt x="36711" y="152835"/>
                    <a:pt x="47838" y="152835"/>
                  </a:cubicBezTo>
                  <a:cubicBezTo>
                    <a:pt x="60100" y="152835"/>
                    <a:pt x="77358" y="148172"/>
                    <a:pt x="87349" y="127077"/>
                  </a:cubicBezTo>
                  <a:cubicBezTo>
                    <a:pt x="94615" y="111755"/>
                    <a:pt x="95751" y="94435"/>
                    <a:pt x="95751" y="76893"/>
                  </a:cubicBezTo>
                  <a:close/>
                  <a:moveTo>
                    <a:pt x="47838" y="147950"/>
                  </a:moveTo>
                  <a:cubicBezTo>
                    <a:pt x="38982" y="147950"/>
                    <a:pt x="25584" y="142398"/>
                    <a:pt x="21497" y="121081"/>
                  </a:cubicBezTo>
                  <a:cubicBezTo>
                    <a:pt x="18999" y="107758"/>
                    <a:pt x="18999" y="87329"/>
                    <a:pt x="18999" y="74228"/>
                  </a:cubicBezTo>
                  <a:cubicBezTo>
                    <a:pt x="18999" y="60017"/>
                    <a:pt x="18999" y="45361"/>
                    <a:pt x="20816" y="33371"/>
                  </a:cubicBezTo>
                  <a:cubicBezTo>
                    <a:pt x="25130" y="6946"/>
                    <a:pt x="42161" y="4948"/>
                    <a:pt x="47838" y="4948"/>
                  </a:cubicBezTo>
                  <a:cubicBezTo>
                    <a:pt x="55331" y="4948"/>
                    <a:pt x="70318" y="8945"/>
                    <a:pt x="74633" y="30928"/>
                  </a:cubicBezTo>
                  <a:cubicBezTo>
                    <a:pt x="76904" y="43363"/>
                    <a:pt x="76904" y="60239"/>
                    <a:pt x="76904" y="74228"/>
                  </a:cubicBezTo>
                  <a:cubicBezTo>
                    <a:pt x="76904" y="90882"/>
                    <a:pt x="76904" y="105982"/>
                    <a:pt x="74406" y="120193"/>
                  </a:cubicBezTo>
                  <a:cubicBezTo>
                    <a:pt x="71000" y="141288"/>
                    <a:pt x="58056" y="147950"/>
                    <a:pt x="47838" y="147950"/>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1" name="Freeform: Shape 70">
              <a:extLst>
                <a:ext uri="{FF2B5EF4-FFF2-40B4-BE49-F238E27FC236}">
                  <a16:creationId xmlns:a16="http://schemas.microsoft.com/office/drawing/2014/main" id="{ECC683CD-B25B-281A-0786-89A22C2C3D16}"/>
                </a:ext>
              </a:extLst>
            </p:cNvPr>
            <p:cNvSpPr/>
            <p:nvPr>
              <p:custDataLst>
                <p:tags r:id="rId22"/>
              </p:custDataLst>
            </p:nvPr>
          </p:nvSpPr>
          <p:spPr>
            <a:xfrm>
              <a:off x="4494573" y="5653241"/>
              <a:ext cx="90603" cy="152771"/>
            </a:xfrm>
            <a:custGeom>
              <a:avLst/>
              <a:gdLst>
                <a:gd name="connsiteX0" fmla="*/ 90760 w 90603"/>
                <a:gd name="connsiteY0" fmla="*/ 103317 h 152771"/>
                <a:gd name="connsiteX1" fmla="*/ 47616 w 90603"/>
                <a:gd name="connsiteY1" fmla="*/ 54688 h 152771"/>
                <a:gd name="connsiteX2" fmla="*/ 18777 w 90603"/>
                <a:gd name="connsiteY2" fmla="*/ 66012 h 152771"/>
                <a:gd name="connsiteX3" fmla="*/ 18777 w 90603"/>
                <a:gd name="connsiteY3" fmla="*/ 22712 h 152771"/>
                <a:gd name="connsiteX4" fmla="*/ 38078 w 90603"/>
                <a:gd name="connsiteY4" fmla="*/ 25599 h 152771"/>
                <a:gd name="connsiteX5" fmla="*/ 81904 w 90603"/>
                <a:gd name="connsiteY5" fmla="*/ 2505 h 152771"/>
                <a:gd name="connsiteX6" fmla="*/ 79633 w 90603"/>
                <a:gd name="connsiteY6" fmla="*/ 63 h 152771"/>
                <a:gd name="connsiteX7" fmla="*/ 77817 w 90603"/>
                <a:gd name="connsiteY7" fmla="*/ 729 h 152771"/>
                <a:gd name="connsiteX8" fmla="*/ 46934 w 90603"/>
                <a:gd name="connsiteY8" fmla="*/ 7168 h 152771"/>
                <a:gd name="connsiteX9" fmla="*/ 16733 w 90603"/>
                <a:gd name="connsiteY9" fmla="*/ 951 h 152771"/>
                <a:gd name="connsiteX10" fmla="*/ 14008 w 90603"/>
                <a:gd name="connsiteY10" fmla="*/ 285 h 152771"/>
                <a:gd name="connsiteX11" fmla="*/ 11738 w 90603"/>
                <a:gd name="connsiteY11" fmla="*/ 5614 h 152771"/>
                <a:gd name="connsiteX12" fmla="*/ 11738 w 90603"/>
                <a:gd name="connsiteY12" fmla="*/ 71342 h 152771"/>
                <a:gd name="connsiteX13" fmla="*/ 14917 w 90603"/>
                <a:gd name="connsiteY13" fmla="*/ 77115 h 152771"/>
                <a:gd name="connsiteX14" fmla="*/ 17869 w 90603"/>
                <a:gd name="connsiteY14" fmla="*/ 75116 h 152771"/>
                <a:gd name="connsiteX15" fmla="*/ 47162 w 90603"/>
                <a:gd name="connsiteY15" fmla="*/ 59573 h 152771"/>
                <a:gd name="connsiteX16" fmla="*/ 66463 w 90603"/>
                <a:gd name="connsiteY16" fmla="*/ 73784 h 152771"/>
                <a:gd name="connsiteX17" fmla="*/ 70550 w 90603"/>
                <a:gd name="connsiteY17" fmla="*/ 101763 h 152771"/>
                <a:gd name="connsiteX18" fmla="*/ 65101 w 90603"/>
                <a:gd name="connsiteY18" fmla="*/ 132184 h 152771"/>
                <a:gd name="connsiteX19" fmla="*/ 40803 w 90603"/>
                <a:gd name="connsiteY19" fmla="*/ 146617 h 152771"/>
                <a:gd name="connsiteX20" fmla="*/ 7423 w 90603"/>
                <a:gd name="connsiteY20" fmla="*/ 121747 h 152771"/>
                <a:gd name="connsiteX21" fmla="*/ 11283 w 90603"/>
                <a:gd name="connsiteY21" fmla="*/ 122192 h 152771"/>
                <a:gd name="connsiteX22" fmla="*/ 22637 w 90603"/>
                <a:gd name="connsiteY22" fmla="*/ 111311 h 152771"/>
                <a:gd name="connsiteX23" fmla="*/ 11283 w 90603"/>
                <a:gd name="connsiteY23" fmla="*/ 100430 h 152771"/>
                <a:gd name="connsiteX24" fmla="*/ 157 w 90603"/>
                <a:gd name="connsiteY24" fmla="*/ 112199 h 152771"/>
                <a:gd name="connsiteX25" fmla="*/ 41258 w 90603"/>
                <a:gd name="connsiteY25" fmla="*/ 152835 h 152771"/>
                <a:gd name="connsiteX26" fmla="*/ 90760 w 90603"/>
                <a:gd name="connsiteY26" fmla="*/ 103317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0603" h="152771">
                  <a:moveTo>
                    <a:pt x="90760" y="103317"/>
                  </a:moveTo>
                  <a:cubicBezTo>
                    <a:pt x="90760" y="76893"/>
                    <a:pt x="72140" y="54688"/>
                    <a:pt x="47616" y="54688"/>
                  </a:cubicBezTo>
                  <a:cubicBezTo>
                    <a:pt x="36716" y="54688"/>
                    <a:pt x="26952" y="58240"/>
                    <a:pt x="18777" y="66012"/>
                  </a:cubicBezTo>
                  <a:lnTo>
                    <a:pt x="18777" y="22712"/>
                  </a:lnTo>
                  <a:cubicBezTo>
                    <a:pt x="23319" y="24044"/>
                    <a:pt x="30812" y="25599"/>
                    <a:pt x="38078" y="25599"/>
                  </a:cubicBezTo>
                  <a:cubicBezTo>
                    <a:pt x="66009" y="25599"/>
                    <a:pt x="81904" y="5392"/>
                    <a:pt x="81904" y="2505"/>
                  </a:cubicBezTo>
                  <a:cubicBezTo>
                    <a:pt x="81904" y="1173"/>
                    <a:pt x="81223" y="63"/>
                    <a:pt x="79633" y="63"/>
                  </a:cubicBezTo>
                  <a:cubicBezTo>
                    <a:pt x="79406" y="63"/>
                    <a:pt x="78952" y="63"/>
                    <a:pt x="77817" y="729"/>
                  </a:cubicBezTo>
                  <a:cubicBezTo>
                    <a:pt x="73275" y="2727"/>
                    <a:pt x="62149" y="7168"/>
                    <a:pt x="46934" y="7168"/>
                  </a:cubicBezTo>
                  <a:cubicBezTo>
                    <a:pt x="37851" y="7168"/>
                    <a:pt x="27406" y="5614"/>
                    <a:pt x="16733" y="951"/>
                  </a:cubicBezTo>
                  <a:cubicBezTo>
                    <a:pt x="14917" y="285"/>
                    <a:pt x="14463" y="285"/>
                    <a:pt x="14008" y="285"/>
                  </a:cubicBezTo>
                  <a:cubicBezTo>
                    <a:pt x="11738" y="285"/>
                    <a:pt x="11738" y="2061"/>
                    <a:pt x="11738" y="5614"/>
                  </a:cubicBezTo>
                  <a:lnTo>
                    <a:pt x="11738" y="71342"/>
                  </a:lnTo>
                  <a:cubicBezTo>
                    <a:pt x="11738" y="75339"/>
                    <a:pt x="11738" y="77115"/>
                    <a:pt x="14917" y="77115"/>
                  </a:cubicBezTo>
                  <a:cubicBezTo>
                    <a:pt x="16506" y="77115"/>
                    <a:pt x="16960" y="76449"/>
                    <a:pt x="17869" y="75116"/>
                  </a:cubicBezTo>
                  <a:cubicBezTo>
                    <a:pt x="20367" y="71564"/>
                    <a:pt x="28768" y="59573"/>
                    <a:pt x="47162" y="59573"/>
                  </a:cubicBezTo>
                  <a:cubicBezTo>
                    <a:pt x="58969" y="59573"/>
                    <a:pt x="64646" y="69787"/>
                    <a:pt x="66463" y="73784"/>
                  </a:cubicBezTo>
                  <a:cubicBezTo>
                    <a:pt x="70096" y="82000"/>
                    <a:pt x="70550" y="90660"/>
                    <a:pt x="70550" y="101763"/>
                  </a:cubicBezTo>
                  <a:cubicBezTo>
                    <a:pt x="70550" y="109535"/>
                    <a:pt x="70550" y="122858"/>
                    <a:pt x="65101" y="132184"/>
                  </a:cubicBezTo>
                  <a:cubicBezTo>
                    <a:pt x="59651" y="140844"/>
                    <a:pt x="51249" y="146617"/>
                    <a:pt x="40803" y="146617"/>
                  </a:cubicBezTo>
                  <a:cubicBezTo>
                    <a:pt x="24227" y="146617"/>
                    <a:pt x="11283" y="134849"/>
                    <a:pt x="7423" y="121747"/>
                  </a:cubicBezTo>
                  <a:cubicBezTo>
                    <a:pt x="8104" y="121969"/>
                    <a:pt x="8786" y="122192"/>
                    <a:pt x="11283" y="122192"/>
                  </a:cubicBezTo>
                  <a:cubicBezTo>
                    <a:pt x="18777" y="122192"/>
                    <a:pt x="22637" y="116640"/>
                    <a:pt x="22637" y="111311"/>
                  </a:cubicBezTo>
                  <a:cubicBezTo>
                    <a:pt x="22637" y="105982"/>
                    <a:pt x="18777" y="100430"/>
                    <a:pt x="11283" y="100430"/>
                  </a:cubicBezTo>
                  <a:cubicBezTo>
                    <a:pt x="8104" y="100430"/>
                    <a:pt x="157" y="101985"/>
                    <a:pt x="157" y="112199"/>
                  </a:cubicBezTo>
                  <a:cubicBezTo>
                    <a:pt x="157" y="131296"/>
                    <a:pt x="15825" y="152835"/>
                    <a:pt x="41258" y="152835"/>
                  </a:cubicBezTo>
                  <a:cubicBezTo>
                    <a:pt x="67598" y="152835"/>
                    <a:pt x="90760" y="131518"/>
                    <a:pt x="90760" y="103317"/>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128" name="TextBox 127">
            <a:extLst>
              <a:ext uri="{FF2B5EF4-FFF2-40B4-BE49-F238E27FC236}">
                <a16:creationId xmlns:a16="http://schemas.microsoft.com/office/drawing/2014/main" id="{DD6B4514-4891-BF07-9E20-96762A6EBEE8}"/>
              </a:ext>
            </a:extLst>
          </p:cNvPr>
          <p:cNvSpPr txBox="1"/>
          <p:nvPr/>
        </p:nvSpPr>
        <p:spPr>
          <a:xfrm>
            <a:off x="786892" y="4766800"/>
            <a:ext cx="379940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Con </a:t>
            </a:r>
            <a:r>
              <a:rPr kumimoji="0" lang="en-GB" sz="1600" b="0" i="1" u="none" strike="noStrike" kern="1200" cap="none" spc="0" normalizeH="0" baseline="0" noProof="0">
                <a:ln>
                  <a:noFill/>
                </a:ln>
                <a:solidFill>
                  <a:prstClr val="black"/>
                </a:solidFill>
                <a:effectLst/>
                <a:uLnTx/>
                <a:uFillTx/>
                <a:latin typeface="Aptos" panose="020B0004020202020204"/>
                <a:ea typeface="+mn-ea"/>
                <a:cs typeface="+mn-cs"/>
              </a:rPr>
              <a:t>c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definido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región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rechazo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es:</a:t>
            </a:r>
            <a:endParaRPr kumimoji="0" lang="en-GB" sz="1600" b="0" i="1"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97" name="Group 96">
            <a:extLst>
              <a:ext uri="{FF2B5EF4-FFF2-40B4-BE49-F238E27FC236}">
                <a16:creationId xmlns:a16="http://schemas.microsoft.com/office/drawing/2014/main" id="{45BB6349-67E8-153F-F2D2-E6DE35F11ABD}"/>
              </a:ext>
            </a:extLst>
          </p:cNvPr>
          <p:cNvGrpSpPr>
            <a:grpSpLocks noChangeAspect="1"/>
          </p:cNvGrpSpPr>
          <p:nvPr>
            <p:custDataLst>
              <p:tags r:id="rId4"/>
            </p:custDataLst>
          </p:nvPr>
        </p:nvGrpSpPr>
        <p:grpSpPr>
          <a:xfrm>
            <a:off x="914400" y="5257800"/>
            <a:ext cx="661382" cy="146262"/>
            <a:chOff x="2688443" y="6507048"/>
            <a:chExt cx="661382" cy="146262"/>
          </a:xfrm>
        </p:grpSpPr>
        <p:sp>
          <p:nvSpPr>
            <p:cNvPr id="93" name="Freeform: Shape 92">
              <a:extLst>
                <a:ext uri="{FF2B5EF4-FFF2-40B4-BE49-F238E27FC236}">
                  <a16:creationId xmlns:a16="http://schemas.microsoft.com/office/drawing/2014/main" id="{C2C20EBF-B6DB-B9A0-EEA7-DEF0552577B7}"/>
                </a:ext>
              </a:extLst>
            </p:cNvPr>
            <p:cNvSpPr/>
            <p:nvPr>
              <p:custDataLst>
                <p:tags r:id="rId5"/>
              </p:custDataLst>
            </p:nvPr>
          </p:nvSpPr>
          <p:spPr>
            <a:xfrm>
              <a:off x="2688443" y="6507048"/>
              <a:ext cx="70520" cy="139892"/>
            </a:xfrm>
            <a:custGeom>
              <a:avLst/>
              <a:gdLst>
                <a:gd name="connsiteX0" fmla="*/ 42114 w 70520"/>
                <a:gd name="connsiteY0" fmla="*/ 49695 h 139892"/>
                <a:gd name="connsiteX1" fmla="*/ 63706 w 70520"/>
                <a:gd name="connsiteY1" fmla="*/ 49695 h 139892"/>
                <a:gd name="connsiteX2" fmla="*/ 70597 w 70520"/>
                <a:gd name="connsiteY2" fmla="*/ 45303 h 139892"/>
                <a:gd name="connsiteX3" fmla="*/ 64166 w 70520"/>
                <a:gd name="connsiteY3" fmla="*/ 42887 h 139892"/>
                <a:gd name="connsiteX4" fmla="*/ 43951 w 70520"/>
                <a:gd name="connsiteY4" fmla="*/ 42887 h 139892"/>
                <a:gd name="connsiteX5" fmla="*/ 53369 w 70520"/>
                <a:gd name="connsiteY5" fmla="*/ 5992 h 139892"/>
                <a:gd name="connsiteX6" fmla="*/ 46708 w 70520"/>
                <a:gd name="connsiteY6" fmla="*/ 63 h 139892"/>
                <a:gd name="connsiteX7" fmla="*/ 37519 w 70520"/>
                <a:gd name="connsiteY7" fmla="*/ 7969 h 139892"/>
                <a:gd name="connsiteX8" fmla="*/ 28561 w 70520"/>
                <a:gd name="connsiteY8" fmla="*/ 42887 h 139892"/>
                <a:gd name="connsiteX9" fmla="*/ 6968 w 70520"/>
                <a:gd name="connsiteY9" fmla="*/ 42887 h 139892"/>
                <a:gd name="connsiteX10" fmla="*/ 77 w 70520"/>
                <a:gd name="connsiteY10" fmla="*/ 47060 h 139892"/>
                <a:gd name="connsiteX11" fmla="*/ 6509 w 70520"/>
                <a:gd name="connsiteY11" fmla="*/ 49695 h 139892"/>
                <a:gd name="connsiteX12" fmla="*/ 26723 w 70520"/>
                <a:gd name="connsiteY12" fmla="*/ 49695 h 139892"/>
                <a:gd name="connsiteX13" fmla="*/ 9265 w 70520"/>
                <a:gd name="connsiteY13" fmla="*/ 119751 h 139892"/>
                <a:gd name="connsiteX14" fmla="*/ 30398 w 70520"/>
                <a:gd name="connsiteY14" fmla="*/ 139956 h 139892"/>
                <a:gd name="connsiteX15" fmla="*/ 66922 w 70520"/>
                <a:gd name="connsiteY15" fmla="*/ 106135 h 139892"/>
                <a:gd name="connsiteX16" fmla="*/ 64166 w 70520"/>
                <a:gd name="connsiteY16" fmla="*/ 103939 h 139892"/>
                <a:gd name="connsiteX17" fmla="*/ 60720 w 70520"/>
                <a:gd name="connsiteY17" fmla="*/ 107014 h 139892"/>
                <a:gd name="connsiteX18" fmla="*/ 30858 w 70520"/>
                <a:gd name="connsiteY18" fmla="*/ 135124 h 139892"/>
                <a:gd name="connsiteX19" fmla="*/ 23737 w 70520"/>
                <a:gd name="connsiteY19" fmla="*/ 125022 h 139892"/>
                <a:gd name="connsiteX20" fmla="*/ 25115 w 70520"/>
                <a:gd name="connsiteY20" fmla="*/ 114481 h 139892"/>
                <a:gd name="connsiteX21" fmla="*/ 42114 w 70520"/>
                <a:gd name="connsiteY21" fmla="*/ 49695 h 139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0520" h="139892">
                  <a:moveTo>
                    <a:pt x="42114" y="49695"/>
                  </a:moveTo>
                  <a:lnTo>
                    <a:pt x="63706" y="49695"/>
                  </a:lnTo>
                  <a:cubicBezTo>
                    <a:pt x="68300" y="49695"/>
                    <a:pt x="70597" y="49695"/>
                    <a:pt x="70597" y="45303"/>
                  </a:cubicBezTo>
                  <a:cubicBezTo>
                    <a:pt x="70597" y="42887"/>
                    <a:pt x="68300" y="42887"/>
                    <a:pt x="64166" y="42887"/>
                  </a:cubicBezTo>
                  <a:lnTo>
                    <a:pt x="43951" y="42887"/>
                  </a:lnTo>
                  <a:cubicBezTo>
                    <a:pt x="52221" y="11702"/>
                    <a:pt x="53369" y="7310"/>
                    <a:pt x="53369" y="5992"/>
                  </a:cubicBezTo>
                  <a:cubicBezTo>
                    <a:pt x="53369" y="2259"/>
                    <a:pt x="50613" y="63"/>
                    <a:pt x="46708" y="63"/>
                  </a:cubicBezTo>
                  <a:cubicBezTo>
                    <a:pt x="46019" y="63"/>
                    <a:pt x="39587" y="282"/>
                    <a:pt x="37519" y="7969"/>
                  </a:cubicBezTo>
                  <a:lnTo>
                    <a:pt x="28561" y="42887"/>
                  </a:lnTo>
                  <a:lnTo>
                    <a:pt x="6968" y="42887"/>
                  </a:lnTo>
                  <a:cubicBezTo>
                    <a:pt x="2374" y="42887"/>
                    <a:pt x="77" y="42887"/>
                    <a:pt x="77" y="47060"/>
                  </a:cubicBezTo>
                  <a:cubicBezTo>
                    <a:pt x="77" y="49695"/>
                    <a:pt x="1914" y="49695"/>
                    <a:pt x="6509" y="49695"/>
                  </a:cubicBezTo>
                  <a:lnTo>
                    <a:pt x="26723" y="49695"/>
                  </a:lnTo>
                  <a:cubicBezTo>
                    <a:pt x="10184" y="112065"/>
                    <a:pt x="9265" y="115798"/>
                    <a:pt x="9265" y="119751"/>
                  </a:cubicBezTo>
                  <a:cubicBezTo>
                    <a:pt x="9265" y="131610"/>
                    <a:pt x="17994" y="139956"/>
                    <a:pt x="30398" y="139956"/>
                  </a:cubicBezTo>
                  <a:cubicBezTo>
                    <a:pt x="53829" y="139956"/>
                    <a:pt x="66922" y="107892"/>
                    <a:pt x="66922" y="106135"/>
                  </a:cubicBezTo>
                  <a:cubicBezTo>
                    <a:pt x="66922" y="103939"/>
                    <a:pt x="65084" y="103939"/>
                    <a:pt x="64166" y="103939"/>
                  </a:cubicBezTo>
                  <a:cubicBezTo>
                    <a:pt x="62098" y="103939"/>
                    <a:pt x="61869" y="104598"/>
                    <a:pt x="60720" y="107014"/>
                  </a:cubicBezTo>
                  <a:cubicBezTo>
                    <a:pt x="50842" y="129854"/>
                    <a:pt x="38668" y="135124"/>
                    <a:pt x="30858" y="135124"/>
                  </a:cubicBezTo>
                  <a:cubicBezTo>
                    <a:pt x="26034" y="135124"/>
                    <a:pt x="23737" y="132269"/>
                    <a:pt x="23737" y="125022"/>
                  </a:cubicBezTo>
                  <a:cubicBezTo>
                    <a:pt x="23737" y="119751"/>
                    <a:pt x="24196" y="118214"/>
                    <a:pt x="25115" y="114481"/>
                  </a:cubicBezTo>
                  <a:lnTo>
                    <a:pt x="42114" y="49695"/>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4" name="Freeform: Shape 93">
              <a:extLst>
                <a:ext uri="{FF2B5EF4-FFF2-40B4-BE49-F238E27FC236}">
                  <a16:creationId xmlns:a16="http://schemas.microsoft.com/office/drawing/2014/main" id="{22312883-283B-059C-C170-130BB4E7A0CE}"/>
                </a:ext>
              </a:extLst>
            </p:cNvPr>
            <p:cNvSpPr/>
            <p:nvPr>
              <p:custDataLst>
                <p:tags r:id="rId6"/>
              </p:custDataLst>
            </p:nvPr>
          </p:nvSpPr>
          <p:spPr>
            <a:xfrm>
              <a:off x="2848983" y="6525935"/>
              <a:ext cx="140352" cy="127375"/>
            </a:xfrm>
            <a:custGeom>
              <a:avLst/>
              <a:gdLst>
                <a:gd name="connsiteX0" fmla="*/ 136071 w 140352"/>
                <a:gd name="connsiteY0" fmla="*/ 9286 h 127375"/>
                <a:gd name="connsiteX1" fmla="*/ 140435 w 140352"/>
                <a:gd name="connsiteY1" fmla="*/ 4455 h 127375"/>
                <a:gd name="connsiteX2" fmla="*/ 135841 w 140352"/>
                <a:gd name="connsiteY2" fmla="*/ 63 h 127375"/>
                <a:gd name="connsiteX3" fmla="*/ 131707 w 140352"/>
                <a:gd name="connsiteY3" fmla="*/ 1600 h 127375"/>
                <a:gd name="connsiteX4" fmla="*/ 4448 w 140352"/>
                <a:gd name="connsiteY4" fmla="*/ 58919 h 127375"/>
                <a:gd name="connsiteX5" fmla="*/ 83 w 140352"/>
                <a:gd name="connsiteY5" fmla="*/ 63750 h 127375"/>
                <a:gd name="connsiteX6" fmla="*/ 4448 w 140352"/>
                <a:gd name="connsiteY6" fmla="*/ 68582 h 127375"/>
                <a:gd name="connsiteX7" fmla="*/ 131707 w 140352"/>
                <a:gd name="connsiteY7" fmla="*/ 125901 h 127375"/>
                <a:gd name="connsiteX8" fmla="*/ 135841 w 140352"/>
                <a:gd name="connsiteY8" fmla="*/ 127438 h 127375"/>
                <a:gd name="connsiteX9" fmla="*/ 140435 w 140352"/>
                <a:gd name="connsiteY9" fmla="*/ 123046 h 127375"/>
                <a:gd name="connsiteX10" fmla="*/ 136071 w 140352"/>
                <a:gd name="connsiteY10" fmla="*/ 118214 h 127375"/>
                <a:gd name="connsiteX11" fmla="*/ 15474 w 140352"/>
                <a:gd name="connsiteY11" fmla="*/ 63750 h 127375"/>
                <a:gd name="connsiteX12" fmla="*/ 136071 w 140352"/>
                <a:gd name="connsiteY12" fmla="*/ 9286 h 127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52" h="127375">
                  <a:moveTo>
                    <a:pt x="136071" y="9286"/>
                  </a:moveTo>
                  <a:cubicBezTo>
                    <a:pt x="138828" y="7969"/>
                    <a:pt x="140435" y="6871"/>
                    <a:pt x="140435" y="4455"/>
                  </a:cubicBezTo>
                  <a:cubicBezTo>
                    <a:pt x="140435" y="2039"/>
                    <a:pt x="138368" y="63"/>
                    <a:pt x="135841" y="63"/>
                  </a:cubicBezTo>
                  <a:cubicBezTo>
                    <a:pt x="135152" y="63"/>
                    <a:pt x="134693" y="63"/>
                    <a:pt x="131707" y="1600"/>
                  </a:cubicBezTo>
                  <a:lnTo>
                    <a:pt x="4448" y="58919"/>
                  </a:lnTo>
                  <a:cubicBezTo>
                    <a:pt x="1921" y="60017"/>
                    <a:pt x="83" y="61115"/>
                    <a:pt x="83" y="63750"/>
                  </a:cubicBezTo>
                  <a:cubicBezTo>
                    <a:pt x="83" y="66386"/>
                    <a:pt x="1921" y="67484"/>
                    <a:pt x="4448" y="68582"/>
                  </a:cubicBezTo>
                  <a:lnTo>
                    <a:pt x="131707" y="125901"/>
                  </a:lnTo>
                  <a:cubicBezTo>
                    <a:pt x="134693" y="127438"/>
                    <a:pt x="135152" y="127438"/>
                    <a:pt x="135841" y="127438"/>
                  </a:cubicBezTo>
                  <a:cubicBezTo>
                    <a:pt x="138368" y="127438"/>
                    <a:pt x="140435" y="125461"/>
                    <a:pt x="140435" y="123046"/>
                  </a:cubicBezTo>
                  <a:cubicBezTo>
                    <a:pt x="140435" y="120630"/>
                    <a:pt x="138828" y="119532"/>
                    <a:pt x="136071" y="118214"/>
                  </a:cubicBezTo>
                  <a:lnTo>
                    <a:pt x="15474" y="63750"/>
                  </a:lnTo>
                  <a:lnTo>
                    <a:pt x="136071" y="9286"/>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5" name="Freeform: Shape 94">
              <a:extLst>
                <a:ext uri="{FF2B5EF4-FFF2-40B4-BE49-F238E27FC236}">
                  <a16:creationId xmlns:a16="http://schemas.microsoft.com/office/drawing/2014/main" id="{B27F1048-161C-0898-CDDE-4263E69803B2}"/>
                </a:ext>
              </a:extLst>
            </p:cNvPr>
            <p:cNvSpPr/>
            <p:nvPr>
              <p:custDataLst>
                <p:tags r:id="rId7"/>
              </p:custDataLst>
            </p:nvPr>
          </p:nvSpPr>
          <p:spPr>
            <a:xfrm>
              <a:off x="3091453" y="6585230"/>
              <a:ext cx="140352" cy="8784"/>
            </a:xfrm>
            <a:custGeom>
              <a:avLst/>
              <a:gdLst>
                <a:gd name="connsiteX0" fmla="*/ 132406 w 140352"/>
                <a:gd name="connsiteY0" fmla="*/ 8847 h 8784"/>
                <a:gd name="connsiteX1" fmla="*/ 140446 w 140352"/>
                <a:gd name="connsiteY1" fmla="*/ 4455 h 8784"/>
                <a:gd name="connsiteX2" fmla="*/ 132406 w 140352"/>
                <a:gd name="connsiteY2" fmla="*/ 63 h 8784"/>
                <a:gd name="connsiteX3" fmla="*/ 8133 w 140352"/>
                <a:gd name="connsiteY3" fmla="*/ 63 h 8784"/>
                <a:gd name="connsiteX4" fmla="*/ 94 w 140352"/>
                <a:gd name="connsiteY4" fmla="*/ 4455 h 8784"/>
                <a:gd name="connsiteX5" fmla="*/ 8133 w 140352"/>
                <a:gd name="connsiteY5" fmla="*/ 8847 h 8784"/>
                <a:gd name="connsiteX6" fmla="*/ 132406 w 140352"/>
                <a:gd name="connsiteY6" fmla="*/ 8847 h 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0352" h="8784">
                  <a:moveTo>
                    <a:pt x="132406" y="8847"/>
                  </a:moveTo>
                  <a:cubicBezTo>
                    <a:pt x="136311" y="8847"/>
                    <a:pt x="140446" y="8847"/>
                    <a:pt x="140446" y="4455"/>
                  </a:cubicBezTo>
                  <a:cubicBezTo>
                    <a:pt x="140446" y="63"/>
                    <a:pt x="136311" y="63"/>
                    <a:pt x="132406" y="63"/>
                  </a:cubicBezTo>
                  <a:lnTo>
                    <a:pt x="8133" y="63"/>
                  </a:lnTo>
                  <a:cubicBezTo>
                    <a:pt x="4228" y="63"/>
                    <a:pt x="94" y="63"/>
                    <a:pt x="94" y="4455"/>
                  </a:cubicBezTo>
                  <a:cubicBezTo>
                    <a:pt x="94" y="8847"/>
                    <a:pt x="4228" y="8847"/>
                    <a:pt x="8133" y="8847"/>
                  </a:cubicBezTo>
                  <a:lnTo>
                    <a:pt x="132406" y="884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6" name="Freeform: Shape 95">
              <a:extLst>
                <a:ext uri="{FF2B5EF4-FFF2-40B4-BE49-F238E27FC236}">
                  <a16:creationId xmlns:a16="http://schemas.microsoft.com/office/drawing/2014/main" id="{783552E3-6E2B-6AAC-0211-602E95C3BDBC}"/>
                </a:ext>
              </a:extLst>
            </p:cNvPr>
            <p:cNvSpPr/>
            <p:nvPr>
              <p:custDataLst>
                <p:tags r:id="rId8"/>
              </p:custDataLst>
            </p:nvPr>
          </p:nvSpPr>
          <p:spPr>
            <a:xfrm>
              <a:off x="3260469" y="6547457"/>
              <a:ext cx="89356" cy="99484"/>
            </a:xfrm>
            <a:custGeom>
              <a:avLst/>
              <a:gdLst>
                <a:gd name="connsiteX0" fmla="*/ 81648 w 89356"/>
                <a:gd name="connsiteY0" fmla="*/ 13679 h 99484"/>
                <a:gd name="connsiteX1" fmla="*/ 71541 w 89356"/>
                <a:gd name="connsiteY1" fmla="*/ 16753 h 99484"/>
                <a:gd name="connsiteX2" fmla="*/ 67406 w 89356"/>
                <a:gd name="connsiteY2" fmla="*/ 25318 h 99484"/>
                <a:gd name="connsiteX3" fmla="*/ 75905 w 89356"/>
                <a:gd name="connsiteY3" fmla="*/ 33005 h 99484"/>
                <a:gd name="connsiteX4" fmla="*/ 88769 w 89356"/>
                <a:gd name="connsiteY4" fmla="*/ 18949 h 99484"/>
                <a:gd name="connsiteX5" fmla="*/ 61663 w 89356"/>
                <a:gd name="connsiteY5" fmla="*/ 63 h 99484"/>
                <a:gd name="connsiteX6" fmla="*/ 101 w 89356"/>
                <a:gd name="connsiteY6" fmla="*/ 62433 h 99484"/>
                <a:gd name="connsiteX7" fmla="*/ 37314 w 89356"/>
                <a:gd name="connsiteY7" fmla="*/ 99547 h 99484"/>
                <a:gd name="connsiteX8" fmla="*/ 89458 w 89356"/>
                <a:gd name="connsiteY8" fmla="*/ 73633 h 99484"/>
                <a:gd name="connsiteX9" fmla="*/ 86702 w 89356"/>
                <a:gd name="connsiteY9" fmla="*/ 70778 h 99484"/>
                <a:gd name="connsiteX10" fmla="*/ 83716 w 89356"/>
                <a:gd name="connsiteY10" fmla="*/ 72974 h 99484"/>
                <a:gd name="connsiteX11" fmla="*/ 37774 w 89356"/>
                <a:gd name="connsiteY11" fmla="*/ 94716 h 99484"/>
                <a:gd name="connsiteX12" fmla="*/ 17100 w 89356"/>
                <a:gd name="connsiteY12" fmla="*/ 70778 h 99484"/>
                <a:gd name="connsiteX13" fmla="*/ 29504 w 89356"/>
                <a:gd name="connsiteY13" fmla="*/ 26855 h 99484"/>
                <a:gd name="connsiteX14" fmla="*/ 61893 w 89356"/>
                <a:gd name="connsiteY14" fmla="*/ 4894 h 99484"/>
                <a:gd name="connsiteX15" fmla="*/ 81648 w 89356"/>
                <a:gd name="connsiteY15" fmla="*/ 13679 h 99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356" h="99484">
                  <a:moveTo>
                    <a:pt x="81648" y="13679"/>
                  </a:moveTo>
                  <a:cubicBezTo>
                    <a:pt x="77973" y="13679"/>
                    <a:pt x="74757" y="13679"/>
                    <a:pt x="71541" y="16753"/>
                  </a:cubicBezTo>
                  <a:cubicBezTo>
                    <a:pt x="67866" y="20047"/>
                    <a:pt x="67406" y="23781"/>
                    <a:pt x="67406" y="25318"/>
                  </a:cubicBezTo>
                  <a:cubicBezTo>
                    <a:pt x="67406" y="30589"/>
                    <a:pt x="71541" y="33005"/>
                    <a:pt x="75905" y="33005"/>
                  </a:cubicBezTo>
                  <a:cubicBezTo>
                    <a:pt x="82567" y="33005"/>
                    <a:pt x="88769" y="27734"/>
                    <a:pt x="88769" y="18949"/>
                  </a:cubicBezTo>
                  <a:cubicBezTo>
                    <a:pt x="88769" y="8188"/>
                    <a:pt x="77973" y="63"/>
                    <a:pt x="61663" y="63"/>
                  </a:cubicBezTo>
                  <a:cubicBezTo>
                    <a:pt x="30653" y="63"/>
                    <a:pt x="101" y="31467"/>
                    <a:pt x="101" y="62433"/>
                  </a:cubicBezTo>
                  <a:cubicBezTo>
                    <a:pt x="101" y="82198"/>
                    <a:pt x="13424" y="99547"/>
                    <a:pt x="37314" y="99547"/>
                  </a:cubicBezTo>
                  <a:cubicBezTo>
                    <a:pt x="70163" y="99547"/>
                    <a:pt x="89458" y="76268"/>
                    <a:pt x="89458" y="73633"/>
                  </a:cubicBezTo>
                  <a:cubicBezTo>
                    <a:pt x="89458" y="72315"/>
                    <a:pt x="88080" y="70778"/>
                    <a:pt x="86702" y="70778"/>
                  </a:cubicBezTo>
                  <a:cubicBezTo>
                    <a:pt x="85553" y="70778"/>
                    <a:pt x="85094" y="71217"/>
                    <a:pt x="83716" y="72974"/>
                  </a:cubicBezTo>
                  <a:cubicBezTo>
                    <a:pt x="65569" y="94716"/>
                    <a:pt x="40530" y="94716"/>
                    <a:pt x="37774" y="94716"/>
                  </a:cubicBezTo>
                  <a:cubicBezTo>
                    <a:pt x="23302" y="94716"/>
                    <a:pt x="17100" y="83955"/>
                    <a:pt x="17100" y="70778"/>
                  </a:cubicBezTo>
                  <a:cubicBezTo>
                    <a:pt x="17100" y="61774"/>
                    <a:pt x="21694" y="40471"/>
                    <a:pt x="29504" y="26855"/>
                  </a:cubicBezTo>
                  <a:cubicBezTo>
                    <a:pt x="36625" y="14338"/>
                    <a:pt x="49259" y="4894"/>
                    <a:pt x="61893" y="4894"/>
                  </a:cubicBezTo>
                  <a:cubicBezTo>
                    <a:pt x="69703" y="4894"/>
                    <a:pt x="78432" y="7749"/>
                    <a:pt x="81648" y="13679"/>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pic>
        <p:nvPicPr>
          <p:cNvPr id="107" name="Picture 106" descr="A diagram of a normal distribution&#10;&#10;Description automatically generated">
            <a:extLst>
              <a:ext uri="{FF2B5EF4-FFF2-40B4-BE49-F238E27FC236}">
                <a16:creationId xmlns:a16="http://schemas.microsoft.com/office/drawing/2014/main" id="{851C7F7C-D984-06DC-FA4F-D6955E58AF1A}"/>
              </a:ext>
            </a:extLst>
          </p:cNvPr>
          <p:cNvPicPr>
            <a:picLocks noChangeAspect="1"/>
          </p:cNvPicPr>
          <p:nvPr/>
        </p:nvPicPr>
        <p:blipFill>
          <a:blip r:embed="rId39">
            <a:clrChange>
              <a:clrFrom>
                <a:srgbClr val="FFFFFF"/>
              </a:clrFrom>
              <a:clrTo>
                <a:srgbClr val="FFFFFF">
                  <a:alpha val="0"/>
                </a:srgbClr>
              </a:clrTo>
            </a:clrChange>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5589552" y="3172083"/>
            <a:ext cx="5233158" cy="2725602"/>
          </a:xfrm>
          <a:prstGeom prst="rect">
            <a:avLst/>
          </a:prstGeom>
        </p:spPr>
      </p:pic>
    </p:spTree>
    <p:extLst>
      <p:ext uri="{BB962C8B-B14F-4D97-AF65-F5344CB8AC3E}">
        <p14:creationId xmlns:p14="http://schemas.microsoft.com/office/powerpoint/2010/main" val="25666581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4"/>
                                        </p:tgtEl>
                                        <p:attrNameLst>
                                          <p:attrName>style.visibility</p:attrName>
                                        </p:attrNameLst>
                                      </p:cBhvr>
                                      <p:to>
                                        <p:strVal val="visible"/>
                                      </p:to>
                                    </p:set>
                                    <p:animEffect transition="in" filter="fade">
                                      <p:cBhvr>
                                        <p:cTn id="15"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74" grpId="0"/>
    </p:bld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8" name="TextBox 7">
            <a:extLst>
              <a:ext uri="{FF2B5EF4-FFF2-40B4-BE49-F238E27FC236}">
                <a16:creationId xmlns:a16="http://schemas.microsoft.com/office/drawing/2014/main" id="{964F6F91-7753-2666-0C67-E83E1E1EBC72}"/>
              </a:ext>
            </a:extLst>
          </p:cNvPr>
          <p:cNvSpPr txBox="1"/>
          <p:nvPr/>
        </p:nvSpPr>
        <p:spPr>
          <a:xfrm>
            <a:off x="797736" y="1178795"/>
            <a:ext cx="4200511" cy="646331"/>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Pruebas</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hipótesis</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acerca</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la media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en</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una</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población normal</a:t>
            </a:r>
          </a:p>
        </p:txBody>
      </p:sp>
      <p:sp>
        <p:nvSpPr>
          <p:cNvPr id="12" name="TextBox 11">
            <a:extLst>
              <a:ext uri="{FF2B5EF4-FFF2-40B4-BE49-F238E27FC236}">
                <a16:creationId xmlns:a16="http://schemas.microsoft.com/office/drawing/2014/main" id="{DE968164-241B-755B-1D69-1EFA5BBAACF1}"/>
              </a:ext>
            </a:extLst>
          </p:cNvPr>
          <p:cNvSpPr txBox="1"/>
          <p:nvPr/>
        </p:nvSpPr>
        <p:spPr>
          <a:xfrm>
            <a:off x="797737" y="2064684"/>
            <a:ext cx="4200511" cy="369332"/>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Definición</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la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región</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rechazo</a:t>
            </a:r>
            <a:endParaRPr kumimoji="0" lang="en-GB" sz="1800" b="1" i="0" u="none" strike="noStrike" kern="1200" cap="none" spc="0" normalizeH="0" baseline="0" noProof="0">
              <a:ln>
                <a:noFill/>
              </a:ln>
              <a:solidFill>
                <a:srgbClr val="EA2023"/>
              </a:solidFill>
              <a:effectLst/>
              <a:uLnTx/>
              <a:uFillTx/>
              <a:latin typeface="Aptos" panose="020B0004020202020204"/>
              <a:ea typeface="+mn-ea"/>
              <a:cs typeface="+mn-cs"/>
            </a:endParaRPr>
          </a:p>
        </p:txBody>
      </p:sp>
      <p:grpSp>
        <p:nvGrpSpPr>
          <p:cNvPr id="85" name="Group 84">
            <a:extLst>
              <a:ext uri="{FF2B5EF4-FFF2-40B4-BE49-F238E27FC236}">
                <a16:creationId xmlns:a16="http://schemas.microsoft.com/office/drawing/2014/main" id="{C14E1703-8149-985C-4CD4-7238912C551F}"/>
              </a:ext>
            </a:extLst>
          </p:cNvPr>
          <p:cNvGrpSpPr>
            <a:grpSpLocks noChangeAspect="1"/>
          </p:cNvGrpSpPr>
          <p:nvPr>
            <p:custDataLst>
              <p:tags r:id="rId1"/>
            </p:custDataLst>
          </p:nvPr>
        </p:nvGrpSpPr>
        <p:grpSpPr>
          <a:xfrm>
            <a:off x="914401" y="2908706"/>
            <a:ext cx="1104470" cy="212259"/>
            <a:chOff x="2657947" y="4307033"/>
            <a:chExt cx="1104470" cy="212259"/>
          </a:xfrm>
        </p:grpSpPr>
        <p:sp>
          <p:nvSpPr>
            <p:cNvPr id="77" name="Freeform: Shape 76">
              <a:extLst>
                <a:ext uri="{FF2B5EF4-FFF2-40B4-BE49-F238E27FC236}">
                  <a16:creationId xmlns:a16="http://schemas.microsoft.com/office/drawing/2014/main" id="{CC42799B-9719-C992-E762-198A68DE22E1}"/>
                </a:ext>
              </a:extLst>
            </p:cNvPr>
            <p:cNvSpPr/>
            <p:nvPr>
              <p:custDataLst>
                <p:tags r:id="rId16"/>
              </p:custDataLst>
            </p:nvPr>
          </p:nvSpPr>
          <p:spPr>
            <a:xfrm>
              <a:off x="2657947" y="4314549"/>
              <a:ext cx="153994" cy="155550"/>
            </a:xfrm>
            <a:custGeom>
              <a:avLst/>
              <a:gdLst>
                <a:gd name="connsiteX0" fmla="*/ 130848 w 153994"/>
                <a:gd name="connsiteY0" fmla="*/ 17827 h 155550"/>
                <a:gd name="connsiteX1" fmla="*/ 148660 w 153994"/>
                <a:gd name="connsiteY1" fmla="*/ 7123 h 155550"/>
                <a:gd name="connsiteX2" fmla="*/ 154072 w 153994"/>
                <a:gd name="connsiteY2" fmla="*/ 7123 h 155550"/>
                <a:gd name="connsiteX3" fmla="*/ 154072 w 153994"/>
                <a:gd name="connsiteY3" fmla="*/ 63 h 155550"/>
                <a:gd name="connsiteX4" fmla="*/ 120928 w 153994"/>
                <a:gd name="connsiteY4" fmla="*/ 746 h 155550"/>
                <a:gd name="connsiteX5" fmla="*/ 87558 w 153994"/>
                <a:gd name="connsiteY5" fmla="*/ 63 h 155550"/>
                <a:gd name="connsiteX6" fmla="*/ 87558 w 153994"/>
                <a:gd name="connsiteY6" fmla="*/ 7123 h 155550"/>
                <a:gd name="connsiteX7" fmla="*/ 92970 w 153994"/>
                <a:gd name="connsiteY7" fmla="*/ 7123 h 155550"/>
                <a:gd name="connsiteX8" fmla="*/ 110782 w 153994"/>
                <a:gd name="connsiteY8" fmla="*/ 17827 h 155550"/>
                <a:gd name="connsiteX9" fmla="*/ 110782 w 153994"/>
                <a:gd name="connsiteY9" fmla="*/ 71120 h 155550"/>
                <a:gd name="connsiteX10" fmla="*/ 43367 w 153994"/>
                <a:gd name="connsiteY10" fmla="*/ 71120 h 155550"/>
                <a:gd name="connsiteX11" fmla="*/ 43367 w 153994"/>
                <a:gd name="connsiteY11" fmla="*/ 17827 h 155550"/>
                <a:gd name="connsiteX12" fmla="*/ 61179 w 153994"/>
                <a:gd name="connsiteY12" fmla="*/ 7123 h 155550"/>
                <a:gd name="connsiteX13" fmla="*/ 66590 w 153994"/>
                <a:gd name="connsiteY13" fmla="*/ 7123 h 155550"/>
                <a:gd name="connsiteX14" fmla="*/ 66590 w 153994"/>
                <a:gd name="connsiteY14" fmla="*/ 63 h 155550"/>
                <a:gd name="connsiteX15" fmla="*/ 33446 w 153994"/>
                <a:gd name="connsiteY15" fmla="*/ 746 h 155550"/>
                <a:gd name="connsiteX16" fmla="*/ 77 w 153994"/>
                <a:gd name="connsiteY16" fmla="*/ 63 h 155550"/>
                <a:gd name="connsiteX17" fmla="*/ 77 w 153994"/>
                <a:gd name="connsiteY17" fmla="*/ 7123 h 155550"/>
                <a:gd name="connsiteX18" fmla="*/ 5488 w 153994"/>
                <a:gd name="connsiteY18" fmla="*/ 7123 h 155550"/>
                <a:gd name="connsiteX19" fmla="*/ 23300 w 153994"/>
                <a:gd name="connsiteY19" fmla="*/ 17827 h 155550"/>
                <a:gd name="connsiteX20" fmla="*/ 23300 w 153994"/>
                <a:gd name="connsiteY20" fmla="*/ 137849 h 155550"/>
                <a:gd name="connsiteX21" fmla="*/ 5488 w 153994"/>
                <a:gd name="connsiteY21" fmla="*/ 148553 h 155550"/>
                <a:gd name="connsiteX22" fmla="*/ 77 w 153994"/>
                <a:gd name="connsiteY22" fmla="*/ 148553 h 155550"/>
                <a:gd name="connsiteX23" fmla="*/ 77 w 153994"/>
                <a:gd name="connsiteY23" fmla="*/ 155613 h 155550"/>
                <a:gd name="connsiteX24" fmla="*/ 33221 w 153994"/>
                <a:gd name="connsiteY24" fmla="*/ 154930 h 155550"/>
                <a:gd name="connsiteX25" fmla="*/ 66590 w 153994"/>
                <a:gd name="connsiteY25" fmla="*/ 155613 h 155550"/>
                <a:gd name="connsiteX26" fmla="*/ 66590 w 153994"/>
                <a:gd name="connsiteY26" fmla="*/ 148553 h 155550"/>
                <a:gd name="connsiteX27" fmla="*/ 61179 w 153994"/>
                <a:gd name="connsiteY27" fmla="*/ 148553 h 155550"/>
                <a:gd name="connsiteX28" fmla="*/ 43367 w 153994"/>
                <a:gd name="connsiteY28" fmla="*/ 137849 h 155550"/>
                <a:gd name="connsiteX29" fmla="*/ 43367 w 153994"/>
                <a:gd name="connsiteY29" fmla="*/ 78180 h 155550"/>
                <a:gd name="connsiteX30" fmla="*/ 110782 w 153994"/>
                <a:gd name="connsiteY30" fmla="*/ 78180 h 155550"/>
                <a:gd name="connsiteX31" fmla="*/ 110782 w 153994"/>
                <a:gd name="connsiteY31" fmla="*/ 137849 h 155550"/>
                <a:gd name="connsiteX32" fmla="*/ 92970 w 153994"/>
                <a:gd name="connsiteY32" fmla="*/ 148553 h 155550"/>
                <a:gd name="connsiteX33" fmla="*/ 87558 w 153994"/>
                <a:gd name="connsiteY33" fmla="*/ 148553 h 155550"/>
                <a:gd name="connsiteX34" fmla="*/ 87558 w 153994"/>
                <a:gd name="connsiteY34" fmla="*/ 155613 h 155550"/>
                <a:gd name="connsiteX35" fmla="*/ 120702 w 153994"/>
                <a:gd name="connsiteY35" fmla="*/ 154930 h 155550"/>
                <a:gd name="connsiteX36" fmla="*/ 154072 w 153994"/>
                <a:gd name="connsiteY36" fmla="*/ 155613 h 155550"/>
                <a:gd name="connsiteX37" fmla="*/ 154072 w 153994"/>
                <a:gd name="connsiteY37" fmla="*/ 148553 h 155550"/>
                <a:gd name="connsiteX38" fmla="*/ 148660 w 153994"/>
                <a:gd name="connsiteY38" fmla="*/ 148553 h 155550"/>
                <a:gd name="connsiteX39" fmla="*/ 130848 w 153994"/>
                <a:gd name="connsiteY39" fmla="*/ 137849 h 155550"/>
                <a:gd name="connsiteX40" fmla="*/ 130848 w 153994"/>
                <a:gd name="connsiteY40" fmla="*/ 17827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3994" h="155550">
                  <a:moveTo>
                    <a:pt x="130848" y="17827"/>
                  </a:moveTo>
                  <a:cubicBezTo>
                    <a:pt x="130848" y="9628"/>
                    <a:pt x="131299" y="7123"/>
                    <a:pt x="148660" y="7123"/>
                  </a:cubicBezTo>
                  <a:lnTo>
                    <a:pt x="154072" y="7123"/>
                  </a:lnTo>
                  <a:lnTo>
                    <a:pt x="154072" y="63"/>
                  </a:lnTo>
                  <a:cubicBezTo>
                    <a:pt x="146180" y="746"/>
                    <a:pt x="129496" y="746"/>
                    <a:pt x="120928" y="746"/>
                  </a:cubicBezTo>
                  <a:cubicBezTo>
                    <a:pt x="112360" y="746"/>
                    <a:pt x="95450" y="746"/>
                    <a:pt x="87558" y="63"/>
                  </a:cubicBezTo>
                  <a:lnTo>
                    <a:pt x="87558" y="7123"/>
                  </a:lnTo>
                  <a:lnTo>
                    <a:pt x="92970" y="7123"/>
                  </a:lnTo>
                  <a:cubicBezTo>
                    <a:pt x="110331" y="7123"/>
                    <a:pt x="110782" y="9628"/>
                    <a:pt x="110782" y="17827"/>
                  </a:cubicBezTo>
                  <a:lnTo>
                    <a:pt x="110782" y="71120"/>
                  </a:lnTo>
                  <a:lnTo>
                    <a:pt x="43367" y="71120"/>
                  </a:lnTo>
                  <a:lnTo>
                    <a:pt x="43367" y="17827"/>
                  </a:lnTo>
                  <a:cubicBezTo>
                    <a:pt x="43367" y="9628"/>
                    <a:pt x="43818" y="7123"/>
                    <a:pt x="61179" y="7123"/>
                  </a:cubicBezTo>
                  <a:lnTo>
                    <a:pt x="66590" y="7123"/>
                  </a:lnTo>
                  <a:lnTo>
                    <a:pt x="66590" y="63"/>
                  </a:lnTo>
                  <a:cubicBezTo>
                    <a:pt x="58699" y="746"/>
                    <a:pt x="42014" y="746"/>
                    <a:pt x="33446" y="746"/>
                  </a:cubicBezTo>
                  <a:cubicBezTo>
                    <a:pt x="24878" y="746"/>
                    <a:pt x="7968" y="746"/>
                    <a:pt x="77" y="63"/>
                  </a:cubicBezTo>
                  <a:lnTo>
                    <a:pt x="77" y="7123"/>
                  </a:lnTo>
                  <a:lnTo>
                    <a:pt x="5488" y="7123"/>
                  </a:lnTo>
                  <a:cubicBezTo>
                    <a:pt x="22849" y="7123"/>
                    <a:pt x="23300" y="9628"/>
                    <a:pt x="23300" y="17827"/>
                  </a:cubicBezTo>
                  <a:lnTo>
                    <a:pt x="23300" y="137849"/>
                  </a:lnTo>
                  <a:cubicBezTo>
                    <a:pt x="23300" y="146048"/>
                    <a:pt x="22849" y="148553"/>
                    <a:pt x="5488" y="148553"/>
                  </a:cubicBezTo>
                  <a:lnTo>
                    <a:pt x="77" y="148553"/>
                  </a:lnTo>
                  <a:lnTo>
                    <a:pt x="77" y="155613"/>
                  </a:lnTo>
                  <a:cubicBezTo>
                    <a:pt x="7968" y="154930"/>
                    <a:pt x="24653" y="154930"/>
                    <a:pt x="33221" y="154930"/>
                  </a:cubicBezTo>
                  <a:cubicBezTo>
                    <a:pt x="41788" y="154930"/>
                    <a:pt x="58699" y="154930"/>
                    <a:pt x="66590" y="155613"/>
                  </a:cubicBezTo>
                  <a:lnTo>
                    <a:pt x="66590" y="148553"/>
                  </a:lnTo>
                  <a:lnTo>
                    <a:pt x="61179" y="148553"/>
                  </a:lnTo>
                  <a:cubicBezTo>
                    <a:pt x="43818" y="148553"/>
                    <a:pt x="43367" y="146048"/>
                    <a:pt x="43367" y="137849"/>
                  </a:cubicBezTo>
                  <a:lnTo>
                    <a:pt x="43367" y="78180"/>
                  </a:lnTo>
                  <a:lnTo>
                    <a:pt x="110782" y="78180"/>
                  </a:lnTo>
                  <a:lnTo>
                    <a:pt x="110782" y="137849"/>
                  </a:lnTo>
                  <a:cubicBezTo>
                    <a:pt x="110782" y="146048"/>
                    <a:pt x="110331" y="148553"/>
                    <a:pt x="92970" y="148553"/>
                  </a:cubicBezTo>
                  <a:lnTo>
                    <a:pt x="87558" y="148553"/>
                  </a:lnTo>
                  <a:lnTo>
                    <a:pt x="87558" y="155613"/>
                  </a:lnTo>
                  <a:cubicBezTo>
                    <a:pt x="95450" y="154930"/>
                    <a:pt x="112135" y="154930"/>
                    <a:pt x="120702" y="154930"/>
                  </a:cubicBezTo>
                  <a:cubicBezTo>
                    <a:pt x="129270" y="154930"/>
                    <a:pt x="146180" y="154930"/>
                    <a:pt x="154072" y="155613"/>
                  </a:cubicBezTo>
                  <a:lnTo>
                    <a:pt x="154072" y="148553"/>
                  </a:lnTo>
                  <a:lnTo>
                    <a:pt x="148660" y="148553"/>
                  </a:lnTo>
                  <a:cubicBezTo>
                    <a:pt x="131299" y="148553"/>
                    <a:pt x="130848" y="146048"/>
                    <a:pt x="130848" y="137849"/>
                  </a:cubicBezTo>
                  <a:lnTo>
                    <a:pt x="130848" y="1782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8" name="Freeform: Shape 77">
              <a:extLst>
                <a:ext uri="{FF2B5EF4-FFF2-40B4-BE49-F238E27FC236}">
                  <a16:creationId xmlns:a16="http://schemas.microsoft.com/office/drawing/2014/main" id="{2D2933ED-BA46-8DA7-1489-5DE7CE94FC06}"/>
                </a:ext>
              </a:extLst>
            </p:cNvPr>
            <p:cNvSpPr/>
            <p:nvPr>
              <p:custDataLst>
                <p:tags r:id="rId17"/>
              </p:custDataLst>
            </p:nvPr>
          </p:nvSpPr>
          <p:spPr>
            <a:xfrm>
              <a:off x="2836812" y="4398404"/>
              <a:ext cx="57449" cy="105856"/>
            </a:xfrm>
            <a:custGeom>
              <a:avLst/>
              <a:gdLst>
                <a:gd name="connsiteX0" fmla="*/ 35753 w 57449"/>
                <a:gd name="connsiteY0" fmla="*/ 4528 h 105856"/>
                <a:gd name="connsiteX1" fmla="*/ 31018 w 57449"/>
                <a:gd name="connsiteY1" fmla="*/ 64 h 105856"/>
                <a:gd name="connsiteX2" fmla="*/ 84 w 57449"/>
                <a:gd name="connsiteY2" fmla="*/ 10267 h 105856"/>
                <a:gd name="connsiteX3" fmla="*/ 84 w 57449"/>
                <a:gd name="connsiteY3" fmla="*/ 16006 h 105856"/>
                <a:gd name="connsiteX4" fmla="*/ 22969 w 57449"/>
                <a:gd name="connsiteY4" fmla="*/ 11543 h 105856"/>
                <a:gd name="connsiteX5" fmla="*/ 22969 w 57449"/>
                <a:gd name="connsiteY5" fmla="*/ 92848 h 105856"/>
                <a:gd name="connsiteX6" fmla="*/ 7186 w 57449"/>
                <a:gd name="connsiteY6" fmla="*/ 100181 h 105856"/>
                <a:gd name="connsiteX7" fmla="*/ 1189 w 57449"/>
                <a:gd name="connsiteY7" fmla="*/ 100181 h 105856"/>
                <a:gd name="connsiteX8" fmla="*/ 1189 w 57449"/>
                <a:gd name="connsiteY8" fmla="*/ 105921 h 105856"/>
                <a:gd name="connsiteX9" fmla="*/ 29282 w 57449"/>
                <a:gd name="connsiteY9" fmla="*/ 105283 h 105856"/>
                <a:gd name="connsiteX10" fmla="*/ 57534 w 57449"/>
                <a:gd name="connsiteY10" fmla="*/ 105921 h 105856"/>
                <a:gd name="connsiteX11" fmla="*/ 57534 w 57449"/>
                <a:gd name="connsiteY11" fmla="*/ 100181 h 105856"/>
                <a:gd name="connsiteX12" fmla="*/ 51536 w 57449"/>
                <a:gd name="connsiteY12" fmla="*/ 100181 h 105856"/>
                <a:gd name="connsiteX13" fmla="*/ 35753 w 57449"/>
                <a:gd name="connsiteY13" fmla="*/ 92848 h 105856"/>
                <a:gd name="connsiteX14" fmla="*/ 35753 w 57449"/>
                <a:gd name="connsiteY14" fmla="*/ 4528 h 10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49" h="105856">
                  <a:moveTo>
                    <a:pt x="35753" y="4528"/>
                  </a:moveTo>
                  <a:cubicBezTo>
                    <a:pt x="35753" y="224"/>
                    <a:pt x="35438" y="64"/>
                    <a:pt x="31018" y="64"/>
                  </a:cubicBezTo>
                  <a:cubicBezTo>
                    <a:pt x="20917" y="10108"/>
                    <a:pt x="6555" y="10267"/>
                    <a:pt x="84" y="10267"/>
                  </a:cubicBezTo>
                  <a:lnTo>
                    <a:pt x="84" y="16006"/>
                  </a:lnTo>
                  <a:cubicBezTo>
                    <a:pt x="3872" y="16006"/>
                    <a:pt x="14289" y="16006"/>
                    <a:pt x="22969" y="11543"/>
                  </a:cubicBezTo>
                  <a:lnTo>
                    <a:pt x="22969" y="92848"/>
                  </a:lnTo>
                  <a:cubicBezTo>
                    <a:pt x="22969" y="98109"/>
                    <a:pt x="22969" y="100181"/>
                    <a:pt x="7186" y="100181"/>
                  </a:cubicBezTo>
                  <a:lnTo>
                    <a:pt x="1189" y="100181"/>
                  </a:lnTo>
                  <a:lnTo>
                    <a:pt x="1189" y="105921"/>
                  </a:lnTo>
                  <a:cubicBezTo>
                    <a:pt x="4030" y="105761"/>
                    <a:pt x="23443" y="105283"/>
                    <a:pt x="29282" y="105283"/>
                  </a:cubicBezTo>
                  <a:cubicBezTo>
                    <a:pt x="34175" y="105283"/>
                    <a:pt x="54061" y="105761"/>
                    <a:pt x="57534" y="105921"/>
                  </a:cubicBezTo>
                  <a:lnTo>
                    <a:pt x="57534" y="100181"/>
                  </a:lnTo>
                  <a:lnTo>
                    <a:pt x="51536" y="100181"/>
                  </a:lnTo>
                  <a:cubicBezTo>
                    <a:pt x="35753" y="100181"/>
                    <a:pt x="35753" y="98109"/>
                    <a:pt x="35753" y="92848"/>
                  </a:cubicBezTo>
                  <a:lnTo>
                    <a:pt x="35753" y="452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9" name="Freeform: Shape 78">
              <a:extLst>
                <a:ext uri="{FF2B5EF4-FFF2-40B4-BE49-F238E27FC236}">
                  <a16:creationId xmlns:a16="http://schemas.microsoft.com/office/drawing/2014/main" id="{0D3FA442-4B4A-8262-7D27-5EB5AD6FF1FC}"/>
                </a:ext>
              </a:extLst>
            </p:cNvPr>
            <p:cNvSpPr/>
            <p:nvPr>
              <p:custDataLst>
                <p:tags r:id="rId18"/>
              </p:custDataLst>
            </p:nvPr>
          </p:nvSpPr>
          <p:spPr>
            <a:xfrm>
              <a:off x="3002776" y="4371940"/>
              <a:ext cx="23899" cy="98158"/>
            </a:xfrm>
            <a:custGeom>
              <a:avLst/>
              <a:gdLst>
                <a:gd name="connsiteX0" fmla="*/ 23991 w 23899"/>
                <a:gd name="connsiteY0" fmla="*/ 12133 h 98158"/>
                <a:gd name="connsiteX1" fmla="*/ 12041 w 23899"/>
                <a:gd name="connsiteY1" fmla="*/ 63 h 98158"/>
                <a:gd name="connsiteX2" fmla="*/ 91 w 23899"/>
                <a:gd name="connsiteY2" fmla="*/ 12133 h 98158"/>
                <a:gd name="connsiteX3" fmla="*/ 12041 w 23899"/>
                <a:gd name="connsiteY3" fmla="*/ 24204 h 98158"/>
                <a:gd name="connsiteX4" fmla="*/ 23991 w 23899"/>
                <a:gd name="connsiteY4" fmla="*/ 12133 h 98158"/>
                <a:gd name="connsiteX5" fmla="*/ 23991 w 23899"/>
                <a:gd name="connsiteY5" fmla="*/ 86151 h 98158"/>
                <a:gd name="connsiteX6" fmla="*/ 12041 w 23899"/>
                <a:gd name="connsiteY6" fmla="*/ 74080 h 98158"/>
                <a:gd name="connsiteX7" fmla="*/ 91 w 23899"/>
                <a:gd name="connsiteY7" fmla="*/ 86151 h 98158"/>
                <a:gd name="connsiteX8" fmla="*/ 12041 w 23899"/>
                <a:gd name="connsiteY8" fmla="*/ 98221 h 98158"/>
                <a:gd name="connsiteX9" fmla="*/ 23991 w 23899"/>
                <a:gd name="connsiteY9" fmla="*/ 86151 h 9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99" h="98158">
                  <a:moveTo>
                    <a:pt x="23991" y="12133"/>
                  </a:moveTo>
                  <a:cubicBezTo>
                    <a:pt x="23991" y="5529"/>
                    <a:pt x="18580" y="63"/>
                    <a:pt x="12041" y="63"/>
                  </a:cubicBezTo>
                  <a:cubicBezTo>
                    <a:pt x="5503" y="63"/>
                    <a:pt x="91" y="5529"/>
                    <a:pt x="91" y="12133"/>
                  </a:cubicBezTo>
                  <a:cubicBezTo>
                    <a:pt x="91" y="18738"/>
                    <a:pt x="5503" y="24204"/>
                    <a:pt x="12041" y="24204"/>
                  </a:cubicBezTo>
                  <a:cubicBezTo>
                    <a:pt x="18580" y="24204"/>
                    <a:pt x="23991" y="18738"/>
                    <a:pt x="23991" y="12133"/>
                  </a:cubicBezTo>
                  <a:close/>
                  <a:moveTo>
                    <a:pt x="23991" y="86151"/>
                  </a:moveTo>
                  <a:cubicBezTo>
                    <a:pt x="23991" y="79546"/>
                    <a:pt x="18580" y="74080"/>
                    <a:pt x="12041" y="74080"/>
                  </a:cubicBezTo>
                  <a:cubicBezTo>
                    <a:pt x="5503" y="74080"/>
                    <a:pt x="91" y="79546"/>
                    <a:pt x="91" y="86151"/>
                  </a:cubicBezTo>
                  <a:cubicBezTo>
                    <a:pt x="91" y="92755"/>
                    <a:pt x="5503" y="98221"/>
                    <a:pt x="12041" y="98221"/>
                  </a:cubicBezTo>
                  <a:cubicBezTo>
                    <a:pt x="18580" y="98221"/>
                    <a:pt x="23991" y="92755"/>
                    <a:pt x="23991" y="8615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0" name="Freeform: Shape 79">
              <a:extLst>
                <a:ext uri="{FF2B5EF4-FFF2-40B4-BE49-F238E27FC236}">
                  <a16:creationId xmlns:a16="http://schemas.microsoft.com/office/drawing/2014/main" id="{E160E3BD-C784-93DB-CBA2-2215A49D21BC}"/>
                </a:ext>
              </a:extLst>
            </p:cNvPr>
            <p:cNvSpPr/>
            <p:nvPr>
              <p:custDataLst>
                <p:tags r:id="rId19"/>
              </p:custDataLst>
            </p:nvPr>
          </p:nvSpPr>
          <p:spPr>
            <a:xfrm>
              <a:off x="3115408" y="4369435"/>
              <a:ext cx="122203" cy="149856"/>
            </a:xfrm>
            <a:custGeom>
              <a:avLst/>
              <a:gdLst>
                <a:gd name="connsiteX0" fmla="*/ 45416 w 122203"/>
                <a:gd name="connsiteY0" fmla="*/ 20788 h 149856"/>
                <a:gd name="connsiteX1" fmla="*/ 48798 w 122203"/>
                <a:gd name="connsiteY1" fmla="*/ 6212 h 149856"/>
                <a:gd name="connsiteX2" fmla="*/ 42260 w 122203"/>
                <a:gd name="connsiteY2" fmla="*/ 63 h 149856"/>
                <a:gd name="connsiteX3" fmla="*/ 33241 w 122203"/>
                <a:gd name="connsiteY3" fmla="*/ 8262 h 149856"/>
                <a:gd name="connsiteX4" fmla="*/ 773 w 122203"/>
                <a:gd name="connsiteY4" fmla="*/ 140127 h 149856"/>
                <a:gd name="connsiteX5" fmla="*/ 97 w 122203"/>
                <a:gd name="connsiteY5" fmla="*/ 143770 h 149856"/>
                <a:gd name="connsiteX6" fmla="*/ 6410 w 122203"/>
                <a:gd name="connsiteY6" fmla="*/ 149920 h 149856"/>
                <a:gd name="connsiteX7" fmla="*/ 14301 w 122203"/>
                <a:gd name="connsiteY7" fmla="*/ 145137 h 149856"/>
                <a:gd name="connsiteX8" fmla="*/ 26702 w 122203"/>
                <a:gd name="connsiteY8" fmla="*/ 96172 h 149856"/>
                <a:gd name="connsiteX9" fmla="*/ 48573 w 122203"/>
                <a:gd name="connsiteY9" fmla="*/ 103232 h 149856"/>
                <a:gd name="connsiteX10" fmla="*/ 78560 w 122203"/>
                <a:gd name="connsiteY10" fmla="*/ 86606 h 149856"/>
                <a:gd name="connsiteX11" fmla="*/ 98852 w 122203"/>
                <a:gd name="connsiteY11" fmla="*/ 103232 h 149856"/>
                <a:gd name="connsiteX12" fmla="*/ 115537 w 122203"/>
                <a:gd name="connsiteY12" fmla="*/ 90706 h 149856"/>
                <a:gd name="connsiteX13" fmla="*/ 122301 w 122203"/>
                <a:gd name="connsiteY13" fmla="*/ 68159 h 149856"/>
                <a:gd name="connsiteX14" fmla="*/ 119595 w 122203"/>
                <a:gd name="connsiteY14" fmla="*/ 65881 h 149856"/>
                <a:gd name="connsiteX15" fmla="*/ 116439 w 122203"/>
                <a:gd name="connsiteY15" fmla="*/ 69981 h 149856"/>
                <a:gd name="connsiteX16" fmla="*/ 99303 w 122203"/>
                <a:gd name="connsiteY16" fmla="*/ 98221 h 149856"/>
                <a:gd name="connsiteX17" fmla="*/ 92539 w 122203"/>
                <a:gd name="connsiteY17" fmla="*/ 87745 h 149856"/>
                <a:gd name="connsiteX18" fmla="*/ 97048 w 122203"/>
                <a:gd name="connsiteY18" fmla="*/ 64059 h 149856"/>
                <a:gd name="connsiteX19" fmla="*/ 103362 w 122203"/>
                <a:gd name="connsiteY19" fmla="*/ 39463 h 149856"/>
                <a:gd name="connsiteX20" fmla="*/ 107194 w 122203"/>
                <a:gd name="connsiteY20" fmla="*/ 23976 h 149856"/>
                <a:gd name="connsiteX21" fmla="*/ 110577 w 122203"/>
                <a:gd name="connsiteY21" fmla="*/ 8717 h 149856"/>
                <a:gd name="connsiteX22" fmla="*/ 104038 w 122203"/>
                <a:gd name="connsiteY22" fmla="*/ 2568 h 149856"/>
                <a:gd name="connsiteX23" fmla="*/ 95245 w 122203"/>
                <a:gd name="connsiteY23" fmla="*/ 10539 h 149856"/>
                <a:gd name="connsiteX24" fmla="*/ 84648 w 122203"/>
                <a:gd name="connsiteY24" fmla="*/ 53128 h 149856"/>
                <a:gd name="connsiteX25" fmla="*/ 78785 w 122203"/>
                <a:gd name="connsiteY25" fmla="*/ 76358 h 149856"/>
                <a:gd name="connsiteX26" fmla="*/ 49475 w 122203"/>
                <a:gd name="connsiteY26" fmla="*/ 98221 h 149856"/>
                <a:gd name="connsiteX27" fmla="*/ 32790 w 122203"/>
                <a:gd name="connsiteY27" fmla="*/ 78407 h 149856"/>
                <a:gd name="connsiteX28" fmla="*/ 35946 w 122203"/>
                <a:gd name="connsiteY28" fmla="*/ 59049 h 149856"/>
                <a:gd name="connsiteX29" fmla="*/ 45416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16" y="20788"/>
                  </a:moveTo>
                  <a:cubicBezTo>
                    <a:pt x="46543" y="16005"/>
                    <a:pt x="48798" y="7351"/>
                    <a:pt x="48798" y="6212"/>
                  </a:cubicBezTo>
                  <a:cubicBezTo>
                    <a:pt x="48798" y="2340"/>
                    <a:pt x="46093" y="63"/>
                    <a:pt x="42260" y="63"/>
                  </a:cubicBezTo>
                  <a:cubicBezTo>
                    <a:pt x="41583" y="63"/>
                    <a:pt x="35270" y="291"/>
                    <a:pt x="33241" y="8262"/>
                  </a:cubicBezTo>
                  <a:lnTo>
                    <a:pt x="773" y="140127"/>
                  </a:lnTo>
                  <a:cubicBezTo>
                    <a:pt x="97" y="142859"/>
                    <a:pt x="97" y="143315"/>
                    <a:pt x="97" y="143770"/>
                  </a:cubicBezTo>
                  <a:cubicBezTo>
                    <a:pt x="97" y="147187"/>
                    <a:pt x="2577" y="149920"/>
                    <a:pt x="6410" y="149920"/>
                  </a:cubicBezTo>
                  <a:cubicBezTo>
                    <a:pt x="11145" y="149920"/>
                    <a:pt x="13851" y="145820"/>
                    <a:pt x="14301" y="145137"/>
                  </a:cubicBezTo>
                  <a:cubicBezTo>
                    <a:pt x="15203" y="143087"/>
                    <a:pt x="18134" y="131244"/>
                    <a:pt x="26702" y="96172"/>
                  </a:cubicBezTo>
                  <a:cubicBezTo>
                    <a:pt x="33917" y="102321"/>
                    <a:pt x="44063" y="103232"/>
                    <a:pt x="48573" y="103232"/>
                  </a:cubicBezTo>
                  <a:cubicBezTo>
                    <a:pt x="64355" y="103232"/>
                    <a:pt x="73149" y="92983"/>
                    <a:pt x="78560" y="86606"/>
                  </a:cubicBezTo>
                  <a:cubicBezTo>
                    <a:pt x="80589" y="96855"/>
                    <a:pt x="88932" y="103232"/>
                    <a:pt x="98852" y="103232"/>
                  </a:cubicBezTo>
                  <a:cubicBezTo>
                    <a:pt x="106744" y="103232"/>
                    <a:pt x="111929" y="97994"/>
                    <a:pt x="115537" y="90706"/>
                  </a:cubicBezTo>
                  <a:cubicBezTo>
                    <a:pt x="119370" y="82507"/>
                    <a:pt x="122301" y="68614"/>
                    <a:pt x="122301" y="68159"/>
                  </a:cubicBezTo>
                  <a:cubicBezTo>
                    <a:pt x="122301" y="65881"/>
                    <a:pt x="120272" y="65881"/>
                    <a:pt x="119595" y="65881"/>
                  </a:cubicBezTo>
                  <a:cubicBezTo>
                    <a:pt x="117341" y="65881"/>
                    <a:pt x="117115" y="66792"/>
                    <a:pt x="116439" y="69981"/>
                  </a:cubicBezTo>
                  <a:cubicBezTo>
                    <a:pt x="112606" y="84784"/>
                    <a:pt x="108547" y="98221"/>
                    <a:pt x="99303" y="98221"/>
                  </a:cubicBezTo>
                  <a:cubicBezTo>
                    <a:pt x="93215" y="98221"/>
                    <a:pt x="92539" y="92300"/>
                    <a:pt x="92539" y="87745"/>
                  </a:cubicBezTo>
                  <a:cubicBezTo>
                    <a:pt x="92539" y="82735"/>
                    <a:pt x="95245" y="72030"/>
                    <a:pt x="97048" y="64059"/>
                  </a:cubicBezTo>
                  <a:lnTo>
                    <a:pt x="103362" y="39463"/>
                  </a:lnTo>
                  <a:cubicBezTo>
                    <a:pt x="104038" y="36047"/>
                    <a:pt x="106293" y="27392"/>
                    <a:pt x="107194" y="23976"/>
                  </a:cubicBezTo>
                  <a:cubicBezTo>
                    <a:pt x="108322" y="18738"/>
                    <a:pt x="110577" y="10084"/>
                    <a:pt x="110577" y="8717"/>
                  </a:cubicBezTo>
                  <a:cubicBezTo>
                    <a:pt x="110577" y="4618"/>
                    <a:pt x="107420" y="2568"/>
                    <a:pt x="104038" y="2568"/>
                  </a:cubicBezTo>
                  <a:cubicBezTo>
                    <a:pt x="102911" y="2568"/>
                    <a:pt x="97048" y="2796"/>
                    <a:pt x="95245" y="10539"/>
                  </a:cubicBezTo>
                  <a:lnTo>
                    <a:pt x="84648" y="53128"/>
                  </a:lnTo>
                  <a:cubicBezTo>
                    <a:pt x="81942" y="64515"/>
                    <a:pt x="79462" y="74080"/>
                    <a:pt x="78785" y="76358"/>
                  </a:cubicBezTo>
                  <a:cubicBezTo>
                    <a:pt x="78560" y="77496"/>
                    <a:pt x="67738" y="98221"/>
                    <a:pt x="49475" y="98221"/>
                  </a:cubicBezTo>
                  <a:cubicBezTo>
                    <a:pt x="38201" y="98221"/>
                    <a:pt x="32790" y="90706"/>
                    <a:pt x="32790" y="78407"/>
                  </a:cubicBezTo>
                  <a:cubicBezTo>
                    <a:pt x="32790" y="71803"/>
                    <a:pt x="34368" y="65426"/>
                    <a:pt x="35946" y="59049"/>
                  </a:cubicBezTo>
                  <a:lnTo>
                    <a:pt x="45416"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1" name="Freeform: Shape 80">
              <a:extLst>
                <a:ext uri="{FF2B5EF4-FFF2-40B4-BE49-F238E27FC236}">
                  <a16:creationId xmlns:a16="http://schemas.microsoft.com/office/drawing/2014/main" id="{04D88857-CA0E-81AA-5836-7B5B1F3D577C}"/>
                </a:ext>
              </a:extLst>
            </p:cNvPr>
            <p:cNvSpPr/>
            <p:nvPr>
              <p:custDataLst>
                <p:tags r:id="rId20"/>
              </p:custDataLst>
            </p:nvPr>
          </p:nvSpPr>
          <p:spPr>
            <a:xfrm>
              <a:off x="3338469" y="4307033"/>
              <a:ext cx="112508" cy="212259"/>
            </a:xfrm>
            <a:custGeom>
              <a:avLst/>
              <a:gdLst>
                <a:gd name="connsiteX0" fmla="*/ 110811 w 112508"/>
                <a:gd name="connsiteY0" fmla="*/ 8945 h 212259"/>
                <a:gd name="connsiteX1" fmla="*/ 112614 w 112508"/>
                <a:gd name="connsiteY1" fmla="*/ 4618 h 212259"/>
                <a:gd name="connsiteX2" fmla="*/ 108105 w 112508"/>
                <a:gd name="connsiteY2" fmla="*/ 63 h 212259"/>
                <a:gd name="connsiteX3" fmla="*/ 103145 w 112508"/>
                <a:gd name="connsiteY3" fmla="*/ 4618 h 212259"/>
                <a:gd name="connsiteX4" fmla="*/ 1909 w 112508"/>
                <a:gd name="connsiteY4" fmla="*/ 203440 h 212259"/>
                <a:gd name="connsiteX5" fmla="*/ 106 w 112508"/>
                <a:gd name="connsiteY5" fmla="*/ 207767 h 212259"/>
                <a:gd name="connsiteX6" fmla="*/ 4615 w 112508"/>
                <a:gd name="connsiteY6" fmla="*/ 212322 h 212259"/>
                <a:gd name="connsiteX7" fmla="*/ 9575 w 112508"/>
                <a:gd name="connsiteY7" fmla="*/ 207767 h 212259"/>
                <a:gd name="connsiteX8" fmla="*/ 110811 w 112508"/>
                <a:gd name="connsiteY8" fmla="*/ 8945 h 212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508" h="212259">
                  <a:moveTo>
                    <a:pt x="110811" y="8945"/>
                  </a:moveTo>
                  <a:cubicBezTo>
                    <a:pt x="112614" y="5756"/>
                    <a:pt x="112614" y="5301"/>
                    <a:pt x="112614" y="4618"/>
                  </a:cubicBezTo>
                  <a:cubicBezTo>
                    <a:pt x="112614" y="3023"/>
                    <a:pt x="111262" y="63"/>
                    <a:pt x="108105" y="63"/>
                  </a:cubicBezTo>
                  <a:cubicBezTo>
                    <a:pt x="105400" y="63"/>
                    <a:pt x="104723" y="1429"/>
                    <a:pt x="103145" y="4618"/>
                  </a:cubicBezTo>
                  <a:lnTo>
                    <a:pt x="1909" y="203440"/>
                  </a:lnTo>
                  <a:cubicBezTo>
                    <a:pt x="106" y="206628"/>
                    <a:pt x="106" y="207084"/>
                    <a:pt x="106" y="207767"/>
                  </a:cubicBezTo>
                  <a:cubicBezTo>
                    <a:pt x="106" y="209589"/>
                    <a:pt x="1684" y="212322"/>
                    <a:pt x="4615" y="212322"/>
                  </a:cubicBezTo>
                  <a:cubicBezTo>
                    <a:pt x="7321" y="212322"/>
                    <a:pt x="7997" y="210956"/>
                    <a:pt x="9575" y="207767"/>
                  </a:cubicBezTo>
                  <a:lnTo>
                    <a:pt x="110811" y="8945"/>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2" name="Freeform: Shape 81">
              <a:extLst>
                <a:ext uri="{FF2B5EF4-FFF2-40B4-BE49-F238E27FC236}">
                  <a16:creationId xmlns:a16="http://schemas.microsoft.com/office/drawing/2014/main" id="{717318C1-EECB-F78D-68D6-F4FB205DA731}"/>
                </a:ext>
              </a:extLst>
            </p:cNvPr>
            <p:cNvSpPr/>
            <p:nvPr>
              <p:custDataLst>
                <p:tags r:id="rId21"/>
              </p:custDataLst>
            </p:nvPr>
          </p:nvSpPr>
          <p:spPr>
            <a:xfrm>
              <a:off x="3319755" y="4386516"/>
              <a:ext cx="149936" cy="53292"/>
            </a:xfrm>
            <a:custGeom>
              <a:avLst/>
              <a:gdLst>
                <a:gd name="connsiteX0" fmla="*/ 142376 w 149936"/>
                <a:gd name="connsiteY0" fmla="*/ 9173 h 53292"/>
                <a:gd name="connsiteX1" fmla="*/ 150042 w 149936"/>
                <a:gd name="connsiteY1" fmla="*/ 4618 h 53292"/>
                <a:gd name="connsiteX2" fmla="*/ 142602 w 149936"/>
                <a:gd name="connsiteY2" fmla="*/ 63 h 53292"/>
                <a:gd name="connsiteX3" fmla="*/ 7546 w 149936"/>
                <a:gd name="connsiteY3" fmla="*/ 63 h 53292"/>
                <a:gd name="connsiteX4" fmla="*/ 106 w 149936"/>
                <a:gd name="connsiteY4" fmla="*/ 4618 h 53292"/>
                <a:gd name="connsiteX5" fmla="*/ 7772 w 149936"/>
                <a:gd name="connsiteY5" fmla="*/ 9173 h 53292"/>
                <a:gd name="connsiteX6" fmla="*/ 142376 w 149936"/>
                <a:gd name="connsiteY6" fmla="*/ 9173 h 53292"/>
                <a:gd name="connsiteX7" fmla="*/ 142602 w 149936"/>
                <a:gd name="connsiteY7" fmla="*/ 53355 h 53292"/>
                <a:gd name="connsiteX8" fmla="*/ 150042 w 149936"/>
                <a:gd name="connsiteY8" fmla="*/ 48800 h 53292"/>
                <a:gd name="connsiteX9" fmla="*/ 142376 w 149936"/>
                <a:gd name="connsiteY9" fmla="*/ 44245 h 53292"/>
                <a:gd name="connsiteX10" fmla="*/ 7772 w 149936"/>
                <a:gd name="connsiteY10" fmla="*/ 44245 h 53292"/>
                <a:gd name="connsiteX11" fmla="*/ 106 w 149936"/>
                <a:gd name="connsiteY11" fmla="*/ 48800 h 53292"/>
                <a:gd name="connsiteX12" fmla="*/ 7546 w 149936"/>
                <a:gd name="connsiteY12" fmla="*/ 53355 h 53292"/>
                <a:gd name="connsiteX13" fmla="*/ 142602 w 149936"/>
                <a:gd name="connsiteY13" fmla="*/ 53355 h 5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9936" h="53292">
                  <a:moveTo>
                    <a:pt x="142376" y="9173"/>
                  </a:moveTo>
                  <a:cubicBezTo>
                    <a:pt x="145758" y="9173"/>
                    <a:pt x="150042" y="9173"/>
                    <a:pt x="150042" y="4618"/>
                  </a:cubicBezTo>
                  <a:cubicBezTo>
                    <a:pt x="150042" y="63"/>
                    <a:pt x="145758" y="63"/>
                    <a:pt x="142602" y="63"/>
                  </a:cubicBezTo>
                  <a:lnTo>
                    <a:pt x="7546" y="63"/>
                  </a:lnTo>
                  <a:cubicBezTo>
                    <a:pt x="4390" y="63"/>
                    <a:pt x="106" y="63"/>
                    <a:pt x="106" y="4618"/>
                  </a:cubicBezTo>
                  <a:cubicBezTo>
                    <a:pt x="106" y="9173"/>
                    <a:pt x="4390" y="9173"/>
                    <a:pt x="7772" y="9173"/>
                  </a:cubicBezTo>
                  <a:lnTo>
                    <a:pt x="142376" y="9173"/>
                  </a:lnTo>
                  <a:close/>
                  <a:moveTo>
                    <a:pt x="142602" y="53355"/>
                  </a:moveTo>
                  <a:cubicBezTo>
                    <a:pt x="145758" y="53355"/>
                    <a:pt x="150042" y="53355"/>
                    <a:pt x="150042" y="48800"/>
                  </a:cubicBezTo>
                  <a:cubicBezTo>
                    <a:pt x="150042" y="44245"/>
                    <a:pt x="145758" y="44245"/>
                    <a:pt x="142376" y="44245"/>
                  </a:cubicBezTo>
                  <a:lnTo>
                    <a:pt x="7772" y="44245"/>
                  </a:lnTo>
                  <a:cubicBezTo>
                    <a:pt x="4390" y="44245"/>
                    <a:pt x="106" y="44245"/>
                    <a:pt x="106" y="48800"/>
                  </a:cubicBezTo>
                  <a:cubicBezTo>
                    <a:pt x="106" y="53355"/>
                    <a:pt x="4390" y="53355"/>
                    <a:pt x="7546" y="53355"/>
                  </a:cubicBezTo>
                  <a:lnTo>
                    <a:pt x="142602" y="53355"/>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3" name="Freeform: Shape 82">
              <a:extLst>
                <a:ext uri="{FF2B5EF4-FFF2-40B4-BE49-F238E27FC236}">
                  <a16:creationId xmlns:a16="http://schemas.microsoft.com/office/drawing/2014/main" id="{92C550BA-3946-0D10-23F1-1AFFC1BF3C3D}"/>
                </a:ext>
              </a:extLst>
            </p:cNvPr>
            <p:cNvSpPr/>
            <p:nvPr>
              <p:custDataLst>
                <p:tags r:id="rId22"/>
              </p:custDataLst>
            </p:nvPr>
          </p:nvSpPr>
          <p:spPr>
            <a:xfrm>
              <a:off x="3551886" y="4369435"/>
              <a:ext cx="122203" cy="149856"/>
            </a:xfrm>
            <a:custGeom>
              <a:avLst/>
              <a:gdLst>
                <a:gd name="connsiteX0" fmla="*/ 45435 w 122203"/>
                <a:gd name="connsiteY0" fmla="*/ 20788 h 149856"/>
                <a:gd name="connsiteX1" fmla="*/ 48817 w 122203"/>
                <a:gd name="connsiteY1" fmla="*/ 6212 h 149856"/>
                <a:gd name="connsiteX2" fmla="*/ 42279 w 122203"/>
                <a:gd name="connsiteY2" fmla="*/ 63 h 149856"/>
                <a:gd name="connsiteX3" fmla="*/ 33260 w 122203"/>
                <a:gd name="connsiteY3" fmla="*/ 8262 h 149856"/>
                <a:gd name="connsiteX4" fmla="*/ 793 w 122203"/>
                <a:gd name="connsiteY4" fmla="*/ 140127 h 149856"/>
                <a:gd name="connsiteX5" fmla="*/ 116 w 122203"/>
                <a:gd name="connsiteY5" fmla="*/ 143770 h 149856"/>
                <a:gd name="connsiteX6" fmla="*/ 6429 w 122203"/>
                <a:gd name="connsiteY6" fmla="*/ 149920 h 149856"/>
                <a:gd name="connsiteX7" fmla="*/ 14321 w 122203"/>
                <a:gd name="connsiteY7" fmla="*/ 145137 h 149856"/>
                <a:gd name="connsiteX8" fmla="*/ 26722 w 122203"/>
                <a:gd name="connsiteY8" fmla="*/ 96172 h 149856"/>
                <a:gd name="connsiteX9" fmla="*/ 48592 w 122203"/>
                <a:gd name="connsiteY9" fmla="*/ 103232 h 149856"/>
                <a:gd name="connsiteX10" fmla="*/ 78579 w 122203"/>
                <a:gd name="connsiteY10" fmla="*/ 86606 h 149856"/>
                <a:gd name="connsiteX11" fmla="*/ 98871 w 122203"/>
                <a:gd name="connsiteY11" fmla="*/ 103232 h 149856"/>
                <a:gd name="connsiteX12" fmla="*/ 115556 w 122203"/>
                <a:gd name="connsiteY12" fmla="*/ 90706 h 149856"/>
                <a:gd name="connsiteX13" fmla="*/ 122320 w 122203"/>
                <a:gd name="connsiteY13" fmla="*/ 68159 h 149856"/>
                <a:gd name="connsiteX14" fmla="*/ 119615 w 122203"/>
                <a:gd name="connsiteY14" fmla="*/ 65881 h 149856"/>
                <a:gd name="connsiteX15" fmla="*/ 116458 w 122203"/>
                <a:gd name="connsiteY15" fmla="*/ 69981 h 149856"/>
                <a:gd name="connsiteX16" fmla="*/ 99322 w 122203"/>
                <a:gd name="connsiteY16" fmla="*/ 98221 h 149856"/>
                <a:gd name="connsiteX17" fmla="*/ 92558 w 122203"/>
                <a:gd name="connsiteY17" fmla="*/ 87745 h 149856"/>
                <a:gd name="connsiteX18" fmla="*/ 97068 w 122203"/>
                <a:gd name="connsiteY18" fmla="*/ 64059 h 149856"/>
                <a:gd name="connsiteX19" fmla="*/ 103381 w 122203"/>
                <a:gd name="connsiteY19" fmla="*/ 39463 h 149856"/>
                <a:gd name="connsiteX20" fmla="*/ 107214 w 122203"/>
                <a:gd name="connsiteY20" fmla="*/ 23976 h 149856"/>
                <a:gd name="connsiteX21" fmla="*/ 110596 w 122203"/>
                <a:gd name="connsiteY21" fmla="*/ 8717 h 149856"/>
                <a:gd name="connsiteX22" fmla="*/ 104057 w 122203"/>
                <a:gd name="connsiteY22" fmla="*/ 2568 h 149856"/>
                <a:gd name="connsiteX23" fmla="*/ 95264 w 122203"/>
                <a:gd name="connsiteY23" fmla="*/ 10539 h 149856"/>
                <a:gd name="connsiteX24" fmla="*/ 84667 w 122203"/>
                <a:gd name="connsiteY24" fmla="*/ 53128 h 149856"/>
                <a:gd name="connsiteX25" fmla="*/ 78805 w 122203"/>
                <a:gd name="connsiteY25" fmla="*/ 76358 h 149856"/>
                <a:gd name="connsiteX26" fmla="*/ 49494 w 122203"/>
                <a:gd name="connsiteY26" fmla="*/ 98221 h 149856"/>
                <a:gd name="connsiteX27" fmla="*/ 32809 w 122203"/>
                <a:gd name="connsiteY27" fmla="*/ 78407 h 149856"/>
                <a:gd name="connsiteX28" fmla="*/ 35966 w 122203"/>
                <a:gd name="connsiteY28" fmla="*/ 59049 h 149856"/>
                <a:gd name="connsiteX29" fmla="*/ 45435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35" y="20788"/>
                  </a:moveTo>
                  <a:cubicBezTo>
                    <a:pt x="46563" y="16005"/>
                    <a:pt x="48817" y="7351"/>
                    <a:pt x="48817" y="6212"/>
                  </a:cubicBezTo>
                  <a:cubicBezTo>
                    <a:pt x="48817" y="2340"/>
                    <a:pt x="46112" y="63"/>
                    <a:pt x="42279" y="63"/>
                  </a:cubicBezTo>
                  <a:cubicBezTo>
                    <a:pt x="41602" y="63"/>
                    <a:pt x="35289" y="291"/>
                    <a:pt x="33260" y="8262"/>
                  </a:cubicBezTo>
                  <a:lnTo>
                    <a:pt x="793" y="140127"/>
                  </a:lnTo>
                  <a:cubicBezTo>
                    <a:pt x="116" y="142859"/>
                    <a:pt x="116" y="143315"/>
                    <a:pt x="116" y="143770"/>
                  </a:cubicBezTo>
                  <a:cubicBezTo>
                    <a:pt x="116" y="147187"/>
                    <a:pt x="2596" y="149920"/>
                    <a:pt x="6429" y="149920"/>
                  </a:cubicBezTo>
                  <a:cubicBezTo>
                    <a:pt x="11164" y="149920"/>
                    <a:pt x="13870" y="145820"/>
                    <a:pt x="14321" y="145137"/>
                  </a:cubicBezTo>
                  <a:cubicBezTo>
                    <a:pt x="15223" y="143087"/>
                    <a:pt x="18154" y="131244"/>
                    <a:pt x="26722" y="96172"/>
                  </a:cubicBezTo>
                  <a:cubicBezTo>
                    <a:pt x="33937" y="102321"/>
                    <a:pt x="44083" y="103232"/>
                    <a:pt x="48592" y="103232"/>
                  </a:cubicBezTo>
                  <a:cubicBezTo>
                    <a:pt x="64375" y="103232"/>
                    <a:pt x="73168" y="92983"/>
                    <a:pt x="78579" y="86606"/>
                  </a:cubicBezTo>
                  <a:cubicBezTo>
                    <a:pt x="80609" y="96855"/>
                    <a:pt x="88951" y="103232"/>
                    <a:pt x="98871" y="103232"/>
                  </a:cubicBezTo>
                  <a:cubicBezTo>
                    <a:pt x="106763" y="103232"/>
                    <a:pt x="111949" y="97994"/>
                    <a:pt x="115556" y="90706"/>
                  </a:cubicBezTo>
                  <a:cubicBezTo>
                    <a:pt x="119389" y="82507"/>
                    <a:pt x="122320" y="68614"/>
                    <a:pt x="122320" y="68159"/>
                  </a:cubicBezTo>
                  <a:cubicBezTo>
                    <a:pt x="122320" y="65881"/>
                    <a:pt x="120291" y="65881"/>
                    <a:pt x="119615" y="65881"/>
                  </a:cubicBezTo>
                  <a:cubicBezTo>
                    <a:pt x="117360" y="65881"/>
                    <a:pt x="117134" y="66792"/>
                    <a:pt x="116458" y="69981"/>
                  </a:cubicBezTo>
                  <a:cubicBezTo>
                    <a:pt x="112625" y="84784"/>
                    <a:pt x="108567" y="98221"/>
                    <a:pt x="99322" y="98221"/>
                  </a:cubicBezTo>
                  <a:cubicBezTo>
                    <a:pt x="93235" y="98221"/>
                    <a:pt x="92558" y="92300"/>
                    <a:pt x="92558" y="87745"/>
                  </a:cubicBezTo>
                  <a:cubicBezTo>
                    <a:pt x="92558" y="82735"/>
                    <a:pt x="95264" y="72030"/>
                    <a:pt x="97068" y="64059"/>
                  </a:cubicBezTo>
                  <a:lnTo>
                    <a:pt x="103381" y="39463"/>
                  </a:lnTo>
                  <a:cubicBezTo>
                    <a:pt x="104057" y="36047"/>
                    <a:pt x="106312" y="27392"/>
                    <a:pt x="107214" y="23976"/>
                  </a:cubicBezTo>
                  <a:cubicBezTo>
                    <a:pt x="108341" y="18738"/>
                    <a:pt x="110596" y="10084"/>
                    <a:pt x="110596" y="8717"/>
                  </a:cubicBezTo>
                  <a:cubicBezTo>
                    <a:pt x="110596" y="4618"/>
                    <a:pt x="107439" y="2568"/>
                    <a:pt x="104057" y="2568"/>
                  </a:cubicBezTo>
                  <a:cubicBezTo>
                    <a:pt x="102930" y="2568"/>
                    <a:pt x="97068" y="2796"/>
                    <a:pt x="95264" y="10539"/>
                  </a:cubicBezTo>
                  <a:lnTo>
                    <a:pt x="84667" y="53128"/>
                  </a:lnTo>
                  <a:cubicBezTo>
                    <a:pt x="81961" y="64515"/>
                    <a:pt x="79481" y="74080"/>
                    <a:pt x="78805" y="76358"/>
                  </a:cubicBezTo>
                  <a:cubicBezTo>
                    <a:pt x="78579" y="77496"/>
                    <a:pt x="67757" y="98221"/>
                    <a:pt x="49494" y="98221"/>
                  </a:cubicBezTo>
                  <a:cubicBezTo>
                    <a:pt x="38220" y="98221"/>
                    <a:pt x="32809" y="90706"/>
                    <a:pt x="32809" y="78407"/>
                  </a:cubicBezTo>
                  <a:cubicBezTo>
                    <a:pt x="32809" y="71803"/>
                    <a:pt x="34387" y="65426"/>
                    <a:pt x="35966" y="59049"/>
                  </a:cubicBezTo>
                  <a:lnTo>
                    <a:pt x="45435"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4" name="Freeform: Shape 83">
              <a:extLst>
                <a:ext uri="{FF2B5EF4-FFF2-40B4-BE49-F238E27FC236}">
                  <a16:creationId xmlns:a16="http://schemas.microsoft.com/office/drawing/2014/main" id="{0D6CDCBE-5B23-0E6A-222D-C6AB6A03C8D8}"/>
                </a:ext>
              </a:extLst>
            </p:cNvPr>
            <p:cNvSpPr/>
            <p:nvPr>
              <p:custDataLst>
                <p:tags r:id="rId23"/>
              </p:custDataLst>
            </p:nvPr>
          </p:nvSpPr>
          <p:spPr>
            <a:xfrm>
              <a:off x="3689185" y="4398404"/>
              <a:ext cx="73232" cy="109044"/>
            </a:xfrm>
            <a:custGeom>
              <a:avLst/>
              <a:gdLst>
                <a:gd name="connsiteX0" fmla="*/ 73354 w 73232"/>
                <a:gd name="connsiteY0" fmla="*/ 55065 h 109044"/>
                <a:gd name="connsiteX1" fmla="*/ 64043 w 73232"/>
                <a:gd name="connsiteY1" fmla="*/ 13775 h 109044"/>
                <a:gd name="connsiteX2" fmla="*/ 36738 w 73232"/>
                <a:gd name="connsiteY2" fmla="*/ 64 h 109044"/>
                <a:gd name="connsiteX3" fmla="*/ 122 w 73232"/>
                <a:gd name="connsiteY3" fmla="*/ 55065 h 109044"/>
                <a:gd name="connsiteX4" fmla="*/ 36738 w 73232"/>
                <a:gd name="connsiteY4" fmla="*/ 109109 h 109044"/>
                <a:gd name="connsiteX5" fmla="*/ 73354 w 73232"/>
                <a:gd name="connsiteY5" fmla="*/ 55065 h 109044"/>
                <a:gd name="connsiteX6" fmla="*/ 36738 w 73232"/>
                <a:gd name="connsiteY6" fmla="*/ 104645 h 109044"/>
                <a:gd name="connsiteX7" fmla="*/ 16694 w 73232"/>
                <a:gd name="connsiteY7" fmla="*/ 87268 h 109044"/>
                <a:gd name="connsiteX8" fmla="*/ 14485 w 73232"/>
                <a:gd name="connsiteY8" fmla="*/ 52992 h 109044"/>
                <a:gd name="connsiteX9" fmla="*/ 16852 w 73232"/>
                <a:gd name="connsiteY9" fmla="*/ 20470 h 109044"/>
                <a:gd name="connsiteX10" fmla="*/ 36738 w 73232"/>
                <a:gd name="connsiteY10" fmla="*/ 4528 h 109044"/>
                <a:gd name="connsiteX11" fmla="*/ 56309 w 73232"/>
                <a:gd name="connsiteY11" fmla="*/ 19035 h 109044"/>
                <a:gd name="connsiteX12" fmla="*/ 58992 w 73232"/>
                <a:gd name="connsiteY12" fmla="*/ 52992 h 109044"/>
                <a:gd name="connsiteX13" fmla="*/ 56940 w 73232"/>
                <a:gd name="connsiteY13" fmla="*/ 86630 h 109044"/>
                <a:gd name="connsiteX14" fmla="*/ 36738 w 73232"/>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232" h="109044">
                  <a:moveTo>
                    <a:pt x="73354" y="55065"/>
                  </a:moveTo>
                  <a:cubicBezTo>
                    <a:pt x="73354" y="37528"/>
                    <a:pt x="71303" y="24934"/>
                    <a:pt x="64043" y="13775"/>
                  </a:cubicBezTo>
                  <a:cubicBezTo>
                    <a:pt x="59150" y="6441"/>
                    <a:pt x="49365" y="64"/>
                    <a:pt x="36738" y="64"/>
                  </a:cubicBezTo>
                  <a:cubicBezTo>
                    <a:pt x="122" y="64"/>
                    <a:pt x="122" y="43586"/>
                    <a:pt x="122" y="55065"/>
                  </a:cubicBezTo>
                  <a:cubicBezTo>
                    <a:pt x="122" y="66543"/>
                    <a:pt x="122" y="109109"/>
                    <a:pt x="36738" y="109109"/>
                  </a:cubicBezTo>
                  <a:cubicBezTo>
                    <a:pt x="73354" y="109109"/>
                    <a:pt x="73354" y="66543"/>
                    <a:pt x="73354" y="55065"/>
                  </a:cubicBezTo>
                  <a:close/>
                  <a:moveTo>
                    <a:pt x="36738" y="104645"/>
                  </a:moveTo>
                  <a:cubicBezTo>
                    <a:pt x="29478" y="104645"/>
                    <a:pt x="19851" y="100341"/>
                    <a:pt x="16694" y="87268"/>
                  </a:cubicBezTo>
                  <a:cubicBezTo>
                    <a:pt x="14485" y="77862"/>
                    <a:pt x="14485" y="64790"/>
                    <a:pt x="14485" y="52992"/>
                  </a:cubicBezTo>
                  <a:cubicBezTo>
                    <a:pt x="14485" y="41355"/>
                    <a:pt x="14485" y="29239"/>
                    <a:pt x="16852" y="20470"/>
                  </a:cubicBezTo>
                  <a:cubicBezTo>
                    <a:pt x="20166" y="7876"/>
                    <a:pt x="30267" y="4528"/>
                    <a:pt x="36738" y="4528"/>
                  </a:cubicBezTo>
                  <a:cubicBezTo>
                    <a:pt x="45261" y="4528"/>
                    <a:pt x="53468" y="9789"/>
                    <a:pt x="56309" y="19035"/>
                  </a:cubicBezTo>
                  <a:cubicBezTo>
                    <a:pt x="58834" y="27644"/>
                    <a:pt x="58992" y="39123"/>
                    <a:pt x="58992" y="52992"/>
                  </a:cubicBezTo>
                  <a:cubicBezTo>
                    <a:pt x="58992" y="64790"/>
                    <a:pt x="58992" y="76587"/>
                    <a:pt x="56940" y="86630"/>
                  </a:cubicBezTo>
                  <a:cubicBezTo>
                    <a:pt x="53784" y="101138"/>
                    <a:pt x="43051" y="104645"/>
                    <a:pt x="36738"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48" name="Group 47">
            <a:extLst>
              <a:ext uri="{FF2B5EF4-FFF2-40B4-BE49-F238E27FC236}">
                <a16:creationId xmlns:a16="http://schemas.microsoft.com/office/drawing/2014/main" id="{725A3A94-2E95-474F-48F1-ABAAA8BF018D}"/>
              </a:ext>
            </a:extLst>
          </p:cNvPr>
          <p:cNvGrpSpPr>
            <a:grpSpLocks noChangeAspect="1"/>
          </p:cNvGrpSpPr>
          <p:nvPr>
            <p:custDataLst>
              <p:tags r:id="rId2"/>
            </p:custDataLst>
          </p:nvPr>
        </p:nvGrpSpPr>
        <p:grpSpPr>
          <a:xfrm>
            <a:off x="914401" y="2578506"/>
            <a:ext cx="1104470" cy="204742"/>
            <a:chOff x="2657947" y="3984349"/>
            <a:chExt cx="1104470" cy="204742"/>
          </a:xfrm>
        </p:grpSpPr>
        <p:sp>
          <p:nvSpPr>
            <p:cNvPr id="41" name="Freeform: Shape 40">
              <a:extLst>
                <a:ext uri="{FF2B5EF4-FFF2-40B4-BE49-F238E27FC236}">
                  <a16:creationId xmlns:a16="http://schemas.microsoft.com/office/drawing/2014/main" id="{DC863F30-D727-FFBE-4BF2-B93DDBE6D394}"/>
                </a:ext>
              </a:extLst>
            </p:cNvPr>
            <p:cNvSpPr/>
            <p:nvPr>
              <p:custDataLst>
                <p:tags r:id="rId9"/>
              </p:custDataLst>
            </p:nvPr>
          </p:nvSpPr>
          <p:spPr>
            <a:xfrm>
              <a:off x="2657947" y="3984349"/>
              <a:ext cx="153994" cy="155550"/>
            </a:xfrm>
            <a:custGeom>
              <a:avLst/>
              <a:gdLst>
                <a:gd name="connsiteX0" fmla="*/ 130848 w 153994"/>
                <a:gd name="connsiteY0" fmla="*/ 17827 h 155550"/>
                <a:gd name="connsiteX1" fmla="*/ 148660 w 153994"/>
                <a:gd name="connsiteY1" fmla="*/ 7123 h 155550"/>
                <a:gd name="connsiteX2" fmla="*/ 154072 w 153994"/>
                <a:gd name="connsiteY2" fmla="*/ 7123 h 155550"/>
                <a:gd name="connsiteX3" fmla="*/ 154072 w 153994"/>
                <a:gd name="connsiteY3" fmla="*/ 63 h 155550"/>
                <a:gd name="connsiteX4" fmla="*/ 120928 w 153994"/>
                <a:gd name="connsiteY4" fmla="*/ 746 h 155550"/>
                <a:gd name="connsiteX5" fmla="*/ 87558 w 153994"/>
                <a:gd name="connsiteY5" fmla="*/ 63 h 155550"/>
                <a:gd name="connsiteX6" fmla="*/ 87558 w 153994"/>
                <a:gd name="connsiteY6" fmla="*/ 7123 h 155550"/>
                <a:gd name="connsiteX7" fmla="*/ 92970 w 153994"/>
                <a:gd name="connsiteY7" fmla="*/ 7123 h 155550"/>
                <a:gd name="connsiteX8" fmla="*/ 110782 w 153994"/>
                <a:gd name="connsiteY8" fmla="*/ 17827 h 155550"/>
                <a:gd name="connsiteX9" fmla="*/ 110782 w 153994"/>
                <a:gd name="connsiteY9" fmla="*/ 71120 h 155550"/>
                <a:gd name="connsiteX10" fmla="*/ 43367 w 153994"/>
                <a:gd name="connsiteY10" fmla="*/ 71120 h 155550"/>
                <a:gd name="connsiteX11" fmla="*/ 43367 w 153994"/>
                <a:gd name="connsiteY11" fmla="*/ 17827 h 155550"/>
                <a:gd name="connsiteX12" fmla="*/ 61179 w 153994"/>
                <a:gd name="connsiteY12" fmla="*/ 7123 h 155550"/>
                <a:gd name="connsiteX13" fmla="*/ 66590 w 153994"/>
                <a:gd name="connsiteY13" fmla="*/ 7123 h 155550"/>
                <a:gd name="connsiteX14" fmla="*/ 66590 w 153994"/>
                <a:gd name="connsiteY14" fmla="*/ 63 h 155550"/>
                <a:gd name="connsiteX15" fmla="*/ 33446 w 153994"/>
                <a:gd name="connsiteY15" fmla="*/ 746 h 155550"/>
                <a:gd name="connsiteX16" fmla="*/ 77 w 153994"/>
                <a:gd name="connsiteY16" fmla="*/ 63 h 155550"/>
                <a:gd name="connsiteX17" fmla="*/ 77 w 153994"/>
                <a:gd name="connsiteY17" fmla="*/ 7123 h 155550"/>
                <a:gd name="connsiteX18" fmla="*/ 5488 w 153994"/>
                <a:gd name="connsiteY18" fmla="*/ 7123 h 155550"/>
                <a:gd name="connsiteX19" fmla="*/ 23300 w 153994"/>
                <a:gd name="connsiteY19" fmla="*/ 17827 h 155550"/>
                <a:gd name="connsiteX20" fmla="*/ 23300 w 153994"/>
                <a:gd name="connsiteY20" fmla="*/ 137849 h 155550"/>
                <a:gd name="connsiteX21" fmla="*/ 5488 w 153994"/>
                <a:gd name="connsiteY21" fmla="*/ 148553 h 155550"/>
                <a:gd name="connsiteX22" fmla="*/ 77 w 153994"/>
                <a:gd name="connsiteY22" fmla="*/ 148553 h 155550"/>
                <a:gd name="connsiteX23" fmla="*/ 77 w 153994"/>
                <a:gd name="connsiteY23" fmla="*/ 155613 h 155550"/>
                <a:gd name="connsiteX24" fmla="*/ 33221 w 153994"/>
                <a:gd name="connsiteY24" fmla="*/ 154930 h 155550"/>
                <a:gd name="connsiteX25" fmla="*/ 66590 w 153994"/>
                <a:gd name="connsiteY25" fmla="*/ 155613 h 155550"/>
                <a:gd name="connsiteX26" fmla="*/ 66590 w 153994"/>
                <a:gd name="connsiteY26" fmla="*/ 148553 h 155550"/>
                <a:gd name="connsiteX27" fmla="*/ 61179 w 153994"/>
                <a:gd name="connsiteY27" fmla="*/ 148553 h 155550"/>
                <a:gd name="connsiteX28" fmla="*/ 43367 w 153994"/>
                <a:gd name="connsiteY28" fmla="*/ 137849 h 155550"/>
                <a:gd name="connsiteX29" fmla="*/ 43367 w 153994"/>
                <a:gd name="connsiteY29" fmla="*/ 78180 h 155550"/>
                <a:gd name="connsiteX30" fmla="*/ 110782 w 153994"/>
                <a:gd name="connsiteY30" fmla="*/ 78180 h 155550"/>
                <a:gd name="connsiteX31" fmla="*/ 110782 w 153994"/>
                <a:gd name="connsiteY31" fmla="*/ 137849 h 155550"/>
                <a:gd name="connsiteX32" fmla="*/ 92970 w 153994"/>
                <a:gd name="connsiteY32" fmla="*/ 148553 h 155550"/>
                <a:gd name="connsiteX33" fmla="*/ 87558 w 153994"/>
                <a:gd name="connsiteY33" fmla="*/ 148553 h 155550"/>
                <a:gd name="connsiteX34" fmla="*/ 87558 w 153994"/>
                <a:gd name="connsiteY34" fmla="*/ 155613 h 155550"/>
                <a:gd name="connsiteX35" fmla="*/ 120702 w 153994"/>
                <a:gd name="connsiteY35" fmla="*/ 154930 h 155550"/>
                <a:gd name="connsiteX36" fmla="*/ 154072 w 153994"/>
                <a:gd name="connsiteY36" fmla="*/ 155613 h 155550"/>
                <a:gd name="connsiteX37" fmla="*/ 154072 w 153994"/>
                <a:gd name="connsiteY37" fmla="*/ 148553 h 155550"/>
                <a:gd name="connsiteX38" fmla="*/ 148660 w 153994"/>
                <a:gd name="connsiteY38" fmla="*/ 148553 h 155550"/>
                <a:gd name="connsiteX39" fmla="*/ 130848 w 153994"/>
                <a:gd name="connsiteY39" fmla="*/ 137849 h 155550"/>
                <a:gd name="connsiteX40" fmla="*/ 130848 w 153994"/>
                <a:gd name="connsiteY40" fmla="*/ 17827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3994" h="155550">
                  <a:moveTo>
                    <a:pt x="130848" y="17827"/>
                  </a:moveTo>
                  <a:cubicBezTo>
                    <a:pt x="130848" y="9628"/>
                    <a:pt x="131299" y="7123"/>
                    <a:pt x="148660" y="7123"/>
                  </a:cubicBezTo>
                  <a:lnTo>
                    <a:pt x="154072" y="7123"/>
                  </a:lnTo>
                  <a:lnTo>
                    <a:pt x="154072" y="63"/>
                  </a:lnTo>
                  <a:cubicBezTo>
                    <a:pt x="146180" y="746"/>
                    <a:pt x="129496" y="746"/>
                    <a:pt x="120928" y="746"/>
                  </a:cubicBezTo>
                  <a:cubicBezTo>
                    <a:pt x="112360" y="746"/>
                    <a:pt x="95450" y="746"/>
                    <a:pt x="87558" y="63"/>
                  </a:cubicBezTo>
                  <a:lnTo>
                    <a:pt x="87558" y="7123"/>
                  </a:lnTo>
                  <a:lnTo>
                    <a:pt x="92970" y="7123"/>
                  </a:lnTo>
                  <a:cubicBezTo>
                    <a:pt x="110331" y="7123"/>
                    <a:pt x="110782" y="9628"/>
                    <a:pt x="110782" y="17827"/>
                  </a:cubicBezTo>
                  <a:lnTo>
                    <a:pt x="110782" y="71120"/>
                  </a:lnTo>
                  <a:lnTo>
                    <a:pt x="43367" y="71120"/>
                  </a:lnTo>
                  <a:lnTo>
                    <a:pt x="43367" y="17827"/>
                  </a:lnTo>
                  <a:cubicBezTo>
                    <a:pt x="43367" y="9628"/>
                    <a:pt x="43818" y="7123"/>
                    <a:pt x="61179" y="7123"/>
                  </a:cubicBezTo>
                  <a:lnTo>
                    <a:pt x="66590" y="7123"/>
                  </a:lnTo>
                  <a:lnTo>
                    <a:pt x="66590" y="63"/>
                  </a:lnTo>
                  <a:cubicBezTo>
                    <a:pt x="58699" y="746"/>
                    <a:pt x="42014" y="746"/>
                    <a:pt x="33446" y="746"/>
                  </a:cubicBezTo>
                  <a:cubicBezTo>
                    <a:pt x="24878" y="746"/>
                    <a:pt x="7968" y="746"/>
                    <a:pt x="77" y="63"/>
                  </a:cubicBezTo>
                  <a:lnTo>
                    <a:pt x="77" y="7123"/>
                  </a:lnTo>
                  <a:lnTo>
                    <a:pt x="5488" y="7123"/>
                  </a:lnTo>
                  <a:cubicBezTo>
                    <a:pt x="22849" y="7123"/>
                    <a:pt x="23300" y="9628"/>
                    <a:pt x="23300" y="17827"/>
                  </a:cubicBezTo>
                  <a:lnTo>
                    <a:pt x="23300" y="137849"/>
                  </a:lnTo>
                  <a:cubicBezTo>
                    <a:pt x="23300" y="146048"/>
                    <a:pt x="22849" y="148553"/>
                    <a:pt x="5488" y="148553"/>
                  </a:cubicBezTo>
                  <a:lnTo>
                    <a:pt x="77" y="148553"/>
                  </a:lnTo>
                  <a:lnTo>
                    <a:pt x="77" y="155613"/>
                  </a:lnTo>
                  <a:cubicBezTo>
                    <a:pt x="7968" y="154930"/>
                    <a:pt x="24653" y="154930"/>
                    <a:pt x="33221" y="154930"/>
                  </a:cubicBezTo>
                  <a:cubicBezTo>
                    <a:pt x="41788" y="154930"/>
                    <a:pt x="58699" y="154930"/>
                    <a:pt x="66590" y="155613"/>
                  </a:cubicBezTo>
                  <a:lnTo>
                    <a:pt x="66590" y="148553"/>
                  </a:lnTo>
                  <a:lnTo>
                    <a:pt x="61179" y="148553"/>
                  </a:lnTo>
                  <a:cubicBezTo>
                    <a:pt x="43818" y="148553"/>
                    <a:pt x="43367" y="146048"/>
                    <a:pt x="43367" y="137849"/>
                  </a:cubicBezTo>
                  <a:lnTo>
                    <a:pt x="43367" y="78180"/>
                  </a:lnTo>
                  <a:lnTo>
                    <a:pt x="110782" y="78180"/>
                  </a:lnTo>
                  <a:lnTo>
                    <a:pt x="110782" y="137849"/>
                  </a:lnTo>
                  <a:cubicBezTo>
                    <a:pt x="110782" y="146048"/>
                    <a:pt x="110331" y="148553"/>
                    <a:pt x="92970" y="148553"/>
                  </a:cubicBezTo>
                  <a:lnTo>
                    <a:pt x="87558" y="148553"/>
                  </a:lnTo>
                  <a:lnTo>
                    <a:pt x="87558" y="155613"/>
                  </a:lnTo>
                  <a:cubicBezTo>
                    <a:pt x="95450" y="154930"/>
                    <a:pt x="112135" y="154930"/>
                    <a:pt x="120702" y="154930"/>
                  </a:cubicBezTo>
                  <a:cubicBezTo>
                    <a:pt x="129270" y="154930"/>
                    <a:pt x="146180" y="154930"/>
                    <a:pt x="154072" y="155613"/>
                  </a:cubicBezTo>
                  <a:lnTo>
                    <a:pt x="154072" y="148553"/>
                  </a:lnTo>
                  <a:lnTo>
                    <a:pt x="148660" y="148553"/>
                  </a:lnTo>
                  <a:cubicBezTo>
                    <a:pt x="131299" y="148553"/>
                    <a:pt x="130848" y="146048"/>
                    <a:pt x="130848" y="137849"/>
                  </a:cubicBezTo>
                  <a:lnTo>
                    <a:pt x="130848" y="1782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2" name="Freeform: Shape 41">
              <a:extLst>
                <a:ext uri="{FF2B5EF4-FFF2-40B4-BE49-F238E27FC236}">
                  <a16:creationId xmlns:a16="http://schemas.microsoft.com/office/drawing/2014/main" id="{973EAA00-EF1A-89BE-B55F-5F7E8A35F02D}"/>
                </a:ext>
              </a:extLst>
            </p:cNvPr>
            <p:cNvSpPr/>
            <p:nvPr>
              <p:custDataLst>
                <p:tags r:id="rId10"/>
              </p:custDataLst>
            </p:nvPr>
          </p:nvSpPr>
          <p:spPr>
            <a:xfrm>
              <a:off x="2827816" y="4068204"/>
              <a:ext cx="73232" cy="109044"/>
            </a:xfrm>
            <a:custGeom>
              <a:avLst/>
              <a:gdLst>
                <a:gd name="connsiteX0" fmla="*/ 73316 w 73232"/>
                <a:gd name="connsiteY0" fmla="*/ 55065 h 109044"/>
                <a:gd name="connsiteX1" fmla="*/ 64005 w 73232"/>
                <a:gd name="connsiteY1" fmla="*/ 13775 h 109044"/>
                <a:gd name="connsiteX2" fmla="*/ 36700 w 73232"/>
                <a:gd name="connsiteY2" fmla="*/ 64 h 109044"/>
                <a:gd name="connsiteX3" fmla="*/ 84 w 73232"/>
                <a:gd name="connsiteY3" fmla="*/ 55065 h 109044"/>
                <a:gd name="connsiteX4" fmla="*/ 36700 w 73232"/>
                <a:gd name="connsiteY4" fmla="*/ 109109 h 109044"/>
                <a:gd name="connsiteX5" fmla="*/ 73316 w 73232"/>
                <a:gd name="connsiteY5" fmla="*/ 55065 h 109044"/>
                <a:gd name="connsiteX6" fmla="*/ 36700 w 73232"/>
                <a:gd name="connsiteY6" fmla="*/ 104645 h 109044"/>
                <a:gd name="connsiteX7" fmla="*/ 16656 w 73232"/>
                <a:gd name="connsiteY7" fmla="*/ 87268 h 109044"/>
                <a:gd name="connsiteX8" fmla="*/ 14447 w 73232"/>
                <a:gd name="connsiteY8" fmla="*/ 52992 h 109044"/>
                <a:gd name="connsiteX9" fmla="*/ 16814 w 73232"/>
                <a:gd name="connsiteY9" fmla="*/ 20470 h 109044"/>
                <a:gd name="connsiteX10" fmla="*/ 36700 w 73232"/>
                <a:gd name="connsiteY10" fmla="*/ 4528 h 109044"/>
                <a:gd name="connsiteX11" fmla="*/ 56271 w 73232"/>
                <a:gd name="connsiteY11" fmla="*/ 19035 h 109044"/>
                <a:gd name="connsiteX12" fmla="*/ 58954 w 73232"/>
                <a:gd name="connsiteY12" fmla="*/ 52992 h 109044"/>
                <a:gd name="connsiteX13" fmla="*/ 56902 w 73232"/>
                <a:gd name="connsiteY13" fmla="*/ 86630 h 109044"/>
                <a:gd name="connsiteX14" fmla="*/ 36700 w 73232"/>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232" h="109044">
                  <a:moveTo>
                    <a:pt x="73316" y="55065"/>
                  </a:moveTo>
                  <a:cubicBezTo>
                    <a:pt x="73316" y="37528"/>
                    <a:pt x="71265" y="24934"/>
                    <a:pt x="64005" y="13775"/>
                  </a:cubicBezTo>
                  <a:cubicBezTo>
                    <a:pt x="59112" y="6441"/>
                    <a:pt x="49327" y="64"/>
                    <a:pt x="36700" y="64"/>
                  </a:cubicBezTo>
                  <a:cubicBezTo>
                    <a:pt x="84" y="64"/>
                    <a:pt x="84" y="43586"/>
                    <a:pt x="84" y="55065"/>
                  </a:cubicBezTo>
                  <a:cubicBezTo>
                    <a:pt x="84" y="66543"/>
                    <a:pt x="84" y="109109"/>
                    <a:pt x="36700" y="109109"/>
                  </a:cubicBezTo>
                  <a:cubicBezTo>
                    <a:pt x="73316" y="109109"/>
                    <a:pt x="73316" y="66543"/>
                    <a:pt x="73316" y="55065"/>
                  </a:cubicBezTo>
                  <a:close/>
                  <a:moveTo>
                    <a:pt x="36700" y="104645"/>
                  </a:moveTo>
                  <a:cubicBezTo>
                    <a:pt x="29440" y="104645"/>
                    <a:pt x="19813" y="100341"/>
                    <a:pt x="16656" y="87268"/>
                  </a:cubicBezTo>
                  <a:cubicBezTo>
                    <a:pt x="14447" y="77862"/>
                    <a:pt x="14447" y="64790"/>
                    <a:pt x="14447" y="52992"/>
                  </a:cubicBezTo>
                  <a:cubicBezTo>
                    <a:pt x="14447" y="41355"/>
                    <a:pt x="14447" y="29239"/>
                    <a:pt x="16814" y="20470"/>
                  </a:cubicBezTo>
                  <a:cubicBezTo>
                    <a:pt x="20128" y="7876"/>
                    <a:pt x="30229" y="4528"/>
                    <a:pt x="36700" y="4528"/>
                  </a:cubicBezTo>
                  <a:cubicBezTo>
                    <a:pt x="45223" y="4528"/>
                    <a:pt x="53430" y="9789"/>
                    <a:pt x="56271" y="19035"/>
                  </a:cubicBezTo>
                  <a:cubicBezTo>
                    <a:pt x="58796" y="27644"/>
                    <a:pt x="58954" y="39123"/>
                    <a:pt x="58954" y="52992"/>
                  </a:cubicBezTo>
                  <a:cubicBezTo>
                    <a:pt x="58954" y="64790"/>
                    <a:pt x="58954" y="76587"/>
                    <a:pt x="56902" y="86630"/>
                  </a:cubicBezTo>
                  <a:cubicBezTo>
                    <a:pt x="53746" y="101138"/>
                    <a:pt x="43013" y="104645"/>
                    <a:pt x="36700"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 name="Freeform: Shape 42">
              <a:extLst>
                <a:ext uri="{FF2B5EF4-FFF2-40B4-BE49-F238E27FC236}">
                  <a16:creationId xmlns:a16="http://schemas.microsoft.com/office/drawing/2014/main" id="{2E9CB112-F7FF-588B-550E-C191BA59AB53}"/>
                </a:ext>
              </a:extLst>
            </p:cNvPr>
            <p:cNvSpPr/>
            <p:nvPr>
              <p:custDataLst>
                <p:tags r:id="rId11"/>
              </p:custDataLst>
            </p:nvPr>
          </p:nvSpPr>
          <p:spPr>
            <a:xfrm>
              <a:off x="3002776" y="4041740"/>
              <a:ext cx="23899" cy="98158"/>
            </a:xfrm>
            <a:custGeom>
              <a:avLst/>
              <a:gdLst>
                <a:gd name="connsiteX0" fmla="*/ 23991 w 23899"/>
                <a:gd name="connsiteY0" fmla="*/ 12133 h 98158"/>
                <a:gd name="connsiteX1" fmla="*/ 12041 w 23899"/>
                <a:gd name="connsiteY1" fmla="*/ 63 h 98158"/>
                <a:gd name="connsiteX2" fmla="*/ 91 w 23899"/>
                <a:gd name="connsiteY2" fmla="*/ 12133 h 98158"/>
                <a:gd name="connsiteX3" fmla="*/ 12041 w 23899"/>
                <a:gd name="connsiteY3" fmla="*/ 24204 h 98158"/>
                <a:gd name="connsiteX4" fmla="*/ 23991 w 23899"/>
                <a:gd name="connsiteY4" fmla="*/ 12133 h 98158"/>
                <a:gd name="connsiteX5" fmla="*/ 23991 w 23899"/>
                <a:gd name="connsiteY5" fmla="*/ 86151 h 98158"/>
                <a:gd name="connsiteX6" fmla="*/ 12041 w 23899"/>
                <a:gd name="connsiteY6" fmla="*/ 74080 h 98158"/>
                <a:gd name="connsiteX7" fmla="*/ 91 w 23899"/>
                <a:gd name="connsiteY7" fmla="*/ 86151 h 98158"/>
                <a:gd name="connsiteX8" fmla="*/ 12041 w 23899"/>
                <a:gd name="connsiteY8" fmla="*/ 98221 h 98158"/>
                <a:gd name="connsiteX9" fmla="*/ 23991 w 23899"/>
                <a:gd name="connsiteY9" fmla="*/ 86151 h 9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99" h="98158">
                  <a:moveTo>
                    <a:pt x="23991" y="12133"/>
                  </a:moveTo>
                  <a:cubicBezTo>
                    <a:pt x="23991" y="5529"/>
                    <a:pt x="18580" y="63"/>
                    <a:pt x="12041" y="63"/>
                  </a:cubicBezTo>
                  <a:cubicBezTo>
                    <a:pt x="5503" y="63"/>
                    <a:pt x="91" y="5529"/>
                    <a:pt x="91" y="12133"/>
                  </a:cubicBezTo>
                  <a:cubicBezTo>
                    <a:pt x="91" y="18738"/>
                    <a:pt x="5503" y="24204"/>
                    <a:pt x="12041" y="24204"/>
                  </a:cubicBezTo>
                  <a:cubicBezTo>
                    <a:pt x="18580" y="24204"/>
                    <a:pt x="23991" y="18738"/>
                    <a:pt x="23991" y="12133"/>
                  </a:cubicBezTo>
                  <a:close/>
                  <a:moveTo>
                    <a:pt x="23991" y="86151"/>
                  </a:moveTo>
                  <a:cubicBezTo>
                    <a:pt x="23991" y="79546"/>
                    <a:pt x="18580" y="74080"/>
                    <a:pt x="12041" y="74080"/>
                  </a:cubicBezTo>
                  <a:cubicBezTo>
                    <a:pt x="5503" y="74080"/>
                    <a:pt x="91" y="79546"/>
                    <a:pt x="91" y="86151"/>
                  </a:cubicBezTo>
                  <a:cubicBezTo>
                    <a:pt x="91" y="92755"/>
                    <a:pt x="5503" y="98221"/>
                    <a:pt x="12041" y="98221"/>
                  </a:cubicBezTo>
                  <a:cubicBezTo>
                    <a:pt x="18580" y="98221"/>
                    <a:pt x="23991" y="92755"/>
                    <a:pt x="23991" y="8615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4" name="Freeform: Shape 43">
              <a:extLst>
                <a:ext uri="{FF2B5EF4-FFF2-40B4-BE49-F238E27FC236}">
                  <a16:creationId xmlns:a16="http://schemas.microsoft.com/office/drawing/2014/main" id="{571F8B88-A2DF-23D5-7F7D-B11FD301D69D}"/>
                </a:ext>
              </a:extLst>
            </p:cNvPr>
            <p:cNvSpPr/>
            <p:nvPr>
              <p:custDataLst>
                <p:tags r:id="rId12"/>
              </p:custDataLst>
            </p:nvPr>
          </p:nvSpPr>
          <p:spPr>
            <a:xfrm>
              <a:off x="3115408" y="4039235"/>
              <a:ext cx="122203" cy="149856"/>
            </a:xfrm>
            <a:custGeom>
              <a:avLst/>
              <a:gdLst>
                <a:gd name="connsiteX0" fmla="*/ 45416 w 122203"/>
                <a:gd name="connsiteY0" fmla="*/ 20788 h 149856"/>
                <a:gd name="connsiteX1" fmla="*/ 48798 w 122203"/>
                <a:gd name="connsiteY1" fmla="*/ 6212 h 149856"/>
                <a:gd name="connsiteX2" fmla="*/ 42260 w 122203"/>
                <a:gd name="connsiteY2" fmla="*/ 63 h 149856"/>
                <a:gd name="connsiteX3" fmla="*/ 33241 w 122203"/>
                <a:gd name="connsiteY3" fmla="*/ 8262 h 149856"/>
                <a:gd name="connsiteX4" fmla="*/ 773 w 122203"/>
                <a:gd name="connsiteY4" fmla="*/ 140127 h 149856"/>
                <a:gd name="connsiteX5" fmla="*/ 97 w 122203"/>
                <a:gd name="connsiteY5" fmla="*/ 143770 h 149856"/>
                <a:gd name="connsiteX6" fmla="*/ 6410 w 122203"/>
                <a:gd name="connsiteY6" fmla="*/ 149920 h 149856"/>
                <a:gd name="connsiteX7" fmla="*/ 14301 w 122203"/>
                <a:gd name="connsiteY7" fmla="*/ 145137 h 149856"/>
                <a:gd name="connsiteX8" fmla="*/ 26702 w 122203"/>
                <a:gd name="connsiteY8" fmla="*/ 96172 h 149856"/>
                <a:gd name="connsiteX9" fmla="*/ 48573 w 122203"/>
                <a:gd name="connsiteY9" fmla="*/ 103232 h 149856"/>
                <a:gd name="connsiteX10" fmla="*/ 78560 w 122203"/>
                <a:gd name="connsiteY10" fmla="*/ 86606 h 149856"/>
                <a:gd name="connsiteX11" fmla="*/ 98852 w 122203"/>
                <a:gd name="connsiteY11" fmla="*/ 103232 h 149856"/>
                <a:gd name="connsiteX12" fmla="*/ 115537 w 122203"/>
                <a:gd name="connsiteY12" fmla="*/ 90706 h 149856"/>
                <a:gd name="connsiteX13" fmla="*/ 122301 w 122203"/>
                <a:gd name="connsiteY13" fmla="*/ 68159 h 149856"/>
                <a:gd name="connsiteX14" fmla="*/ 119595 w 122203"/>
                <a:gd name="connsiteY14" fmla="*/ 65881 h 149856"/>
                <a:gd name="connsiteX15" fmla="*/ 116439 w 122203"/>
                <a:gd name="connsiteY15" fmla="*/ 69981 h 149856"/>
                <a:gd name="connsiteX16" fmla="*/ 99303 w 122203"/>
                <a:gd name="connsiteY16" fmla="*/ 98221 h 149856"/>
                <a:gd name="connsiteX17" fmla="*/ 92539 w 122203"/>
                <a:gd name="connsiteY17" fmla="*/ 87745 h 149856"/>
                <a:gd name="connsiteX18" fmla="*/ 97048 w 122203"/>
                <a:gd name="connsiteY18" fmla="*/ 64059 h 149856"/>
                <a:gd name="connsiteX19" fmla="*/ 103362 w 122203"/>
                <a:gd name="connsiteY19" fmla="*/ 39463 h 149856"/>
                <a:gd name="connsiteX20" fmla="*/ 107194 w 122203"/>
                <a:gd name="connsiteY20" fmla="*/ 23976 h 149856"/>
                <a:gd name="connsiteX21" fmla="*/ 110577 w 122203"/>
                <a:gd name="connsiteY21" fmla="*/ 8717 h 149856"/>
                <a:gd name="connsiteX22" fmla="*/ 104038 w 122203"/>
                <a:gd name="connsiteY22" fmla="*/ 2568 h 149856"/>
                <a:gd name="connsiteX23" fmla="*/ 95245 w 122203"/>
                <a:gd name="connsiteY23" fmla="*/ 10539 h 149856"/>
                <a:gd name="connsiteX24" fmla="*/ 84648 w 122203"/>
                <a:gd name="connsiteY24" fmla="*/ 53128 h 149856"/>
                <a:gd name="connsiteX25" fmla="*/ 78785 w 122203"/>
                <a:gd name="connsiteY25" fmla="*/ 76358 h 149856"/>
                <a:gd name="connsiteX26" fmla="*/ 49475 w 122203"/>
                <a:gd name="connsiteY26" fmla="*/ 98221 h 149856"/>
                <a:gd name="connsiteX27" fmla="*/ 32790 w 122203"/>
                <a:gd name="connsiteY27" fmla="*/ 78407 h 149856"/>
                <a:gd name="connsiteX28" fmla="*/ 35946 w 122203"/>
                <a:gd name="connsiteY28" fmla="*/ 59049 h 149856"/>
                <a:gd name="connsiteX29" fmla="*/ 45416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16" y="20788"/>
                  </a:moveTo>
                  <a:cubicBezTo>
                    <a:pt x="46543" y="16005"/>
                    <a:pt x="48798" y="7351"/>
                    <a:pt x="48798" y="6212"/>
                  </a:cubicBezTo>
                  <a:cubicBezTo>
                    <a:pt x="48798" y="2340"/>
                    <a:pt x="46093" y="63"/>
                    <a:pt x="42260" y="63"/>
                  </a:cubicBezTo>
                  <a:cubicBezTo>
                    <a:pt x="41583" y="63"/>
                    <a:pt x="35270" y="291"/>
                    <a:pt x="33241" y="8262"/>
                  </a:cubicBezTo>
                  <a:lnTo>
                    <a:pt x="773" y="140127"/>
                  </a:lnTo>
                  <a:cubicBezTo>
                    <a:pt x="97" y="142859"/>
                    <a:pt x="97" y="143315"/>
                    <a:pt x="97" y="143770"/>
                  </a:cubicBezTo>
                  <a:cubicBezTo>
                    <a:pt x="97" y="147187"/>
                    <a:pt x="2577" y="149920"/>
                    <a:pt x="6410" y="149920"/>
                  </a:cubicBezTo>
                  <a:cubicBezTo>
                    <a:pt x="11145" y="149920"/>
                    <a:pt x="13851" y="145820"/>
                    <a:pt x="14301" y="145137"/>
                  </a:cubicBezTo>
                  <a:cubicBezTo>
                    <a:pt x="15203" y="143087"/>
                    <a:pt x="18134" y="131244"/>
                    <a:pt x="26702" y="96172"/>
                  </a:cubicBezTo>
                  <a:cubicBezTo>
                    <a:pt x="33917" y="102321"/>
                    <a:pt x="44063" y="103232"/>
                    <a:pt x="48573" y="103232"/>
                  </a:cubicBezTo>
                  <a:cubicBezTo>
                    <a:pt x="64355" y="103232"/>
                    <a:pt x="73149" y="92983"/>
                    <a:pt x="78560" y="86606"/>
                  </a:cubicBezTo>
                  <a:cubicBezTo>
                    <a:pt x="80589" y="96855"/>
                    <a:pt x="88932" y="103232"/>
                    <a:pt x="98852" y="103232"/>
                  </a:cubicBezTo>
                  <a:cubicBezTo>
                    <a:pt x="106744" y="103232"/>
                    <a:pt x="111929" y="97994"/>
                    <a:pt x="115537" y="90706"/>
                  </a:cubicBezTo>
                  <a:cubicBezTo>
                    <a:pt x="119370" y="82507"/>
                    <a:pt x="122301" y="68614"/>
                    <a:pt x="122301" y="68159"/>
                  </a:cubicBezTo>
                  <a:cubicBezTo>
                    <a:pt x="122301" y="65881"/>
                    <a:pt x="120272" y="65881"/>
                    <a:pt x="119595" y="65881"/>
                  </a:cubicBezTo>
                  <a:cubicBezTo>
                    <a:pt x="117341" y="65881"/>
                    <a:pt x="117115" y="66792"/>
                    <a:pt x="116439" y="69981"/>
                  </a:cubicBezTo>
                  <a:cubicBezTo>
                    <a:pt x="112606" y="84784"/>
                    <a:pt x="108547" y="98221"/>
                    <a:pt x="99303" y="98221"/>
                  </a:cubicBezTo>
                  <a:cubicBezTo>
                    <a:pt x="93215" y="98221"/>
                    <a:pt x="92539" y="92300"/>
                    <a:pt x="92539" y="87745"/>
                  </a:cubicBezTo>
                  <a:cubicBezTo>
                    <a:pt x="92539" y="82735"/>
                    <a:pt x="95245" y="72030"/>
                    <a:pt x="97048" y="64059"/>
                  </a:cubicBezTo>
                  <a:lnTo>
                    <a:pt x="103362" y="39463"/>
                  </a:lnTo>
                  <a:cubicBezTo>
                    <a:pt x="104038" y="36047"/>
                    <a:pt x="106293" y="27392"/>
                    <a:pt x="107194" y="23976"/>
                  </a:cubicBezTo>
                  <a:cubicBezTo>
                    <a:pt x="108322" y="18738"/>
                    <a:pt x="110577" y="10084"/>
                    <a:pt x="110577" y="8717"/>
                  </a:cubicBezTo>
                  <a:cubicBezTo>
                    <a:pt x="110577" y="4618"/>
                    <a:pt x="107420" y="2568"/>
                    <a:pt x="104038" y="2568"/>
                  </a:cubicBezTo>
                  <a:cubicBezTo>
                    <a:pt x="102911" y="2568"/>
                    <a:pt x="97048" y="2796"/>
                    <a:pt x="95245" y="10539"/>
                  </a:cubicBezTo>
                  <a:lnTo>
                    <a:pt x="84648" y="53128"/>
                  </a:lnTo>
                  <a:cubicBezTo>
                    <a:pt x="81942" y="64515"/>
                    <a:pt x="79462" y="74080"/>
                    <a:pt x="78785" y="76358"/>
                  </a:cubicBezTo>
                  <a:cubicBezTo>
                    <a:pt x="78560" y="77496"/>
                    <a:pt x="67738" y="98221"/>
                    <a:pt x="49475" y="98221"/>
                  </a:cubicBezTo>
                  <a:cubicBezTo>
                    <a:pt x="38201" y="98221"/>
                    <a:pt x="32790" y="90706"/>
                    <a:pt x="32790" y="78407"/>
                  </a:cubicBezTo>
                  <a:cubicBezTo>
                    <a:pt x="32790" y="71803"/>
                    <a:pt x="34368" y="65426"/>
                    <a:pt x="35946" y="59049"/>
                  </a:cubicBezTo>
                  <a:lnTo>
                    <a:pt x="45416"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5" name="Freeform: Shape 44">
              <a:extLst>
                <a:ext uri="{FF2B5EF4-FFF2-40B4-BE49-F238E27FC236}">
                  <a16:creationId xmlns:a16="http://schemas.microsoft.com/office/drawing/2014/main" id="{69D927B0-0263-6B0B-86B7-760AE4780721}"/>
                </a:ext>
              </a:extLst>
            </p:cNvPr>
            <p:cNvSpPr/>
            <p:nvPr>
              <p:custDataLst>
                <p:tags r:id="rId13"/>
              </p:custDataLst>
            </p:nvPr>
          </p:nvSpPr>
          <p:spPr>
            <a:xfrm>
              <a:off x="3319755" y="4056316"/>
              <a:ext cx="149936" cy="53292"/>
            </a:xfrm>
            <a:custGeom>
              <a:avLst/>
              <a:gdLst>
                <a:gd name="connsiteX0" fmla="*/ 142376 w 149936"/>
                <a:gd name="connsiteY0" fmla="*/ 9173 h 53292"/>
                <a:gd name="connsiteX1" fmla="*/ 150042 w 149936"/>
                <a:gd name="connsiteY1" fmla="*/ 4618 h 53292"/>
                <a:gd name="connsiteX2" fmla="*/ 142602 w 149936"/>
                <a:gd name="connsiteY2" fmla="*/ 63 h 53292"/>
                <a:gd name="connsiteX3" fmla="*/ 7546 w 149936"/>
                <a:gd name="connsiteY3" fmla="*/ 63 h 53292"/>
                <a:gd name="connsiteX4" fmla="*/ 106 w 149936"/>
                <a:gd name="connsiteY4" fmla="*/ 4618 h 53292"/>
                <a:gd name="connsiteX5" fmla="*/ 7772 w 149936"/>
                <a:gd name="connsiteY5" fmla="*/ 9173 h 53292"/>
                <a:gd name="connsiteX6" fmla="*/ 142376 w 149936"/>
                <a:gd name="connsiteY6" fmla="*/ 9173 h 53292"/>
                <a:gd name="connsiteX7" fmla="*/ 142602 w 149936"/>
                <a:gd name="connsiteY7" fmla="*/ 53355 h 53292"/>
                <a:gd name="connsiteX8" fmla="*/ 150042 w 149936"/>
                <a:gd name="connsiteY8" fmla="*/ 48800 h 53292"/>
                <a:gd name="connsiteX9" fmla="*/ 142376 w 149936"/>
                <a:gd name="connsiteY9" fmla="*/ 44245 h 53292"/>
                <a:gd name="connsiteX10" fmla="*/ 7772 w 149936"/>
                <a:gd name="connsiteY10" fmla="*/ 44245 h 53292"/>
                <a:gd name="connsiteX11" fmla="*/ 106 w 149936"/>
                <a:gd name="connsiteY11" fmla="*/ 48800 h 53292"/>
                <a:gd name="connsiteX12" fmla="*/ 7546 w 149936"/>
                <a:gd name="connsiteY12" fmla="*/ 53355 h 53292"/>
                <a:gd name="connsiteX13" fmla="*/ 142602 w 149936"/>
                <a:gd name="connsiteY13" fmla="*/ 53355 h 5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9936" h="53292">
                  <a:moveTo>
                    <a:pt x="142376" y="9173"/>
                  </a:moveTo>
                  <a:cubicBezTo>
                    <a:pt x="145758" y="9173"/>
                    <a:pt x="150042" y="9173"/>
                    <a:pt x="150042" y="4618"/>
                  </a:cubicBezTo>
                  <a:cubicBezTo>
                    <a:pt x="150042" y="63"/>
                    <a:pt x="145758" y="63"/>
                    <a:pt x="142602" y="63"/>
                  </a:cubicBezTo>
                  <a:lnTo>
                    <a:pt x="7546" y="63"/>
                  </a:lnTo>
                  <a:cubicBezTo>
                    <a:pt x="4390" y="63"/>
                    <a:pt x="106" y="63"/>
                    <a:pt x="106" y="4618"/>
                  </a:cubicBezTo>
                  <a:cubicBezTo>
                    <a:pt x="106" y="9173"/>
                    <a:pt x="4390" y="9173"/>
                    <a:pt x="7772" y="9173"/>
                  </a:cubicBezTo>
                  <a:lnTo>
                    <a:pt x="142376" y="9173"/>
                  </a:lnTo>
                  <a:close/>
                  <a:moveTo>
                    <a:pt x="142602" y="53355"/>
                  </a:moveTo>
                  <a:cubicBezTo>
                    <a:pt x="145758" y="53355"/>
                    <a:pt x="150042" y="53355"/>
                    <a:pt x="150042" y="48800"/>
                  </a:cubicBezTo>
                  <a:cubicBezTo>
                    <a:pt x="150042" y="44245"/>
                    <a:pt x="145758" y="44245"/>
                    <a:pt x="142376" y="44245"/>
                  </a:cubicBezTo>
                  <a:lnTo>
                    <a:pt x="7772" y="44245"/>
                  </a:lnTo>
                  <a:cubicBezTo>
                    <a:pt x="4390" y="44245"/>
                    <a:pt x="106" y="44245"/>
                    <a:pt x="106" y="48800"/>
                  </a:cubicBezTo>
                  <a:cubicBezTo>
                    <a:pt x="106" y="53355"/>
                    <a:pt x="4390" y="53355"/>
                    <a:pt x="7546" y="53355"/>
                  </a:cubicBezTo>
                  <a:lnTo>
                    <a:pt x="142602" y="53355"/>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6" name="Freeform: Shape 45">
              <a:extLst>
                <a:ext uri="{FF2B5EF4-FFF2-40B4-BE49-F238E27FC236}">
                  <a16:creationId xmlns:a16="http://schemas.microsoft.com/office/drawing/2014/main" id="{F71816B8-28A7-A802-7EDF-F8BD9677ECE9}"/>
                </a:ext>
              </a:extLst>
            </p:cNvPr>
            <p:cNvSpPr/>
            <p:nvPr>
              <p:custDataLst>
                <p:tags r:id="rId14"/>
              </p:custDataLst>
            </p:nvPr>
          </p:nvSpPr>
          <p:spPr>
            <a:xfrm>
              <a:off x="3551886" y="4039235"/>
              <a:ext cx="122203" cy="149856"/>
            </a:xfrm>
            <a:custGeom>
              <a:avLst/>
              <a:gdLst>
                <a:gd name="connsiteX0" fmla="*/ 45435 w 122203"/>
                <a:gd name="connsiteY0" fmla="*/ 20788 h 149856"/>
                <a:gd name="connsiteX1" fmla="*/ 48817 w 122203"/>
                <a:gd name="connsiteY1" fmla="*/ 6212 h 149856"/>
                <a:gd name="connsiteX2" fmla="*/ 42279 w 122203"/>
                <a:gd name="connsiteY2" fmla="*/ 63 h 149856"/>
                <a:gd name="connsiteX3" fmla="*/ 33260 w 122203"/>
                <a:gd name="connsiteY3" fmla="*/ 8262 h 149856"/>
                <a:gd name="connsiteX4" fmla="*/ 793 w 122203"/>
                <a:gd name="connsiteY4" fmla="*/ 140127 h 149856"/>
                <a:gd name="connsiteX5" fmla="*/ 116 w 122203"/>
                <a:gd name="connsiteY5" fmla="*/ 143770 h 149856"/>
                <a:gd name="connsiteX6" fmla="*/ 6429 w 122203"/>
                <a:gd name="connsiteY6" fmla="*/ 149920 h 149856"/>
                <a:gd name="connsiteX7" fmla="*/ 14321 w 122203"/>
                <a:gd name="connsiteY7" fmla="*/ 145137 h 149856"/>
                <a:gd name="connsiteX8" fmla="*/ 26722 w 122203"/>
                <a:gd name="connsiteY8" fmla="*/ 96172 h 149856"/>
                <a:gd name="connsiteX9" fmla="*/ 48592 w 122203"/>
                <a:gd name="connsiteY9" fmla="*/ 103232 h 149856"/>
                <a:gd name="connsiteX10" fmla="*/ 78579 w 122203"/>
                <a:gd name="connsiteY10" fmla="*/ 86606 h 149856"/>
                <a:gd name="connsiteX11" fmla="*/ 98871 w 122203"/>
                <a:gd name="connsiteY11" fmla="*/ 103232 h 149856"/>
                <a:gd name="connsiteX12" fmla="*/ 115556 w 122203"/>
                <a:gd name="connsiteY12" fmla="*/ 90706 h 149856"/>
                <a:gd name="connsiteX13" fmla="*/ 122320 w 122203"/>
                <a:gd name="connsiteY13" fmla="*/ 68159 h 149856"/>
                <a:gd name="connsiteX14" fmla="*/ 119615 w 122203"/>
                <a:gd name="connsiteY14" fmla="*/ 65881 h 149856"/>
                <a:gd name="connsiteX15" fmla="*/ 116458 w 122203"/>
                <a:gd name="connsiteY15" fmla="*/ 69981 h 149856"/>
                <a:gd name="connsiteX16" fmla="*/ 99322 w 122203"/>
                <a:gd name="connsiteY16" fmla="*/ 98221 h 149856"/>
                <a:gd name="connsiteX17" fmla="*/ 92558 w 122203"/>
                <a:gd name="connsiteY17" fmla="*/ 87745 h 149856"/>
                <a:gd name="connsiteX18" fmla="*/ 97068 w 122203"/>
                <a:gd name="connsiteY18" fmla="*/ 64059 h 149856"/>
                <a:gd name="connsiteX19" fmla="*/ 103381 w 122203"/>
                <a:gd name="connsiteY19" fmla="*/ 39463 h 149856"/>
                <a:gd name="connsiteX20" fmla="*/ 107214 w 122203"/>
                <a:gd name="connsiteY20" fmla="*/ 23976 h 149856"/>
                <a:gd name="connsiteX21" fmla="*/ 110596 w 122203"/>
                <a:gd name="connsiteY21" fmla="*/ 8717 h 149856"/>
                <a:gd name="connsiteX22" fmla="*/ 104057 w 122203"/>
                <a:gd name="connsiteY22" fmla="*/ 2568 h 149856"/>
                <a:gd name="connsiteX23" fmla="*/ 95264 w 122203"/>
                <a:gd name="connsiteY23" fmla="*/ 10539 h 149856"/>
                <a:gd name="connsiteX24" fmla="*/ 84667 w 122203"/>
                <a:gd name="connsiteY24" fmla="*/ 53128 h 149856"/>
                <a:gd name="connsiteX25" fmla="*/ 78805 w 122203"/>
                <a:gd name="connsiteY25" fmla="*/ 76358 h 149856"/>
                <a:gd name="connsiteX26" fmla="*/ 49494 w 122203"/>
                <a:gd name="connsiteY26" fmla="*/ 98221 h 149856"/>
                <a:gd name="connsiteX27" fmla="*/ 32809 w 122203"/>
                <a:gd name="connsiteY27" fmla="*/ 78407 h 149856"/>
                <a:gd name="connsiteX28" fmla="*/ 35966 w 122203"/>
                <a:gd name="connsiteY28" fmla="*/ 59049 h 149856"/>
                <a:gd name="connsiteX29" fmla="*/ 45435 w 122203"/>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203" h="149856">
                  <a:moveTo>
                    <a:pt x="45435" y="20788"/>
                  </a:moveTo>
                  <a:cubicBezTo>
                    <a:pt x="46563" y="16005"/>
                    <a:pt x="48817" y="7351"/>
                    <a:pt x="48817" y="6212"/>
                  </a:cubicBezTo>
                  <a:cubicBezTo>
                    <a:pt x="48817" y="2340"/>
                    <a:pt x="46112" y="63"/>
                    <a:pt x="42279" y="63"/>
                  </a:cubicBezTo>
                  <a:cubicBezTo>
                    <a:pt x="41602" y="63"/>
                    <a:pt x="35289" y="291"/>
                    <a:pt x="33260" y="8262"/>
                  </a:cubicBezTo>
                  <a:lnTo>
                    <a:pt x="793" y="140127"/>
                  </a:lnTo>
                  <a:cubicBezTo>
                    <a:pt x="116" y="142859"/>
                    <a:pt x="116" y="143315"/>
                    <a:pt x="116" y="143770"/>
                  </a:cubicBezTo>
                  <a:cubicBezTo>
                    <a:pt x="116" y="147187"/>
                    <a:pt x="2596" y="149920"/>
                    <a:pt x="6429" y="149920"/>
                  </a:cubicBezTo>
                  <a:cubicBezTo>
                    <a:pt x="11164" y="149920"/>
                    <a:pt x="13870" y="145820"/>
                    <a:pt x="14321" y="145137"/>
                  </a:cubicBezTo>
                  <a:cubicBezTo>
                    <a:pt x="15223" y="143087"/>
                    <a:pt x="18154" y="131244"/>
                    <a:pt x="26722" y="96172"/>
                  </a:cubicBezTo>
                  <a:cubicBezTo>
                    <a:pt x="33937" y="102321"/>
                    <a:pt x="44083" y="103232"/>
                    <a:pt x="48592" y="103232"/>
                  </a:cubicBezTo>
                  <a:cubicBezTo>
                    <a:pt x="64375" y="103232"/>
                    <a:pt x="73168" y="92983"/>
                    <a:pt x="78579" y="86606"/>
                  </a:cubicBezTo>
                  <a:cubicBezTo>
                    <a:pt x="80609" y="96855"/>
                    <a:pt x="88951" y="103232"/>
                    <a:pt x="98871" y="103232"/>
                  </a:cubicBezTo>
                  <a:cubicBezTo>
                    <a:pt x="106763" y="103232"/>
                    <a:pt x="111949" y="97994"/>
                    <a:pt x="115556" y="90706"/>
                  </a:cubicBezTo>
                  <a:cubicBezTo>
                    <a:pt x="119389" y="82507"/>
                    <a:pt x="122320" y="68614"/>
                    <a:pt x="122320" y="68159"/>
                  </a:cubicBezTo>
                  <a:cubicBezTo>
                    <a:pt x="122320" y="65881"/>
                    <a:pt x="120291" y="65881"/>
                    <a:pt x="119615" y="65881"/>
                  </a:cubicBezTo>
                  <a:cubicBezTo>
                    <a:pt x="117360" y="65881"/>
                    <a:pt x="117134" y="66792"/>
                    <a:pt x="116458" y="69981"/>
                  </a:cubicBezTo>
                  <a:cubicBezTo>
                    <a:pt x="112625" y="84784"/>
                    <a:pt x="108567" y="98221"/>
                    <a:pt x="99322" y="98221"/>
                  </a:cubicBezTo>
                  <a:cubicBezTo>
                    <a:pt x="93235" y="98221"/>
                    <a:pt x="92558" y="92300"/>
                    <a:pt x="92558" y="87745"/>
                  </a:cubicBezTo>
                  <a:cubicBezTo>
                    <a:pt x="92558" y="82735"/>
                    <a:pt x="95264" y="72030"/>
                    <a:pt x="97068" y="64059"/>
                  </a:cubicBezTo>
                  <a:lnTo>
                    <a:pt x="103381" y="39463"/>
                  </a:lnTo>
                  <a:cubicBezTo>
                    <a:pt x="104057" y="36047"/>
                    <a:pt x="106312" y="27392"/>
                    <a:pt x="107214" y="23976"/>
                  </a:cubicBezTo>
                  <a:cubicBezTo>
                    <a:pt x="108341" y="18738"/>
                    <a:pt x="110596" y="10084"/>
                    <a:pt x="110596" y="8717"/>
                  </a:cubicBezTo>
                  <a:cubicBezTo>
                    <a:pt x="110596" y="4618"/>
                    <a:pt x="107439" y="2568"/>
                    <a:pt x="104057" y="2568"/>
                  </a:cubicBezTo>
                  <a:cubicBezTo>
                    <a:pt x="102930" y="2568"/>
                    <a:pt x="97068" y="2796"/>
                    <a:pt x="95264" y="10539"/>
                  </a:cubicBezTo>
                  <a:lnTo>
                    <a:pt x="84667" y="53128"/>
                  </a:lnTo>
                  <a:cubicBezTo>
                    <a:pt x="81961" y="64515"/>
                    <a:pt x="79481" y="74080"/>
                    <a:pt x="78805" y="76358"/>
                  </a:cubicBezTo>
                  <a:cubicBezTo>
                    <a:pt x="78579" y="77496"/>
                    <a:pt x="67757" y="98221"/>
                    <a:pt x="49494" y="98221"/>
                  </a:cubicBezTo>
                  <a:cubicBezTo>
                    <a:pt x="38220" y="98221"/>
                    <a:pt x="32809" y="90706"/>
                    <a:pt x="32809" y="78407"/>
                  </a:cubicBezTo>
                  <a:cubicBezTo>
                    <a:pt x="32809" y="71803"/>
                    <a:pt x="34387" y="65426"/>
                    <a:pt x="35966" y="59049"/>
                  </a:cubicBezTo>
                  <a:lnTo>
                    <a:pt x="45435"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7" name="Freeform: Shape 46">
              <a:extLst>
                <a:ext uri="{FF2B5EF4-FFF2-40B4-BE49-F238E27FC236}">
                  <a16:creationId xmlns:a16="http://schemas.microsoft.com/office/drawing/2014/main" id="{23F96364-8F87-AA7A-BC4A-99FA3E34C60B}"/>
                </a:ext>
              </a:extLst>
            </p:cNvPr>
            <p:cNvSpPr/>
            <p:nvPr>
              <p:custDataLst>
                <p:tags r:id="rId15"/>
              </p:custDataLst>
            </p:nvPr>
          </p:nvSpPr>
          <p:spPr>
            <a:xfrm>
              <a:off x="3689185" y="4068204"/>
              <a:ext cx="73232" cy="109044"/>
            </a:xfrm>
            <a:custGeom>
              <a:avLst/>
              <a:gdLst>
                <a:gd name="connsiteX0" fmla="*/ 73354 w 73232"/>
                <a:gd name="connsiteY0" fmla="*/ 55065 h 109044"/>
                <a:gd name="connsiteX1" fmla="*/ 64043 w 73232"/>
                <a:gd name="connsiteY1" fmla="*/ 13775 h 109044"/>
                <a:gd name="connsiteX2" fmla="*/ 36738 w 73232"/>
                <a:gd name="connsiteY2" fmla="*/ 64 h 109044"/>
                <a:gd name="connsiteX3" fmla="*/ 122 w 73232"/>
                <a:gd name="connsiteY3" fmla="*/ 55065 h 109044"/>
                <a:gd name="connsiteX4" fmla="*/ 36738 w 73232"/>
                <a:gd name="connsiteY4" fmla="*/ 109109 h 109044"/>
                <a:gd name="connsiteX5" fmla="*/ 73354 w 73232"/>
                <a:gd name="connsiteY5" fmla="*/ 55065 h 109044"/>
                <a:gd name="connsiteX6" fmla="*/ 36738 w 73232"/>
                <a:gd name="connsiteY6" fmla="*/ 104645 h 109044"/>
                <a:gd name="connsiteX7" fmla="*/ 16694 w 73232"/>
                <a:gd name="connsiteY7" fmla="*/ 87268 h 109044"/>
                <a:gd name="connsiteX8" fmla="*/ 14485 w 73232"/>
                <a:gd name="connsiteY8" fmla="*/ 52992 h 109044"/>
                <a:gd name="connsiteX9" fmla="*/ 16852 w 73232"/>
                <a:gd name="connsiteY9" fmla="*/ 20470 h 109044"/>
                <a:gd name="connsiteX10" fmla="*/ 36738 w 73232"/>
                <a:gd name="connsiteY10" fmla="*/ 4528 h 109044"/>
                <a:gd name="connsiteX11" fmla="*/ 56309 w 73232"/>
                <a:gd name="connsiteY11" fmla="*/ 19035 h 109044"/>
                <a:gd name="connsiteX12" fmla="*/ 58992 w 73232"/>
                <a:gd name="connsiteY12" fmla="*/ 52992 h 109044"/>
                <a:gd name="connsiteX13" fmla="*/ 56940 w 73232"/>
                <a:gd name="connsiteY13" fmla="*/ 86630 h 109044"/>
                <a:gd name="connsiteX14" fmla="*/ 36738 w 73232"/>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232" h="109044">
                  <a:moveTo>
                    <a:pt x="73354" y="55065"/>
                  </a:moveTo>
                  <a:cubicBezTo>
                    <a:pt x="73354" y="37528"/>
                    <a:pt x="71303" y="24934"/>
                    <a:pt x="64043" y="13775"/>
                  </a:cubicBezTo>
                  <a:cubicBezTo>
                    <a:pt x="59150" y="6441"/>
                    <a:pt x="49365" y="64"/>
                    <a:pt x="36738" y="64"/>
                  </a:cubicBezTo>
                  <a:cubicBezTo>
                    <a:pt x="122" y="64"/>
                    <a:pt x="122" y="43586"/>
                    <a:pt x="122" y="55065"/>
                  </a:cubicBezTo>
                  <a:cubicBezTo>
                    <a:pt x="122" y="66543"/>
                    <a:pt x="122" y="109109"/>
                    <a:pt x="36738" y="109109"/>
                  </a:cubicBezTo>
                  <a:cubicBezTo>
                    <a:pt x="73354" y="109109"/>
                    <a:pt x="73354" y="66543"/>
                    <a:pt x="73354" y="55065"/>
                  </a:cubicBezTo>
                  <a:close/>
                  <a:moveTo>
                    <a:pt x="36738" y="104645"/>
                  </a:moveTo>
                  <a:cubicBezTo>
                    <a:pt x="29478" y="104645"/>
                    <a:pt x="19851" y="100341"/>
                    <a:pt x="16694" y="87268"/>
                  </a:cubicBezTo>
                  <a:cubicBezTo>
                    <a:pt x="14485" y="77862"/>
                    <a:pt x="14485" y="64790"/>
                    <a:pt x="14485" y="52992"/>
                  </a:cubicBezTo>
                  <a:cubicBezTo>
                    <a:pt x="14485" y="41355"/>
                    <a:pt x="14485" y="29239"/>
                    <a:pt x="16852" y="20470"/>
                  </a:cubicBezTo>
                  <a:cubicBezTo>
                    <a:pt x="20166" y="7876"/>
                    <a:pt x="30267" y="4528"/>
                    <a:pt x="36738" y="4528"/>
                  </a:cubicBezTo>
                  <a:cubicBezTo>
                    <a:pt x="45261" y="4528"/>
                    <a:pt x="53468" y="9789"/>
                    <a:pt x="56309" y="19035"/>
                  </a:cubicBezTo>
                  <a:cubicBezTo>
                    <a:pt x="58834" y="27644"/>
                    <a:pt x="58992" y="39123"/>
                    <a:pt x="58992" y="52992"/>
                  </a:cubicBezTo>
                  <a:cubicBezTo>
                    <a:pt x="58992" y="64790"/>
                    <a:pt x="58992" y="76587"/>
                    <a:pt x="56940" y="86630"/>
                  </a:cubicBezTo>
                  <a:cubicBezTo>
                    <a:pt x="53784" y="101138"/>
                    <a:pt x="43051" y="104645"/>
                    <a:pt x="36738"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74" name="TextBox 73">
            <a:extLst>
              <a:ext uri="{FF2B5EF4-FFF2-40B4-BE49-F238E27FC236}">
                <a16:creationId xmlns:a16="http://schemas.microsoft.com/office/drawing/2014/main" id="{3EB47DBF-0CBE-5480-FD9C-6AE2FB3BED39}"/>
              </a:ext>
            </a:extLst>
          </p:cNvPr>
          <p:cNvSpPr txBox="1"/>
          <p:nvPr/>
        </p:nvSpPr>
        <p:spPr>
          <a:xfrm>
            <a:off x="5398717" y="2116841"/>
            <a:ext cx="5139516" cy="461665"/>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Región</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rechazo</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para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una</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prueba</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de un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lado</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con un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nivel</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significancia</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del 5%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frente</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a la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alternativa</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mu </a:t>
            </a:r>
            <a:r>
              <a:rPr kumimoji="0" lang="en-GB" sz="1200" b="0" i="0" u="none" strike="noStrike" kern="1200" cap="none" spc="0" normalizeH="0" baseline="0" noProof="0" err="1">
                <a:ln>
                  <a:noFill/>
                </a:ln>
                <a:solidFill>
                  <a:srgbClr val="EA2023"/>
                </a:solidFill>
                <a:effectLst/>
                <a:uLnTx/>
                <a:uFillTx/>
                <a:latin typeface="Aptos" panose="020B0004020202020204"/>
                <a:ea typeface="+mn-ea"/>
                <a:cs typeface="+mn-cs"/>
              </a:rPr>
              <a:t>diferente</a:t>
            </a:r>
            <a:r>
              <a:rPr kumimoji="0" lang="en-GB" sz="1200" b="0" i="0" u="none" strike="noStrike" kern="1200" cap="none" spc="0" normalizeH="0" baseline="0" noProof="0">
                <a:ln>
                  <a:noFill/>
                </a:ln>
                <a:solidFill>
                  <a:srgbClr val="EA2023"/>
                </a:solidFill>
                <a:effectLst/>
                <a:uLnTx/>
                <a:uFillTx/>
                <a:latin typeface="Aptos" panose="020B0004020202020204"/>
                <a:ea typeface="+mn-ea"/>
                <a:cs typeface="+mn-cs"/>
              </a:rPr>
              <a:t> de mu0</a:t>
            </a:r>
          </a:p>
        </p:txBody>
      </p:sp>
      <p:sp>
        <p:nvSpPr>
          <p:cNvPr id="76" name="TextBox 75">
            <a:extLst>
              <a:ext uri="{FF2B5EF4-FFF2-40B4-BE49-F238E27FC236}">
                <a16:creationId xmlns:a16="http://schemas.microsoft.com/office/drawing/2014/main" id="{83CB9B42-A12C-A29B-A7FF-AA76B6BDD85F}"/>
              </a:ext>
            </a:extLst>
          </p:cNvPr>
          <p:cNvSpPr txBox="1"/>
          <p:nvPr/>
        </p:nvSpPr>
        <p:spPr>
          <a:xfrm>
            <a:off x="797737" y="3259303"/>
            <a:ext cx="4600981"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En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caso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alternativas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dos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lados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importante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seleccionar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un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critico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permita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significancia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siga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siendo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1" u="none" strike="noStrike" kern="1200" cap="none" spc="0" normalizeH="0" baseline="0" noProof="0">
                <a:ln>
                  <a:noFill/>
                </a:ln>
                <a:solidFill>
                  <a:prstClr val="black"/>
                </a:solidFill>
                <a:effectLst/>
                <a:uLnTx/>
                <a:uFillTx/>
                <a:latin typeface="Noi Grotesk" panose="00000500000000000000" pitchFamily="2" charset="0"/>
                <a:ea typeface="+mn-ea"/>
                <a:cs typeface="+mn-cs"/>
              </a:rPr>
              <a:t>ɑ</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a:t>
            </a:r>
            <a:endParaRPr kumimoji="0" lang="en-GB" sz="1600" b="0" i="1"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8" name="TextBox 127">
            <a:extLst>
              <a:ext uri="{FF2B5EF4-FFF2-40B4-BE49-F238E27FC236}">
                <a16:creationId xmlns:a16="http://schemas.microsoft.com/office/drawing/2014/main" id="{DD6B4514-4891-BF07-9E20-96762A6EBEE8}"/>
              </a:ext>
            </a:extLst>
          </p:cNvPr>
          <p:cNvSpPr txBox="1"/>
          <p:nvPr/>
        </p:nvSpPr>
        <p:spPr>
          <a:xfrm>
            <a:off x="797737" y="4474022"/>
            <a:ext cx="379940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Con </a:t>
            </a:r>
            <a:r>
              <a:rPr kumimoji="0" lang="en-GB" sz="1600" b="0" i="1" u="none" strike="noStrike" kern="1200" cap="none" spc="0" normalizeH="0" baseline="0" noProof="0">
                <a:ln>
                  <a:noFill/>
                </a:ln>
                <a:solidFill>
                  <a:prstClr val="black"/>
                </a:solidFill>
                <a:effectLst/>
                <a:uLnTx/>
                <a:uFillTx/>
                <a:latin typeface="Aptos" panose="020B0004020202020204"/>
                <a:ea typeface="+mn-ea"/>
                <a:cs typeface="+mn-cs"/>
              </a:rPr>
              <a:t>c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definido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región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rechazo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es:</a:t>
            </a:r>
            <a:endParaRPr kumimoji="0" lang="en-GB" sz="1600" b="0" i="1"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24" name="Group 23">
            <a:extLst>
              <a:ext uri="{FF2B5EF4-FFF2-40B4-BE49-F238E27FC236}">
                <a16:creationId xmlns:a16="http://schemas.microsoft.com/office/drawing/2014/main" id="{8EA3CA5E-2EF6-7A11-1712-AD22EAFEEFDA}"/>
              </a:ext>
            </a:extLst>
          </p:cNvPr>
          <p:cNvGrpSpPr>
            <a:grpSpLocks noChangeAspect="1"/>
          </p:cNvGrpSpPr>
          <p:nvPr>
            <p:custDataLst>
              <p:tags r:id="rId3"/>
            </p:custDataLst>
          </p:nvPr>
        </p:nvGrpSpPr>
        <p:grpSpPr>
          <a:xfrm>
            <a:off x="925245" y="4965022"/>
            <a:ext cx="583256" cy="222052"/>
            <a:chOff x="2695145" y="6490190"/>
            <a:chExt cx="583256" cy="222052"/>
          </a:xfrm>
        </p:grpSpPr>
        <p:sp>
          <p:nvSpPr>
            <p:cNvPr id="11" name="Freeform: Shape 10">
              <a:extLst>
                <a:ext uri="{FF2B5EF4-FFF2-40B4-BE49-F238E27FC236}">
                  <a16:creationId xmlns:a16="http://schemas.microsoft.com/office/drawing/2014/main" id="{3D97F7CD-263B-17E4-BCC9-52819F0FA976}"/>
                </a:ext>
              </a:extLst>
            </p:cNvPr>
            <p:cNvSpPr/>
            <p:nvPr>
              <p:custDataLst>
                <p:tags r:id="rId4"/>
              </p:custDataLst>
            </p:nvPr>
          </p:nvSpPr>
          <p:spPr>
            <a:xfrm>
              <a:off x="2695145" y="6490190"/>
              <a:ext cx="9109" cy="222052"/>
            </a:xfrm>
            <a:custGeom>
              <a:avLst/>
              <a:gdLst>
                <a:gd name="connsiteX0" fmla="*/ 9187 w 9109"/>
                <a:gd name="connsiteY0" fmla="*/ 8057 h 222052"/>
                <a:gd name="connsiteX1" fmla="*/ 4632 w 9109"/>
                <a:gd name="connsiteY1" fmla="*/ 63 h 222052"/>
                <a:gd name="connsiteX2" fmla="*/ 77 w 9109"/>
                <a:gd name="connsiteY2" fmla="*/ 8057 h 222052"/>
                <a:gd name="connsiteX3" fmla="*/ 77 w 9109"/>
                <a:gd name="connsiteY3" fmla="*/ 214121 h 222052"/>
                <a:gd name="connsiteX4" fmla="*/ 4632 w 9109"/>
                <a:gd name="connsiteY4" fmla="*/ 222115 h 222052"/>
                <a:gd name="connsiteX5" fmla="*/ 9187 w 9109"/>
                <a:gd name="connsiteY5" fmla="*/ 214121 h 222052"/>
                <a:gd name="connsiteX6" fmla="*/ 9187 w 9109"/>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09" h="222052">
                  <a:moveTo>
                    <a:pt x="9187" y="8057"/>
                  </a:moveTo>
                  <a:cubicBezTo>
                    <a:pt x="9187" y="4060"/>
                    <a:pt x="9187" y="63"/>
                    <a:pt x="4632" y="63"/>
                  </a:cubicBezTo>
                  <a:cubicBezTo>
                    <a:pt x="77" y="63"/>
                    <a:pt x="77" y="4060"/>
                    <a:pt x="77" y="8057"/>
                  </a:cubicBezTo>
                  <a:lnTo>
                    <a:pt x="77" y="214121"/>
                  </a:lnTo>
                  <a:cubicBezTo>
                    <a:pt x="77" y="218118"/>
                    <a:pt x="77" y="222115"/>
                    <a:pt x="4632" y="222115"/>
                  </a:cubicBezTo>
                  <a:cubicBezTo>
                    <a:pt x="9187" y="222115"/>
                    <a:pt x="9187" y="218118"/>
                    <a:pt x="9187" y="214121"/>
                  </a:cubicBezTo>
                  <a:lnTo>
                    <a:pt x="9187" y="805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 name="Freeform: Shape 19">
              <a:extLst>
                <a:ext uri="{FF2B5EF4-FFF2-40B4-BE49-F238E27FC236}">
                  <a16:creationId xmlns:a16="http://schemas.microsoft.com/office/drawing/2014/main" id="{EA490C4D-8C83-7785-9A36-C8E13A4ACE13}"/>
                </a:ext>
              </a:extLst>
            </p:cNvPr>
            <p:cNvSpPr/>
            <p:nvPr>
              <p:custDataLst>
                <p:tags r:id="rId5"/>
              </p:custDataLst>
            </p:nvPr>
          </p:nvSpPr>
          <p:spPr>
            <a:xfrm>
              <a:off x="2736544" y="6517724"/>
              <a:ext cx="69917" cy="141447"/>
            </a:xfrm>
            <a:custGeom>
              <a:avLst/>
              <a:gdLst>
                <a:gd name="connsiteX0" fmla="*/ 41757 w 69917"/>
                <a:gd name="connsiteY0" fmla="*/ 50247 h 141447"/>
                <a:gd name="connsiteX1" fmla="*/ 63165 w 69917"/>
                <a:gd name="connsiteY1" fmla="*/ 50247 h 141447"/>
                <a:gd name="connsiteX2" fmla="*/ 69997 w 69917"/>
                <a:gd name="connsiteY2" fmla="*/ 45806 h 141447"/>
                <a:gd name="connsiteX3" fmla="*/ 63621 w 69917"/>
                <a:gd name="connsiteY3" fmla="*/ 43363 h 141447"/>
                <a:gd name="connsiteX4" fmla="*/ 43579 w 69917"/>
                <a:gd name="connsiteY4" fmla="*/ 43363 h 141447"/>
                <a:gd name="connsiteX5" fmla="*/ 52917 w 69917"/>
                <a:gd name="connsiteY5" fmla="*/ 6058 h 141447"/>
                <a:gd name="connsiteX6" fmla="*/ 46312 w 69917"/>
                <a:gd name="connsiteY6" fmla="*/ 63 h 141447"/>
                <a:gd name="connsiteX7" fmla="*/ 37202 w 69917"/>
                <a:gd name="connsiteY7" fmla="*/ 8057 h 141447"/>
                <a:gd name="connsiteX8" fmla="*/ 28320 w 69917"/>
                <a:gd name="connsiteY8" fmla="*/ 43363 h 141447"/>
                <a:gd name="connsiteX9" fmla="*/ 6912 w 69917"/>
                <a:gd name="connsiteY9" fmla="*/ 43363 h 141447"/>
                <a:gd name="connsiteX10" fmla="*/ 79 w 69917"/>
                <a:gd name="connsiteY10" fmla="*/ 47582 h 141447"/>
                <a:gd name="connsiteX11" fmla="*/ 6456 w 69917"/>
                <a:gd name="connsiteY11" fmla="*/ 50247 h 141447"/>
                <a:gd name="connsiteX12" fmla="*/ 26498 w 69917"/>
                <a:gd name="connsiteY12" fmla="*/ 50247 h 141447"/>
                <a:gd name="connsiteX13" fmla="*/ 9189 w 69917"/>
                <a:gd name="connsiteY13" fmla="*/ 121081 h 141447"/>
                <a:gd name="connsiteX14" fmla="*/ 30142 w 69917"/>
                <a:gd name="connsiteY14" fmla="*/ 141510 h 141447"/>
                <a:gd name="connsiteX15" fmla="*/ 66354 w 69917"/>
                <a:gd name="connsiteY15" fmla="*/ 107314 h 141447"/>
                <a:gd name="connsiteX16" fmla="*/ 63621 w 69917"/>
                <a:gd name="connsiteY16" fmla="*/ 105094 h 141447"/>
                <a:gd name="connsiteX17" fmla="*/ 60204 w 69917"/>
                <a:gd name="connsiteY17" fmla="*/ 108202 h 141447"/>
                <a:gd name="connsiteX18" fmla="*/ 30597 w 69917"/>
                <a:gd name="connsiteY18" fmla="*/ 136625 h 141447"/>
                <a:gd name="connsiteX19" fmla="*/ 23537 w 69917"/>
                <a:gd name="connsiteY19" fmla="*/ 126411 h 141447"/>
                <a:gd name="connsiteX20" fmla="*/ 24904 w 69917"/>
                <a:gd name="connsiteY20" fmla="*/ 115752 h 141447"/>
                <a:gd name="connsiteX21" fmla="*/ 41757 w 69917"/>
                <a:gd name="connsiteY21" fmla="*/ 50247 h 14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9917" h="141447">
                  <a:moveTo>
                    <a:pt x="41757" y="50247"/>
                  </a:moveTo>
                  <a:lnTo>
                    <a:pt x="63165" y="50247"/>
                  </a:lnTo>
                  <a:cubicBezTo>
                    <a:pt x="67720" y="50247"/>
                    <a:pt x="69997" y="50247"/>
                    <a:pt x="69997" y="45806"/>
                  </a:cubicBezTo>
                  <a:cubicBezTo>
                    <a:pt x="69997" y="43363"/>
                    <a:pt x="67720" y="43363"/>
                    <a:pt x="63621" y="43363"/>
                  </a:cubicBezTo>
                  <a:lnTo>
                    <a:pt x="43579" y="43363"/>
                  </a:lnTo>
                  <a:cubicBezTo>
                    <a:pt x="51778" y="11832"/>
                    <a:pt x="52917" y="7390"/>
                    <a:pt x="52917" y="6058"/>
                  </a:cubicBezTo>
                  <a:cubicBezTo>
                    <a:pt x="52917" y="2283"/>
                    <a:pt x="50184" y="63"/>
                    <a:pt x="46312" y="63"/>
                  </a:cubicBezTo>
                  <a:cubicBezTo>
                    <a:pt x="45629" y="63"/>
                    <a:pt x="39252" y="285"/>
                    <a:pt x="37202" y="8057"/>
                  </a:cubicBezTo>
                  <a:lnTo>
                    <a:pt x="28320" y="43363"/>
                  </a:lnTo>
                  <a:lnTo>
                    <a:pt x="6912" y="43363"/>
                  </a:lnTo>
                  <a:cubicBezTo>
                    <a:pt x="2357" y="43363"/>
                    <a:pt x="79" y="43363"/>
                    <a:pt x="79" y="47582"/>
                  </a:cubicBezTo>
                  <a:cubicBezTo>
                    <a:pt x="79" y="50247"/>
                    <a:pt x="1901" y="50247"/>
                    <a:pt x="6456" y="50247"/>
                  </a:cubicBezTo>
                  <a:lnTo>
                    <a:pt x="26498" y="50247"/>
                  </a:lnTo>
                  <a:cubicBezTo>
                    <a:pt x="10100" y="113309"/>
                    <a:pt x="9189" y="117084"/>
                    <a:pt x="9189" y="121081"/>
                  </a:cubicBezTo>
                  <a:cubicBezTo>
                    <a:pt x="9189" y="133072"/>
                    <a:pt x="17844" y="141510"/>
                    <a:pt x="30142" y="141510"/>
                  </a:cubicBezTo>
                  <a:cubicBezTo>
                    <a:pt x="53372" y="141510"/>
                    <a:pt x="66354" y="109090"/>
                    <a:pt x="66354" y="107314"/>
                  </a:cubicBezTo>
                  <a:cubicBezTo>
                    <a:pt x="66354" y="105094"/>
                    <a:pt x="64532" y="105094"/>
                    <a:pt x="63621" y="105094"/>
                  </a:cubicBezTo>
                  <a:cubicBezTo>
                    <a:pt x="61571" y="105094"/>
                    <a:pt x="61343" y="105760"/>
                    <a:pt x="60204" y="108202"/>
                  </a:cubicBezTo>
                  <a:cubicBezTo>
                    <a:pt x="50411" y="131296"/>
                    <a:pt x="38341" y="136625"/>
                    <a:pt x="30597" y="136625"/>
                  </a:cubicBezTo>
                  <a:cubicBezTo>
                    <a:pt x="25815" y="136625"/>
                    <a:pt x="23537" y="133738"/>
                    <a:pt x="23537" y="126411"/>
                  </a:cubicBezTo>
                  <a:cubicBezTo>
                    <a:pt x="23537" y="121081"/>
                    <a:pt x="23993" y="119527"/>
                    <a:pt x="24904" y="115752"/>
                  </a:cubicBezTo>
                  <a:lnTo>
                    <a:pt x="41757" y="5024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 name="Freeform: Shape 20">
              <a:extLst>
                <a:ext uri="{FF2B5EF4-FFF2-40B4-BE49-F238E27FC236}">
                  <a16:creationId xmlns:a16="http://schemas.microsoft.com/office/drawing/2014/main" id="{A2777D01-DE56-FD04-AB5C-EEBA1900F2CE}"/>
                </a:ext>
              </a:extLst>
            </p:cNvPr>
            <p:cNvSpPr/>
            <p:nvPr>
              <p:custDataLst>
                <p:tags r:id="rId6"/>
              </p:custDataLst>
            </p:nvPr>
          </p:nvSpPr>
          <p:spPr>
            <a:xfrm>
              <a:off x="2840650" y="6490190"/>
              <a:ext cx="9109" cy="222052"/>
            </a:xfrm>
            <a:custGeom>
              <a:avLst/>
              <a:gdLst>
                <a:gd name="connsiteX0" fmla="*/ 9193 w 9109"/>
                <a:gd name="connsiteY0" fmla="*/ 8057 h 222052"/>
                <a:gd name="connsiteX1" fmla="*/ 4638 w 9109"/>
                <a:gd name="connsiteY1" fmla="*/ 63 h 222052"/>
                <a:gd name="connsiteX2" fmla="*/ 83 w 9109"/>
                <a:gd name="connsiteY2" fmla="*/ 8057 h 222052"/>
                <a:gd name="connsiteX3" fmla="*/ 83 w 9109"/>
                <a:gd name="connsiteY3" fmla="*/ 214121 h 222052"/>
                <a:gd name="connsiteX4" fmla="*/ 4638 w 9109"/>
                <a:gd name="connsiteY4" fmla="*/ 222115 h 222052"/>
                <a:gd name="connsiteX5" fmla="*/ 9193 w 9109"/>
                <a:gd name="connsiteY5" fmla="*/ 214121 h 222052"/>
                <a:gd name="connsiteX6" fmla="*/ 9193 w 9109"/>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09" h="222052">
                  <a:moveTo>
                    <a:pt x="9193" y="8057"/>
                  </a:moveTo>
                  <a:cubicBezTo>
                    <a:pt x="9193" y="4060"/>
                    <a:pt x="9193" y="63"/>
                    <a:pt x="4638" y="63"/>
                  </a:cubicBezTo>
                  <a:cubicBezTo>
                    <a:pt x="83" y="63"/>
                    <a:pt x="83" y="4060"/>
                    <a:pt x="83" y="8057"/>
                  </a:cubicBezTo>
                  <a:lnTo>
                    <a:pt x="83" y="214121"/>
                  </a:lnTo>
                  <a:cubicBezTo>
                    <a:pt x="83" y="218118"/>
                    <a:pt x="83" y="222115"/>
                    <a:pt x="4638" y="222115"/>
                  </a:cubicBezTo>
                  <a:cubicBezTo>
                    <a:pt x="9193" y="222115"/>
                    <a:pt x="9193" y="218118"/>
                    <a:pt x="9193" y="214121"/>
                  </a:cubicBezTo>
                  <a:lnTo>
                    <a:pt x="9193" y="805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 name="Freeform: Shape 21">
              <a:extLst>
                <a:ext uri="{FF2B5EF4-FFF2-40B4-BE49-F238E27FC236}">
                  <a16:creationId xmlns:a16="http://schemas.microsoft.com/office/drawing/2014/main" id="{E17C9575-CE6A-EB1A-6A9F-41811C36C332}"/>
                </a:ext>
              </a:extLst>
            </p:cNvPr>
            <p:cNvSpPr/>
            <p:nvPr>
              <p:custDataLst>
                <p:tags r:id="rId7"/>
              </p:custDataLst>
            </p:nvPr>
          </p:nvSpPr>
          <p:spPr>
            <a:xfrm>
              <a:off x="2958975" y="6536821"/>
              <a:ext cx="139152" cy="128790"/>
            </a:xfrm>
            <a:custGeom>
              <a:avLst/>
              <a:gdLst>
                <a:gd name="connsiteX0" fmla="*/ 134914 w 139152"/>
                <a:gd name="connsiteY0" fmla="*/ 69343 h 128790"/>
                <a:gd name="connsiteX1" fmla="*/ 139241 w 139152"/>
                <a:gd name="connsiteY1" fmla="*/ 64458 h 128790"/>
                <a:gd name="connsiteX2" fmla="*/ 134914 w 139152"/>
                <a:gd name="connsiteY2" fmla="*/ 59573 h 128790"/>
                <a:gd name="connsiteX3" fmla="*/ 8743 w 139152"/>
                <a:gd name="connsiteY3" fmla="*/ 1617 h 128790"/>
                <a:gd name="connsiteX4" fmla="*/ 4644 w 139152"/>
                <a:gd name="connsiteY4" fmla="*/ 63 h 128790"/>
                <a:gd name="connsiteX5" fmla="*/ 89 w 139152"/>
                <a:gd name="connsiteY5" fmla="*/ 4504 h 128790"/>
                <a:gd name="connsiteX6" fmla="*/ 4416 w 139152"/>
                <a:gd name="connsiteY6" fmla="*/ 9389 h 128790"/>
                <a:gd name="connsiteX7" fmla="*/ 123982 w 139152"/>
                <a:gd name="connsiteY7" fmla="*/ 64458 h 128790"/>
                <a:gd name="connsiteX8" fmla="*/ 4416 w 139152"/>
                <a:gd name="connsiteY8" fmla="*/ 119527 h 128790"/>
                <a:gd name="connsiteX9" fmla="*/ 89 w 139152"/>
                <a:gd name="connsiteY9" fmla="*/ 124412 h 128790"/>
                <a:gd name="connsiteX10" fmla="*/ 4644 w 139152"/>
                <a:gd name="connsiteY10" fmla="*/ 128853 h 128790"/>
                <a:gd name="connsiteX11" fmla="*/ 8743 w 139152"/>
                <a:gd name="connsiteY11" fmla="*/ 127299 h 128790"/>
                <a:gd name="connsiteX12" fmla="*/ 134914 w 139152"/>
                <a:gd name="connsiteY12" fmla="*/ 69343 h 128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9152" h="128790">
                  <a:moveTo>
                    <a:pt x="134914" y="69343"/>
                  </a:moveTo>
                  <a:cubicBezTo>
                    <a:pt x="137419" y="68233"/>
                    <a:pt x="139241" y="67123"/>
                    <a:pt x="139241" y="64458"/>
                  </a:cubicBezTo>
                  <a:cubicBezTo>
                    <a:pt x="139241" y="61793"/>
                    <a:pt x="137419" y="60683"/>
                    <a:pt x="134914" y="59573"/>
                  </a:cubicBezTo>
                  <a:lnTo>
                    <a:pt x="8743" y="1617"/>
                  </a:lnTo>
                  <a:cubicBezTo>
                    <a:pt x="5782" y="63"/>
                    <a:pt x="5327" y="63"/>
                    <a:pt x="4644" y="63"/>
                  </a:cubicBezTo>
                  <a:cubicBezTo>
                    <a:pt x="2138" y="63"/>
                    <a:pt x="89" y="2061"/>
                    <a:pt x="89" y="4504"/>
                  </a:cubicBezTo>
                  <a:cubicBezTo>
                    <a:pt x="89" y="6502"/>
                    <a:pt x="1227" y="7835"/>
                    <a:pt x="4416" y="9389"/>
                  </a:cubicBezTo>
                  <a:lnTo>
                    <a:pt x="123982" y="64458"/>
                  </a:lnTo>
                  <a:lnTo>
                    <a:pt x="4416" y="119527"/>
                  </a:lnTo>
                  <a:cubicBezTo>
                    <a:pt x="1227" y="121081"/>
                    <a:pt x="89" y="122414"/>
                    <a:pt x="89" y="124412"/>
                  </a:cubicBezTo>
                  <a:cubicBezTo>
                    <a:pt x="89" y="126855"/>
                    <a:pt x="2138" y="128853"/>
                    <a:pt x="4644" y="128853"/>
                  </a:cubicBezTo>
                  <a:cubicBezTo>
                    <a:pt x="5327" y="128853"/>
                    <a:pt x="5782" y="128853"/>
                    <a:pt x="8743" y="127299"/>
                  </a:cubicBezTo>
                  <a:lnTo>
                    <a:pt x="134914" y="69343"/>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 name="Freeform: Shape 22">
              <a:extLst>
                <a:ext uri="{FF2B5EF4-FFF2-40B4-BE49-F238E27FC236}">
                  <a16:creationId xmlns:a16="http://schemas.microsoft.com/office/drawing/2014/main" id="{F6319578-61CF-ADEC-FDAB-ECD10682A73F}"/>
                </a:ext>
              </a:extLst>
            </p:cNvPr>
            <p:cNvSpPr/>
            <p:nvPr>
              <p:custDataLst>
                <p:tags r:id="rId8"/>
              </p:custDataLst>
            </p:nvPr>
          </p:nvSpPr>
          <p:spPr>
            <a:xfrm>
              <a:off x="3189808" y="6558582"/>
              <a:ext cx="88593" cy="100589"/>
            </a:xfrm>
            <a:custGeom>
              <a:avLst/>
              <a:gdLst>
                <a:gd name="connsiteX0" fmla="*/ 80949 w 88593"/>
                <a:gd name="connsiteY0" fmla="*/ 13830 h 100589"/>
                <a:gd name="connsiteX1" fmla="*/ 70928 w 88593"/>
                <a:gd name="connsiteY1" fmla="*/ 16939 h 100589"/>
                <a:gd name="connsiteX2" fmla="*/ 66829 w 88593"/>
                <a:gd name="connsiteY2" fmla="*/ 25599 h 100589"/>
                <a:gd name="connsiteX3" fmla="*/ 75255 w 88593"/>
                <a:gd name="connsiteY3" fmla="*/ 33371 h 100589"/>
                <a:gd name="connsiteX4" fmla="*/ 88009 w 88593"/>
                <a:gd name="connsiteY4" fmla="*/ 19159 h 100589"/>
                <a:gd name="connsiteX5" fmla="*/ 61135 w 88593"/>
                <a:gd name="connsiteY5" fmla="*/ 63 h 100589"/>
                <a:gd name="connsiteX6" fmla="*/ 99 w 88593"/>
                <a:gd name="connsiteY6" fmla="*/ 63126 h 100589"/>
                <a:gd name="connsiteX7" fmla="*/ 36994 w 88593"/>
                <a:gd name="connsiteY7" fmla="*/ 100652 h 100589"/>
                <a:gd name="connsiteX8" fmla="*/ 88692 w 88593"/>
                <a:gd name="connsiteY8" fmla="*/ 74450 h 100589"/>
                <a:gd name="connsiteX9" fmla="*/ 85959 w 88593"/>
                <a:gd name="connsiteY9" fmla="*/ 71564 h 100589"/>
                <a:gd name="connsiteX10" fmla="*/ 82999 w 88593"/>
                <a:gd name="connsiteY10" fmla="*/ 73784 h 100589"/>
                <a:gd name="connsiteX11" fmla="*/ 37449 w 88593"/>
                <a:gd name="connsiteY11" fmla="*/ 95767 h 100589"/>
                <a:gd name="connsiteX12" fmla="*/ 16952 w 88593"/>
                <a:gd name="connsiteY12" fmla="*/ 71564 h 100589"/>
                <a:gd name="connsiteX13" fmla="*/ 29251 w 88593"/>
                <a:gd name="connsiteY13" fmla="*/ 27153 h 100589"/>
                <a:gd name="connsiteX14" fmla="*/ 61363 w 88593"/>
                <a:gd name="connsiteY14" fmla="*/ 4948 h 100589"/>
                <a:gd name="connsiteX15" fmla="*/ 80949 w 88593"/>
                <a:gd name="connsiteY15" fmla="*/ 1383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8593" h="100589">
                  <a:moveTo>
                    <a:pt x="80949" y="13830"/>
                  </a:moveTo>
                  <a:cubicBezTo>
                    <a:pt x="77305" y="13830"/>
                    <a:pt x="74117" y="13830"/>
                    <a:pt x="70928" y="16939"/>
                  </a:cubicBezTo>
                  <a:cubicBezTo>
                    <a:pt x="67284" y="20270"/>
                    <a:pt x="66829" y="24044"/>
                    <a:pt x="66829" y="25599"/>
                  </a:cubicBezTo>
                  <a:cubicBezTo>
                    <a:pt x="66829" y="30928"/>
                    <a:pt x="70928" y="33371"/>
                    <a:pt x="75255" y="33371"/>
                  </a:cubicBezTo>
                  <a:cubicBezTo>
                    <a:pt x="81860" y="33371"/>
                    <a:pt x="88009" y="28041"/>
                    <a:pt x="88009" y="19159"/>
                  </a:cubicBezTo>
                  <a:cubicBezTo>
                    <a:pt x="88009" y="8279"/>
                    <a:pt x="77305" y="63"/>
                    <a:pt x="61135" y="63"/>
                  </a:cubicBezTo>
                  <a:cubicBezTo>
                    <a:pt x="30389" y="63"/>
                    <a:pt x="99" y="31816"/>
                    <a:pt x="99" y="63126"/>
                  </a:cubicBezTo>
                  <a:cubicBezTo>
                    <a:pt x="99" y="83110"/>
                    <a:pt x="13308" y="100652"/>
                    <a:pt x="36994" y="100652"/>
                  </a:cubicBezTo>
                  <a:cubicBezTo>
                    <a:pt x="69562" y="100652"/>
                    <a:pt x="88692" y="77115"/>
                    <a:pt x="88692" y="74450"/>
                  </a:cubicBezTo>
                  <a:cubicBezTo>
                    <a:pt x="88692" y="73118"/>
                    <a:pt x="87326" y="71564"/>
                    <a:pt x="85959" y="71564"/>
                  </a:cubicBezTo>
                  <a:cubicBezTo>
                    <a:pt x="84821" y="71564"/>
                    <a:pt x="84365" y="72008"/>
                    <a:pt x="82999" y="73784"/>
                  </a:cubicBezTo>
                  <a:cubicBezTo>
                    <a:pt x="65007" y="95767"/>
                    <a:pt x="40182" y="95767"/>
                    <a:pt x="37449" y="95767"/>
                  </a:cubicBezTo>
                  <a:cubicBezTo>
                    <a:pt x="23101" y="95767"/>
                    <a:pt x="16952" y="84887"/>
                    <a:pt x="16952" y="71564"/>
                  </a:cubicBezTo>
                  <a:cubicBezTo>
                    <a:pt x="16952" y="62459"/>
                    <a:pt x="21507" y="40920"/>
                    <a:pt x="29251" y="27153"/>
                  </a:cubicBezTo>
                  <a:cubicBezTo>
                    <a:pt x="36311" y="14496"/>
                    <a:pt x="48837" y="4948"/>
                    <a:pt x="61363" y="4948"/>
                  </a:cubicBezTo>
                  <a:cubicBezTo>
                    <a:pt x="69106" y="4948"/>
                    <a:pt x="77761" y="7835"/>
                    <a:pt x="80949" y="13830"/>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pic>
        <p:nvPicPr>
          <p:cNvPr id="136" name="Picture 135">
            <a:extLst>
              <a:ext uri="{FF2B5EF4-FFF2-40B4-BE49-F238E27FC236}">
                <a16:creationId xmlns:a16="http://schemas.microsoft.com/office/drawing/2014/main" id="{F54F6A42-B3B8-5989-025D-2725A9A201BB}"/>
              </a:ext>
            </a:extLst>
          </p:cNvPr>
          <p:cNvPicPr>
            <a:picLocks noChangeAspect="1"/>
          </p:cNvPicPr>
          <p:nvPr/>
        </p:nvPicPr>
        <p:blipFill>
          <a:blip r:embed="rId26">
            <a:clrChange>
              <a:clrFrom>
                <a:srgbClr val="000000"/>
              </a:clrFrom>
              <a:clrTo>
                <a:srgbClr val="000000">
                  <a:alpha val="0"/>
                </a:srgbClr>
              </a:clrTo>
            </a:clrChange>
            <a:duotone>
              <a:schemeClr val="accent4">
                <a:shade val="45000"/>
                <a:satMod val="135000"/>
              </a:schemeClr>
              <a:prstClr val="white"/>
            </a:duotone>
            <a:extLst>
              <a:ext uri="{BEBA8EAE-BF5A-486C-A8C5-ECC9F3942E4B}">
                <a14:imgProps xmlns:a14="http://schemas.microsoft.com/office/drawing/2010/main">
                  <a14:imgLayer r:embed="rId27">
                    <a14:imgEffect>
                      <a14:brightnessContrast bright="-40000"/>
                    </a14:imgEffect>
                  </a14:imgLayer>
                </a14:imgProps>
              </a:ext>
            </a:extLst>
          </a:blip>
          <a:stretch>
            <a:fillRect/>
          </a:stretch>
        </p:blipFill>
        <p:spPr>
          <a:xfrm>
            <a:off x="5587712" y="2813105"/>
            <a:ext cx="5028080" cy="3289125"/>
          </a:xfrm>
          <a:prstGeom prst="rect">
            <a:avLst/>
          </a:prstGeom>
        </p:spPr>
      </p:pic>
      <p:sp>
        <p:nvSpPr>
          <p:cNvPr id="137" name="TextBox 136">
            <a:extLst>
              <a:ext uri="{FF2B5EF4-FFF2-40B4-BE49-F238E27FC236}">
                <a16:creationId xmlns:a16="http://schemas.microsoft.com/office/drawing/2014/main" id="{227E55E2-0ABE-DA75-9F70-CC084E31A331}"/>
              </a:ext>
            </a:extLst>
          </p:cNvPr>
          <p:cNvSpPr txBox="1"/>
          <p:nvPr/>
        </p:nvSpPr>
        <p:spPr>
          <a:xfrm>
            <a:off x="797737" y="5362756"/>
            <a:ext cx="3799404"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En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caso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1" u="none" strike="noStrike" kern="1200" cap="none" spc="0" normalizeH="0" baseline="0" noProof="0">
                <a:ln>
                  <a:noFill/>
                </a:ln>
                <a:solidFill>
                  <a:prstClr val="black"/>
                </a:solidFill>
                <a:effectLst/>
                <a:uLnTx/>
                <a:uFillTx/>
                <a:latin typeface="Aptos" panose="020B0004020202020204"/>
                <a:ea typeface="+mn-ea"/>
                <a:cs typeface="+mn-cs"/>
              </a:rPr>
              <a:t>c </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es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percentil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100(1-</a:t>
            </a:r>
            <a:r>
              <a:rPr kumimoji="0" lang="en-GB" sz="1600" b="0" i="1" u="none" strike="noStrike" kern="1200" cap="none" spc="0" normalizeH="0" baseline="0" noProof="0">
                <a:ln>
                  <a:noFill/>
                </a:ln>
                <a:solidFill>
                  <a:prstClr val="black"/>
                </a:solidFill>
                <a:effectLst/>
                <a:uLnTx/>
                <a:uFillTx/>
                <a:latin typeface="Noi Grotesk" panose="00000500000000000000" pitchFamily="2" charset="0"/>
                <a:ea typeface="+mn-ea"/>
                <a:cs typeface="+mn-cs"/>
              </a:rPr>
              <a:t> ɑ</a:t>
            </a:r>
            <a:r>
              <a:rPr kumimoji="0" lang="en-GB" sz="1600" b="0" i="0" u="none" strike="noStrike" kern="1200" cap="none" spc="0" normalizeH="0" baseline="0" noProof="0">
                <a:ln>
                  <a:noFill/>
                </a:ln>
                <a:solidFill>
                  <a:prstClr val="black"/>
                </a:solidFill>
                <a:effectLst/>
                <a:uLnTx/>
                <a:uFillTx/>
                <a:latin typeface="Noi Grotesk" panose="00000500000000000000" pitchFamily="2" charset="0"/>
                <a:ea typeface="+mn-ea"/>
                <a:cs typeface="+mn-cs"/>
              </a:rPr>
              <a:t>/</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2) de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distribución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t con n-1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grados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libertad</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p>
        </p:txBody>
      </p:sp>
    </p:spTree>
    <p:extLst>
      <p:ext uri="{BB962C8B-B14F-4D97-AF65-F5344CB8AC3E}">
        <p14:creationId xmlns:p14="http://schemas.microsoft.com/office/powerpoint/2010/main" val="41357084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4"/>
                                        </p:tgtEl>
                                        <p:attrNameLst>
                                          <p:attrName>style.visibility</p:attrName>
                                        </p:attrNameLst>
                                      </p:cBhvr>
                                      <p:to>
                                        <p:strVal val="visible"/>
                                      </p:to>
                                    </p:set>
                                    <p:animEffect transition="in" filter="fade">
                                      <p:cBhvr>
                                        <p:cTn id="15"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74" grpId="0"/>
    </p:bld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8" name="TextBox 7">
            <a:extLst>
              <a:ext uri="{FF2B5EF4-FFF2-40B4-BE49-F238E27FC236}">
                <a16:creationId xmlns:a16="http://schemas.microsoft.com/office/drawing/2014/main" id="{964F6F91-7753-2666-0C67-E83E1E1EBC72}"/>
              </a:ext>
            </a:extLst>
          </p:cNvPr>
          <p:cNvSpPr txBox="1"/>
          <p:nvPr/>
        </p:nvSpPr>
        <p:spPr>
          <a:xfrm>
            <a:off x="686062" y="1112902"/>
            <a:ext cx="4200511" cy="369332"/>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Cálculo</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y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uso</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valores</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P</a:t>
            </a:r>
          </a:p>
        </p:txBody>
      </p:sp>
      <p:sp>
        <p:nvSpPr>
          <p:cNvPr id="76" name="TextBox 75">
            <a:extLst>
              <a:ext uri="{FF2B5EF4-FFF2-40B4-BE49-F238E27FC236}">
                <a16:creationId xmlns:a16="http://schemas.microsoft.com/office/drawing/2014/main" id="{83CB9B42-A12C-A29B-A7FF-AA76B6BDD85F}"/>
              </a:ext>
            </a:extLst>
          </p:cNvPr>
          <p:cNvSpPr txBox="1"/>
          <p:nvPr/>
        </p:nvSpPr>
        <p:spPr>
          <a:xfrm>
            <a:off x="686062" y="1959986"/>
            <a:ext cx="4600981"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Cuál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mayor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significación</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al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podríamos</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realizar</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y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aun</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así</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no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rechazar</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hipótesis</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nula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Este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se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conoce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como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9F2A63"/>
                </a:solidFill>
                <a:effectLst/>
                <a:uLnTx/>
                <a:uFillTx/>
                <a:latin typeface="Aptos" panose="020B0004020202020204"/>
                <a:ea typeface="+mn-ea"/>
                <a:cs typeface="+mn-cs"/>
              </a:rPr>
              <a:t>valor</a:t>
            </a:r>
            <a:r>
              <a:rPr kumimoji="0" lang="en-GB" sz="1600" b="1" i="0" u="none" strike="noStrike" kern="1200" cap="none" spc="0" normalizeH="0" baseline="0" noProof="0">
                <a:ln>
                  <a:noFill/>
                </a:ln>
                <a:solidFill>
                  <a:srgbClr val="9F2A63"/>
                </a:solidFill>
                <a:effectLst/>
                <a:uLnTx/>
                <a:uFillTx/>
                <a:latin typeface="Aptos" panose="020B0004020202020204"/>
                <a:ea typeface="+mn-ea"/>
                <a:cs typeface="+mn-cs"/>
              </a:rPr>
              <a:t> p </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de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una</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prueba</a:t>
            </a:r>
            <a:endParaRPr kumimoji="0" lang="en-GB" sz="1600" b="1" i="1" u="none" strike="noStrike" kern="1200" cap="none" spc="0" normalizeH="0" baseline="0" noProof="0">
              <a:ln>
                <a:noFill/>
              </a:ln>
              <a:solidFill>
                <a:srgbClr val="EA2023"/>
              </a:solidFill>
              <a:effectLst/>
              <a:uLnTx/>
              <a:uFillTx/>
              <a:latin typeface="Aptos" panose="020B0004020202020204"/>
              <a:ea typeface="+mn-ea"/>
              <a:cs typeface="+mn-cs"/>
            </a:endParaRPr>
          </a:p>
        </p:txBody>
      </p:sp>
      <p:sp>
        <p:nvSpPr>
          <p:cNvPr id="128" name="TextBox 127">
            <a:extLst>
              <a:ext uri="{FF2B5EF4-FFF2-40B4-BE49-F238E27FC236}">
                <a16:creationId xmlns:a16="http://schemas.microsoft.com/office/drawing/2014/main" id="{DD6B4514-4891-BF07-9E20-96762A6EBEE8}"/>
              </a:ext>
            </a:extLst>
          </p:cNvPr>
          <p:cNvSpPr txBox="1"/>
          <p:nvPr/>
        </p:nvSpPr>
        <p:spPr>
          <a:xfrm>
            <a:off x="696906" y="3186688"/>
            <a:ext cx="4738767"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En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comparación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con la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elección</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anticipada</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de un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significancia</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y la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obtención</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de un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crítico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cálculo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un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p es algo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más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difícil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a:t>
            </a:r>
            <a:endParaRPr kumimoji="0" lang="en-GB" sz="1600" b="0" i="1"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96" name="Group 95">
            <a:extLst>
              <a:ext uri="{FF2B5EF4-FFF2-40B4-BE49-F238E27FC236}">
                <a16:creationId xmlns:a16="http://schemas.microsoft.com/office/drawing/2014/main" id="{2E837CE8-8168-1679-83A0-67C0556CE612}"/>
              </a:ext>
            </a:extLst>
          </p:cNvPr>
          <p:cNvGrpSpPr>
            <a:grpSpLocks noChangeAspect="1"/>
          </p:cNvGrpSpPr>
          <p:nvPr>
            <p:custDataLst>
              <p:tags r:id="rId1"/>
            </p:custDataLst>
          </p:nvPr>
        </p:nvGrpSpPr>
        <p:grpSpPr>
          <a:xfrm>
            <a:off x="1044822" y="4167169"/>
            <a:ext cx="984218" cy="204742"/>
            <a:chOff x="2649016" y="6316153"/>
            <a:chExt cx="984218" cy="204742"/>
          </a:xfrm>
        </p:grpSpPr>
        <p:sp>
          <p:nvSpPr>
            <p:cNvPr id="90" name="Freeform: Shape 89">
              <a:extLst>
                <a:ext uri="{FF2B5EF4-FFF2-40B4-BE49-F238E27FC236}">
                  <a16:creationId xmlns:a16="http://schemas.microsoft.com/office/drawing/2014/main" id="{83C47176-CDC7-9368-8011-B6A830BB98E8}"/>
                </a:ext>
              </a:extLst>
            </p:cNvPr>
            <p:cNvSpPr/>
            <p:nvPr>
              <p:custDataLst>
                <p:tags r:id="rId77"/>
              </p:custDataLst>
            </p:nvPr>
          </p:nvSpPr>
          <p:spPr>
            <a:xfrm>
              <a:off x="2649016" y="6316153"/>
              <a:ext cx="152957" cy="155550"/>
            </a:xfrm>
            <a:custGeom>
              <a:avLst/>
              <a:gdLst>
                <a:gd name="connsiteX0" fmla="*/ 129968 w 152957"/>
                <a:gd name="connsiteY0" fmla="*/ 17827 h 155550"/>
                <a:gd name="connsiteX1" fmla="*/ 147660 w 152957"/>
                <a:gd name="connsiteY1" fmla="*/ 7123 h 155550"/>
                <a:gd name="connsiteX2" fmla="*/ 153035 w 152957"/>
                <a:gd name="connsiteY2" fmla="*/ 7123 h 155550"/>
                <a:gd name="connsiteX3" fmla="*/ 153035 w 152957"/>
                <a:gd name="connsiteY3" fmla="*/ 63 h 155550"/>
                <a:gd name="connsiteX4" fmla="*/ 120114 w 152957"/>
                <a:gd name="connsiteY4" fmla="*/ 746 h 155550"/>
                <a:gd name="connsiteX5" fmla="*/ 86969 w 152957"/>
                <a:gd name="connsiteY5" fmla="*/ 63 h 155550"/>
                <a:gd name="connsiteX6" fmla="*/ 86969 w 152957"/>
                <a:gd name="connsiteY6" fmla="*/ 7123 h 155550"/>
                <a:gd name="connsiteX7" fmla="*/ 92344 w 152957"/>
                <a:gd name="connsiteY7" fmla="*/ 7123 h 155550"/>
                <a:gd name="connsiteX8" fmla="*/ 110036 w 152957"/>
                <a:gd name="connsiteY8" fmla="*/ 17827 h 155550"/>
                <a:gd name="connsiteX9" fmla="*/ 110036 w 152957"/>
                <a:gd name="connsiteY9" fmla="*/ 71120 h 155550"/>
                <a:gd name="connsiteX10" fmla="*/ 43075 w 152957"/>
                <a:gd name="connsiteY10" fmla="*/ 71120 h 155550"/>
                <a:gd name="connsiteX11" fmla="*/ 43075 w 152957"/>
                <a:gd name="connsiteY11" fmla="*/ 17827 h 155550"/>
                <a:gd name="connsiteX12" fmla="*/ 60767 w 152957"/>
                <a:gd name="connsiteY12" fmla="*/ 7123 h 155550"/>
                <a:gd name="connsiteX13" fmla="*/ 66142 w 152957"/>
                <a:gd name="connsiteY13" fmla="*/ 7123 h 155550"/>
                <a:gd name="connsiteX14" fmla="*/ 66142 w 152957"/>
                <a:gd name="connsiteY14" fmla="*/ 63 h 155550"/>
                <a:gd name="connsiteX15" fmla="*/ 33221 w 152957"/>
                <a:gd name="connsiteY15" fmla="*/ 746 h 155550"/>
                <a:gd name="connsiteX16" fmla="*/ 77 w 152957"/>
                <a:gd name="connsiteY16" fmla="*/ 63 h 155550"/>
                <a:gd name="connsiteX17" fmla="*/ 77 w 152957"/>
                <a:gd name="connsiteY17" fmla="*/ 7123 h 155550"/>
                <a:gd name="connsiteX18" fmla="*/ 5452 w 152957"/>
                <a:gd name="connsiteY18" fmla="*/ 7123 h 155550"/>
                <a:gd name="connsiteX19" fmla="*/ 23144 w 152957"/>
                <a:gd name="connsiteY19" fmla="*/ 17827 h 155550"/>
                <a:gd name="connsiteX20" fmla="*/ 23144 w 152957"/>
                <a:gd name="connsiteY20" fmla="*/ 137849 h 155550"/>
                <a:gd name="connsiteX21" fmla="*/ 5452 w 152957"/>
                <a:gd name="connsiteY21" fmla="*/ 148553 h 155550"/>
                <a:gd name="connsiteX22" fmla="*/ 77 w 152957"/>
                <a:gd name="connsiteY22" fmla="*/ 148553 h 155550"/>
                <a:gd name="connsiteX23" fmla="*/ 77 w 152957"/>
                <a:gd name="connsiteY23" fmla="*/ 155613 h 155550"/>
                <a:gd name="connsiteX24" fmla="*/ 32997 w 152957"/>
                <a:gd name="connsiteY24" fmla="*/ 154930 h 155550"/>
                <a:gd name="connsiteX25" fmla="*/ 66142 w 152957"/>
                <a:gd name="connsiteY25" fmla="*/ 155613 h 155550"/>
                <a:gd name="connsiteX26" fmla="*/ 66142 w 152957"/>
                <a:gd name="connsiteY26" fmla="*/ 148553 h 155550"/>
                <a:gd name="connsiteX27" fmla="*/ 60767 w 152957"/>
                <a:gd name="connsiteY27" fmla="*/ 148553 h 155550"/>
                <a:gd name="connsiteX28" fmla="*/ 43075 w 152957"/>
                <a:gd name="connsiteY28" fmla="*/ 137849 h 155550"/>
                <a:gd name="connsiteX29" fmla="*/ 43075 w 152957"/>
                <a:gd name="connsiteY29" fmla="*/ 78180 h 155550"/>
                <a:gd name="connsiteX30" fmla="*/ 110036 w 152957"/>
                <a:gd name="connsiteY30" fmla="*/ 78180 h 155550"/>
                <a:gd name="connsiteX31" fmla="*/ 110036 w 152957"/>
                <a:gd name="connsiteY31" fmla="*/ 137849 h 155550"/>
                <a:gd name="connsiteX32" fmla="*/ 92344 w 152957"/>
                <a:gd name="connsiteY32" fmla="*/ 148553 h 155550"/>
                <a:gd name="connsiteX33" fmla="*/ 86969 w 152957"/>
                <a:gd name="connsiteY33" fmla="*/ 148553 h 155550"/>
                <a:gd name="connsiteX34" fmla="*/ 86969 w 152957"/>
                <a:gd name="connsiteY34" fmla="*/ 155613 h 155550"/>
                <a:gd name="connsiteX35" fmla="*/ 119890 w 152957"/>
                <a:gd name="connsiteY35" fmla="*/ 154930 h 155550"/>
                <a:gd name="connsiteX36" fmla="*/ 153035 w 152957"/>
                <a:gd name="connsiteY36" fmla="*/ 155613 h 155550"/>
                <a:gd name="connsiteX37" fmla="*/ 153035 w 152957"/>
                <a:gd name="connsiteY37" fmla="*/ 148553 h 155550"/>
                <a:gd name="connsiteX38" fmla="*/ 147660 w 152957"/>
                <a:gd name="connsiteY38" fmla="*/ 148553 h 155550"/>
                <a:gd name="connsiteX39" fmla="*/ 129968 w 152957"/>
                <a:gd name="connsiteY39" fmla="*/ 137849 h 155550"/>
                <a:gd name="connsiteX40" fmla="*/ 129968 w 152957"/>
                <a:gd name="connsiteY40" fmla="*/ 17827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2957" h="155550">
                  <a:moveTo>
                    <a:pt x="129968" y="17827"/>
                  </a:moveTo>
                  <a:cubicBezTo>
                    <a:pt x="129968" y="9628"/>
                    <a:pt x="130416" y="7123"/>
                    <a:pt x="147660" y="7123"/>
                  </a:cubicBezTo>
                  <a:lnTo>
                    <a:pt x="153035" y="7123"/>
                  </a:lnTo>
                  <a:lnTo>
                    <a:pt x="153035" y="63"/>
                  </a:lnTo>
                  <a:cubicBezTo>
                    <a:pt x="145196" y="746"/>
                    <a:pt x="128624" y="746"/>
                    <a:pt x="120114" y="746"/>
                  </a:cubicBezTo>
                  <a:cubicBezTo>
                    <a:pt x="111604" y="746"/>
                    <a:pt x="94808" y="746"/>
                    <a:pt x="86969" y="63"/>
                  </a:cubicBezTo>
                  <a:lnTo>
                    <a:pt x="86969" y="7123"/>
                  </a:lnTo>
                  <a:lnTo>
                    <a:pt x="92344" y="7123"/>
                  </a:lnTo>
                  <a:cubicBezTo>
                    <a:pt x="109588" y="7123"/>
                    <a:pt x="110036" y="9628"/>
                    <a:pt x="110036" y="17827"/>
                  </a:cubicBezTo>
                  <a:lnTo>
                    <a:pt x="110036" y="71120"/>
                  </a:lnTo>
                  <a:lnTo>
                    <a:pt x="43075" y="71120"/>
                  </a:lnTo>
                  <a:lnTo>
                    <a:pt x="43075" y="17827"/>
                  </a:lnTo>
                  <a:cubicBezTo>
                    <a:pt x="43075" y="9628"/>
                    <a:pt x="43523" y="7123"/>
                    <a:pt x="60767" y="7123"/>
                  </a:cubicBezTo>
                  <a:lnTo>
                    <a:pt x="66142" y="7123"/>
                  </a:lnTo>
                  <a:lnTo>
                    <a:pt x="66142" y="63"/>
                  </a:lnTo>
                  <a:cubicBezTo>
                    <a:pt x="58304" y="746"/>
                    <a:pt x="41731" y="746"/>
                    <a:pt x="33221" y="746"/>
                  </a:cubicBezTo>
                  <a:cubicBezTo>
                    <a:pt x="24711" y="746"/>
                    <a:pt x="7915" y="746"/>
                    <a:pt x="77" y="63"/>
                  </a:cubicBezTo>
                  <a:lnTo>
                    <a:pt x="77" y="7123"/>
                  </a:lnTo>
                  <a:lnTo>
                    <a:pt x="5452" y="7123"/>
                  </a:lnTo>
                  <a:cubicBezTo>
                    <a:pt x="22696" y="7123"/>
                    <a:pt x="23144" y="9628"/>
                    <a:pt x="23144" y="17827"/>
                  </a:cubicBezTo>
                  <a:lnTo>
                    <a:pt x="23144" y="137849"/>
                  </a:lnTo>
                  <a:cubicBezTo>
                    <a:pt x="23144" y="146048"/>
                    <a:pt x="22696" y="148553"/>
                    <a:pt x="5452" y="148553"/>
                  </a:cubicBezTo>
                  <a:lnTo>
                    <a:pt x="77" y="148553"/>
                  </a:lnTo>
                  <a:lnTo>
                    <a:pt x="77" y="155613"/>
                  </a:lnTo>
                  <a:cubicBezTo>
                    <a:pt x="7915" y="154930"/>
                    <a:pt x="24487" y="154930"/>
                    <a:pt x="32997" y="154930"/>
                  </a:cubicBezTo>
                  <a:cubicBezTo>
                    <a:pt x="41507" y="154930"/>
                    <a:pt x="58304" y="154930"/>
                    <a:pt x="66142" y="155613"/>
                  </a:cubicBezTo>
                  <a:lnTo>
                    <a:pt x="66142" y="148553"/>
                  </a:lnTo>
                  <a:lnTo>
                    <a:pt x="60767" y="148553"/>
                  </a:lnTo>
                  <a:cubicBezTo>
                    <a:pt x="43523" y="148553"/>
                    <a:pt x="43075" y="146048"/>
                    <a:pt x="43075" y="137849"/>
                  </a:cubicBezTo>
                  <a:lnTo>
                    <a:pt x="43075" y="78180"/>
                  </a:lnTo>
                  <a:lnTo>
                    <a:pt x="110036" y="78180"/>
                  </a:lnTo>
                  <a:lnTo>
                    <a:pt x="110036" y="137849"/>
                  </a:lnTo>
                  <a:cubicBezTo>
                    <a:pt x="110036" y="146048"/>
                    <a:pt x="109588" y="148553"/>
                    <a:pt x="92344" y="148553"/>
                  </a:cubicBezTo>
                  <a:lnTo>
                    <a:pt x="86969" y="148553"/>
                  </a:lnTo>
                  <a:lnTo>
                    <a:pt x="86969" y="155613"/>
                  </a:lnTo>
                  <a:cubicBezTo>
                    <a:pt x="94808" y="154930"/>
                    <a:pt x="111380" y="154930"/>
                    <a:pt x="119890" y="154930"/>
                  </a:cubicBezTo>
                  <a:cubicBezTo>
                    <a:pt x="128400" y="154930"/>
                    <a:pt x="145196" y="154930"/>
                    <a:pt x="153035" y="155613"/>
                  </a:cubicBezTo>
                  <a:lnTo>
                    <a:pt x="153035" y="148553"/>
                  </a:lnTo>
                  <a:lnTo>
                    <a:pt x="147660" y="148553"/>
                  </a:lnTo>
                  <a:cubicBezTo>
                    <a:pt x="130416" y="148553"/>
                    <a:pt x="129968" y="146048"/>
                    <a:pt x="129968" y="137849"/>
                  </a:cubicBezTo>
                  <a:lnTo>
                    <a:pt x="129968" y="17827"/>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1" name="Freeform: Shape 90">
              <a:extLst>
                <a:ext uri="{FF2B5EF4-FFF2-40B4-BE49-F238E27FC236}">
                  <a16:creationId xmlns:a16="http://schemas.microsoft.com/office/drawing/2014/main" id="{DFAC5B1C-69C8-D3B3-2432-DCA4DFD572D4}"/>
                </a:ext>
              </a:extLst>
            </p:cNvPr>
            <p:cNvSpPr/>
            <p:nvPr>
              <p:custDataLst>
                <p:tags r:id="rId78"/>
              </p:custDataLst>
            </p:nvPr>
          </p:nvSpPr>
          <p:spPr>
            <a:xfrm>
              <a:off x="2817741" y="6400008"/>
              <a:ext cx="72739" cy="109044"/>
            </a:xfrm>
            <a:custGeom>
              <a:avLst/>
              <a:gdLst>
                <a:gd name="connsiteX0" fmla="*/ 72823 w 72739"/>
                <a:gd name="connsiteY0" fmla="*/ 55065 h 109044"/>
                <a:gd name="connsiteX1" fmla="*/ 63574 w 72739"/>
                <a:gd name="connsiteY1" fmla="*/ 13775 h 109044"/>
                <a:gd name="connsiteX2" fmla="*/ 36454 w 72739"/>
                <a:gd name="connsiteY2" fmla="*/ 64 h 109044"/>
                <a:gd name="connsiteX3" fmla="*/ 84 w 72739"/>
                <a:gd name="connsiteY3" fmla="*/ 55065 h 109044"/>
                <a:gd name="connsiteX4" fmla="*/ 36454 w 72739"/>
                <a:gd name="connsiteY4" fmla="*/ 109109 h 109044"/>
                <a:gd name="connsiteX5" fmla="*/ 72823 w 72739"/>
                <a:gd name="connsiteY5" fmla="*/ 55065 h 109044"/>
                <a:gd name="connsiteX6" fmla="*/ 36454 w 72739"/>
                <a:gd name="connsiteY6" fmla="*/ 104645 h 109044"/>
                <a:gd name="connsiteX7" fmla="*/ 16545 w 72739"/>
                <a:gd name="connsiteY7" fmla="*/ 87268 h 109044"/>
                <a:gd name="connsiteX8" fmla="*/ 14350 w 72739"/>
                <a:gd name="connsiteY8" fmla="*/ 52992 h 109044"/>
                <a:gd name="connsiteX9" fmla="*/ 16701 w 72739"/>
                <a:gd name="connsiteY9" fmla="*/ 20470 h 109044"/>
                <a:gd name="connsiteX10" fmla="*/ 36454 w 72739"/>
                <a:gd name="connsiteY10" fmla="*/ 4528 h 109044"/>
                <a:gd name="connsiteX11" fmla="*/ 55893 w 72739"/>
                <a:gd name="connsiteY11" fmla="*/ 19035 h 109044"/>
                <a:gd name="connsiteX12" fmla="*/ 58558 w 72739"/>
                <a:gd name="connsiteY12" fmla="*/ 52992 h 109044"/>
                <a:gd name="connsiteX13" fmla="*/ 56520 w 72739"/>
                <a:gd name="connsiteY13" fmla="*/ 86630 h 109044"/>
                <a:gd name="connsiteX14" fmla="*/ 36454 w 72739"/>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739" h="109044">
                  <a:moveTo>
                    <a:pt x="72823" y="55065"/>
                  </a:moveTo>
                  <a:cubicBezTo>
                    <a:pt x="72823" y="37528"/>
                    <a:pt x="70785" y="24934"/>
                    <a:pt x="63574" y="13775"/>
                  </a:cubicBezTo>
                  <a:cubicBezTo>
                    <a:pt x="58714" y="6441"/>
                    <a:pt x="48995" y="64"/>
                    <a:pt x="36454" y="64"/>
                  </a:cubicBezTo>
                  <a:cubicBezTo>
                    <a:pt x="84" y="64"/>
                    <a:pt x="84" y="43586"/>
                    <a:pt x="84" y="55065"/>
                  </a:cubicBezTo>
                  <a:cubicBezTo>
                    <a:pt x="84" y="66543"/>
                    <a:pt x="84" y="109109"/>
                    <a:pt x="36454" y="109109"/>
                  </a:cubicBezTo>
                  <a:cubicBezTo>
                    <a:pt x="72823" y="109109"/>
                    <a:pt x="72823" y="66543"/>
                    <a:pt x="72823" y="55065"/>
                  </a:cubicBezTo>
                  <a:close/>
                  <a:moveTo>
                    <a:pt x="36454" y="104645"/>
                  </a:moveTo>
                  <a:cubicBezTo>
                    <a:pt x="29243" y="104645"/>
                    <a:pt x="19680" y="100341"/>
                    <a:pt x="16545" y="87268"/>
                  </a:cubicBezTo>
                  <a:cubicBezTo>
                    <a:pt x="14350" y="77862"/>
                    <a:pt x="14350" y="64790"/>
                    <a:pt x="14350" y="52992"/>
                  </a:cubicBezTo>
                  <a:cubicBezTo>
                    <a:pt x="14350" y="41355"/>
                    <a:pt x="14350" y="29239"/>
                    <a:pt x="16701" y="20470"/>
                  </a:cubicBezTo>
                  <a:cubicBezTo>
                    <a:pt x="19993" y="7876"/>
                    <a:pt x="30026" y="4528"/>
                    <a:pt x="36454" y="4528"/>
                  </a:cubicBezTo>
                  <a:cubicBezTo>
                    <a:pt x="44919" y="4528"/>
                    <a:pt x="53071" y="9789"/>
                    <a:pt x="55893" y="19035"/>
                  </a:cubicBezTo>
                  <a:cubicBezTo>
                    <a:pt x="58401" y="27644"/>
                    <a:pt x="58558" y="39123"/>
                    <a:pt x="58558" y="52992"/>
                  </a:cubicBezTo>
                  <a:cubicBezTo>
                    <a:pt x="58558" y="64790"/>
                    <a:pt x="58558" y="76587"/>
                    <a:pt x="56520" y="86630"/>
                  </a:cubicBezTo>
                  <a:cubicBezTo>
                    <a:pt x="53384" y="101138"/>
                    <a:pt x="42724" y="104645"/>
                    <a:pt x="36454" y="104645"/>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2" name="Freeform: Shape 91">
              <a:extLst>
                <a:ext uri="{FF2B5EF4-FFF2-40B4-BE49-F238E27FC236}">
                  <a16:creationId xmlns:a16="http://schemas.microsoft.com/office/drawing/2014/main" id="{4923CC6C-44C5-2F79-139C-43BF9D6C99E4}"/>
                </a:ext>
              </a:extLst>
            </p:cNvPr>
            <p:cNvSpPr/>
            <p:nvPr>
              <p:custDataLst>
                <p:tags r:id="rId79"/>
              </p:custDataLst>
            </p:nvPr>
          </p:nvSpPr>
          <p:spPr>
            <a:xfrm>
              <a:off x="2991522" y="6373544"/>
              <a:ext cx="23738" cy="98158"/>
            </a:xfrm>
            <a:custGeom>
              <a:avLst/>
              <a:gdLst>
                <a:gd name="connsiteX0" fmla="*/ 23830 w 23738"/>
                <a:gd name="connsiteY0" fmla="*/ 12133 h 98158"/>
                <a:gd name="connsiteX1" fmla="*/ 11961 w 23738"/>
                <a:gd name="connsiteY1" fmla="*/ 63 h 98158"/>
                <a:gd name="connsiteX2" fmla="*/ 91 w 23738"/>
                <a:gd name="connsiteY2" fmla="*/ 12133 h 98158"/>
                <a:gd name="connsiteX3" fmla="*/ 11961 w 23738"/>
                <a:gd name="connsiteY3" fmla="*/ 24204 h 98158"/>
                <a:gd name="connsiteX4" fmla="*/ 23830 w 23738"/>
                <a:gd name="connsiteY4" fmla="*/ 12133 h 98158"/>
                <a:gd name="connsiteX5" fmla="*/ 23830 w 23738"/>
                <a:gd name="connsiteY5" fmla="*/ 86151 h 98158"/>
                <a:gd name="connsiteX6" fmla="*/ 11961 w 23738"/>
                <a:gd name="connsiteY6" fmla="*/ 74080 h 98158"/>
                <a:gd name="connsiteX7" fmla="*/ 91 w 23738"/>
                <a:gd name="connsiteY7" fmla="*/ 86151 h 98158"/>
                <a:gd name="connsiteX8" fmla="*/ 11961 w 23738"/>
                <a:gd name="connsiteY8" fmla="*/ 98221 h 98158"/>
                <a:gd name="connsiteX9" fmla="*/ 23830 w 23738"/>
                <a:gd name="connsiteY9" fmla="*/ 86151 h 9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38" h="98158">
                  <a:moveTo>
                    <a:pt x="23830" y="12133"/>
                  </a:moveTo>
                  <a:cubicBezTo>
                    <a:pt x="23830" y="5529"/>
                    <a:pt x="18455" y="63"/>
                    <a:pt x="11961" y="63"/>
                  </a:cubicBezTo>
                  <a:cubicBezTo>
                    <a:pt x="5466" y="63"/>
                    <a:pt x="91" y="5529"/>
                    <a:pt x="91" y="12133"/>
                  </a:cubicBezTo>
                  <a:cubicBezTo>
                    <a:pt x="91" y="18738"/>
                    <a:pt x="5466" y="24204"/>
                    <a:pt x="11961" y="24204"/>
                  </a:cubicBezTo>
                  <a:cubicBezTo>
                    <a:pt x="18455" y="24204"/>
                    <a:pt x="23830" y="18738"/>
                    <a:pt x="23830" y="12133"/>
                  </a:cubicBezTo>
                  <a:close/>
                  <a:moveTo>
                    <a:pt x="23830" y="86151"/>
                  </a:moveTo>
                  <a:cubicBezTo>
                    <a:pt x="23830" y="79546"/>
                    <a:pt x="18455" y="74080"/>
                    <a:pt x="11961" y="74080"/>
                  </a:cubicBezTo>
                  <a:cubicBezTo>
                    <a:pt x="5466" y="74080"/>
                    <a:pt x="91" y="79546"/>
                    <a:pt x="91" y="86151"/>
                  </a:cubicBezTo>
                  <a:cubicBezTo>
                    <a:pt x="91" y="92755"/>
                    <a:pt x="5466" y="98221"/>
                    <a:pt x="11961" y="98221"/>
                  </a:cubicBezTo>
                  <a:cubicBezTo>
                    <a:pt x="18455" y="98221"/>
                    <a:pt x="23830" y="92755"/>
                    <a:pt x="23830" y="86151"/>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3" name="Freeform: Shape 92">
              <a:extLst>
                <a:ext uri="{FF2B5EF4-FFF2-40B4-BE49-F238E27FC236}">
                  <a16:creationId xmlns:a16="http://schemas.microsoft.com/office/drawing/2014/main" id="{B9D15A4F-FC1C-A07E-ECDE-59DAD7F4110A}"/>
                </a:ext>
              </a:extLst>
            </p:cNvPr>
            <p:cNvSpPr/>
            <p:nvPr>
              <p:custDataLst>
                <p:tags r:id="rId80"/>
              </p:custDataLst>
            </p:nvPr>
          </p:nvSpPr>
          <p:spPr>
            <a:xfrm>
              <a:off x="3103397" y="6371039"/>
              <a:ext cx="121380" cy="149856"/>
            </a:xfrm>
            <a:custGeom>
              <a:avLst/>
              <a:gdLst>
                <a:gd name="connsiteX0" fmla="*/ 45111 w 121380"/>
                <a:gd name="connsiteY0" fmla="*/ 20788 h 149856"/>
                <a:gd name="connsiteX1" fmla="*/ 48470 w 121380"/>
                <a:gd name="connsiteY1" fmla="*/ 6212 h 149856"/>
                <a:gd name="connsiteX2" fmla="*/ 41976 w 121380"/>
                <a:gd name="connsiteY2" fmla="*/ 63 h 149856"/>
                <a:gd name="connsiteX3" fmla="*/ 33018 w 121380"/>
                <a:gd name="connsiteY3" fmla="*/ 8262 h 149856"/>
                <a:gd name="connsiteX4" fmla="*/ 769 w 121380"/>
                <a:gd name="connsiteY4" fmla="*/ 140127 h 149856"/>
                <a:gd name="connsiteX5" fmla="*/ 97 w 121380"/>
                <a:gd name="connsiteY5" fmla="*/ 143770 h 149856"/>
                <a:gd name="connsiteX6" fmla="*/ 6368 w 121380"/>
                <a:gd name="connsiteY6" fmla="*/ 149920 h 149856"/>
                <a:gd name="connsiteX7" fmla="*/ 14206 w 121380"/>
                <a:gd name="connsiteY7" fmla="*/ 145137 h 149856"/>
                <a:gd name="connsiteX8" fmla="*/ 26523 w 121380"/>
                <a:gd name="connsiteY8" fmla="*/ 96172 h 149856"/>
                <a:gd name="connsiteX9" fmla="*/ 48246 w 121380"/>
                <a:gd name="connsiteY9" fmla="*/ 103232 h 149856"/>
                <a:gd name="connsiteX10" fmla="*/ 78032 w 121380"/>
                <a:gd name="connsiteY10" fmla="*/ 86606 h 149856"/>
                <a:gd name="connsiteX11" fmla="*/ 98187 w 121380"/>
                <a:gd name="connsiteY11" fmla="*/ 103232 h 149856"/>
                <a:gd name="connsiteX12" fmla="*/ 114759 w 121380"/>
                <a:gd name="connsiteY12" fmla="*/ 90706 h 149856"/>
                <a:gd name="connsiteX13" fmla="*/ 121478 w 121380"/>
                <a:gd name="connsiteY13" fmla="*/ 68159 h 149856"/>
                <a:gd name="connsiteX14" fmla="*/ 118791 w 121380"/>
                <a:gd name="connsiteY14" fmla="*/ 65881 h 149856"/>
                <a:gd name="connsiteX15" fmla="*/ 115655 w 121380"/>
                <a:gd name="connsiteY15" fmla="*/ 69981 h 149856"/>
                <a:gd name="connsiteX16" fmla="*/ 98635 w 121380"/>
                <a:gd name="connsiteY16" fmla="*/ 98221 h 149856"/>
                <a:gd name="connsiteX17" fmla="*/ 91917 w 121380"/>
                <a:gd name="connsiteY17" fmla="*/ 87745 h 149856"/>
                <a:gd name="connsiteX18" fmla="*/ 96396 w 121380"/>
                <a:gd name="connsiteY18" fmla="*/ 64059 h 149856"/>
                <a:gd name="connsiteX19" fmla="*/ 102666 w 121380"/>
                <a:gd name="connsiteY19" fmla="*/ 39463 h 149856"/>
                <a:gd name="connsiteX20" fmla="*/ 106473 w 121380"/>
                <a:gd name="connsiteY20" fmla="*/ 23976 h 149856"/>
                <a:gd name="connsiteX21" fmla="*/ 109833 w 121380"/>
                <a:gd name="connsiteY21" fmla="*/ 8717 h 149856"/>
                <a:gd name="connsiteX22" fmla="*/ 103338 w 121380"/>
                <a:gd name="connsiteY22" fmla="*/ 2568 h 149856"/>
                <a:gd name="connsiteX23" fmla="*/ 94604 w 121380"/>
                <a:gd name="connsiteY23" fmla="*/ 10539 h 149856"/>
                <a:gd name="connsiteX24" fmla="*/ 84078 w 121380"/>
                <a:gd name="connsiteY24" fmla="*/ 53128 h 149856"/>
                <a:gd name="connsiteX25" fmla="*/ 78256 w 121380"/>
                <a:gd name="connsiteY25" fmla="*/ 76358 h 149856"/>
                <a:gd name="connsiteX26" fmla="*/ 49142 w 121380"/>
                <a:gd name="connsiteY26" fmla="*/ 98221 h 149856"/>
                <a:gd name="connsiteX27" fmla="*/ 32570 w 121380"/>
                <a:gd name="connsiteY27" fmla="*/ 78407 h 149856"/>
                <a:gd name="connsiteX28" fmla="*/ 35705 w 121380"/>
                <a:gd name="connsiteY28" fmla="*/ 59049 h 149856"/>
                <a:gd name="connsiteX29" fmla="*/ 45111 w 121380"/>
                <a:gd name="connsiteY29" fmla="*/ 20788 h 14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1380" h="149856">
                  <a:moveTo>
                    <a:pt x="45111" y="20788"/>
                  </a:moveTo>
                  <a:cubicBezTo>
                    <a:pt x="46231" y="16005"/>
                    <a:pt x="48470" y="7351"/>
                    <a:pt x="48470" y="6212"/>
                  </a:cubicBezTo>
                  <a:cubicBezTo>
                    <a:pt x="48470" y="2340"/>
                    <a:pt x="45783" y="63"/>
                    <a:pt x="41976" y="63"/>
                  </a:cubicBezTo>
                  <a:cubicBezTo>
                    <a:pt x="41304" y="63"/>
                    <a:pt x="35033" y="291"/>
                    <a:pt x="33018" y="8262"/>
                  </a:cubicBezTo>
                  <a:lnTo>
                    <a:pt x="769" y="140127"/>
                  </a:lnTo>
                  <a:cubicBezTo>
                    <a:pt x="97" y="142859"/>
                    <a:pt x="97" y="143315"/>
                    <a:pt x="97" y="143770"/>
                  </a:cubicBezTo>
                  <a:cubicBezTo>
                    <a:pt x="97" y="147187"/>
                    <a:pt x="2560" y="149920"/>
                    <a:pt x="6368" y="149920"/>
                  </a:cubicBezTo>
                  <a:cubicBezTo>
                    <a:pt x="11071" y="149920"/>
                    <a:pt x="13758" y="145820"/>
                    <a:pt x="14206" y="145137"/>
                  </a:cubicBezTo>
                  <a:cubicBezTo>
                    <a:pt x="15102" y="143087"/>
                    <a:pt x="18013" y="131244"/>
                    <a:pt x="26523" y="96172"/>
                  </a:cubicBezTo>
                  <a:cubicBezTo>
                    <a:pt x="33689" y="102321"/>
                    <a:pt x="43767" y="103232"/>
                    <a:pt x="48246" y="103232"/>
                  </a:cubicBezTo>
                  <a:cubicBezTo>
                    <a:pt x="63923" y="103232"/>
                    <a:pt x="72657" y="92983"/>
                    <a:pt x="78032" y="86606"/>
                  </a:cubicBezTo>
                  <a:cubicBezTo>
                    <a:pt x="80047" y="96855"/>
                    <a:pt x="88333" y="103232"/>
                    <a:pt x="98187" y="103232"/>
                  </a:cubicBezTo>
                  <a:cubicBezTo>
                    <a:pt x="106025" y="103232"/>
                    <a:pt x="111176" y="97994"/>
                    <a:pt x="114759" y="90706"/>
                  </a:cubicBezTo>
                  <a:cubicBezTo>
                    <a:pt x="118567" y="82507"/>
                    <a:pt x="121478" y="68614"/>
                    <a:pt x="121478" y="68159"/>
                  </a:cubicBezTo>
                  <a:cubicBezTo>
                    <a:pt x="121478" y="65881"/>
                    <a:pt x="119462" y="65881"/>
                    <a:pt x="118791" y="65881"/>
                  </a:cubicBezTo>
                  <a:cubicBezTo>
                    <a:pt x="116551" y="65881"/>
                    <a:pt x="116327" y="66792"/>
                    <a:pt x="115655" y="69981"/>
                  </a:cubicBezTo>
                  <a:cubicBezTo>
                    <a:pt x="111848" y="84784"/>
                    <a:pt x="107817" y="98221"/>
                    <a:pt x="98635" y="98221"/>
                  </a:cubicBezTo>
                  <a:cubicBezTo>
                    <a:pt x="92588" y="98221"/>
                    <a:pt x="91917" y="92300"/>
                    <a:pt x="91917" y="87745"/>
                  </a:cubicBezTo>
                  <a:cubicBezTo>
                    <a:pt x="91917" y="82735"/>
                    <a:pt x="94604" y="72030"/>
                    <a:pt x="96396" y="64059"/>
                  </a:cubicBezTo>
                  <a:lnTo>
                    <a:pt x="102666" y="39463"/>
                  </a:lnTo>
                  <a:cubicBezTo>
                    <a:pt x="103338" y="36047"/>
                    <a:pt x="105578" y="27392"/>
                    <a:pt x="106473" y="23976"/>
                  </a:cubicBezTo>
                  <a:cubicBezTo>
                    <a:pt x="107593" y="18738"/>
                    <a:pt x="109833" y="10084"/>
                    <a:pt x="109833" y="8717"/>
                  </a:cubicBezTo>
                  <a:cubicBezTo>
                    <a:pt x="109833" y="4618"/>
                    <a:pt x="106697" y="2568"/>
                    <a:pt x="103338" y="2568"/>
                  </a:cubicBezTo>
                  <a:cubicBezTo>
                    <a:pt x="102218" y="2568"/>
                    <a:pt x="96396" y="2796"/>
                    <a:pt x="94604" y="10539"/>
                  </a:cubicBezTo>
                  <a:lnTo>
                    <a:pt x="84078" y="53128"/>
                  </a:lnTo>
                  <a:cubicBezTo>
                    <a:pt x="81391" y="64515"/>
                    <a:pt x="78927" y="74080"/>
                    <a:pt x="78256" y="76358"/>
                  </a:cubicBezTo>
                  <a:cubicBezTo>
                    <a:pt x="78032" y="77496"/>
                    <a:pt x="67282" y="98221"/>
                    <a:pt x="49142" y="98221"/>
                  </a:cubicBezTo>
                  <a:cubicBezTo>
                    <a:pt x="37945" y="98221"/>
                    <a:pt x="32570" y="90706"/>
                    <a:pt x="32570" y="78407"/>
                  </a:cubicBezTo>
                  <a:cubicBezTo>
                    <a:pt x="32570" y="71803"/>
                    <a:pt x="34137" y="65426"/>
                    <a:pt x="35705" y="59049"/>
                  </a:cubicBezTo>
                  <a:lnTo>
                    <a:pt x="45111" y="20788"/>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4" name="Freeform: Shape 93">
              <a:extLst>
                <a:ext uri="{FF2B5EF4-FFF2-40B4-BE49-F238E27FC236}">
                  <a16:creationId xmlns:a16="http://schemas.microsoft.com/office/drawing/2014/main" id="{65307D3B-A5C9-E939-FBDA-0C52D4356D6D}"/>
                </a:ext>
              </a:extLst>
            </p:cNvPr>
            <p:cNvSpPr/>
            <p:nvPr>
              <p:custDataLst>
                <p:tags r:id="rId81"/>
              </p:custDataLst>
            </p:nvPr>
          </p:nvSpPr>
          <p:spPr>
            <a:xfrm>
              <a:off x="3306367" y="6388120"/>
              <a:ext cx="148926" cy="53292"/>
            </a:xfrm>
            <a:custGeom>
              <a:avLst/>
              <a:gdLst>
                <a:gd name="connsiteX0" fmla="*/ 141418 w 148926"/>
                <a:gd name="connsiteY0" fmla="*/ 9173 h 53292"/>
                <a:gd name="connsiteX1" fmla="*/ 149033 w 148926"/>
                <a:gd name="connsiteY1" fmla="*/ 4618 h 53292"/>
                <a:gd name="connsiteX2" fmla="*/ 141642 w 148926"/>
                <a:gd name="connsiteY2" fmla="*/ 63 h 53292"/>
                <a:gd name="connsiteX3" fmla="*/ 7496 w 148926"/>
                <a:gd name="connsiteY3" fmla="*/ 63 h 53292"/>
                <a:gd name="connsiteX4" fmla="*/ 106 w 148926"/>
                <a:gd name="connsiteY4" fmla="*/ 4618 h 53292"/>
                <a:gd name="connsiteX5" fmla="*/ 7720 w 148926"/>
                <a:gd name="connsiteY5" fmla="*/ 9173 h 53292"/>
                <a:gd name="connsiteX6" fmla="*/ 141418 w 148926"/>
                <a:gd name="connsiteY6" fmla="*/ 9173 h 53292"/>
                <a:gd name="connsiteX7" fmla="*/ 141642 w 148926"/>
                <a:gd name="connsiteY7" fmla="*/ 53355 h 53292"/>
                <a:gd name="connsiteX8" fmla="*/ 149033 w 148926"/>
                <a:gd name="connsiteY8" fmla="*/ 48800 h 53292"/>
                <a:gd name="connsiteX9" fmla="*/ 141418 w 148926"/>
                <a:gd name="connsiteY9" fmla="*/ 44245 h 53292"/>
                <a:gd name="connsiteX10" fmla="*/ 7720 w 148926"/>
                <a:gd name="connsiteY10" fmla="*/ 44245 h 53292"/>
                <a:gd name="connsiteX11" fmla="*/ 106 w 148926"/>
                <a:gd name="connsiteY11" fmla="*/ 48800 h 53292"/>
                <a:gd name="connsiteX12" fmla="*/ 7496 w 148926"/>
                <a:gd name="connsiteY12" fmla="*/ 53355 h 53292"/>
                <a:gd name="connsiteX13" fmla="*/ 141642 w 148926"/>
                <a:gd name="connsiteY13" fmla="*/ 53355 h 5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8926" h="53292">
                  <a:moveTo>
                    <a:pt x="141418" y="9173"/>
                  </a:moveTo>
                  <a:cubicBezTo>
                    <a:pt x="144778" y="9173"/>
                    <a:pt x="149033" y="9173"/>
                    <a:pt x="149033" y="4618"/>
                  </a:cubicBezTo>
                  <a:cubicBezTo>
                    <a:pt x="149033" y="63"/>
                    <a:pt x="144778" y="63"/>
                    <a:pt x="141642" y="63"/>
                  </a:cubicBezTo>
                  <a:lnTo>
                    <a:pt x="7496" y="63"/>
                  </a:lnTo>
                  <a:cubicBezTo>
                    <a:pt x="4361" y="63"/>
                    <a:pt x="106" y="63"/>
                    <a:pt x="106" y="4618"/>
                  </a:cubicBezTo>
                  <a:cubicBezTo>
                    <a:pt x="106" y="9173"/>
                    <a:pt x="4361" y="9173"/>
                    <a:pt x="7720" y="9173"/>
                  </a:cubicBezTo>
                  <a:lnTo>
                    <a:pt x="141418" y="9173"/>
                  </a:lnTo>
                  <a:close/>
                  <a:moveTo>
                    <a:pt x="141642" y="53355"/>
                  </a:moveTo>
                  <a:cubicBezTo>
                    <a:pt x="144778" y="53355"/>
                    <a:pt x="149033" y="53355"/>
                    <a:pt x="149033" y="48800"/>
                  </a:cubicBezTo>
                  <a:cubicBezTo>
                    <a:pt x="149033" y="44245"/>
                    <a:pt x="144778" y="44245"/>
                    <a:pt x="141418" y="44245"/>
                  </a:cubicBezTo>
                  <a:lnTo>
                    <a:pt x="7720" y="44245"/>
                  </a:lnTo>
                  <a:cubicBezTo>
                    <a:pt x="4361" y="44245"/>
                    <a:pt x="106" y="44245"/>
                    <a:pt x="106" y="48800"/>
                  </a:cubicBezTo>
                  <a:cubicBezTo>
                    <a:pt x="106" y="53355"/>
                    <a:pt x="4361" y="53355"/>
                    <a:pt x="7496" y="53355"/>
                  </a:cubicBezTo>
                  <a:lnTo>
                    <a:pt x="141642" y="53355"/>
                  </a:ln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5" name="Freeform: Shape 94">
              <a:extLst>
                <a:ext uri="{FF2B5EF4-FFF2-40B4-BE49-F238E27FC236}">
                  <a16:creationId xmlns:a16="http://schemas.microsoft.com/office/drawing/2014/main" id="{A91F9744-2AE0-5845-EFF0-F8AA10A91317}"/>
                </a:ext>
              </a:extLst>
            </p:cNvPr>
            <p:cNvSpPr/>
            <p:nvPr>
              <p:custDataLst>
                <p:tags r:id="rId82"/>
              </p:custDataLst>
            </p:nvPr>
          </p:nvSpPr>
          <p:spPr>
            <a:xfrm>
              <a:off x="3538951" y="6320024"/>
              <a:ext cx="94283" cy="156689"/>
            </a:xfrm>
            <a:custGeom>
              <a:avLst/>
              <a:gdLst>
                <a:gd name="connsiteX0" fmla="*/ 94399 w 94283"/>
                <a:gd name="connsiteY0" fmla="*/ 78863 h 156689"/>
                <a:gd name="connsiteX1" fmla="*/ 85441 w 94283"/>
                <a:gd name="connsiteY1" fmla="*/ 25570 h 156689"/>
                <a:gd name="connsiteX2" fmla="*/ 47370 w 94283"/>
                <a:gd name="connsiteY2" fmla="*/ 63 h 156689"/>
                <a:gd name="connsiteX3" fmla="*/ 8402 w 94283"/>
                <a:gd name="connsiteY3" fmla="*/ 27165 h 156689"/>
                <a:gd name="connsiteX4" fmla="*/ 116 w 94283"/>
                <a:gd name="connsiteY4" fmla="*/ 78863 h 156689"/>
                <a:gd name="connsiteX5" fmla="*/ 10194 w 94283"/>
                <a:gd name="connsiteY5" fmla="*/ 133750 h 156689"/>
                <a:gd name="connsiteX6" fmla="*/ 47146 w 94283"/>
                <a:gd name="connsiteY6" fmla="*/ 156752 h 156689"/>
                <a:gd name="connsiteX7" fmla="*/ 86113 w 94283"/>
                <a:gd name="connsiteY7" fmla="*/ 130333 h 156689"/>
                <a:gd name="connsiteX8" fmla="*/ 94399 w 94283"/>
                <a:gd name="connsiteY8" fmla="*/ 78863 h 156689"/>
                <a:gd name="connsiteX9" fmla="*/ 47146 w 94283"/>
                <a:gd name="connsiteY9" fmla="*/ 151742 h 156689"/>
                <a:gd name="connsiteX10" fmla="*/ 21168 w 94283"/>
                <a:gd name="connsiteY10" fmla="*/ 124184 h 156689"/>
                <a:gd name="connsiteX11" fmla="*/ 18704 w 94283"/>
                <a:gd name="connsiteY11" fmla="*/ 76130 h 156689"/>
                <a:gd name="connsiteX12" fmla="*/ 20496 w 94283"/>
                <a:gd name="connsiteY12" fmla="*/ 34225 h 156689"/>
                <a:gd name="connsiteX13" fmla="*/ 47146 w 94283"/>
                <a:gd name="connsiteY13" fmla="*/ 5073 h 156689"/>
                <a:gd name="connsiteX14" fmla="*/ 73572 w 94283"/>
                <a:gd name="connsiteY14" fmla="*/ 31719 h 156689"/>
                <a:gd name="connsiteX15" fmla="*/ 75811 w 94283"/>
                <a:gd name="connsiteY15" fmla="*/ 76130 h 156689"/>
                <a:gd name="connsiteX16" fmla="*/ 73348 w 94283"/>
                <a:gd name="connsiteY16" fmla="*/ 123273 h 156689"/>
                <a:gd name="connsiteX17" fmla="*/ 47146 w 94283"/>
                <a:gd name="connsiteY17" fmla="*/ 151742 h 15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4283" h="156689">
                  <a:moveTo>
                    <a:pt x="94399" y="78863"/>
                  </a:moveTo>
                  <a:cubicBezTo>
                    <a:pt x="94399" y="60643"/>
                    <a:pt x="93280" y="42424"/>
                    <a:pt x="85441" y="25570"/>
                  </a:cubicBezTo>
                  <a:cubicBezTo>
                    <a:pt x="75140" y="3707"/>
                    <a:pt x="56776" y="63"/>
                    <a:pt x="47370" y="63"/>
                  </a:cubicBezTo>
                  <a:cubicBezTo>
                    <a:pt x="33933" y="63"/>
                    <a:pt x="17584" y="5984"/>
                    <a:pt x="8402" y="27165"/>
                  </a:cubicBezTo>
                  <a:cubicBezTo>
                    <a:pt x="1236" y="42879"/>
                    <a:pt x="116" y="60643"/>
                    <a:pt x="116" y="78863"/>
                  </a:cubicBezTo>
                  <a:cubicBezTo>
                    <a:pt x="116" y="95944"/>
                    <a:pt x="1012" y="116441"/>
                    <a:pt x="10194" y="133750"/>
                  </a:cubicBezTo>
                  <a:cubicBezTo>
                    <a:pt x="19824" y="152197"/>
                    <a:pt x="36172" y="156752"/>
                    <a:pt x="47146" y="156752"/>
                  </a:cubicBezTo>
                  <a:cubicBezTo>
                    <a:pt x="59239" y="156752"/>
                    <a:pt x="76259" y="151969"/>
                    <a:pt x="86113" y="130333"/>
                  </a:cubicBezTo>
                  <a:cubicBezTo>
                    <a:pt x="93280" y="114619"/>
                    <a:pt x="94399" y="96855"/>
                    <a:pt x="94399" y="78863"/>
                  </a:cubicBezTo>
                  <a:close/>
                  <a:moveTo>
                    <a:pt x="47146" y="151742"/>
                  </a:moveTo>
                  <a:cubicBezTo>
                    <a:pt x="38412" y="151742"/>
                    <a:pt x="25199" y="146048"/>
                    <a:pt x="21168" y="124184"/>
                  </a:cubicBezTo>
                  <a:cubicBezTo>
                    <a:pt x="18704" y="110520"/>
                    <a:pt x="18704" y="89567"/>
                    <a:pt x="18704" y="76130"/>
                  </a:cubicBezTo>
                  <a:cubicBezTo>
                    <a:pt x="18704" y="61554"/>
                    <a:pt x="18704" y="46523"/>
                    <a:pt x="20496" y="34225"/>
                  </a:cubicBezTo>
                  <a:cubicBezTo>
                    <a:pt x="24751" y="7123"/>
                    <a:pt x="41547" y="5073"/>
                    <a:pt x="47146" y="5073"/>
                  </a:cubicBezTo>
                  <a:cubicBezTo>
                    <a:pt x="54536" y="5073"/>
                    <a:pt x="69317" y="9173"/>
                    <a:pt x="73572" y="31719"/>
                  </a:cubicBezTo>
                  <a:cubicBezTo>
                    <a:pt x="75811" y="44473"/>
                    <a:pt x="75811" y="61782"/>
                    <a:pt x="75811" y="76130"/>
                  </a:cubicBezTo>
                  <a:cubicBezTo>
                    <a:pt x="75811" y="93211"/>
                    <a:pt x="75811" y="108698"/>
                    <a:pt x="73348" y="123273"/>
                  </a:cubicBezTo>
                  <a:cubicBezTo>
                    <a:pt x="69989" y="144909"/>
                    <a:pt x="57224" y="151742"/>
                    <a:pt x="47146" y="151742"/>
                  </a:cubicBezTo>
                  <a:close/>
                </a:path>
              </a:pathLst>
            </a:custGeom>
            <a:solidFill>
              <a:srgbClr val="000000"/>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60" name="Group 59">
            <a:extLst>
              <a:ext uri="{FF2B5EF4-FFF2-40B4-BE49-F238E27FC236}">
                <a16:creationId xmlns:a16="http://schemas.microsoft.com/office/drawing/2014/main" id="{8A6B6177-B4FC-0C5B-C951-F7CBF0A6B908}"/>
              </a:ext>
            </a:extLst>
          </p:cNvPr>
          <p:cNvGrpSpPr>
            <a:grpSpLocks noChangeAspect="1"/>
          </p:cNvGrpSpPr>
          <p:nvPr>
            <p:custDataLst>
              <p:tags r:id="rId2"/>
            </p:custDataLst>
          </p:nvPr>
        </p:nvGrpSpPr>
        <p:grpSpPr>
          <a:xfrm>
            <a:off x="1054375" y="4586968"/>
            <a:ext cx="1361005" cy="234282"/>
            <a:chOff x="2694223" y="6547490"/>
            <a:chExt cx="1361005" cy="234282"/>
          </a:xfrm>
        </p:grpSpPr>
        <p:sp>
          <p:nvSpPr>
            <p:cNvPr id="40" name="Freeform: Shape 39">
              <a:extLst>
                <a:ext uri="{FF2B5EF4-FFF2-40B4-BE49-F238E27FC236}">
                  <a16:creationId xmlns:a16="http://schemas.microsoft.com/office/drawing/2014/main" id="{05AD35B3-24A0-4F27-5B38-9A655A19D919}"/>
                </a:ext>
              </a:extLst>
            </p:cNvPr>
            <p:cNvSpPr/>
            <p:nvPr>
              <p:custDataLst>
                <p:tags r:id="rId65"/>
              </p:custDataLst>
            </p:nvPr>
          </p:nvSpPr>
          <p:spPr>
            <a:xfrm>
              <a:off x="2694223" y="6578945"/>
              <a:ext cx="154912" cy="148480"/>
            </a:xfrm>
            <a:custGeom>
              <a:avLst/>
              <a:gdLst>
                <a:gd name="connsiteX0" fmla="*/ 45212 w 154912"/>
                <a:gd name="connsiteY0" fmla="*/ 2889 h 148480"/>
                <a:gd name="connsiteX1" fmla="*/ 38635 w 154912"/>
                <a:gd name="connsiteY1" fmla="*/ 63 h 148480"/>
                <a:gd name="connsiteX2" fmla="*/ 77 w 154912"/>
                <a:gd name="connsiteY2" fmla="*/ 63 h 148480"/>
                <a:gd name="connsiteX3" fmla="*/ 77 w 154912"/>
                <a:gd name="connsiteY3" fmla="*/ 6802 h 148480"/>
                <a:gd name="connsiteX4" fmla="*/ 6654 w 154912"/>
                <a:gd name="connsiteY4" fmla="*/ 6802 h 148480"/>
                <a:gd name="connsiteX5" fmla="*/ 17995 w 154912"/>
                <a:gd name="connsiteY5" fmla="*/ 7237 h 148480"/>
                <a:gd name="connsiteX6" fmla="*/ 23438 w 154912"/>
                <a:gd name="connsiteY6" fmla="*/ 12237 h 148480"/>
                <a:gd name="connsiteX7" fmla="*/ 23438 w 154912"/>
                <a:gd name="connsiteY7" fmla="*/ 125716 h 148480"/>
                <a:gd name="connsiteX8" fmla="*/ 77 w 154912"/>
                <a:gd name="connsiteY8" fmla="*/ 141804 h 148480"/>
                <a:gd name="connsiteX9" fmla="*/ 77 w 154912"/>
                <a:gd name="connsiteY9" fmla="*/ 148543 h 148480"/>
                <a:gd name="connsiteX10" fmla="*/ 26614 w 154912"/>
                <a:gd name="connsiteY10" fmla="*/ 147891 h 148480"/>
                <a:gd name="connsiteX11" fmla="*/ 53151 w 154912"/>
                <a:gd name="connsiteY11" fmla="*/ 148543 h 148480"/>
                <a:gd name="connsiteX12" fmla="*/ 53151 w 154912"/>
                <a:gd name="connsiteY12" fmla="*/ 141804 h 148480"/>
                <a:gd name="connsiteX13" fmla="*/ 29789 w 154912"/>
                <a:gd name="connsiteY13" fmla="*/ 125716 h 148480"/>
                <a:gd name="connsiteX14" fmla="*/ 29789 w 154912"/>
                <a:gd name="connsiteY14" fmla="*/ 12672 h 148480"/>
                <a:gd name="connsiteX15" fmla="*/ 32057 w 154912"/>
                <a:gd name="connsiteY15" fmla="*/ 15280 h 148480"/>
                <a:gd name="connsiteX16" fmla="*/ 124597 w 154912"/>
                <a:gd name="connsiteY16" fmla="*/ 145717 h 148480"/>
                <a:gd name="connsiteX17" fmla="*/ 128453 w 154912"/>
                <a:gd name="connsiteY17" fmla="*/ 148543 h 148480"/>
                <a:gd name="connsiteX18" fmla="*/ 131628 w 154912"/>
                <a:gd name="connsiteY18" fmla="*/ 142891 h 148480"/>
                <a:gd name="connsiteX19" fmla="*/ 131628 w 154912"/>
                <a:gd name="connsiteY19" fmla="*/ 22889 h 148480"/>
                <a:gd name="connsiteX20" fmla="*/ 154990 w 154912"/>
                <a:gd name="connsiteY20" fmla="*/ 6802 h 148480"/>
                <a:gd name="connsiteX21" fmla="*/ 154990 w 154912"/>
                <a:gd name="connsiteY21" fmla="*/ 63 h 148480"/>
                <a:gd name="connsiteX22" fmla="*/ 128453 w 154912"/>
                <a:gd name="connsiteY22" fmla="*/ 715 h 148480"/>
                <a:gd name="connsiteX23" fmla="*/ 101916 w 154912"/>
                <a:gd name="connsiteY23" fmla="*/ 63 h 148480"/>
                <a:gd name="connsiteX24" fmla="*/ 101916 w 154912"/>
                <a:gd name="connsiteY24" fmla="*/ 6802 h 148480"/>
                <a:gd name="connsiteX25" fmla="*/ 125277 w 154912"/>
                <a:gd name="connsiteY25" fmla="*/ 22889 h 148480"/>
                <a:gd name="connsiteX26" fmla="*/ 125277 w 154912"/>
                <a:gd name="connsiteY26" fmla="*/ 115716 h 148480"/>
                <a:gd name="connsiteX27" fmla="*/ 45212 w 154912"/>
                <a:gd name="connsiteY27" fmla="*/ 2889 h 1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4912" h="148480">
                  <a:moveTo>
                    <a:pt x="45212" y="2889"/>
                  </a:moveTo>
                  <a:cubicBezTo>
                    <a:pt x="43171" y="280"/>
                    <a:pt x="42944" y="63"/>
                    <a:pt x="38635" y="63"/>
                  </a:cubicBezTo>
                  <a:lnTo>
                    <a:pt x="77" y="63"/>
                  </a:lnTo>
                  <a:lnTo>
                    <a:pt x="77" y="6802"/>
                  </a:lnTo>
                  <a:lnTo>
                    <a:pt x="6654" y="6802"/>
                  </a:lnTo>
                  <a:cubicBezTo>
                    <a:pt x="10056" y="6802"/>
                    <a:pt x="14593" y="7019"/>
                    <a:pt x="17995" y="7237"/>
                  </a:cubicBezTo>
                  <a:cubicBezTo>
                    <a:pt x="23212" y="7889"/>
                    <a:pt x="23438" y="8106"/>
                    <a:pt x="23438" y="12237"/>
                  </a:cubicBezTo>
                  <a:lnTo>
                    <a:pt x="23438" y="125716"/>
                  </a:lnTo>
                  <a:cubicBezTo>
                    <a:pt x="23438" y="131586"/>
                    <a:pt x="23438" y="141804"/>
                    <a:pt x="77" y="141804"/>
                  </a:cubicBezTo>
                  <a:lnTo>
                    <a:pt x="77" y="148543"/>
                  </a:lnTo>
                  <a:cubicBezTo>
                    <a:pt x="8015" y="148325"/>
                    <a:pt x="19129" y="147891"/>
                    <a:pt x="26614" y="147891"/>
                  </a:cubicBezTo>
                  <a:cubicBezTo>
                    <a:pt x="34099" y="147891"/>
                    <a:pt x="45212" y="148325"/>
                    <a:pt x="53151" y="148543"/>
                  </a:cubicBezTo>
                  <a:lnTo>
                    <a:pt x="53151" y="141804"/>
                  </a:lnTo>
                  <a:cubicBezTo>
                    <a:pt x="29789" y="141804"/>
                    <a:pt x="29789" y="131586"/>
                    <a:pt x="29789" y="125716"/>
                  </a:cubicBezTo>
                  <a:lnTo>
                    <a:pt x="29789" y="12672"/>
                  </a:lnTo>
                  <a:cubicBezTo>
                    <a:pt x="30923" y="13759"/>
                    <a:pt x="31150" y="13976"/>
                    <a:pt x="32057" y="15280"/>
                  </a:cubicBezTo>
                  <a:lnTo>
                    <a:pt x="124597" y="145717"/>
                  </a:lnTo>
                  <a:cubicBezTo>
                    <a:pt x="126638" y="148325"/>
                    <a:pt x="126865" y="148543"/>
                    <a:pt x="128453" y="148543"/>
                  </a:cubicBezTo>
                  <a:cubicBezTo>
                    <a:pt x="131628" y="148543"/>
                    <a:pt x="131628" y="147021"/>
                    <a:pt x="131628" y="142891"/>
                  </a:cubicBezTo>
                  <a:lnTo>
                    <a:pt x="131628" y="22889"/>
                  </a:lnTo>
                  <a:cubicBezTo>
                    <a:pt x="131628" y="17019"/>
                    <a:pt x="131628" y="6802"/>
                    <a:pt x="154990" y="6802"/>
                  </a:cubicBezTo>
                  <a:lnTo>
                    <a:pt x="154990" y="63"/>
                  </a:lnTo>
                  <a:cubicBezTo>
                    <a:pt x="147051" y="280"/>
                    <a:pt x="135937" y="715"/>
                    <a:pt x="128453" y="715"/>
                  </a:cubicBezTo>
                  <a:cubicBezTo>
                    <a:pt x="120968" y="715"/>
                    <a:pt x="109854" y="280"/>
                    <a:pt x="101916" y="63"/>
                  </a:cubicBezTo>
                  <a:lnTo>
                    <a:pt x="101916" y="6802"/>
                  </a:lnTo>
                  <a:cubicBezTo>
                    <a:pt x="125277" y="6802"/>
                    <a:pt x="125277" y="17019"/>
                    <a:pt x="125277" y="22889"/>
                  </a:cubicBezTo>
                  <a:lnTo>
                    <a:pt x="125277" y="115716"/>
                  </a:lnTo>
                  <a:lnTo>
                    <a:pt x="45212" y="2889"/>
                  </a:lnTo>
                  <a:close/>
                </a:path>
              </a:pathLst>
            </a:custGeom>
            <a:solidFill>
              <a:schemeClr val="tx1"/>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 name="Freeform: Shape 48">
              <a:extLst>
                <a:ext uri="{FF2B5EF4-FFF2-40B4-BE49-F238E27FC236}">
                  <a16:creationId xmlns:a16="http://schemas.microsoft.com/office/drawing/2014/main" id="{FD653FA2-EB6F-AAD4-D4FF-3CACCEADF930}"/>
                </a:ext>
              </a:extLst>
            </p:cNvPr>
            <p:cNvSpPr/>
            <p:nvPr>
              <p:custDataLst>
                <p:tags r:id="rId66"/>
              </p:custDataLst>
            </p:nvPr>
          </p:nvSpPr>
          <p:spPr>
            <a:xfrm>
              <a:off x="2863199" y="6630032"/>
              <a:ext cx="100477" cy="99783"/>
            </a:xfrm>
            <a:custGeom>
              <a:avLst/>
              <a:gdLst>
                <a:gd name="connsiteX0" fmla="*/ 100562 w 100477"/>
                <a:gd name="connsiteY0" fmla="*/ 50933 h 99783"/>
                <a:gd name="connsiteX1" fmla="*/ 50437 w 100477"/>
                <a:gd name="connsiteY1" fmla="*/ 63 h 99783"/>
                <a:gd name="connsiteX2" fmla="*/ 84 w 100477"/>
                <a:gd name="connsiteY2" fmla="*/ 50933 h 99783"/>
                <a:gd name="connsiteX3" fmla="*/ 50210 w 100477"/>
                <a:gd name="connsiteY3" fmla="*/ 99847 h 99783"/>
                <a:gd name="connsiteX4" fmla="*/ 100562 w 100477"/>
                <a:gd name="connsiteY4" fmla="*/ 50933 h 99783"/>
                <a:gd name="connsiteX5" fmla="*/ 50437 w 100477"/>
                <a:gd name="connsiteY5" fmla="*/ 94412 h 99783"/>
                <a:gd name="connsiteX6" fmla="*/ 24580 w 100477"/>
                <a:gd name="connsiteY6" fmla="*/ 79846 h 99783"/>
                <a:gd name="connsiteX7" fmla="*/ 18910 w 100477"/>
                <a:gd name="connsiteY7" fmla="*/ 49194 h 99783"/>
                <a:gd name="connsiteX8" fmla="*/ 24353 w 100477"/>
                <a:gd name="connsiteY8" fmla="*/ 19411 h 99783"/>
                <a:gd name="connsiteX9" fmla="*/ 50210 w 100477"/>
                <a:gd name="connsiteY9" fmla="*/ 4845 h 99783"/>
                <a:gd name="connsiteX10" fmla="*/ 75840 w 100477"/>
                <a:gd name="connsiteY10" fmla="*/ 18976 h 99783"/>
                <a:gd name="connsiteX11" fmla="*/ 81737 w 100477"/>
                <a:gd name="connsiteY11" fmla="*/ 49194 h 99783"/>
                <a:gd name="connsiteX12" fmla="*/ 76747 w 100477"/>
                <a:gd name="connsiteY12" fmla="*/ 78325 h 99783"/>
                <a:gd name="connsiteX13" fmla="*/ 50437 w 100477"/>
                <a:gd name="connsiteY13" fmla="*/ 94412 h 99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0477" h="99783">
                  <a:moveTo>
                    <a:pt x="100562" y="50933"/>
                  </a:moveTo>
                  <a:cubicBezTo>
                    <a:pt x="100562" y="23107"/>
                    <a:pt x="77881" y="63"/>
                    <a:pt x="50437" y="63"/>
                  </a:cubicBezTo>
                  <a:cubicBezTo>
                    <a:pt x="22085" y="63"/>
                    <a:pt x="84" y="23759"/>
                    <a:pt x="84" y="50933"/>
                  </a:cubicBezTo>
                  <a:cubicBezTo>
                    <a:pt x="84" y="78977"/>
                    <a:pt x="23673" y="99847"/>
                    <a:pt x="50210" y="99847"/>
                  </a:cubicBezTo>
                  <a:cubicBezTo>
                    <a:pt x="77654" y="99847"/>
                    <a:pt x="100562" y="78542"/>
                    <a:pt x="100562" y="50933"/>
                  </a:cubicBezTo>
                  <a:close/>
                  <a:moveTo>
                    <a:pt x="50437" y="94412"/>
                  </a:moveTo>
                  <a:cubicBezTo>
                    <a:pt x="40684" y="94412"/>
                    <a:pt x="30704" y="89846"/>
                    <a:pt x="24580" y="79846"/>
                  </a:cubicBezTo>
                  <a:cubicBezTo>
                    <a:pt x="18910" y="70281"/>
                    <a:pt x="18910" y="57020"/>
                    <a:pt x="18910" y="49194"/>
                  </a:cubicBezTo>
                  <a:cubicBezTo>
                    <a:pt x="18910" y="40715"/>
                    <a:pt x="18910" y="28976"/>
                    <a:pt x="24353" y="19411"/>
                  </a:cubicBezTo>
                  <a:cubicBezTo>
                    <a:pt x="30477" y="9411"/>
                    <a:pt x="41137" y="4845"/>
                    <a:pt x="50210" y="4845"/>
                  </a:cubicBezTo>
                  <a:cubicBezTo>
                    <a:pt x="60190" y="4845"/>
                    <a:pt x="69942" y="9628"/>
                    <a:pt x="75840" y="18976"/>
                  </a:cubicBezTo>
                  <a:cubicBezTo>
                    <a:pt x="81737" y="28324"/>
                    <a:pt x="81737" y="40933"/>
                    <a:pt x="81737" y="49194"/>
                  </a:cubicBezTo>
                  <a:cubicBezTo>
                    <a:pt x="81737" y="57020"/>
                    <a:pt x="81737" y="68759"/>
                    <a:pt x="76747" y="78325"/>
                  </a:cubicBezTo>
                  <a:cubicBezTo>
                    <a:pt x="71757" y="88107"/>
                    <a:pt x="61777" y="94412"/>
                    <a:pt x="50437" y="94412"/>
                  </a:cubicBezTo>
                  <a:close/>
                </a:path>
              </a:pathLst>
            </a:custGeom>
            <a:solidFill>
              <a:schemeClr val="tx1"/>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 name="Freeform: Shape 49">
              <a:extLst>
                <a:ext uri="{FF2B5EF4-FFF2-40B4-BE49-F238E27FC236}">
                  <a16:creationId xmlns:a16="http://schemas.microsoft.com/office/drawing/2014/main" id="{780FA8C2-B10B-3B8C-750E-CD90AC4BD53D}"/>
                </a:ext>
              </a:extLst>
            </p:cNvPr>
            <p:cNvSpPr/>
            <p:nvPr>
              <p:custDataLst>
                <p:tags r:id="rId67"/>
              </p:custDataLst>
            </p:nvPr>
          </p:nvSpPr>
          <p:spPr>
            <a:xfrm>
              <a:off x="2976606" y="6631337"/>
              <a:ext cx="76209" cy="96088"/>
            </a:xfrm>
            <a:custGeom>
              <a:avLst/>
              <a:gdLst>
                <a:gd name="connsiteX0" fmla="*/ 31616 w 76209"/>
                <a:gd name="connsiteY0" fmla="*/ 23976 h 96088"/>
                <a:gd name="connsiteX1" fmla="*/ 31616 w 76209"/>
                <a:gd name="connsiteY1" fmla="*/ 63 h 96088"/>
                <a:gd name="connsiteX2" fmla="*/ 89 w 76209"/>
                <a:gd name="connsiteY2" fmla="*/ 2454 h 96088"/>
                <a:gd name="connsiteX3" fmla="*/ 89 w 76209"/>
                <a:gd name="connsiteY3" fmla="*/ 9193 h 96088"/>
                <a:gd name="connsiteX4" fmla="*/ 17781 w 76209"/>
                <a:gd name="connsiteY4" fmla="*/ 21367 h 96088"/>
                <a:gd name="connsiteX5" fmla="*/ 17781 w 76209"/>
                <a:gd name="connsiteY5" fmla="*/ 79629 h 96088"/>
                <a:gd name="connsiteX6" fmla="*/ 89 w 76209"/>
                <a:gd name="connsiteY6" fmla="*/ 89412 h 96088"/>
                <a:gd name="connsiteX7" fmla="*/ 89 w 76209"/>
                <a:gd name="connsiteY7" fmla="*/ 96151 h 96088"/>
                <a:gd name="connsiteX8" fmla="*/ 25946 w 76209"/>
                <a:gd name="connsiteY8" fmla="*/ 95499 h 96088"/>
                <a:gd name="connsiteX9" fmla="*/ 54751 w 76209"/>
                <a:gd name="connsiteY9" fmla="*/ 96151 h 96088"/>
                <a:gd name="connsiteX10" fmla="*/ 54751 w 76209"/>
                <a:gd name="connsiteY10" fmla="*/ 89412 h 96088"/>
                <a:gd name="connsiteX11" fmla="*/ 49988 w 76209"/>
                <a:gd name="connsiteY11" fmla="*/ 89412 h 96088"/>
                <a:gd name="connsiteX12" fmla="*/ 32750 w 76209"/>
                <a:gd name="connsiteY12" fmla="*/ 79194 h 96088"/>
                <a:gd name="connsiteX13" fmla="*/ 32750 w 76209"/>
                <a:gd name="connsiteY13" fmla="*/ 45715 h 96088"/>
                <a:gd name="connsiteX14" fmla="*/ 59514 w 76209"/>
                <a:gd name="connsiteY14" fmla="*/ 4845 h 96088"/>
                <a:gd name="connsiteX15" fmla="*/ 62009 w 76209"/>
                <a:gd name="connsiteY15" fmla="*/ 5063 h 96088"/>
                <a:gd name="connsiteX16" fmla="*/ 56792 w 76209"/>
                <a:gd name="connsiteY16" fmla="*/ 13541 h 96088"/>
                <a:gd name="connsiteX17" fmla="*/ 66545 w 76209"/>
                <a:gd name="connsiteY17" fmla="*/ 22889 h 96088"/>
                <a:gd name="connsiteX18" fmla="*/ 76298 w 76209"/>
                <a:gd name="connsiteY18" fmla="*/ 13324 h 96088"/>
                <a:gd name="connsiteX19" fmla="*/ 59514 w 76209"/>
                <a:gd name="connsiteY19" fmla="*/ 63 h 96088"/>
                <a:gd name="connsiteX20" fmla="*/ 31616 w 76209"/>
                <a:gd name="connsiteY20" fmla="*/ 23976 h 9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209" h="96088">
                  <a:moveTo>
                    <a:pt x="31616" y="23976"/>
                  </a:moveTo>
                  <a:lnTo>
                    <a:pt x="31616" y="63"/>
                  </a:lnTo>
                  <a:lnTo>
                    <a:pt x="89" y="2454"/>
                  </a:lnTo>
                  <a:lnTo>
                    <a:pt x="89" y="9193"/>
                  </a:lnTo>
                  <a:cubicBezTo>
                    <a:pt x="15966" y="9193"/>
                    <a:pt x="17781" y="10715"/>
                    <a:pt x="17781" y="21367"/>
                  </a:cubicBezTo>
                  <a:lnTo>
                    <a:pt x="17781" y="79629"/>
                  </a:lnTo>
                  <a:cubicBezTo>
                    <a:pt x="17781" y="89412"/>
                    <a:pt x="15286" y="89412"/>
                    <a:pt x="89" y="89412"/>
                  </a:cubicBezTo>
                  <a:lnTo>
                    <a:pt x="89" y="96151"/>
                  </a:lnTo>
                  <a:cubicBezTo>
                    <a:pt x="8935" y="95933"/>
                    <a:pt x="19595" y="95499"/>
                    <a:pt x="25946" y="95499"/>
                  </a:cubicBezTo>
                  <a:cubicBezTo>
                    <a:pt x="35018" y="95499"/>
                    <a:pt x="45679" y="95499"/>
                    <a:pt x="54751" y="96151"/>
                  </a:cubicBezTo>
                  <a:lnTo>
                    <a:pt x="54751" y="89412"/>
                  </a:lnTo>
                  <a:lnTo>
                    <a:pt x="49988" y="89412"/>
                  </a:lnTo>
                  <a:cubicBezTo>
                    <a:pt x="33204" y="89412"/>
                    <a:pt x="32750" y="87020"/>
                    <a:pt x="32750" y="79194"/>
                  </a:cubicBezTo>
                  <a:lnTo>
                    <a:pt x="32750" y="45715"/>
                  </a:lnTo>
                  <a:cubicBezTo>
                    <a:pt x="32750" y="24193"/>
                    <a:pt x="42276" y="4845"/>
                    <a:pt x="59514" y="4845"/>
                  </a:cubicBezTo>
                  <a:cubicBezTo>
                    <a:pt x="61102" y="4845"/>
                    <a:pt x="61555" y="4845"/>
                    <a:pt x="62009" y="5063"/>
                  </a:cubicBezTo>
                  <a:cubicBezTo>
                    <a:pt x="61329" y="5280"/>
                    <a:pt x="56792" y="7889"/>
                    <a:pt x="56792" y="13541"/>
                  </a:cubicBezTo>
                  <a:cubicBezTo>
                    <a:pt x="56792" y="19628"/>
                    <a:pt x="61555" y="22889"/>
                    <a:pt x="66545" y="22889"/>
                  </a:cubicBezTo>
                  <a:cubicBezTo>
                    <a:pt x="70628" y="22889"/>
                    <a:pt x="76298" y="20280"/>
                    <a:pt x="76298" y="13324"/>
                  </a:cubicBezTo>
                  <a:cubicBezTo>
                    <a:pt x="76298" y="6367"/>
                    <a:pt x="69267" y="63"/>
                    <a:pt x="59514" y="63"/>
                  </a:cubicBezTo>
                  <a:cubicBezTo>
                    <a:pt x="42957" y="63"/>
                    <a:pt x="34791" y="14628"/>
                    <a:pt x="31616" y="23976"/>
                  </a:cubicBezTo>
                  <a:close/>
                </a:path>
              </a:pathLst>
            </a:custGeom>
            <a:solidFill>
              <a:schemeClr val="tx1"/>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 name="Freeform: Shape 50">
              <a:extLst>
                <a:ext uri="{FF2B5EF4-FFF2-40B4-BE49-F238E27FC236}">
                  <a16:creationId xmlns:a16="http://schemas.microsoft.com/office/drawing/2014/main" id="{18298E82-E22A-37D1-7A30-C23F44CC12FC}"/>
                </a:ext>
              </a:extLst>
            </p:cNvPr>
            <p:cNvSpPr/>
            <p:nvPr>
              <p:custDataLst>
                <p:tags r:id="rId68"/>
              </p:custDataLst>
            </p:nvPr>
          </p:nvSpPr>
          <p:spPr>
            <a:xfrm>
              <a:off x="3066348" y="6631337"/>
              <a:ext cx="177140" cy="96088"/>
            </a:xfrm>
            <a:custGeom>
              <a:avLst/>
              <a:gdLst>
                <a:gd name="connsiteX0" fmla="*/ 17784 w 177140"/>
                <a:gd name="connsiteY0" fmla="*/ 21367 h 96088"/>
                <a:gd name="connsiteX1" fmla="*/ 17784 w 177140"/>
                <a:gd name="connsiteY1" fmla="*/ 79629 h 96088"/>
                <a:gd name="connsiteX2" fmla="*/ 93 w 177140"/>
                <a:gd name="connsiteY2" fmla="*/ 89412 h 96088"/>
                <a:gd name="connsiteX3" fmla="*/ 93 w 177140"/>
                <a:gd name="connsiteY3" fmla="*/ 96151 h 96088"/>
                <a:gd name="connsiteX4" fmla="*/ 25723 w 177140"/>
                <a:gd name="connsiteY4" fmla="*/ 95499 h 96088"/>
                <a:gd name="connsiteX5" fmla="*/ 51126 w 177140"/>
                <a:gd name="connsiteY5" fmla="*/ 96151 h 96088"/>
                <a:gd name="connsiteX6" fmla="*/ 51126 w 177140"/>
                <a:gd name="connsiteY6" fmla="*/ 89412 h 96088"/>
                <a:gd name="connsiteX7" fmla="*/ 33435 w 177140"/>
                <a:gd name="connsiteY7" fmla="*/ 79629 h 96088"/>
                <a:gd name="connsiteX8" fmla="*/ 33435 w 177140"/>
                <a:gd name="connsiteY8" fmla="*/ 39628 h 96088"/>
                <a:gd name="connsiteX9" fmla="*/ 64054 w 177140"/>
                <a:gd name="connsiteY9" fmla="*/ 4845 h 96088"/>
                <a:gd name="connsiteX10" fmla="*/ 80838 w 177140"/>
                <a:gd name="connsiteY10" fmla="*/ 28976 h 96088"/>
                <a:gd name="connsiteX11" fmla="*/ 80838 w 177140"/>
                <a:gd name="connsiteY11" fmla="*/ 79629 h 96088"/>
                <a:gd name="connsiteX12" fmla="*/ 63147 w 177140"/>
                <a:gd name="connsiteY12" fmla="*/ 89412 h 96088"/>
                <a:gd name="connsiteX13" fmla="*/ 63147 w 177140"/>
                <a:gd name="connsiteY13" fmla="*/ 96151 h 96088"/>
                <a:gd name="connsiteX14" fmla="*/ 88777 w 177140"/>
                <a:gd name="connsiteY14" fmla="*/ 95499 h 96088"/>
                <a:gd name="connsiteX15" fmla="*/ 114180 w 177140"/>
                <a:gd name="connsiteY15" fmla="*/ 96151 h 96088"/>
                <a:gd name="connsiteX16" fmla="*/ 114180 w 177140"/>
                <a:gd name="connsiteY16" fmla="*/ 89412 h 96088"/>
                <a:gd name="connsiteX17" fmla="*/ 96488 w 177140"/>
                <a:gd name="connsiteY17" fmla="*/ 79629 h 96088"/>
                <a:gd name="connsiteX18" fmla="*/ 96488 w 177140"/>
                <a:gd name="connsiteY18" fmla="*/ 39628 h 96088"/>
                <a:gd name="connsiteX19" fmla="*/ 127108 w 177140"/>
                <a:gd name="connsiteY19" fmla="*/ 4845 h 96088"/>
                <a:gd name="connsiteX20" fmla="*/ 143892 w 177140"/>
                <a:gd name="connsiteY20" fmla="*/ 28976 h 96088"/>
                <a:gd name="connsiteX21" fmla="*/ 143892 w 177140"/>
                <a:gd name="connsiteY21" fmla="*/ 79629 h 96088"/>
                <a:gd name="connsiteX22" fmla="*/ 126201 w 177140"/>
                <a:gd name="connsiteY22" fmla="*/ 89412 h 96088"/>
                <a:gd name="connsiteX23" fmla="*/ 126201 w 177140"/>
                <a:gd name="connsiteY23" fmla="*/ 96151 h 96088"/>
                <a:gd name="connsiteX24" fmla="*/ 151831 w 177140"/>
                <a:gd name="connsiteY24" fmla="*/ 95499 h 96088"/>
                <a:gd name="connsiteX25" fmla="*/ 177234 w 177140"/>
                <a:gd name="connsiteY25" fmla="*/ 96151 h 96088"/>
                <a:gd name="connsiteX26" fmla="*/ 177234 w 177140"/>
                <a:gd name="connsiteY26" fmla="*/ 89412 h 96088"/>
                <a:gd name="connsiteX27" fmla="*/ 159542 w 177140"/>
                <a:gd name="connsiteY27" fmla="*/ 82890 h 96088"/>
                <a:gd name="connsiteX28" fmla="*/ 159542 w 177140"/>
                <a:gd name="connsiteY28" fmla="*/ 41368 h 96088"/>
                <a:gd name="connsiteX29" fmla="*/ 152511 w 177140"/>
                <a:gd name="connsiteY29" fmla="*/ 8106 h 96088"/>
                <a:gd name="connsiteX30" fmla="*/ 128696 w 177140"/>
                <a:gd name="connsiteY30" fmla="*/ 63 h 96088"/>
                <a:gd name="connsiteX31" fmla="*/ 95808 w 177140"/>
                <a:gd name="connsiteY31" fmla="*/ 21367 h 96088"/>
                <a:gd name="connsiteX32" fmla="*/ 65642 w 177140"/>
                <a:gd name="connsiteY32" fmla="*/ 63 h 96088"/>
                <a:gd name="connsiteX33" fmla="*/ 32074 w 177140"/>
                <a:gd name="connsiteY33" fmla="*/ 22889 h 96088"/>
                <a:gd name="connsiteX34" fmla="*/ 32074 w 177140"/>
                <a:gd name="connsiteY34" fmla="*/ 63 h 96088"/>
                <a:gd name="connsiteX35" fmla="*/ 93 w 177140"/>
                <a:gd name="connsiteY35" fmla="*/ 2454 h 96088"/>
                <a:gd name="connsiteX36" fmla="*/ 93 w 177140"/>
                <a:gd name="connsiteY36" fmla="*/ 9193 h 96088"/>
                <a:gd name="connsiteX37" fmla="*/ 17784 w 177140"/>
                <a:gd name="connsiteY37" fmla="*/ 21367 h 9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7140" h="96088">
                  <a:moveTo>
                    <a:pt x="17784" y="21367"/>
                  </a:moveTo>
                  <a:lnTo>
                    <a:pt x="17784" y="79629"/>
                  </a:lnTo>
                  <a:cubicBezTo>
                    <a:pt x="17784" y="89412"/>
                    <a:pt x="15290" y="89412"/>
                    <a:pt x="93" y="89412"/>
                  </a:cubicBezTo>
                  <a:lnTo>
                    <a:pt x="93" y="96151"/>
                  </a:lnTo>
                  <a:cubicBezTo>
                    <a:pt x="8032" y="95933"/>
                    <a:pt x="19599" y="95499"/>
                    <a:pt x="25723" y="95499"/>
                  </a:cubicBezTo>
                  <a:cubicBezTo>
                    <a:pt x="31620" y="95499"/>
                    <a:pt x="43414" y="95933"/>
                    <a:pt x="51126" y="96151"/>
                  </a:cubicBezTo>
                  <a:lnTo>
                    <a:pt x="51126" y="89412"/>
                  </a:lnTo>
                  <a:cubicBezTo>
                    <a:pt x="35929" y="89412"/>
                    <a:pt x="33435" y="89412"/>
                    <a:pt x="33435" y="79629"/>
                  </a:cubicBezTo>
                  <a:lnTo>
                    <a:pt x="33435" y="39628"/>
                  </a:lnTo>
                  <a:cubicBezTo>
                    <a:pt x="33435" y="17019"/>
                    <a:pt x="49538" y="4845"/>
                    <a:pt x="64054" y="4845"/>
                  </a:cubicBezTo>
                  <a:cubicBezTo>
                    <a:pt x="78343" y="4845"/>
                    <a:pt x="80838" y="16585"/>
                    <a:pt x="80838" y="28976"/>
                  </a:cubicBezTo>
                  <a:lnTo>
                    <a:pt x="80838" y="79629"/>
                  </a:lnTo>
                  <a:cubicBezTo>
                    <a:pt x="80838" y="89412"/>
                    <a:pt x="78343" y="89412"/>
                    <a:pt x="63147" y="89412"/>
                  </a:cubicBezTo>
                  <a:lnTo>
                    <a:pt x="63147" y="96151"/>
                  </a:lnTo>
                  <a:cubicBezTo>
                    <a:pt x="71085" y="95933"/>
                    <a:pt x="82653" y="95499"/>
                    <a:pt x="88777" y="95499"/>
                  </a:cubicBezTo>
                  <a:cubicBezTo>
                    <a:pt x="94674" y="95499"/>
                    <a:pt x="106468" y="95933"/>
                    <a:pt x="114180" y="96151"/>
                  </a:cubicBezTo>
                  <a:lnTo>
                    <a:pt x="114180" y="89412"/>
                  </a:lnTo>
                  <a:cubicBezTo>
                    <a:pt x="98983" y="89412"/>
                    <a:pt x="96488" y="89412"/>
                    <a:pt x="96488" y="79629"/>
                  </a:cubicBezTo>
                  <a:lnTo>
                    <a:pt x="96488" y="39628"/>
                  </a:lnTo>
                  <a:cubicBezTo>
                    <a:pt x="96488" y="17019"/>
                    <a:pt x="112592" y="4845"/>
                    <a:pt x="127108" y="4845"/>
                  </a:cubicBezTo>
                  <a:cubicBezTo>
                    <a:pt x="141397" y="4845"/>
                    <a:pt x="143892" y="16585"/>
                    <a:pt x="143892" y="28976"/>
                  </a:cubicBezTo>
                  <a:lnTo>
                    <a:pt x="143892" y="79629"/>
                  </a:lnTo>
                  <a:cubicBezTo>
                    <a:pt x="143892" y="89412"/>
                    <a:pt x="141397" y="89412"/>
                    <a:pt x="126201" y="89412"/>
                  </a:cubicBezTo>
                  <a:lnTo>
                    <a:pt x="126201" y="96151"/>
                  </a:lnTo>
                  <a:cubicBezTo>
                    <a:pt x="134139" y="95933"/>
                    <a:pt x="145707" y="95499"/>
                    <a:pt x="151831" y="95499"/>
                  </a:cubicBezTo>
                  <a:cubicBezTo>
                    <a:pt x="157728" y="95499"/>
                    <a:pt x="169522" y="95933"/>
                    <a:pt x="177234" y="96151"/>
                  </a:cubicBezTo>
                  <a:lnTo>
                    <a:pt x="177234" y="89412"/>
                  </a:lnTo>
                  <a:cubicBezTo>
                    <a:pt x="165439" y="89412"/>
                    <a:pt x="159769" y="89412"/>
                    <a:pt x="159542" y="82890"/>
                  </a:cubicBezTo>
                  <a:lnTo>
                    <a:pt x="159542" y="41368"/>
                  </a:lnTo>
                  <a:cubicBezTo>
                    <a:pt x="159542" y="22672"/>
                    <a:pt x="159542" y="15933"/>
                    <a:pt x="152511" y="8106"/>
                  </a:cubicBezTo>
                  <a:cubicBezTo>
                    <a:pt x="149336" y="4411"/>
                    <a:pt x="141851" y="63"/>
                    <a:pt x="128696" y="63"/>
                  </a:cubicBezTo>
                  <a:cubicBezTo>
                    <a:pt x="109644" y="63"/>
                    <a:pt x="99664" y="13106"/>
                    <a:pt x="95808" y="21367"/>
                  </a:cubicBezTo>
                  <a:cubicBezTo>
                    <a:pt x="92633" y="2454"/>
                    <a:pt x="75848" y="63"/>
                    <a:pt x="65642" y="63"/>
                  </a:cubicBezTo>
                  <a:cubicBezTo>
                    <a:pt x="49085" y="63"/>
                    <a:pt x="38424" y="9411"/>
                    <a:pt x="32074" y="22889"/>
                  </a:cubicBezTo>
                  <a:lnTo>
                    <a:pt x="32074" y="63"/>
                  </a:lnTo>
                  <a:lnTo>
                    <a:pt x="93" y="2454"/>
                  </a:lnTo>
                  <a:lnTo>
                    <a:pt x="93" y="9193"/>
                  </a:lnTo>
                  <a:cubicBezTo>
                    <a:pt x="15970" y="9193"/>
                    <a:pt x="17784" y="10715"/>
                    <a:pt x="17784" y="21367"/>
                  </a:cubicBezTo>
                  <a:close/>
                </a:path>
              </a:pathLst>
            </a:custGeom>
            <a:solidFill>
              <a:schemeClr val="tx1"/>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 name="Freeform: Shape 51">
              <a:extLst>
                <a:ext uri="{FF2B5EF4-FFF2-40B4-BE49-F238E27FC236}">
                  <a16:creationId xmlns:a16="http://schemas.microsoft.com/office/drawing/2014/main" id="{F858AFF7-8A09-DE06-0610-A4DA003824C2}"/>
                </a:ext>
              </a:extLst>
            </p:cNvPr>
            <p:cNvSpPr/>
            <p:nvPr>
              <p:custDataLst>
                <p:tags r:id="rId69"/>
              </p:custDataLst>
            </p:nvPr>
          </p:nvSpPr>
          <p:spPr>
            <a:xfrm>
              <a:off x="3257627" y="6630032"/>
              <a:ext cx="102292" cy="99783"/>
            </a:xfrm>
            <a:custGeom>
              <a:avLst/>
              <a:gdLst>
                <a:gd name="connsiteX0" fmla="*/ 66104 w 102292"/>
                <a:gd name="connsiteY0" fmla="*/ 80933 h 99783"/>
                <a:gd name="connsiteX1" fmla="*/ 83795 w 102292"/>
                <a:gd name="connsiteY1" fmla="*/ 98760 h 99783"/>
                <a:gd name="connsiteX2" fmla="*/ 102394 w 102292"/>
                <a:gd name="connsiteY2" fmla="*/ 78107 h 99783"/>
                <a:gd name="connsiteX3" fmla="*/ 102394 w 102292"/>
                <a:gd name="connsiteY3" fmla="*/ 65933 h 99783"/>
                <a:gd name="connsiteX4" fmla="*/ 96724 w 102292"/>
                <a:gd name="connsiteY4" fmla="*/ 65933 h 99783"/>
                <a:gd name="connsiteX5" fmla="*/ 96724 w 102292"/>
                <a:gd name="connsiteY5" fmla="*/ 78107 h 99783"/>
                <a:gd name="connsiteX6" fmla="*/ 88558 w 102292"/>
                <a:gd name="connsiteY6" fmla="*/ 92020 h 99783"/>
                <a:gd name="connsiteX7" fmla="*/ 80166 w 102292"/>
                <a:gd name="connsiteY7" fmla="*/ 81151 h 99783"/>
                <a:gd name="connsiteX8" fmla="*/ 80166 w 102292"/>
                <a:gd name="connsiteY8" fmla="*/ 37672 h 99783"/>
                <a:gd name="connsiteX9" fmla="*/ 72001 w 102292"/>
                <a:gd name="connsiteY9" fmla="*/ 12019 h 99783"/>
                <a:gd name="connsiteX10" fmla="*/ 40928 w 102292"/>
                <a:gd name="connsiteY10" fmla="*/ 63 h 99783"/>
                <a:gd name="connsiteX11" fmla="*/ 6679 w 102292"/>
                <a:gd name="connsiteY11" fmla="*/ 24628 h 99783"/>
                <a:gd name="connsiteX12" fmla="*/ 17112 w 102292"/>
                <a:gd name="connsiteY12" fmla="*/ 34846 h 99783"/>
                <a:gd name="connsiteX13" fmla="*/ 27546 w 102292"/>
                <a:gd name="connsiteY13" fmla="*/ 24846 h 99783"/>
                <a:gd name="connsiteX14" fmla="*/ 15978 w 102292"/>
                <a:gd name="connsiteY14" fmla="*/ 14846 h 99783"/>
                <a:gd name="connsiteX15" fmla="*/ 40474 w 102292"/>
                <a:gd name="connsiteY15" fmla="*/ 4845 h 99783"/>
                <a:gd name="connsiteX16" fmla="*/ 64516 w 102292"/>
                <a:gd name="connsiteY16" fmla="*/ 32672 h 99783"/>
                <a:gd name="connsiteX17" fmla="*/ 64516 w 102292"/>
                <a:gd name="connsiteY17" fmla="*/ 40715 h 99783"/>
                <a:gd name="connsiteX18" fmla="*/ 22783 w 102292"/>
                <a:gd name="connsiteY18" fmla="*/ 48542 h 99783"/>
                <a:gd name="connsiteX19" fmla="*/ 101 w 102292"/>
                <a:gd name="connsiteY19" fmla="*/ 76803 h 99783"/>
                <a:gd name="connsiteX20" fmla="*/ 36391 w 102292"/>
                <a:gd name="connsiteY20" fmla="*/ 99847 h 99783"/>
                <a:gd name="connsiteX21" fmla="*/ 66104 w 102292"/>
                <a:gd name="connsiteY21" fmla="*/ 80933 h 99783"/>
                <a:gd name="connsiteX22" fmla="*/ 64516 w 102292"/>
                <a:gd name="connsiteY22" fmla="*/ 45281 h 99783"/>
                <a:gd name="connsiteX23" fmla="*/ 64516 w 102292"/>
                <a:gd name="connsiteY23" fmla="*/ 67020 h 99783"/>
                <a:gd name="connsiteX24" fmla="*/ 37979 w 102292"/>
                <a:gd name="connsiteY24" fmla="*/ 95064 h 99783"/>
                <a:gd name="connsiteX25" fmla="*/ 17566 w 102292"/>
                <a:gd name="connsiteY25" fmla="*/ 76585 h 99783"/>
                <a:gd name="connsiteX26" fmla="*/ 64516 w 102292"/>
                <a:gd name="connsiteY26" fmla="*/ 45281 h 99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2292" h="99783">
                  <a:moveTo>
                    <a:pt x="66104" y="80933"/>
                  </a:moveTo>
                  <a:cubicBezTo>
                    <a:pt x="67011" y="89629"/>
                    <a:pt x="73135" y="98760"/>
                    <a:pt x="83795" y="98760"/>
                  </a:cubicBezTo>
                  <a:cubicBezTo>
                    <a:pt x="88558" y="98760"/>
                    <a:pt x="102394" y="95716"/>
                    <a:pt x="102394" y="78107"/>
                  </a:cubicBezTo>
                  <a:lnTo>
                    <a:pt x="102394" y="65933"/>
                  </a:lnTo>
                  <a:lnTo>
                    <a:pt x="96724" y="65933"/>
                  </a:lnTo>
                  <a:lnTo>
                    <a:pt x="96724" y="78107"/>
                  </a:lnTo>
                  <a:cubicBezTo>
                    <a:pt x="96724" y="90716"/>
                    <a:pt x="91053" y="92020"/>
                    <a:pt x="88558" y="92020"/>
                  </a:cubicBezTo>
                  <a:cubicBezTo>
                    <a:pt x="81073" y="92020"/>
                    <a:pt x="80166" y="82238"/>
                    <a:pt x="80166" y="81151"/>
                  </a:cubicBezTo>
                  <a:lnTo>
                    <a:pt x="80166" y="37672"/>
                  </a:lnTo>
                  <a:cubicBezTo>
                    <a:pt x="80166" y="28541"/>
                    <a:pt x="80166" y="20063"/>
                    <a:pt x="72001" y="12019"/>
                  </a:cubicBezTo>
                  <a:cubicBezTo>
                    <a:pt x="63155" y="3541"/>
                    <a:pt x="51815" y="63"/>
                    <a:pt x="40928" y="63"/>
                  </a:cubicBezTo>
                  <a:cubicBezTo>
                    <a:pt x="22329" y="63"/>
                    <a:pt x="6679" y="10280"/>
                    <a:pt x="6679" y="24628"/>
                  </a:cubicBezTo>
                  <a:cubicBezTo>
                    <a:pt x="6679" y="31150"/>
                    <a:pt x="11215" y="34846"/>
                    <a:pt x="17112" y="34846"/>
                  </a:cubicBezTo>
                  <a:cubicBezTo>
                    <a:pt x="23463" y="34846"/>
                    <a:pt x="27546" y="30498"/>
                    <a:pt x="27546" y="24846"/>
                  </a:cubicBezTo>
                  <a:cubicBezTo>
                    <a:pt x="27546" y="22237"/>
                    <a:pt x="26412" y="15063"/>
                    <a:pt x="15978" y="14846"/>
                  </a:cubicBezTo>
                  <a:cubicBezTo>
                    <a:pt x="22102" y="7237"/>
                    <a:pt x="33216" y="4845"/>
                    <a:pt x="40474" y="4845"/>
                  </a:cubicBezTo>
                  <a:cubicBezTo>
                    <a:pt x="51588" y="4845"/>
                    <a:pt x="64516" y="13324"/>
                    <a:pt x="64516" y="32672"/>
                  </a:cubicBezTo>
                  <a:lnTo>
                    <a:pt x="64516" y="40715"/>
                  </a:lnTo>
                  <a:cubicBezTo>
                    <a:pt x="52949" y="41368"/>
                    <a:pt x="37072" y="42020"/>
                    <a:pt x="22783" y="48542"/>
                  </a:cubicBezTo>
                  <a:cubicBezTo>
                    <a:pt x="5772" y="55933"/>
                    <a:pt x="101" y="67237"/>
                    <a:pt x="101" y="76803"/>
                  </a:cubicBezTo>
                  <a:cubicBezTo>
                    <a:pt x="101" y="94412"/>
                    <a:pt x="22102" y="99847"/>
                    <a:pt x="36391" y="99847"/>
                  </a:cubicBezTo>
                  <a:cubicBezTo>
                    <a:pt x="51361" y="99847"/>
                    <a:pt x="61794" y="91151"/>
                    <a:pt x="66104" y="80933"/>
                  </a:cubicBezTo>
                  <a:close/>
                  <a:moveTo>
                    <a:pt x="64516" y="45281"/>
                  </a:moveTo>
                  <a:lnTo>
                    <a:pt x="64516" y="67020"/>
                  </a:lnTo>
                  <a:cubicBezTo>
                    <a:pt x="64516" y="87672"/>
                    <a:pt x="48186" y="95064"/>
                    <a:pt x="37979" y="95064"/>
                  </a:cubicBezTo>
                  <a:cubicBezTo>
                    <a:pt x="26865" y="95064"/>
                    <a:pt x="17566" y="87455"/>
                    <a:pt x="17566" y="76585"/>
                  </a:cubicBezTo>
                  <a:cubicBezTo>
                    <a:pt x="17566" y="64629"/>
                    <a:pt x="27092" y="46585"/>
                    <a:pt x="64516" y="45281"/>
                  </a:cubicBezTo>
                  <a:close/>
                </a:path>
              </a:pathLst>
            </a:custGeom>
            <a:solidFill>
              <a:schemeClr val="tx1"/>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 name="Freeform: Shape 52">
              <a:extLst>
                <a:ext uri="{FF2B5EF4-FFF2-40B4-BE49-F238E27FC236}">
                  <a16:creationId xmlns:a16="http://schemas.microsoft.com/office/drawing/2014/main" id="{4554D766-425C-2918-CFEC-BBEBB83DA550}"/>
                </a:ext>
              </a:extLst>
            </p:cNvPr>
            <p:cNvSpPr/>
            <p:nvPr>
              <p:custDataLst>
                <p:tags r:id="rId70"/>
              </p:custDataLst>
            </p:nvPr>
          </p:nvSpPr>
          <p:spPr>
            <a:xfrm>
              <a:off x="3368993" y="6576554"/>
              <a:ext cx="50352" cy="150871"/>
            </a:xfrm>
            <a:custGeom>
              <a:avLst/>
              <a:gdLst>
                <a:gd name="connsiteX0" fmla="*/ 32767 w 50352"/>
                <a:gd name="connsiteY0" fmla="*/ 63 h 150871"/>
                <a:gd name="connsiteX1" fmla="*/ 106 w 50352"/>
                <a:gd name="connsiteY1" fmla="*/ 2454 h 150871"/>
                <a:gd name="connsiteX2" fmla="*/ 106 w 50352"/>
                <a:gd name="connsiteY2" fmla="*/ 9193 h 150871"/>
                <a:gd name="connsiteX3" fmla="*/ 17798 w 50352"/>
                <a:gd name="connsiteY3" fmla="*/ 21367 h 150871"/>
                <a:gd name="connsiteX4" fmla="*/ 17798 w 50352"/>
                <a:gd name="connsiteY4" fmla="*/ 134412 h 150871"/>
                <a:gd name="connsiteX5" fmla="*/ 106 w 50352"/>
                <a:gd name="connsiteY5" fmla="*/ 144195 h 150871"/>
                <a:gd name="connsiteX6" fmla="*/ 106 w 50352"/>
                <a:gd name="connsiteY6" fmla="*/ 150934 h 150871"/>
                <a:gd name="connsiteX7" fmla="*/ 25283 w 50352"/>
                <a:gd name="connsiteY7" fmla="*/ 150282 h 150871"/>
                <a:gd name="connsiteX8" fmla="*/ 50459 w 50352"/>
                <a:gd name="connsiteY8" fmla="*/ 150934 h 150871"/>
                <a:gd name="connsiteX9" fmla="*/ 50459 w 50352"/>
                <a:gd name="connsiteY9" fmla="*/ 144195 h 150871"/>
                <a:gd name="connsiteX10" fmla="*/ 32767 w 50352"/>
                <a:gd name="connsiteY10" fmla="*/ 134412 h 150871"/>
                <a:gd name="connsiteX11" fmla="*/ 32767 w 50352"/>
                <a:gd name="connsiteY11" fmla="*/ 63 h 150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352" h="150871">
                  <a:moveTo>
                    <a:pt x="32767" y="63"/>
                  </a:moveTo>
                  <a:lnTo>
                    <a:pt x="106" y="2454"/>
                  </a:lnTo>
                  <a:lnTo>
                    <a:pt x="106" y="9193"/>
                  </a:lnTo>
                  <a:cubicBezTo>
                    <a:pt x="15983" y="9193"/>
                    <a:pt x="17798" y="10715"/>
                    <a:pt x="17798" y="21367"/>
                  </a:cubicBezTo>
                  <a:lnTo>
                    <a:pt x="17798" y="134412"/>
                  </a:lnTo>
                  <a:cubicBezTo>
                    <a:pt x="17798" y="144195"/>
                    <a:pt x="15303" y="144195"/>
                    <a:pt x="106" y="144195"/>
                  </a:cubicBezTo>
                  <a:lnTo>
                    <a:pt x="106" y="150934"/>
                  </a:lnTo>
                  <a:cubicBezTo>
                    <a:pt x="7591" y="150717"/>
                    <a:pt x="19612" y="150282"/>
                    <a:pt x="25283" y="150282"/>
                  </a:cubicBezTo>
                  <a:cubicBezTo>
                    <a:pt x="30953" y="150282"/>
                    <a:pt x="42067" y="150717"/>
                    <a:pt x="50459" y="150934"/>
                  </a:cubicBezTo>
                  <a:lnTo>
                    <a:pt x="50459" y="144195"/>
                  </a:lnTo>
                  <a:cubicBezTo>
                    <a:pt x="35262" y="144195"/>
                    <a:pt x="32767" y="144195"/>
                    <a:pt x="32767" y="134412"/>
                  </a:cubicBezTo>
                  <a:lnTo>
                    <a:pt x="32767" y="63"/>
                  </a:lnTo>
                  <a:close/>
                </a:path>
              </a:pathLst>
            </a:custGeom>
            <a:solidFill>
              <a:schemeClr val="tx1"/>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 name="Freeform: Shape 53">
              <a:extLst>
                <a:ext uri="{FF2B5EF4-FFF2-40B4-BE49-F238E27FC236}">
                  <a16:creationId xmlns:a16="http://schemas.microsoft.com/office/drawing/2014/main" id="{0C0A8E39-2B50-90C7-2D73-56D216303508}"/>
                </a:ext>
              </a:extLst>
            </p:cNvPr>
            <p:cNvSpPr/>
            <p:nvPr>
              <p:custDataLst>
                <p:tags r:id="rId71"/>
              </p:custDataLst>
            </p:nvPr>
          </p:nvSpPr>
          <p:spPr>
            <a:xfrm>
              <a:off x="3446966" y="6564379"/>
              <a:ext cx="52620" cy="217393"/>
            </a:xfrm>
            <a:custGeom>
              <a:avLst/>
              <a:gdLst>
                <a:gd name="connsiteX0" fmla="*/ 52730 w 52620"/>
                <a:gd name="connsiteY0" fmla="*/ 215283 h 217393"/>
                <a:gd name="connsiteX1" fmla="*/ 48874 w 52620"/>
                <a:gd name="connsiteY1" fmla="*/ 210500 h 217393"/>
                <a:gd name="connsiteX2" fmla="*/ 13264 w 52620"/>
                <a:gd name="connsiteY2" fmla="*/ 108760 h 217393"/>
                <a:gd name="connsiteX3" fmla="*/ 49781 w 52620"/>
                <a:gd name="connsiteY3" fmla="*/ 5932 h 217393"/>
                <a:gd name="connsiteX4" fmla="*/ 52730 w 52620"/>
                <a:gd name="connsiteY4" fmla="*/ 2237 h 217393"/>
                <a:gd name="connsiteX5" fmla="*/ 50462 w 52620"/>
                <a:gd name="connsiteY5" fmla="*/ 63 h 217393"/>
                <a:gd name="connsiteX6" fmla="*/ 14398 w 52620"/>
                <a:gd name="connsiteY6" fmla="*/ 42455 h 217393"/>
                <a:gd name="connsiteX7" fmla="*/ 109 w 52620"/>
                <a:gd name="connsiteY7" fmla="*/ 108760 h 217393"/>
                <a:gd name="connsiteX8" fmla="*/ 15079 w 52620"/>
                <a:gd name="connsiteY8" fmla="*/ 176587 h 217393"/>
                <a:gd name="connsiteX9" fmla="*/ 50462 w 52620"/>
                <a:gd name="connsiteY9" fmla="*/ 217457 h 217393"/>
                <a:gd name="connsiteX10" fmla="*/ 52730 w 52620"/>
                <a:gd name="connsiteY10" fmla="*/ 215283 h 21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620" h="217393">
                  <a:moveTo>
                    <a:pt x="52730" y="215283"/>
                  </a:moveTo>
                  <a:cubicBezTo>
                    <a:pt x="52730" y="214631"/>
                    <a:pt x="52730" y="214196"/>
                    <a:pt x="48874" y="210500"/>
                  </a:cubicBezTo>
                  <a:cubicBezTo>
                    <a:pt x="20522" y="183108"/>
                    <a:pt x="13264" y="142021"/>
                    <a:pt x="13264" y="108760"/>
                  </a:cubicBezTo>
                  <a:cubicBezTo>
                    <a:pt x="13264" y="70933"/>
                    <a:pt x="21883" y="33107"/>
                    <a:pt x="49781" y="5932"/>
                  </a:cubicBezTo>
                  <a:cubicBezTo>
                    <a:pt x="52730" y="3324"/>
                    <a:pt x="52730" y="2889"/>
                    <a:pt x="52730" y="2237"/>
                  </a:cubicBezTo>
                  <a:cubicBezTo>
                    <a:pt x="52730" y="715"/>
                    <a:pt x="51822" y="63"/>
                    <a:pt x="50462" y="63"/>
                  </a:cubicBezTo>
                  <a:cubicBezTo>
                    <a:pt x="48193" y="63"/>
                    <a:pt x="27780" y="14846"/>
                    <a:pt x="14398" y="42455"/>
                  </a:cubicBezTo>
                  <a:cubicBezTo>
                    <a:pt x="2831" y="66368"/>
                    <a:pt x="109" y="90499"/>
                    <a:pt x="109" y="108760"/>
                  </a:cubicBezTo>
                  <a:cubicBezTo>
                    <a:pt x="109" y="125716"/>
                    <a:pt x="2604" y="152021"/>
                    <a:pt x="15079" y="176587"/>
                  </a:cubicBezTo>
                  <a:cubicBezTo>
                    <a:pt x="28688" y="203326"/>
                    <a:pt x="48193" y="217457"/>
                    <a:pt x="50462" y="217457"/>
                  </a:cubicBezTo>
                  <a:cubicBezTo>
                    <a:pt x="51822" y="217457"/>
                    <a:pt x="52730" y="216804"/>
                    <a:pt x="52730" y="215283"/>
                  </a:cubicBezTo>
                  <a:close/>
                </a:path>
              </a:pathLst>
            </a:custGeom>
            <a:solidFill>
              <a:schemeClr val="tx1"/>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 name="Freeform: Shape 54">
              <a:extLst>
                <a:ext uri="{FF2B5EF4-FFF2-40B4-BE49-F238E27FC236}">
                  <a16:creationId xmlns:a16="http://schemas.microsoft.com/office/drawing/2014/main" id="{8C828B18-65C5-C3D3-FD76-445961E3F60A}"/>
                </a:ext>
              </a:extLst>
            </p:cNvPr>
            <p:cNvSpPr/>
            <p:nvPr>
              <p:custDataLst>
                <p:tags r:id="rId72"/>
              </p:custDataLst>
            </p:nvPr>
          </p:nvSpPr>
          <p:spPr>
            <a:xfrm>
              <a:off x="3519521" y="6631337"/>
              <a:ext cx="122932" cy="143045"/>
            </a:xfrm>
            <a:custGeom>
              <a:avLst/>
              <a:gdLst>
                <a:gd name="connsiteX0" fmla="*/ 45702 w 122932"/>
                <a:gd name="connsiteY0" fmla="*/ 19846 h 143045"/>
                <a:gd name="connsiteX1" fmla="*/ 49105 w 122932"/>
                <a:gd name="connsiteY1" fmla="*/ 5932 h 143045"/>
                <a:gd name="connsiteX2" fmla="*/ 42527 w 122932"/>
                <a:gd name="connsiteY2" fmla="*/ 63 h 143045"/>
                <a:gd name="connsiteX3" fmla="*/ 33454 w 122932"/>
                <a:gd name="connsiteY3" fmla="*/ 7889 h 143045"/>
                <a:gd name="connsiteX4" fmla="*/ 793 w 122932"/>
                <a:gd name="connsiteY4" fmla="*/ 133760 h 143045"/>
                <a:gd name="connsiteX5" fmla="*/ 113 w 122932"/>
                <a:gd name="connsiteY5" fmla="*/ 137238 h 143045"/>
                <a:gd name="connsiteX6" fmla="*/ 6464 w 122932"/>
                <a:gd name="connsiteY6" fmla="*/ 143108 h 143045"/>
                <a:gd name="connsiteX7" fmla="*/ 14402 w 122932"/>
                <a:gd name="connsiteY7" fmla="*/ 138543 h 143045"/>
                <a:gd name="connsiteX8" fmla="*/ 26877 w 122932"/>
                <a:gd name="connsiteY8" fmla="*/ 91803 h 143045"/>
                <a:gd name="connsiteX9" fmla="*/ 48878 w 122932"/>
                <a:gd name="connsiteY9" fmla="*/ 98542 h 143045"/>
                <a:gd name="connsiteX10" fmla="*/ 79044 w 122932"/>
                <a:gd name="connsiteY10" fmla="*/ 82672 h 143045"/>
                <a:gd name="connsiteX11" fmla="*/ 99457 w 122932"/>
                <a:gd name="connsiteY11" fmla="*/ 98542 h 143045"/>
                <a:gd name="connsiteX12" fmla="*/ 116241 w 122932"/>
                <a:gd name="connsiteY12" fmla="*/ 86586 h 143045"/>
                <a:gd name="connsiteX13" fmla="*/ 123045 w 122932"/>
                <a:gd name="connsiteY13" fmla="*/ 65064 h 143045"/>
                <a:gd name="connsiteX14" fmla="*/ 120324 w 122932"/>
                <a:gd name="connsiteY14" fmla="*/ 62890 h 143045"/>
                <a:gd name="connsiteX15" fmla="*/ 117148 w 122932"/>
                <a:gd name="connsiteY15" fmla="*/ 66803 h 143045"/>
                <a:gd name="connsiteX16" fmla="*/ 99911 w 122932"/>
                <a:gd name="connsiteY16" fmla="*/ 93760 h 143045"/>
                <a:gd name="connsiteX17" fmla="*/ 93106 w 122932"/>
                <a:gd name="connsiteY17" fmla="*/ 83759 h 143045"/>
                <a:gd name="connsiteX18" fmla="*/ 97642 w 122932"/>
                <a:gd name="connsiteY18" fmla="*/ 61150 h 143045"/>
                <a:gd name="connsiteX19" fmla="*/ 103993 w 122932"/>
                <a:gd name="connsiteY19" fmla="*/ 37672 h 143045"/>
                <a:gd name="connsiteX20" fmla="*/ 107849 w 122932"/>
                <a:gd name="connsiteY20" fmla="*/ 22889 h 143045"/>
                <a:gd name="connsiteX21" fmla="*/ 111251 w 122932"/>
                <a:gd name="connsiteY21" fmla="*/ 8324 h 143045"/>
                <a:gd name="connsiteX22" fmla="*/ 104674 w 122932"/>
                <a:gd name="connsiteY22" fmla="*/ 2454 h 143045"/>
                <a:gd name="connsiteX23" fmla="*/ 95828 w 122932"/>
                <a:gd name="connsiteY23" fmla="*/ 10063 h 143045"/>
                <a:gd name="connsiteX24" fmla="*/ 85168 w 122932"/>
                <a:gd name="connsiteY24" fmla="*/ 50716 h 143045"/>
                <a:gd name="connsiteX25" fmla="*/ 79271 w 122932"/>
                <a:gd name="connsiteY25" fmla="*/ 72890 h 143045"/>
                <a:gd name="connsiteX26" fmla="*/ 49785 w 122932"/>
                <a:gd name="connsiteY26" fmla="*/ 93760 h 143045"/>
                <a:gd name="connsiteX27" fmla="*/ 33001 w 122932"/>
                <a:gd name="connsiteY27" fmla="*/ 74846 h 143045"/>
                <a:gd name="connsiteX28" fmla="*/ 36176 w 122932"/>
                <a:gd name="connsiteY28" fmla="*/ 56368 h 143045"/>
                <a:gd name="connsiteX29" fmla="*/ 45702 w 122932"/>
                <a:gd name="connsiteY29" fmla="*/ 19846 h 14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2932" h="143045">
                  <a:moveTo>
                    <a:pt x="45702" y="19846"/>
                  </a:moveTo>
                  <a:cubicBezTo>
                    <a:pt x="46836" y="15280"/>
                    <a:pt x="49105" y="7019"/>
                    <a:pt x="49105" y="5932"/>
                  </a:cubicBezTo>
                  <a:cubicBezTo>
                    <a:pt x="49105" y="2237"/>
                    <a:pt x="46383" y="63"/>
                    <a:pt x="42527" y="63"/>
                  </a:cubicBezTo>
                  <a:cubicBezTo>
                    <a:pt x="41847" y="63"/>
                    <a:pt x="35496" y="280"/>
                    <a:pt x="33454" y="7889"/>
                  </a:cubicBezTo>
                  <a:lnTo>
                    <a:pt x="793" y="133760"/>
                  </a:lnTo>
                  <a:cubicBezTo>
                    <a:pt x="113" y="136369"/>
                    <a:pt x="113" y="136804"/>
                    <a:pt x="113" y="137238"/>
                  </a:cubicBezTo>
                  <a:cubicBezTo>
                    <a:pt x="113" y="140499"/>
                    <a:pt x="2608" y="143108"/>
                    <a:pt x="6464" y="143108"/>
                  </a:cubicBezTo>
                  <a:cubicBezTo>
                    <a:pt x="11227" y="143108"/>
                    <a:pt x="13949" y="139195"/>
                    <a:pt x="14402" y="138543"/>
                  </a:cubicBezTo>
                  <a:cubicBezTo>
                    <a:pt x="15309" y="136586"/>
                    <a:pt x="18258" y="125282"/>
                    <a:pt x="26877" y="91803"/>
                  </a:cubicBezTo>
                  <a:cubicBezTo>
                    <a:pt x="34135" y="97673"/>
                    <a:pt x="44341" y="98542"/>
                    <a:pt x="48878" y="98542"/>
                  </a:cubicBezTo>
                  <a:cubicBezTo>
                    <a:pt x="64755" y="98542"/>
                    <a:pt x="73600" y="88759"/>
                    <a:pt x="79044" y="82672"/>
                  </a:cubicBezTo>
                  <a:cubicBezTo>
                    <a:pt x="81085" y="92455"/>
                    <a:pt x="89477" y="98542"/>
                    <a:pt x="99457" y="98542"/>
                  </a:cubicBezTo>
                  <a:cubicBezTo>
                    <a:pt x="107395" y="98542"/>
                    <a:pt x="112612" y="93542"/>
                    <a:pt x="116241" y="86586"/>
                  </a:cubicBezTo>
                  <a:cubicBezTo>
                    <a:pt x="120097" y="78759"/>
                    <a:pt x="123045" y="65498"/>
                    <a:pt x="123045" y="65064"/>
                  </a:cubicBezTo>
                  <a:cubicBezTo>
                    <a:pt x="123045" y="62890"/>
                    <a:pt x="121004" y="62890"/>
                    <a:pt x="120324" y="62890"/>
                  </a:cubicBezTo>
                  <a:cubicBezTo>
                    <a:pt x="118056" y="62890"/>
                    <a:pt x="117829" y="63759"/>
                    <a:pt x="117148" y="66803"/>
                  </a:cubicBezTo>
                  <a:cubicBezTo>
                    <a:pt x="113292" y="80933"/>
                    <a:pt x="109210" y="93760"/>
                    <a:pt x="99911" y="93760"/>
                  </a:cubicBezTo>
                  <a:cubicBezTo>
                    <a:pt x="93787" y="93760"/>
                    <a:pt x="93106" y="88107"/>
                    <a:pt x="93106" y="83759"/>
                  </a:cubicBezTo>
                  <a:cubicBezTo>
                    <a:pt x="93106" y="78977"/>
                    <a:pt x="95828" y="68759"/>
                    <a:pt x="97642" y="61150"/>
                  </a:cubicBezTo>
                  <a:lnTo>
                    <a:pt x="103993" y="37672"/>
                  </a:lnTo>
                  <a:cubicBezTo>
                    <a:pt x="104674" y="34411"/>
                    <a:pt x="106942" y="26150"/>
                    <a:pt x="107849" y="22889"/>
                  </a:cubicBezTo>
                  <a:cubicBezTo>
                    <a:pt x="108983" y="17889"/>
                    <a:pt x="111251" y="9628"/>
                    <a:pt x="111251" y="8324"/>
                  </a:cubicBezTo>
                  <a:cubicBezTo>
                    <a:pt x="111251" y="4411"/>
                    <a:pt x="108076" y="2454"/>
                    <a:pt x="104674" y="2454"/>
                  </a:cubicBezTo>
                  <a:cubicBezTo>
                    <a:pt x="103540" y="2454"/>
                    <a:pt x="97642" y="2672"/>
                    <a:pt x="95828" y="10063"/>
                  </a:cubicBezTo>
                  <a:lnTo>
                    <a:pt x="85168" y="50716"/>
                  </a:lnTo>
                  <a:cubicBezTo>
                    <a:pt x="82446" y="61585"/>
                    <a:pt x="79951" y="70716"/>
                    <a:pt x="79271" y="72890"/>
                  </a:cubicBezTo>
                  <a:cubicBezTo>
                    <a:pt x="79044" y="73977"/>
                    <a:pt x="68157" y="93760"/>
                    <a:pt x="49785" y="93760"/>
                  </a:cubicBezTo>
                  <a:cubicBezTo>
                    <a:pt x="38444" y="93760"/>
                    <a:pt x="33001" y="86586"/>
                    <a:pt x="33001" y="74846"/>
                  </a:cubicBezTo>
                  <a:cubicBezTo>
                    <a:pt x="33001" y="68542"/>
                    <a:pt x="34588" y="62455"/>
                    <a:pt x="36176" y="56368"/>
                  </a:cubicBezTo>
                  <a:lnTo>
                    <a:pt x="45702" y="19846"/>
                  </a:lnTo>
                  <a:close/>
                </a:path>
              </a:pathLst>
            </a:custGeom>
            <a:solidFill>
              <a:schemeClr val="tx1"/>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 name="Freeform: Shape 55">
              <a:extLst>
                <a:ext uri="{FF2B5EF4-FFF2-40B4-BE49-F238E27FC236}">
                  <a16:creationId xmlns:a16="http://schemas.microsoft.com/office/drawing/2014/main" id="{E636A1DB-10EB-0977-D554-8C8E76674138}"/>
                </a:ext>
              </a:extLst>
            </p:cNvPr>
            <p:cNvSpPr/>
            <p:nvPr>
              <p:custDataLst>
                <p:tags r:id="rId73"/>
              </p:custDataLst>
            </p:nvPr>
          </p:nvSpPr>
          <p:spPr>
            <a:xfrm>
              <a:off x="3668888" y="6704381"/>
              <a:ext cx="26537" cy="65000"/>
            </a:xfrm>
            <a:custGeom>
              <a:avLst/>
              <a:gdLst>
                <a:gd name="connsiteX0" fmla="*/ 26656 w 26537"/>
                <a:gd name="connsiteY0" fmla="*/ 22889 h 65000"/>
                <a:gd name="connsiteX1" fmla="*/ 12140 w 26537"/>
                <a:gd name="connsiteY1" fmla="*/ 63 h 65000"/>
                <a:gd name="connsiteX2" fmla="*/ 119 w 26537"/>
                <a:gd name="connsiteY2" fmla="*/ 11585 h 65000"/>
                <a:gd name="connsiteX3" fmla="*/ 12140 w 26537"/>
                <a:gd name="connsiteY3" fmla="*/ 23107 h 65000"/>
                <a:gd name="connsiteX4" fmla="*/ 20078 w 26537"/>
                <a:gd name="connsiteY4" fmla="*/ 20280 h 65000"/>
                <a:gd name="connsiteX5" fmla="*/ 21213 w 26537"/>
                <a:gd name="connsiteY5" fmla="*/ 19628 h 65000"/>
                <a:gd name="connsiteX6" fmla="*/ 21666 w 26537"/>
                <a:gd name="connsiteY6" fmla="*/ 22889 h 65000"/>
                <a:gd name="connsiteX7" fmla="*/ 6243 w 26537"/>
                <a:gd name="connsiteY7" fmla="*/ 59194 h 65000"/>
                <a:gd name="connsiteX8" fmla="*/ 3748 w 26537"/>
                <a:gd name="connsiteY8" fmla="*/ 62672 h 65000"/>
                <a:gd name="connsiteX9" fmla="*/ 6016 w 26537"/>
                <a:gd name="connsiteY9" fmla="*/ 65064 h 65000"/>
                <a:gd name="connsiteX10" fmla="*/ 26656 w 26537"/>
                <a:gd name="connsiteY10" fmla="*/ 22889 h 6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537" h="65000">
                  <a:moveTo>
                    <a:pt x="26656" y="22889"/>
                  </a:moveTo>
                  <a:cubicBezTo>
                    <a:pt x="26656" y="8541"/>
                    <a:pt x="20986" y="63"/>
                    <a:pt x="12140" y="63"/>
                  </a:cubicBezTo>
                  <a:cubicBezTo>
                    <a:pt x="4655" y="63"/>
                    <a:pt x="119" y="5498"/>
                    <a:pt x="119" y="11585"/>
                  </a:cubicBezTo>
                  <a:cubicBezTo>
                    <a:pt x="119" y="17454"/>
                    <a:pt x="4655" y="23107"/>
                    <a:pt x="12140" y="23107"/>
                  </a:cubicBezTo>
                  <a:cubicBezTo>
                    <a:pt x="14862" y="23107"/>
                    <a:pt x="17810" y="22237"/>
                    <a:pt x="20078" y="20280"/>
                  </a:cubicBezTo>
                  <a:cubicBezTo>
                    <a:pt x="20759" y="19846"/>
                    <a:pt x="20986" y="19628"/>
                    <a:pt x="21213" y="19628"/>
                  </a:cubicBezTo>
                  <a:cubicBezTo>
                    <a:pt x="21439" y="19628"/>
                    <a:pt x="21666" y="19846"/>
                    <a:pt x="21666" y="22889"/>
                  </a:cubicBezTo>
                  <a:cubicBezTo>
                    <a:pt x="21666" y="38976"/>
                    <a:pt x="13728" y="52020"/>
                    <a:pt x="6243" y="59194"/>
                  </a:cubicBezTo>
                  <a:cubicBezTo>
                    <a:pt x="3748" y="61585"/>
                    <a:pt x="3748" y="62020"/>
                    <a:pt x="3748" y="62672"/>
                  </a:cubicBezTo>
                  <a:cubicBezTo>
                    <a:pt x="3748" y="64194"/>
                    <a:pt x="4882" y="65064"/>
                    <a:pt x="6016" y="65064"/>
                  </a:cubicBezTo>
                  <a:cubicBezTo>
                    <a:pt x="8511" y="65064"/>
                    <a:pt x="26656" y="48324"/>
                    <a:pt x="26656" y="22889"/>
                  </a:cubicBezTo>
                  <a:close/>
                </a:path>
              </a:pathLst>
            </a:custGeom>
            <a:solidFill>
              <a:schemeClr val="tx1"/>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 name="Freeform: Shape 56">
              <a:extLst>
                <a:ext uri="{FF2B5EF4-FFF2-40B4-BE49-F238E27FC236}">
                  <a16:creationId xmlns:a16="http://schemas.microsoft.com/office/drawing/2014/main" id="{9193A6D7-8C39-E029-BC1D-09A5CA42A86B}"/>
                </a:ext>
              </a:extLst>
            </p:cNvPr>
            <p:cNvSpPr/>
            <p:nvPr>
              <p:custDataLst>
                <p:tags r:id="rId74"/>
              </p:custDataLst>
            </p:nvPr>
          </p:nvSpPr>
          <p:spPr>
            <a:xfrm>
              <a:off x="3758806" y="6633728"/>
              <a:ext cx="119983" cy="96088"/>
            </a:xfrm>
            <a:custGeom>
              <a:avLst/>
              <a:gdLst>
                <a:gd name="connsiteX0" fmla="*/ 108993 w 119983"/>
                <a:gd name="connsiteY0" fmla="*/ 12672 h 96088"/>
                <a:gd name="connsiteX1" fmla="*/ 120107 w 119983"/>
                <a:gd name="connsiteY1" fmla="*/ 5280 h 96088"/>
                <a:gd name="connsiteX2" fmla="*/ 111262 w 119983"/>
                <a:gd name="connsiteY2" fmla="*/ 63 h 96088"/>
                <a:gd name="connsiteX3" fmla="*/ 59548 w 119983"/>
                <a:gd name="connsiteY3" fmla="*/ 63 h 96088"/>
                <a:gd name="connsiteX4" fmla="*/ 123 w 119983"/>
                <a:gd name="connsiteY4" fmla="*/ 61803 h 96088"/>
                <a:gd name="connsiteX5" fmla="*/ 34145 w 119983"/>
                <a:gd name="connsiteY5" fmla="*/ 96151 h 96088"/>
                <a:gd name="connsiteX6" fmla="*/ 91075 w 119983"/>
                <a:gd name="connsiteY6" fmla="*/ 36368 h 96088"/>
                <a:gd name="connsiteX7" fmla="*/ 84044 w 119983"/>
                <a:gd name="connsiteY7" fmla="*/ 12672 h 96088"/>
                <a:gd name="connsiteX8" fmla="*/ 108993 w 119983"/>
                <a:gd name="connsiteY8" fmla="*/ 12672 h 96088"/>
                <a:gd name="connsiteX9" fmla="*/ 34372 w 119983"/>
                <a:gd name="connsiteY9" fmla="*/ 91368 h 96088"/>
                <a:gd name="connsiteX10" fmla="*/ 14186 w 119983"/>
                <a:gd name="connsiteY10" fmla="*/ 67890 h 96088"/>
                <a:gd name="connsiteX11" fmla="*/ 24846 w 119983"/>
                <a:gd name="connsiteY11" fmla="*/ 30715 h 96088"/>
                <a:gd name="connsiteX12" fmla="*/ 55693 w 119983"/>
                <a:gd name="connsiteY12" fmla="*/ 12672 h 96088"/>
                <a:gd name="connsiteX13" fmla="*/ 76559 w 119983"/>
                <a:gd name="connsiteY13" fmla="*/ 33759 h 96088"/>
                <a:gd name="connsiteX14" fmla="*/ 64311 w 119983"/>
                <a:gd name="connsiteY14" fmla="*/ 72890 h 96088"/>
                <a:gd name="connsiteX15" fmla="*/ 34372 w 119983"/>
                <a:gd name="connsiteY15" fmla="*/ 91368 h 9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9983" h="96088">
                  <a:moveTo>
                    <a:pt x="108993" y="12672"/>
                  </a:moveTo>
                  <a:cubicBezTo>
                    <a:pt x="111942" y="12672"/>
                    <a:pt x="120107" y="12672"/>
                    <a:pt x="120107" y="5280"/>
                  </a:cubicBezTo>
                  <a:cubicBezTo>
                    <a:pt x="120107" y="63"/>
                    <a:pt x="115344" y="63"/>
                    <a:pt x="111262" y="63"/>
                  </a:cubicBezTo>
                  <a:lnTo>
                    <a:pt x="59548" y="63"/>
                  </a:lnTo>
                  <a:cubicBezTo>
                    <a:pt x="25300" y="63"/>
                    <a:pt x="123" y="35933"/>
                    <a:pt x="123" y="61803"/>
                  </a:cubicBezTo>
                  <a:cubicBezTo>
                    <a:pt x="123" y="80933"/>
                    <a:pt x="13505" y="96151"/>
                    <a:pt x="34145" y="96151"/>
                  </a:cubicBezTo>
                  <a:cubicBezTo>
                    <a:pt x="60909" y="96151"/>
                    <a:pt x="91075" y="69846"/>
                    <a:pt x="91075" y="36368"/>
                  </a:cubicBezTo>
                  <a:cubicBezTo>
                    <a:pt x="91075" y="32672"/>
                    <a:pt x="91075" y="22237"/>
                    <a:pt x="84044" y="12672"/>
                  </a:cubicBezTo>
                  <a:lnTo>
                    <a:pt x="108993" y="12672"/>
                  </a:lnTo>
                  <a:close/>
                  <a:moveTo>
                    <a:pt x="34372" y="91368"/>
                  </a:moveTo>
                  <a:cubicBezTo>
                    <a:pt x="23258" y="91368"/>
                    <a:pt x="14186" y="83542"/>
                    <a:pt x="14186" y="67890"/>
                  </a:cubicBezTo>
                  <a:cubicBezTo>
                    <a:pt x="14186" y="61368"/>
                    <a:pt x="16908" y="43542"/>
                    <a:pt x="24846" y="30715"/>
                  </a:cubicBezTo>
                  <a:cubicBezTo>
                    <a:pt x="34372" y="15715"/>
                    <a:pt x="47981" y="12672"/>
                    <a:pt x="55693" y="12672"/>
                  </a:cubicBezTo>
                  <a:cubicBezTo>
                    <a:pt x="74745" y="12672"/>
                    <a:pt x="76559" y="27020"/>
                    <a:pt x="76559" y="33759"/>
                  </a:cubicBezTo>
                  <a:cubicBezTo>
                    <a:pt x="76559" y="43976"/>
                    <a:pt x="72023" y="61803"/>
                    <a:pt x="64311" y="72890"/>
                  </a:cubicBezTo>
                  <a:cubicBezTo>
                    <a:pt x="55466" y="85716"/>
                    <a:pt x="43218" y="91368"/>
                    <a:pt x="34372" y="91368"/>
                  </a:cubicBezTo>
                  <a:close/>
                </a:path>
              </a:pathLst>
            </a:custGeom>
            <a:solidFill>
              <a:schemeClr val="tx1"/>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8" name="Freeform: Shape 57">
              <a:extLst>
                <a:ext uri="{FF2B5EF4-FFF2-40B4-BE49-F238E27FC236}">
                  <a16:creationId xmlns:a16="http://schemas.microsoft.com/office/drawing/2014/main" id="{6D1A9693-631A-0AB6-4766-C5FB476F4F14}"/>
                </a:ext>
              </a:extLst>
            </p:cNvPr>
            <p:cNvSpPr/>
            <p:nvPr>
              <p:custDataLst>
                <p:tags r:id="rId75"/>
              </p:custDataLst>
            </p:nvPr>
          </p:nvSpPr>
          <p:spPr>
            <a:xfrm>
              <a:off x="3897931" y="6547490"/>
              <a:ext cx="70175" cy="101044"/>
            </a:xfrm>
            <a:custGeom>
              <a:avLst/>
              <a:gdLst>
                <a:gd name="connsiteX0" fmla="*/ 70305 w 70175"/>
                <a:gd name="connsiteY0" fmla="*/ 73408 h 101044"/>
                <a:gd name="connsiteX1" fmla="*/ 64907 w 70175"/>
                <a:gd name="connsiteY1" fmla="*/ 73408 h 101044"/>
                <a:gd name="connsiteX2" fmla="*/ 60779 w 70175"/>
                <a:gd name="connsiteY2" fmla="*/ 87256 h 101044"/>
                <a:gd name="connsiteX3" fmla="*/ 45061 w 70175"/>
                <a:gd name="connsiteY3" fmla="*/ 88169 h 101044"/>
                <a:gd name="connsiteX4" fmla="*/ 15848 w 70175"/>
                <a:gd name="connsiteY4" fmla="*/ 88169 h 101044"/>
                <a:gd name="connsiteX5" fmla="*/ 47601 w 70175"/>
                <a:gd name="connsiteY5" fmla="*/ 62603 h 101044"/>
                <a:gd name="connsiteX6" fmla="*/ 70305 w 70175"/>
                <a:gd name="connsiteY6" fmla="*/ 29733 h 101044"/>
                <a:gd name="connsiteX7" fmla="*/ 33153 w 70175"/>
                <a:gd name="connsiteY7" fmla="*/ 59 h 101044"/>
                <a:gd name="connsiteX8" fmla="*/ 129 w 70175"/>
                <a:gd name="connsiteY8" fmla="*/ 27299 h 101044"/>
                <a:gd name="connsiteX9" fmla="*/ 8544 w 70175"/>
                <a:gd name="connsiteY9" fmla="*/ 35820 h 101044"/>
                <a:gd name="connsiteX10" fmla="*/ 16959 w 70175"/>
                <a:gd name="connsiteY10" fmla="*/ 27755 h 101044"/>
                <a:gd name="connsiteX11" fmla="*/ 7592 w 70175"/>
                <a:gd name="connsiteY11" fmla="*/ 19690 h 101044"/>
                <a:gd name="connsiteX12" fmla="*/ 30772 w 70175"/>
                <a:gd name="connsiteY12" fmla="*/ 5537 h 101044"/>
                <a:gd name="connsiteX13" fmla="*/ 54905 w 70175"/>
                <a:gd name="connsiteY13" fmla="*/ 29733 h 101044"/>
                <a:gd name="connsiteX14" fmla="*/ 39980 w 70175"/>
                <a:gd name="connsiteY14" fmla="*/ 58951 h 101044"/>
                <a:gd name="connsiteX15" fmla="*/ 1717 w 70175"/>
                <a:gd name="connsiteY15" fmla="*/ 95169 h 101044"/>
                <a:gd name="connsiteX16" fmla="*/ 129 w 70175"/>
                <a:gd name="connsiteY16" fmla="*/ 101104 h 101044"/>
                <a:gd name="connsiteX17" fmla="*/ 65542 w 70175"/>
                <a:gd name="connsiteY17" fmla="*/ 101104 h 101044"/>
                <a:gd name="connsiteX18" fmla="*/ 70305 w 70175"/>
                <a:gd name="connsiteY18" fmla="*/ 73408 h 10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0175" h="101044">
                  <a:moveTo>
                    <a:pt x="70305" y="73408"/>
                  </a:moveTo>
                  <a:lnTo>
                    <a:pt x="64907" y="73408"/>
                  </a:lnTo>
                  <a:cubicBezTo>
                    <a:pt x="64431" y="76756"/>
                    <a:pt x="62843" y="85734"/>
                    <a:pt x="60779" y="87256"/>
                  </a:cubicBezTo>
                  <a:cubicBezTo>
                    <a:pt x="59509" y="88169"/>
                    <a:pt x="47284" y="88169"/>
                    <a:pt x="45061" y="88169"/>
                  </a:cubicBezTo>
                  <a:lnTo>
                    <a:pt x="15848" y="88169"/>
                  </a:lnTo>
                  <a:cubicBezTo>
                    <a:pt x="32518" y="74017"/>
                    <a:pt x="38075" y="69756"/>
                    <a:pt x="47601" y="62603"/>
                  </a:cubicBezTo>
                  <a:cubicBezTo>
                    <a:pt x="59350" y="53625"/>
                    <a:pt x="70305" y="44190"/>
                    <a:pt x="70305" y="29733"/>
                  </a:cubicBezTo>
                  <a:cubicBezTo>
                    <a:pt x="70305" y="11320"/>
                    <a:pt x="53476" y="59"/>
                    <a:pt x="33153" y="59"/>
                  </a:cubicBezTo>
                  <a:cubicBezTo>
                    <a:pt x="13466" y="59"/>
                    <a:pt x="129" y="13298"/>
                    <a:pt x="129" y="27299"/>
                  </a:cubicBezTo>
                  <a:cubicBezTo>
                    <a:pt x="129" y="35060"/>
                    <a:pt x="6957" y="35820"/>
                    <a:pt x="8544" y="35820"/>
                  </a:cubicBezTo>
                  <a:cubicBezTo>
                    <a:pt x="12355" y="35820"/>
                    <a:pt x="16959" y="33233"/>
                    <a:pt x="16959" y="27755"/>
                  </a:cubicBezTo>
                  <a:cubicBezTo>
                    <a:pt x="16959" y="25016"/>
                    <a:pt x="15848" y="19690"/>
                    <a:pt x="7592" y="19690"/>
                  </a:cubicBezTo>
                  <a:cubicBezTo>
                    <a:pt x="12513" y="8885"/>
                    <a:pt x="23310" y="5537"/>
                    <a:pt x="30772" y="5537"/>
                  </a:cubicBezTo>
                  <a:cubicBezTo>
                    <a:pt x="46649" y="5537"/>
                    <a:pt x="54905" y="17407"/>
                    <a:pt x="54905" y="29733"/>
                  </a:cubicBezTo>
                  <a:cubicBezTo>
                    <a:pt x="54905" y="42973"/>
                    <a:pt x="45061" y="53473"/>
                    <a:pt x="39980" y="58951"/>
                  </a:cubicBezTo>
                  <a:lnTo>
                    <a:pt x="1717" y="95169"/>
                  </a:lnTo>
                  <a:cubicBezTo>
                    <a:pt x="129" y="96539"/>
                    <a:pt x="129" y="96843"/>
                    <a:pt x="129" y="101104"/>
                  </a:cubicBezTo>
                  <a:lnTo>
                    <a:pt x="65542" y="101104"/>
                  </a:lnTo>
                  <a:lnTo>
                    <a:pt x="70305" y="73408"/>
                  </a:lnTo>
                  <a:close/>
                </a:path>
              </a:pathLst>
            </a:custGeom>
            <a:solidFill>
              <a:schemeClr val="tx1"/>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 name="Freeform: Shape 58">
              <a:extLst>
                <a:ext uri="{FF2B5EF4-FFF2-40B4-BE49-F238E27FC236}">
                  <a16:creationId xmlns:a16="http://schemas.microsoft.com/office/drawing/2014/main" id="{53A89F58-0F9D-AC39-6CB5-DA72DDAAFBEB}"/>
                </a:ext>
              </a:extLst>
            </p:cNvPr>
            <p:cNvSpPr/>
            <p:nvPr>
              <p:custDataLst>
                <p:tags r:id="rId76"/>
              </p:custDataLst>
            </p:nvPr>
          </p:nvSpPr>
          <p:spPr>
            <a:xfrm>
              <a:off x="4002608" y="6564379"/>
              <a:ext cx="52620" cy="217393"/>
            </a:xfrm>
            <a:custGeom>
              <a:avLst/>
              <a:gdLst>
                <a:gd name="connsiteX0" fmla="*/ 52754 w 52620"/>
                <a:gd name="connsiteY0" fmla="*/ 108760 h 217393"/>
                <a:gd name="connsiteX1" fmla="*/ 37785 w 52620"/>
                <a:gd name="connsiteY1" fmla="*/ 40933 h 217393"/>
                <a:gd name="connsiteX2" fmla="*/ 2402 w 52620"/>
                <a:gd name="connsiteY2" fmla="*/ 63 h 217393"/>
                <a:gd name="connsiteX3" fmla="*/ 134 w 52620"/>
                <a:gd name="connsiteY3" fmla="*/ 2237 h 217393"/>
                <a:gd name="connsiteX4" fmla="*/ 4443 w 52620"/>
                <a:gd name="connsiteY4" fmla="*/ 7237 h 217393"/>
                <a:gd name="connsiteX5" fmla="*/ 39599 w 52620"/>
                <a:gd name="connsiteY5" fmla="*/ 108760 h 217393"/>
                <a:gd name="connsiteX6" fmla="*/ 3083 w 52620"/>
                <a:gd name="connsiteY6" fmla="*/ 211587 h 217393"/>
                <a:gd name="connsiteX7" fmla="*/ 134 w 52620"/>
                <a:gd name="connsiteY7" fmla="*/ 215283 h 217393"/>
                <a:gd name="connsiteX8" fmla="*/ 2402 w 52620"/>
                <a:gd name="connsiteY8" fmla="*/ 217457 h 217393"/>
                <a:gd name="connsiteX9" fmla="*/ 38465 w 52620"/>
                <a:gd name="connsiteY9" fmla="*/ 175065 h 217393"/>
                <a:gd name="connsiteX10" fmla="*/ 52754 w 52620"/>
                <a:gd name="connsiteY10" fmla="*/ 108760 h 21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620" h="217393">
                  <a:moveTo>
                    <a:pt x="52754" y="108760"/>
                  </a:moveTo>
                  <a:cubicBezTo>
                    <a:pt x="52754" y="91803"/>
                    <a:pt x="50260" y="65498"/>
                    <a:pt x="37785" y="40933"/>
                  </a:cubicBezTo>
                  <a:cubicBezTo>
                    <a:pt x="24176" y="14193"/>
                    <a:pt x="4670" y="63"/>
                    <a:pt x="2402" y="63"/>
                  </a:cubicBezTo>
                  <a:cubicBezTo>
                    <a:pt x="1041" y="63"/>
                    <a:pt x="134" y="932"/>
                    <a:pt x="134" y="2237"/>
                  </a:cubicBezTo>
                  <a:cubicBezTo>
                    <a:pt x="134" y="2889"/>
                    <a:pt x="134" y="3324"/>
                    <a:pt x="4443" y="7237"/>
                  </a:cubicBezTo>
                  <a:cubicBezTo>
                    <a:pt x="26671" y="28759"/>
                    <a:pt x="39599" y="63324"/>
                    <a:pt x="39599" y="108760"/>
                  </a:cubicBezTo>
                  <a:cubicBezTo>
                    <a:pt x="39599" y="145934"/>
                    <a:pt x="31207" y="184195"/>
                    <a:pt x="3083" y="211587"/>
                  </a:cubicBezTo>
                  <a:cubicBezTo>
                    <a:pt x="134" y="214196"/>
                    <a:pt x="134" y="214631"/>
                    <a:pt x="134" y="215283"/>
                  </a:cubicBezTo>
                  <a:cubicBezTo>
                    <a:pt x="134" y="216587"/>
                    <a:pt x="1041" y="217457"/>
                    <a:pt x="2402" y="217457"/>
                  </a:cubicBezTo>
                  <a:cubicBezTo>
                    <a:pt x="4670" y="217457"/>
                    <a:pt x="25083" y="202674"/>
                    <a:pt x="38465" y="175065"/>
                  </a:cubicBezTo>
                  <a:cubicBezTo>
                    <a:pt x="50033" y="151152"/>
                    <a:pt x="52754" y="127021"/>
                    <a:pt x="52754" y="108760"/>
                  </a:cubicBezTo>
                  <a:close/>
                </a:path>
              </a:pathLst>
            </a:custGeom>
            <a:solidFill>
              <a:schemeClr val="tx1"/>
            </a:solidFill>
            <a:ln w="2251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45" name="Group 144">
            <a:extLst>
              <a:ext uri="{FF2B5EF4-FFF2-40B4-BE49-F238E27FC236}">
                <a16:creationId xmlns:a16="http://schemas.microsoft.com/office/drawing/2014/main" id="{EC169C84-BE63-DE48-E6D1-434D1C194E06}"/>
              </a:ext>
            </a:extLst>
          </p:cNvPr>
          <p:cNvGrpSpPr>
            <a:grpSpLocks noChangeAspect="1"/>
          </p:cNvGrpSpPr>
          <p:nvPr>
            <p:custDataLst>
              <p:tags r:id="rId3"/>
            </p:custDataLst>
          </p:nvPr>
        </p:nvGrpSpPr>
        <p:grpSpPr>
          <a:xfrm>
            <a:off x="1051565" y="5026739"/>
            <a:ext cx="1049877" cy="387675"/>
            <a:chOff x="10189270" y="3077659"/>
            <a:chExt cx="1264858" cy="467058"/>
          </a:xfrm>
        </p:grpSpPr>
        <p:sp>
          <p:nvSpPr>
            <p:cNvPr id="134" name="Freeform: Shape 133">
              <a:extLst>
                <a:ext uri="{FF2B5EF4-FFF2-40B4-BE49-F238E27FC236}">
                  <a16:creationId xmlns:a16="http://schemas.microsoft.com/office/drawing/2014/main" id="{CD61D493-8081-244E-22FC-BADC2EB041F9}"/>
                </a:ext>
              </a:extLst>
            </p:cNvPr>
            <p:cNvSpPr/>
            <p:nvPr>
              <p:custDataLst>
                <p:tags r:id="rId56"/>
              </p:custDataLst>
            </p:nvPr>
          </p:nvSpPr>
          <p:spPr>
            <a:xfrm>
              <a:off x="10189270" y="3204647"/>
              <a:ext cx="217959" cy="222261"/>
            </a:xfrm>
            <a:custGeom>
              <a:avLst/>
              <a:gdLst>
                <a:gd name="connsiteX0" fmla="*/ 129250 w 217959"/>
                <a:gd name="connsiteY0" fmla="*/ 23045 h 222261"/>
                <a:gd name="connsiteX1" fmla="*/ 136622 w 217959"/>
                <a:gd name="connsiteY1" fmla="*/ 10897 h 222261"/>
                <a:gd name="connsiteX2" fmla="*/ 156815 w 217959"/>
                <a:gd name="connsiteY2" fmla="*/ 10241 h 222261"/>
                <a:gd name="connsiteX3" fmla="*/ 203612 w 217959"/>
                <a:gd name="connsiteY3" fmla="*/ 37162 h 222261"/>
                <a:gd name="connsiteX4" fmla="*/ 201048 w 217959"/>
                <a:gd name="connsiteY4" fmla="*/ 63426 h 222261"/>
                <a:gd name="connsiteX5" fmla="*/ 200087 w 217959"/>
                <a:gd name="connsiteY5" fmla="*/ 69664 h 222261"/>
                <a:gd name="connsiteX6" fmla="*/ 203933 w 217959"/>
                <a:gd name="connsiteY6" fmla="*/ 73932 h 222261"/>
                <a:gd name="connsiteX7" fmla="*/ 208741 w 217959"/>
                <a:gd name="connsiteY7" fmla="*/ 66381 h 222261"/>
                <a:gd name="connsiteX8" fmla="*/ 217395 w 217959"/>
                <a:gd name="connsiteY8" fmla="*/ 9256 h 222261"/>
                <a:gd name="connsiteX9" fmla="*/ 218036 w 217959"/>
                <a:gd name="connsiteY9" fmla="*/ 3675 h 222261"/>
                <a:gd name="connsiteX10" fmla="*/ 209382 w 217959"/>
                <a:gd name="connsiteY10" fmla="*/ 63 h 222261"/>
                <a:gd name="connsiteX11" fmla="*/ 31489 w 217959"/>
                <a:gd name="connsiteY11" fmla="*/ 63 h 222261"/>
                <a:gd name="connsiteX12" fmla="*/ 21232 w 217959"/>
                <a:gd name="connsiteY12" fmla="*/ 6629 h 222261"/>
                <a:gd name="connsiteX13" fmla="*/ 2000 w 217959"/>
                <a:gd name="connsiteY13" fmla="*/ 64411 h 222261"/>
                <a:gd name="connsiteX14" fmla="*/ 77 w 217959"/>
                <a:gd name="connsiteY14" fmla="*/ 70320 h 222261"/>
                <a:gd name="connsiteX15" fmla="*/ 3923 w 217959"/>
                <a:gd name="connsiteY15" fmla="*/ 73932 h 222261"/>
                <a:gd name="connsiteX16" fmla="*/ 9372 w 217959"/>
                <a:gd name="connsiteY16" fmla="*/ 67037 h 222261"/>
                <a:gd name="connsiteX17" fmla="*/ 82453 w 217959"/>
                <a:gd name="connsiteY17" fmla="*/ 10241 h 222261"/>
                <a:gd name="connsiteX18" fmla="*/ 94953 w 217959"/>
                <a:gd name="connsiteY18" fmla="*/ 10241 h 222261"/>
                <a:gd name="connsiteX19" fmla="*/ 103928 w 217959"/>
                <a:gd name="connsiteY19" fmla="*/ 14180 h 222261"/>
                <a:gd name="connsiteX20" fmla="*/ 102646 w 217959"/>
                <a:gd name="connsiteY20" fmla="*/ 21075 h 222261"/>
                <a:gd name="connsiteX21" fmla="*/ 59695 w 217959"/>
                <a:gd name="connsiteY21" fmla="*/ 196389 h 222261"/>
                <a:gd name="connsiteX22" fmla="*/ 21552 w 217959"/>
                <a:gd name="connsiteY22" fmla="*/ 212148 h 222261"/>
                <a:gd name="connsiteX23" fmla="*/ 8090 w 217959"/>
                <a:gd name="connsiteY23" fmla="*/ 218385 h 222261"/>
                <a:gd name="connsiteX24" fmla="*/ 13539 w 217959"/>
                <a:gd name="connsiteY24" fmla="*/ 222325 h 222261"/>
                <a:gd name="connsiteX25" fmla="*/ 39822 w 217959"/>
                <a:gd name="connsiteY25" fmla="*/ 221668 h 222261"/>
                <a:gd name="connsiteX26" fmla="*/ 67067 w 217959"/>
                <a:gd name="connsiteY26" fmla="*/ 221340 h 222261"/>
                <a:gd name="connsiteX27" fmla="*/ 93671 w 217959"/>
                <a:gd name="connsiteY27" fmla="*/ 221668 h 222261"/>
                <a:gd name="connsiteX28" fmla="*/ 121557 w 217959"/>
                <a:gd name="connsiteY28" fmla="*/ 222325 h 222261"/>
                <a:gd name="connsiteX29" fmla="*/ 128609 w 217959"/>
                <a:gd name="connsiteY29" fmla="*/ 215759 h 222261"/>
                <a:gd name="connsiteX30" fmla="*/ 117711 w 217959"/>
                <a:gd name="connsiteY30" fmla="*/ 212148 h 222261"/>
                <a:gd name="connsiteX31" fmla="*/ 97197 w 217959"/>
                <a:gd name="connsiteY31" fmla="*/ 211491 h 222261"/>
                <a:gd name="connsiteX32" fmla="*/ 85337 w 217959"/>
                <a:gd name="connsiteY32" fmla="*/ 204268 h 222261"/>
                <a:gd name="connsiteX33" fmla="*/ 86619 w 217959"/>
                <a:gd name="connsiteY33" fmla="*/ 197374 h 222261"/>
                <a:gd name="connsiteX34" fmla="*/ 129250 w 217959"/>
                <a:gd name="connsiteY34" fmla="*/ 23045 h 222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17959" h="222261">
                  <a:moveTo>
                    <a:pt x="129250" y="23045"/>
                  </a:moveTo>
                  <a:cubicBezTo>
                    <a:pt x="131493" y="13852"/>
                    <a:pt x="132776" y="11882"/>
                    <a:pt x="136622" y="10897"/>
                  </a:cubicBezTo>
                  <a:cubicBezTo>
                    <a:pt x="139507" y="10241"/>
                    <a:pt x="150084" y="10241"/>
                    <a:pt x="156815" y="10241"/>
                  </a:cubicBezTo>
                  <a:cubicBezTo>
                    <a:pt x="189189" y="10241"/>
                    <a:pt x="203612" y="11554"/>
                    <a:pt x="203612" y="37162"/>
                  </a:cubicBezTo>
                  <a:cubicBezTo>
                    <a:pt x="203612" y="42086"/>
                    <a:pt x="202330" y="54890"/>
                    <a:pt x="201048" y="63426"/>
                  </a:cubicBezTo>
                  <a:cubicBezTo>
                    <a:pt x="200728" y="64739"/>
                    <a:pt x="200087" y="68679"/>
                    <a:pt x="200087" y="69664"/>
                  </a:cubicBezTo>
                  <a:cubicBezTo>
                    <a:pt x="200087" y="71633"/>
                    <a:pt x="201048" y="73932"/>
                    <a:pt x="203933" y="73932"/>
                  </a:cubicBezTo>
                  <a:cubicBezTo>
                    <a:pt x="207459" y="73932"/>
                    <a:pt x="208100" y="71305"/>
                    <a:pt x="208741" y="66381"/>
                  </a:cubicBezTo>
                  <a:lnTo>
                    <a:pt x="217395" y="9256"/>
                  </a:lnTo>
                  <a:cubicBezTo>
                    <a:pt x="217716" y="7943"/>
                    <a:pt x="218036" y="4660"/>
                    <a:pt x="218036" y="3675"/>
                  </a:cubicBezTo>
                  <a:cubicBezTo>
                    <a:pt x="218036" y="63"/>
                    <a:pt x="214831" y="63"/>
                    <a:pt x="209382" y="63"/>
                  </a:cubicBezTo>
                  <a:lnTo>
                    <a:pt x="31489" y="63"/>
                  </a:lnTo>
                  <a:cubicBezTo>
                    <a:pt x="23796" y="63"/>
                    <a:pt x="23475" y="392"/>
                    <a:pt x="21232" y="6629"/>
                  </a:cubicBezTo>
                  <a:lnTo>
                    <a:pt x="2000" y="64411"/>
                  </a:lnTo>
                  <a:cubicBezTo>
                    <a:pt x="1679" y="65067"/>
                    <a:pt x="77" y="69664"/>
                    <a:pt x="77" y="70320"/>
                  </a:cubicBezTo>
                  <a:cubicBezTo>
                    <a:pt x="77" y="72290"/>
                    <a:pt x="1679" y="73932"/>
                    <a:pt x="3923" y="73932"/>
                  </a:cubicBezTo>
                  <a:cubicBezTo>
                    <a:pt x="7128" y="73932"/>
                    <a:pt x="7449" y="72290"/>
                    <a:pt x="9372" y="67037"/>
                  </a:cubicBezTo>
                  <a:cubicBezTo>
                    <a:pt x="26681" y="16150"/>
                    <a:pt x="35014" y="10241"/>
                    <a:pt x="82453" y="10241"/>
                  </a:cubicBezTo>
                  <a:lnTo>
                    <a:pt x="94953" y="10241"/>
                  </a:lnTo>
                  <a:cubicBezTo>
                    <a:pt x="103928" y="10241"/>
                    <a:pt x="103928" y="11554"/>
                    <a:pt x="103928" y="14180"/>
                  </a:cubicBezTo>
                  <a:cubicBezTo>
                    <a:pt x="103928" y="16150"/>
                    <a:pt x="102966" y="20090"/>
                    <a:pt x="102646" y="21075"/>
                  </a:cubicBezTo>
                  <a:lnTo>
                    <a:pt x="59695" y="196389"/>
                  </a:lnTo>
                  <a:cubicBezTo>
                    <a:pt x="56810" y="208536"/>
                    <a:pt x="55849" y="212148"/>
                    <a:pt x="21552" y="212148"/>
                  </a:cubicBezTo>
                  <a:cubicBezTo>
                    <a:pt x="10013" y="212148"/>
                    <a:pt x="8090" y="212148"/>
                    <a:pt x="8090" y="218385"/>
                  </a:cubicBezTo>
                  <a:cubicBezTo>
                    <a:pt x="8090" y="222325"/>
                    <a:pt x="11616" y="222325"/>
                    <a:pt x="13539" y="222325"/>
                  </a:cubicBezTo>
                  <a:cubicBezTo>
                    <a:pt x="22193" y="222325"/>
                    <a:pt x="31168" y="221668"/>
                    <a:pt x="39822" y="221668"/>
                  </a:cubicBezTo>
                  <a:cubicBezTo>
                    <a:pt x="48797" y="221668"/>
                    <a:pt x="58092" y="221340"/>
                    <a:pt x="67067" y="221340"/>
                  </a:cubicBezTo>
                  <a:cubicBezTo>
                    <a:pt x="76042" y="221340"/>
                    <a:pt x="85017" y="221668"/>
                    <a:pt x="93671" y="221668"/>
                  </a:cubicBezTo>
                  <a:cubicBezTo>
                    <a:pt x="102966" y="221668"/>
                    <a:pt x="112582" y="222325"/>
                    <a:pt x="121557" y="222325"/>
                  </a:cubicBezTo>
                  <a:cubicBezTo>
                    <a:pt x="124762" y="222325"/>
                    <a:pt x="128609" y="222325"/>
                    <a:pt x="128609" y="215759"/>
                  </a:cubicBezTo>
                  <a:cubicBezTo>
                    <a:pt x="128609" y="212148"/>
                    <a:pt x="126044" y="212148"/>
                    <a:pt x="117711" y="212148"/>
                  </a:cubicBezTo>
                  <a:cubicBezTo>
                    <a:pt x="109697" y="212148"/>
                    <a:pt x="105531" y="212148"/>
                    <a:pt x="97197" y="211491"/>
                  </a:cubicBezTo>
                  <a:cubicBezTo>
                    <a:pt x="87902" y="210506"/>
                    <a:pt x="85337" y="209521"/>
                    <a:pt x="85337" y="204268"/>
                  </a:cubicBezTo>
                  <a:cubicBezTo>
                    <a:pt x="85337" y="203940"/>
                    <a:pt x="85337" y="202298"/>
                    <a:pt x="86619" y="197374"/>
                  </a:cubicBezTo>
                  <a:lnTo>
                    <a:pt x="129250" y="23045"/>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5" name="Freeform: Shape 134">
              <a:extLst>
                <a:ext uri="{FF2B5EF4-FFF2-40B4-BE49-F238E27FC236}">
                  <a16:creationId xmlns:a16="http://schemas.microsoft.com/office/drawing/2014/main" id="{C6401D19-0FA8-00D4-5081-7653A148894D}"/>
                </a:ext>
              </a:extLst>
            </p:cNvPr>
            <p:cNvSpPr/>
            <p:nvPr>
              <p:custDataLst>
                <p:tags r:id="rId57"/>
              </p:custDataLst>
            </p:nvPr>
          </p:nvSpPr>
          <p:spPr>
            <a:xfrm>
              <a:off x="10520388" y="3306421"/>
              <a:ext cx="213151" cy="76823"/>
            </a:xfrm>
            <a:custGeom>
              <a:avLst/>
              <a:gdLst>
                <a:gd name="connsiteX0" fmla="*/ 202340 w 213151"/>
                <a:gd name="connsiteY0" fmla="*/ 13195 h 76823"/>
                <a:gd name="connsiteX1" fmla="*/ 213238 w 213151"/>
                <a:gd name="connsiteY1" fmla="*/ 6629 h 76823"/>
                <a:gd name="connsiteX2" fmla="*/ 202661 w 213151"/>
                <a:gd name="connsiteY2" fmla="*/ 63 h 76823"/>
                <a:gd name="connsiteX3" fmla="*/ 10664 w 213151"/>
                <a:gd name="connsiteY3" fmla="*/ 63 h 76823"/>
                <a:gd name="connsiteX4" fmla="*/ 87 w 213151"/>
                <a:gd name="connsiteY4" fmla="*/ 6629 h 76823"/>
                <a:gd name="connsiteX5" fmla="*/ 10985 w 213151"/>
                <a:gd name="connsiteY5" fmla="*/ 13195 h 76823"/>
                <a:gd name="connsiteX6" fmla="*/ 202340 w 213151"/>
                <a:gd name="connsiteY6" fmla="*/ 13195 h 76823"/>
                <a:gd name="connsiteX7" fmla="*/ 202661 w 213151"/>
                <a:gd name="connsiteY7" fmla="*/ 76886 h 76823"/>
                <a:gd name="connsiteX8" fmla="*/ 213238 w 213151"/>
                <a:gd name="connsiteY8" fmla="*/ 70320 h 76823"/>
                <a:gd name="connsiteX9" fmla="*/ 202340 w 213151"/>
                <a:gd name="connsiteY9" fmla="*/ 63754 h 76823"/>
                <a:gd name="connsiteX10" fmla="*/ 10985 w 213151"/>
                <a:gd name="connsiteY10" fmla="*/ 63754 h 76823"/>
                <a:gd name="connsiteX11" fmla="*/ 87 w 213151"/>
                <a:gd name="connsiteY11" fmla="*/ 70320 h 76823"/>
                <a:gd name="connsiteX12" fmla="*/ 10664 w 213151"/>
                <a:gd name="connsiteY12" fmla="*/ 76886 h 76823"/>
                <a:gd name="connsiteX13" fmla="*/ 202661 w 213151"/>
                <a:gd name="connsiteY13" fmla="*/ 76886 h 76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3151" h="76823">
                  <a:moveTo>
                    <a:pt x="202340" y="13195"/>
                  </a:moveTo>
                  <a:cubicBezTo>
                    <a:pt x="207148" y="13195"/>
                    <a:pt x="213238" y="13195"/>
                    <a:pt x="213238" y="6629"/>
                  </a:cubicBezTo>
                  <a:cubicBezTo>
                    <a:pt x="213238" y="63"/>
                    <a:pt x="207148" y="63"/>
                    <a:pt x="202661" y="63"/>
                  </a:cubicBezTo>
                  <a:lnTo>
                    <a:pt x="10664" y="63"/>
                  </a:lnTo>
                  <a:cubicBezTo>
                    <a:pt x="6177" y="63"/>
                    <a:pt x="87" y="63"/>
                    <a:pt x="87" y="6629"/>
                  </a:cubicBezTo>
                  <a:cubicBezTo>
                    <a:pt x="87" y="13195"/>
                    <a:pt x="6177" y="13195"/>
                    <a:pt x="10985" y="13195"/>
                  </a:cubicBezTo>
                  <a:lnTo>
                    <a:pt x="202340" y="13195"/>
                  </a:lnTo>
                  <a:close/>
                  <a:moveTo>
                    <a:pt x="202661" y="76886"/>
                  </a:moveTo>
                  <a:cubicBezTo>
                    <a:pt x="207148" y="76886"/>
                    <a:pt x="213238" y="76886"/>
                    <a:pt x="213238" y="70320"/>
                  </a:cubicBezTo>
                  <a:cubicBezTo>
                    <a:pt x="213238" y="63754"/>
                    <a:pt x="207148" y="63754"/>
                    <a:pt x="202340" y="63754"/>
                  </a:cubicBezTo>
                  <a:lnTo>
                    <a:pt x="10985" y="63754"/>
                  </a:lnTo>
                  <a:cubicBezTo>
                    <a:pt x="6177" y="63754"/>
                    <a:pt x="87" y="63754"/>
                    <a:pt x="87" y="70320"/>
                  </a:cubicBezTo>
                  <a:cubicBezTo>
                    <a:pt x="87" y="76886"/>
                    <a:pt x="6177" y="76886"/>
                    <a:pt x="10664" y="76886"/>
                  </a:cubicBezTo>
                  <a:lnTo>
                    <a:pt x="202661" y="76886"/>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8" name="Freeform: Shape 137">
              <a:extLst>
                <a:ext uri="{FF2B5EF4-FFF2-40B4-BE49-F238E27FC236}">
                  <a16:creationId xmlns:a16="http://schemas.microsoft.com/office/drawing/2014/main" id="{1995AEE6-1D7D-09C3-30FD-ECE86622120E}"/>
                </a:ext>
              </a:extLst>
            </p:cNvPr>
            <p:cNvSpPr/>
            <p:nvPr>
              <p:custDataLst>
                <p:tags r:id="rId58"/>
              </p:custDataLst>
            </p:nvPr>
          </p:nvSpPr>
          <p:spPr>
            <a:xfrm>
              <a:off x="10900327" y="3095224"/>
              <a:ext cx="194753" cy="229812"/>
            </a:xfrm>
            <a:custGeom>
              <a:avLst/>
              <a:gdLst>
                <a:gd name="connsiteX0" fmla="*/ 78404 w 194753"/>
                <a:gd name="connsiteY0" fmla="*/ 204817 h 229812"/>
                <a:gd name="connsiteX1" fmla="*/ 34427 w 194753"/>
                <a:gd name="connsiteY1" fmla="*/ 115420 h 229812"/>
                <a:gd name="connsiteX2" fmla="*/ 30837 w 194753"/>
                <a:gd name="connsiteY2" fmla="*/ 111743 h 229812"/>
                <a:gd name="connsiteX3" fmla="*/ 27247 w 194753"/>
                <a:gd name="connsiteY3" fmla="*/ 113581 h 229812"/>
                <a:gd name="connsiteX4" fmla="*/ 3240 w 194753"/>
                <a:gd name="connsiteY4" fmla="*/ 129898 h 229812"/>
                <a:gd name="connsiteX5" fmla="*/ 98 w 194753"/>
                <a:gd name="connsiteY5" fmla="*/ 133805 h 229812"/>
                <a:gd name="connsiteX6" fmla="*/ 3240 w 194753"/>
                <a:gd name="connsiteY6" fmla="*/ 137022 h 229812"/>
                <a:gd name="connsiteX7" fmla="*/ 7503 w 194753"/>
                <a:gd name="connsiteY7" fmla="*/ 134954 h 229812"/>
                <a:gd name="connsiteX8" fmla="*/ 19170 w 194753"/>
                <a:gd name="connsiteY8" fmla="*/ 126680 h 229812"/>
                <a:gd name="connsiteX9" fmla="*/ 68307 w 194753"/>
                <a:gd name="connsiteY9" fmla="*/ 225959 h 229812"/>
                <a:gd name="connsiteX10" fmla="*/ 73467 w 194753"/>
                <a:gd name="connsiteY10" fmla="*/ 229866 h 229812"/>
                <a:gd name="connsiteX11" fmla="*/ 80198 w 194753"/>
                <a:gd name="connsiteY11" fmla="*/ 225500 h 229812"/>
                <a:gd name="connsiteX12" fmla="*/ 193057 w 194753"/>
                <a:gd name="connsiteY12" fmla="*/ 10395 h 229812"/>
                <a:gd name="connsiteX13" fmla="*/ 194852 w 194753"/>
                <a:gd name="connsiteY13" fmla="*/ 5799 h 229812"/>
                <a:gd name="connsiteX14" fmla="*/ 189467 w 194753"/>
                <a:gd name="connsiteY14" fmla="*/ 54 h 229812"/>
                <a:gd name="connsiteX15" fmla="*/ 183633 w 194753"/>
                <a:gd name="connsiteY15" fmla="*/ 4880 h 229812"/>
                <a:gd name="connsiteX16" fmla="*/ 78404 w 194753"/>
                <a:gd name="connsiteY16" fmla="*/ 204817 h 229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4753" h="229812">
                  <a:moveTo>
                    <a:pt x="78404" y="204817"/>
                  </a:moveTo>
                  <a:lnTo>
                    <a:pt x="34427" y="115420"/>
                  </a:lnTo>
                  <a:cubicBezTo>
                    <a:pt x="33305" y="113121"/>
                    <a:pt x="32632" y="111743"/>
                    <a:pt x="30837" y="111743"/>
                  </a:cubicBezTo>
                  <a:cubicBezTo>
                    <a:pt x="29940" y="111743"/>
                    <a:pt x="29491" y="111743"/>
                    <a:pt x="27247" y="113581"/>
                  </a:cubicBezTo>
                  <a:lnTo>
                    <a:pt x="3240" y="129898"/>
                  </a:lnTo>
                  <a:cubicBezTo>
                    <a:pt x="98" y="131966"/>
                    <a:pt x="98" y="133115"/>
                    <a:pt x="98" y="133805"/>
                  </a:cubicBezTo>
                  <a:cubicBezTo>
                    <a:pt x="98" y="135183"/>
                    <a:pt x="1220" y="137022"/>
                    <a:pt x="3240" y="137022"/>
                  </a:cubicBezTo>
                  <a:cubicBezTo>
                    <a:pt x="4137" y="137022"/>
                    <a:pt x="4586" y="137022"/>
                    <a:pt x="7503" y="134954"/>
                  </a:cubicBezTo>
                  <a:cubicBezTo>
                    <a:pt x="9971" y="133115"/>
                    <a:pt x="16477" y="128519"/>
                    <a:pt x="19170" y="126680"/>
                  </a:cubicBezTo>
                  <a:lnTo>
                    <a:pt x="68307" y="225959"/>
                  </a:lnTo>
                  <a:cubicBezTo>
                    <a:pt x="69877" y="229407"/>
                    <a:pt x="70326" y="229866"/>
                    <a:pt x="73467" y="229866"/>
                  </a:cubicBezTo>
                  <a:cubicBezTo>
                    <a:pt x="75487" y="229866"/>
                    <a:pt x="77955" y="229866"/>
                    <a:pt x="80198" y="225500"/>
                  </a:cubicBezTo>
                  <a:lnTo>
                    <a:pt x="193057" y="10395"/>
                  </a:lnTo>
                  <a:cubicBezTo>
                    <a:pt x="194852" y="7408"/>
                    <a:pt x="194852" y="6948"/>
                    <a:pt x="194852" y="5799"/>
                  </a:cubicBezTo>
                  <a:cubicBezTo>
                    <a:pt x="194852" y="2122"/>
                    <a:pt x="191935" y="54"/>
                    <a:pt x="189467" y="54"/>
                  </a:cubicBezTo>
                  <a:cubicBezTo>
                    <a:pt x="186101" y="54"/>
                    <a:pt x="184979" y="2122"/>
                    <a:pt x="183633" y="4880"/>
                  </a:cubicBezTo>
                  <a:lnTo>
                    <a:pt x="78404" y="204817"/>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9" name="Freeform: Shape 138">
              <a:extLst>
                <a:ext uri="{FF2B5EF4-FFF2-40B4-BE49-F238E27FC236}">
                  <a16:creationId xmlns:a16="http://schemas.microsoft.com/office/drawing/2014/main" id="{D8739BF9-AAD4-5B7A-1EEB-9760C2296B92}"/>
                </a:ext>
              </a:extLst>
            </p:cNvPr>
            <p:cNvSpPr/>
            <p:nvPr>
              <p:custDataLst>
                <p:tags r:id="rId59"/>
              </p:custDataLst>
            </p:nvPr>
          </p:nvSpPr>
          <p:spPr>
            <a:xfrm>
              <a:off x="11089806" y="3095323"/>
              <a:ext cx="158447" cy="11161"/>
            </a:xfrm>
            <a:custGeom>
              <a:avLst/>
              <a:gdLst>
                <a:gd name="connsiteX0" fmla="*/ 0 w 158447"/>
                <a:gd name="connsiteY0" fmla="*/ 0 h 11161"/>
                <a:gd name="connsiteX1" fmla="*/ 158448 w 158447"/>
                <a:gd name="connsiteY1" fmla="*/ 0 h 11161"/>
                <a:gd name="connsiteX2" fmla="*/ 158448 w 158447"/>
                <a:gd name="connsiteY2" fmla="*/ 11162 h 11161"/>
                <a:gd name="connsiteX3" fmla="*/ 0 w 158447"/>
                <a:gd name="connsiteY3" fmla="*/ 11162 h 11161"/>
              </a:gdLst>
              <a:ahLst/>
              <a:cxnLst>
                <a:cxn ang="0">
                  <a:pos x="connsiteX0" y="connsiteY0"/>
                </a:cxn>
                <a:cxn ang="0">
                  <a:pos x="connsiteX1" y="connsiteY1"/>
                </a:cxn>
                <a:cxn ang="0">
                  <a:pos x="connsiteX2" y="connsiteY2"/>
                </a:cxn>
                <a:cxn ang="0">
                  <a:pos x="connsiteX3" y="connsiteY3"/>
                </a:cxn>
              </a:cxnLst>
              <a:rect l="l" t="t" r="r" b="b"/>
              <a:pathLst>
                <a:path w="158447" h="11161">
                  <a:moveTo>
                    <a:pt x="0" y="0"/>
                  </a:moveTo>
                  <a:lnTo>
                    <a:pt x="158448" y="0"/>
                  </a:lnTo>
                  <a:lnTo>
                    <a:pt x="158448" y="11162"/>
                  </a:lnTo>
                  <a:lnTo>
                    <a:pt x="0" y="11162"/>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0" name="Freeform: Shape 139">
              <a:extLst>
                <a:ext uri="{FF2B5EF4-FFF2-40B4-BE49-F238E27FC236}">
                  <a16:creationId xmlns:a16="http://schemas.microsoft.com/office/drawing/2014/main" id="{5F34EBE9-8606-4058-3521-2E411E8E801D}"/>
                </a:ext>
              </a:extLst>
            </p:cNvPr>
            <p:cNvSpPr/>
            <p:nvPr>
              <p:custDataLst>
                <p:tags r:id="rId60"/>
              </p:custDataLst>
            </p:nvPr>
          </p:nvSpPr>
          <p:spPr>
            <a:xfrm>
              <a:off x="11100352" y="3170913"/>
              <a:ext cx="137090" cy="103645"/>
            </a:xfrm>
            <a:custGeom>
              <a:avLst/>
              <a:gdLst>
                <a:gd name="connsiteX0" fmla="*/ 16933 w 137090"/>
                <a:gd name="connsiteY0" fmla="*/ 86928 h 103645"/>
                <a:gd name="connsiteX1" fmla="*/ 14689 w 137090"/>
                <a:gd name="connsiteY1" fmla="*/ 96350 h 103645"/>
                <a:gd name="connsiteX2" fmla="*/ 22318 w 137090"/>
                <a:gd name="connsiteY2" fmla="*/ 103704 h 103645"/>
                <a:gd name="connsiteX3" fmla="*/ 31068 w 137090"/>
                <a:gd name="connsiteY3" fmla="*/ 98648 h 103645"/>
                <a:gd name="connsiteX4" fmla="*/ 35107 w 137090"/>
                <a:gd name="connsiteY4" fmla="*/ 84400 h 103645"/>
                <a:gd name="connsiteX5" fmla="*/ 40043 w 137090"/>
                <a:gd name="connsiteY5" fmla="*/ 63717 h 103645"/>
                <a:gd name="connsiteX6" fmla="*/ 43857 w 137090"/>
                <a:gd name="connsiteY6" fmla="*/ 48319 h 103645"/>
                <a:gd name="connsiteX7" fmla="*/ 53281 w 137090"/>
                <a:gd name="connsiteY7" fmla="*/ 27636 h 103645"/>
                <a:gd name="connsiteX8" fmla="*/ 86936 w 137090"/>
                <a:gd name="connsiteY8" fmla="*/ 6493 h 103645"/>
                <a:gd name="connsiteX9" fmla="*/ 100174 w 137090"/>
                <a:gd name="connsiteY9" fmla="*/ 22580 h 103645"/>
                <a:gd name="connsiteX10" fmla="*/ 86936 w 137090"/>
                <a:gd name="connsiteY10" fmla="*/ 71530 h 103645"/>
                <a:gd name="connsiteX11" fmla="*/ 83571 w 137090"/>
                <a:gd name="connsiteY11" fmla="*/ 83940 h 103645"/>
                <a:gd name="connsiteX12" fmla="*/ 104886 w 137090"/>
                <a:gd name="connsiteY12" fmla="*/ 103704 h 103645"/>
                <a:gd name="connsiteX13" fmla="*/ 137195 w 137090"/>
                <a:gd name="connsiteY13" fmla="*/ 68543 h 103645"/>
                <a:gd name="connsiteX14" fmla="*/ 133605 w 137090"/>
                <a:gd name="connsiteY14" fmla="*/ 65555 h 103645"/>
                <a:gd name="connsiteX15" fmla="*/ 129342 w 137090"/>
                <a:gd name="connsiteY15" fmla="*/ 69462 h 103645"/>
                <a:gd name="connsiteX16" fmla="*/ 105559 w 137090"/>
                <a:gd name="connsiteY16" fmla="*/ 97269 h 103645"/>
                <a:gd name="connsiteX17" fmla="*/ 99950 w 137090"/>
                <a:gd name="connsiteY17" fmla="*/ 89226 h 103645"/>
                <a:gd name="connsiteX18" fmla="*/ 105110 w 137090"/>
                <a:gd name="connsiteY18" fmla="*/ 70611 h 103645"/>
                <a:gd name="connsiteX19" fmla="*/ 117002 w 137090"/>
                <a:gd name="connsiteY19" fmla="*/ 26257 h 103645"/>
                <a:gd name="connsiteX20" fmla="*/ 87834 w 137090"/>
                <a:gd name="connsiteY20" fmla="*/ 59 h 103645"/>
                <a:gd name="connsiteX21" fmla="*/ 49915 w 137090"/>
                <a:gd name="connsiteY21" fmla="*/ 20972 h 103645"/>
                <a:gd name="connsiteX22" fmla="*/ 25907 w 137090"/>
                <a:gd name="connsiteY22" fmla="*/ 59 h 103645"/>
                <a:gd name="connsiteX23" fmla="*/ 8182 w 137090"/>
                <a:gd name="connsiteY23" fmla="*/ 12468 h 103645"/>
                <a:gd name="connsiteX24" fmla="*/ 105 w 137090"/>
                <a:gd name="connsiteY24" fmla="*/ 35220 h 103645"/>
                <a:gd name="connsiteX25" fmla="*/ 3919 w 137090"/>
                <a:gd name="connsiteY25" fmla="*/ 38207 h 103645"/>
                <a:gd name="connsiteX26" fmla="*/ 8855 w 137090"/>
                <a:gd name="connsiteY26" fmla="*/ 31313 h 103645"/>
                <a:gd name="connsiteX27" fmla="*/ 25234 w 137090"/>
                <a:gd name="connsiteY27" fmla="*/ 6493 h 103645"/>
                <a:gd name="connsiteX28" fmla="*/ 32639 w 137090"/>
                <a:gd name="connsiteY28" fmla="*/ 17754 h 103645"/>
                <a:gd name="connsiteX29" fmla="*/ 29049 w 137090"/>
                <a:gd name="connsiteY29" fmla="*/ 36829 h 103645"/>
                <a:gd name="connsiteX30" fmla="*/ 24113 w 137090"/>
                <a:gd name="connsiteY30" fmla="*/ 57512 h 103645"/>
                <a:gd name="connsiteX31" fmla="*/ 16933 w 137090"/>
                <a:gd name="connsiteY31" fmla="*/ 86928 h 103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7090" h="103645">
                  <a:moveTo>
                    <a:pt x="16933" y="86928"/>
                  </a:moveTo>
                  <a:cubicBezTo>
                    <a:pt x="16035" y="89915"/>
                    <a:pt x="14689" y="95661"/>
                    <a:pt x="14689" y="96350"/>
                  </a:cubicBezTo>
                  <a:cubicBezTo>
                    <a:pt x="14689" y="101406"/>
                    <a:pt x="18728" y="103704"/>
                    <a:pt x="22318" y="103704"/>
                  </a:cubicBezTo>
                  <a:cubicBezTo>
                    <a:pt x="26356" y="103704"/>
                    <a:pt x="29946" y="100717"/>
                    <a:pt x="31068" y="98648"/>
                  </a:cubicBezTo>
                  <a:cubicBezTo>
                    <a:pt x="32190" y="96580"/>
                    <a:pt x="33985" y="89226"/>
                    <a:pt x="35107" y="84400"/>
                  </a:cubicBezTo>
                  <a:cubicBezTo>
                    <a:pt x="36228" y="80033"/>
                    <a:pt x="38697" y="69462"/>
                    <a:pt x="40043" y="63717"/>
                  </a:cubicBezTo>
                  <a:cubicBezTo>
                    <a:pt x="41389" y="58661"/>
                    <a:pt x="42735" y="53605"/>
                    <a:pt x="43857" y="48319"/>
                  </a:cubicBezTo>
                  <a:cubicBezTo>
                    <a:pt x="46325" y="38897"/>
                    <a:pt x="46774" y="37058"/>
                    <a:pt x="53281" y="27636"/>
                  </a:cubicBezTo>
                  <a:cubicBezTo>
                    <a:pt x="59563" y="18444"/>
                    <a:pt x="70108" y="6493"/>
                    <a:pt x="86936" y="6493"/>
                  </a:cubicBezTo>
                  <a:cubicBezTo>
                    <a:pt x="99950" y="6493"/>
                    <a:pt x="100174" y="18214"/>
                    <a:pt x="100174" y="22580"/>
                  </a:cubicBezTo>
                  <a:cubicBezTo>
                    <a:pt x="100174" y="36369"/>
                    <a:pt x="90526" y="61878"/>
                    <a:pt x="86936" y="71530"/>
                  </a:cubicBezTo>
                  <a:cubicBezTo>
                    <a:pt x="84468" y="77965"/>
                    <a:pt x="83571" y="80033"/>
                    <a:pt x="83571" y="83940"/>
                  </a:cubicBezTo>
                  <a:cubicBezTo>
                    <a:pt x="83571" y="96120"/>
                    <a:pt x="93443" y="103704"/>
                    <a:pt x="104886" y="103704"/>
                  </a:cubicBezTo>
                  <a:cubicBezTo>
                    <a:pt x="127323" y="103704"/>
                    <a:pt x="137195" y="71990"/>
                    <a:pt x="137195" y="68543"/>
                  </a:cubicBezTo>
                  <a:cubicBezTo>
                    <a:pt x="137195" y="65555"/>
                    <a:pt x="134278" y="65555"/>
                    <a:pt x="133605" y="65555"/>
                  </a:cubicBezTo>
                  <a:cubicBezTo>
                    <a:pt x="130464" y="65555"/>
                    <a:pt x="130240" y="66934"/>
                    <a:pt x="129342" y="69462"/>
                  </a:cubicBezTo>
                  <a:cubicBezTo>
                    <a:pt x="124182" y="87847"/>
                    <a:pt x="114534" y="97269"/>
                    <a:pt x="105559" y="97269"/>
                  </a:cubicBezTo>
                  <a:cubicBezTo>
                    <a:pt x="100847" y="97269"/>
                    <a:pt x="99950" y="94052"/>
                    <a:pt x="99950" y="89226"/>
                  </a:cubicBezTo>
                  <a:cubicBezTo>
                    <a:pt x="99950" y="83940"/>
                    <a:pt x="101071" y="80953"/>
                    <a:pt x="105110" y="70611"/>
                  </a:cubicBezTo>
                  <a:cubicBezTo>
                    <a:pt x="107803" y="63487"/>
                    <a:pt x="117002" y="39127"/>
                    <a:pt x="117002" y="26257"/>
                  </a:cubicBezTo>
                  <a:cubicBezTo>
                    <a:pt x="117002" y="3965"/>
                    <a:pt x="99725" y="59"/>
                    <a:pt x="87834" y="59"/>
                  </a:cubicBezTo>
                  <a:cubicBezTo>
                    <a:pt x="69211" y="59"/>
                    <a:pt x="56646" y="11779"/>
                    <a:pt x="49915" y="20972"/>
                  </a:cubicBezTo>
                  <a:cubicBezTo>
                    <a:pt x="48344" y="5114"/>
                    <a:pt x="35107" y="59"/>
                    <a:pt x="25907" y="59"/>
                  </a:cubicBezTo>
                  <a:cubicBezTo>
                    <a:pt x="16260" y="59"/>
                    <a:pt x="11099" y="7183"/>
                    <a:pt x="8182" y="12468"/>
                  </a:cubicBezTo>
                  <a:cubicBezTo>
                    <a:pt x="3246" y="20972"/>
                    <a:pt x="105" y="34071"/>
                    <a:pt x="105" y="35220"/>
                  </a:cubicBezTo>
                  <a:cubicBezTo>
                    <a:pt x="105" y="38207"/>
                    <a:pt x="3246" y="38207"/>
                    <a:pt x="3919" y="38207"/>
                  </a:cubicBezTo>
                  <a:cubicBezTo>
                    <a:pt x="7060" y="38207"/>
                    <a:pt x="7285" y="37518"/>
                    <a:pt x="8855" y="31313"/>
                  </a:cubicBezTo>
                  <a:cubicBezTo>
                    <a:pt x="12221" y="17754"/>
                    <a:pt x="16484" y="6493"/>
                    <a:pt x="25234" y="6493"/>
                  </a:cubicBezTo>
                  <a:cubicBezTo>
                    <a:pt x="31068" y="6493"/>
                    <a:pt x="32639" y="11549"/>
                    <a:pt x="32639" y="17754"/>
                  </a:cubicBezTo>
                  <a:cubicBezTo>
                    <a:pt x="32639" y="22121"/>
                    <a:pt x="30619" y="30624"/>
                    <a:pt x="29049" y="36829"/>
                  </a:cubicBezTo>
                  <a:cubicBezTo>
                    <a:pt x="27478" y="43034"/>
                    <a:pt x="25234" y="52456"/>
                    <a:pt x="24113" y="57512"/>
                  </a:cubicBezTo>
                  <a:lnTo>
                    <a:pt x="16933" y="86928"/>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1" name="Freeform: Shape 140">
              <a:extLst>
                <a:ext uri="{FF2B5EF4-FFF2-40B4-BE49-F238E27FC236}">
                  <a16:creationId xmlns:a16="http://schemas.microsoft.com/office/drawing/2014/main" id="{AF50C64F-578E-56CA-64F9-31F9E8F57650}"/>
                </a:ext>
              </a:extLst>
            </p:cNvPr>
            <p:cNvSpPr/>
            <p:nvPr>
              <p:custDataLst>
                <p:tags r:id="rId61"/>
              </p:custDataLst>
            </p:nvPr>
          </p:nvSpPr>
          <p:spPr>
            <a:xfrm>
              <a:off x="11306379" y="3077659"/>
              <a:ext cx="89299" cy="8732"/>
            </a:xfrm>
            <a:custGeom>
              <a:avLst/>
              <a:gdLst>
                <a:gd name="connsiteX0" fmla="*/ 89410 w 89299"/>
                <a:gd name="connsiteY0" fmla="*/ 8790 h 8732"/>
                <a:gd name="connsiteX1" fmla="*/ 89410 w 89299"/>
                <a:gd name="connsiteY1" fmla="*/ 57 h 8732"/>
                <a:gd name="connsiteX2" fmla="*/ 111 w 89299"/>
                <a:gd name="connsiteY2" fmla="*/ 57 h 8732"/>
                <a:gd name="connsiteX3" fmla="*/ 111 w 89299"/>
                <a:gd name="connsiteY3" fmla="*/ 8790 h 8732"/>
                <a:gd name="connsiteX4" fmla="*/ 89410 w 89299"/>
                <a:gd name="connsiteY4" fmla="*/ 8790 h 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299" h="8732">
                  <a:moveTo>
                    <a:pt x="89410" y="8790"/>
                  </a:moveTo>
                  <a:lnTo>
                    <a:pt x="89410" y="57"/>
                  </a:lnTo>
                  <a:lnTo>
                    <a:pt x="111" y="57"/>
                  </a:lnTo>
                  <a:lnTo>
                    <a:pt x="111" y="8790"/>
                  </a:lnTo>
                  <a:lnTo>
                    <a:pt x="89410" y="8790"/>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2" name="Freeform: Shape 141">
              <a:extLst>
                <a:ext uri="{FF2B5EF4-FFF2-40B4-BE49-F238E27FC236}">
                  <a16:creationId xmlns:a16="http://schemas.microsoft.com/office/drawing/2014/main" id="{52CA57CB-E174-D37A-73A5-E270FE7FA40E}"/>
                </a:ext>
              </a:extLst>
            </p:cNvPr>
            <p:cNvSpPr/>
            <p:nvPr>
              <p:custDataLst>
                <p:tags r:id="rId62"/>
              </p:custDataLst>
            </p:nvPr>
          </p:nvSpPr>
          <p:spPr>
            <a:xfrm>
              <a:off x="11261267" y="3115298"/>
              <a:ext cx="178374" cy="156962"/>
            </a:xfrm>
            <a:custGeom>
              <a:avLst/>
              <a:gdLst>
                <a:gd name="connsiteX0" fmla="*/ 139219 w 178374"/>
                <a:gd name="connsiteY0" fmla="*/ 27636 h 156962"/>
                <a:gd name="connsiteX1" fmla="*/ 152906 w 178374"/>
                <a:gd name="connsiteY1" fmla="*/ 15456 h 156962"/>
                <a:gd name="connsiteX2" fmla="*/ 173323 w 178374"/>
                <a:gd name="connsiteY2" fmla="*/ 8332 h 156962"/>
                <a:gd name="connsiteX3" fmla="*/ 178484 w 178374"/>
                <a:gd name="connsiteY3" fmla="*/ 3276 h 156962"/>
                <a:gd name="connsiteX4" fmla="*/ 175343 w 178374"/>
                <a:gd name="connsiteY4" fmla="*/ 59 h 156962"/>
                <a:gd name="connsiteX5" fmla="*/ 157169 w 178374"/>
                <a:gd name="connsiteY5" fmla="*/ 978 h 156962"/>
                <a:gd name="connsiteX6" fmla="*/ 133834 w 178374"/>
                <a:gd name="connsiteY6" fmla="*/ 59 h 156962"/>
                <a:gd name="connsiteX7" fmla="*/ 129347 w 178374"/>
                <a:gd name="connsiteY7" fmla="*/ 5114 h 156962"/>
                <a:gd name="connsiteX8" fmla="*/ 133386 w 178374"/>
                <a:gd name="connsiteY8" fmla="*/ 8332 h 156962"/>
                <a:gd name="connsiteX9" fmla="*/ 139892 w 178374"/>
                <a:gd name="connsiteY9" fmla="*/ 12698 h 156962"/>
                <a:gd name="connsiteX10" fmla="*/ 136976 w 178374"/>
                <a:gd name="connsiteY10" fmla="*/ 18673 h 156962"/>
                <a:gd name="connsiteX11" fmla="*/ 133161 w 178374"/>
                <a:gd name="connsiteY11" fmla="*/ 23729 h 156962"/>
                <a:gd name="connsiteX12" fmla="*/ 77069 w 178374"/>
                <a:gd name="connsiteY12" fmla="*/ 83710 h 156962"/>
                <a:gd name="connsiteX13" fmla="*/ 47452 w 178374"/>
                <a:gd name="connsiteY13" fmla="*/ 16375 h 156962"/>
                <a:gd name="connsiteX14" fmla="*/ 45881 w 178374"/>
                <a:gd name="connsiteY14" fmla="*/ 12468 h 156962"/>
                <a:gd name="connsiteX15" fmla="*/ 57997 w 178374"/>
                <a:gd name="connsiteY15" fmla="*/ 8332 h 156962"/>
                <a:gd name="connsiteX16" fmla="*/ 63831 w 178374"/>
                <a:gd name="connsiteY16" fmla="*/ 3276 h 156962"/>
                <a:gd name="connsiteX17" fmla="*/ 60241 w 178374"/>
                <a:gd name="connsiteY17" fmla="*/ 59 h 156962"/>
                <a:gd name="connsiteX18" fmla="*/ 30175 w 178374"/>
                <a:gd name="connsiteY18" fmla="*/ 978 h 156962"/>
                <a:gd name="connsiteX19" fmla="*/ 4597 w 178374"/>
                <a:gd name="connsiteY19" fmla="*/ 59 h 156962"/>
                <a:gd name="connsiteX20" fmla="*/ 110 w 178374"/>
                <a:gd name="connsiteY20" fmla="*/ 5114 h 156962"/>
                <a:gd name="connsiteX21" fmla="*/ 6168 w 178374"/>
                <a:gd name="connsiteY21" fmla="*/ 8332 h 156962"/>
                <a:gd name="connsiteX22" fmla="*/ 22322 w 178374"/>
                <a:gd name="connsiteY22" fmla="*/ 15456 h 156962"/>
                <a:gd name="connsiteX23" fmla="*/ 57100 w 178374"/>
                <a:gd name="connsiteY23" fmla="*/ 94052 h 156962"/>
                <a:gd name="connsiteX24" fmla="*/ 47003 w 178374"/>
                <a:gd name="connsiteY24" fmla="*/ 136108 h 156962"/>
                <a:gd name="connsiteX25" fmla="*/ 26361 w 178374"/>
                <a:gd name="connsiteY25" fmla="*/ 148747 h 156962"/>
                <a:gd name="connsiteX26" fmla="*/ 19630 w 178374"/>
                <a:gd name="connsiteY26" fmla="*/ 153573 h 156962"/>
                <a:gd name="connsiteX27" fmla="*/ 23220 w 178374"/>
                <a:gd name="connsiteY27" fmla="*/ 157021 h 156962"/>
                <a:gd name="connsiteX28" fmla="*/ 37131 w 178374"/>
                <a:gd name="connsiteY28" fmla="*/ 156331 h 156962"/>
                <a:gd name="connsiteX29" fmla="*/ 51939 w 178374"/>
                <a:gd name="connsiteY29" fmla="*/ 156101 h 156962"/>
                <a:gd name="connsiteX30" fmla="*/ 66299 w 178374"/>
                <a:gd name="connsiteY30" fmla="*/ 156331 h 156962"/>
                <a:gd name="connsiteX31" fmla="*/ 81332 w 178374"/>
                <a:gd name="connsiteY31" fmla="*/ 157021 h 156962"/>
                <a:gd name="connsiteX32" fmla="*/ 86268 w 178374"/>
                <a:gd name="connsiteY32" fmla="*/ 151965 h 156962"/>
                <a:gd name="connsiteX33" fmla="*/ 78639 w 178374"/>
                <a:gd name="connsiteY33" fmla="*/ 148747 h 156962"/>
                <a:gd name="connsiteX34" fmla="*/ 70113 w 178374"/>
                <a:gd name="connsiteY34" fmla="*/ 148288 h 156962"/>
                <a:gd name="connsiteX35" fmla="*/ 65177 w 178374"/>
                <a:gd name="connsiteY35" fmla="*/ 145070 h 156962"/>
                <a:gd name="connsiteX36" fmla="*/ 69440 w 178374"/>
                <a:gd name="connsiteY36" fmla="*/ 126456 h 156962"/>
                <a:gd name="connsiteX37" fmla="*/ 76396 w 178374"/>
                <a:gd name="connsiteY37" fmla="*/ 98189 h 156962"/>
                <a:gd name="connsiteX38" fmla="*/ 79537 w 178374"/>
                <a:gd name="connsiteY38" fmla="*/ 91984 h 156962"/>
                <a:gd name="connsiteX39" fmla="*/ 139219 w 178374"/>
                <a:gd name="connsiteY39" fmla="*/ 27636 h 156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78374" h="156962">
                  <a:moveTo>
                    <a:pt x="139219" y="27636"/>
                  </a:moveTo>
                  <a:cubicBezTo>
                    <a:pt x="143482" y="23040"/>
                    <a:pt x="147970" y="18903"/>
                    <a:pt x="152906" y="15456"/>
                  </a:cubicBezTo>
                  <a:cubicBezTo>
                    <a:pt x="162105" y="9021"/>
                    <a:pt x="170407" y="8562"/>
                    <a:pt x="173323" y="8332"/>
                  </a:cubicBezTo>
                  <a:cubicBezTo>
                    <a:pt x="175792" y="8102"/>
                    <a:pt x="178484" y="8102"/>
                    <a:pt x="178484" y="3276"/>
                  </a:cubicBezTo>
                  <a:cubicBezTo>
                    <a:pt x="178484" y="1667"/>
                    <a:pt x="177138" y="59"/>
                    <a:pt x="175343" y="59"/>
                  </a:cubicBezTo>
                  <a:cubicBezTo>
                    <a:pt x="169734" y="59"/>
                    <a:pt x="163002" y="978"/>
                    <a:pt x="157169" y="978"/>
                  </a:cubicBezTo>
                  <a:cubicBezTo>
                    <a:pt x="149989" y="978"/>
                    <a:pt x="140565" y="59"/>
                    <a:pt x="133834" y="59"/>
                  </a:cubicBezTo>
                  <a:cubicBezTo>
                    <a:pt x="132713" y="59"/>
                    <a:pt x="129347" y="59"/>
                    <a:pt x="129347" y="5114"/>
                  </a:cubicBezTo>
                  <a:cubicBezTo>
                    <a:pt x="129347" y="8102"/>
                    <a:pt x="132264" y="8332"/>
                    <a:pt x="133386" y="8332"/>
                  </a:cubicBezTo>
                  <a:cubicBezTo>
                    <a:pt x="139892" y="8791"/>
                    <a:pt x="139892" y="11319"/>
                    <a:pt x="139892" y="12698"/>
                  </a:cubicBezTo>
                  <a:cubicBezTo>
                    <a:pt x="139892" y="14767"/>
                    <a:pt x="138546" y="16605"/>
                    <a:pt x="136976" y="18673"/>
                  </a:cubicBezTo>
                  <a:cubicBezTo>
                    <a:pt x="135629" y="20742"/>
                    <a:pt x="134507" y="22350"/>
                    <a:pt x="133161" y="23729"/>
                  </a:cubicBezTo>
                  <a:lnTo>
                    <a:pt x="77069" y="83710"/>
                  </a:lnTo>
                  <a:lnTo>
                    <a:pt x="47452" y="16375"/>
                  </a:lnTo>
                  <a:cubicBezTo>
                    <a:pt x="45881" y="13158"/>
                    <a:pt x="45881" y="12698"/>
                    <a:pt x="45881" y="12468"/>
                  </a:cubicBezTo>
                  <a:cubicBezTo>
                    <a:pt x="45881" y="8332"/>
                    <a:pt x="56651" y="8332"/>
                    <a:pt x="57997" y="8332"/>
                  </a:cubicBezTo>
                  <a:cubicBezTo>
                    <a:pt x="60914" y="8332"/>
                    <a:pt x="63831" y="8332"/>
                    <a:pt x="63831" y="3276"/>
                  </a:cubicBezTo>
                  <a:cubicBezTo>
                    <a:pt x="63831" y="3046"/>
                    <a:pt x="63831" y="59"/>
                    <a:pt x="60241" y="59"/>
                  </a:cubicBezTo>
                  <a:cubicBezTo>
                    <a:pt x="53510" y="59"/>
                    <a:pt x="36907" y="978"/>
                    <a:pt x="30175" y="978"/>
                  </a:cubicBezTo>
                  <a:cubicBezTo>
                    <a:pt x="24566" y="978"/>
                    <a:pt x="10207" y="59"/>
                    <a:pt x="4597" y="59"/>
                  </a:cubicBezTo>
                  <a:cubicBezTo>
                    <a:pt x="2802" y="59"/>
                    <a:pt x="110" y="748"/>
                    <a:pt x="110" y="5114"/>
                  </a:cubicBezTo>
                  <a:cubicBezTo>
                    <a:pt x="110" y="8332"/>
                    <a:pt x="3027" y="8332"/>
                    <a:pt x="6168" y="8332"/>
                  </a:cubicBezTo>
                  <a:cubicBezTo>
                    <a:pt x="19181" y="8332"/>
                    <a:pt x="20079" y="10400"/>
                    <a:pt x="22322" y="15456"/>
                  </a:cubicBezTo>
                  <a:lnTo>
                    <a:pt x="57100" y="94052"/>
                  </a:lnTo>
                  <a:lnTo>
                    <a:pt x="47003" y="136108"/>
                  </a:lnTo>
                  <a:cubicBezTo>
                    <a:pt x="44086" y="147828"/>
                    <a:pt x="43862" y="148518"/>
                    <a:pt x="26361" y="148747"/>
                  </a:cubicBezTo>
                  <a:cubicBezTo>
                    <a:pt x="22547" y="148747"/>
                    <a:pt x="19630" y="148747"/>
                    <a:pt x="19630" y="153573"/>
                  </a:cubicBezTo>
                  <a:cubicBezTo>
                    <a:pt x="19630" y="155872"/>
                    <a:pt x="21201" y="157021"/>
                    <a:pt x="23220" y="157021"/>
                  </a:cubicBezTo>
                  <a:cubicBezTo>
                    <a:pt x="27483" y="157021"/>
                    <a:pt x="32644" y="156331"/>
                    <a:pt x="37131" y="156331"/>
                  </a:cubicBezTo>
                  <a:cubicBezTo>
                    <a:pt x="41394" y="156331"/>
                    <a:pt x="47901" y="156101"/>
                    <a:pt x="51939" y="156101"/>
                  </a:cubicBezTo>
                  <a:cubicBezTo>
                    <a:pt x="56427" y="156101"/>
                    <a:pt x="61587" y="156331"/>
                    <a:pt x="66299" y="156331"/>
                  </a:cubicBezTo>
                  <a:cubicBezTo>
                    <a:pt x="71011" y="156331"/>
                    <a:pt x="76620" y="157021"/>
                    <a:pt x="81332" y="157021"/>
                  </a:cubicBezTo>
                  <a:cubicBezTo>
                    <a:pt x="82678" y="157021"/>
                    <a:pt x="86268" y="157021"/>
                    <a:pt x="86268" y="151965"/>
                  </a:cubicBezTo>
                  <a:cubicBezTo>
                    <a:pt x="86268" y="148747"/>
                    <a:pt x="83576" y="148747"/>
                    <a:pt x="78639" y="148747"/>
                  </a:cubicBezTo>
                  <a:cubicBezTo>
                    <a:pt x="75049" y="148747"/>
                    <a:pt x="74152" y="148747"/>
                    <a:pt x="70113" y="148288"/>
                  </a:cubicBezTo>
                  <a:cubicBezTo>
                    <a:pt x="65850" y="147828"/>
                    <a:pt x="65177" y="147368"/>
                    <a:pt x="65177" y="145070"/>
                  </a:cubicBezTo>
                  <a:cubicBezTo>
                    <a:pt x="65177" y="143692"/>
                    <a:pt x="67870" y="132660"/>
                    <a:pt x="69440" y="126456"/>
                  </a:cubicBezTo>
                  <a:cubicBezTo>
                    <a:pt x="71235" y="119102"/>
                    <a:pt x="75947" y="99108"/>
                    <a:pt x="76396" y="98189"/>
                  </a:cubicBezTo>
                  <a:cubicBezTo>
                    <a:pt x="77293" y="94741"/>
                    <a:pt x="77293" y="94282"/>
                    <a:pt x="79537" y="91984"/>
                  </a:cubicBezTo>
                  <a:lnTo>
                    <a:pt x="139219" y="27636"/>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3" name="Freeform: Shape 142">
              <a:extLst>
                <a:ext uri="{FF2B5EF4-FFF2-40B4-BE49-F238E27FC236}">
                  <a16:creationId xmlns:a16="http://schemas.microsoft.com/office/drawing/2014/main" id="{6A951F91-15BE-CE42-EE7A-104F0E68D1C6}"/>
                </a:ext>
              </a:extLst>
            </p:cNvPr>
            <p:cNvSpPr/>
            <p:nvPr>
              <p:custDataLst>
                <p:tags r:id="rId63"/>
              </p:custDataLst>
            </p:nvPr>
          </p:nvSpPr>
          <p:spPr>
            <a:xfrm>
              <a:off x="10879236" y="3338267"/>
              <a:ext cx="574892" cy="13131"/>
            </a:xfrm>
            <a:custGeom>
              <a:avLst/>
              <a:gdLst>
                <a:gd name="connsiteX0" fmla="*/ 0 w 574892"/>
                <a:gd name="connsiteY0" fmla="*/ 0 h 13131"/>
                <a:gd name="connsiteX1" fmla="*/ 574892 w 574892"/>
                <a:gd name="connsiteY1" fmla="*/ 0 h 13131"/>
                <a:gd name="connsiteX2" fmla="*/ 574892 w 574892"/>
                <a:gd name="connsiteY2" fmla="*/ 13131 h 13131"/>
                <a:gd name="connsiteX3" fmla="*/ 0 w 574892"/>
                <a:gd name="connsiteY3" fmla="*/ 13131 h 13131"/>
              </a:gdLst>
              <a:ahLst/>
              <a:cxnLst>
                <a:cxn ang="0">
                  <a:pos x="connsiteX0" y="connsiteY0"/>
                </a:cxn>
                <a:cxn ang="0">
                  <a:pos x="connsiteX1" y="connsiteY1"/>
                </a:cxn>
                <a:cxn ang="0">
                  <a:pos x="connsiteX2" y="connsiteY2"/>
                </a:cxn>
                <a:cxn ang="0">
                  <a:pos x="connsiteX3" y="connsiteY3"/>
                </a:cxn>
              </a:cxnLst>
              <a:rect l="l" t="t" r="r" b="b"/>
              <a:pathLst>
                <a:path w="574892" h="13131">
                  <a:moveTo>
                    <a:pt x="0" y="0"/>
                  </a:moveTo>
                  <a:lnTo>
                    <a:pt x="574892" y="0"/>
                  </a:lnTo>
                  <a:lnTo>
                    <a:pt x="574892" y="13131"/>
                  </a:lnTo>
                  <a:lnTo>
                    <a:pt x="0" y="13131"/>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4" name="Freeform: Shape 143">
              <a:extLst>
                <a:ext uri="{FF2B5EF4-FFF2-40B4-BE49-F238E27FC236}">
                  <a16:creationId xmlns:a16="http://schemas.microsoft.com/office/drawing/2014/main" id="{FE8B434B-51DF-FF39-2EDE-3E76164FACCB}"/>
                </a:ext>
              </a:extLst>
            </p:cNvPr>
            <p:cNvSpPr/>
            <p:nvPr>
              <p:custDataLst>
                <p:tags r:id="rId64"/>
              </p:custDataLst>
            </p:nvPr>
          </p:nvSpPr>
          <p:spPr>
            <a:xfrm>
              <a:off x="11098681" y="3378563"/>
              <a:ext cx="142474" cy="166154"/>
            </a:xfrm>
            <a:custGeom>
              <a:avLst/>
              <a:gdLst>
                <a:gd name="connsiteX0" fmla="*/ 142580 w 142474"/>
                <a:gd name="connsiteY0" fmla="*/ 3054 h 166154"/>
                <a:gd name="connsiteX1" fmla="*/ 139663 w 142474"/>
                <a:gd name="connsiteY1" fmla="*/ 67 h 166154"/>
                <a:gd name="connsiteX2" fmla="*/ 135175 w 142474"/>
                <a:gd name="connsiteY2" fmla="*/ 3284 h 166154"/>
                <a:gd name="connsiteX3" fmla="*/ 124181 w 142474"/>
                <a:gd name="connsiteY3" fmla="*/ 16383 h 166154"/>
                <a:gd name="connsiteX4" fmla="*/ 87833 w 142474"/>
                <a:gd name="connsiteY4" fmla="*/ 67 h 166154"/>
                <a:gd name="connsiteX5" fmla="*/ 28151 w 142474"/>
                <a:gd name="connsiteY5" fmla="*/ 52694 h 166154"/>
                <a:gd name="connsiteX6" fmla="*/ 35555 w 142474"/>
                <a:gd name="connsiteY6" fmla="*/ 73837 h 166154"/>
                <a:gd name="connsiteX7" fmla="*/ 66743 w 142474"/>
                <a:gd name="connsiteY7" fmla="*/ 88774 h 166154"/>
                <a:gd name="connsiteX8" fmla="*/ 85814 w 142474"/>
                <a:gd name="connsiteY8" fmla="*/ 93371 h 166154"/>
                <a:gd name="connsiteX9" fmla="*/ 106680 w 142474"/>
                <a:gd name="connsiteY9" fmla="*/ 117501 h 166154"/>
                <a:gd name="connsiteX10" fmla="*/ 62031 w 142474"/>
                <a:gd name="connsiteY10" fmla="*/ 157948 h 166154"/>
                <a:gd name="connsiteX11" fmla="*/ 18503 w 142474"/>
                <a:gd name="connsiteY11" fmla="*/ 125315 h 166154"/>
                <a:gd name="connsiteX12" fmla="*/ 19849 w 142474"/>
                <a:gd name="connsiteY12" fmla="*/ 113824 h 166154"/>
                <a:gd name="connsiteX13" fmla="*/ 20074 w 142474"/>
                <a:gd name="connsiteY13" fmla="*/ 112445 h 166154"/>
                <a:gd name="connsiteX14" fmla="*/ 16484 w 142474"/>
                <a:gd name="connsiteY14" fmla="*/ 109458 h 166154"/>
                <a:gd name="connsiteX15" fmla="*/ 12221 w 142474"/>
                <a:gd name="connsiteY15" fmla="*/ 114054 h 166154"/>
                <a:gd name="connsiteX16" fmla="*/ 778 w 142474"/>
                <a:gd name="connsiteY16" fmla="*/ 160016 h 166154"/>
                <a:gd name="connsiteX17" fmla="*/ 105 w 142474"/>
                <a:gd name="connsiteY17" fmla="*/ 163464 h 166154"/>
                <a:gd name="connsiteX18" fmla="*/ 3246 w 142474"/>
                <a:gd name="connsiteY18" fmla="*/ 166221 h 166154"/>
                <a:gd name="connsiteX19" fmla="*/ 7733 w 142474"/>
                <a:gd name="connsiteY19" fmla="*/ 163004 h 166154"/>
                <a:gd name="connsiteX20" fmla="*/ 18503 w 142474"/>
                <a:gd name="connsiteY20" fmla="*/ 150134 h 166154"/>
                <a:gd name="connsiteX21" fmla="*/ 61358 w 142474"/>
                <a:gd name="connsiteY21" fmla="*/ 166221 h 166154"/>
                <a:gd name="connsiteX22" fmla="*/ 122611 w 142474"/>
                <a:gd name="connsiteY22" fmla="*/ 109228 h 166154"/>
                <a:gd name="connsiteX23" fmla="*/ 113636 w 142474"/>
                <a:gd name="connsiteY23" fmla="*/ 84638 h 166154"/>
                <a:gd name="connsiteX24" fmla="*/ 73474 w 142474"/>
                <a:gd name="connsiteY24" fmla="*/ 68551 h 166154"/>
                <a:gd name="connsiteX25" fmla="*/ 59338 w 142474"/>
                <a:gd name="connsiteY25" fmla="*/ 64874 h 166154"/>
                <a:gd name="connsiteX26" fmla="*/ 44306 w 142474"/>
                <a:gd name="connsiteY26" fmla="*/ 43961 h 166154"/>
                <a:gd name="connsiteX27" fmla="*/ 87609 w 142474"/>
                <a:gd name="connsiteY27" fmla="*/ 7421 h 166154"/>
                <a:gd name="connsiteX28" fmla="*/ 123508 w 142474"/>
                <a:gd name="connsiteY28" fmla="*/ 43271 h 166154"/>
                <a:gd name="connsiteX29" fmla="*/ 122611 w 142474"/>
                <a:gd name="connsiteY29" fmla="*/ 53613 h 166154"/>
                <a:gd name="connsiteX30" fmla="*/ 126425 w 142474"/>
                <a:gd name="connsiteY30" fmla="*/ 56830 h 166154"/>
                <a:gd name="connsiteX31" fmla="*/ 130912 w 142474"/>
                <a:gd name="connsiteY31" fmla="*/ 51775 h 166154"/>
                <a:gd name="connsiteX32" fmla="*/ 142580 w 142474"/>
                <a:gd name="connsiteY32" fmla="*/ 3054 h 166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2474" h="166154">
                  <a:moveTo>
                    <a:pt x="142580" y="3054"/>
                  </a:moveTo>
                  <a:cubicBezTo>
                    <a:pt x="142580" y="1905"/>
                    <a:pt x="141907" y="67"/>
                    <a:pt x="139663" y="67"/>
                  </a:cubicBezTo>
                  <a:cubicBezTo>
                    <a:pt x="138317" y="67"/>
                    <a:pt x="138092" y="297"/>
                    <a:pt x="135175" y="3284"/>
                  </a:cubicBezTo>
                  <a:lnTo>
                    <a:pt x="124181" y="16383"/>
                  </a:lnTo>
                  <a:cubicBezTo>
                    <a:pt x="115655" y="4203"/>
                    <a:pt x="101520" y="67"/>
                    <a:pt x="87833" y="67"/>
                  </a:cubicBezTo>
                  <a:cubicBezTo>
                    <a:pt x="56197" y="67"/>
                    <a:pt x="28151" y="26265"/>
                    <a:pt x="28151" y="52694"/>
                  </a:cubicBezTo>
                  <a:cubicBezTo>
                    <a:pt x="28151" y="56141"/>
                    <a:pt x="28824" y="65334"/>
                    <a:pt x="35555" y="73837"/>
                  </a:cubicBezTo>
                  <a:cubicBezTo>
                    <a:pt x="43184" y="83029"/>
                    <a:pt x="51485" y="85097"/>
                    <a:pt x="66743" y="88774"/>
                  </a:cubicBezTo>
                  <a:cubicBezTo>
                    <a:pt x="71230" y="89923"/>
                    <a:pt x="82448" y="92451"/>
                    <a:pt x="85814" y="93371"/>
                  </a:cubicBezTo>
                  <a:cubicBezTo>
                    <a:pt x="92994" y="95209"/>
                    <a:pt x="106680" y="100265"/>
                    <a:pt x="106680" y="117501"/>
                  </a:cubicBezTo>
                  <a:cubicBezTo>
                    <a:pt x="106680" y="136116"/>
                    <a:pt x="87609" y="157948"/>
                    <a:pt x="62031" y="157948"/>
                  </a:cubicBezTo>
                  <a:cubicBezTo>
                    <a:pt x="42286" y="157948"/>
                    <a:pt x="18503" y="150824"/>
                    <a:pt x="18503" y="125315"/>
                  </a:cubicBezTo>
                  <a:cubicBezTo>
                    <a:pt x="18503" y="123017"/>
                    <a:pt x="18952" y="117961"/>
                    <a:pt x="19849" y="113824"/>
                  </a:cubicBezTo>
                  <a:cubicBezTo>
                    <a:pt x="20074" y="112905"/>
                    <a:pt x="20074" y="112675"/>
                    <a:pt x="20074" y="112445"/>
                  </a:cubicBezTo>
                  <a:cubicBezTo>
                    <a:pt x="20074" y="109458"/>
                    <a:pt x="17381" y="109458"/>
                    <a:pt x="16484" y="109458"/>
                  </a:cubicBezTo>
                  <a:cubicBezTo>
                    <a:pt x="13343" y="109458"/>
                    <a:pt x="13118" y="109917"/>
                    <a:pt x="12221" y="114054"/>
                  </a:cubicBezTo>
                  <a:lnTo>
                    <a:pt x="778" y="160016"/>
                  </a:lnTo>
                  <a:cubicBezTo>
                    <a:pt x="553" y="160936"/>
                    <a:pt x="105" y="162314"/>
                    <a:pt x="105" y="163464"/>
                  </a:cubicBezTo>
                  <a:cubicBezTo>
                    <a:pt x="105" y="164842"/>
                    <a:pt x="1002" y="166221"/>
                    <a:pt x="3246" y="166221"/>
                  </a:cubicBezTo>
                  <a:cubicBezTo>
                    <a:pt x="4592" y="166221"/>
                    <a:pt x="4816" y="165991"/>
                    <a:pt x="7733" y="163004"/>
                  </a:cubicBezTo>
                  <a:cubicBezTo>
                    <a:pt x="10201" y="160246"/>
                    <a:pt x="16035" y="152892"/>
                    <a:pt x="18503" y="150134"/>
                  </a:cubicBezTo>
                  <a:cubicBezTo>
                    <a:pt x="30395" y="163464"/>
                    <a:pt x="47895" y="166221"/>
                    <a:pt x="61358" y="166221"/>
                  </a:cubicBezTo>
                  <a:cubicBezTo>
                    <a:pt x="95238" y="166221"/>
                    <a:pt x="122611" y="136346"/>
                    <a:pt x="122611" y="109228"/>
                  </a:cubicBezTo>
                  <a:cubicBezTo>
                    <a:pt x="122611" y="99116"/>
                    <a:pt x="118572" y="89923"/>
                    <a:pt x="113636" y="84638"/>
                  </a:cubicBezTo>
                  <a:cubicBezTo>
                    <a:pt x="105783" y="76365"/>
                    <a:pt x="102417" y="75445"/>
                    <a:pt x="73474" y="68551"/>
                  </a:cubicBezTo>
                  <a:cubicBezTo>
                    <a:pt x="68762" y="67402"/>
                    <a:pt x="61358" y="65563"/>
                    <a:pt x="59338" y="64874"/>
                  </a:cubicBezTo>
                  <a:cubicBezTo>
                    <a:pt x="53729" y="62806"/>
                    <a:pt x="44306" y="57060"/>
                    <a:pt x="44306" y="43961"/>
                  </a:cubicBezTo>
                  <a:cubicBezTo>
                    <a:pt x="44306" y="25806"/>
                    <a:pt x="64274" y="7421"/>
                    <a:pt x="87609" y="7421"/>
                  </a:cubicBezTo>
                  <a:cubicBezTo>
                    <a:pt x="111841" y="7421"/>
                    <a:pt x="123508" y="21439"/>
                    <a:pt x="123508" y="43271"/>
                  </a:cubicBezTo>
                  <a:cubicBezTo>
                    <a:pt x="123508" y="46259"/>
                    <a:pt x="122611" y="51545"/>
                    <a:pt x="122611" y="53613"/>
                  </a:cubicBezTo>
                  <a:cubicBezTo>
                    <a:pt x="122611" y="56830"/>
                    <a:pt x="125303" y="56830"/>
                    <a:pt x="126425" y="56830"/>
                  </a:cubicBezTo>
                  <a:cubicBezTo>
                    <a:pt x="129791" y="56830"/>
                    <a:pt x="130015" y="55681"/>
                    <a:pt x="130912" y="51775"/>
                  </a:cubicBezTo>
                  <a:lnTo>
                    <a:pt x="142580" y="305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89" name="Group 188">
            <a:extLst>
              <a:ext uri="{FF2B5EF4-FFF2-40B4-BE49-F238E27FC236}">
                <a16:creationId xmlns:a16="http://schemas.microsoft.com/office/drawing/2014/main" id="{4B6D8840-F255-EDFC-69C7-EF2F83F5AB8C}"/>
              </a:ext>
            </a:extLst>
          </p:cNvPr>
          <p:cNvGrpSpPr>
            <a:grpSpLocks noChangeAspect="1"/>
          </p:cNvGrpSpPr>
          <p:nvPr>
            <p:custDataLst>
              <p:tags r:id="rId4"/>
            </p:custDataLst>
          </p:nvPr>
        </p:nvGrpSpPr>
        <p:grpSpPr>
          <a:xfrm>
            <a:off x="3021868" y="4624415"/>
            <a:ext cx="762873" cy="176275"/>
            <a:chOff x="7653443" y="6168565"/>
            <a:chExt cx="762873" cy="176275"/>
          </a:xfrm>
        </p:grpSpPr>
        <p:sp>
          <p:nvSpPr>
            <p:cNvPr id="183" name="Freeform: Shape 182">
              <a:extLst>
                <a:ext uri="{FF2B5EF4-FFF2-40B4-BE49-F238E27FC236}">
                  <a16:creationId xmlns:a16="http://schemas.microsoft.com/office/drawing/2014/main" id="{AA0198BF-86FD-3C75-EC5D-500AAEE43220}"/>
                </a:ext>
              </a:extLst>
            </p:cNvPr>
            <p:cNvSpPr/>
            <p:nvPr>
              <p:custDataLst>
                <p:tags r:id="rId50"/>
              </p:custDataLst>
            </p:nvPr>
          </p:nvSpPr>
          <p:spPr>
            <a:xfrm>
              <a:off x="7653443" y="6178814"/>
              <a:ext cx="68919" cy="163208"/>
            </a:xfrm>
            <a:custGeom>
              <a:avLst/>
              <a:gdLst>
                <a:gd name="connsiteX0" fmla="*/ 41159 w 68919"/>
                <a:gd name="connsiteY0" fmla="*/ 57967 h 163208"/>
                <a:gd name="connsiteX1" fmla="*/ 62261 w 68919"/>
                <a:gd name="connsiteY1" fmla="*/ 57967 h 163208"/>
                <a:gd name="connsiteX2" fmla="*/ 68996 w 68919"/>
                <a:gd name="connsiteY2" fmla="*/ 52843 h 163208"/>
                <a:gd name="connsiteX3" fmla="*/ 62710 w 68919"/>
                <a:gd name="connsiteY3" fmla="*/ 50025 h 163208"/>
                <a:gd name="connsiteX4" fmla="*/ 42955 w 68919"/>
                <a:gd name="connsiteY4" fmla="*/ 50025 h 163208"/>
                <a:gd name="connsiteX5" fmla="*/ 52159 w 68919"/>
                <a:gd name="connsiteY5" fmla="*/ 6981 h 163208"/>
                <a:gd name="connsiteX6" fmla="*/ 45649 w 68919"/>
                <a:gd name="connsiteY6" fmla="*/ 63 h 163208"/>
                <a:gd name="connsiteX7" fmla="*/ 36669 w 68919"/>
                <a:gd name="connsiteY7" fmla="*/ 9286 h 163208"/>
                <a:gd name="connsiteX8" fmla="*/ 27914 w 68919"/>
                <a:gd name="connsiteY8" fmla="*/ 50025 h 163208"/>
                <a:gd name="connsiteX9" fmla="*/ 6811 w 68919"/>
                <a:gd name="connsiteY9" fmla="*/ 50025 h 163208"/>
                <a:gd name="connsiteX10" fmla="*/ 77 w 68919"/>
                <a:gd name="connsiteY10" fmla="*/ 54893 h 163208"/>
                <a:gd name="connsiteX11" fmla="*/ 6363 w 68919"/>
                <a:gd name="connsiteY11" fmla="*/ 57967 h 163208"/>
                <a:gd name="connsiteX12" fmla="*/ 26118 w 68919"/>
                <a:gd name="connsiteY12" fmla="*/ 57967 h 163208"/>
                <a:gd name="connsiteX13" fmla="*/ 9056 w 68919"/>
                <a:gd name="connsiteY13" fmla="*/ 139700 h 163208"/>
                <a:gd name="connsiteX14" fmla="*/ 29710 w 68919"/>
                <a:gd name="connsiteY14" fmla="*/ 163271 h 163208"/>
                <a:gd name="connsiteX15" fmla="*/ 65404 w 68919"/>
                <a:gd name="connsiteY15" fmla="*/ 123814 h 163208"/>
                <a:gd name="connsiteX16" fmla="*/ 62710 w 68919"/>
                <a:gd name="connsiteY16" fmla="*/ 121252 h 163208"/>
                <a:gd name="connsiteX17" fmla="*/ 59343 w 68919"/>
                <a:gd name="connsiteY17" fmla="*/ 124839 h 163208"/>
                <a:gd name="connsiteX18" fmla="*/ 30159 w 68919"/>
                <a:gd name="connsiteY18" fmla="*/ 157635 h 163208"/>
                <a:gd name="connsiteX19" fmla="*/ 23199 w 68919"/>
                <a:gd name="connsiteY19" fmla="*/ 145849 h 163208"/>
                <a:gd name="connsiteX20" fmla="*/ 24546 w 68919"/>
                <a:gd name="connsiteY20" fmla="*/ 133550 h 163208"/>
                <a:gd name="connsiteX21" fmla="*/ 41159 w 68919"/>
                <a:gd name="connsiteY21" fmla="*/ 57967 h 16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8919" h="163208">
                  <a:moveTo>
                    <a:pt x="41159" y="57967"/>
                  </a:moveTo>
                  <a:lnTo>
                    <a:pt x="62261" y="57967"/>
                  </a:lnTo>
                  <a:cubicBezTo>
                    <a:pt x="66751" y="57967"/>
                    <a:pt x="68996" y="57967"/>
                    <a:pt x="68996" y="52843"/>
                  </a:cubicBezTo>
                  <a:cubicBezTo>
                    <a:pt x="68996" y="50025"/>
                    <a:pt x="66751" y="50025"/>
                    <a:pt x="62710" y="50025"/>
                  </a:cubicBezTo>
                  <a:lnTo>
                    <a:pt x="42955" y="50025"/>
                  </a:lnTo>
                  <a:cubicBezTo>
                    <a:pt x="51036" y="13642"/>
                    <a:pt x="52159" y="8518"/>
                    <a:pt x="52159" y="6981"/>
                  </a:cubicBezTo>
                  <a:cubicBezTo>
                    <a:pt x="52159" y="2625"/>
                    <a:pt x="49465" y="63"/>
                    <a:pt x="45649" y="63"/>
                  </a:cubicBezTo>
                  <a:cubicBezTo>
                    <a:pt x="44975" y="63"/>
                    <a:pt x="38689" y="319"/>
                    <a:pt x="36669" y="9286"/>
                  </a:cubicBezTo>
                  <a:lnTo>
                    <a:pt x="27914" y="50025"/>
                  </a:lnTo>
                  <a:lnTo>
                    <a:pt x="6811" y="50025"/>
                  </a:lnTo>
                  <a:cubicBezTo>
                    <a:pt x="2322" y="50025"/>
                    <a:pt x="77" y="50025"/>
                    <a:pt x="77" y="54893"/>
                  </a:cubicBezTo>
                  <a:cubicBezTo>
                    <a:pt x="77" y="57967"/>
                    <a:pt x="1873" y="57967"/>
                    <a:pt x="6363" y="57967"/>
                  </a:cubicBezTo>
                  <a:lnTo>
                    <a:pt x="26118" y="57967"/>
                  </a:lnTo>
                  <a:cubicBezTo>
                    <a:pt x="9954" y="130732"/>
                    <a:pt x="9056" y="135088"/>
                    <a:pt x="9056" y="139700"/>
                  </a:cubicBezTo>
                  <a:cubicBezTo>
                    <a:pt x="9056" y="153535"/>
                    <a:pt x="17587" y="163271"/>
                    <a:pt x="29710" y="163271"/>
                  </a:cubicBezTo>
                  <a:cubicBezTo>
                    <a:pt x="52608" y="163271"/>
                    <a:pt x="65404" y="125864"/>
                    <a:pt x="65404" y="123814"/>
                  </a:cubicBezTo>
                  <a:cubicBezTo>
                    <a:pt x="65404" y="121252"/>
                    <a:pt x="63608" y="121252"/>
                    <a:pt x="62710" y="121252"/>
                  </a:cubicBezTo>
                  <a:cubicBezTo>
                    <a:pt x="60690" y="121252"/>
                    <a:pt x="60465" y="122021"/>
                    <a:pt x="59343" y="124839"/>
                  </a:cubicBezTo>
                  <a:cubicBezTo>
                    <a:pt x="49690" y="151485"/>
                    <a:pt x="37791" y="157635"/>
                    <a:pt x="30159" y="157635"/>
                  </a:cubicBezTo>
                  <a:cubicBezTo>
                    <a:pt x="25444" y="157635"/>
                    <a:pt x="23199" y="154304"/>
                    <a:pt x="23199" y="145849"/>
                  </a:cubicBezTo>
                  <a:cubicBezTo>
                    <a:pt x="23199" y="139700"/>
                    <a:pt x="23648" y="137906"/>
                    <a:pt x="24546" y="133550"/>
                  </a:cubicBezTo>
                  <a:lnTo>
                    <a:pt x="41159" y="57967"/>
                  </a:lnTo>
                  <a:close/>
                </a:path>
              </a:pathLst>
            </a:custGeom>
            <a:solidFill>
              <a:schemeClr val="tx1"/>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4" name="Freeform: Shape 183">
              <a:extLst>
                <a:ext uri="{FF2B5EF4-FFF2-40B4-BE49-F238E27FC236}">
                  <a16:creationId xmlns:a16="http://schemas.microsoft.com/office/drawing/2014/main" id="{73F65C47-4F69-C214-CE1B-493B5591BEF9}"/>
                </a:ext>
              </a:extLst>
            </p:cNvPr>
            <p:cNvSpPr/>
            <p:nvPr>
              <p:custDataLst>
                <p:tags r:id="rId51"/>
              </p:custDataLst>
            </p:nvPr>
          </p:nvSpPr>
          <p:spPr>
            <a:xfrm>
              <a:off x="7804275" y="6245173"/>
              <a:ext cx="149287" cy="59954"/>
            </a:xfrm>
            <a:custGeom>
              <a:avLst/>
              <a:gdLst>
                <a:gd name="connsiteX0" fmla="*/ 141738 w 149287"/>
                <a:gd name="connsiteY0" fmla="*/ 10311 h 59954"/>
                <a:gd name="connsiteX1" fmla="*/ 149371 w 149287"/>
                <a:gd name="connsiteY1" fmla="*/ 5187 h 59954"/>
                <a:gd name="connsiteX2" fmla="*/ 141962 w 149287"/>
                <a:gd name="connsiteY2" fmla="*/ 63 h 59954"/>
                <a:gd name="connsiteX3" fmla="*/ 7491 w 149287"/>
                <a:gd name="connsiteY3" fmla="*/ 63 h 59954"/>
                <a:gd name="connsiteX4" fmla="*/ 83 w 149287"/>
                <a:gd name="connsiteY4" fmla="*/ 5187 h 59954"/>
                <a:gd name="connsiteX5" fmla="*/ 7716 w 149287"/>
                <a:gd name="connsiteY5" fmla="*/ 10311 h 59954"/>
                <a:gd name="connsiteX6" fmla="*/ 141738 w 149287"/>
                <a:gd name="connsiteY6" fmla="*/ 10311 h 59954"/>
                <a:gd name="connsiteX7" fmla="*/ 141962 w 149287"/>
                <a:gd name="connsiteY7" fmla="*/ 60017 h 59954"/>
                <a:gd name="connsiteX8" fmla="*/ 149371 w 149287"/>
                <a:gd name="connsiteY8" fmla="*/ 54893 h 59954"/>
                <a:gd name="connsiteX9" fmla="*/ 141738 w 149287"/>
                <a:gd name="connsiteY9" fmla="*/ 49768 h 59954"/>
                <a:gd name="connsiteX10" fmla="*/ 7716 w 149287"/>
                <a:gd name="connsiteY10" fmla="*/ 49768 h 59954"/>
                <a:gd name="connsiteX11" fmla="*/ 83 w 149287"/>
                <a:gd name="connsiteY11" fmla="*/ 54893 h 59954"/>
                <a:gd name="connsiteX12" fmla="*/ 7491 w 149287"/>
                <a:gd name="connsiteY12" fmla="*/ 60017 h 59954"/>
                <a:gd name="connsiteX13" fmla="*/ 141962 w 149287"/>
                <a:gd name="connsiteY13" fmla="*/ 60017 h 59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9287" h="59954">
                  <a:moveTo>
                    <a:pt x="141738" y="10311"/>
                  </a:moveTo>
                  <a:cubicBezTo>
                    <a:pt x="145105" y="10311"/>
                    <a:pt x="149371" y="10311"/>
                    <a:pt x="149371" y="5187"/>
                  </a:cubicBezTo>
                  <a:cubicBezTo>
                    <a:pt x="149371" y="63"/>
                    <a:pt x="145105" y="63"/>
                    <a:pt x="141962" y="63"/>
                  </a:cubicBezTo>
                  <a:lnTo>
                    <a:pt x="7491" y="63"/>
                  </a:lnTo>
                  <a:cubicBezTo>
                    <a:pt x="4348" y="63"/>
                    <a:pt x="83" y="63"/>
                    <a:pt x="83" y="5187"/>
                  </a:cubicBezTo>
                  <a:cubicBezTo>
                    <a:pt x="83" y="10311"/>
                    <a:pt x="4348" y="10311"/>
                    <a:pt x="7716" y="10311"/>
                  </a:cubicBezTo>
                  <a:lnTo>
                    <a:pt x="141738" y="10311"/>
                  </a:lnTo>
                  <a:close/>
                  <a:moveTo>
                    <a:pt x="141962" y="60017"/>
                  </a:moveTo>
                  <a:cubicBezTo>
                    <a:pt x="145105" y="60017"/>
                    <a:pt x="149371" y="60017"/>
                    <a:pt x="149371" y="54893"/>
                  </a:cubicBezTo>
                  <a:cubicBezTo>
                    <a:pt x="149371" y="49768"/>
                    <a:pt x="145105" y="49768"/>
                    <a:pt x="141738" y="49768"/>
                  </a:cubicBezTo>
                  <a:lnTo>
                    <a:pt x="7716" y="49768"/>
                  </a:lnTo>
                  <a:cubicBezTo>
                    <a:pt x="4348" y="49768"/>
                    <a:pt x="83" y="49768"/>
                    <a:pt x="83" y="54893"/>
                  </a:cubicBezTo>
                  <a:cubicBezTo>
                    <a:pt x="83" y="60017"/>
                    <a:pt x="4348" y="60017"/>
                    <a:pt x="7491" y="60017"/>
                  </a:cubicBezTo>
                  <a:lnTo>
                    <a:pt x="141962" y="60017"/>
                  </a:lnTo>
                  <a:close/>
                </a:path>
              </a:pathLst>
            </a:custGeom>
            <a:solidFill>
              <a:schemeClr val="tx1"/>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5" name="Freeform: Shape 184">
              <a:extLst>
                <a:ext uri="{FF2B5EF4-FFF2-40B4-BE49-F238E27FC236}">
                  <a16:creationId xmlns:a16="http://schemas.microsoft.com/office/drawing/2014/main" id="{FE76A119-E596-37C9-9ED6-08BA0830E2D0}"/>
                </a:ext>
              </a:extLst>
            </p:cNvPr>
            <p:cNvSpPr/>
            <p:nvPr>
              <p:custDataLst>
                <p:tags r:id="rId52"/>
              </p:custDataLst>
            </p:nvPr>
          </p:nvSpPr>
          <p:spPr>
            <a:xfrm>
              <a:off x="8048647" y="6168565"/>
              <a:ext cx="74082" cy="170638"/>
            </a:xfrm>
            <a:custGeom>
              <a:avLst/>
              <a:gdLst>
                <a:gd name="connsiteX0" fmla="*/ 46115 w 74082"/>
                <a:gd name="connsiteY0" fmla="*/ 6724 h 170638"/>
                <a:gd name="connsiteX1" fmla="*/ 40951 w 74082"/>
                <a:gd name="connsiteY1" fmla="*/ 63 h 170638"/>
                <a:gd name="connsiteX2" fmla="*/ 94 w 74082"/>
                <a:gd name="connsiteY2" fmla="*/ 16460 h 170638"/>
                <a:gd name="connsiteX3" fmla="*/ 94 w 74082"/>
                <a:gd name="connsiteY3" fmla="*/ 24403 h 170638"/>
                <a:gd name="connsiteX4" fmla="*/ 29502 w 74082"/>
                <a:gd name="connsiteY4" fmla="*/ 17742 h 170638"/>
                <a:gd name="connsiteX5" fmla="*/ 29502 w 74082"/>
                <a:gd name="connsiteY5" fmla="*/ 150460 h 170638"/>
                <a:gd name="connsiteX6" fmla="*/ 8624 w 74082"/>
                <a:gd name="connsiteY6" fmla="*/ 162759 h 170638"/>
                <a:gd name="connsiteX7" fmla="*/ 1441 w 74082"/>
                <a:gd name="connsiteY7" fmla="*/ 162759 h 170638"/>
                <a:gd name="connsiteX8" fmla="*/ 1441 w 74082"/>
                <a:gd name="connsiteY8" fmla="*/ 170701 h 170638"/>
                <a:gd name="connsiteX9" fmla="*/ 37808 w 74082"/>
                <a:gd name="connsiteY9" fmla="*/ 169933 h 170638"/>
                <a:gd name="connsiteX10" fmla="*/ 74176 w 74082"/>
                <a:gd name="connsiteY10" fmla="*/ 170701 h 170638"/>
                <a:gd name="connsiteX11" fmla="*/ 74176 w 74082"/>
                <a:gd name="connsiteY11" fmla="*/ 162759 h 170638"/>
                <a:gd name="connsiteX12" fmla="*/ 66992 w 74082"/>
                <a:gd name="connsiteY12" fmla="*/ 162759 h 170638"/>
                <a:gd name="connsiteX13" fmla="*/ 46115 w 74082"/>
                <a:gd name="connsiteY13" fmla="*/ 150460 h 170638"/>
                <a:gd name="connsiteX14" fmla="*/ 46115 w 74082"/>
                <a:gd name="connsiteY14" fmla="*/ 6724 h 17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082" h="170638">
                  <a:moveTo>
                    <a:pt x="46115" y="6724"/>
                  </a:moveTo>
                  <a:cubicBezTo>
                    <a:pt x="46115" y="575"/>
                    <a:pt x="46115" y="63"/>
                    <a:pt x="40951" y="63"/>
                  </a:cubicBezTo>
                  <a:cubicBezTo>
                    <a:pt x="27033" y="16460"/>
                    <a:pt x="7277" y="16460"/>
                    <a:pt x="94" y="16460"/>
                  </a:cubicBezTo>
                  <a:lnTo>
                    <a:pt x="94" y="24403"/>
                  </a:lnTo>
                  <a:cubicBezTo>
                    <a:pt x="4583" y="24403"/>
                    <a:pt x="17829" y="24403"/>
                    <a:pt x="29502" y="17742"/>
                  </a:cubicBezTo>
                  <a:lnTo>
                    <a:pt x="29502" y="150460"/>
                  </a:lnTo>
                  <a:cubicBezTo>
                    <a:pt x="29502" y="159684"/>
                    <a:pt x="28829" y="162759"/>
                    <a:pt x="8624" y="162759"/>
                  </a:cubicBezTo>
                  <a:lnTo>
                    <a:pt x="1441" y="162759"/>
                  </a:lnTo>
                  <a:lnTo>
                    <a:pt x="1441" y="170701"/>
                  </a:lnTo>
                  <a:cubicBezTo>
                    <a:pt x="9298" y="169933"/>
                    <a:pt x="28829" y="169933"/>
                    <a:pt x="37808" y="169933"/>
                  </a:cubicBezTo>
                  <a:cubicBezTo>
                    <a:pt x="46788" y="169933"/>
                    <a:pt x="66319" y="169933"/>
                    <a:pt x="74176" y="170701"/>
                  </a:cubicBezTo>
                  <a:lnTo>
                    <a:pt x="74176" y="162759"/>
                  </a:lnTo>
                  <a:lnTo>
                    <a:pt x="66992" y="162759"/>
                  </a:lnTo>
                  <a:cubicBezTo>
                    <a:pt x="46788" y="162759"/>
                    <a:pt x="46115" y="159940"/>
                    <a:pt x="46115" y="150460"/>
                  </a:cubicBezTo>
                  <a:lnTo>
                    <a:pt x="46115" y="6724"/>
                  </a:lnTo>
                  <a:close/>
                </a:path>
              </a:pathLst>
            </a:custGeom>
            <a:solidFill>
              <a:schemeClr val="tx1"/>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6" name="Freeform: Shape 185">
              <a:extLst>
                <a:ext uri="{FF2B5EF4-FFF2-40B4-BE49-F238E27FC236}">
                  <a16:creationId xmlns:a16="http://schemas.microsoft.com/office/drawing/2014/main" id="{C53570F2-7A5F-90C9-6982-EDBA5715AFA6}"/>
                </a:ext>
              </a:extLst>
            </p:cNvPr>
            <p:cNvSpPr/>
            <p:nvPr>
              <p:custDataLst>
                <p:tags r:id="rId53"/>
              </p:custDataLst>
            </p:nvPr>
          </p:nvSpPr>
          <p:spPr>
            <a:xfrm>
              <a:off x="8160220" y="6312045"/>
              <a:ext cx="23796" cy="27158"/>
            </a:xfrm>
            <a:custGeom>
              <a:avLst/>
              <a:gdLst>
                <a:gd name="connsiteX0" fmla="*/ 23895 w 23796"/>
                <a:gd name="connsiteY0" fmla="*/ 13642 h 27158"/>
                <a:gd name="connsiteX1" fmla="*/ 11997 w 23796"/>
                <a:gd name="connsiteY1" fmla="*/ 63 h 27158"/>
                <a:gd name="connsiteX2" fmla="*/ 99 w 23796"/>
                <a:gd name="connsiteY2" fmla="*/ 13642 h 27158"/>
                <a:gd name="connsiteX3" fmla="*/ 11997 w 23796"/>
                <a:gd name="connsiteY3" fmla="*/ 27221 h 27158"/>
                <a:gd name="connsiteX4" fmla="*/ 23895 w 23796"/>
                <a:gd name="connsiteY4" fmla="*/ 13642 h 27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96" h="27158">
                  <a:moveTo>
                    <a:pt x="23895" y="13642"/>
                  </a:moveTo>
                  <a:cubicBezTo>
                    <a:pt x="23895" y="6212"/>
                    <a:pt x="18507" y="63"/>
                    <a:pt x="11997" y="63"/>
                  </a:cubicBezTo>
                  <a:cubicBezTo>
                    <a:pt x="5486" y="63"/>
                    <a:pt x="99" y="6212"/>
                    <a:pt x="99" y="13642"/>
                  </a:cubicBezTo>
                  <a:cubicBezTo>
                    <a:pt x="99" y="21072"/>
                    <a:pt x="5486" y="27221"/>
                    <a:pt x="11997" y="27221"/>
                  </a:cubicBezTo>
                  <a:cubicBezTo>
                    <a:pt x="18507" y="27221"/>
                    <a:pt x="23895" y="21072"/>
                    <a:pt x="23895" y="13642"/>
                  </a:cubicBezTo>
                  <a:close/>
                </a:path>
              </a:pathLst>
            </a:custGeom>
            <a:solidFill>
              <a:schemeClr val="tx1"/>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7" name="Freeform: Shape 186">
              <a:extLst>
                <a:ext uri="{FF2B5EF4-FFF2-40B4-BE49-F238E27FC236}">
                  <a16:creationId xmlns:a16="http://schemas.microsoft.com/office/drawing/2014/main" id="{8406D70F-E34E-0B7B-EA67-4B4A0E77CE2A}"/>
                </a:ext>
              </a:extLst>
            </p:cNvPr>
            <p:cNvSpPr/>
            <p:nvPr>
              <p:custDataLst>
                <p:tags r:id="rId54"/>
              </p:custDataLst>
            </p:nvPr>
          </p:nvSpPr>
          <p:spPr>
            <a:xfrm>
              <a:off x="8214498" y="6168565"/>
              <a:ext cx="89572" cy="176275"/>
            </a:xfrm>
            <a:custGeom>
              <a:avLst/>
              <a:gdLst>
                <a:gd name="connsiteX0" fmla="*/ 89674 w 89572"/>
                <a:gd name="connsiteY0" fmla="*/ 119202 h 176275"/>
                <a:gd name="connsiteX1" fmla="*/ 47020 w 89572"/>
                <a:gd name="connsiteY1" fmla="*/ 63091 h 176275"/>
                <a:gd name="connsiteX2" fmla="*/ 18510 w 89572"/>
                <a:gd name="connsiteY2" fmla="*/ 76158 h 176275"/>
                <a:gd name="connsiteX3" fmla="*/ 18510 w 89572"/>
                <a:gd name="connsiteY3" fmla="*/ 26197 h 176275"/>
                <a:gd name="connsiteX4" fmla="*/ 37592 w 89572"/>
                <a:gd name="connsiteY4" fmla="*/ 29527 h 176275"/>
                <a:gd name="connsiteX5" fmla="*/ 80919 w 89572"/>
                <a:gd name="connsiteY5" fmla="*/ 2881 h 176275"/>
                <a:gd name="connsiteX6" fmla="*/ 78674 w 89572"/>
                <a:gd name="connsiteY6" fmla="*/ 63 h 176275"/>
                <a:gd name="connsiteX7" fmla="*/ 76878 w 89572"/>
                <a:gd name="connsiteY7" fmla="*/ 831 h 176275"/>
                <a:gd name="connsiteX8" fmla="*/ 46347 w 89572"/>
                <a:gd name="connsiteY8" fmla="*/ 8262 h 176275"/>
                <a:gd name="connsiteX9" fmla="*/ 16489 w 89572"/>
                <a:gd name="connsiteY9" fmla="*/ 1088 h 176275"/>
                <a:gd name="connsiteX10" fmla="*/ 13795 w 89572"/>
                <a:gd name="connsiteY10" fmla="*/ 319 h 176275"/>
                <a:gd name="connsiteX11" fmla="*/ 11550 w 89572"/>
                <a:gd name="connsiteY11" fmla="*/ 6468 h 176275"/>
                <a:gd name="connsiteX12" fmla="*/ 11550 w 89572"/>
                <a:gd name="connsiteY12" fmla="*/ 82308 h 176275"/>
                <a:gd name="connsiteX13" fmla="*/ 14693 w 89572"/>
                <a:gd name="connsiteY13" fmla="*/ 88969 h 176275"/>
                <a:gd name="connsiteX14" fmla="*/ 17612 w 89572"/>
                <a:gd name="connsiteY14" fmla="*/ 86663 h 176275"/>
                <a:gd name="connsiteX15" fmla="*/ 46571 w 89572"/>
                <a:gd name="connsiteY15" fmla="*/ 68728 h 176275"/>
                <a:gd name="connsiteX16" fmla="*/ 65653 w 89572"/>
                <a:gd name="connsiteY16" fmla="*/ 85126 h 176275"/>
                <a:gd name="connsiteX17" fmla="*/ 69694 w 89572"/>
                <a:gd name="connsiteY17" fmla="*/ 117409 h 176275"/>
                <a:gd name="connsiteX18" fmla="*/ 64306 w 89572"/>
                <a:gd name="connsiteY18" fmla="*/ 152510 h 176275"/>
                <a:gd name="connsiteX19" fmla="*/ 40286 w 89572"/>
                <a:gd name="connsiteY19" fmla="*/ 169164 h 176275"/>
                <a:gd name="connsiteX20" fmla="*/ 7285 w 89572"/>
                <a:gd name="connsiteY20" fmla="*/ 140468 h 176275"/>
                <a:gd name="connsiteX21" fmla="*/ 11101 w 89572"/>
                <a:gd name="connsiteY21" fmla="*/ 140981 h 176275"/>
                <a:gd name="connsiteX22" fmla="*/ 22326 w 89572"/>
                <a:gd name="connsiteY22" fmla="*/ 128426 h 176275"/>
                <a:gd name="connsiteX23" fmla="*/ 11101 w 89572"/>
                <a:gd name="connsiteY23" fmla="*/ 115872 h 176275"/>
                <a:gd name="connsiteX24" fmla="*/ 101 w 89572"/>
                <a:gd name="connsiteY24" fmla="*/ 129451 h 176275"/>
                <a:gd name="connsiteX25" fmla="*/ 40734 w 89572"/>
                <a:gd name="connsiteY25" fmla="*/ 176338 h 176275"/>
                <a:gd name="connsiteX26" fmla="*/ 89674 w 89572"/>
                <a:gd name="connsiteY26" fmla="*/ 119202 h 1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9572" h="176275">
                  <a:moveTo>
                    <a:pt x="89674" y="119202"/>
                  </a:moveTo>
                  <a:cubicBezTo>
                    <a:pt x="89674" y="88713"/>
                    <a:pt x="71265" y="63091"/>
                    <a:pt x="47020" y="63091"/>
                  </a:cubicBezTo>
                  <a:cubicBezTo>
                    <a:pt x="36245" y="63091"/>
                    <a:pt x="26591" y="67191"/>
                    <a:pt x="18510" y="76158"/>
                  </a:cubicBezTo>
                  <a:lnTo>
                    <a:pt x="18510" y="26197"/>
                  </a:lnTo>
                  <a:cubicBezTo>
                    <a:pt x="23000" y="27734"/>
                    <a:pt x="30408" y="29527"/>
                    <a:pt x="37592" y="29527"/>
                  </a:cubicBezTo>
                  <a:cubicBezTo>
                    <a:pt x="65204" y="29527"/>
                    <a:pt x="80919" y="6212"/>
                    <a:pt x="80919" y="2881"/>
                  </a:cubicBezTo>
                  <a:cubicBezTo>
                    <a:pt x="80919" y="1344"/>
                    <a:pt x="80245" y="63"/>
                    <a:pt x="78674" y="63"/>
                  </a:cubicBezTo>
                  <a:cubicBezTo>
                    <a:pt x="78449" y="63"/>
                    <a:pt x="78000" y="63"/>
                    <a:pt x="76878" y="831"/>
                  </a:cubicBezTo>
                  <a:cubicBezTo>
                    <a:pt x="72388" y="3137"/>
                    <a:pt x="61388" y="8262"/>
                    <a:pt x="46347" y="8262"/>
                  </a:cubicBezTo>
                  <a:cubicBezTo>
                    <a:pt x="37367" y="8262"/>
                    <a:pt x="27040" y="6468"/>
                    <a:pt x="16489" y="1088"/>
                  </a:cubicBezTo>
                  <a:cubicBezTo>
                    <a:pt x="14693" y="319"/>
                    <a:pt x="14244" y="319"/>
                    <a:pt x="13795" y="319"/>
                  </a:cubicBezTo>
                  <a:cubicBezTo>
                    <a:pt x="11550" y="319"/>
                    <a:pt x="11550" y="2369"/>
                    <a:pt x="11550" y="6468"/>
                  </a:cubicBezTo>
                  <a:lnTo>
                    <a:pt x="11550" y="82308"/>
                  </a:lnTo>
                  <a:cubicBezTo>
                    <a:pt x="11550" y="86919"/>
                    <a:pt x="11550" y="88969"/>
                    <a:pt x="14693" y="88969"/>
                  </a:cubicBezTo>
                  <a:cubicBezTo>
                    <a:pt x="16265" y="88969"/>
                    <a:pt x="16714" y="88200"/>
                    <a:pt x="17612" y="86663"/>
                  </a:cubicBezTo>
                  <a:cubicBezTo>
                    <a:pt x="20081" y="82564"/>
                    <a:pt x="28387" y="68728"/>
                    <a:pt x="46571" y="68728"/>
                  </a:cubicBezTo>
                  <a:cubicBezTo>
                    <a:pt x="58245" y="68728"/>
                    <a:pt x="63857" y="80514"/>
                    <a:pt x="65653" y="85126"/>
                  </a:cubicBezTo>
                  <a:cubicBezTo>
                    <a:pt x="69245" y="94606"/>
                    <a:pt x="69694" y="104598"/>
                    <a:pt x="69694" y="117409"/>
                  </a:cubicBezTo>
                  <a:cubicBezTo>
                    <a:pt x="69694" y="126376"/>
                    <a:pt x="69694" y="141749"/>
                    <a:pt x="64306" y="152510"/>
                  </a:cubicBezTo>
                  <a:cubicBezTo>
                    <a:pt x="58918" y="162503"/>
                    <a:pt x="50612" y="169164"/>
                    <a:pt x="40286" y="169164"/>
                  </a:cubicBezTo>
                  <a:cubicBezTo>
                    <a:pt x="23898" y="169164"/>
                    <a:pt x="11101" y="155585"/>
                    <a:pt x="7285" y="140468"/>
                  </a:cubicBezTo>
                  <a:cubicBezTo>
                    <a:pt x="7959" y="140724"/>
                    <a:pt x="8632" y="140981"/>
                    <a:pt x="11101" y="140981"/>
                  </a:cubicBezTo>
                  <a:cubicBezTo>
                    <a:pt x="18510" y="140981"/>
                    <a:pt x="22326" y="134575"/>
                    <a:pt x="22326" y="128426"/>
                  </a:cubicBezTo>
                  <a:cubicBezTo>
                    <a:pt x="22326" y="122277"/>
                    <a:pt x="18510" y="115872"/>
                    <a:pt x="11101" y="115872"/>
                  </a:cubicBezTo>
                  <a:cubicBezTo>
                    <a:pt x="7959" y="115872"/>
                    <a:pt x="101" y="117665"/>
                    <a:pt x="101" y="129451"/>
                  </a:cubicBezTo>
                  <a:cubicBezTo>
                    <a:pt x="101" y="151485"/>
                    <a:pt x="15591" y="176338"/>
                    <a:pt x="40734" y="176338"/>
                  </a:cubicBezTo>
                  <a:cubicBezTo>
                    <a:pt x="66776" y="176338"/>
                    <a:pt x="89674" y="151742"/>
                    <a:pt x="89674" y="119202"/>
                  </a:cubicBezTo>
                  <a:close/>
                </a:path>
              </a:pathLst>
            </a:custGeom>
            <a:solidFill>
              <a:schemeClr val="tx1"/>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8" name="Freeform: Shape 187">
              <a:extLst>
                <a:ext uri="{FF2B5EF4-FFF2-40B4-BE49-F238E27FC236}">
                  <a16:creationId xmlns:a16="http://schemas.microsoft.com/office/drawing/2014/main" id="{63EAF815-B1F5-7EFC-4158-8EF410B384B3}"/>
                </a:ext>
              </a:extLst>
            </p:cNvPr>
            <p:cNvSpPr/>
            <p:nvPr>
              <p:custDataLst>
                <p:tags r:id="rId55"/>
              </p:custDataLst>
            </p:nvPr>
          </p:nvSpPr>
          <p:spPr>
            <a:xfrm>
              <a:off x="8326744" y="6168565"/>
              <a:ext cx="89572" cy="170638"/>
            </a:xfrm>
            <a:custGeom>
              <a:avLst/>
              <a:gdLst>
                <a:gd name="connsiteX0" fmla="*/ 17392 w 89572"/>
                <a:gd name="connsiteY0" fmla="*/ 150973 h 170638"/>
                <a:gd name="connsiteX1" fmla="*/ 41188 w 89572"/>
                <a:gd name="connsiteY1" fmla="*/ 124583 h 170638"/>
                <a:gd name="connsiteX2" fmla="*/ 89679 w 89572"/>
                <a:gd name="connsiteY2" fmla="*/ 49768 h 170638"/>
                <a:gd name="connsiteX3" fmla="*/ 42086 w 89572"/>
                <a:gd name="connsiteY3" fmla="*/ 63 h 170638"/>
                <a:gd name="connsiteX4" fmla="*/ 106 w 89572"/>
                <a:gd name="connsiteY4" fmla="*/ 46438 h 170638"/>
                <a:gd name="connsiteX5" fmla="*/ 12004 w 89572"/>
                <a:gd name="connsiteY5" fmla="*/ 60786 h 170638"/>
                <a:gd name="connsiteX6" fmla="*/ 23678 w 89572"/>
                <a:gd name="connsiteY6" fmla="*/ 47206 h 170638"/>
                <a:gd name="connsiteX7" fmla="*/ 11780 w 89572"/>
                <a:gd name="connsiteY7" fmla="*/ 33883 h 170638"/>
                <a:gd name="connsiteX8" fmla="*/ 8862 w 89572"/>
                <a:gd name="connsiteY8" fmla="*/ 34139 h 170638"/>
                <a:gd name="connsiteX9" fmla="*/ 39168 w 89572"/>
                <a:gd name="connsiteY9" fmla="*/ 8005 h 170638"/>
                <a:gd name="connsiteX10" fmla="*/ 69250 w 89572"/>
                <a:gd name="connsiteY10" fmla="*/ 49768 h 170638"/>
                <a:gd name="connsiteX11" fmla="*/ 45678 w 89572"/>
                <a:gd name="connsiteY11" fmla="*/ 106392 h 170638"/>
                <a:gd name="connsiteX12" fmla="*/ 2576 w 89572"/>
                <a:gd name="connsiteY12" fmla="*/ 161221 h 170638"/>
                <a:gd name="connsiteX13" fmla="*/ 106 w 89572"/>
                <a:gd name="connsiteY13" fmla="*/ 170701 h 170638"/>
                <a:gd name="connsiteX14" fmla="*/ 83393 w 89572"/>
                <a:gd name="connsiteY14" fmla="*/ 170701 h 170638"/>
                <a:gd name="connsiteX15" fmla="*/ 89679 w 89572"/>
                <a:gd name="connsiteY15" fmla="*/ 126120 h 170638"/>
                <a:gd name="connsiteX16" fmla="*/ 84066 w 89572"/>
                <a:gd name="connsiteY16" fmla="*/ 126120 h 170638"/>
                <a:gd name="connsiteX17" fmla="*/ 79128 w 89572"/>
                <a:gd name="connsiteY17" fmla="*/ 148923 h 170638"/>
                <a:gd name="connsiteX18" fmla="*/ 57801 w 89572"/>
                <a:gd name="connsiteY18" fmla="*/ 150973 h 170638"/>
                <a:gd name="connsiteX19" fmla="*/ 17392 w 89572"/>
                <a:gd name="connsiteY19" fmla="*/ 150973 h 17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9572" h="170638">
                  <a:moveTo>
                    <a:pt x="17392" y="150973"/>
                  </a:moveTo>
                  <a:lnTo>
                    <a:pt x="41188" y="124583"/>
                  </a:lnTo>
                  <a:cubicBezTo>
                    <a:pt x="76209" y="89225"/>
                    <a:pt x="89679" y="75390"/>
                    <a:pt x="89679" y="49768"/>
                  </a:cubicBezTo>
                  <a:cubicBezTo>
                    <a:pt x="89679" y="20560"/>
                    <a:pt x="69474" y="63"/>
                    <a:pt x="42086" y="63"/>
                  </a:cubicBezTo>
                  <a:cubicBezTo>
                    <a:pt x="16719" y="63"/>
                    <a:pt x="106" y="23634"/>
                    <a:pt x="106" y="46438"/>
                  </a:cubicBezTo>
                  <a:cubicBezTo>
                    <a:pt x="106" y="60786"/>
                    <a:pt x="11331" y="60786"/>
                    <a:pt x="12004" y="60786"/>
                  </a:cubicBezTo>
                  <a:cubicBezTo>
                    <a:pt x="15821" y="60786"/>
                    <a:pt x="23678" y="57711"/>
                    <a:pt x="23678" y="47206"/>
                  </a:cubicBezTo>
                  <a:cubicBezTo>
                    <a:pt x="23678" y="40545"/>
                    <a:pt x="19637" y="33883"/>
                    <a:pt x="11780" y="33883"/>
                  </a:cubicBezTo>
                  <a:cubicBezTo>
                    <a:pt x="9984" y="33883"/>
                    <a:pt x="9535" y="33883"/>
                    <a:pt x="8862" y="34139"/>
                  </a:cubicBezTo>
                  <a:cubicBezTo>
                    <a:pt x="14025" y="17485"/>
                    <a:pt x="26147" y="8005"/>
                    <a:pt x="39168" y="8005"/>
                  </a:cubicBezTo>
                  <a:cubicBezTo>
                    <a:pt x="59597" y="8005"/>
                    <a:pt x="69250" y="28759"/>
                    <a:pt x="69250" y="49768"/>
                  </a:cubicBezTo>
                  <a:cubicBezTo>
                    <a:pt x="69250" y="70265"/>
                    <a:pt x="58025" y="90506"/>
                    <a:pt x="45678" y="106392"/>
                  </a:cubicBezTo>
                  <a:lnTo>
                    <a:pt x="2576" y="161221"/>
                  </a:lnTo>
                  <a:cubicBezTo>
                    <a:pt x="106" y="164040"/>
                    <a:pt x="106" y="164552"/>
                    <a:pt x="106" y="170701"/>
                  </a:cubicBezTo>
                  <a:lnTo>
                    <a:pt x="83393" y="170701"/>
                  </a:lnTo>
                  <a:lnTo>
                    <a:pt x="89679" y="126120"/>
                  </a:lnTo>
                  <a:lnTo>
                    <a:pt x="84066" y="126120"/>
                  </a:lnTo>
                  <a:cubicBezTo>
                    <a:pt x="82944" y="133807"/>
                    <a:pt x="81373" y="145080"/>
                    <a:pt x="79128" y="148923"/>
                  </a:cubicBezTo>
                  <a:cubicBezTo>
                    <a:pt x="77556" y="150973"/>
                    <a:pt x="62740" y="150973"/>
                    <a:pt x="57801" y="150973"/>
                  </a:cubicBezTo>
                  <a:lnTo>
                    <a:pt x="17392" y="150973"/>
                  </a:lnTo>
                  <a:close/>
                </a:path>
              </a:pathLst>
            </a:custGeom>
            <a:solidFill>
              <a:schemeClr val="tx1"/>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cxnSp>
        <p:nvCxnSpPr>
          <p:cNvPr id="178" name="Straight Connector 177">
            <a:extLst>
              <a:ext uri="{FF2B5EF4-FFF2-40B4-BE49-F238E27FC236}">
                <a16:creationId xmlns:a16="http://schemas.microsoft.com/office/drawing/2014/main" id="{1DC6316A-EBE0-3F4D-ECE8-0E52BF0E4BB0}"/>
              </a:ext>
            </a:extLst>
          </p:cNvPr>
          <p:cNvCxnSpPr>
            <a:cxnSpLocks/>
          </p:cNvCxnSpPr>
          <p:nvPr/>
        </p:nvCxnSpPr>
        <p:spPr>
          <a:xfrm>
            <a:off x="2665456" y="4233731"/>
            <a:ext cx="0" cy="1042769"/>
          </a:xfrm>
          <a:prstGeom prst="line">
            <a:avLst/>
          </a:prstGeom>
          <a:ln>
            <a:solidFill>
              <a:srgbClr val="EA2023"/>
            </a:solidFill>
          </a:ln>
        </p:spPr>
        <p:style>
          <a:lnRef idx="2">
            <a:schemeClr val="accent1"/>
          </a:lnRef>
          <a:fillRef idx="0">
            <a:schemeClr val="accent1"/>
          </a:fillRef>
          <a:effectRef idx="1">
            <a:schemeClr val="accent1"/>
          </a:effectRef>
          <a:fontRef idx="minor">
            <a:schemeClr val="tx1"/>
          </a:fontRef>
        </p:style>
      </p:cxnSp>
      <p:sp>
        <p:nvSpPr>
          <p:cNvPr id="198" name="TextBox 197">
            <a:extLst>
              <a:ext uri="{FF2B5EF4-FFF2-40B4-BE49-F238E27FC236}">
                <a16:creationId xmlns:a16="http://schemas.microsoft.com/office/drawing/2014/main" id="{932A9252-0F51-A3BA-D487-FE6754CBC284}"/>
              </a:ext>
            </a:extLst>
          </p:cNvPr>
          <p:cNvSpPr txBox="1"/>
          <p:nvPr/>
        </p:nvSpPr>
        <p:spPr>
          <a:xfrm>
            <a:off x="6037255" y="1959637"/>
            <a:ext cx="5457839" cy="1323439"/>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Con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establecido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podemos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encontrar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mayor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significancia</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al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no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podríamos</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rechazar</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H0</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Este es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asociado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al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uso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como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crítico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Dado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nuestro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estadístico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tiene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distribución</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normal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estándar</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bajo H0,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tenemos</a:t>
            </a: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232" name="Group 231">
            <a:extLst>
              <a:ext uri="{FF2B5EF4-FFF2-40B4-BE49-F238E27FC236}">
                <a16:creationId xmlns:a16="http://schemas.microsoft.com/office/drawing/2014/main" id="{21FCB99F-AD99-A53B-19BA-73C58DEDC037}"/>
              </a:ext>
            </a:extLst>
          </p:cNvPr>
          <p:cNvGrpSpPr>
            <a:grpSpLocks noChangeAspect="1"/>
          </p:cNvGrpSpPr>
          <p:nvPr>
            <p:custDataLst>
              <p:tags r:id="rId5"/>
            </p:custDataLst>
          </p:nvPr>
        </p:nvGrpSpPr>
        <p:grpSpPr>
          <a:xfrm>
            <a:off x="6576592" y="3436914"/>
            <a:ext cx="3243563" cy="261030"/>
            <a:chOff x="9443218" y="5896078"/>
            <a:chExt cx="3243563" cy="261030"/>
          </a:xfrm>
        </p:grpSpPr>
        <p:sp>
          <p:nvSpPr>
            <p:cNvPr id="212" name="Freeform: Shape 211">
              <a:extLst>
                <a:ext uri="{FF2B5EF4-FFF2-40B4-BE49-F238E27FC236}">
                  <a16:creationId xmlns:a16="http://schemas.microsoft.com/office/drawing/2014/main" id="{9FE146FC-79A2-69E1-6FAA-E66A4A4AB336}"/>
                </a:ext>
              </a:extLst>
            </p:cNvPr>
            <p:cNvSpPr/>
            <p:nvPr>
              <p:custDataLst>
                <p:tags r:id="rId30"/>
              </p:custDataLst>
            </p:nvPr>
          </p:nvSpPr>
          <p:spPr>
            <a:xfrm>
              <a:off x="9443218" y="5976475"/>
              <a:ext cx="139178" cy="166015"/>
            </a:xfrm>
            <a:custGeom>
              <a:avLst/>
              <a:gdLst>
                <a:gd name="connsiteX0" fmla="*/ 20607 w 139178"/>
                <a:gd name="connsiteY0" fmla="*/ 147284 h 166015"/>
                <a:gd name="connsiteX1" fmla="*/ 6209 w 139178"/>
                <a:gd name="connsiteY1" fmla="*/ 157986 h 166015"/>
                <a:gd name="connsiteX2" fmla="*/ 77 w 139178"/>
                <a:gd name="connsiteY2" fmla="*/ 162946 h 166015"/>
                <a:gd name="connsiteX3" fmla="*/ 3543 w 139178"/>
                <a:gd name="connsiteY3" fmla="*/ 166078 h 166015"/>
                <a:gd name="connsiteX4" fmla="*/ 25939 w 139178"/>
                <a:gd name="connsiteY4" fmla="*/ 165295 h 166015"/>
                <a:gd name="connsiteX5" fmla="*/ 52335 w 139178"/>
                <a:gd name="connsiteY5" fmla="*/ 166078 h 166015"/>
                <a:gd name="connsiteX6" fmla="*/ 57135 w 139178"/>
                <a:gd name="connsiteY6" fmla="*/ 160857 h 166015"/>
                <a:gd name="connsiteX7" fmla="*/ 50736 w 139178"/>
                <a:gd name="connsiteY7" fmla="*/ 157986 h 166015"/>
                <a:gd name="connsiteX8" fmla="*/ 37404 w 139178"/>
                <a:gd name="connsiteY8" fmla="*/ 153810 h 166015"/>
                <a:gd name="connsiteX9" fmla="*/ 50469 w 139178"/>
                <a:gd name="connsiteY9" fmla="*/ 101603 h 166015"/>
                <a:gd name="connsiteX10" fmla="*/ 74999 w 139178"/>
                <a:gd name="connsiteY10" fmla="*/ 118309 h 166015"/>
                <a:gd name="connsiteX11" fmla="*/ 139256 w 139178"/>
                <a:gd name="connsiteY11" fmla="*/ 41828 h 166015"/>
                <a:gd name="connsiteX12" fmla="*/ 103794 w 139178"/>
                <a:gd name="connsiteY12" fmla="*/ 63 h 166015"/>
                <a:gd name="connsiteX13" fmla="*/ 68866 w 139178"/>
                <a:gd name="connsiteY13" fmla="*/ 19640 h 166015"/>
                <a:gd name="connsiteX14" fmla="*/ 44870 w 139178"/>
                <a:gd name="connsiteY14" fmla="*/ 63 h 166015"/>
                <a:gd name="connsiteX15" fmla="*/ 25140 w 139178"/>
                <a:gd name="connsiteY15" fmla="*/ 14941 h 166015"/>
                <a:gd name="connsiteX16" fmla="*/ 16874 w 139178"/>
                <a:gd name="connsiteY16" fmla="*/ 40261 h 166015"/>
                <a:gd name="connsiteX17" fmla="*/ 20074 w 139178"/>
                <a:gd name="connsiteY17" fmla="*/ 42872 h 166015"/>
                <a:gd name="connsiteX18" fmla="*/ 24606 w 139178"/>
                <a:gd name="connsiteY18" fmla="*/ 36868 h 166015"/>
                <a:gd name="connsiteX19" fmla="*/ 44070 w 139178"/>
                <a:gd name="connsiteY19" fmla="*/ 5805 h 166015"/>
                <a:gd name="connsiteX20" fmla="*/ 52335 w 139178"/>
                <a:gd name="connsiteY20" fmla="*/ 17813 h 166015"/>
                <a:gd name="connsiteX21" fmla="*/ 50469 w 139178"/>
                <a:gd name="connsiteY21" fmla="*/ 31125 h 166015"/>
                <a:gd name="connsiteX22" fmla="*/ 20607 w 139178"/>
                <a:gd name="connsiteY22" fmla="*/ 147284 h 166015"/>
                <a:gd name="connsiteX23" fmla="*/ 67533 w 139178"/>
                <a:gd name="connsiteY23" fmla="*/ 33997 h 166015"/>
                <a:gd name="connsiteX24" fmla="*/ 81398 w 139178"/>
                <a:gd name="connsiteY24" fmla="*/ 15725 h 166015"/>
                <a:gd name="connsiteX25" fmla="*/ 102994 w 139178"/>
                <a:gd name="connsiteY25" fmla="*/ 5805 h 166015"/>
                <a:gd name="connsiteX26" fmla="*/ 120058 w 139178"/>
                <a:gd name="connsiteY26" fmla="*/ 30342 h 166015"/>
                <a:gd name="connsiteX27" fmla="*/ 106461 w 139178"/>
                <a:gd name="connsiteY27" fmla="*/ 85681 h 166015"/>
                <a:gd name="connsiteX28" fmla="*/ 74732 w 139178"/>
                <a:gd name="connsiteY28" fmla="*/ 112567 h 166015"/>
                <a:gd name="connsiteX29" fmla="*/ 53669 w 139178"/>
                <a:gd name="connsiteY29" fmla="*/ 89335 h 166015"/>
                <a:gd name="connsiteX30" fmla="*/ 54468 w 139178"/>
                <a:gd name="connsiteY30" fmla="*/ 85159 h 166015"/>
                <a:gd name="connsiteX31" fmla="*/ 67533 w 139178"/>
                <a:gd name="connsiteY31" fmla="*/ 33997 h 16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9178" h="166015">
                  <a:moveTo>
                    <a:pt x="20607" y="147284"/>
                  </a:moveTo>
                  <a:cubicBezTo>
                    <a:pt x="18474" y="156159"/>
                    <a:pt x="17941" y="157986"/>
                    <a:pt x="6209" y="157986"/>
                  </a:cubicBezTo>
                  <a:cubicBezTo>
                    <a:pt x="3010" y="157986"/>
                    <a:pt x="77" y="157986"/>
                    <a:pt x="77" y="162946"/>
                  </a:cubicBezTo>
                  <a:cubicBezTo>
                    <a:pt x="77" y="165034"/>
                    <a:pt x="1410" y="166078"/>
                    <a:pt x="3543" y="166078"/>
                  </a:cubicBezTo>
                  <a:cubicBezTo>
                    <a:pt x="10742" y="166078"/>
                    <a:pt x="18474" y="165295"/>
                    <a:pt x="25939" y="165295"/>
                  </a:cubicBezTo>
                  <a:cubicBezTo>
                    <a:pt x="34738" y="165295"/>
                    <a:pt x="43803" y="166078"/>
                    <a:pt x="52335" y="166078"/>
                  </a:cubicBezTo>
                  <a:cubicBezTo>
                    <a:pt x="53669" y="166078"/>
                    <a:pt x="57135" y="166078"/>
                    <a:pt x="57135" y="160857"/>
                  </a:cubicBezTo>
                  <a:cubicBezTo>
                    <a:pt x="57135" y="157986"/>
                    <a:pt x="54468" y="157986"/>
                    <a:pt x="50736" y="157986"/>
                  </a:cubicBezTo>
                  <a:cubicBezTo>
                    <a:pt x="37404" y="157986"/>
                    <a:pt x="37404" y="156159"/>
                    <a:pt x="37404" y="153810"/>
                  </a:cubicBezTo>
                  <a:cubicBezTo>
                    <a:pt x="37404" y="150677"/>
                    <a:pt x="48603" y="108129"/>
                    <a:pt x="50469" y="101603"/>
                  </a:cubicBezTo>
                  <a:cubicBezTo>
                    <a:pt x="53935" y="109173"/>
                    <a:pt x="61401" y="118309"/>
                    <a:pt x="74999" y="118309"/>
                  </a:cubicBezTo>
                  <a:cubicBezTo>
                    <a:pt x="105927" y="118309"/>
                    <a:pt x="139256" y="80199"/>
                    <a:pt x="139256" y="41828"/>
                  </a:cubicBezTo>
                  <a:cubicBezTo>
                    <a:pt x="139256" y="17291"/>
                    <a:pt x="124058" y="63"/>
                    <a:pt x="103794" y="63"/>
                  </a:cubicBezTo>
                  <a:cubicBezTo>
                    <a:pt x="90463" y="63"/>
                    <a:pt x="77665" y="9460"/>
                    <a:pt x="68866" y="19640"/>
                  </a:cubicBezTo>
                  <a:cubicBezTo>
                    <a:pt x="66200" y="5544"/>
                    <a:pt x="54735" y="63"/>
                    <a:pt x="44870" y="63"/>
                  </a:cubicBezTo>
                  <a:cubicBezTo>
                    <a:pt x="32605" y="63"/>
                    <a:pt x="27539" y="10243"/>
                    <a:pt x="25140" y="14941"/>
                  </a:cubicBezTo>
                  <a:cubicBezTo>
                    <a:pt x="20340" y="23817"/>
                    <a:pt x="16874" y="39478"/>
                    <a:pt x="16874" y="40261"/>
                  </a:cubicBezTo>
                  <a:cubicBezTo>
                    <a:pt x="16874" y="42872"/>
                    <a:pt x="19540" y="42872"/>
                    <a:pt x="20074" y="42872"/>
                  </a:cubicBezTo>
                  <a:cubicBezTo>
                    <a:pt x="22740" y="42872"/>
                    <a:pt x="23007" y="42611"/>
                    <a:pt x="24606" y="36868"/>
                  </a:cubicBezTo>
                  <a:cubicBezTo>
                    <a:pt x="29139" y="18335"/>
                    <a:pt x="34471" y="5805"/>
                    <a:pt x="44070" y="5805"/>
                  </a:cubicBezTo>
                  <a:cubicBezTo>
                    <a:pt x="48603" y="5805"/>
                    <a:pt x="52335" y="7894"/>
                    <a:pt x="52335" y="17813"/>
                  </a:cubicBezTo>
                  <a:cubicBezTo>
                    <a:pt x="52335" y="23817"/>
                    <a:pt x="51536" y="26688"/>
                    <a:pt x="50469" y="31125"/>
                  </a:cubicBezTo>
                  <a:lnTo>
                    <a:pt x="20607" y="147284"/>
                  </a:lnTo>
                  <a:close/>
                  <a:moveTo>
                    <a:pt x="67533" y="33997"/>
                  </a:moveTo>
                  <a:cubicBezTo>
                    <a:pt x="69399" y="26949"/>
                    <a:pt x="76598" y="19640"/>
                    <a:pt x="81398" y="15725"/>
                  </a:cubicBezTo>
                  <a:cubicBezTo>
                    <a:pt x="90730" y="7633"/>
                    <a:pt x="98462" y="5805"/>
                    <a:pt x="102994" y="5805"/>
                  </a:cubicBezTo>
                  <a:cubicBezTo>
                    <a:pt x="113659" y="5805"/>
                    <a:pt x="120058" y="14941"/>
                    <a:pt x="120058" y="30342"/>
                  </a:cubicBezTo>
                  <a:cubicBezTo>
                    <a:pt x="120058" y="45743"/>
                    <a:pt x="111260" y="75762"/>
                    <a:pt x="106461" y="85681"/>
                  </a:cubicBezTo>
                  <a:cubicBezTo>
                    <a:pt x="97395" y="103953"/>
                    <a:pt x="84597" y="112567"/>
                    <a:pt x="74732" y="112567"/>
                  </a:cubicBezTo>
                  <a:cubicBezTo>
                    <a:pt x="57135" y="112567"/>
                    <a:pt x="53669" y="90901"/>
                    <a:pt x="53669" y="89335"/>
                  </a:cubicBezTo>
                  <a:cubicBezTo>
                    <a:pt x="53669" y="88813"/>
                    <a:pt x="53669" y="88291"/>
                    <a:pt x="54468" y="85159"/>
                  </a:cubicBezTo>
                  <a:lnTo>
                    <a:pt x="67533" y="33997"/>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3" name="Freeform: Shape 212">
              <a:extLst>
                <a:ext uri="{FF2B5EF4-FFF2-40B4-BE49-F238E27FC236}">
                  <a16:creationId xmlns:a16="http://schemas.microsoft.com/office/drawing/2014/main" id="{8538867A-EF18-7C1A-30FD-C22107F25157}"/>
                </a:ext>
              </a:extLst>
            </p:cNvPr>
            <p:cNvSpPr/>
            <p:nvPr>
              <p:custDataLst>
                <p:tags r:id="rId31"/>
              </p:custDataLst>
            </p:nvPr>
          </p:nvSpPr>
          <p:spPr>
            <a:xfrm>
              <a:off x="9667275" y="6021372"/>
              <a:ext cx="162908" cy="10441"/>
            </a:xfrm>
            <a:custGeom>
              <a:avLst/>
              <a:gdLst>
                <a:gd name="connsiteX0" fmla="*/ 153661 w 162908"/>
                <a:gd name="connsiteY0" fmla="*/ 10504 h 10441"/>
                <a:gd name="connsiteX1" fmla="*/ 162993 w 162908"/>
                <a:gd name="connsiteY1" fmla="*/ 5283 h 10441"/>
                <a:gd name="connsiteX2" fmla="*/ 153661 w 162908"/>
                <a:gd name="connsiteY2" fmla="*/ 63 h 10441"/>
                <a:gd name="connsiteX3" fmla="*/ 9416 w 162908"/>
                <a:gd name="connsiteY3" fmla="*/ 63 h 10441"/>
                <a:gd name="connsiteX4" fmla="*/ 84 w 162908"/>
                <a:gd name="connsiteY4" fmla="*/ 5283 h 10441"/>
                <a:gd name="connsiteX5" fmla="*/ 9416 w 162908"/>
                <a:gd name="connsiteY5" fmla="*/ 10504 h 10441"/>
                <a:gd name="connsiteX6" fmla="*/ 153661 w 162908"/>
                <a:gd name="connsiteY6" fmla="*/ 10504 h 1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908" h="10441">
                  <a:moveTo>
                    <a:pt x="153661" y="10504"/>
                  </a:moveTo>
                  <a:cubicBezTo>
                    <a:pt x="158193" y="10504"/>
                    <a:pt x="162993" y="10504"/>
                    <a:pt x="162993" y="5283"/>
                  </a:cubicBezTo>
                  <a:cubicBezTo>
                    <a:pt x="162993" y="63"/>
                    <a:pt x="158193" y="63"/>
                    <a:pt x="153661" y="63"/>
                  </a:cubicBezTo>
                  <a:lnTo>
                    <a:pt x="9416" y="63"/>
                  </a:lnTo>
                  <a:cubicBezTo>
                    <a:pt x="4883" y="63"/>
                    <a:pt x="84" y="63"/>
                    <a:pt x="84" y="5283"/>
                  </a:cubicBezTo>
                  <a:cubicBezTo>
                    <a:pt x="84" y="10504"/>
                    <a:pt x="4883" y="10504"/>
                    <a:pt x="9416" y="10504"/>
                  </a:cubicBezTo>
                  <a:lnTo>
                    <a:pt x="153661" y="1050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4" name="Freeform: Shape 213">
              <a:extLst>
                <a:ext uri="{FF2B5EF4-FFF2-40B4-BE49-F238E27FC236}">
                  <a16:creationId xmlns:a16="http://schemas.microsoft.com/office/drawing/2014/main" id="{F75DB276-CBFF-888F-2008-47411BE6CC37}"/>
                </a:ext>
              </a:extLst>
            </p:cNvPr>
            <p:cNvSpPr/>
            <p:nvPr>
              <p:custDataLst>
                <p:tags r:id="rId32"/>
              </p:custDataLst>
            </p:nvPr>
          </p:nvSpPr>
          <p:spPr>
            <a:xfrm>
              <a:off x="9919503" y="5976475"/>
              <a:ext cx="117048" cy="118246"/>
            </a:xfrm>
            <a:custGeom>
              <a:avLst/>
              <a:gdLst>
                <a:gd name="connsiteX0" fmla="*/ 117143 w 117048"/>
                <a:gd name="connsiteY0" fmla="*/ 18335 h 118246"/>
                <a:gd name="connsiteX1" fmla="*/ 105411 w 117048"/>
                <a:gd name="connsiteY1" fmla="*/ 63 h 118246"/>
                <a:gd name="connsiteX2" fmla="*/ 92347 w 117048"/>
                <a:gd name="connsiteY2" fmla="*/ 12592 h 118246"/>
                <a:gd name="connsiteX3" fmla="*/ 96613 w 117048"/>
                <a:gd name="connsiteY3" fmla="*/ 20423 h 118246"/>
                <a:gd name="connsiteX4" fmla="*/ 105678 w 117048"/>
                <a:gd name="connsiteY4" fmla="*/ 41828 h 118246"/>
                <a:gd name="connsiteX5" fmla="*/ 58218 w 117048"/>
                <a:gd name="connsiteY5" fmla="*/ 112567 h 118246"/>
                <a:gd name="connsiteX6" fmla="*/ 38488 w 117048"/>
                <a:gd name="connsiteY6" fmla="*/ 89857 h 118246"/>
                <a:gd name="connsiteX7" fmla="*/ 53952 w 117048"/>
                <a:gd name="connsiteY7" fmla="*/ 34519 h 118246"/>
                <a:gd name="connsiteX8" fmla="*/ 57152 w 117048"/>
                <a:gd name="connsiteY8" fmla="*/ 21467 h 118246"/>
                <a:gd name="connsiteX9" fmla="*/ 35289 w 117048"/>
                <a:gd name="connsiteY9" fmla="*/ 63 h 118246"/>
                <a:gd name="connsiteX10" fmla="*/ 94 w 117048"/>
                <a:gd name="connsiteY10" fmla="*/ 40261 h 118246"/>
                <a:gd name="connsiteX11" fmla="*/ 3293 w 117048"/>
                <a:gd name="connsiteY11" fmla="*/ 42872 h 118246"/>
                <a:gd name="connsiteX12" fmla="*/ 7559 w 117048"/>
                <a:gd name="connsiteY12" fmla="*/ 38173 h 118246"/>
                <a:gd name="connsiteX13" fmla="*/ 34489 w 117048"/>
                <a:gd name="connsiteY13" fmla="*/ 5805 h 118246"/>
                <a:gd name="connsiteX14" fmla="*/ 41154 w 117048"/>
                <a:gd name="connsiteY14" fmla="*/ 14158 h 118246"/>
                <a:gd name="connsiteX15" fmla="*/ 36622 w 117048"/>
                <a:gd name="connsiteY15" fmla="*/ 32431 h 118246"/>
                <a:gd name="connsiteX16" fmla="*/ 21424 w 117048"/>
                <a:gd name="connsiteY16" fmla="*/ 85942 h 118246"/>
                <a:gd name="connsiteX17" fmla="*/ 57152 w 117048"/>
                <a:gd name="connsiteY17" fmla="*/ 118309 h 118246"/>
                <a:gd name="connsiteX18" fmla="*/ 117143 w 117048"/>
                <a:gd name="connsiteY18" fmla="*/ 18335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7048" h="118246">
                  <a:moveTo>
                    <a:pt x="117143" y="18335"/>
                  </a:moveTo>
                  <a:cubicBezTo>
                    <a:pt x="117143" y="4239"/>
                    <a:pt x="110210" y="63"/>
                    <a:pt x="105411" y="63"/>
                  </a:cubicBezTo>
                  <a:cubicBezTo>
                    <a:pt x="98746" y="63"/>
                    <a:pt x="92347" y="6850"/>
                    <a:pt x="92347" y="12592"/>
                  </a:cubicBezTo>
                  <a:cubicBezTo>
                    <a:pt x="92347" y="15986"/>
                    <a:pt x="93680" y="17552"/>
                    <a:pt x="96613" y="20423"/>
                  </a:cubicBezTo>
                  <a:cubicBezTo>
                    <a:pt x="102212" y="25644"/>
                    <a:pt x="105678" y="32431"/>
                    <a:pt x="105678" y="41828"/>
                  </a:cubicBezTo>
                  <a:cubicBezTo>
                    <a:pt x="105678" y="52791"/>
                    <a:pt x="89414" y="112567"/>
                    <a:pt x="58218" y="112567"/>
                  </a:cubicBezTo>
                  <a:cubicBezTo>
                    <a:pt x="44620" y="112567"/>
                    <a:pt x="38488" y="103431"/>
                    <a:pt x="38488" y="89857"/>
                  </a:cubicBezTo>
                  <a:cubicBezTo>
                    <a:pt x="38488" y="75239"/>
                    <a:pt x="45687" y="56184"/>
                    <a:pt x="53952" y="34519"/>
                  </a:cubicBezTo>
                  <a:cubicBezTo>
                    <a:pt x="55819" y="30081"/>
                    <a:pt x="57152" y="26427"/>
                    <a:pt x="57152" y="21467"/>
                  </a:cubicBezTo>
                  <a:cubicBezTo>
                    <a:pt x="57152" y="9721"/>
                    <a:pt x="48620" y="63"/>
                    <a:pt x="35289" y="63"/>
                  </a:cubicBezTo>
                  <a:cubicBezTo>
                    <a:pt x="10226" y="63"/>
                    <a:pt x="94" y="37912"/>
                    <a:pt x="94" y="40261"/>
                  </a:cubicBezTo>
                  <a:cubicBezTo>
                    <a:pt x="94" y="42872"/>
                    <a:pt x="2760" y="42872"/>
                    <a:pt x="3293" y="42872"/>
                  </a:cubicBezTo>
                  <a:cubicBezTo>
                    <a:pt x="5960" y="42872"/>
                    <a:pt x="6226" y="42350"/>
                    <a:pt x="7559" y="38173"/>
                  </a:cubicBezTo>
                  <a:cubicBezTo>
                    <a:pt x="15292" y="11809"/>
                    <a:pt x="26757" y="5805"/>
                    <a:pt x="34489" y="5805"/>
                  </a:cubicBezTo>
                  <a:cubicBezTo>
                    <a:pt x="36622" y="5805"/>
                    <a:pt x="41154" y="5805"/>
                    <a:pt x="41154" y="14158"/>
                  </a:cubicBezTo>
                  <a:cubicBezTo>
                    <a:pt x="41154" y="20684"/>
                    <a:pt x="38488" y="27732"/>
                    <a:pt x="36622" y="32431"/>
                  </a:cubicBezTo>
                  <a:cubicBezTo>
                    <a:pt x="24890" y="62710"/>
                    <a:pt x="21424" y="74717"/>
                    <a:pt x="21424" y="85942"/>
                  </a:cubicBezTo>
                  <a:cubicBezTo>
                    <a:pt x="21424" y="114133"/>
                    <a:pt x="44887" y="118309"/>
                    <a:pt x="57152" y="118309"/>
                  </a:cubicBezTo>
                  <a:cubicBezTo>
                    <a:pt x="101945" y="118309"/>
                    <a:pt x="117143" y="31908"/>
                    <a:pt x="117143" y="18335"/>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5" name="Freeform: Shape 214">
              <a:extLst>
                <a:ext uri="{FF2B5EF4-FFF2-40B4-BE49-F238E27FC236}">
                  <a16:creationId xmlns:a16="http://schemas.microsoft.com/office/drawing/2014/main" id="{9FA3522C-E9A2-6879-1A11-AF681BE2C778}"/>
                </a:ext>
              </a:extLst>
            </p:cNvPr>
            <p:cNvSpPr/>
            <p:nvPr>
              <p:custDataLst>
                <p:tags r:id="rId33"/>
              </p:custDataLst>
            </p:nvPr>
          </p:nvSpPr>
          <p:spPr>
            <a:xfrm>
              <a:off x="10061242" y="5976475"/>
              <a:ext cx="122114" cy="118246"/>
            </a:xfrm>
            <a:custGeom>
              <a:avLst/>
              <a:gdLst>
                <a:gd name="connsiteX0" fmla="*/ 88886 w 122114"/>
                <a:gd name="connsiteY0" fmla="*/ 16769 h 118246"/>
                <a:gd name="connsiteX1" fmla="*/ 64356 w 122114"/>
                <a:gd name="connsiteY1" fmla="*/ 63 h 118246"/>
                <a:gd name="connsiteX2" fmla="*/ 99 w 122114"/>
                <a:gd name="connsiteY2" fmla="*/ 76545 h 118246"/>
                <a:gd name="connsiteX3" fmla="*/ 35560 w 122114"/>
                <a:gd name="connsiteY3" fmla="*/ 118309 h 118246"/>
                <a:gd name="connsiteX4" fmla="*/ 70222 w 122114"/>
                <a:gd name="connsiteY4" fmla="*/ 98732 h 118246"/>
                <a:gd name="connsiteX5" fmla="*/ 94485 w 122114"/>
                <a:gd name="connsiteY5" fmla="*/ 118309 h 118246"/>
                <a:gd name="connsiteX6" fmla="*/ 114215 w 122114"/>
                <a:gd name="connsiteY6" fmla="*/ 103953 h 118246"/>
                <a:gd name="connsiteX7" fmla="*/ 122214 w 122114"/>
                <a:gd name="connsiteY7" fmla="*/ 78111 h 118246"/>
                <a:gd name="connsiteX8" fmla="*/ 119014 w 122114"/>
                <a:gd name="connsiteY8" fmla="*/ 75500 h 118246"/>
                <a:gd name="connsiteX9" fmla="*/ 115282 w 122114"/>
                <a:gd name="connsiteY9" fmla="*/ 80199 h 118246"/>
                <a:gd name="connsiteX10" fmla="*/ 95018 w 122114"/>
                <a:gd name="connsiteY10" fmla="*/ 112567 h 118246"/>
                <a:gd name="connsiteX11" fmla="*/ 87019 w 122114"/>
                <a:gd name="connsiteY11" fmla="*/ 100559 h 118246"/>
                <a:gd name="connsiteX12" fmla="*/ 90485 w 122114"/>
                <a:gd name="connsiteY12" fmla="*/ 81243 h 118246"/>
                <a:gd name="connsiteX13" fmla="*/ 96351 w 122114"/>
                <a:gd name="connsiteY13" fmla="*/ 57750 h 118246"/>
                <a:gd name="connsiteX14" fmla="*/ 105950 w 122114"/>
                <a:gd name="connsiteY14" fmla="*/ 21206 h 118246"/>
                <a:gd name="connsiteX15" fmla="*/ 107816 w 122114"/>
                <a:gd name="connsiteY15" fmla="*/ 12331 h 118246"/>
                <a:gd name="connsiteX16" fmla="*/ 100084 w 122114"/>
                <a:gd name="connsiteY16" fmla="*/ 5283 h 118246"/>
                <a:gd name="connsiteX17" fmla="*/ 88886 w 122114"/>
                <a:gd name="connsiteY17" fmla="*/ 16769 h 118246"/>
                <a:gd name="connsiteX18" fmla="*/ 71555 w 122114"/>
                <a:gd name="connsiteY18" fmla="*/ 84376 h 118246"/>
                <a:gd name="connsiteX19" fmla="*/ 66222 w 122114"/>
                <a:gd name="connsiteY19" fmla="*/ 94034 h 118246"/>
                <a:gd name="connsiteX20" fmla="*/ 36094 w 122114"/>
                <a:gd name="connsiteY20" fmla="*/ 112567 h 118246"/>
                <a:gd name="connsiteX21" fmla="*/ 19030 w 122114"/>
                <a:gd name="connsiteY21" fmla="*/ 88030 h 118246"/>
                <a:gd name="connsiteX22" fmla="*/ 33694 w 122114"/>
                <a:gd name="connsiteY22" fmla="*/ 30864 h 118246"/>
                <a:gd name="connsiteX23" fmla="*/ 64623 w 122114"/>
                <a:gd name="connsiteY23" fmla="*/ 5805 h 118246"/>
                <a:gd name="connsiteX24" fmla="*/ 85686 w 122114"/>
                <a:gd name="connsiteY24" fmla="*/ 28776 h 118246"/>
                <a:gd name="connsiteX25" fmla="*/ 84886 w 122114"/>
                <a:gd name="connsiteY25" fmla="*/ 33214 h 118246"/>
                <a:gd name="connsiteX26" fmla="*/ 71555 w 122114"/>
                <a:gd name="connsiteY26" fmla="*/ 84376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2114" h="118246">
                  <a:moveTo>
                    <a:pt x="88886" y="16769"/>
                  </a:moveTo>
                  <a:cubicBezTo>
                    <a:pt x="84086" y="7111"/>
                    <a:pt x="76354" y="63"/>
                    <a:pt x="64356" y="63"/>
                  </a:cubicBezTo>
                  <a:cubicBezTo>
                    <a:pt x="33161" y="63"/>
                    <a:pt x="99" y="38434"/>
                    <a:pt x="99" y="76545"/>
                  </a:cubicBezTo>
                  <a:cubicBezTo>
                    <a:pt x="99" y="101081"/>
                    <a:pt x="14764" y="118309"/>
                    <a:pt x="35560" y="118309"/>
                  </a:cubicBezTo>
                  <a:cubicBezTo>
                    <a:pt x="40893" y="118309"/>
                    <a:pt x="54224" y="117265"/>
                    <a:pt x="70222" y="98732"/>
                  </a:cubicBezTo>
                  <a:cubicBezTo>
                    <a:pt x="72355" y="109695"/>
                    <a:pt x="81687" y="118309"/>
                    <a:pt x="94485" y="118309"/>
                  </a:cubicBezTo>
                  <a:cubicBezTo>
                    <a:pt x="103817" y="118309"/>
                    <a:pt x="109949" y="112306"/>
                    <a:pt x="114215" y="103953"/>
                  </a:cubicBezTo>
                  <a:cubicBezTo>
                    <a:pt x="118748" y="94556"/>
                    <a:pt x="122214" y="78633"/>
                    <a:pt x="122214" y="78111"/>
                  </a:cubicBezTo>
                  <a:cubicBezTo>
                    <a:pt x="122214" y="75500"/>
                    <a:pt x="119814" y="75500"/>
                    <a:pt x="119014" y="75500"/>
                  </a:cubicBezTo>
                  <a:cubicBezTo>
                    <a:pt x="116348" y="75500"/>
                    <a:pt x="116081" y="76545"/>
                    <a:pt x="115282" y="80199"/>
                  </a:cubicBezTo>
                  <a:cubicBezTo>
                    <a:pt x="110749" y="97166"/>
                    <a:pt x="105950" y="112567"/>
                    <a:pt x="95018" y="112567"/>
                  </a:cubicBezTo>
                  <a:cubicBezTo>
                    <a:pt x="87819" y="112567"/>
                    <a:pt x="87019" y="105780"/>
                    <a:pt x="87019" y="100559"/>
                  </a:cubicBezTo>
                  <a:cubicBezTo>
                    <a:pt x="87019" y="94817"/>
                    <a:pt x="87552" y="92728"/>
                    <a:pt x="90485" y="81243"/>
                  </a:cubicBezTo>
                  <a:cubicBezTo>
                    <a:pt x="93418" y="70280"/>
                    <a:pt x="93951" y="67670"/>
                    <a:pt x="96351" y="57750"/>
                  </a:cubicBezTo>
                  <a:lnTo>
                    <a:pt x="105950" y="21206"/>
                  </a:lnTo>
                  <a:cubicBezTo>
                    <a:pt x="107816" y="13897"/>
                    <a:pt x="107816" y="13375"/>
                    <a:pt x="107816" y="12331"/>
                  </a:cubicBezTo>
                  <a:cubicBezTo>
                    <a:pt x="107816" y="7894"/>
                    <a:pt x="104617" y="5283"/>
                    <a:pt x="100084" y="5283"/>
                  </a:cubicBezTo>
                  <a:cubicBezTo>
                    <a:pt x="93685" y="5283"/>
                    <a:pt x="89685" y="11026"/>
                    <a:pt x="88886" y="16769"/>
                  </a:cubicBezTo>
                  <a:close/>
                  <a:moveTo>
                    <a:pt x="71555" y="84376"/>
                  </a:moveTo>
                  <a:cubicBezTo>
                    <a:pt x="70222" y="89074"/>
                    <a:pt x="70222" y="89596"/>
                    <a:pt x="66222" y="94034"/>
                  </a:cubicBezTo>
                  <a:cubicBezTo>
                    <a:pt x="54491" y="108390"/>
                    <a:pt x="43559" y="112567"/>
                    <a:pt x="36094" y="112567"/>
                  </a:cubicBezTo>
                  <a:cubicBezTo>
                    <a:pt x="22762" y="112567"/>
                    <a:pt x="19030" y="98210"/>
                    <a:pt x="19030" y="88030"/>
                  </a:cubicBezTo>
                  <a:cubicBezTo>
                    <a:pt x="19030" y="74978"/>
                    <a:pt x="27562" y="42872"/>
                    <a:pt x="33694" y="30864"/>
                  </a:cubicBezTo>
                  <a:cubicBezTo>
                    <a:pt x="41959" y="15464"/>
                    <a:pt x="53958" y="5805"/>
                    <a:pt x="64623" y="5805"/>
                  </a:cubicBezTo>
                  <a:cubicBezTo>
                    <a:pt x="81953" y="5805"/>
                    <a:pt x="85686" y="27210"/>
                    <a:pt x="85686" y="28776"/>
                  </a:cubicBezTo>
                  <a:cubicBezTo>
                    <a:pt x="85686" y="30342"/>
                    <a:pt x="85153" y="31908"/>
                    <a:pt x="84886" y="33214"/>
                  </a:cubicBezTo>
                  <a:lnTo>
                    <a:pt x="71555" y="84376"/>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6" name="Freeform: Shape 215">
              <a:extLst>
                <a:ext uri="{FF2B5EF4-FFF2-40B4-BE49-F238E27FC236}">
                  <a16:creationId xmlns:a16="http://schemas.microsoft.com/office/drawing/2014/main" id="{A0A7C4FA-A110-9E33-D9C9-3DEFE0DA2978}"/>
                </a:ext>
              </a:extLst>
            </p:cNvPr>
            <p:cNvSpPr/>
            <p:nvPr>
              <p:custDataLst>
                <p:tags r:id="rId34"/>
              </p:custDataLst>
            </p:nvPr>
          </p:nvSpPr>
          <p:spPr>
            <a:xfrm>
              <a:off x="10203244" y="5910695"/>
              <a:ext cx="57057" cy="184026"/>
            </a:xfrm>
            <a:custGeom>
              <a:avLst/>
              <a:gdLst>
                <a:gd name="connsiteX0" fmla="*/ 57162 w 57057"/>
                <a:gd name="connsiteY0" fmla="*/ 2934 h 184026"/>
                <a:gd name="connsiteX1" fmla="*/ 53696 w 57057"/>
                <a:gd name="connsiteY1" fmla="*/ 63 h 184026"/>
                <a:gd name="connsiteX2" fmla="*/ 21168 w 57057"/>
                <a:gd name="connsiteY2" fmla="*/ 2673 h 184026"/>
                <a:gd name="connsiteX3" fmla="*/ 16102 w 57057"/>
                <a:gd name="connsiteY3" fmla="*/ 8155 h 184026"/>
                <a:gd name="connsiteX4" fmla="*/ 22768 w 57057"/>
                <a:gd name="connsiteY4" fmla="*/ 11026 h 184026"/>
                <a:gd name="connsiteX5" fmla="*/ 35832 w 57057"/>
                <a:gd name="connsiteY5" fmla="*/ 15464 h 184026"/>
                <a:gd name="connsiteX6" fmla="*/ 35032 w 57057"/>
                <a:gd name="connsiteY6" fmla="*/ 20684 h 184026"/>
                <a:gd name="connsiteX7" fmla="*/ 1437 w 57057"/>
                <a:gd name="connsiteY7" fmla="*/ 151199 h 184026"/>
                <a:gd name="connsiteX8" fmla="*/ 104 w 57057"/>
                <a:gd name="connsiteY8" fmla="*/ 160074 h 184026"/>
                <a:gd name="connsiteX9" fmla="*/ 24367 w 57057"/>
                <a:gd name="connsiteY9" fmla="*/ 184089 h 184026"/>
                <a:gd name="connsiteX10" fmla="*/ 44364 w 57057"/>
                <a:gd name="connsiteY10" fmla="*/ 169471 h 184026"/>
                <a:gd name="connsiteX11" fmla="*/ 52363 w 57057"/>
                <a:gd name="connsiteY11" fmla="*/ 143890 h 184026"/>
                <a:gd name="connsiteX12" fmla="*/ 49164 w 57057"/>
                <a:gd name="connsiteY12" fmla="*/ 141280 h 184026"/>
                <a:gd name="connsiteX13" fmla="*/ 45431 w 57057"/>
                <a:gd name="connsiteY13" fmla="*/ 145979 h 184026"/>
                <a:gd name="connsiteX14" fmla="*/ 25167 w 57057"/>
                <a:gd name="connsiteY14" fmla="*/ 178346 h 184026"/>
                <a:gd name="connsiteX15" fmla="*/ 17168 w 57057"/>
                <a:gd name="connsiteY15" fmla="*/ 166339 h 184026"/>
                <a:gd name="connsiteX16" fmla="*/ 18768 w 57057"/>
                <a:gd name="connsiteY16" fmla="*/ 153810 h 184026"/>
                <a:gd name="connsiteX17" fmla="*/ 57162 w 57057"/>
                <a:gd name="connsiteY17" fmla="*/ 2934 h 184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057" h="184026">
                  <a:moveTo>
                    <a:pt x="57162" y="2934"/>
                  </a:moveTo>
                  <a:cubicBezTo>
                    <a:pt x="57162" y="2673"/>
                    <a:pt x="57162" y="63"/>
                    <a:pt x="53696" y="63"/>
                  </a:cubicBezTo>
                  <a:cubicBezTo>
                    <a:pt x="47564" y="63"/>
                    <a:pt x="28100" y="2151"/>
                    <a:pt x="21168" y="2673"/>
                  </a:cubicBezTo>
                  <a:cubicBezTo>
                    <a:pt x="19035" y="2934"/>
                    <a:pt x="16102" y="3195"/>
                    <a:pt x="16102" y="8155"/>
                  </a:cubicBezTo>
                  <a:cubicBezTo>
                    <a:pt x="16102" y="11026"/>
                    <a:pt x="18768" y="11026"/>
                    <a:pt x="22768" y="11026"/>
                  </a:cubicBezTo>
                  <a:cubicBezTo>
                    <a:pt x="35566" y="11026"/>
                    <a:pt x="35832" y="13375"/>
                    <a:pt x="35832" y="15464"/>
                  </a:cubicBezTo>
                  <a:lnTo>
                    <a:pt x="35032" y="20684"/>
                  </a:lnTo>
                  <a:lnTo>
                    <a:pt x="1437" y="151199"/>
                  </a:lnTo>
                  <a:cubicBezTo>
                    <a:pt x="638" y="154071"/>
                    <a:pt x="104" y="155898"/>
                    <a:pt x="104" y="160074"/>
                  </a:cubicBezTo>
                  <a:cubicBezTo>
                    <a:pt x="104" y="174953"/>
                    <a:pt x="11836" y="184089"/>
                    <a:pt x="24367" y="184089"/>
                  </a:cubicBezTo>
                  <a:cubicBezTo>
                    <a:pt x="33166" y="184089"/>
                    <a:pt x="39832" y="178868"/>
                    <a:pt x="44364" y="169471"/>
                  </a:cubicBezTo>
                  <a:cubicBezTo>
                    <a:pt x="49164" y="159552"/>
                    <a:pt x="52363" y="144412"/>
                    <a:pt x="52363" y="143890"/>
                  </a:cubicBezTo>
                  <a:cubicBezTo>
                    <a:pt x="52363" y="141280"/>
                    <a:pt x="49963" y="141280"/>
                    <a:pt x="49164" y="141280"/>
                  </a:cubicBezTo>
                  <a:cubicBezTo>
                    <a:pt x="46497" y="141280"/>
                    <a:pt x="46231" y="142324"/>
                    <a:pt x="45431" y="145979"/>
                  </a:cubicBezTo>
                  <a:cubicBezTo>
                    <a:pt x="40898" y="162946"/>
                    <a:pt x="35832" y="178346"/>
                    <a:pt x="25167" y="178346"/>
                  </a:cubicBezTo>
                  <a:cubicBezTo>
                    <a:pt x="17168" y="178346"/>
                    <a:pt x="17168" y="169993"/>
                    <a:pt x="17168" y="166339"/>
                  </a:cubicBezTo>
                  <a:cubicBezTo>
                    <a:pt x="17168" y="160074"/>
                    <a:pt x="17435" y="158769"/>
                    <a:pt x="18768" y="153810"/>
                  </a:cubicBezTo>
                  <a:lnTo>
                    <a:pt x="57162" y="293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7" name="Freeform: Shape 216">
              <a:extLst>
                <a:ext uri="{FF2B5EF4-FFF2-40B4-BE49-F238E27FC236}">
                  <a16:creationId xmlns:a16="http://schemas.microsoft.com/office/drawing/2014/main" id="{ED4CC8B3-51F9-1842-41C8-302C23129357}"/>
                </a:ext>
              </a:extLst>
            </p:cNvPr>
            <p:cNvSpPr/>
            <p:nvPr>
              <p:custDataLst>
                <p:tags r:id="rId35"/>
              </p:custDataLst>
            </p:nvPr>
          </p:nvSpPr>
          <p:spPr>
            <a:xfrm>
              <a:off x="10284047" y="5976475"/>
              <a:ext cx="137045" cy="118246"/>
            </a:xfrm>
            <a:custGeom>
              <a:avLst/>
              <a:gdLst>
                <a:gd name="connsiteX0" fmla="*/ 85695 w 137045"/>
                <a:gd name="connsiteY0" fmla="*/ 100820 h 118246"/>
                <a:gd name="connsiteX1" fmla="*/ 109424 w 137045"/>
                <a:gd name="connsiteY1" fmla="*/ 118309 h 118246"/>
                <a:gd name="connsiteX2" fmla="*/ 129155 w 137045"/>
                <a:gd name="connsiteY2" fmla="*/ 103953 h 118246"/>
                <a:gd name="connsiteX3" fmla="*/ 137153 w 137045"/>
                <a:gd name="connsiteY3" fmla="*/ 78111 h 118246"/>
                <a:gd name="connsiteX4" fmla="*/ 133954 w 137045"/>
                <a:gd name="connsiteY4" fmla="*/ 75500 h 118246"/>
                <a:gd name="connsiteX5" fmla="*/ 130221 w 137045"/>
                <a:gd name="connsiteY5" fmla="*/ 80199 h 118246"/>
                <a:gd name="connsiteX6" fmla="*/ 110224 w 137045"/>
                <a:gd name="connsiteY6" fmla="*/ 112567 h 118246"/>
                <a:gd name="connsiteX7" fmla="*/ 101959 w 137045"/>
                <a:gd name="connsiteY7" fmla="*/ 100559 h 118246"/>
                <a:gd name="connsiteX8" fmla="*/ 107291 w 137045"/>
                <a:gd name="connsiteY8" fmla="*/ 73412 h 118246"/>
                <a:gd name="connsiteX9" fmla="*/ 114757 w 137045"/>
                <a:gd name="connsiteY9" fmla="*/ 45221 h 118246"/>
                <a:gd name="connsiteX10" fmla="*/ 119289 w 137045"/>
                <a:gd name="connsiteY10" fmla="*/ 27471 h 118246"/>
                <a:gd name="connsiteX11" fmla="*/ 123289 w 137045"/>
                <a:gd name="connsiteY11" fmla="*/ 9982 h 118246"/>
                <a:gd name="connsiteX12" fmla="*/ 115557 w 137045"/>
                <a:gd name="connsiteY12" fmla="*/ 2934 h 118246"/>
                <a:gd name="connsiteX13" fmla="*/ 105158 w 137045"/>
                <a:gd name="connsiteY13" fmla="*/ 12070 h 118246"/>
                <a:gd name="connsiteX14" fmla="*/ 85161 w 137045"/>
                <a:gd name="connsiteY14" fmla="*/ 90640 h 118246"/>
                <a:gd name="connsiteX15" fmla="*/ 54766 w 137045"/>
                <a:gd name="connsiteY15" fmla="*/ 112567 h 118246"/>
                <a:gd name="connsiteX16" fmla="*/ 38235 w 137045"/>
                <a:gd name="connsiteY16" fmla="*/ 91162 h 118246"/>
                <a:gd name="connsiteX17" fmla="*/ 52633 w 137045"/>
                <a:gd name="connsiteY17" fmla="*/ 37912 h 118246"/>
                <a:gd name="connsiteX18" fmla="*/ 57166 w 137045"/>
                <a:gd name="connsiteY18" fmla="*/ 21467 h 118246"/>
                <a:gd name="connsiteX19" fmla="*/ 35302 w 137045"/>
                <a:gd name="connsiteY19" fmla="*/ 63 h 118246"/>
                <a:gd name="connsiteX20" fmla="*/ 108 w 137045"/>
                <a:gd name="connsiteY20" fmla="*/ 40261 h 118246"/>
                <a:gd name="connsiteX21" fmla="*/ 3307 w 137045"/>
                <a:gd name="connsiteY21" fmla="*/ 42872 h 118246"/>
                <a:gd name="connsiteX22" fmla="*/ 7573 w 137045"/>
                <a:gd name="connsiteY22" fmla="*/ 38173 h 118246"/>
                <a:gd name="connsiteX23" fmla="*/ 34502 w 137045"/>
                <a:gd name="connsiteY23" fmla="*/ 5805 h 118246"/>
                <a:gd name="connsiteX24" fmla="*/ 41168 w 137045"/>
                <a:gd name="connsiteY24" fmla="*/ 14419 h 118246"/>
                <a:gd name="connsiteX25" fmla="*/ 36635 w 137045"/>
                <a:gd name="connsiteY25" fmla="*/ 32169 h 118246"/>
                <a:gd name="connsiteX26" fmla="*/ 21171 w 137045"/>
                <a:gd name="connsiteY26" fmla="*/ 86986 h 118246"/>
                <a:gd name="connsiteX27" fmla="*/ 53966 w 137045"/>
                <a:gd name="connsiteY27" fmla="*/ 118309 h 118246"/>
                <a:gd name="connsiteX28" fmla="*/ 85695 w 137045"/>
                <a:gd name="connsiteY28" fmla="*/ 100820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045" h="118246">
                  <a:moveTo>
                    <a:pt x="85695" y="100820"/>
                  </a:moveTo>
                  <a:cubicBezTo>
                    <a:pt x="88627" y="111523"/>
                    <a:pt x="97959" y="118309"/>
                    <a:pt x="109424" y="118309"/>
                  </a:cubicBezTo>
                  <a:cubicBezTo>
                    <a:pt x="118756" y="118309"/>
                    <a:pt x="124889" y="112306"/>
                    <a:pt x="129155" y="103953"/>
                  </a:cubicBezTo>
                  <a:cubicBezTo>
                    <a:pt x="133687" y="94556"/>
                    <a:pt x="137153" y="78633"/>
                    <a:pt x="137153" y="78111"/>
                  </a:cubicBezTo>
                  <a:cubicBezTo>
                    <a:pt x="137153" y="75500"/>
                    <a:pt x="134754" y="75500"/>
                    <a:pt x="133954" y="75500"/>
                  </a:cubicBezTo>
                  <a:cubicBezTo>
                    <a:pt x="131288" y="75500"/>
                    <a:pt x="131021" y="76545"/>
                    <a:pt x="130221" y="80199"/>
                  </a:cubicBezTo>
                  <a:cubicBezTo>
                    <a:pt x="126488" y="94817"/>
                    <a:pt x="121422" y="112567"/>
                    <a:pt x="110224" y="112567"/>
                  </a:cubicBezTo>
                  <a:cubicBezTo>
                    <a:pt x="104625" y="112567"/>
                    <a:pt x="101959" y="109173"/>
                    <a:pt x="101959" y="100559"/>
                  </a:cubicBezTo>
                  <a:cubicBezTo>
                    <a:pt x="101959" y="94817"/>
                    <a:pt x="105158" y="82548"/>
                    <a:pt x="107291" y="73412"/>
                  </a:cubicBezTo>
                  <a:lnTo>
                    <a:pt x="114757" y="45221"/>
                  </a:lnTo>
                  <a:cubicBezTo>
                    <a:pt x="115557" y="41306"/>
                    <a:pt x="118223" y="31386"/>
                    <a:pt x="119289" y="27471"/>
                  </a:cubicBezTo>
                  <a:cubicBezTo>
                    <a:pt x="120623" y="21467"/>
                    <a:pt x="123289" y="11548"/>
                    <a:pt x="123289" y="9982"/>
                  </a:cubicBezTo>
                  <a:cubicBezTo>
                    <a:pt x="123289" y="5283"/>
                    <a:pt x="119556" y="2934"/>
                    <a:pt x="115557" y="2934"/>
                  </a:cubicBezTo>
                  <a:cubicBezTo>
                    <a:pt x="114224" y="2934"/>
                    <a:pt x="107291" y="3195"/>
                    <a:pt x="105158" y="12070"/>
                  </a:cubicBezTo>
                  <a:cubicBezTo>
                    <a:pt x="100092" y="31125"/>
                    <a:pt x="88361" y="76806"/>
                    <a:pt x="85161" y="90640"/>
                  </a:cubicBezTo>
                  <a:cubicBezTo>
                    <a:pt x="84895" y="91684"/>
                    <a:pt x="74230" y="112567"/>
                    <a:pt x="54766" y="112567"/>
                  </a:cubicBezTo>
                  <a:cubicBezTo>
                    <a:pt x="40901" y="112567"/>
                    <a:pt x="38235" y="100820"/>
                    <a:pt x="38235" y="91162"/>
                  </a:cubicBezTo>
                  <a:cubicBezTo>
                    <a:pt x="38235" y="76545"/>
                    <a:pt x="45701" y="55923"/>
                    <a:pt x="52633" y="37912"/>
                  </a:cubicBezTo>
                  <a:cubicBezTo>
                    <a:pt x="55832" y="30081"/>
                    <a:pt x="57166" y="26427"/>
                    <a:pt x="57166" y="21467"/>
                  </a:cubicBezTo>
                  <a:cubicBezTo>
                    <a:pt x="57166" y="9721"/>
                    <a:pt x="48633" y="63"/>
                    <a:pt x="35302" y="63"/>
                  </a:cubicBezTo>
                  <a:cubicBezTo>
                    <a:pt x="9973" y="63"/>
                    <a:pt x="108" y="37912"/>
                    <a:pt x="108" y="40261"/>
                  </a:cubicBezTo>
                  <a:cubicBezTo>
                    <a:pt x="108" y="42872"/>
                    <a:pt x="2774" y="42872"/>
                    <a:pt x="3307" y="42872"/>
                  </a:cubicBezTo>
                  <a:cubicBezTo>
                    <a:pt x="5973" y="42872"/>
                    <a:pt x="6240" y="42350"/>
                    <a:pt x="7573" y="38173"/>
                  </a:cubicBezTo>
                  <a:cubicBezTo>
                    <a:pt x="14239" y="15464"/>
                    <a:pt x="24370" y="5805"/>
                    <a:pt x="34502" y="5805"/>
                  </a:cubicBezTo>
                  <a:cubicBezTo>
                    <a:pt x="36902" y="5805"/>
                    <a:pt x="41168" y="6066"/>
                    <a:pt x="41168" y="14419"/>
                  </a:cubicBezTo>
                  <a:cubicBezTo>
                    <a:pt x="41168" y="20684"/>
                    <a:pt x="38235" y="28254"/>
                    <a:pt x="36635" y="32169"/>
                  </a:cubicBezTo>
                  <a:cubicBezTo>
                    <a:pt x="26770" y="58011"/>
                    <a:pt x="21171" y="74195"/>
                    <a:pt x="21171" y="86986"/>
                  </a:cubicBezTo>
                  <a:cubicBezTo>
                    <a:pt x="21171" y="111784"/>
                    <a:pt x="39568" y="118309"/>
                    <a:pt x="53966" y="118309"/>
                  </a:cubicBezTo>
                  <a:cubicBezTo>
                    <a:pt x="71563" y="118309"/>
                    <a:pt x="81162" y="106563"/>
                    <a:pt x="85695" y="100820"/>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8" name="Freeform: Shape 217">
              <a:extLst>
                <a:ext uri="{FF2B5EF4-FFF2-40B4-BE49-F238E27FC236}">
                  <a16:creationId xmlns:a16="http://schemas.microsoft.com/office/drawing/2014/main" id="{538C8226-65E8-B711-D2D6-38C3D72972D4}"/>
                </a:ext>
              </a:extLst>
            </p:cNvPr>
            <p:cNvSpPr/>
            <p:nvPr>
              <p:custDataLst>
                <p:tags r:id="rId36"/>
              </p:custDataLst>
            </p:nvPr>
          </p:nvSpPr>
          <p:spPr>
            <a:xfrm>
              <a:off x="10441212" y="5976475"/>
              <a:ext cx="102384" cy="118246"/>
            </a:xfrm>
            <a:custGeom>
              <a:avLst/>
              <a:gdLst>
                <a:gd name="connsiteX0" fmla="*/ 37708 w 102384"/>
                <a:gd name="connsiteY0" fmla="*/ 55140 h 118246"/>
                <a:gd name="connsiteX1" fmla="*/ 78501 w 102384"/>
                <a:gd name="connsiteY1" fmla="*/ 49136 h 118246"/>
                <a:gd name="connsiteX2" fmla="*/ 98498 w 102384"/>
                <a:gd name="connsiteY2" fmla="*/ 22250 h 118246"/>
                <a:gd name="connsiteX3" fmla="*/ 69969 w 102384"/>
                <a:gd name="connsiteY3" fmla="*/ 63 h 118246"/>
                <a:gd name="connsiteX4" fmla="*/ 113 w 102384"/>
                <a:gd name="connsiteY4" fmla="*/ 71063 h 118246"/>
                <a:gd name="connsiteX5" fmla="*/ 41974 w 102384"/>
                <a:gd name="connsiteY5" fmla="*/ 118309 h 118246"/>
                <a:gd name="connsiteX6" fmla="*/ 102498 w 102384"/>
                <a:gd name="connsiteY6" fmla="*/ 87508 h 118246"/>
                <a:gd name="connsiteX7" fmla="*/ 99298 w 102384"/>
                <a:gd name="connsiteY7" fmla="*/ 84114 h 118246"/>
                <a:gd name="connsiteX8" fmla="*/ 95832 w 102384"/>
                <a:gd name="connsiteY8" fmla="*/ 86725 h 118246"/>
                <a:gd name="connsiteX9" fmla="*/ 42507 w 102384"/>
                <a:gd name="connsiteY9" fmla="*/ 112567 h 118246"/>
                <a:gd name="connsiteX10" fmla="*/ 19310 w 102384"/>
                <a:gd name="connsiteY10" fmla="*/ 82287 h 118246"/>
                <a:gd name="connsiteX11" fmla="*/ 23576 w 102384"/>
                <a:gd name="connsiteY11" fmla="*/ 55140 h 118246"/>
                <a:gd name="connsiteX12" fmla="*/ 37708 w 102384"/>
                <a:gd name="connsiteY12" fmla="*/ 55140 h 118246"/>
                <a:gd name="connsiteX13" fmla="*/ 25176 w 102384"/>
                <a:gd name="connsiteY13" fmla="*/ 49397 h 118246"/>
                <a:gd name="connsiteX14" fmla="*/ 69969 w 102384"/>
                <a:gd name="connsiteY14" fmla="*/ 5805 h 118246"/>
                <a:gd name="connsiteX15" fmla="*/ 89700 w 102384"/>
                <a:gd name="connsiteY15" fmla="*/ 22250 h 118246"/>
                <a:gd name="connsiteX16" fmla="*/ 36108 w 102384"/>
                <a:gd name="connsiteY16" fmla="*/ 49397 h 118246"/>
                <a:gd name="connsiteX17" fmla="*/ 25176 w 102384"/>
                <a:gd name="connsiteY17" fmla="*/ 49397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2384" h="118246">
                  <a:moveTo>
                    <a:pt x="37708" y="55140"/>
                  </a:moveTo>
                  <a:cubicBezTo>
                    <a:pt x="45440" y="55140"/>
                    <a:pt x="65170" y="54618"/>
                    <a:pt x="78501" y="49136"/>
                  </a:cubicBezTo>
                  <a:cubicBezTo>
                    <a:pt x="97165" y="41306"/>
                    <a:pt x="98498" y="25905"/>
                    <a:pt x="98498" y="22250"/>
                  </a:cubicBezTo>
                  <a:cubicBezTo>
                    <a:pt x="98498" y="10765"/>
                    <a:pt x="88366" y="63"/>
                    <a:pt x="69969" y="63"/>
                  </a:cubicBezTo>
                  <a:cubicBezTo>
                    <a:pt x="40374" y="63"/>
                    <a:pt x="113" y="25383"/>
                    <a:pt x="113" y="71063"/>
                  </a:cubicBezTo>
                  <a:cubicBezTo>
                    <a:pt x="113" y="97688"/>
                    <a:pt x="15844" y="118309"/>
                    <a:pt x="41974" y="118309"/>
                  </a:cubicBezTo>
                  <a:cubicBezTo>
                    <a:pt x="80101" y="118309"/>
                    <a:pt x="102498" y="90640"/>
                    <a:pt x="102498" y="87508"/>
                  </a:cubicBezTo>
                  <a:cubicBezTo>
                    <a:pt x="102498" y="85942"/>
                    <a:pt x="100898" y="84114"/>
                    <a:pt x="99298" y="84114"/>
                  </a:cubicBezTo>
                  <a:cubicBezTo>
                    <a:pt x="97965" y="84114"/>
                    <a:pt x="97432" y="84637"/>
                    <a:pt x="95832" y="86725"/>
                  </a:cubicBezTo>
                  <a:cubicBezTo>
                    <a:pt x="74769" y="112567"/>
                    <a:pt x="45706" y="112567"/>
                    <a:pt x="42507" y="112567"/>
                  </a:cubicBezTo>
                  <a:cubicBezTo>
                    <a:pt x="21710" y="112567"/>
                    <a:pt x="19310" y="90640"/>
                    <a:pt x="19310" y="82287"/>
                  </a:cubicBezTo>
                  <a:cubicBezTo>
                    <a:pt x="19310" y="79155"/>
                    <a:pt x="19577" y="71063"/>
                    <a:pt x="23576" y="55140"/>
                  </a:cubicBezTo>
                  <a:lnTo>
                    <a:pt x="37708" y="55140"/>
                  </a:lnTo>
                  <a:close/>
                  <a:moveTo>
                    <a:pt x="25176" y="49397"/>
                  </a:moveTo>
                  <a:cubicBezTo>
                    <a:pt x="35575" y="9721"/>
                    <a:pt x="63037" y="5805"/>
                    <a:pt x="69969" y="5805"/>
                  </a:cubicBezTo>
                  <a:cubicBezTo>
                    <a:pt x="82501" y="5805"/>
                    <a:pt x="89700" y="13375"/>
                    <a:pt x="89700" y="22250"/>
                  </a:cubicBezTo>
                  <a:cubicBezTo>
                    <a:pt x="89700" y="49397"/>
                    <a:pt x="47039" y="49397"/>
                    <a:pt x="36108" y="49397"/>
                  </a:cubicBezTo>
                  <a:lnTo>
                    <a:pt x="25176" y="49397"/>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9" name="Freeform: Shape 218">
              <a:extLst>
                <a:ext uri="{FF2B5EF4-FFF2-40B4-BE49-F238E27FC236}">
                  <a16:creationId xmlns:a16="http://schemas.microsoft.com/office/drawing/2014/main" id="{F46D8645-A2B1-CF84-E353-206CB49BD7AD}"/>
                </a:ext>
              </a:extLst>
            </p:cNvPr>
            <p:cNvSpPr/>
            <p:nvPr>
              <p:custDataLst>
                <p:tags r:id="rId37"/>
              </p:custDataLst>
            </p:nvPr>
          </p:nvSpPr>
          <p:spPr>
            <a:xfrm>
              <a:off x="10642088" y="5996052"/>
              <a:ext cx="177306" cy="61081"/>
            </a:xfrm>
            <a:custGeom>
              <a:avLst/>
              <a:gdLst>
                <a:gd name="connsiteX0" fmla="*/ 168362 w 177306"/>
                <a:gd name="connsiteY0" fmla="*/ 10504 h 61081"/>
                <a:gd name="connsiteX1" fmla="*/ 177427 w 177306"/>
                <a:gd name="connsiteY1" fmla="*/ 5283 h 61081"/>
                <a:gd name="connsiteX2" fmla="*/ 168628 w 177306"/>
                <a:gd name="connsiteY2" fmla="*/ 63 h 61081"/>
                <a:gd name="connsiteX3" fmla="*/ 8919 w 177306"/>
                <a:gd name="connsiteY3" fmla="*/ 63 h 61081"/>
                <a:gd name="connsiteX4" fmla="*/ 121 w 177306"/>
                <a:gd name="connsiteY4" fmla="*/ 5283 h 61081"/>
                <a:gd name="connsiteX5" fmla="*/ 9186 w 177306"/>
                <a:gd name="connsiteY5" fmla="*/ 10504 h 61081"/>
                <a:gd name="connsiteX6" fmla="*/ 168362 w 177306"/>
                <a:gd name="connsiteY6" fmla="*/ 10504 h 61081"/>
                <a:gd name="connsiteX7" fmla="*/ 168628 w 177306"/>
                <a:gd name="connsiteY7" fmla="*/ 61144 h 61081"/>
                <a:gd name="connsiteX8" fmla="*/ 177427 w 177306"/>
                <a:gd name="connsiteY8" fmla="*/ 55923 h 61081"/>
                <a:gd name="connsiteX9" fmla="*/ 168362 w 177306"/>
                <a:gd name="connsiteY9" fmla="*/ 50703 h 61081"/>
                <a:gd name="connsiteX10" fmla="*/ 9186 w 177306"/>
                <a:gd name="connsiteY10" fmla="*/ 50703 h 61081"/>
                <a:gd name="connsiteX11" fmla="*/ 121 w 177306"/>
                <a:gd name="connsiteY11" fmla="*/ 55923 h 61081"/>
                <a:gd name="connsiteX12" fmla="*/ 8919 w 177306"/>
                <a:gd name="connsiteY12" fmla="*/ 61144 h 61081"/>
                <a:gd name="connsiteX13" fmla="*/ 168628 w 177306"/>
                <a:gd name="connsiteY13" fmla="*/ 61144 h 6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7306" h="61081">
                  <a:moveTo>
                    <a:pt x="168362" y="10504"/>
                  </a:moveTo>
                  <a:cubicBezTo>
                    <a:pt x="172361" y="10504"/>
                    <a:pt x="177427" y="10504"/>
                    <a:pt x="177427" y="5283"/>
                  </a:cubicBezTo>
                  <a:cubicBezTo>
                    <a:pt x="177427" y="63"/>
                    <a:pt x="172361" y="63"/>
                    <a:pt x="168628" y="63"/>
                  </a:cubicBezTo>
                  <a:lnTo>
                    <a:pt x="8919" y="63"/>
                  </a:lnTo>
                  <a:cubicBezTo>
                    <a:pt x="5187" y="63"/>
                    <a:pt x="121" y="63"/>
                    <a:pt x="121" y="5283"/>
                  </a:cubicBezTo>
                  <a:cubicBezTo>
                    <a:pt x="121" y="10504"/>
                    <a:pt x="5187" y="10504"/>
                    <a:pt x="9186" y="10504"/>
                  </a:cubicBezTo>
                  <a:lnTo>
                    <a:pt x="168362" y="10504"/>
                  </a:lnTo>
                  <a:close/>
                  <a:moveTo>
                    <a:pt x="168628" y="61144"/>
                  </a:moveTo>
                  <a:cubicBezTo>
                    <a:pt x="172361" y="61144"/>
                    <a:pt x="177427" y="61144"/>
                    <a:pt x="177427" y="55923"/>
                  </a:cubicBezTo>
                  <a:cubicBezTo>
                    <a:pt x="177427" y="50703"/>
                    <a:pt x="172361" y="50703"/>
                    <a:pt x="168362" y="50703"/>
                  </a:cubicBezTo>
                  <a:lnTo>
                    <a:pt x="9186" y="50703"/>
                  </a:lnTo>
                  <a:cubicBezTo>
                    <a:pt x="5187" y="50703"/>
                    <a:pt x="121" y="50703"/>
                    <a:pt x="121" y="55923"/>
                  </a:cubicBezTo>
                  <a:cubicBezTo>
                    <a:pt x="121" y="61144"/>
                    <a:pt x="5187" y="61144"/>
                    <a:pt x="8919" y="61144"/>
                  </a:cubicBezTo>
                  <a:lnTo>
                    <a:pt x="168628" y="6114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0" name="Freeform: Shape 219">
              <a:extLst>
                <a:ext uri="{FF2B5EF4-FFF2-40B4-BE49-F238E27FC236}">
                  <a16:creationId xmlns:a16="http://schemas.microsoft.com/office/drawing/2014/main" id="{288EBACE-5BDB-BF55-5944-6E78824F11F5}"/>
                </a:ext>
              </a:extLst>
            </p:cNvPr>
            <p:cNvSpPr/>
            <p:nvPr>
              <p:custDataLst>
                <p:tags r:id="rId38"/>
              </p:custDataLst>
            </p:nvPr>
          </p:nvSpPr>
          <p:spPr>
            <a:xfrm>
              <a:off x="10917926" y="5913567"/>
              <a:ext cx="157042" cy="178283"/>
            </a:xfrm>
            <a:custGeom>
              <a:avLst/>
              <a:gdLst>
                <a:gd name="connsiteX0" fmla="*/ 51323 w 157042"/>
                <a:gd name="connsiteY0" fmla="*/ 95861 h 178283"/>
                <a:gd name="connsiteX1" fmla="*/ 96383 w 157042"/>
                <a:gd name="connsiteY1" fmla="*/ 95861 h 178283"/>
                <a:gd name="connsiteX2" fmla="*/ 157174 w 157042"/>
                <a:gd name="connsiteY2" fmla="*/ 48614 h 178283"/>
                <a:gd name="connsiteX3" fmla="*/ 94250 w 157042"/>
                <a:gd name="connsiteY3" fmla="*/ 63 h 178283"/>
                <a:gd name="connsiteX4" fmla="*/ 131 w 157042"/>
                <a:gd name="connsiteY4" fmla="*/ 63 h 178283"/>
                <a:gd name="connsiteX5" fmla="*/ 131 w 157042"/>
                <a:gd name="connsiteY5" fmla="*/ 8155 h 178283"/>
                <a:gd name="connsiteX6" fmla="*/ 6530 w 157042"/>
                <a:gd name="connsiteY6" fmla="*/ 8155 h 178283"/>
                <a:gd name="connsiteX7" fmla="*/ 27594 w 157042"/>
                <a:gd name="connsiteY7" fmla="*/ 20423 h 178283"/>
                <a:gd name="connsiteX8" fmla="*/ 27594 w 157042"/>
                <a:gd name="connsiteY8" fmla="*/ 157986 h 178283"/>
                <a:gd name="connsiteX9" fmla="*/ 6530 w 157042"/>
                <a:gd name="connsiteY9" fmla="*/ 170254 h 178283"/>
                <a:gd name="connsiteX10" fmla="*/ 131 w 157042"/>
                <a:gd name="connsiteY10" fmla="*/ 170254 h 178283"/>
                <a:gd name="connsiteX11" fmla="*/ 131 w 157042"/>
                <a:gd name="connsiteY11" fmla="*/ 178346 h 178283"/>
                <a:gd name="connsiteX12" fmla="*/ 39325 w 157042"/>
                <a:gd name="connsiteY12" fmla="*/ 177563 h 178283"/>
                <a:gd name="connsiteX13" fmla="*/ 78786 w 157042"/>
                <a:gd name="connsiteY13" fmla="*/ 178346 h 178283"/>
                <a:gd name="connsiteX14" fmla="*/ 78786 w 157042"/>
                <a:gd name="connsiteY14" fmla="*/ 170254 h 178283"/>
                <a:gd name="connsiteX15" fmla="*/ 72387 w 157042"/>
                <a:gd name="connsiteY15" fmla="*/ 170254 h 178283"/>
                <a:gd name="connsiteX16" fmla="*/ 51323 w 157042"/>
                <a:gd name="connsiteY16" fmla="*/ 157986 h 178283"/>
                <a:gd name="connsiteX17" fmla="*/ 51323 w 157042"/>
                <a:gd name="connsiteY17" fmla="*/ 95861 h 178283"/>
                <a:gd name="connsiteX18" fmla="*/ 50523 w 157042"/>
                <a:gd name="connsiteY18" fmla="*/ 89074 h 178283"/>
                <a:gd name="connsiteX19" fmla="*/ 50523 w 157042"/>
                <a:gd name="connsiteY19" fmla="*/ 18596 h 178283"/>
                <a:gd name="connsiteX20" fmla="*/ 63588 w 157042"/>
                <a:gd name="connsiteY20" fmla="*/ 8155 h 178283"/>
                <a:gd name="connsiteX21" fmla="*/ 87318 w 157042"/>
                <a:gd name="connsiteY21" fmla="*/ 8155 h 178283"/>
                <a:gd name="connsiteX22" fmla="*/ 129711 w 157042"/>
                <a:gd name="connsiteY22" fmla="*/ 48614 h 178283"/>
                <a:gd name="connsiteX23" fmla="*/ 87318 w 157042"/>
                <a:gd name="connsiteY23" fmla="*/ 89074 h 178283"/>
                <a:gd name="connsiteX24" fmla="*/ 50523 w 157042"/>
                <a:gd name="connsiteY24" fmla="*/ 89074 h 17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7042" h="178283">
                  <a:moveTo>
                    <a:pt x="51323" y="95861"/>
                  </a:moveTo>
                  <a:lnTo>
                    <a:pt x="96383" y="95861"/>
                  </a:lnTo>
                  <a:cubicBezTo>
                    <a:pt x="128378" y="95861"/>
                    <a:pt x="157174" y="74717"/>
                    <a:pt x="157174" y="48614"/>
                  </a:cubicBezTo>
                  <a:cubicBezTo>
                    <a:pt x="157174" y="23033"/>
                    <a:pt x="130778" y="63"/>
                    <a:pt x="94250" y="63"/>
                  </a:cubicBezTo>
                  <a:lnTo>
                    <a:pt x="131" y="63"/>
                  </a:lnTo>
                  <a:lnTo>
                    <a:pt x="131" y="8155"/>
                  </a:lnTo>
                  <a:lnTo>
                    <a:pt x="6530" y="8155"/>
                  </a:lnTo>
                  <a:cubicBezTo>
                    <a:pt x="27060" y="8155"/>
                    <a:pt x="27594" y="11026"/>
                    <a:pt x="27594" y="20423"/>
                  </a:cubicBezTo>
                  <a:lnTo>
                    <a:pt x="27594" y="157986"/>
                  </a:lnTo>
                  <a:cubicBezTo>
                    <a:pt x="27594" y="167383"/>
                    <a:pt x="27060" y="170254"/>
                    <a:pt x="6530" y="170254"/>
                  </a:cubicBezTo>
                  <a:lnTo>
                    <a:pt x="131" y="170254"/>
                  </a:lnTo>
                  <a:lnTo>
                    <a:pt x="131" y="178346"/>
                  </a:lnTo>
                  <a:cubicBezTo>
                    <a:pt x="9463" y="177563"/>
                    <a:pt x="29193" y="177563"/>
                    <a:pt x="39325" y="177563"/>
                  </a:cubicBezTo>
                  <a:cubicBezTo>
                    <a:pt x="49457" y="177563"/>
                    <a:pt x="69454" y="177563"/>
                    <a:pt x="78786" y="178346"/>
                  </a:cubicBezTo>
                  <a:lnTo>
                    <a:pt x="78786" y="170254"/>
                  </a:lnTo>
                  <a:lnTo>
                    <a:pt x="72387" y="170254"/>
                  </a:lnTo>
                  <a:cubicBezTo>
                    <a:pt x="51857" y="170254"/>
                    <a:pt x="51323" y="167383"/>
                    <a:pt x="51323" y="157986"/>
                  </a:cubicBezTo>
                  <a:lnTo>
                    <a:pt x="51323" y="95861"/>
                  </a:lnTo>
                  <a:close/>
                  <a:moveTo>
                    <a:pt x="50523" y="89074"/>
                  </a:moveTo>
                  <a:lnTo>
                    <a:pt x="50523" y="18596"/>
                  </a:lnTo>
                  <a:cubicBezTo>
                    <a:pt x="50523" y="9982"/>
                    <a:pt x="51057" y="8155"/>
                    <a:pt x="63588" y="8155"/>
                  </a:cubicBezTo>
                  <a:lnTo>
                    <a:pt x="87318" y="8155"/>
                  </a:lnTo>
                  <a:cubicBezTo>
                    <a:pt x="129711" y="8155"/>
                    <a:pt x="129711" y="35824"/>
                    <a:pt x="129711" y="48614"/>
                  </a:cubicBezTo>
                  <a:cubicBezTo>
                    <a:pt x="129711" y="60883"/>
                    <a:pt x="129711" y="89074"/>
                    <a:pt x="87318" y="89074"/>
                  </a:cubicBezTo>
                  <a:lnTo>
                    <a:pt x="50523" y="8907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1" name="Freeform: Shape 220">
              <a:extLst>
                <a:ext uri="{FF2B5EF4-FFF2-40B4-BE49-F238E27FC236}">
                  <a16:creationId xmlns:a16="http://schemas.microsoft.com/office/drawing/2014/main" id="{0CE14B89-9E82-9C2A-4F45-4A3C593A28A6}"/>
                </a:ext>
              </a:extLst>
            </p:cNvPr>
            <p:cNvSpPr/>
            <p:nvPr>
              <p:custDataLst>
                <p:tags r:id="rId39"/>
              </p:custDataLst>
            </p:nvPr>
          </p:nvSpPr>
          <p:spPr>
            <a:xfrm>
              <a:off x="11116445" y="5896078"/>
              <a:ext cx="61857" cy="261030"/>
            </a:xfrm>
            <a:custGeom>
              <a:avLst/>
              <a:gdLst>
                <a:gd name="connsiteX0" fmla="*/ 61995 w 61857"/>
                <a:gd name="connsiteY0" fmla="*/ 258483 h 261030"/>
                <a:gd name="connsiteX1" fmla="*/ 57463 w 61857"/>
                <a:gd name="connsiteY1" fmla="*/ 252740 h 261030"/>
                <a:gd name="connsiteX2" fmla="*/ 15602 w 61857"/>
                <a:gd name="connsiteY2" fmla="*/ 130578 h 261030"/>
                <a:gd name="connsiteX3" fmla="*/ 58529 w 61857"/>
                <a:gd name="connsiteY3" fmla="*/ 7111 h 261030"/>
                <a:gd name="connsiteX4" fmla="*/ 61995 w 61857"/>
                <a:gd name="connsiteY4" fmla="*/ 2673 h 261030"/>
                <a:gd name="connsiteX5" fmla="*/ 59329 w 61857"/>
                <a:gd name="connsiteY5" fmla="*/ 63 h 261030"/>
                <a:gd name="connsiteX6" fmla="*/ 16935 w 61857"/>
                <a:gd name="connsiteY6" fmla="*/ 50964 h 261030"/>
                <a:gd name="connsiteX7" fmla="*/ 138 w 61857"/>
                <a:gd name="connsiteY7" fmla="*/ 130578 h 261030"/>
                <a:gd name="connsiteX8" fmla="*/ 17735 w 61857"/>
                <a:gd name="connsiteY8" fmla="*/ 212019 h 261030"/>
                <a:gd name="connsiteX9" fmla="*/ 59329 w 61857"/>
                <a:gd name="connsiteY9" fmla="*/ 261093 h 261030"/>
                <a:gd name="connsiteX10" fmla="*/ 61995 w 61857"/>
                <a:gd name="connsiteY10" fmla="*/ 258483 h 26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857" h="261030">
                  <a:moveTo>
                    <a:pt x="61995" y="258483"/>
                  </a:moveTo>
                  <a:cubicBezTo>
                    <a:pt x="61995" y="257700"/>
                    <a:pt x="61995" y="257177"/>
                    <a:pt x="57463" y="252740"/>
                  </a:cubicBezTo>
                  <a:cubicBezTo>
                    <a:pt x="24134" y="219850"/>
                    <a:pt x="15602" y="170515"/>
                    <a:pt x="15602" y="130578"/>
                  </a:cubicBezTo>
                  <a:cubicBezTo>
                    <a:pt x="15602" y="85159"/>
                    <a:pt x="25734" y="39739"/>
                    <a:pt x="58529" y="7111"/>
                  </a:cubicBezTo>
                  <a:cubicBezTo>
                    <a:pt x="61995" y="3978"/>
                    <a:pt x="61995" y="3456"/>
                    <a:pt x="61995" y="2673"/>
                  </a:cubicBezTo>
                  <a:cubicBezTo>
                    <a:pt x="61995" y="846"/>
                    <a:pt x="60929" y="63"/>
                    <a:pt x="59329" y="63"/>
                  </a:cubicBezTo>
                  <a:cubicBezTo>
                    <a:pt x="56663" y="63"/>
                    <a:pt x="32666" y="17813"/>
                    <a:pt x="16935" y="50964"/>
                  </a:cubicBezTo>
                  <a:cubicBezTo>
                    <a:pt x="3337" y="79677"/>
                    <a:pt x="138" y="108651"/>
                    <a:pt x="138" y="130578"/>
                  </a:cubicBezTo>
                  <a:cubicBezTo>
                    <a:pt x="138" y="150938"/>
                    <a:pt x="3071" y="182523"/>
                    <a:pt x="17735" y="212019"/>
                  </a:cubicBezTo>
                  <a:cubicBezTo>
                    <a:pt x="33733" y="244126"/>
                    <a:pt x="56663" y="261093"/>
                    <a:pt x="59329" y="261093"/>
                  </a:cubicBezTo>
                  <a:cubicBezTo>
                    <a:pt x="60929" y="261093"/>
                    <a:pt x="61995" y="260310"/>
                    <a:pt x="61995" y="258483"/>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2" name="Freeform: Shape 221">
              <a:extLst>
                <a:ext uri="{FF2B5EF4-FFF2-40B4-BE49-F238E27FC236}">
                  <a16:creationId xmlns:a16="http://schemas.microsoft.com/office/drawing/2014/main" id="{73816ADA-2F74-27A0-0171-4412DAAB9700}"/>
                </a:ext>
              </a:extLst>
            </p:cNvPr>
            <p:cNvSpPr/>
            <p:nvPr>
              <p:custDataLst>
                <p:tags r:id="rId40"/>
              </p:custDataLst>
            </p:nvPr>
          </p:nvSpPr>
          <p:spPr>
            <a:xfrm>
              <a:off x="11200136" y="5915133"/>
              <a:ext cx="181305" cy="176717"/>
            </a:xfrm>
            <a:custGeom>
              <a:avLst/>
              <a:gdLst>
                <a:gd name="connsiteX0" fmla="*/ 107592 w 181305"/>
                <a:gd name="connsiteY0" fmla="*/ 18335 h 176717"/>
                <a:gd name="connsiteX1" fmla="*/ 113725 w 181305"/>
                <a:gd name="connsiteY1" fmla="*/ 8677 h 176717"/>
                <a:gd name="connsiteX2" fmla="*/ 130522 w 181305"/>
                <a:gd name="connsiteY2" fmla="*/ 8155 h 176717"/>
                <a:gd name="connsiteX3" fmla="*/ 169449 w 181305"/>
                <a:gd name="connsiteY3" fmla="*/ 29559 h 176717"/>
                <a:gd name="connsiteX4" fmla="*/ 167316 w 181305"/>
                <a:gd name="connsiteY4" fmla="*/ 50442 h 176717"/>
                <a:gd name="connsiteX5" fmla="*/ 166517 w 181305"/>
                <a:gd name="connsiteY5" fmla="*/ 55401 h 176717"/>
                <a:gd name="connsiteX6" fmla="*/ 169716 w 181305"/>
                <a:gd name="connsiteY6" fmla="*/ 58795 h 176717"/>
                <a:gd name="connsiteX7" fmla="*/ 173715 w 181305"/>
                <a:gd name="connsiteY7" fmla="*/ 52791 h 176717"/>
                <a:gd name="connsiteX8" fmla="*/ 180914 w 181305"/>
                <a:gd name="connsiteY8" fmla="*/ 7372 h 176717"/>
                <a:gd name="connsiteX9" fmla="*/ 181448 w 181305"/>
                <a:gd name="connsiteY9" fmla="*/ 2934 h 176717"/>
                <a:gd name="connsiteX10" fmla="*/ 174249 w 181305"/>
                <a:gd name="connsiteY10" fmla="*/ 63 h 176717"/>
                <a:gd name="connsiteX11" fmla="*/ 26271 w 181305"/>
                <a:gd name="connsiteY11" fmla="*/ 63 h 176717"/>
                <a:gd name="connsiteX12" fmla="*/ 17739 w 181305"/>
                <a:gd name="connsiteY12" fmla="*/ 5283 h 176717"/>
                <a:gd name="connsiteX13" fmla="*/ 1742 w 181305"/>
                <a:gd name="connsiteY13" fmla="*/ 51225 h 176717"/>
                <a:gd name="connsiteX14" fmla="*/ 142 w 181305"/>
                <a:gd name="connsiteY14" fmla="*/ 55923 h 176717"/>
                <a:gd name="connsiteX15" fmla="*/ 3341 w 181305"/>
                <a:gd name="connsiteY15" fmla="*/ 58795 h 176717"/>
                <a:gd name="connsiteX16" fmla="*/ 7874 w 181305"/>
                <a:gd name="connsiteY16" fmla="*/ 53313 h 176717"/>
                <a:gd name="connsiteX17" fmla="*/ 68665 w 181305"/>
                <a:gd name="connsiteY17" fmla="*/ 8155 h 176717"/>
                <a:gd name="connsiteX18" fmla="*/ 79063 w 181305"/>
                <a:gd name="connsiteY18" fmla="*/ 8155 h 176717"/>
                <a:gd name="connsiteX19" fmla="*/ 86529 w 181305"/>
                <a:gd name="connsiteY19" fmla="*/ 11287 h 176717"/>
                <a:gd name="connsiteX20" fmla="*/ 85462 w 181305"/>
                <a:gd name="connsiteY20" fmla="*/ 16769 h 176717"/>
                <a:gd name="connsiteX21" fmla="*/ 49734 w 181305"/>
                <a:gd name="connsiteY21" fmla="*/ 156159 h 176717"/>
                <a:gd name="connsiteX22" fmla="*/ 18006 w 181305"/>
                <a:gd name="connsiteY22" fmla="*/ 168688 h 176717"/>
                <a:gd name="connsiteX23" fmla="*/ 6807 w 181305"/>
                <a:gd name="connsiteY23" fmla="*/ 173648 h 176717"/>
                <a:gd name="connsiteX24" fmla="*/ 11340 w 181305"/>
                <a:gd name="connsiteY24" fmla="*/ 176780 h 176717"/>
                <a:gd name="connsiteX25" fmla="*/ 33203 w 181305"/>
                <a:gd name="connsiteY25" fmla="*/ 176258 h 176717"/>
                <a:gd name="connsiteX26" fmla="*/ 55867 w 181305"/>
                <a:gd name="connsiteY26" fmla="*/ 175997 h 176717"/>
                <a:gd name="connsiteX27" fmla="*/ 77997 w 181305"/>
                <a:gd name="connsiteY27" fmla="*/ 176258 h 176717"/>
                <a:gd name="connsiteX28" fmla="*/ 101193 w 181305"/>
                <a:gd name="connsiteY28" fmla="*/ 176780 h 176717"/>
                <a:gd name="connsiteX29" fmla="*/ 107059 w 181305"/>
                <a:gd name="connsiteY29" fmla="*/ 171560 h 176717"/>
                <a:gd name="connsiteX30" fmla="*/ 97994 w 181305"/>
                <a:gd name="connsiteY30" fmla="*/ 168688 h 176717"/>
                <a:gd name="connsiteX31" fmla="*/ 80930 w 181305"/>
                <a:gd name="connsiteY31" fmla="*/ 168166 h 176717"/>
                <a:gd name="connsiteX32" fmla="*/ 71064 w 181305"/>
                <a:gd name="connsiteY32" fmla="*/ 162424 h 176717"/>
                <a:gd name="connsiteX33" fmla="*/ 72131 w 181305"/>
                <a:gd name="connsiteY33" fmla="*/ 156942 h 176717"/>
                <a:gd name="connsiteX34" fmla="*/ 107592 w 181305"/>
                <a:gd name="connsiteY34" fmla="*/ 18335 h 17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1305" h="176717">
                  <a:moveTo>
                    <a:pt x="107592" y="18335"/>
                  </a:moveTo>
                  <a:cubicBezTo>
                    <a:pt x="109459" y="11026"/>
                    <a:pt x="110525" y="9460"/>
                    <a:pt x="113725" y="8677"/>
                  </a:cubicBezTo>
                  <a:cubicBezTo>
                    <a:pt x="116124" y="8155"/>
                    <a:pt x="124923" y="8155"/>
                    <a:pt x="130522" y="8155"/>
                  </a:cubicBezTo>
                  <a:cubicBezTo>
                    <a:pt x="157451" y="8155"/>
                    <a:pt x="169449" y="9199"/>
                    <a:pt x="169449" y="29559"/>
                  </a:cubicBezTo>
                  <a:cubicBezTo>
                    <a:pt x="169449" y="33475"/>
                    <a:pt x="168383" y="43655"/>
                    <a:pt x="167316" y="50442"/>
                  </a:cubicBezTo>
                  <a:cubicBezTo>
                    <a:pt x="167050" y="51486"/>
                    <a:pt x="166517" y="54618"/>
                    <a:pt x="166517" y="55401"/>
                  </a:cubicBezTo>
                  <a:cubicBezTo>
                    <a:pt x="166517" y="56967"/>
                    <a:pt x="167316" y="58795"/>
                    <a:pt x="169716" y="58795"/>
                  </a:cubicBezTo>
                  <a:cubicBezTo>
                    <a:pt x="172649" y="58795"/>
                    <a:pt x="173182" y="56706"/>
                    <a:pt x="173715" y="52791"/>
                  </a:cubicBezTo>
                  <a:lnTo>
                    <a:pt x="180914" y="7372"/>
                  </a:lnTo>
                  <a:cubicBezTo>
                    <a:pt x="181181" y="6327"/>
                    <a:pt x="181448" y="3717"/>
                    <a:pt x="181448" y="2934"/>
                  </a:cubicBezTo>
                  <a:cubicBezTo>
                    <a:pt x="181448" y="63"/>
                    <a:pt x="178781" y="63"/>
                    <a:pt x="174249" y="63"/>
                  </a:cubicBezTo>
                  <a:lnTo>
                    <a:pt x="26271" y="63"/>
                  </a:lnTo>
                  <a:cubicBezTo>
                    <a:pt x="19872" y="63"/>
                    <a:pt x="19606" y="324"/>
                    <a:pt x="17739" y="5283"/>
                  </a:cubicBezTo>
                  <a:lnTo>
                    <a:pt x="1742" y="51225"/>
                  </a:lnTo>
                  <a:cubicBezTo>
                    <a:pt x="1475" y="51747"/>
                    <a:pt x="142" y="55401"/>
                    <a:pt x="142" y="55923"/>
                  </a:cubicBezTo>
                  <a:cubicBezTo>
                    <a:pt x="142" y="57489"/>
                    <a:pt x="1475" y="58795"/>
                    <a:pt x="3341" y="58795"/>
                  </a:cubicBezTo>
                  <a:cubicBezTo>
                    <a:pt x="6008" y="58795"/>
                    <a:pt x="6274" y="57489"/>
                    <a:pt x="7874" y="53313"/>
                  </a:cubicBezTo>
                  <a:cubicBezTo>
                    <a:pt x="22272" y="12853"/>
                    <a:pt x="29204" y="8155"/>
                    <a:pt x="68665" y="8155"/>
                  </a:cubicBezTo>
                  <a:lnTo>
                    <a:pt x="79063" y="8155"/>
                  </a:lnTo>
                  <a:cubicBezTo>
                    <a:pt x="86529" y="8155"/>
                    <a:pt x="86529" y="9199"/>
                    <a:pt x="86529" y="11287"/>
                  </a:cubicBezTo>
                  <a:cubicBezTo>
                    <a:pt x="86529" y="12853"/>
                    <a:pt x="85729" y="15986"/>
                    <a:pt x="85462" y="16769"/>
                  </a:cubicBezTo>
                  <a:lnTo>
                    <a:pt x="49734" y="156159"/>
                  </a:lnTo>
                  <a:cubicBezTo>
                    <a:pt x="47335" y="165817"/>
                    <a:pt x="46535" y="168688"/>
                    <a:pt x="18006" y="168688"/>
                  </a:cubicBezTo>
                  <a:cubicBezTo>
                    <a:pt x="8407" y="168688"/>
                    <a:pt x="6807" y="168688"/>
                    <a:pt x="6807" y="173648"/>
                  </a:cubicBezTo>
                  <a:cubicBezTo>
                    <a:pt x="6807" y="176780"/>
                    <a:pt x="9740" y="176780"/>
                    <a:pt x="11340" y="176780"/>
                  </a:cubicBezTo>
                  <a:cubicBezTo>
                    <a:pt x="18539" y="176780"/>
                    <a:pt x="26005" y="176258"/>
                    <a:pt x="33203" y="176258"/>
                  </a:cubicBezTo>
                  <a:cubicBezTo>
                    <a:pt x="40669" y="176258"/>
                    <a:pt x="48401" y="175997"/>
                    <a:pt x="55867" y="175997"/>
                  </a:cubicBezTo>
                  <a:cubicBezTo>
                    <a:pt x="63332" y="175997"/>
                    <a:pt x="70798" y="176258"/>
                    <a:pt x="77997" y="176258"/>
                  </a:cubicBezTo>
                  <a:cubicBezTo>
                    <a:pt x="85729" y="176258"/>
                    <a:pt x="93728" y="176780"/>
                    <a:pt x="101193" y="176780"/>
                  </a:cubicBezTo>
                  <a:cubicBezTo>
                    <a:pt x="103859" y="176780"/>
                    <a:pt x="107059" y="176780"/>
                    <a:pt x="107059" y="171560"/>
                  </a:cubicBezTo>
                  <a:cubicBezTo>
                    <a:pt x="107059" y="168688"/>
                    <a:pt x="104926" y="168688"/>
                    <a:pt x="97994" y="168688"/>
                  </a:cubicBezTo>
                  <a:cubicBezTo>
                    <a:pt x="91328" y="168688"/>
                    <a:pt x="87862" y="168688"/>
                    <a:pt x="80930" y="168166"/>
                  </a:cubicBezTo>
                  <a:cubicBezTo>
                    <a:pt x="73197" y="167383"/>
                    <a:pt x="71064" y="166600"/>
                    <a:pt x="71064" y="162424"/>
                  </a:cubicBezTo>
                  <a:cubicBezTo>
                    <a:pt x="71064" y="162162"/>
                    <a:pt x="71064" y="160857"/>
                    <a:pt x="72131" y="156942"/>
                  </a:cubicBezTo>
                  <a:lnTo>
                    <a:pt x="107592" y="18335"/>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3" name="Freeform: Shape 222">
              <a:extLst>
                <a:ext uri="{FF2B5EF4-FFF2-40B4-BE49-F238E27FC236}">
                  <a16:creationId xmlns:a16="http://schemas.microsoft.com/office/drawing/2014/main" id="{52242BFF-6A26-6D85-623A-0698B44EFC09}"/>
                </a:ext>
              </a:extLst>
            </p:cNvPr>
            <p:cNvSpPr/>
            <p:nvPr>
              <p:custDataLst>
                <p:tags r:id="rId41"/>
              </p:custDataLst>
            </p:nvPr>
          </p:nvSpPr>
          <p:spPr>
            <a:xfrm>
              <a:off x="11482770" y="5950894"/>
              <a:ext cx="162908" cy="151397"/>
            </a:xfrm>
            <a:custGeom>
              <a:avLst/>
              <a:gdLst>
                <a:gd name="connsiteX0" fmla="*/ 157994 w 162908"/>
                <a:gd name="connsiteY0" fmla="*/ 81504 h 151397"/>
                <a:gd name="connsiteX1" fmla="*/ 163060 w 162908"/>
                <a:gd name="connsiteY1" fmla="*/ 75762 h 151397"/>
                <a:gd name="connsiteX2" fmla="*/ 157994 w 162908"/>
                <a:gd name="connsiteY2" fmla="*/ 70019 h 151397"/>
                <a:gd name="connsiteX3" fmla="*/ 10284 w 162908"/>
                <a:gd name="connsiteY3" fmla="*/ 1890 h 151397"/>
                <a:gd name="connsiteX4" fmla="*/ 5484 w 162908"/>
                <a:gd name="connsiteY4" fmla="*/ 63 h 151397"/>
                <a:gd name="connsiteX5" fmla="*/ 152 w 162908"/>
                <a:gd name="connsiteY5" fmla="*/ 5283 h 151397"/>
                <a:gd name="connsiteX6" fmla="*/ 5218 w 162908"/>
                <a:gd name="connsiteY6" fmla="*/ 11026 h 151397"/>
                <a:gd name="connsiteX7" fmla="*/ 145196 w 162908"/>
                <a:gd name="connsiteY7" fmla="*/ 75762 h 151397"/>
                <a:gd name="connsiteX8" fmla="*/ 5218 w 162908"/>
                <a:gd name="connsiteY8" fmla="*/ 140497 h 151397"/>
                <a:gd name="connsiteX9" fmla="*/ 152 w 162908"/>
                <a:gd name="connsiteY9" fmla="*/ 146240 h 151397"/>
                <a:gd name="connsiteX10" fmla="*/ 5484 w 162908"/>
                <a:gd name="connsiteY10" fmla="*/ 151460 h 151397"/>
                <a:gd name="connsiteX11" fmla="*/ 10284 w 162908"/>
                <a:gd name="connsiteY11" fmla="*/ 149633 h 151397"/>
                <a:gd name="connsiteX12" fmla="*/ 157994 w 162908"/>
                <a:gd name="connsiteY12" fmla="*/ 81504 h 15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2908" h="151397">
                  <a:moveTo>
                    <a:pt x="157994" y="81504"/>
                  </a:moveTo>
                  <a:cubicBezTo>
                    <a:pt x="160927" y="80199"/>
                    <a:pt x="163060" y="78894"/>
                    <a:pt x="163060" y="75762"/>
                  </a:cubicBezTo>
                  <a:cubicBezTo>
                    <a:pt x="163060" y="72629"/>
                    <a:pt x="160927" y="71324"/>
                    <a:pt x="157994" y="70019"/>
                  </a:cubicBezTo>
                  <a:lnTo>
                    <a:pt x="10284" y="1890"/>
                  </a:lnTo>
                  <a:cubicBezTo>
                    <a:pt x="6817" y="63"/>
                    <a:pt x="6284" y="63"/>
                    <a:pt x="5484" y="63"/>
                  </a:cubicBezTo>
                  <a:cubicBezTo>
                    <a:pt x="2551" y="63"/>
                    <a:pt x="152" y="2412"/>
                    <a:pt x="152" y="5283"/>
                  </a:cubicBezTo>
                  <a:cubicBezTo>
                    <a:pt x="152" y="7633"/>
                    <a:pt x="1485" y="9199"/>
                    <a:pt x="5218" y="11026"/>
                  </a:cubicBezTo>
                  <a:lnTo>
                    <a:pt x="145196" y="75762"/>
                  </a:lnTo>
                  <a:lnTo>
                    <a:pt x="5218" y="140497"/>
                  </a:lnTo>
                  <a:cubicBezTo>
                    <a:pt x="1485" y="142324"/>
                    <a:pt x="152" y="143890"/>
                    <a:pt x="152" y="146240"/>
                  </a:cubicBezTo>
                  <a:cubicBezTo>
                    <a:pt x="152" y="149111"/>
                    <a:pt x="2551" y="151460"/>
                    <a:pt x="5484" y="151460"/>
                  </a:cubicBezTo>
                  <a:cubicBezTo>
                    <a:pt x="6284" y="151460"/>
                    <a:pt x="6817" y="151460"/>
                    <a:pt x="10284" y="149633"/>
                  </a:cubicBezTo>
                  <a:lnTo>
                    <a:pt x="157994" y="8150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4" name="Freeform: Shape 223">
              <a:extLst>
                <a:ext uri="{FF2B5EF4-FFF2-40B4-BE49-F238E27FC236}">
                  <a16:creationId xmlns:a16="http://schemas.microsoft.com/office/drawing/2014/main" id="{BC41C495-7442-FB09-95DE-D8D7AF897C1F}"/>
                </a:ext>
              </a:extLst>
            </p:cNvPr>
            <p:cNvSpPr/>
            <p:nvPr>
              <p:custDataLst>
                <p:tags r:id="rId42"/>
              </p:custDataLst>
            </p:nvPr>
          </p:nvSpPr>
          <p:spPr>
            <a:xfrm>
              <a:off x="11765807" y="5918004"/>
              <a:ext cx="87986" cy="173846"/>
            </a:xfrm>
            <a:custGeom>
              <a:avLst/>
              <a:gdLst>
                <a:gd name="connsiteX0" fmla="*/ 54821 w 87986"/>
                <a:gd name="connsiteY0" fmla="*/ 6850 h 173846"/>
                <a:gd name="connsiteX1" fmla="*/ 48688 w 87986"/>
                <a:gd name="connsiteY1" fmla="*/ 63 h 173846"/>
                <a:gd name="connsiteX2" fmla="*/ 162 w 87986"/>
                <a:gd name="connsiteY2" fmla="*/ 16769 h 173846"/>
                <a:gd name="connsiteX3" fmla="*/ 162 w 87986"/>
                <a:gd name="connsiteY3" fmla="*/ 24861 h 173846"/>
                <a:gd name="connsiteX4" fmla="*/ 35090 w 87986"/>
                <a:gd name="connsiteY4" fmla="*/ 18074 h 173846"/>
                <a:gd name="connsiteX5" fmla="*/ 35090 w 87986"/>
                <a:gd name="connsiteY5" fmla="*/ 153287 h 173846"/>
                <a:gd name="connsiteX6" fmla="*/ 10294 w 87986"/>
                <a:gd name="connsiteY6" fmla="*/ 165817 h 173846"/>
                <a:gd name="connsiteX7" fmla="*/ 1762 w 87986"/>
                <a:gd name="connsiteY7" fmla="*/ 165817 h 173846"/>
                <a:gd name="connsiteX8" fmla="*/ 1762 w 87986"/>
                <a:gd name="connsiteY8" fmla="*/ 173909 h 173846"/>
                <a:gd name="connsiteX9" fmla="*/ 44955 w 87986"/>
                <a:gd name="connsiteY9" fmla="*/ 173126 h 173846"/>
                <a:gd name="connsiteX10" fmla="*/ 88149 w 87986"/>
                <a:gd name="connsiteY10" fmla="*/ 173909 h 173846"/>
                <a:gd name="connsiteX11" fmla="*/ 88149 w 87986"/>
                <a:gd name="connsiteY11" fmla="*/ 165817 h 173846"/>
                <a:gd name="connsiteX12" fmla="*/ 79617 w 87986"/>
                <a:gd name="connsiteY12" fmla="*/ 165817 h 173846"/>
                <a:gd name="connsiteX13" fmla="*/ 54821 w 87986"/>
                <a:gd name="connsiteY13" fmla="*/ 153287 h 173846"/>
                <a:gd name="connsiteX14" fmla="*/ 54821 w 87986"/>
                <a:gd name="connsiteY14" fmla="*/ 6850 h 173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986" h="173846">
                  <a:moveTo>
                    <a:pt x="54821" y="6850"/>
                  </a:moveTo>
                  <a:cubicBezTo>
                    <a:pt x="54821" y="585"/>
                    <a:pt x="54821" y="63"/>
                    <a:pt x="48688" y="63"/>
                  </a:cubicBezTo>
                  <a:cubicBezTo>
                    <a:pt x="32157" y="16769"/>
                    <a:pt x="8694" y="16769"/>
                    <a:pt x="162" y="16769"/>
                  </a:cubicBezTo>
                  <a:lnTo>
                    <a:pt x="162" y="24861"/>
                  </a:lnTo>
                  <a:cubicBezTo>
                    <a:pt x="5495" y="24861"/>
                    <a:pt x="21226" y="24861"/>
                    <a:pt x="35090" y="18074"/>
                  </a:cubicBezTo>
                  <a:lnTo>
                    <a:pt x="35090" y="153287"/>
                  </a:lnTo>
                  <a:cubicBezTo>
                    <a:pt x="35090" y="162685"/>
                    <a:pt x="34290" y="165817"/>
                    <a:pt x="10294" y="165817"/>
                  </a:cubicBezTo>
                  <a:lnTo>
                    <a:pt x="1762" y="165817"/>
                  </a:lnTo>
                  <a:lnTo>
                    <a:pt x="1762" y="173909"/>
                  </a:lnTo>
                  <a:cubicBezTo>
                    <a:pt x="11094" y="173126"/>
                    <a:pt x="34290" y="173126"/>
                    <a:pt x="44955" y="173126"/>
                  </a:cubicBezTo>
                  <a:cubicBezTo>
                    <a:pt x="55621" y="173126"/>
                    <a:pt x="78817" y="173126"/>
                    <a:pt x="88149" y="173909"/>
                  </a:cubicBezTo>
                  <a:lnTo>
                    <a:pt x="88149" y="165817"/>
                  </a:lnTo>
                  <a:lnTo>
                    <a:pt x="79617" y="165817"/>
                  </a:lnTo>
                  <a:cubicBezTo>
                    <a:pt x="55621" y="165817"/>
                    <a:pt x="54821" y="162946"/>
                    <a:pt x="54821" y="153287"/>
                  </a:cubicBezTo>
                  <a:lnTo>
                    <a:pt x="54821" y="6850"/>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5" name="Freeform: Shape 224">
              <a:extLst>
                <a:ext uri="{FF2B5EF4-FFF2-40B4-BE49-F238E27FC236}">
                  <a16:creationId xmlns:a16="http://schemas.microsoft.com/office/drawing/2014/main" id="{05079782-EE70-2A88-A41C-0B8F74DF0CB5}"/>
                </a:ext>
              </a:extLst>
            </p:cNvPr>
            <p:cNvSpPr/>
            <p:nvPr>
              <p:custDataLst>
                <p:tags r:id="rId43"/>
              </p:custDataLst>
            </p:nvPr>
          </p:nvSpPr>
          <p:spPr>
            <a:xfrm>
              <a:off x="11898321" y="6064181"/>
              <a:ext cx="28262" cy="27669"/>
            </a:xfrm>
            <a:custGeom>
              <a:avLst/>
              <a:gdLst>
                <a:gd name="connsiteX0" fmla="*/ 28430 w 28262"/>
                <a:gd name="connsiteY0" fmla="*/ 13897 h 27669"/>
                <a:gd name="connsiteX1" fmla="*/ 14298 w 28262"/>
                <a:gd name="connsiteY1" fmla="*/ 63 h 27669"/>
                <a:gd name="connsiteX2" fmla="*/ 167 w 28262"/>
                <a:gd name="connsiteY2" fmla="*/ 13897 h 27669"/>
                <a:gd name="connsiteX3" fmla="*/ 14298 w 28262"/>
                <a:gd name="connsiteY3" fmla="*/ 27732 h 27669"/>
                <a:gd name="connsiteX4" fmla="*/ 28430 w 28262"/>
                <a:gd name="connsiteY4" fmla="*/ 13897 h 27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62" h="27669">
                  <a:moveTo>
                    <a:pt x="28430" y="13897"/>
                  </a:moveTo>
                  <a:cubicBezTo>
                    <a:pt x="28430" y="6328"/>
                    <a:pt x="22031" y="63"/>
                    <a:pt x="14298" y="63"/>
                  </a:cubicBezTo>
                  <a:cubicBezTo>
                    <a:pt x="6566" y="63"/>
                    <a:pt x="167" y="6328"/>
                    <a:pt x="167" y="13897"/>
                  </a:cubicBezTo>
                  <a:cubicBezTo>
                    <a:pt x="167" y="21467"/>
                    <a:pt x="6566" y="27732"/>
                    <a:pt x="14298" y="27732"/>
                  </a:cubicBezTo>
                  <a:cubicBezTo>
                    <a:pt x="22031" y="27732"/>
                    <a:pt x="28430" y="21467"/>
                    <a:pt x="28430" y="13897"/>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6" name="Freeform: Shape 225">
              <a:extLst>
                <a:ext uri="{FF2B5EF4-FFF2-40B4-BE49-F238E27FC236}">
                  <a16:creationId xmlns:a16="http://schemas.microsoft.com/office/drawing/2014/main" id="{53B109E0-EA2C-8E95-7429-6C75C009CCD7}"/>
                </a:ext>
              </a:extLst>
            </p:cNvPr>
            <p:cNvSpPr/>
            <p:nvPr>
              <p:custDataLst>
                <p:tags r:id="rId44"/>
              </p:custDataLst>
            </p:nvPr>
          </p:nvSpPr>
          <p:spPr>
            <a:xfrm>
              <a:off x="11962785" y="5918004"/>
              <a:ext cx="106383" cy="179588"/>
            </a:xfrm>
            <a:custGeom>
              <a:avLst/>
              <a:gdLst>
                <a:gd name="connsiteX0" fmla="*/ 106554 w 106383"/>
                <a:gd name="connsiteY0" fmla="*/ 121442 h 179588"/>
                <a:gd name="connsiteX1" fmla="*/ 55895 w 106383"/>
                <a:gd name="connsiteY1" fmla="*/ 64276 h 179588"/>
                <a:gd name="connsiteX2" fmla="*/ 22033 w 106383"/>
                <a:gd name="connsiteY2" fmla="*/ 77589 h 179588"/>
                <a:gd name="connsiteX3" fmla="*/ 22033 w 106383"/>
                <a:gd name="connsiteY3" fmla="*/ 26688 h 179588"/>
                <a:gd name="connsiteX4" fmla="*/ 44697 w 106383"/>
                <a:gd name="connsiteY4" fmla="*/ 30081 h 179588"/>
                <a:gd name="connsiteX5" fmla="*/ 96155 w 106383"/>
                <a:gd name="connsiteY5" fmla="*/ 2934 h 179588"/>
                <a:gd name="connsiteX6" fmla="*/ 93489 w 106383"/>
                <a:gd name="connsiteY6" fmla="*/ 63 h 179588"/>
                <a:gd name="connsiteX7" fmla="*/ 91356 w 106383"/>
                <a:gd name="connsiteY7" fmla="*/ 846 h 179588"/>
                <a:gd name="connsiteX8" fmla="*/ 55095 w 106383"/>
                <a:gd name="connsiteY8" fmla="*/ 8416 h 179588"/>
                <a:gd name="connsiteX9" fmla="*/ 19634 w 106383"/>
                <a:gd name="connsiteY9" fmla="*/ 1107 h 179588"/>
                <a:gd name="connsiteX10" fmla="*/ 16434 w 106383"/>
                <a:gd name="connsiteY10" fmla="*/ 324 h 179588"/>
                <a:gd name="connsiteX11" fmla="*/ 13768 w 106383"/>
                <a:gd name="connsiteY11" fmla="*/ 6589 h 179588"/>
                <a:gd name="connsiteX12" fmla="*/ 13768 w 106383"/>
                <a:gd name="connsiteY12" fmla="*/ 83853 h 179588"/>
                <a:gd name="connsiteX13" fmla="*/ 17501 w 106383"/>
                <a:gd name="connsiteY13" fmla="*/ 90640 h 179588"/>
                <a:gd name="connsiteX14" fmla="*/ 20967 w 106383"/>
                <a:gd name="connsiteY14" fmla="*/ 88291 h 179588"/>
                <a:gd name="connsiteX15" fmla="*/ 55362 w 106383"/>
                <a:gd name="connsiteY15" fmla="*/ 70019 h 179588"/>
                <a:gd name="connsiteX16" fmla="*/ 78025 w 106383"/>
                <a:gd name="connsiteY16" fmla="*/ 86725 h 179588"/>
                <a:gd name="connsiteX17" fmla="*/ 82824 w 106383"/>
                <a:gd name="connsiteY17" fmla="*/ 119615 h 179588"/>
                <a:gd name="connsiteX18" fmla="*/ 76425 w 106383"/>
                <a:gd name="connsiteY18" fmla="*/ 155376 h 179588"/>
                <a:gd name="connsiteX19" fmla="*/ 47896 w 106383"/>
                <a:gd name="connsiteY19" fmla="*/ 172343 h 179588"/>
                <a:gd name="connsiteX20" fmla="*/ 8702 w 106383"/>
                <a:gd name="connsiteY20" fmla="*/ 143107 h 179588"/>
                <a:gd name="connsiteX21" fmla="*/ 13235 w 106383"/>
                <a:gd name="connsiteY21" fmla="*/ 143629 h 179588"/>
                <a:gd name="connsiteX22" fmla="*/ 26566 w 106383"/>
                <a:gd name="connsiteY22" fmla="*/ 130839 h 179588"/>
                <a:gd name="connsiteX23" fmla="*/ 13235 w 106383"/>
                <a:gd name="connsiteY23" fmla="*/ 118048 h 179588"/>
                <a:gd name="connsiteX24" fmla="*/ 170 w 106383"/>
                <a:gd name="connsiteY24" fmla="*/ 131883 h 179588"/>
                <a:gd name="connsiteX25" fmla="*/ 48429 w 106383"/>
                <a:gd name="connsiteY25" fmla="*/ 179651 h 179588"/>
                <a:gd name="connsiteX26" fmla="*/ 106554 w 106383"/>
                <a:gd name="connsiteY26" fmla="*/ 121442 h 1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6383" h="179588">
                  <a:moveTo>
                    <a:pt x="106554" y="121442"/>
                  </a:moveTo>
                  <a:cubicBezTo>
                    <a:pt x="106554" y="90379"/>
                    <a:pt x="84691" y="64276"/>
                    <a:pt x="55895" y="64276"/>
                  </a:cubicBezTo>
                  <a:cubicBezTo>
                    <a:pt x="43097" y="64276"/>
                    <a:pt x="31632" y="68453"/>
                    <a:pt x="22033" y="77589"/>
                  </a:cubicBezTo>
                  <a:lnTo>
                    <a:pt x="22033" y="26688"/>
                  </a:lnTo>
                  <a:cubicBezTo>
                    <a:pt x="27366" y="28254"/>
                    <a:pt x="36165" y="30081"/>
                    <a:pt x="44697" y="30081"/>
                  </a:cubicBezTo>
                  <a:cubicBezTo>
                    <a:pt x="77492" y="30081"/>
                    <a:pt x="96155" y="6327"/>
                    <a:pt x="96155" y="2934"/>
                  </a:cubicBezTo>
                  <a:cubicBezTo>
                    <a:pt x="96155" y="1368"/>
                    <a:pt x="95356" y="63"/>
                    <a:pt x="93489" y="63"/>
                  </a:cubicBezTo>
                  <a:cubicBezTo>
                    <a:pt x="93223" y="63"/>
                    <a:pt x="92689" y="63"/>
                    <a:pt x="91356" y="846"/>
                  </a:cubicBezTo>
                  <a:cubicBezTo>
                    <a:pt x="86024" y="3195"/>
                    <a:pt x="72959" y="8416"/>
                    <a:pt x="55095" y="8416"/>
                  </a:cubicBezTo>
                  <a:cubicBezTo>
                    <a:pt x="44430" y="8416"/>
                    <a:pt x="32165" y="6589"/>
                    <a:pt x="19634" y="1107"/>
                  </a:cubicBezTo>
                  <a:cubicBezTo>
                    <a:pt x="17501" y="324"/>
                    <a:pt x="16967" y="324"/>
                    <a:pt x="16434" y="324"/>
                  </a:cubicBezTo>
                  <a:cubicBezTo>
                    <a:pt x="13768" y="324"/>
                    <a:pt x="13768" y="2412"/>
                    <a:pt x="13768" y="6589"/>
                  </a:cubicBezTo>
                  <a:lnTo>
                    <a:pt x="13768" y="83853"/>
                  </a:lnTo>
                  <a:cubicBezTo>
                    <a:pt x="13768" y="88552"/>
                    <a:pt x="13768" y="90640"/>
                    <a:pt x="17501" y="90640"/>
                  </a:cubicBezTo>
                  <a:cubicBezTo>
                    <a:pt x="19367" y="90640"/>
                    <a:pt x="19900" y="89857"/>
                    <a:pt x="20967" y="88291"/>
                  </a:cubicBezTo>
                  <a:cubicBezTo>
                    <a:pt x="23900" y="84114"/>
                    <a:pt x="33765" y="70019"/>
                    <a:pt x="55362" y="70019"/>
                  </a:cubicBezTo>
                  <a:cubicBezTo>
                    <a:pt x="69226" y="70019"/>
                    <a:pt x="75892" y="82026"/>
                    <a:pt x="78025" y="86725"/>
                  </a:cubicBezTo>
                  <a:cubicBezTo>
                    <a:pt x="82291" y="96383"/>
                    <a:pt x="82824" y="106563"/>
                    <a:pt x="82824" y="119615"/>
                  </a:cubicBezTo>
                  <a:cubicBezTo>
                    <a:pt x="82824" y="128751"/>
                    <a:pt x="82824" y="144412"/>
                    <a:pt x="76425" y="155376"/>
                  </a:cubicBezTo>
                  <a:cubicBezTo>
                    <a:pt x="70026" y="165556"/>
                    <a:pt x="60161" y="172343"/>
                    <a:pt x="47896" y="172343"/>
                  </a:cubicBezTo>
                  <a:cubicBezTo>
                    <a:pt x="28432" y="172343"/>
                    <a:pt x="13235" y="158508"/>
                    <a:pt x="8702" y="143107"/>
                  </a:cubicBezTo>
                  <a:cubicBezTo>
                    <a:pt x="9502" y="143368"/>
                    <a:pt x="10302" y="143629"/>
                    <a:pt x="13235" y="143629"/>
                  </a:cubicBezTo>
                  <a:cubicBezTo>
                    <a:pt x="22033" y="143629"/>
                    <a:pt x="26566" y="137104"/>
                    <a:pt x="26566" y="130839"/>
                  </a:cubicBezTo>
                  <a:cubicBezTo>
                    <a:pt x="26566" y="124574"/>
                    <a:pt x="22033" y="118048"/>
                    <a:pt x="13235" y="118048"/>
                  </a:cubicBezTo>
                  <a:cubicBezTo>
                    <a:pt x="9502" y="118048"/>
                    <a:pt x="170" y="119876"/>
                    <a:pt x="170" y="131883"/>
                  </a:cubicBezTo>
                  <a:cubicBezTo>
                    <a:pt x="170" y="154332"/>
                    <a:pt x="18567" y="179651"/>
                    <a:pt x="48429" y="179651"/>
                  </a:cubicBezTo>
                  <a:cubicBezTo>
                    <a:pt x="79358" y="179651"/>
                    <a:pt x="106554" y="154593"/>
                    <a:pt x="106554" y="121442"/>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7" name="Freeform: Shape 226">
              <a:extLst>
                <a:ext uri="{FF2B5EF4-FFF2-40B4-BE49-F238E27FC236}">
                  <a16:creationId xmlns:a16="http://schemas.microsoft.com/office/drawing/2014/main" id="{B778F009-A91F-AD7E-89AE-3D448B329E72}"/>
                </a:ext>
              </a:extLst>
            </p:cNvPr>
            <p:cNvSpPr/>
            <p:nvPr>
              <p:custDataLst>
                <p:tags r:id="rId45"/>
              </p:custDataLst>
            </p:nvPr>
          </p:nvSpPr>
          <p:spPr>
            <a:xfrm>
              <a:off x="12096099" y="5918004"/>
              <a:ext cx="106383" cy="173846"/>
            </a:xfrm>
            <a:custGeom>
              <a:avLst/>
              <a:gdLst>
                <a:gd name="connsiteX0" fmla="*/ 20705 w 106383"/>
                <a:gd name="connsiteY0" fmla="*/ 153810 h 173846"/>
                <a:gd name="connsiteX1" fmla="*/ 48968 w 106383"/>
                <a:gd name="connsiteY1" fmla="*/ 126923 h 173846"/>
                <a:gd name="connsiteX2" fmla="*/ 106559 w 106383"/>
                <a:gd name="connsiteY2" fmla="*/ 50703 h 173846"/>
                <a:gd name="connsiteX3" fmla="*/ 50034 w 106383"/>
                <a:gd name="connsiteY3" fmla="*/ 63 h 173846"/>
                <a:gd name="connsiteX4" fmla="*/ 175 w 106383"/>
                <a:gd name="connsiteY4" fmla="*/ 47309 h 173846"/>
                <a:gd name="connsiteX5" fmla="*/ 14306 w 106383"/>
                <a:gd name="connsiteY5" fmla="*/ 61927 h 173846"/>
                <a:gd name="connsiteX6" fmla="*/ 28171 w 106383"/>
                <a:gd name="connsiteY6" fmla="*/ 48092 h 173846"/>
                <a:gd name="connsiteX7" fmla="*/ 14040 w 106383"/>
                <a:gd name="connsiteY7" fmla="*/ 34519 h 173846"/>
                <a:gd name="connsiteX8" fmla="*/ 10573 w 106383"/>
                <a:gd name="connsiteY8" fmla="*/ 34780 h 173846"/>
                <a:gd name="connsiteX9" fmla="*/ 46568 w 106383"/>
                <a:gd name="connsiteY9" fmla="*/ 8155 h 173846"/>
                <a:gd name="connsiteX10" fmla="*/ 82296 w 106383"/>
                <a:gd name="connsiteY10" fmla="*/ 50703 h 173846"/>
                <a:gd name="connsiteX11" fmla="*/ 54300 w 106383"/>
                <a:gd name="connsiteY11" fmla="*/ 108390 h 173846"/>
                <a:gd name="connsiteX12" fmla="*/ 3108 w 106383"/>
                <a:gd name="connsiteY12" fmla="*/ 164251 h 173846"/>
                <a:gd name="connsiteX13" fmla="*/ 175 w 106383"/>
                <a:gd name="connsiteY13" fmla="*/ 173909 h 173846"/>
                <a:gd name="connsiteX14" fmla="*/ 99093 w 106383"/>
                <a:gd name="connsiteY14" fmla="*/ 173909 h 173846"/>
                <a:gd name="connsiteX15" fmla="*/ 106559 w 106383"/>
                <a:gd name="connsiteY15" fmla="*/ 128490 h 173846"/>
                <a:gd name="connsiteX16" fmla="*/ 99893 w 106383"/>
                <a:gd name="connsiteY16" fmla="*/ 128490 h 173846"/>
                <a:gd name="connsiteX17" fmla="*/ 94027 w 106383"/>
                <a:gd name="connsiteY17" fmla="*/ 151721 h 173846"/>
                <a:gd name="connsiteX18" fmla="*/ 68698 w 106383"/>
                <a:gd name="connsiteY18" fmla="*/ 153810 h 173846"/>
                <a:gd name="connsiteX19" fmla="*/ 20705 w 106383"/>
                <a:gd name="connsiteY19" fmla="*/ 153810 h 173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6383" h="173846">
                  <a:moveTo>
                    <a:pt x="20705" y="153810"/>
                  </a:moveTo>
                  <a:lnTo>
                    <a:pt x="48968" y="126923"/>
                  </a:lnTo>
                  <a:cubicBezTo>
                    <a:pt x="90561" y="90901"/>
                    <a:pt x="106559" y="76806"/>
                    <a:pt x="106559" y="50703"/>
                  </a:cubicBezTo>
                  <a:cubicBezTo>
                    <a:pt x="106559" y="20945"/>
                    <a:pt x="82563" y="63"/>
                    <a:pt x="50034" y="63"/>
                  </a:cubicBezTo>
                  <a:cubicBezTo>
                    <a:pt x="19905" y="63"/>
                    <a:pt x="175" y="24078"/>
                    <a:pt x="175" y="47309"/>
                  </a:cubicBezTo>
                  <a:cubicBezTo>
                    <a:pt x="175" y="61927"/>
                    <a:pt x="13506" y="61927"/>
                    <a:pt x="14306" y="61927"/>
                  </a:cubicBezTo>
                  <a:cubicBezTo>
                    <a:pt x="18839" y="61927"/>
                    <a:pt x="28171" y="58795"/>
                    <a:pt x="28171" y="48092"/>
                  </a:cubicBezTo>
                  <a:cubicBezTo>
                    <a:pt x="28171" y="41306"/>
                    <a:pt x="23372" y="34519"/>
                    <a:pt x="14040" y="34519"/>
                  </a:cubicBezTo>
                  <a:cubicBezTo>
                    <a:pt x="11907" y="34519"/>
                    <a:pt x="11373" y="34519"/>
                    <a:pt x="10573" y="34780"/>
                  </a:cubicBezTo>
                  <a:cubicBezTo>
                    <a:pt x="16706" y="17813"/>
                    <a:pt x="31104" y="8155"/>
                    <a:pt x="46568" y="8155"/>
                  </a:cubicBezTo>
                  <a:cubicBezTo>
                    <a:pt x="70831" y="8155"/>
                    <a:pt x="82296" y="29298"/>
                    <a:pt x="82296" y="50703"/>
                  </a:cubicBezTo>
                  <a:cubicBezTo>
                    <a:pt x="82296" y="71585"/>
                    <a:pt x="68965" y="92206"/>
                    <a:pt x="54300" y="108390"/>
                  </a:cubicBezTo>
                  <a:lnTo>
                    <a:pt x="3108" y="164251"/>
                  </a:lnTo>
                  <a:cubicBezTo>
                    <a:pt x="175" y="167122"/>
                    <a:pt x="175" y="167644"/>
                    <a:pt x="175" y="173909"/>
                  </a:cubicBezTo>
                  <a:lnTo>
                    <a:pt x="99093" y="173909"/>
                  </a:lnTo>
                  <a:lnTo>
                    <a:pt x="106559" y="128490"/>
                  </a:lnTo>
                  <a:lnTo>
                    <a:pt x="99893" y="128490"/>
                  </a:lnTo>
                  <a:cubicBezTo>
                    <a:pt x="98560" y="136321"/>
                    <a:pt x="96694" y="147806"/>
                    <a:pt x="94027" y="151721"/>
                  </a:cubicBezTo>
                  <a:cubicBezTo>
                    <a:pt x="92161" y="153810"/>
                    <a:pt x="74564" y="153810"/>
                    <a:pt x="68698" y="153810"/>
                  </a:cubicBezTo>
                  <a:lnTo>
                    <a:pt x="20705" y="153810"/>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8" name="Freeform: Shape 227">
              <a:extLst>
                <a:ext uri="{FF2B5EF4-FFF2-40B4-BE49-F238E27FC236}">
                  <a16:creationId xmlns:a16="http://schemas.microsoft.com/office/drawing/2014/main" id="{4B800306-237A-D8F2-8EB4-195B00FE37CF}"/>
                </a:ext>
              </a:extLst>
            </p:cNvPr>
            <p:cNvSpPr/>
            <p:nvPr>
              <p:custDataLst>
                <p:tags r:id="rId46"/>
              </p:custDataLst>
            </p:nvPr>
          </p:nvSpPr>
          <p:spPr>
            <a:xfrm>
              <a:off x="12247810" y="5896078"/>
              <a:ext cx="10665" cy="261030"/>
            </a:xfrm>
            <a:custGeom>
              <a:avLst/>
              <a:gdLst>
                <a:gd name="connsiteX0" fmla="*/ 10845 w 10665"/>
                <a:gd name="connsiteY0" fmla="*/ 9460 h 261030"/>
                <a:gd name="connsiteX1" fmla="*/ 5513 w 10665"/>
                <a:gd name="connsiteY1" fmla="*/ 63 h 261030"/>
                <a:gd name="connsiteX2" fmla="*/ 180 w 10665"/>
                <a:gd name="connsiteY2" fmla="*/ 9460 h 261030"/>
                <a:gd name="connsiteX3" fmla="*/ 180 w 10665"/>
                <a:gd name="connsiteY3" fmla="*/ 251696 h 261030"/>
                <a:gd name="connsiteX4" fmla="*/ 5513 w 10665"/>
                <a:gd name="connsiteY4" fmla="*/ 261093 h 261030"/>
                <a:gd name="connsiteX5" fmla="*/ 10845 w 10665"/>
                <a:gd name="connsiteY5" fmla="*/ 251696 h 261030"/>
                <a:gd name="connsiteX6" fmla="*/ 10845 w 10665"/>
                <a:gd name="connsiteY6" fmla="*/ 9460 h 26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65" h="261030">
                  <a:moveTo>
                    <a:pt x="10845" y="9460"/>
                  </a:moveTo>
                  <a:cubicBezTo>
                    <a:pt x="10845" y="4761"/>
                    <a:pt x="10845" y="63"/>
                    <a:pt x="5513" y="63"/>
                  </a:cubicBezTo>
                  <a:cubicBezTo>
                    <a:pt x="180" y="63"/>
                    <a:pt x="180" y="4761"/>
                    <a:pt x="180" y="9460"/>
                  </a:cubicBezTo>
                  <a:lnTo>
                    <a:pt x="180" y="251696"/>
                  </a:lnTo>
                  <a:cubicBezTo>
                    <a:pt x="180" y="256394"/>
                    <a:pt x="180" y="261093"/>
                    <a:pt x="5513" y="261093"/>
                  </a:cubicBezTo>
                  <a:cubicBezTo>
                    <a:pt x="10845" y="261093"/>
                    <a:pt x="10845" y="256394"/>
                    <a:pt x="10845" y="251696"/>
                  </a:cubicBezTo>
                  <a:lnTo>
                    <a:pt x="10845" y="9460"/>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9" name="Freeform: Shape 228">
              <a:extLst>
                <a:ext uri="{FF2B5EF4-FFF2-40B4-BE49-F238E27FC236}">
                  <a16:creationId xmlns:a16="http://schemas.microsoft.com/office/drawing/2014/main" id="{6C0AB496-496F-D91C-E309-6EA2CCB29BE9}"/>
                </a:ext>
              </a:extLst>
            </p:cNvPr>
            <p:cNvSpPr/>
            <p:nvPr>
              <p:custDataLst>
                <p:tags r:id="rId47"/>
              </p:custDataLst>
            </p:nvPr>
          </p:nvSpPr>
          <p:spPr>
            <a:xfrm>
              <a:off x="12298943" y="5913567"/>
              <a:ext cx="182105" cy="178283"/>
            </a:xfrm>
            <a:custGeom>
              <a:avLst/>
              <a:gdLst>
                <a:gd name="connsiteX0" fmla="*/ 154826 w 182105"/>
                <a:gd name="connsiteY0" fmla="*/ 20423 h 178283"/>
                <a:gd name="connsiteX1" fmla="*/ 175889 w 182105"/>
                <a:gd name="connsiteY1" fmla="*/ 8155 h 178283"/>
                <a:gd name="connsiteX2" fmla="*/ 182288 w 182105"/>
                <a:gd name="connsiteY2" fmla="*/ 8155 h 178283"/>
                <a:gd name="connsiteX3" fmla="*/ 182288 w 182105"/>
                <a:gd name="connsiteY3" fmla="*/ 63 h 178283"/>
                <a:gd name="connsiteX4" fmla="*/ 143094 w 182105"/>
                <a:gd name="connsiteY4" fmla="*/ 846 h 178283"/>
                <a:gd name="connsiteX5" fmla="*/ 103634 w 182105"/>
                <a:gd name="connsiteY5" fmla="*/ 63 h 178283"/>
                <a:gd name="connsiteX6" fmla="*/ 103634 w 182105"/>
                <a:gd name="connsiteY6" fmla="*/ 8155 h 178283"/>
                <a:gd name="connsiteX7" fmla="*/ 110033 w 182105"/>
                <a:gd name="connsiteY7" fmla="*/ 8155 h 178283"/>
                <a:gd name="connsiteX8" fmla="*/ 131096 w 182105"/>
                <a:gd name="connsiteY8" fmla="*/ 20423 h 178283"/>
                <a:gd name="connsiteX9" fmla="*/ 131096 w 182105"/>
                <a:gd name="connsiteY9" fmla="*/ 81504 h 178283"/>
                <a:gd name="connsiteX10" fmla="*/ 51375 w 182105"/>
                <a:gd name="connsiteY10" fmla="*/ 81504 h 178283"/>
                <a:gd name="connsiteX11" fmla="*/ 51375 w 182105"/>
                <a:gd name="connsiteY11" fmla="*/ 20423 h 178283"/>
                <a:gd name="connsiteX12" fmla="*/ 72438 w 182105"/>
                <a:gd name="connsiteY12" fmla="*/ 8155 h 178283"/>
                <a:gd name="connsiteX13" fmla="*/ 78837 w 182105"/>
                <a:gd name="connsiteY13" fmla="*/ 8155 h 178283"/>
                <a:gd name="connsiteX14" fmla="*/ 78837 w 182105"/>
                <a:gd name="connsiteY14" fmla="*/ 63 h 178283"/>
                <a:gd name="connsiteX15" fmla="*/ 39643 w 182105"/>
                <a:gd name="connsiteY15" fmla="*/ 846 h 178283"/>
                <a:gd name="connsiteX16" fmla="*/ 183 w 182105"/>
                <a:gd name="connsiteY16" fmla="*/ 63 h 178283"/>
                <a:gd name="connsiteX17" fmla="*/ 183 w 182105"/>
                <a:gd name="connsiteY17" fmla="*/ 8155 h 178283"/>
                <a:gd name="connsiteX18" fmla="*/ 6582 w 182105"/>
                <a:gd name="connsiteY18" fmla="*/ 8155 h 178283"/>
                <a:gd name="connsiteX19" fmla="*/ 27645 w 182105"/>
                <a:gd name="connsiteY19" fmla="*/ 20423 h 178283"/>
                <a:gd name="connsiteX20" fmla="*/ 27645 w 182105"/>
                <a:gd name="connsiteY20" fmla="*/ 157986 h 178283"/>
                <a:gd name="connsiteX21" fmla="*/ 6582 w 182105"/>
                <a:gd name="connsiteY21" fmla="*/ 170254 h 178283"/>
                <a:gd name="connsiteX22" fmla="*/ 183 w 182105"/>
                <a:gd name="connsiteY22" fmla="*/ 170254 h 178283"/>
                <a:gd name="connsiteX23" fmla="*/ 183 w 182105"/>
                <a:gd name="connsiteY23" fmla="*/ 178346 h 178283"/>
                <a:gd name="connsiteX24" fmla="*/ 39377 w 182105"/>
                <a:gd name="connsiteY24" fmla="*/ 177563 h 178283"/>
                <a:gd name="connsiteX25" fmla="*/ 78837 w 182105"/>
                <a:gd name="connsiteY25" fmla="*/ 178346 h 178283"/>
                <a:gd name="connsiteX26" fmla="*/ 78837 w 182105"/>
                <a:gd name="connsiteY26" fmla="*/ 170254 h 178283"/>
                <a:gd name="connsiteX27" fmla="*/ 72438 w 182105"/>
                <a:gd name="connsiteY27" fmla="*/ 170254 h 178283"/>
                <a:gd name="connsiteX28" fmla="*/ 51375 w 182105"/>
                <a:gd name="connsiteY28" fmla="*/ 157986 h 178283"/>
                <a:gd name="connsiteX29" fmla="*/ 51375 w 182105"/>
                <a:gd name="connsiteY29" fmla="*/ 89596 h 178283"/>
                <a:gd name="connsiteX30" fmla="*/ 131096 w 182105"/>
                <a:gd name="connsiteY30" fmla="*/ 89596 h 178283"/>
                <a:gd name="connsiteX31" fmla="*/ 131096 w 182105"/>
                <a:gd name="connsiteY31" fmla="*/ 157986 h 178283"/>
                <a:gd name="connsiteX32" fmla="*/ 110033 w 182105"/>
                <a:gd name="connsiteY32" fmla="*/ 170254 h 178283"/>
                <a:gd name="connsiteX33" fmla="*/ 103634 w 182105"/>
                <a:gd name="connsiteY33" fmla="*/ 170254 h 178283"/>
                <a:gd name="connsiteX34" fmla="*/ 103634 w 182105"/>
                <a:gd name="connsiteY34" fmla="*/ 178346 h 178283"/>
                <a:gd name="connsiteX35" fmla="*/ 142828 w 182105"/>
                <a:gd name="connsiteY35" fmla="*/ 177563 h 178283"/>
                <a:gd name="connsiteX36" fmla="*/ 182288 w 182105"/>
                <a:gd name="connsiteY36" fmla="*/ 178346 h 178283"/>
                <a:gd name="connsiteX37" fmla="*/ 182288 w 182105"/>
                <a:gd name="connsiteY37" fmla="*/ 170254 h 178283"/>
                <a:gd name="connsiteX38" fmla="*/ 175889 w 182105"/>
                <a:gd name="connsiteY38" fmla="*/ 170254 h 178283"/>
                <a:gd name="connsiteX39" fmla="*/ 154826 w 182105"/>
                <a:gd name="connsiteY39" fmla="*/ 157986 h 178283"/>
                <a:gd name="connsiteX40" fmla="*/ 154826 w 182105"/>
                <a:gd name="connsiteY40" fmla="*/ 20423 h 17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82105" h="178283">
                  <a:moveTo>
                    <a:pt x="154826" y="20423"/>
                  </a:moveTo>
                  <a:cubicBezTo>
                    <a:pt x="154826" y="11026"/>
                    <a:pt x="155359" y="8155"/>
                    <a:pt x="175889" y="8155"/>
                  </a:cubicBezTo>
                  <a:lnTo>
                    <a:pt x="182288" y="8155"/>
                  </a:lnTo>
                  <a:lnTo>
                    <a:pt x="182288" y="63"/>
                  </a:lnTo>
                  <a:cubicBezTo>
                    <a:pt x="172957" y="846"/>
                    <a:pt x="153226" y="846"/>
                    <a:pt x="143094" y="846"/>
                  </a:cubicBezTo>
                  <a:cubicBezTo>
                    <a:pt x="132963" y="846"/>
                    <a:pt x="112966" y="846"/>
                    <a:pt x="103634" y="63"/>
                  </a:cubicBezTo>
                  <a:lnTo>
                    <a:pt x="103634" y="8155"/>
                  </a:lnTo>
                  <a:lnTo>
                    <a:pt x="110033" y="8155"/>
                  </a:lnTo>
                  <a:cubicBezTo>
                    <a:pt x="130563" y="8155"/>
                    <a:pt x="131096" y="11026"/>
                    <a:pt x="131096" y="20423"/>
                  </a:cubicBezTo>
                  <a:lnTo>
                    <a:pt x="131096" y="81504"/>
                  </a:lnTo>
                  <a:lnTo>
                    <a:pt x="51375" y="81504"/>
                  </a:lnTo>
                  <a:lnTo>
                    <a:pt x="51375" y="20423"/>
                  </a:lnTo>
                  <a:cubicBezTo>
                    <a:pt x="51375" y="11026"/>
                    <a:pt x="51908" y="8155"/>
                    <a:pt x="72438" y="8155"/>
                  </a:cubicBezTo>
                  <a:lnTo>
                    <a:pt x="78837" y="8155"/>
                  </a:lnTo>
                  <a:lnTo>
                    <a:pt x="78837" y="63"/>
                  </a:lnTo>
                  <a:cubicBezTo>
                    <a:pt x="69506" y="846"/>
                    <a:pt x="49775" y="846"/>
                    <a:pt x="39643" y="846"/>
                  </a:cubicBezTo>
                  <a:cubicBezTo>
                    <a:pt x="29512" y="846"/>
                    <a:pt x="9515" y="846"/>
                    <a:pt x="183" y="63"/>
                  </a:cubicBezTo>
                  <a:lnTo>
                    <a:pt x="183" y="8155"/>
                  </a:lnTo>
                  <a:lnTo>
                    <a:pt x="6582" y="8155"/>
                  </a:lnTo>
                  <a:cubicBezTo>
                    <a:pt x="27112" y="8155"/>
                    <a:pt x="27645" y="11026"/>
                    <a:pt x="27645" y="20423"/>
                  </a:cubicBezTo>
                  <a:lnTo>
                    <a:pt x="27645" y="157986"/>
                  </a:lnTo>
                  <a:cubicBezTo>
                    <a:pt x="27645" y="167383"/>
                    <a:pt x="27112" y="170254"/>
                    <a:pt x="6582" y="170254"/>
                  </a:cubicBezTo>
                  <a:lnTo>
                    <a:pt x="183" y="170254"/>
                  </a:lnTo>
                  <a:lnTo>
                    <a:pt x="183" y="178346"/>
                  </a:lnTo>
                  <a:cubicBezTo>
                    <a:pt x="9515" y="177563"/>
                    <a:pt x="29245" y="177563"/>
                    <a:pt x="39377" y="177563"/>
                  </a:cubicBezTo>
                  <a:cubicBezTo>
                    <a:pt x="49509" y="177563"/>
                    <a:pt x="69506" y="177563"/>
                    <a:pt x="78837" y="178346"/>
                  </a:cubicBezTo>
                  <a:lnTo>
                    <a:pt x="78837" y="170254"/>
                  </a:lnTo>
                  <a:lnTo>
                    <a:pt x="72438" y="170254"/>
                  </a:lnTo>
                  <a:cubicBezTo>
                    <a:pt x="51908" y="170254"/>
                    <a:pt x="51375" y="167383"/>
                    <a:pt x="51375" y="157986"/>
                  </a:cubicBezTo>
                  <a:lnTo>
                    <a:pt x="51375" y="89596"/>
                  </a:lnTo>
                  <a:lnTo>
                    <a:pt x="131096" y="89596"/>
                  </a:lnTo>
                  <a:lnTo>
                    <a:pt x="131096" y="157986"/>
                  </a:lnTo>
                  <a:cubicBezTo>
                    <a:pt x="131096" y="167383"/>
                    <a:pt x="130563" y="170254"/>
                    <a:pt x="110033" y="170254"/>
                  </a:cubicBezTo>
                  <a:lnTo>
                    <a:pt x="103634" y="170254"/>
                  </a:lnTo>
                  <a:lnTo>
                    <a:pt x="103634" y="178346"/>
                  </a:lnTo>
                  <a:cubicBezTo>
                    <a:pt x="112966" y="177563"/>
                    <a:pt x="132696" y="177563"/>
                    <a:pt x="142828" y="177563"/>
                  </a:cubicBezTo>
                  <a:cubicBezTo>
                    <a:pt x="152960" y="177563"/>
                    <a:pt x="172957" y="177563"/>
                    <a:pt x="182288" y="178346"/>
                  </a:cubicBezTo>
                  <a:lnTo>
                    <a:pt x="182288" y="170254"/>
                  </a:lnTo>
                  <a:lnTo>
                    <a:pt x="175889" y="170254"/>
                  </a:lnTo>
                  <a:cubicBezTo>
                    <a:pt x="155359" y="170254"/>
                    <a:pt x="154826" y="167383"/>
                    <a:pt x="154826" y="157986"/>
                  </a:cubicBezTo>
                  <a:lnTo>
                    <a:pt x="154826" y="20423"/>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0" name="Freeform: Shape 229">
              <a:extLst>
                <a:ext uri="{FF2B5EF4-FFF2-40B4-BE49-F238E27FC236}">
                  <a16:creationId xmlns:a16="http://schemas.microsoft.com/office/drawing/2014/main" id="{C0DEFEF1-BBB8-0EA2-04D4-991C3BA41309}"/>
                </a:ext>
              </a:extLst>
            </p:cNvPr>
            <p:cNvSpPr/>
            <p:nvPr>
              <p:custDataLst>
                <p:tags r:id="rId48"/>
              </p:custDataLst>
            </p:nvPr>
          </p:nvSpPr>
          <p:spPr>
            <a:xfrm>
              <a:off x="12499819" y="6009678"/>
              <a:ext cx="86600" cy="124981"/>
            </a:xfrm>
            <a:custGeom>
              <a:avLst/>
              <a:gdLst>
                <a:gd name="connsiteX0" fmla="*/ 86790 w 86600"/>
                <a:gd name="connsiteY0" fmla="*/ 63103 h 124981"/>
                <a:gd name="connsiteX1" fmla="*/ 75779 w 86600"/>
                <a:gd name="connsiteY1" fmla="*/ 15778 h 124981"/>
                <a:gd name="connsiteX2" fmla="*/ 43490 w 86600"/>
                <a:gd name="connsiteY2" fmla="*/ 64 h 124981"/>
                <a:gd name="connsiteX3" fmla="*/ 190 w 86600"/>
                <a:gd name="connsiteY3" fmla="*/ 63103 h 124981"/>
                <a:gd name="connsiteX4" fmla="*/ 43490 w 86600"/>
                <a:gd name="connsiteY4" fmla="*/ 125045 h 124981"/>
                <a:gd name="connsiteX5" fmla="*/ 86790 w 86600"/>
                <a:gd name="connsiteY5" fmla="*/ 63103 h 124981"/>
                <a:gd name="connsiteX6" fmla="*/ 43490 w 86600"/>
                <a:gd name="connsiteY6" fmla="*/ 119929 h 124981"/>
                <a:gd name="connsiteX7" fmla="*/ 19787 w 86600"/>
                <a:gd name="connsiteY7" fmla="*/ 100013 h 124981"/>
                <a:gd name="connsiteX8" fmla="*/ 17174 w 86600"/>
                <a:gd name="connsiteY8" fmla="*/ 60728 h 124981"/>
                <a:gd name="connsiteX9" fmla="*/ 19974 w 86600"/>
                <a:gd name="connsiteY9" fmla="*/ 23453 h 124981"/>
                <a:gd name="connsiteX10" fmla="*/ 43490 w 86600"/>
                <a:gd name="connsiteY10" fmla="*/ 5180 h 124981"/>
                <a:gd name="connsiteX11" fmla="*/ 66633 w 86600"/>
                <a:gd name="connsiteY11" fmla="*/ 21808 h 124981"/>
                <a:gd name="connsiteX12" fmla="*/ 69806 w 86600"/>
                <a:gd name="connsiteY12" fmla="*/ 60728 h 124981"/>
                <a:gd name="connsiteX13" fmla="*/ 67380 w 86600"/>
                <a:gd name="connsiteY13" fmla="*/ 99282 h 124981"/>
                <a:gd name="connsiteX14" fmla="*/ 43490 w 86600"/>
                <a:gd name="connsiteY14" fmla="*/ 119929 h 124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6600" h="124981">
                  <a:moveTo>
                    <a:pt x="86790" y="63103"/>
                  </a:moveTo>
                  <a:cubicBezTo>
                    <a:pt x="86790" y="43004"/>
                    <a:pt x="84364" y="28569"/>
                    <a:pt x="75779" y="15778"/>
                  </a:cubicBezTo>
                  <a:cubicBezTo>
                    <a:pt x="69993" y="7373"/>
                    <a:pt x="58421" y="64"/>
                    <a:pt x="43490" y="64"/>
                  </a:cubicBezTo>
                  <a:cubicBezTo>
                    <a:pt x="190" y="64"/>
                    <a:pt x="190" y="49947"/>
                    <a:pt x="190" y="63103"/>
                  </a:cubicBezTo>
                  <a:cubicBezTo>
                    <a:pt x="190" y="76259"/>
                    <a:pt x="190" y="125045"/>
                    <a:pt x="43490" y="125045"/>
                  </a:cubicBezTo>
                  <a:cubicBezTo>
                    <a:pt x="86790" y="125045"/>
                    <a:pt x="86790" y="76259"/>
                    <a:pt x="86790" y="63103"/>
                  </a:cubicBezTo>
                  <a:close/>
                  <a:moveTo>
                    <a:pt x="43490" y="119929"/>
                  </a:moveTo>
                  <a:cubicBezTo>
                    <a:pt x="34905" y="119929"/>
                    <a:pt x="23520" y="114996"/>
                    <a:pt x="19787" y="100013"/>
                  </a:cubicBezTo>
                  <a:cubicBezTo>
                    <a:pt x="17174" y="89232"/>
                    <a:pt x="17174" y="74249"/>
                    <a:pt x="17174" y="60728"/>
                  </a:cubicBezTo>
                  <a:cubicBezTo>
                    <a:pt x="17174" y="47389"/>
                    <a:pt x="17174" y="33502"/>
                    <a:pt x="19974" y="23453"/>
                  </a:cubicBezTo>
                  <a:cubicBezTo>
                    <a:pt x="23893" y="9018"/>
                    <a:pt x="35838" y="5180"/>
                    <a:pt x="43490" y="5180"/>
                  </a:cubicBezTo>
                  <a:cubicBezTo>
                    <a:pt x="53569" y="5180"/>
                    <a:pt x="63274" y="11210"/>
                    <a:pt x="66633" y="21808"/>
                  </a:cubicBezTo>
                  <a:cubicBezTo>
                    <a:pt x="69620" y="31675"/>
                    <a:pt x="69806" y="44831"/>
                    <a:pt x="69806" y="60728"/>
                  </a:cubicBezTo>
                  <a:cubicBezTo>
                    <a:pt x="69806" y="74249"/>
                    <a:pt x="69806" y="87770"/>
                    <a:pt x="67380" y="99282"/>
                  </a:cubicBezTo>
                  <a:cubicBezTo>
                    <a:pt x="63647" y="115909"/>
                    <a:pt x="50956" y="119929"/>
                    <a:pt x="43490" y="119929"/>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1" name="Freeform: Shape 230">
              <a:extLst>
                <a:ext uri="{FF2B5EF4-FFF2-40B4-BE49-F238E27FC236}">
                  <a16:creationId xmlns:a16="http://schemas.microsoft.com/office/drawing/2014/main" id="{7949515E-9107-8B45-F0EE-C1097AA98240}"/>
                </a:ext>
              </a:extLst>
            </p:cNvPr>
            <p:cNvSpPr/>
            <p:nvPr>
              <p:custDataLst>
                <p:tags r:id="rId49"/>
              </p:custDataLst>
            </p:nvPr>
          </p:nvSpPr>
          <p:spPr>
            <a:xfrm>
              <a:off x="12624924" y="5896078"/>
              <a:ext cx="61857" cy="261030"/>
            </a:xfrm>
            <a:custGeom>
              <a:avLst/>
              <a:gdLst>
                <a:gd name="connsiteX0" fmla="*/ 62052 w 61857"/>
                <a:gd name="connsiteY0" fmla="*/ 130578 h 261030"/>
                <a:gd name="connsiteX1" fmla="*/ 44455 w 61857"/>
                <a:gd name="connsiteY1" fmla="*/ 49136 h 261030"/>
                <a:gd name="connsiteX2" fmla="*/ 2861 w 61857"/>
                <a:gd name="connsiteY2" fmla="*/ 63 h 261030"/>
                <a:gd name="connsiteX3" fmla="*/ 195 w 61857"/>
                <a:gd name="connsiteY3" fmla="*/ 2673 h 261030"/>
                <a:gd name="connsiteX4" fmla="*/ 5261 w 61857"/>
                <a:gd name="connsiteY4" fmla="*/ 8677 h 261030"/>
                <a:gd name="connsiteX5" fmla="*/ 46588 w 61857"/>
                <a:gd name="connsiteY5" fmla="*/ 130578 h 261030"/>
                <a:gd name="connsiteX6" fmla="*/ 3661 w 61857"/>
                <a:gd name="connsiteY6" fmla="*/ 254045 h 261030"/>
                <a:gd name="connsiteX7" fmla="*/ 195 w 61857"/>
                <a:gd name="connsiteY7" fmla="*/ 258483 h 261030"/>
                <a:gd name="connsiteX8" fmla="*/ 2861 w 61857"/>
                <a:gd name="connsiteY8" fmla="*/ 261093 h 261030"/>
                <a:gd name="connsiteX9" fmla="*/ 45255 w 61857"/>
                <a:gd name="connsiteY9" fmla="*/ 210192 h 261030"/>
                <a:gd name="connsiteX10" fmla="*/ 62052 w 61857"/>
                <a:gd name="connsiteY10" fmla="*/ 130578 h 26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857" h="261030">
                  <a:moveTo>
                    <a:pt x="62052" y="130578"/>
                  </a:moveTo>
                  <a:cubicBezTo>
                    <a:pt x="62052" y="110217"/>
                    <a:pt x="59119" y="78633"/>
                    <a:pt x="44455" y="49136"/>
                  </a:cubicBezTo>
                  <a:cubicBezTo>
                    <a:pt x="28457" y="17030"/>
                    <a:pt x="5527" y="63"/>
                    <a:pt x="2861" y="63"/>
                  </a:cubicBezTo>
                  <a:cubicBezTo>
                    <a:pt x="1261" y="63"/>
                    <a:pt x="195" y="1107"/>
                    <a:pt x="195" y="2673"/>
                  </a:cubicBezTo>
                  <a:cubicBezTo>
                    <a:pt x="195" y="3456"/>
                    <a:pt x="195" y="3978"/>
                    <a:pt x="5261" y="8677"/>
                  </a:cubicBezTo>
                  <a:cubicBezTo>
                    <a:pt x="31390" y="34519"/>
                    <a:pt x="46588" y="76023"/>
                    <a:pt x="46588" y="130578"/>
                  </a:cubicBezTo>
                  <a:cubicBezTo>
                    <a:pt x="46588" y="175214"/>
                    <a:pt x="36723" y="221155"/>
                    <a:pt x="3661" y="254045"/>
                  </a:cubicBezTo>
                  <a:cubicBezTo>
                    <a:pt x="195" y="257177"/>
                    <a:pt x="195" y="257700"/>
                    <a:pt x="195" y="258483"/>
                  </a:cubicBezTo>
                  <a:cubicBezTo>
                    <a:pt x="195" y="260049"/>
                    <a:pt x="1261" y="261093"/>
                    <a:pt x="2861" y="261093"/>
                  </a:cubicBezTo>
                  <a:cubicBezTo>
                    <a:pt x="5527" y="261093"/>
                    <a:pt x="29524" y="243343"/>
                    <a:pt x="45255" y="210192"/>
                  </a:cubicBezTo>
                  <a:cubicBezTo>
                    <a:pt x="58852" y="181479"/>
                    <a:pt x="62052" y="152504"/>
                    <a:pt x="62052" y="130578"/>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290" name="Group 289">
            <a:extLst>
              <a:ext uri="{FF2B5EF4-FFF2-40B4-BE49-F238E27FC236}">
                <a16:creationId xmlns:a16="http://schemas.microsoft.com/office/drawing/2014/main" id="{AF837571-D8B4-DF1B-556E-64730B8CE970}"/>
              </a:ext>
            </a:extLst>
          </p:cNvPr>
          <p:cNvGrpSpPr>
            <a:grpSpLocks noChangeAspect="1"/>
          </p:cNvGrpSpPr>
          <p:nvPr>
            <p:custDataLst>
              <p:tags r:id="rId6"/>
            </p:custDataLst>
          </p:nvPr>
        </p:nvGrpSpPr>
        <p:grpSpPr>
          <a:xfrm>
            <a:off x="6550493" y="3838904"/>
            <a:ext cx="3769869" cy="261030"/>
            <a:chOff x="8681138" y="6237185"/>
            <a:chExt cx="3769869" cy="261030"/>
          </a:xfrm>
        </p:grpSpPr>
        <p:sp>
          <p:nvSpPr>
            <p:cNvPr id="267" name="Freeform: Shape 266">
              <a:extLst>
                <a:ext uri="{FF2B5EF4-FFF2-40B4-BE49-F238E27FC236}">
                  <a16:creationId xmlns:a16="http://schemas.microsoft.com/office/drawing/2014/main" id="{FDAD46ED-ABC7-8DBD-449E-713CDC958509}"/>
                </a:ext>
              </a:extLst>
            </p:cNvPr>
            <p:cNvSpPr/>
            <p:nvPr>
              <p:custDataLst>
                <p:tags r:id="rId7"/>
              </p:custDataLst>
            </p:nvPr>
          </p:nvSpPr>
          <p:spPr>
            <a:xfrm>
              <a:off x="8681138" y="6317582"/>
              <a:ext cx="140001" cy="166015"/>
            </a:xfrm>
            <a:custGeom>
              <a:avLst/>
              <a:gdLst>
                <a:gd name="connsiteX0" fmla="*/ 20728 w 140001"/>
                <a:gd name="connsiteY0" fmla="*/ 147284 h 166015"/>
                <a:gd name="connsiteX1" fmla="*/ 6245 w 140001"/>
                <a:gd name="connsiteY1" fmla="*/ 157986 h 166015"/>
                <a:gd name="connsiteX2" fmla="*/ 77 w 140001"/>
                <a:gd name="connsiteY2" fmla="*/ 162946 h 166015"/>
                <a:gd name="connsiteX3" fmla="*/ 3563 w 140001"/>
                <a:gd name="connsiteY3" fmla="*/ 166078 h 166015"/>
                <a:gd name="connsiteX4" fmla="*/ 26092 w 140001"/>
                <a:gd name="connsiteY4" fmla="*/ 165295 h 166015"/>
                <a:gd name="connsiteX5" fmla="*/ 52644 w 140001"/>
                <a:gd name="connsiteY5" fmla="*/ 166078 h 166015"/>
                <a:gd name="connsiteX6" fmla="*/ 57472 w 140001"/>
                <a:gd name="connsiteY6" fmla="*/ 160857 h 166015"/>
                <a:gd name="connsiteX7" fmla="*/ 51035 w 140001"/>
                <a:gd name="connsiteY7" fmla="*/ 157986 h 166015"/>
                <a:gd name="connsiteX8" fmla="*/ 37625 w 140001"/>
                <a:gd name="connsiteY8" fmla="*/ 153810 h 166015"/>
                <a:gd name="connsiteX9" fmla="*/ 50767 w 140001"/>
                <a:gd name="connsiteY9" fmla="*/ 101603 h 166015"/>
                <a:gd name="connsiteX10" fmla="*/ 75441 w 140001"/>
                <a:gd name="connsiteY10" fmla="*/ 118309 h 166015"/>
                <a:gd name="connsiteX11" fmla="*/ 140078 w 140001"/>
                <a:gd name="connsiteY11" fmla="*/ 41828 h 166015"/>
                <a:gd name="connsiteX12" fmla="*/ 104407 w 140001"/>
                <a:gd name="connsiteY12" fmla="*/ 63 h 166015"/>
                <a:gd name="connsiteX13" fmla="*/ 69273 w 140001"/>
                <a:gd name="connsiteY13" fmla="*/ 19640 h 166015"/>
                <a:gd name="connsiteX14" fmla="*/ 45135 w 140001"/>
                <a:gd name="connsiteY14" fmla="*/ 63 h 166015"/>
                <a:gd name="connsiteX15" fmla="*/ 25288 w 140001"/>
                <a:gd name="connsiteY15" fmla="*/ 14941 h 166015"/>
                <a:gd name="connsiteX16" fmla="*/ 16973 w 140001"/>
                <a:gd name="connsiteY16" fmla="*/ 40261 h 166015"/>
                <a:gd name="connsiteX17" fmla="*/ 20192 w 140001"/>
                <a:gd name="connsiteY17" fmla="*/ 42872 h 166015"/>
                <a:gd name="connsiteX18" fmla="*/ 24751 w 140001"/>
                <a:gd name="connsiteY18" fmla="*/ 36868 h 166015"/>
                <a:gd name="connsiteX19" fmla="*/ 44330 w 140001"/>
                <a:gd name="connsiteY19" fmla="*/ 5805 h 166015"/>
                <a:gd name="connsiteX20" fmla="*/ 52644 w 140001"/>
                <a:gd name="connsiteY20" fmla="*/ 17813 h 166015"/>
                <a:gd name="connsiteX21" fmla="*/ 50767 w 140001"/>
                <a:gd name="connsiteY21" fmla="*/ 31125 h 166015"/>
                <a:gd name="connsiteX22" fmla="*/ 20728 w 140001"/>
                <a:gd name="connsiteY22" fmla="*/ 147284 h 166015"/>
                <a:gd name="connsiteX23" fmla="*/ 67932 w 140001"/>
                <a:gd name="connsiteY23" fmla="*/ 33997 h 166015"/>
                <a:gd name="connsiteX24" fmla="*/ 81878 w 140001"/>
                <a:gd name="connsiteY24" fmla="*/ 15725 h 166015"/>
                <a:gd name="connsiteX25" fmla="*/ 103602 w 140001"/>
                <a:gd name="connsiteY25" fmla="*/ 5805 h 166015"/>
                <a:gd name="connsiteX26" fmla="*/ 120767 w 140001"/>
                <a:gd name="connsiteY26" fmla="*/ 30342 h 166015"/>
                <a:gd name="connsiteX27" fmla="*/ 107089 w 140001"/>
                <a:gd name="connsiteY27" fmla="*/ 85681 h 166015"/>
                <a:gd name="connsiteX28" fmla="*/ 75173 w 140001"/>
                <a:gd name="connsiteY28" fmla="*/ 112567 h 166015"/>
                <a:gd name="connsiteX29" fmla="*/ 53985 w 140001"/>
                <a:gd name="connsiteY29" fmla="*/ 89335 h 166015"/>
                <a:gd name="connsiteX30" fmla="*/ 54790 w 140001"/>
                <a:gd name="connsiteY30" fmla="*/ 85159 h 166015"/>
                <a:gd name="connsiteX31" fmla="*/ 67932 w 140001"/>
                <a:gd name="connsiteY31" fmla="*/ 33997 h 16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40001" h="166015">
                  <a:moveTo>
                    <a:pt x="20728" y="147284"/>
                  </a:moveTo>
                  <a:cubicBezTo>
                    <a:pt x="18583" y="156159"/>
                    <a:pt x="18046" y="157986"/>
                    <a:pt x="6245" y="157986"/>
                  </a:cubicBezTo>
                  <a:cubicBezTo>
                    <a:pt x="3027" y="157986"/>
                    <a:pt x="77" y="157986"/>
                    <a:pt x="77" y="162946"/>
                  </a:cubicBezTo>
                  <a:cubicBezTo>
                    <a:pt x="77" y="165034"/>
                    <a:pt x="1418" y="166078"/>
                    <a:pt x="3563" y="166078"/>
                  </a:cubicBezTo>
                  <a:cubicBezTo>
                    <a:pt x="10805" y="166078"/>
                    <a:pt x="18583" y="165295"/>
                    <a:pt x="26092" y="165295"/>
                  </a:cubicBezTo>
                  <a:cubicBezTo>
                    <a:pt x="34943" y="165295"/>
                    <a:pt x="44062" y="166078"/>
                    <a:pt x="52644" y="166078"/>
                  </a:cubicBezTo>
                  <a:cubicBezTo>
                    <a:pt x="53985" y="166078"/>
                    <a:pt x="57472" y="166078"/>
                    <a:pt x="57472" y="160857"/>
                  </a:cubicBezTo>
                  <a:cubicBezTo>
                    <a:pt x="57472" y="157986"/>
                    <a:pt x="54790" y="157986"/>
                    <a:pt x="51035" y="157986"/>
                  </a:cubicBezTo>
                  <a:cubicBezTo>
                    <a:pt x="37625" y="157986"/>
                    <a:pt x="37625" y="156159"/>
                    <a:pt x="37625" y="153810"/>
                  </a:cubicBezTo>
                  <a:cubicBezTo>
                    <a:pt x="37625" y="150677"/>
                    <a:pt x="48889" y="108129"/>
                    <a:pt x="50767" y="101603"/>
                  </a:cubicBezTo>
                  <a:cubicBezTo>
                    <a:pt x="54253" y="109173"/>
                    <a:pt x="61763" y="118309"/>
                    <a:pt x="75441" y="118309"/>
                  </a:cubicBezTo>
                  <a:cubicBezTo>
                    <a:pt x="106553" y="118309"/>
                    <a:pt x="140078" y="80199"/>
                    <a:pt x="140078" y="41828"/>
                  </a:cubicBezTo>
                  <a:cubicBezTo>
                    <a:pt x="140078" y="17291"/>
                    <a:pt x="124790" y="63"/>
                    <a:pt x="104407" y="63"/>
                  </a:cubicBezTo>
                  <a:cubicBezTo>
                    <a:pt x="90997" y="63"/>
                    <a:pt x="78123" y="9460"/>
                    <a:pt x="69273" y="19640"/>
                  </a:cubicBezTo>
                  <a:cubicBezTo>
                    <a:pt x="66591" y="5544"/>
                    <a:pt x="55058" y="63"/>
                    <a:pt x="45135" y="63"/>
                  </a:cubicBezTo>
                  <a:cubicBezTo>
                    <a:pt x="32797" y="63"/>
                    <a:pt x="27701" y="10243"/>
                    <a:pt x="25288" y="14941"/>
                  </a:cubicBezTo>
                  <a:cubicBezTo>
                    <a:pt x="20460" y="23817"/>
                    <a:pt x="16973" y="39478"/>
                    <a:pt x="16973" y="40261"/>
                  </a:cubicBezTo>
                  <a:cubicBezTo>
                    <a:pt x="16973" y="42872"/>
                    <a:pt x="19655" y="42872"/>
                    <a:pt x="20192" y="42872"/>
                  </a:cubicBezTo>
                  <a:cubicBezTo>
                    <a:pt x="22874" y="42872"/>
                    <a:pt x="23142" y="42611"/>
                    <a:pt x="24751" y="36868"/>
                  </a:cubicBezTo>
                  <a:cubicBezTo>
                    <a:pt x="29311" y="18335"/>
                    <a:pt x="34675" y="5805"/>
                    <a:pt x="44330" y="5805"/>
                  </a:cubicBezTo>
                  <a:cubicBezTo>
                    <a:pt x="48889" y="5805"/>
                    <a:pt x="52644" y="7894"/>
                    <a:pt x="52644" y="17813"/>
                  </a:cubicBezTo>
                  <a:cubicBezTo>
                    <a:pt x="52644" y="23817"/>
                    <a:pt x="51840" y="26688"/>
                    <a:pt x="50767" y="31125"/>
                  </a:cubicBezTo>
                  <a:lnTo>
                    <a:pt x="20728" y="147284"/>
                  </a:lnTo>
                  <a:close/>
                  <a:moveTo>
                    <a:pt x="67932" y="33997"/>
                  </a:moveTo>
                  <a:cubicBezTo>
                    <a:pt x="69809" y="26949"/>
                    <a:pt x="77051" y="19640"/>
                    <a:pt x="81878" y="15725"/>
                  </a:cubicBezTo>
                  <a:cubicBezTo>
                    <a:pt x="91265" y="7633"/>
                    <a:pt x="99043" y="5805"/>
                    <a:pt x="103602" y="5805"/>
                  </a:cubicBezTo>
                  <a:cubicBezTo>
                    <a:pt x="114331" y="5805"/>
                    <a:pt x="120767" y="14941"/>
                    <a:pt x="120767" y="30342"/>
                  </a:cubicBezTo>
                  <a:cubicBezTo>
                    <a:pt x="120767" y="45743"/>
                    <a:pt x="111917" y="75762"/>
                    <a:pt x="107089" y="85681"/>
                  </a:cubicBezTo>
                  <a:cubicBezTo>
                    <a:pt x="97970" y="103953"/>
                    <a:pt x="85097" y="112567"/>
                    <a:pt x="75173" y="112567"/>
                  </a:cubicBezTo>
                  <a:cubicBezTo>
                    <a:pt x="57472" y="112567"/>
                    <a:pt x="53985" y="90901"/>
                    <a:pt x="53985" y="89335"/>
                  </a:cubicBezTo>
                  <a:cubicBezTo>
                    <a:pt x="53985" y="88813"/>
                    <a:pt x="53985" y="88291"/>
                    <a:pt x="54790" y="85159"/>
                  </a:cubicBezTo>
                  <a:lnTo>
                    <a:pt x="67932" y="33997"/>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68" name="Freeform: Shape 267">
              <a:extLst>
                <a:ext uri="{FF2B5EF4-FFF2-40B4-BE49-F238E27FC236}">
                  <a16:creationId xmlns:a16="http://schemas.microsoft.com/office/drawing/2014/main" id="{F177F120-12D3-D920-46EB-CEA144D81B86}"/>
                </a:ext>
              </a:extLst>
            </p:cNvPr>
            <p:cNvSpPr/>
            <p:nvPr>
              <p:custDataLst>
                <p:tags r:id="rId8"/>
              </p:custDataLst>
            </p:nvPr>
          </p:nvSpPr>
          <p:spPr>
            <a:xfrm>
              <a:off x="8906519" y="6362479"/>
              <a:ext cx="163871" cy="10441"/>
            </a:xfrm>
            <a:custGeom>
              <a:avLst/>
              <a:gdLst>
                <a:gd name="connsiteX0" fmla="*/ 154568 w 163871"/>
                <a:gd name="connsiteY0" fmla="*/ 10504 h 10441"/>
                <a:gd name="connsiteX1" fmla="*/ 163955 w 163871"/>
                <a:gd name="connsiteY1" fmla="*/ 5283 h 10441"/>
                <a:gd name="connsiteX2" fmla="*/ 154568 w 163871"/>
                <a:gd name="connsiteY2" fmla="*/ 63 h 10441"/>
                <a:gd name="connsiteX3" fmla="*/ 9471 w 163871"/>
                <a:gd name="connsiteY3" fmla="*/ 63 h 10441"/>
                <a:gd name="connsiteX4" fmla="*/ 84 w 163871"/>
                <a:gd name="connsiteY4" fmla="*/ 5283 h 10441"/>
                <a:gd name="connsiteX5" fmla="*/ 9471 w 163871"/>
                <a:gd name="connsiteY5" fmla="*/ 10504 h 10441"/>
                <a:gd name="connsiteX6" fmla="*/ 154568 w 163871"/>
                <a:gd name="connsiteY6" fmla="*/ 10504 h 1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871" h="10441">
                  <a:moveTo>
                    <a:pt x="154568" y="10504"/>
                  </a:moveTo>
                  <a:cubicBezTo>
                    <a:pt x="159127" y="10504"/>
                    <a:pt x="163955" y="10504"/>
                    <a:pt x="163955" y="5283"/>
                  </a:cubicBezTo>
                  <a:cubicBezTo>
                    <a:pt x="163955" y="63"/>
                    <a:pt x="159127" y="63"/>
                    <a:pt x="154568" y="63"/>
                  </a:cubicBezTo>
                  <a:lnTo>
                    <a:pt x="9471" y="63"/>
                  </a:lnTo>
                  <a:cubicBezTo>
                    <a:pt x="4912" y="63"/>
                    <a:pt x="84" y="63"/>
                    <a:pt x="84" y="5283"/>
                  </a:cubicBezTo>
                  <a:cubicBezTo>
                    <a:pt x="84" y="10504"/>
                    <a:pt x="4912" y="10504"/>
                    <a:pt x="9471" y="10504"/>
                  </a:cubicBezTo>
                  <a:lnTo>
                    <a:pt x="154568" y="1050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69" name="Freeform: Shape 268">
              <a:extLst>
                <a:ext uri="{FF2B5EF4-FFF2-40B4-BE49-F238E27FC236}">
                  <a16:creationId xmlns:a16="http://schemas.microsoft.com/office/drawing/2014/main" id="{FBC193C5-6160-143D-4A3D-259664F29C0F}"/>
                </a:ext>
              </a:extLst>
            </p:cNvPr>
            <p:cNvSpPr/>
            <p:nvPr>
              <p:custDataLst>
                <p:tags r:id="rId9"/>
              </p:custDataLst>
            </p:nvPr>
          </p:nvSpPr>
          <p:spPr>
            <a:xfrm>
              <a:off x="9160237" y="6317582"/>
              <a:ext cx="117740" cy="118246"/>
            </a:xfrm>
            <a:custGeom>
              <a:avLst/>
              <a:gdLst>
                <a:gd name="connsiteX0" fmla="*/ 117834 w 117740"/>
                <a:gd name="connsiteY0" fmla="*/ 18335 h 118246"/>
                <a:gd name="connsiteX1" fmla="*/ 106033 w 117740"/>
                <a:gd name="connsiteY1" fmla="*/ 63 h 118246"/>
                <a:gd name="connsiteX2" fmla="*/ 92892 w 117740"/>
                <a:gd name="connsiteY2" fmla="*/ 12592 h 118246"/>
                <a:gd name="connsiteX3" fmla="*/ 97183 w 117740"/>
                <a:gd name="connsiteY3" fmla="*/ 20423 h 118246"/>
                <a:gd name="connsiteX4" fmla="*/ 106302 w 117740"/>
                <a:gd name="connsiteY4" fmla="*/ 41828 h 118246"/>
                <a:gd name="connsiteX5" fmla="*/ 58562 w 117740"/>
                <a:gd name="connsiteY5" fmla="*/ 112567 h 118246"/>
                <a:gd name="connsiteX6" fmla="*/ 38715 w 117740"/>
                <a:gd name="connsiteY6" fmla="*/ 89857 h 118246"/>
                <a:gd name="connsiteX7" fmla="*/ 54271 w 117740"/>
                <a:gd name="connsiteY7" fmla="*/ 34519 h 118246"/>
                <a:gd name="connsiteX8" fmla="*/ 57489 w 117740"/>
                <a:gd name="connsiteY8" fmla="*/ 21467 h 118246"/>
                <a:gd name="connsiteX9" fmla="*/ 35496 w 117740"/>
                <a:gd name="connsiteY9" fmla="*/ 63 h 118246"/>
                <a:gd name="connsiteX10" fmla="*/ 94 w 117740"/>
                <a:gd name="connsiteY10" fmla="*/ 40261 h 118246"/>
                <a:gd name="connsiteX11" fmla="*/ 3312 w 117740"/>
                <a:gd name="connsiteY11" fmla="*/ 42872 h 118246"/>
                <a:gd name="connsiteX12" fmla="*/ 7604 w 117740"/>
                <a:gd name="connsiteY12" fmla="*/ 38173 h 118246"/>
                <a:gd name="connsiteX13" fmla="*/ 34692 w 117740"/>
                <a:gd name="connsiteY13" fmla="*/ 5805 h 118246"/>
                <a:gd name="connsiteX14" fmla="*/ 41397 w 117740"/>
                <a:gd name="connsiteY14" fmla="*/ 14158 h 118246"/>
                <a:gd name="connsiteX15" fmla="*/ 36837 w 117740"/>
                <a:gd name="connsiteY15" fmla="*/ 32431 h 118246"/>
                <a:gd name="connsiteX16" fmla="*/ 21550 w 117740"/>
                <a:gd name="connsiteY16" fmla="*/ 85942 h 118246"/>
                <a:gd name="connsiteX17" fmla="*/ 57489 w 117740"/>
                <a:gd name="connsiteY17" fmla="*/ 118309 h 118246"/>
                <a:gd name="connsiteX18" fmla="*/ 117834 w 117740"/>
                <a:gd name="connsiteY18" fmla="*/ 18335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7740" h="118246">
                  <a:moveTo>
                    <a:pt x="117834" y="18335"/>
                  </a:moveTo>
                  <a:cubicBezTo>
                    <a:pt x="117834" y="4239"/>
                    <a:pt x="110861" y="63"/>
                    <a:pt x="106033" y="63"/>
                  </a:cubicBezTo>
                  <a:cubicBezTo>
                    <a:pt x="99328" y="63"/>
                    <a:pt x="92892" y="6850"/>
                    <a:pt x="92892" y="12592"/>
                  </a:cubicBezTo>
                  <a:cubicBezTo>
                    <a:pt x="92892" y="15986"/>
                    <a:pt x="94233" y="17552"/>
                    <a:pt x="97183" y="20423"/>
                  </a:cubicBezTo>
                  <a:cubicBezTo>
                    <a:pt x="102815" y="25644"/>
                    <a:pt x="106302" y="32431"/>
                    <a:pt x="106302" y="41828"/>
                  </a:cubicBezTo>
                  <a:cubicBezTo>
                    <a:pt x="106302" y="52791"/>
                    <a:pt x="89941" y="112567"/>
                    <a:pt x="58562" y="112567"/>
                  </a:cubicBezTo>
                  <a:cubicBezTo>
                    <a:pt x="44884" y="112567"/>
                    <a:pt x="38715" y="103431"/>
                    <a:pt x="38715" y="89857"/>
                  </a:cubicBezTo>
                  <a:cubicBezTo>
                    <a:pt x="38715" y="75239"/>
                    <a:pt x="45956" y="56184"/>
                    <a:pt x="54271" y="34519"/>
                  </a:cubicBezTo>
                  <a:cubicBezTo>
                    <a:pt x="56148" y="30081"/>
                    <a:pt x="57489" y="26427"/>
                    <a:pt x="57489" y="21467"/>
                  </a:cubicBezTo>
                  <a:cubicBezTo>
                    <a:pt x="57489" y="9721"/>
                    <a:pt x="48907" y="63"/>
                    <a:pt x="35496" y="63"/>
                  </a:cubicBezTo>
                  <a:cubicBezTo>
                    <a:pt x="10286" y="63"/>
                    <a:pt x="94" y="37912"/>
                    <a:pt x="94" y="40261"/>
                  </a:cubicBezTo>
                  <a:cubicBezTo>
                    <a:pt x="94" y="42872"/>
                    <a:pt x="2776" y="42872"/>
                    <a:pt x="3312" y="42872"/>
                  </a:cubicBezTo>
                  <a:cubicBezTo>
                    <a:pt x="5994" y="42872"/>
                    <a:pt x="6263" y="42350"/>
                    <a:pt x="7604" y="38173"/>
                  </a:cubicBezTo>
                  <a:cubicBezTo>
                    <a:pt x="15381" y="11809"/>
                    <a:pt x="26914" y="5805"/>
                    <a:pt x="34692" y="5805"/>
                  </a:cubicBezTo>
                  <a:cubicBezTo>
                    <a:pt x="36837" y="5805"/>
                    <a:pt x="41397" y="5805"/>
                    <a:pt x="41397" y="14158"/>
                  </a:cubicBezTo>
                  <a:cubicBezTo>
                    <a:pt x="41397" y="20684"/>
                    <a:pt x="38715" y="27732"/>
                    <a:pt x="36837" y="32431"/>
                  </a:cubicBezTo>
                  <a:cubicBezTo>
                    <a:pt x="25037" y="62710"/>
                    <a:pt x="21550" y="74717"/>
                    <a:pt x="21550" y="85942"/>
                  </a:cubicBezTo>
                  <a:cubicBezTo>
                    <a:pt x="21550" y="114133"/>
                    <a:pt x="45152" y="118309"/>
                    <a:pt x="57489" y="118309"/>
                  </a:cubicBezTo>
                  <a:cubicBezTo>
                    <a:pt x="102547" y="118309"/>
                    <a:pt x="117834" y="31908"/>
                    <a:pt x="117834" y="18335"/>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0" name="Freeform: Shape 269">
              <a:extLst>
                <a:ext uri="{FF2B5EF4-FFF2-40B4-BE49-F238E27FC236}">
                  <a16:creationId xmlns:a16="http://schemas.microsoft.com/office/drawing/2014/main" id="{9CAD89DF-E7FA-3EFF-6F7B-3B35DBD935F1}"/>
                </a:ext>
              </a:extLst>
            </p:cNvPr>
            <p:cNvSpPr/>
            <p:nvPr>
              <p:custDataLst>
                <p:tags r:id="rId10"/>
              </p:custDataLst>
            </p:nvPr>
          </p:nvSpPr>
          <p:spPr>
            <a:xfrm>
              <a:off x="9302814" y="6317582"/>
              <a:ext cx="122836" cy="118246"/>
            </a:xfrm>
            <a:custGeom>
              <a:avLst/>
              <a:gdLst>
                <a:gd name="connsiteX0" fmla="*/ 89410 w 122836"/>
                <a:gd name="connsiteY0" fmla="*/ 16769 h 118246"/>
                <a:gd name="connsiteX1" fmla="*/ 64736 w 122836"/>
                <a:gd name="connsiteY1" fmla="*/ 63 h 118246"/>
                <a:gd name="connsiteX2" fmla="*/ 99 w 122836"/>
                <a:gd name="connsiteY2" fmla="*/ 76545 h 118246"/>
                <a:gd name="connsiteX3" fmla="*/ 35770 w 122836"/>
                <a:gd name="connsiteY3" fmla="*/ 118309 h 118246"/>
                <a:gd name="connsiteX4" fmla="*/ 70636 w 122836"/>
                <a:gd name="connsiteY4" fmla="*/ 98732 h 118246"/>
                <a:gd name="connsiteX5" fmla="*/ 95042 w 122836"/>
                <a:gd name="connsiteY5" fmla="*/ 118309 h 118246"/>
                <a:gd name="connsiteX6" fmla="*/ 114889 w 122836"/>
                <a:gd name="connsiteY6" fmla="*/ 103953 h 118246"/>
                <a:gd name="connsiteX7" fmla="*/ 122935 w 122836"/>
                <a:gd name="connsiteY7" fmla="*/ 78111 h 118246"/>
                <a:gd name="connsiteX8" fmla="*/ 119717 w 122836"/>
                <a:gd name="connsiteY8" fmla="*/ 75500 h 118246"/>
                <a:gd name="connsiteX9" fmla="*/ 115962 w 122836"/>
                <a:gd name="connsiteY9" fmla="*/ 80199 h 118246"/>
                <a:gd name="connsiteX10" fmla="*/ 95579 w 122836"/>
                <a:gd name="connsiteY10" fmla="*/ 112567 h 118246"/>
                <a:gd name="connsiteX11" fmla="*/ 87533 w 122836"/>
                <a:gd name="connsiteY11" fmla="*/ 100559 h 118246"/>
                <a:gd name="connsiteX12" fmla="*/ 91019 w 122836"/>
                <a:gd name="connsiteY12" fmla="*/ 81243 h 118246"/>
                <a:gd name="connsiteX13" fmla="*/ 96920 w 122836"/>
                <a:gd name="connsiteY13" fmla="*/ 57750 h 118246"/>
                <a:gd name="connsiteX14" fmla="*/ 106575 w 122836"/>
                <a:gd name="connsiteY14" fmla="*/ 21206 h 118246"/>
                <a:gd name="connsiteX15" fmla="*/ 108452 w 122836"/>
                <a:gd name="connsiteY15" fmla="*/ 12331 h 118246"/>
                <a:gd name="connsiteX16" fmla="*/ 100675 w 122836"/>
                <a:gd name="connsiteY16" fmla="*/ 5283 h 118246"/>
                <a:gd name="connsiteX17" fmla="*/ 89410 w 122836"/>
                <a:gd name="connsiteY17" fmla="*/ 16769 h 118246"/>
                <a:gd name="connsiteX18" fmla="*/ 71977 w 122836"/>
                <a:gd name="connsiteY18" fmla="*/ 84376 h 118246"/>
                <a:gd name="connsiteX19" fmla="*/ 66613 w 122836"/>
                <a:gd name="connsiteY19" fmla="*/ 94034 h 118246"/>
                <a:gd name="connsiteX20" fmla="*/ 36306 w 122836"/>
                <a:gd name="connsiteY20" fmla="*/ 112567 h 118246"/>
                <a:gd name="connsiteX21" fmla="*/ 19141 w 122836"/>
                <a:gd name="connsiteY21" fmla="*/ 88030 h 118246"/>
                <a:gd name="connsiteX22" fmla="*/ 33892 w 122836"/>
                <a:gd name="connsiteY22" fmla="*/ 30864 h 118246"/>
                <a:gd name="connsiteX23" fmla="*/ 65004 w 122836"/>
                <a:gd name="connsiteY23" fmla="*/ 5805 h 118246"/>
                <a:gd name="connsiteX24" fmla="*/ 86192 w 122836"/>
                <a:gd name="connsiteY24" fmla="*/ 28776 h 118246"/>
                <a:gd name="connsiteX25" fmla="*/ 85387 w 122836"/>
                <a:gd name="connsiteY25" fmla="*/ 33214 h 118246"/>
                <a:gd name="connsiteX26" fmla="*/ 71977 w 122836"/>
                <a:gd name="connsiteY26" fmla="*/ 84376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2836" h="118246">
                  <a:moveTo>
                    <a:pt x="89410" y="16769"/>
                  </a:moveTo>
                  <a:cubicBezTo>
                    <a:pt x="84583" y="7111"/>
                    <a:pt x="76805" y="63"/>
                    <a:pt x="64736" y="63"/>
                  </a:cubicBezTo>
                  <a:cubicBezTo>
                    <a:pt x="33356" y="63"/>
                    <a:pt x="99" y="38434"/>
                    <a:pt x="99" y="76545"/>
                  </a:cubicBezTo>
                  <a:cubicBezTo>
                    <a:pt x="99" y="101081"/>
                    <a:pt x="14850" y="118309"/>
                    <a:pt x="35770" y="118309"/>
                  </a:cubicBezTo>
                  <a:cubicBezTo>
                    <a:pt x="41134" y="118309"/>
                    <a:pt x="54544" y="117265"/>
                    <a:pt x="70636" y="98732"/>
                  </a:cubicBezTo>
                  <a:cubicBezTo>
                    <a:pt x="72782" y="109695"/>
                    <a:pt x="82169" y="118309"/>
                    <a:pt x="95042" y="118309"/>
                  </a:cubicBezTo>
                  <a:cubicBezTo>
                    <a:pt x="104429" y="118309"/>
                    <a:pt x="110598" y="112306"/>
                    <a:pt x="114889" y="103953"/>
                  </a:cubicBezTo>
                  <a:cubicBezTo>
                    <a:pt x="119449" y="94556"/>
                    <a:pt x="122935" y="78633"/>
                    <a:pt x="122935" y="78111"/>
                  </a:cubicBezTo>
                  <a:cubicBezTo>
                    <a:pt x="122935" y="75500"/>
                    <a:pt x="120522" y="75500"/>
                    <a:pt x="119717" y="75500"/>
                  </a:cubicBezTo>
                  <a:cubicBezTo>
                    <a:pt x="117035" y="75500"/>
                    <a:pt x="116767" y="76545"/>
                    <a:pt x="115962" y="80199"/>
                  </a:cubicBezTo>
                  <a:cubicBezTo>
                    <a:pt x="111403" y="97166"/>
                    <a:pt x="106575" y="112567"/>
                    <a:pt x="95579" y="112567"/>
                  </a:cubicBezTo>
                  <a:cubicBezTo>
                    <a:pt x="88337" y="112567"/>
                    <a:pt x="87533" y="105780"/>
                    <a:pt x="87533" y="100559"/>
                  </a:cubicBezTo>
                  <a:cubicBezTo>
                    <a:pt x="87533" y="94817"/>
                    <a:pt x="88069" y="92728"/>
                    <a:pt x="91019" y="81243"/>
                  </a:cubicBezTo>
                  <a:cubicBezTo>
                    <a:pt x="93970" y="70280"/>
                    <a:pt x="94506" y="67670"/>
                    <a:pt x="96920" y="57750"/>
                  </a:cubicBezTo>
                  <a:lnTo>
                    <a:pt x="106575" y="21206"/>
                  </a:lnTo>
                  <a:cubicBezTo>
                    <a:pt x="108452" y="13897"/>
                    <a:pt x="108452" y="13375"/>
                    <a:pt x="108452" y="12331"/>
                  </a:cubicBezTo>
                  <a:cubicBezTo>
                    <a:pt x="108452" y="7894"/>
                    <a:pt x="105234" y="5283"/>
                    <a:pt x="100675" y="5283"/>
                  </a:cubicBezTo>
                  <a:cubicBezTo>
                    <a:pt x="94238" y="5283"/>
                    <a:pt x="90215" y="11026"/>
                    <a:pt x="89410" y="16769"/>
                  </a:cubicBezTo>
                  <a:close/>
                  <a:moveTo>
                    <a:pt x="71977" y="84376"/>
                  </a:moveTo>
                  <a:cubicBezTo>
                    <a:pt x="70636" y="89074"/>
                    <a:pt x="70636" y="89596"/>
                    <a:pt x="66613" y="94034"/>
                  </a:cubicBezTo>
                  <a:cubicBezTo>
                    <a:pt x="54812" y="108390"/>
                    <a:pt x="43816" y="112567"/>
                    <a:pt x="36306" y="112567"/>
                  </a:cubicBezTo>
                  <a:cubicBezTo>
                    <a:pt x="22896" y="112567"/>
                    <a:pt x="19141" y="98210"/>
                    <a:pt x="19141" y="88030"/>
                  </a:cubicBezTo>
                  <a:cubicBezTo>
                    <a:pt x="19141" y="74978"/>
                    <a:pt x="27724" y="42872"/>
                    <a:pt x="33892" y="30864"/>
                  </a:cubicBezTo>
                  <a:cubicBezTo>
                    <a:pt x="42207" y="15464"/>
                    <a:pt x="54276" y="5805"/>
                    <a:pt x="65004" y="5805"/>
                  </a:cubicBezTo>
                  <a:cubicBezTo>
                    <a:pt x="82437" y="5805"/>
                    <a:pt x="86192" y="27210"/>
                    <a:pt x="86192" y="28776"/>
                  </a:cubicBezTo>
                  <a:cubicBezTo>
                    <a:pt x="86192" y="30342"/>
                    <a:pt x="85655" y="31908"/>
                    <a:pt x="85387" y="33214"/>
                  </a:cubicBezTo>
                  <a:lnTo>
                    <a:pt x="71977" y="84376"/>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1" name="Freeform: Shape 270">
              <a:extLst>
                <a:ext uri="{FF2B5EF4-FFF2-40B4-BE49-F238E27FC236}">
                  <a16:creationId xmlns:a16="http://schemas.microsoft.com/office/drawing/2014/main" id="{C2615B06-36BF-BF69-2DD4-CC005835819B}"/>
                </a:ext>
              </a:extLst>
            </p:cNvPr>
            <p:cNvSpPr/>
            <p:nvPr>
              <p:custDataLst>
                <p:tags r:id="rId11"/>
              </p:custDataLst>
            </p:nvPr>
          </p:nvSpPr>
          <p:spPr>
            <a:xfrm>
              <a:off x="9445655" y="6251802"/>
              <a:ext cx="57395" cy="184026"/>
            </a:xfrm>
            <a:custGeom>
              <a:avLst/>
              <a:gdLst>
                <a:gd name="connsiteX0" fmla="*/ 57499 w 57395"/>
                <a:gd name="connsiteY0" fmla="*/ 2934 h 184026"/>
                <a:gd name="connsiteX1" fmla="*/ 54013 w 57395"/>
                <a:gd name="connsiteY1" fmla="*/ 63 h 184026"/>
                <a:gd name="connsiteX2" fmla="*/ 21292 w 57395"/>
                <a:gd name="connsiteY2" fmla="*/ 2673 h 184026"/>
                <a:gd name="connsiteX3" fmla="*/ 16196 w 57395"/>
                <a:gd name="connsiteY3" fmla="*/ 8155 h 184026"/>
                <a:gd name="connsiteX4" fmla="*/ 22901 w 57395"/>
                <a:gd name="connsiteY4" fmla="*/ 11026 h 184026"/>
                <a:gd name="connsiteX5" fmla="*/ 36043 w 57395"/>
                <a:gd name="connsiteY5" fmla="*/ 15464 h 184026"/>
                <a:gd name="connsiteX6" fmla="*/ 35239 w 57395"/>
                <a:gd name="connsiteY6" fmla="*/ 20684 h 184026"/>
                <a:gd name="connsiteX7" fmla="*/ 1445 w 57395"/>
                <a:gd name="connsiteY7" fmla="*/ 151199 h 184026"/>
                <a:gd name="connsiteX8" fmla="*/ 104 w 57395"/>
                <a:gd name="connsiteY8" fmla="*/ 160074 h 184026"/>
                <a:gd name="connsiteX9" fmla="*/ 24511 w 57395"/>
                <a:gd name="connsiteY9" fmla="*/ 184089 h 184026"/>
                <a:gd name="connsiteX10" fmla="*/ 44626 w 57395"/>
                <a:gd name="connsiteY10" fmla="*/ 169471 h 184026"/>
                <a:gd name="connsiteX11" fmla="*/ 52672 w 57395"/>
                <a:gd name="connsiteY11" fmla="*/ 143890 h 184026"/>
                <a:gd name="connsiteX12" fmla="*/ 49453 w 57395"/>
                <a:gd name="connsiteY12" fmla="*/ 141280 h 184026"/>
                <a:gd name="connsiteX13" fmla="*/ 45699 w 57395"/>
                <a:gd name="connsiteY13" fmla="*/ 145979 h 184026"/>
                <a:gd name="connsiteX14" fmla="*/ 25315 w 57395"/>
                <a:gd name="connsiteY14" fmla="*/ 178346 h 184026"/>
                <a:gd name="connsiteX15" fmla="*/ 17269 w 57395"/>
                <a:gd name="connsiteY15" fmla="*/ 166339 h 184026"/>
                <a:gd name="connsiteX16" fmla="*/ 18878 w 57395"/>
                <a:gd name="connsiteY16" fmla="*/ 153810 h 184026"/>
                <a:gd name="connsiteX17" fmla="*/ 57499 w 57395"/>
                <a:gd name="connsiteY17" fmla="*/ 2934 h 184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395" h="184026">
                  <a:moveTo>
                    <a:pt x="57499" y="2934"/>
                  </a:moveTo>
                  <a:cubicBezTo>
                    <a:pt x="57499" y="2673"/>
                    <a:pt x="57499" y="63"/>
                    <a:pt x="54013" y="63"/>
                  </a:cubicBezTo>
                  <a:cubicBezTo>
                    <a:pt x="47844" y="63"/>
                    <a:pt x="28266" y="2151"/>
                    <a:pt x="21292" y="2673"/>
                  </a:cubicBezTo>
                  <a:cubicBezTo>
                    <a:pt x="19147" y="2934"/>
                    <a:pt x="16196" y="3195"/>
                    <a:pt x="16196" y="8155"/>
                  </a:cubicBezTo>
                  <a:cubicBezTo>
                    <a:pt x="16196" y="11026"/>
                    <a:pt x="18878" y="11026"/>
                    <a:pt x="22901" y="11026"/>
                  </a:cubicBezTo>
                  <a:cubicBezTo>
                    <a:pt x="35775" y="11026"/>
                    <a:pt x="36043" y="13375"/>
                    <a:pt x="36043" y="15464"/>
                  </a:cubicBezTo>
                  <a:lnTo>
                    <a:pt x="35239" y="20684"/>
                  </a:lnTo>
                  <a:lnTo>
                    <a:pt x="1445" y="151199"/>
                  </a:lnTo>
                  <a:cubicBezTo>
                    <a:pt x="641" y="154071"/>
                    <a:pt x="104" y="155898"/>
                    <a:pt x="104" y="160074"/>
                  </a:cubicBezTo>
                  <a:cubicBezTo>
                    <a:pt x="104" y="174953"/>
                    <a:pt x="11905" y="184089"/>
                    <a:pt x="24511" y="184089"/>
                  </a:cubicBezTo>
                  <a:cubicBezTo>
                    <a:pt x="33361" y="184089"/>
                    <a:pt x="40066" y="178868"/>
                    <a:pt x="44626" y="169471"/>
                  </a:cubicBezTo>
                  <a:cubicBezTo>
                    <a:pt x="49453" y="159552"/>
                    <a:pt x="52672" y="144412"/>
                    <a:pt x="52672" y="143890"/>
                  </a:cubicBezTo>
                  <a:cubicBezTo>
                    <a:pt x="52672" y="141280"/>
                    <a:pt x="50258" y="141280"/>
                    <a:pt x="49453" y="141280"/>
                  </a:cubicBezTo>
                  <a:cubicBezTo>
                    <a:pt x="46771" y="141280"/>
                    <a:pt x="46503" y="142324"/>
                    <a:pt x="45699" y="145979"/>
                  </a:cubicBezTo>
                  <a:cubicBezTo>
                    <a:pt x="41139" y="162946"/>
                    <a:pt x="36043" y="178346"/>
                    <a:pt x="25315" y="178346"/>
                  </a:cubicBezTo>
                  <a:cubicBezTo>
                    <a:pt x="17269" y="178346"/>
                    <a:pt x="17269" y="169993"/>
                    <a:pt x="17269" y="166339"/>
                  </a:cubicBezTo>
                  <a:cubicBezTo>
                    <a:pt x="17269" y="160074"/>
                    <a:pt x="17537" y="158769"/>
                    <a:pt x="18878" y="153810"/>
                  </a:cubicBezTo>
                  <a:lnTo>
                    <a:pt x="57499" y="293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2" name="Freeform: Shape 271">
              <a:extLst>
                <a:ext uri="{FF2B5EF4-FFF2-40B4-BE49-F238E27FC236}">
                  <a16:creationId xmlns:a16="http://schemas.microsoft.com/office/drawing/2014/main" id="{DA3B82BC-4751-6026-DB35-4554D5B1356A}"/>
                </a:ext>
              </a:extLst>
            </p:cNvPr>
            <p:cNvSpPr/>
            <p:nvPr>
              <p:custDataLst>
                <p:tags r:id="rId12"/>
              </p:custDataLst>
            </p:nvPr>
          </p:nvSpPr>
          <p:spPr>
            <a:xfrm>
              <a:off x="9526936" y="6317582"/>
              <a:ext cx="137855" cy="118246"/>
            </a:xfrm>
            <a:custGeom>
              <a:avLst/>
              <a:gdLst>
                <a:gd name="connsiteX0" fmla="*/ 86200 w 137855"/>
                <a:gd name="connsiteY0" fmla="*/ 100820 h 118246"/>
                <a:gd name="connsiteX1" fmla="*/ 110070 w 137855"/>
                <a:gd name="connsiteY1" fmla="*/ 118309 h 118246"/>
                <a:gd name="connsiteX2" fmla="*/ 129917 w 137855"/>
                <a:gd name="connsiteY2" fmla="*/ 103953 h 118246"/>
                <a:gd name="connsiteX3" fmla="*/ 137963 w 137855"/>
                <a:gd name="connsiteY3" fmla="*/ 78111 h 118246"/>
                <a:gd name="connsiteX4" fmla="*/ 134745 w 137855"/>
                <a:gd name="connsiteY4" fmla="*/ 75500 h 118246"/>
                <a:gd name="connsiteX5" fmla="*/ 130990 w 137855"/>
                <a:gd name="connsiteY5" fmla="*/ 80199 h 118246"/>
                <a:gd name="connsiteX6" fmla="*/ 110875 w 137855"/>
                <a:gd name="connsiteY6" fmla="*/ 112567 h 118246"/>
                <a:gd name="connsiteX7" fmla="*/ 102560 w 137855"/>
                <a:gd name="connsiteY7" fmla="*/ 100559 h 118246"/>
                <a:gd name="connsiteX8" fmla="*/ 107925 w 137855"/>
                <a:gd name="connsiteY8" fmla="*/ 73412 h 118246"/>
                <a:gd name="connsiteX9" fmla="*/ 115434 w 137855"/>
                <a:gd name="connsiteY9" fmla="*/ 45221 h 118246"/>
                <a:gd name="connsiteX10" fmla="*/ 119994 w 137855"/>
                <a:gd name="connsiteY10" fmla="*/ 27471 h 118246"/>
                <a:gd name="connsiteX11" fmla="*/ 124017 w 137855"/>
                <a:gd name="connsiteY11" fmla="*/ 9982 h 118246"/>
                <a:gd name="connsiteX12" fmla="*/ 116239 w 137855"/>
                <a:gd name="connsiteY12" fmla="*/ 2934 h 118246"/>
                <a:gd name="connsiteX13" fmla="*/ 105779 w 137855"/>
                <a:gd name="connsiteY13" fmla="*/ 12070 h 118246"/>
                <a:gd name="connsiteX14" fmla="*/ 85664 w 137855"/>
                <a:gd name="connsiteY14" fmla="*/ 90640 h 118246"/>
                <a:gd name="connsiteX15" fmla="*/ 55089 w 137855"/>
                <a:gd name="connsiteY15" fmla="*/ 112567 h 118246"/>
                <a:gd name="connsiteX16" fmla="*/ 38460 w 137855"/>
                <a:gd name="connsiteY16" fmla="*/ 91162 h 118246"/>
                <a:gd name="connsiteX17" fmla="*/ 52943 w 137855"/>
                <a:gd name="connsiteY17" fmla="*/ 37912 h 118246"/>
                <a:gd name="connsiteX18" fmla="*/ 57503 w 137855"/>
                <a:gd name="connsiteY18" fmla="*/ 21467 h 118246"/>
                <a:gd name="connsiteX19" fmla="*/ 35510 w 137855"/>
                <a:gd name="connsiteY19" fmla="*/ 63 h 118246"/>
                <a:gd name="connsiteX20" fmla="*/ 108 w 137855"/>
                <a:gd name="connsiteY20" fmla="*/ 40261 h 118246"/>
                <a:gd name="connsiteX21" fmla="*/ 3326 w 137855"/>
                <a:gd name="connsiteY21" fmla="*/ 42872 h 118246"/>
                <a:gd name="connsiteX22" fmla="*/ 7617 w 137855"/>
                <a:gd name="connsiteY22" fmla="*/ 38173 h 118246"/>
                <a:gd name="connsiteX23" fmla="*/ 34705 w 137855"/>
                <a:gd name="connsiteY23" fmla="*/ 5805 h 118246"/>
                <a:gd name="connsiteX24" fmla="*/ 41411 w 137855"/>
                <a:gd name="connsiteY24" fmla="*/ 14419 h 118246"/>
                <a:gd name="connsiteX25" fmla="*/ 36851 w 137855"/>
                <a:gd name="connsiteY25" fmla="*/ 32169 h 118246"/>
                <a:gd name="connsiteX26" fmla="*/ 21295 w 137855"/>
                <a:gd name="connsiteY26" fmla="*/ 86986 h 118246"/>
                <a:gd name="connsiteX27" fmla="*/ 54284 w 137855"/>
                <a:gd name="connsiteY27" fmla="*/ 118309 h 118246"/>
                <a:gd name="connsiteX28" fmla="*/ 86200 w 137855"/>
                <a:gd name="connsiteY28" fmla="*/ 100820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855" h="118246">
                  <a:moveTo>
                    <a:pt x="86200" y="100820"/>
                  </a:moveTo>
                  <a:cubicBezTo>
                    <a:pt x="89150" y="111523"/>
                    <a:pt x="98537" y="118309"/>
                    <a:pt x="110070" y="118309"/>
                  </a:cubicBezTo>
                  <a:cubicBezTo>
                    <a:pt x="119457" y="118309"/>
                    <a:pt x="125626" y="112306"/>
                    <a:pt x="129917" y="103953"/>
                  </a:cubicBezTo>
                  <a:cubicBezTo>
                    <a:pt x="134476" y="94556"/>
                    <a:pt x="137963" y="78633"/>
                    <a:pt x="137963" y="78111"/>
                  </a:cubicBezTo>
                  <a:cubicBezTo>
                    <a:pt x="137963" y="75500"/>
                    <a:pt x="135549" y="75500"/>
                    <a:pt x="134745" y="75500"/>
                  </a:cubicBezTo>
                  <a:cubicBezTo>
                    <a:pt x="132063" y="75500"/>
                    <a:pt x="131794" y="76545"/>
                    <a:pt x="130990" y="80199"/>
                  </a:cubicBezTo>
                  <a:cubicBezTo>
                    <a:pt x="127235" y="94817"/>
                    <a:pt x="122139" y="112567"/>
                    <a:pt x="110875" y="112567"/>
                  </a:cubicBezTo>
                  <a:cubicBezTo>
                    <a:pt x="105242" y="112567"/>
                    <a:pt x="102560" y="109173"/>
                    <a:pt x="102560" y="100559"/>
                  </a:cubicBezTo>
                  <a:cubicBezTo>
                    <a:pt x="102560" y="94817"/>
                    <a:pt x="105779" y="82548"/>
                    <a:pt x="107925" y="73412"/>
                  </a:cubicBezTo>
                  <a:lnTo>
                    <a:pt x="115434" y="45221"/>
                  </a:lnTo>
                  <a:cubicBezTo>
                    <a:pt x="116239" y="41306"/>
                    <a:pt x="118921" y="31386"/>
                    <a:pt x="119994" y="27471"/>
                  </a:cubicBezTo>
                  <a:cubicBezTo>
                    <a:pt x="121335" y="21467"/>
                    <a:pt x="124017" y="11548"/>
                    <a:pt x="124017" y="9982"/>
                  </a:cubicBezTo>
                  <a:cubicBezTo>
                    <a:pt x="124017" y="5283"/>
                    <a:pt x="120262" y="2934"/>
                    <a:pt x="116239" y="2934"/>
                  </a:cubicBezTo>
                  <a:cubicBezTo>
                    <a:pt x="114898" y="2934"/>
                    <a:pt x="107925" y="3195"/>
                    <a:pt x="105779" y="12070"/>
                  </a:cubicBezTo>
                  <a:cubicBezTo>
                    <a:pt x="100683" y="31125"/>
                    <a:pt x="88882" y="76806"/>
                    <a:pt x="85664" y="90640"/>
                  </a:cubicBezTo>
                  <a:cubicBezTo>
                    <a:pt x="85396" y="91684"/>
                    <a:pt x="74668" y="112567"/>
                    <a:pt x="55089" y="112567"/>
                  </a:cubicBezTo>
                  <a:cubicBezTo>
                    <a:pt x="41142" y="112567"/>
                    <a:pt x="38460" y="100820"/>
                    <a:pt x="38460" y="91162"/>
                  </a:cubicBezTo>
                  <a:cubicBezTo>
                    <a:pt x="38460" y="76545"/>
                    <a:pt x="45970" y="55923"/>
                    <a:pt x="52943" y="37912"/>
                  </a:cubicBezTo>
                  <a:cubicBezTo>
                    <a:pt x="56162" y="30081"/>
                    <a:pt x="57503" y="26427"/>
                    <a:pt x="57503" y="21467"/>
                  </a:cubicBezTo>
                  <a:cubicBezTo>
                    <a:pt x="57503" y="9721"/>
                    <a:pt x="48920" y="63"/>
                    <a:pt x="35510" y="63"/>
                  </a:cubicBezTo>
                  <a:cubicBezTo>
                    <a:pt x="10031" y="63"/>
                    <a:pt x="108" y="37912"/>
                    <a:pt x="108" y="40261"/>
                  </a:cubicBezTo>
                  <a:cubicBezTo>
                    <a:pt x="108" y="42872"/>
                    <a:pt x="2790" y="42872"/>
                    <a:pt x="3326" y="42872"/>
                  </a:cubicBezTo>
                  <a:cubicBezTo>
                    <a:pt x="6008" y="42872"/>
                    <a:pt x="6276" y="42350"/>
                    <a:pt x="7617" y="38173"/>
                  </a:cubicBezTo>
                  <a:cubicBezTo>
                    <a:pt x="14322" y="15464"/>
                    <a:pt x="24514" y="5805"/>
                    <a:pt x="34705" y="5805"/>
                  </a:cubicBezTo>
                  <a:cubicBezTo>
                    <a:pt x="37119" y="5805"/>
                    <a:pt x="41411" y="6066"/>
                    <a:pt x="41411" y="14419"/>
                  </a:cubicBezTo>
                  <a:cubicBezTo>
                    <a:pt x="41411" y="20684"/>
                    <a:pt x="38460" y="28254"/>
                    <a:pt x="36851" y="32169"/>
                  </a:cubicBezTo>
                  <a:cubicBezTo>
                    <a:pt x="26928" y="58011"/>
                    <a:pt x="21295" y="74195"/>
                    <a:pt x="21295" y="86986"/>
                  </a:cubicBezTo>
                  <a:cubicBezTo>
                    <a:pt x="21295" y="111784"/>
                    <a:pt x="39801" y="118309"/>
                    <a:pt x="54284" y="118309"/>
                  </a:cubicBezTo>
                  <a:cubicBezTo>
                    <a:pt x="71986" y="118309"/>
                    <a:pt x="81641" y="106563"/>
                    <a:pt x="86200" y="100820"/>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3" name="Freeform: Shape 272">
              <a:extLst>
                <a:ext uri="{FF2B5EF4-FFF2-40B4-BE49-F238E27FC236}">
                  <a16:creationId xmlns:a16="http://schemas.microsoft.com/office/drawing/2014/main" id="{D791A9EB-0C3E-4F65-B61A-C6B80C12CEF9}"/>
                </a:ext>
              </a:extLst>
            </p:cNvPr>
            <p:cNvSpPr/>
            <p:nvPr>
              <p:custDataLst>
                <p:tags r:id="rId13"/>
              </p:custDataLst>
            </p:nvPr>
          </p:nvSpPr>
          <p:spPr>
            <a:xfrm>
              <a:off x="9685029" y="6317582"/>
              <a:ext cx="102989" cy="118246"/>
            </a:xfrm>
            <a:custGeom>
              <a:avLst/>
              <a:gdLst>
                <a:gd name="connsiteX0" fmla="*/ 37930 w 102989"/>
                <a:gd name="connsiteY0" fmla="*/ 55140 h 118246"/>
                <a:gd name="connsiteX1" fmla="*/ 78964 w 102989"/>
                <a:gd name="connsiteY1" fmla="*/ 49136 h 118246"/>
                <a:gd name="connsiteX2" fmla="*/ 99080 w 102989"/>
                <a:gd name="connsiteY2" fmla="*/ 22250 h 118246"/>
                <a:gd name="connsiteX3" fmla="*/ 70382 w 102989"/>
                <a:gd name="connsiteY3" fmla="*/ 63 h 118246"/>
                <a:gd name="connsiteX4" fmla="*/ 113 w 102989"/>
                <a:gd name="connsiteY4" fmla="*/ 71063 h 118246"/>
                <a:gd name="connsiteX5" fmla="*/ 42221 w 102989"/>
                <a:gd name="connsiteY5" fmla="*/ 118309 h 118246"/>
                <a:gd name="connsiteX6" fmla="*/ 103103 w 102989"/>
                <a:gd name="connsiteY6" fmla="*/ 87508 h 118246"/>
                <a:gd name="connsiteX7" fmla="*/ 99884 w 102989"/>
                <a:gd name="connsiteY7" fmla="*/ 84114 h 118246"/>
                <a:gd name="connsiteX8" fmla="*/ 96398 w 102989"/>
                <a:gd name="connsiteY8" fmla="*/ 86725 h 118246"/>
                <a:gd name="connsiteX9" fmla="*/ 42757 w 102989"/>
                <a:gd name="connsiteY9" fmla="*/ 112567 h 118246"/>
                <a:gd name="connsiteX10" fmla="*/ 19424 w 102989"/>
                <a:gd name="connsiteY10" fmla="*/ 82287 h 118246"/>
                <a:gd name="connsiteX11" fmla="*/ 23715 w 102989"/>
                <a:gd name="connsiteY11" fmla="*/ 55140 h 118246"/>
                <a:gd name="connsiteX12" fmla="*/ 37930 w 102989"/>
                <a:gd name="connsiteY12" fmla="*/ 55140 h 118246"/>
                <a:gd name="connsiteX13" fmla="*/ 25324 w 102989"/>
                <a:gd name="connsiteY13" fmla="*/ 49397 h 118246"/>
                <a:gd name="connsiteX14" fmla="*/ 70382 w 102989"/>
                <a:gd name="connsiteY14" fmla="*/ 5805 h 118246"/>
                <a:gd name="connsiteX15" fmla="*/ 90229 w 102989"/>
                <a:gd name="connsiteY15" fmla="*/ 22250 h 118246"/>
                <a:gd name="connsiteX16" fmla="*/ 36320 w 102989"/>
                <a:gd name="connsiteY16" fmla="*/ 49397 h 118246"/>
                <a:gd name="connsiteX17" fmla="*/ 25324 w 102989"/>
                <a:gd name="connsiteY17" fmla="*/ 49397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2989" h="118246">
                  <a:moveTo>
                    <a:pt x="37930" y="55140"/>
                  </a:moveTo>
                  <a:cubicBezTo>
                    <a:pt x="45707" y="55140"/>
                    <a:pt x="65554" y="54618"/>
                    <a:pt x="78964" y="49136"/>
                  </a:cubicBezTo>
                  <a:cubicBezTo>
                    <a:pt x="97739" y="41306"/>
                    <a:pt x="99080" y="25905"/>
                    <a:pt x="99080" y="22250"/>
                  </a:cubicBezTo>
                  <a:cubicBezTo>
                    <a:pt x="99080" y="10765"/>
                    <a:pt x="88888" y="63"/>
                    <a:pt x="70382" y="63"/>
                  </a:cubicBezTo>
                  <a:cubicBezTo>
                    <a:pt x="40612" y="63"/>
                    <a:pt x="113" y="25383"/>
                    <a:pt x="113" y="71063"/>
                  </a:cubicBezTo>
                  <a:cubicBezTo>
                    <a:pt x="113" y="97688"/>
                    <a:pt x="15937" y="118309"/>
                    <a:pt x="42221" y="118309"/>
                  </a:cubicBezTo>
                  <a:cubicBezTo>
                    <a:pt x="80574" y="118309"/>
                    <a:pt x="103103" y="90640"/>
                    <a:pt x="103103" y="87508"/>
                  </a:cubicBezTo>
                  <a:cubicBezTo>
                    <a:pt x="103103" y="85942"/>
                    <a:pt x="101493" y="84114"/>
                    <a:pt x="99884" y="84114"/>
                  </a:cubicBezTo>
                  <a:cubicBezTo>
                    <a:pt x="98543" y="84114"/>
                    <a:pt x="98007" y="84637"/>
                    <a:pt x="96398" y="86725"/>
                  </a:cubicBezTo>
                  <a:cubicBezTo>
                    <a:pt x="75210" y="112567"/>
                    <a:pt x="45976" y="112567"/>
                    <a:pt x="42757" y="112567"/>
                  </a:cubicBezTo>
                  <a:cubicBezTo>
                    <a:pt x="21838" y="112567"/>
                    <a:pt x="19424" y="90640"/>
                    <a:pt x="19424" y="82287"/>
                  </a:cubicBezTo>
                  <a:cubicBezTo>
                    <a:pt x="19424" y="79155"/>
                    <a:pt x="19692" y="71063"/>
                    <a:pt x="23715" y="55140"/>
                  </a:cubicBezTo>
                  <a:lnTo>
                    <a:pt x="37930" y="55140"/>
                  </a:lnTo>
                  <a:close/>
                  <a:moveTo>
                    <a:pt x="25324" y="49397"/>
                  </a:moveTo>
                  <a:cubicBezTo>
                    <a:pt x="35784" y="9721"/>
                    <a:pt x="63409" y="5805"/>
                    <a:pt x="70382" y="5805"/>
                  </a:cubicBezTo>
                  <a:cubicBezTo>
                    <a:pt x="82987" y="5805"/>
                    <a:pt x="90229" y="13375"/>
                    <a:pt x="90229" y="22250"/>
                  </a:cubicBezTo>
                  <a:cubicBezTo>
                    <a:pt x="90229" y="49397"/>
                    <a:pt x="47317" y="49397"/>
                    <a:pt x="36320" y="49397"/>
                  </a:cubicBezTo>
                  <a:lnTo>
                    <a:pt x="25324" y="49397"/>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4" name="Freeform: Shape 273">
              <a:extLst>
                <a:ext uri="{FF2B5EF4-FFF2-40B4-BE49-F238E27FC236}">
                  <a16:creationId xmlns:a16="http://schemas.microsoft.com/office/drawing/2014/main" id="{2D870AAD-8FA9-FBF3-612D-D113D5A78B1B}"/>
                </a:ext>
              </a:extLst>
            </p:cNvPr>
            <p:cNvSpPr/>
            <p:nvPr>
              <p:custDataLst>
                <p:tags r:id="rId14"/>
              </p:custDataLst>
            </p:nvPr>
          </p:nvSpPr>
          <p:spPr>
            <a:xfrm>
              <a:off x="9887092" y="6337159"/>
              <a:ext cx="178353" cy="61081"/>
            </a:xfrm>
            <a:custGeom>
              <a:avLst/>
              <a:gdLst>
                <a:gd name="connsiteX0" fmla="*/ 169356 w 178353"/>
                <a:gd name="connsiteY0" fmla="*/ 10504 h 61081"/>
                <a:gd name="connsiteX1" fmla="*/ 178475 w 178353"/>
                <a:gd name="connsiteY1" fmla="*/ 5283 h 61081"/>
                <a:gd name="connsiteX2" fmla="*/ 169624 w 178353"/>
                <a:gd name="connsiteY2" fmla="*/ 63 h 61081"/>
                <a:gd name="connsiteX3" fmla="*/ 8971 w 178353"/>
                <a:gd name="connsiteY3" fmla="*/ 63 h 61081"/>
                <a:gd name="connsiteX4" fmla="*/ 121 w 178353"/>
                <a:gd name="connsiteY4" fmla="*/ 5283 h 61081"/>
                <a:gd name="connsiteX5" fmla="*/ 9239 w 178353"/>
                <a:gd name="connsiteY5" fmla="*/ 10504 h 61081"/>
                <a:gd name="connsiteX6" fmla="*/ 169356 w 178353"/>
                <a:gd name="connsiteY6" fmla="*/ 10504 h 61081"/>
                <a:gd name="connsiteX7" fmla="*/ 169624 w 178353"/>
                <a:gd name="connsiteY7" fmla="*/ 61144 h 61081"/>
                <a:gd name="connsiteX8" fmla="*/ 178475 w 178353"/>
                <a:gd name="connsiteY8" fmla="*/ 55923 h 61081"/>
                <a:gd name="connsiteX9" fmla="*/ 169356 w 178353"/>
                <a:gd name="connsiteY9" fmla="*/ 50703 h 61081"/>
                <a:gd name="connsiteX10" fmla="*/ 9239 w 178353"/>
                <a:gd name="connsiteY10" fmla="*/ 50703 h 61081"/>
                <a:gd name="connsiteX11" fmla="*/ 121 w 178353"/>
                <a:gd name="connsiteY11" fmla="*/ 55923 h 61081"/>
                <a:gd name="connsiteX12" fmla="*/ 8971 w 178353"/>
                <a:gd name="connsiteY12" fmla="*/ 61144 h 61081"/>
                <a:gd name="connsiteX13" fmla="*/ 169624 w 178353"/>
                <a:gd name="connsiteY13" fmla="*/ 61144 h 6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53" h="61081">
                  <a:moveTo>
                    <a:pt x="169356" y="10504"/>
                  </a:moveTo>
                  <a:cubicBezTo>
                    <a:pt x="173379" y="10504"/>
                    <a:pt x="178475" y="10504"/>
                    <a:pt x="178475" y="5283"/>
                  </a:cubicBezTo>
                  <a:cubicBezTo>
                    <a:pt x="178475" y="63"/>
                    <a:pt x="173379" y="63"/>
                    <a:pt x="169624" y="63"/>
                  </a:cubicBezTo>
                  <a:lnTo>
                    <a:pt x="8971" y="63"/>
                  </a:lnTo>
                  <a:cubicBezTo>
                    <a:pt x="5216" y="63"/>
                    <a:pt x="121" y="63"/>
                    <a:pt x="121" y="5283"/>
                  </a:cubicBezTo>
                  <a:cubicBezTo>
                    <a:pt x="121" y="10504"/>
                    <a:pt x="5216" y="10504"/>
                    <a:pt x="9239" y="10504"/>
                  </a:cubicBezTo>
                  <a:lnTo>
                    <a:pt x="169356" y="10504"/>
                  </a:lnTo>
                  <a:close/>
                  <a:moveTo>
                    <a:pt x="169624" y="61144"/>
                  </a:moveTo>
                  <a:cubicBezTo>
                    <a:pt x="173379" y="61144"/>
                    <a:pt x="178475" y="61144"/>
                    <a:pt x="178475" y="55923"/>
                  </a:cubicBezTo>
                  <a:cubicBezTo>
                    <a:pt x="178475" y="50703"/>
                    <a:pt x="173379" y="50703"/>
                    <a:pt x="169356" y="50703"/>
                  </a:cubicBezTo>
                  <a:lnTo>
                    <a:pt x="9239" y="50703"/>
                  </a:lnTo>
                  <a:cubicBezTo>
                    <a:pt x="5216" y="50703"/>
                    <a:pt x="121" y="50703"/>
                    <a:pt x="121" y="55923"/>
                  </a:cubicBezTo>
                  <a:cubicBezTo>
                    <a:pt x="121" y="61144"/>
                    <a:pt x="5216" y="61144"/>
                    <a:pt x="8971" y="61144"/>
                  </a:cubicBezTo>
                  <a:lnTo>
                    <a:pt x="169624" y="6114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5" name="Freeform: Shape 274">
              <a:extLst>
                <a:ext uri="{FF2B5EF4-FFF2-40B4-BE49-F238E27FC236}">
                  <a16:creationId xmlns:a16="http://schemas.microsoft.com/office/drawing/2014/main" id="{F9E0CA3B-7BB5-DC3C-67BA-A0C479BDB035}"/>
                </a:ext>
              </a:extLst>
            </p:cNvPr>
            <p:cNvSpPr/>
            <p:nvPr>
              <p:custDataLst>
                <p:tags r:id="rId15"/>
              </p:custDataLst>
            </p:nvPr>
          </p:nvSpPr>
          <p:spPr>
            <a:xfrm>
              <a:off x="10179043" y="6259111"/>
              <a:ext cx="88506" cy="173846"/>
            </a:xfrm>
            <a:custGeom>
              <a:avLst/>
              <a:gdLst>
                <a:gd name="connsiteX0" fmla="*/ 55112 w 88506"/>
                <a:gd name="connsiteY0" fmla="*/ 6850 h 173846"/>
                <a:gd name="connsiteX1" fmla="*/ 48944 w 88506"/>
                <a:gd name="connsiteY1" fmla="*/ 63 h 173846"/>
                <a:gd name="connsiteX2" fmla="*/ 131 w 88506"/>
                <a:gd name="connsiteY2" fmla="*/ 16769 h 173846"/>
                <a:gd name="connsiteX3" fmla="*/ 131 w 88506"/>
                <a:gd name="connsiteY3" fmla="*/ 24861 h 173846"/>
                <a:gd name="connsiteX4" fmla="*/ 35266 w 88506"/>
                <a:gd name="connsiteY4" fmla="*/ 18074 h 173846"/>
                <a:gd name="connsiteX5" fmla="*/ 35266 w 88506"/>
                <a:gd name="connsiteY5" fmla="*/ 153287 h 173846"/>
                <a:gd name="connsiteX6" fmla="*/ 10323 w 88506"/>
                <a:gd name="connsiteY6" fmla="*/ 165817 h 173846"/>
                <a:gd name="connsiteX7" fmla="*/ 1740 w 88506"/>
                <a:gd name="connsiteY7" fmla="*/ 165817 h 173846"/>
                <a:gd name="connsiteX8" fmla="*/ 1740 w 88506"/>
                <a:gd name="connsiteY8" fmla="*/ 173909 h 173846"/>
                <a:gd name="connsiteX9" fmla="*/ 45189 w 88506"/>
                <a:gd name="connsiteY9" fmla="*/ 173126 h 173846"/>
                <a:gd name="connsiteX10" fmla="*/ 88638 w 88506"/>
                <a:gd name="connsiteY10" fmla="*/ 173909 h 173846"/>
                <a:gd name="connsiteX11" fmla="*/ 88638 w 88506"/>
                <a:gd name="connsiteY11" fmla="*/ 165817 h 173846"/>
                <a:gd name="connsiteX12" fmla="*/ 80055 w 88506"/>
                <a:gd name="connsiteY12" fmla="*/ 165817 h 173846"/>
                <a:gd name="connsiteX13" fmla="*/ 55112 w 88506"/>
                <a:gd name="connsiteY13" fmla="*/ 153287 h 173846"/>
                <a:gd name="connsiteX14" fmla="*/ 55112 w 88506"/>
                <a:gd name="connsiteY14" fmla="*/ 6850 h 173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8506" h="173846">
                  <a:moveTo>
                    <a:pt x="55112" y="6850"/>
                  </a:moveTo>
                  <a:cubicBezTo>
                    <a:pt x="55112" y="585"/>
                    <a:pt x="55112" y="63"/>
                    <a:pt x="48944" y="63"/>
                  </a:cubicBezTo>
                  <a:cubicBezTo>
                    <a:pt x="32315" y="16769"/>
                    <a:pt x="8714" y="16769"/>
                    <a:pt x="131" y="16769"/>
                  </a:cubicBezTo>
                  <a:lnTo>
                    <a:pt x="131" y="24861"/>
                  </a:lnTo>
                  <a:cubicBezTo>
                    <a:pt x="5495" y="24861"/>
                    <a:pt x="21319" y="24861"/>
                    <a:pt x="35266" y="18074"/>
                  </a:cubicBezTo>
                  <a:lnTo>
                    <a:pt x="35266" y="153287"/>
                  </a:lnTo>
                  <a:cubicBezTo>
                    <a:pt x="35266" y="162685"/>
                    <a:pt x="34461" y="165817"/>
                    <a:pt x="10323" y="165817"/>
                  </a:cubicBezTo>
                  <a:lnTo>
                    <a:pt x="1740" y="165817"/>
                  </a:lnTo>
                  <a:lnTo>
                    <a:pt x="1740" y="173909"/>
                  </a:lnTo>
                  <a:cubicBezTo>
                    <a:pt x="11127" y="173126"/>
                    <a:pt x="34461" y="173126"/>
                    <a:pt x="45189" y="173126"/>
                  </a:cubicBezTo>
                  <a:cubicBezTo>
                    <a:pt x="55917" y="173126"/>
                    <a:pt x="79251" y="173126"/>
                    <a:pt x="88638" y="173909"/>
                  </a:cubicBezTo>
                  <a:lnTo>
                    <a:pt x="88638" y="165817"/>
                  </a:lnTo>
                  <a:lnTo>
                    <a:pt x="80055" y="165817"/>
                  </a:lnTo>
                  <a:cubicBezTo>
                    <a:pt x="55917" y="165817"/>
                    <a:pt x="55112" y="162946"/>
                    <a:pt x="55112" y="153287"/>
                  </a:cubicBezTo>
                  <a:lnTo>
                    <a:pt x="55112" y="6850"/>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6" name="Freeform: Shape 275">
              <a:extLst>
                <a:ext uri="{FF2B5EF4-FFF2-40B4-BE49-F238E27FC236}">
                  <a16:creationId xmlns:a16="http://schemas.microsoft.com/office/drawing/2014/main" id="{8866AF06-84FD-EFA6-F6D6-7916CD2AF815}"/>
                </a:ext>
              </a:extLst>
            </p:cNvPr>
            <p:cNvSpPr/>
            <p:nvPr>
              <p:custDataLst>
                <p:tags r:id="rId16"/>
              </p:custDataLst>
            </p:nvPr>
          </p:nvSpPr>
          <p:spPr>
            <a:xfrm>
              <a:off x="10371134" y="6362479"/>
              <a:ext cx="163871" cy="10441"/>
            </a:xfrm>
            <a:custGeom>
              <a:avLst/>
              <a:gdLst>
                <a:gd name="connsiteX0" fmla="*/ 154622 w 163871"/>
                <a:gd name="connsiteY0" fmla="*/ 10504 h 10441"/>
                <a:gd name="connsiteX1" fmla="*/ 164009 w 163871"/>
                <a:gd name="connsiteY1" fmla="*/ 5283 h 10441"/>
                <a:gd name="connsiteX2" fmla="*/ 154622 w 163871"/>
                <a:gd name="connsiteY2" fmla="*/ 63 h 10441"/>
                <a:gd name="connsiteX3" fmla="*/ 9525 w 163871"/>
                <a:gd name="connsiteY3" fmla="*/ 63 h 10441"/>
                <a:gd name="connsiteX4" fmla="*/ 138 w 163871"/>
                <a:gd name="connsiteY4" fmla="*/ 5283 h 10441"/>
                <a:gd name="connsiteX5" fmla="*/ 9525 w 163871"/>
                <a:gd name="connsiteY5" fmla="*/ 10504 h 10441"/>
                <a:gd name="connsiteX6" fmla="*/ 154622 w 163871"/>
                <a:gd name="connsiteY6" fmla="*/ 10504 h 1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871" h="10441">
                  <a:moveTo>
                    <a:pt x="154622" y="10504"/>
                  </a:moveTo>
                  <a:cubicBezTo>
                    <a:pt x="159182" y="10504"/>
                    <a:pt x="164009" y="10504"/>
                    <a:pt x="164009" y="5283"/>
                  </a:cubicBezTo>
                  <a:cubicBezTo>
                    <a:pt x="164009" y="63"/>
                    <a:pt x="159182" y="63"/>
                    <a:pt x="154622" y="63"/>
                  </a:cubicBezTo>
                  <a:lnTo>
                    <a:pt x="9525" y="63"/>
                  </a:lnTo>
                  <a:cubicBezTo>
                    <a:pt x="4966" y="63"/>
                    <a:pt x="138" y="63"/>
                    <a:pt x="138" y="5283"/>
                  </a:cubicBezTo>
                  <a:cubicBezTo>
                    <a:pt x="138" y="10504"/>
                    <a:pt x="4966" y="10504"/>
                    <a:pt x="9525" y="10504"/>
                  </a:cubicBezTo>
                  <a:lnTo>
                    <a:pt x="154622" y="1050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7" name="Freeform: Shape 276">
              <a:extLst>
                <a:ext uri="{FF2B5EF4-FFF2-40B4-BE49-F238E27FC236}">
                  <a16:creationId xmlns:a16="http://schemas.microsoft.com/office/drawing/2014/main" id="{98EE507B-09DF-B6D5-F2A7-32E0A819C5ED}"/>
                </a:ext>
              </a:extLst>
            </p:cNvPr>
            <p:cNvSpPr/>
            <p:nvPr>
              <p:custDataLst>
                <p:tags r:id="rId17"/>
              </p:custDataLst>
            </p:nvPr>
          </p:nvSpPr>
          <p:spPr>
            <a:xfrm>
              <a:off x="10632093" y="6254674"/>
              <a:ext cx="163334" cy="178283"/>
            </a:xfrm>
            <a:custGeom>
              <a:avLst/>
              <a:gdLst>
                <a:gd name="connsiteX0" fmla="*/ 92141 w 163334"/>
                <a:gd name="connsiteY0" fmla="*/ 143107 h 178283"/>
                <a:gd name="connsiteX1" fmla="*/ 163483 w 163334"/>
                <a:gd name="connsiteY1" fmla="*/ 89335 h 178283"/>
                <a:gd name="connsiteX2" fmla="*/ 92141 w 163334"/>
                <a:gd name="connsiteY2" fmla="*/ 35302 h 178283"/>
                <a:gd name="connsiteX3" fmla="*/ 92141 w 163334"/>
                <a:gd name="connsiteY3" fmla="*/ 20684 h 178283"/>
                <a:gd name="connsiteX4" fmla="*/ 117621 w 163334"/>
                <a:gd name="connsiteY4" fmla="*/ 8155 h 178283"/>
                <a:gd name="connsiteX5" fmla="*/ 126471 w 163334"/>
                <a:gd name="connsiteY5" fmla="*/ 8155 h 178283"/>
                <a:gd name="connsiteX6" fmla="*/ 126471 w 163334"/>
                <a:gd name="connsiteY6" fmla="*/ 63 h 178283"/>
                <a:gd name="connsiteX7" fmla="*/ 81145 w 163334"/>
                <a:gd name="connsiteY7" fmla="*/ 846 h 178283"/>
                <a:gd name="connsiteX8" fmla="*/ 35551 w 163334"/>
                <a:gd name="connsiteY8" fmla="*/ 63 h 178283"/>
                <a:gd name="connsiteX9" fmla="*/ 35551 w 163334"/>
                <a:gd name="connsiteY9" fmla="*/ 8155 h 178283"/>
                <a:gd name="connsiteX10" fmla="*/ 44402 w 163334"/>
                <a:gd name="connsiteY10" fmla="*/ 8155 h 178283"/>
                <a:gd name="connsiteX11" fmla="*/ 69881 w 163334"/>
                <a:gd name="connsiteY11" fmla="*/ 20684 h 178283"/>
                <a:gd name="connsiteX12" fmla="*/ 69881 w 163334"/>
                <a:gd name="connsiteY12" fmla="*/ 35302 h 178283"/>
                <a:gd name="connsiteX13" fmla="*/ 148 w 163334"/>
                <a:gd name="connsiteY13" fmla="*/ 89074 h 178283"/>
                <a:gd name="connsiteX14" fmla="*/ 69881 w 163334"/>
                <a:gd name="connsiteY14" fmla="*/ 143107 h 178283"/>
                <a:gd name="connsiteX15" fmla="*/ 69881 w 163334"/>
                <a:gd name="connsiteY15" fmla="*/ 157725 h 178283"/>
                <a:gd name="connsiteX16" fmla="*/ 44402 w 163334"/>
                <a:gd name="connsiteY16" fmla="*/ 170254 h 178283"/>
                <a:gd name="connsiteX17" fmla="*/ 35551 w 163334"/>
                <a:gd name="connsiteY17" fmla="*/ 170254 h 178283"/>
                <a:gd name="connsiteX18" fmla="*/ 35551 w 163334"/>
                <a:gd name="connsiteY18" fmla="*/ 178346 h 178283"/>
                <a:gd name="connsiteX19" fmla="*/ 80877 w 163334"/>
                <a:gd name="connsiteY19" fmla="*/ 177563 h 178283"/>
                <a:gd name="connsiteX20" fmla="*/ 126471 w 163334"/>
                <a:gd name="connsiteY20" fmla="*/ 178346 h 178283"/>
                <a:gd name="connsiteX21" fmla="*/ 126471 w 163334"/>
                <a:gd name="connsiteY21" fmla="*/ 170254 h 178283"/>
                <a:gd name="connsiteX22" fmla="*/ 117621 w 163334"/>
                <a:gd name="connsiteY22" fmla="*/ 170254 h 178283"/>
                <a:gd name="connsiteX23" fmla="*/ 92141 w 163334"/>
                <a:gd name="connsiteY23" fmla="*/ 157725 h 178283"/>
                <a:gd name="connsiteX24" fmla="*/ 92141 w 163334"/>
                <a:gd name="connsiteY24" fmla="*/ 143107 h 178283"/>
                <a:gd name="connsiteX25" fmla="*/ 69881 w 163334"/>
                <a:gd name="connsiteY25" fmla="*/ 137104 h 178283"/>
                <a:gd name="connsiteX26" fmla="*/ 26968 w 163334"/>
                <a:gd name="connsiteY26" fmla="*/ 89335 h 178283"/>
                <a:gd name="connsiteX27" fmla="*/ 69881 w 163334"/>
                <a:gd name="connsiteY27" fmla="*/ 41306 h 178283"/>
                <a:gd name="connsiteX28" fmla="*/ 69881 w 163334"/>
                <a:gd name="connsiteY28" fmla="*/ 137104 h 178283"/>
                <a:gd name="connsiteX29" fmla="*/ 92141 w 163334"/>
                <a:gd name="connsiteY29" fmla="*/ 41044 h 178283"/>
                <a:gd name="connsiteX30" fmla="*/ 136663 w 163334"/>
                <a:gd name="connsiteY30" fmla="*/ 89074 h 178283"/>
                <a:gd name="connsiteX31" fmla="*/ 92141 w 163334"/>
                <a:gd name="connsiteY31" fmla="*/ 137365 h 178283"/>
                <a:gd name="connsiteX32" fmla="*/ 92141 w 163334"/>
                <a:gd name="connsiteY32" fmla="*/ 41044 h 17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63334" h="178283">
                  <a:moveTo>
                    <a:pt x="92141" y="143107"/>
                  </a:moveTo>
                  <a:cubicBezTo>
                    <a:pt x="133713" y="139975"/>
                    <a:pt x="163483" y="115699"/>
                    <a:pt x="163483" y="89335"/>
                  </a:cubicBezTo>
                  <a:cubicBezTo>
                    <a:pt x="163483" y="62188"/>
                    <a:pt x="132908" y="38434"/>
                    <a:pt x="92141" y="35302"/>
                  </a:cubicBezTo>
                  <a:lnTo>
                    <a:pt x="92141" y="20684"/>
                  </a:lnTo>
                  <a:cubicBezTo>
                    <a:pt x="92141" y="11809"/>
                    <a:pt x="92141" y="8155"/>
                    <a:pt x="117621" y="8155"/>
                  </a:cubicBezTo>
                  <a:lnTo>
                    <a:pt x="126471" y="8155"/>
                  </a:lnTo>
                  <a:lnTo>
                    <a:pt x="126471" y="63"/>
                  </a:lnTo>
                  <a:cubicBezTo>
                    <a:pt x="116816" y="846"/>
                    <a:pt x="92141" y="846"/>
                    <a:pt x="81145" y="846"/>
                  </a:cubicBezTo>
                  <a:cubicBezTo>
                    <a:pt x="70149" y="846"/>
                    <a:pt x="45206" y="846"/>
                    <a:pt x="35551" y="63"/>
                  </a:cubicBezTo>
                  <a:lnTo>
                    <a:pt x="35551" y="8155"/>
                  </a:lnTo>
                  <a:lnTo>
                    <a:pt x="44402" y="8155"/>
                  </a:lnTo>
                  <a:cubicBezTo>
                    <a:pt x="69881" y="8155"/>
                    <a:pt x="69881" y="11548"/>
                    <a:pt x="69881" y="20684"/>
                  </a:cubicBezTo>
                  <a:lnTo>
                    <a:pt x="69881" y="35302"/>
                  </a:lnTo>
                  <a:cubicBezTo>
                    <a:pt x="28846" y="39217"/>
                    <a:pt x="148" y="63232"/>
                    <a:pt x="148" y="89074"/>
                  </a:cubicBezTo>
                  <a:cubicBezTo>
                    <a:pt x="148" y="115960"/>
                    <a:pt x="29919" y="139192"/>
                    <a:pt x="69881" y="143107"/>
                  </a:cubicBezTo>
                  <a:lnTo>
                    <a:pt x="69881" y="157725"/>
                  </a:lnTo>
                  <a:cubicBezTo>
                    <a:pt x="69881" y="166600"/>
                    <a:pt x="69881" y="170254"/>
                    <a:pt x="44402" y="170254"/>
                  </a:cubicBezTo>
                  <a:lnTo>
                    <a:pt x="35551" y="170254"/>
                  </a:lnTo>
                  <a:lnTo>
                    <a:pt x="35551" y="178346"/>
                  </a:lnTo>
                  <a:cubicBezTo>
                    <a:pt x="45206" y="177563"/>
                    <a:pt x="69881" y="177563"/>
                    <a:pt x="80877" y="177563"/>
                  </a:cubicBezTo>
                  <a:cubicBezTo>
                    <a:pt x="91873" y="177563"/>
                    <a:pt x="116816" y="177563"/>
                    <a:pt x="126471" y="178346"/>
                  </a:cubicBezTo>
                  <a:lnTo>
                    <a:pt x="126471" y="170254"/>
                  </a:lnTo>
                  <a:lnTo>
                    <a:pt x="117621" y="170254"/>
                  </a:lnTo>
                  <a:cubicBezTo>
                    <a:pt x="92141" y="170254"/>
                    <a:pt x="92141" y="166861"/>
                    <a:pt x="92141" y="157725"/>
                  </a:cubicBezTo>
                  <a:lnTo>
                    <a:pt x="92141" y="143107"/>
                  </a:lnTo>
                  <a:close/>
                  <a:moveTo>
                    <a:pt x="69881" y="137104"/>
                  </a:moveTo>
                  <a:cubicBezTo>
                    <a:pt x="31796" y="132144"/>
                    <a:pt x="26968" y="105519"/>
                    <a:pt x="26968" y="89335"/>
                  </a:cubicBezTo>
                  <a:cubicBezTo>
                    <a:pt x="26968" y="75761"/>
                    <a:pt x="29650" y="46526"/>
                    <a:pt x="69881" y="41306"/>
                  </a:cubicBezTo>
                  <a:lnTo>
                    <a:pt x="69881" y="137104"/>
                  </a:lnTo>
                  <a:close/>
                  <a:moveTo>
                    <a:pt x="92141" y="41044"/>
                  </a:moveTo>
                  <a:cubicBezTo>
                    <a:pt x="129153" y="45221"/>
                    <a:pt x="136663" y="69236"/>
                    <a:pt x="136663" y="89074"/>
                  </a:cubicBezTo>
                  <a:cubicBezTo>
                    <a:pt x="136663" y="104736"/>
                    <a:pt x="132640" y="132666"/>
                    <a:pt x="92141" y="137365"/>
                  </a:cubicBezTo>
                  <a:lnTo>
                    <a:pt x="92141" y="4104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8" name="Freeform: Shape 277">
              <a:extLst>
                <a:ext uri="{FF2B5EF4-FFF2-40B4-BE49-F238E27FC236}">
                  <a16:creationId xmlns:a16="http://schemas.microsoft.com/office/drawing/2014/main" id="{E2DFC969-DC22-33EA-B274-BBD5A1491BEE}"/>
                </a:ext>
              </a:extLst>
            </p:cNvPr>
            <p:cNvSpPr/>
            <p:nvPr>
              <p:custDataLst>
                <p:tags r:id="rId18"/>
              </p:custDataLst>
            </p:nvPr>
          </p:nvSpPr>
          <p:spPr>
            <a:xfrm>
              <a:off x="10837327" y="6237185"/>
              <a:ext cx="62222" cy="261030"/>
            </a:xfrm>
            <a:custGeom>
              <a:avLst/>
              <a:gdLst>
                <a:gd name="connsiteX0" fmla="*/ 62378 w 62222"/>
                <a:gd name="connsiteY0" fmla="*/ 258483 h 261030"/>
                <a:gd name="connsiteX1" fmla="*/ 57819 w 62222"/>
                <a:gd name="connsiteY1" fmla="*/ 252740 h 261030"/>
                <a:gd name="connsiteX2" fmla="*/ 15711 w 62222"/>
                <a:gd name="connsiteY2" fmla="*/ 130578 h 261030"/>
                <a:gd name="connsiteX3" fmla="*/ 58892 w 62222"/>
                <a:gd name="connsiteY3" fmla="*/ 7111 h 261030"/>
                <a:gd name="connsiteX4" fmla="*/ 62378 w 62222"/>
                <a:gd name="connsiteY4" fmla="*/ 2673 h 261030"/>
                <a:gd name="connsiteX5" fmla="*/ 59696 w 62222"/>
                <a:gd name="connsiteY5" fmla="*/ 63 h 261030"/>
                <a:gd name="connsiteX6" fmla="*/ 17052 w 62222"/>
                <a:gd name="connsiteY6" fmla="*/ 50964 h 261030"/>
                <a:gd name="connsiteX7" fmla="*/ 156 w 62222"/>
                <a:gd name="connsiteY7" fmla="*/ 130578 h 261030"/>
                <a:gd name="connsiteX8" fmla="*/ 17857 w 62222"/>
                <a:gd name="connsiteY8" fmla="*/ 212019 h 261030"/>
                <a:gd name="connsiteX9" fmla="*/ 59696 w 62222"/>
                <a:gd name="connsiteY9" fmla="*/ 261093 h 261030"/>
                <a:gd name="connsiteX10" fmla="*/ 62378 w 62222"/>
                <a:gd name="connsiteY10" fmla="*/ 258483 h 26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222" h="261030">
                  <a:moveTo>
                    <a:pt x="62378" y="258483"/>
                  </a:moveTo>
                  <a:cubicBezTo>
                    <a:pt x="62378" y="257700"/>
                    <a:pt x="62378" y="257177"/>
                    <a:pt x="57819" y="252740"/>
                  </a:cubicBezTo>
                  <a:cubicBezTo>
                    <a:pt x="24294" y="219850"/>
                    <a:pt x="15711" y="170515"/>
                    <a:pt x="15711" y="130578"/>
                  </a:cubicBezTo>
                  <a:cubicBezTo>
                    <a:pt x="15711" y="85159"/>
                    <a:pt x="25903" y="39739"/>
                    <a:pt x="58892" y="7111"/>
                  </a:cubicBezTo>
                  <a:cubicBezTo>
                    <a:pt x="62378" y="3978"/>
                    <a:pt x="62378" y="3456"/>
                    <a:pt x="62378" y="2673"/>
                  </a:cubicBezTo>
                  <a:cubicBezTo>
                    <a:pt x="62378" y="846"/>
                    <a:pt x="61305" y="63"/>
                    <a:pt x="59696" y="63"/>
                  </a:cubicBezTo>
                  <a:cubicBezTo>
                    <a:pt x="57014" y="63"/>
                    <a:pt x="32876" y="17813"/>
                    <a:pt x="17052" y="50964"/>
                  </a:cubicBezTo>
                  <a:cubicBezTo>
                    <a:pt x="3374" y="79677"/>
                    <a:pt x="156" y="108651"/>
                    <a:pt x="156" y="130578"/>
                  </a:cubicBezTo>
                  <a:cubicBezTo>
                    <a:pt x="156" y="150938"/>
                    <a:pt x="3106" y="182523"/>
                    <a:pt x="17857" y="212019"/>
                  </a:cubicBezTo>
                  <a:cubicBezTo>
                    <a:pt x="33949" y="244126"/>
                    <a:pt x="57014" y="261093"/>
                    <a:pt x="59696" y="261093"/>
                  </a:cubicBezTo>
                  <a:cubicBezTo>
                    <a:pt x="61305" y="261093"/>
                    <a:pt x="62378" y="260310"/>
                    <a:pt x="62378" y="258483"/>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9" name="Freeform: Shape 278">
              <a:extLst>
                <a:ext uri="{FF2B5EF4-FFF2-40B4-BE49-F238E27FC236}">
                  <a16:creationId xmlns:a16="http://schemas.microsoft.com/office/drawing/2014/main" id="{F1160BBE-98BE-BAAF-C062-0315DD419F2F}"/>
                </a:ext>
              </a:extLst>
            </p:cNvPr>
            <p:cNvSpPr/>
            <p:nvPr>
              <p:custDataLst>
                <p:tags r:id="rId19"/>
              </p:custDataLst>
            </p:nvPr>
          </p:nvSpPr>
          <p:spPr>
            <a:xfrm>
              <a:off x="10938946" y="6259111"/>
              <a:ext cx="88506" cy="173846"/>
            </a:xfrm>
            <a:custGeom>
              <a:avLst/>
              <a:gdLst>
                <a:gd name="connsiteX0" fmla="*/ 55141 w 88506"/>
                <a:gd name="connsiteY0" fmla="*/ 6850 h 173846"/>
                <a:gd name="connsiteX1" fmla="*/ 48972 w 88506"/>
                <a:gd name="connsiteY1" fmla="*/ 63 h 173846"/>
                <a:gd name="connsiteX2" fmla="*/ 159 w 88506"/>
                <a:gd name="connsiteY2" fmla="*/ 16769 h 173846"/>
                <a:gd name="connsiteX3" fmla="*/ 159 w 88506"/>
                <a:gd name="connsiteY3" fmla="*/ 24861 h 173846"/>
                <a:gd name="connsiteX4" fmla="*/ 35294 w 88506"/>
                <a:gd name="connsiteY4" fmla="*/ 18074 h 173846"/>
                <a:gd name="connsiteX5" fmla="*/ 35294 w 88506"/>
                <a:gd name="connsiteY5" fmla="*/ 153287 h 173846"/>
                <a:gd name="connsiteX6" fmla="*/ 10351 w 88506"/>
                <a:gd name="connsiteY6" fmla="*/ 165817 h 173846"/>
                <a:gd name="connsiteX7" fmla="*/ 1769 w 88506"/>
                <a:gd name="connsiteY7" fmla="*/ 165817 h 173846"/>
                <a:gd name="connsiteX8" fmla="*/ 1769 w 88506"/>
                <a:gd name="connsiteY8" fmla="*/ 173909 h 173846"/>
                <a:gd name="connsiteX9" fmla="*/ 45217 w 88506"/>
                <a:gd name="connsiteY9" fmla="*/ 173126 h 173846"/>
                <a:gd name="connsiteX10" fmla="*/ 88666 w 88506"/>
                <a:gd name="connsiteY10" fmla="*/ 173909 h 173846"/>
                <a:gd name="connsiteX11" fmla="*/ 88666 w 88506"/>
                <a:gd name="connsiteY11" fmla="*/ 165817 h 173846"/>
                <a:gd name="connsiteX12" fmla="*/ 80083 w 88506"/>
                <a:gd name="connsiteY12" fmla="*/ 165817 h 173846"/>
                <a:gd name="connsiteX13" fmla="*/ 55141 w 88506"/>
                <a:gd name="connsiteY13" fmla="*/ 153287 h 173846"/>
                <a:gd name="connsiteX14" fmla="*/ 55141 w 88506"/>
                <a:gd name="connsiteY14" fmla="*/ 6850 h 173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8506" h="173846">
                  <a:moveTo>
                    <a:pt x="55141" y="6850"/>
                  </a:moveTo>
                  <a:cubicBezTo>
                    <a:pt x="55141" y="585"/>
                    <a:pt x="55141" y="63"/>
                    <a:pt x="48972" y="63"/>
                  </a:cubicBezTo>
                  <a:cubicBezTo>
                    <a:pt x="32344" y="16769"/>
                    <a:pt x="8742" y="16769"/>
                    <a:pt x="159" y="16769"/>
                  </a:cubicBezTo>
                  <a:lnTo>
                    <a:pt x="159" y="24861"/>
                  </a:lnTo>
                  <a:cubicBezTo>
                    <a:pt x="5523" y="24861"/>
                    <a:pt x="21347" y="24861"/>
                    <a:pt x="35294" y="18074"/>
                  </a:cubicBezTo>
                  <a:lnTo>
                    <a:pt x="35294" y="153287"/>
                  </a:lnTo>
                  <a:cubicBezTo>
                    <a:pt x="35294" y="162685"/>
                    <a:pt x="34489" y="165817"/>
                    <a:pt x="10351" y="165817"/>
                  </a:cubicBezTo>
                  <a:lnTo>
                    <a:pt x="1769" y="165817"/>
                  </a:lnTo>
                  <a:lnTo>
                    <a:pt x="1769" y="173909"/>
                  </a:lnTo>
                  <a:cubicBezTo>
                    <a:pt x="11156" y="173126"/>
                    <a:pt x="34489" y="173126"/>
                    <a:pt x="45217" y="173126"/>
                  </a:cubicBezTo>
                  <a:cubicBezTo>
                    <a:pt x="55945" y="173126"/>
                    <a:pt x="79279" y="173126"/>
                    <a:pt x="88666" y="173909"/>
                  </a:cubicBezTo>
                  <a:lnTo>
                    <a:pt x="88666" y="165817"/>
                  </a:lnTo>
                  <a:lnTo>
                    <a:pt x="80083" y="165817"/>
                  </a:lnTo>
                  <a:cubicBezTo>
                    <a:pt x="55945" y="165817"/>
                    <a:pt x="55141" y="162946"/>
                    <a:pt x="55141" y="153287"/>
                  </a:cubicBezTo>
                  <a:lnTo>
                    <a:pt x="55141" y="6850"/>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0" name="Freeform: Shape 279">
              <a:extLst>
                <a:ext uri="{FF2B5EF4-FFF2-40B4-BE49-F238E27FC236}">
                  <a16:creationId xmlns:a16="http://schemas.microsoft.com/office/drawing/2014/main" id="{0F0DE521-8C98-8200-2D7E-AD224B5C13CF}"/>
                </a:ext>
              </a:extLst>
            </p:cNvPr>
            <p:cNvSpPr/>
            <p:nvPr>
              <p:custDataLst>
                <p:tags r:id="rId20"/>
              </p:custDataLst>
            </p:nvPr>
          </p:nvSpPr>
          <p:spPr>
            <a:xfrm>
              <a:off x="11072243" y="6405288"/>
              <a:ext cx="28429" cy="27669"/>
            </a:xfrm>
            <a:custGeom>
              <a:avLst/>
              <a:gdLst>
                <a:gd name="connsiteX0" fmla="*/ 28594 w 28429"/>
                <a:gd name="connsiteY0" fmla="*/ 13897 h 27669"/>
                <a:gd name="connsiteX1" fmla="*/ 14379 w 28429"/>
                <a:gd name="connsiteY1" fmla="*/ 63 h 27669"/>
                <a:gd name="connsiteX2" fmla="*/ 164 w 28429"/>
                <a:gd name="connsiteY2" fmla="*/ 13897 h 27669"/>
                <a:gd name="connsiteX3" fmla="*/ 14379 w 28429"/>
                <a:gd name="connsiteY3" fmla="*/ 27732 h 27669"/>
                <a:gd name="connsiteX4" fmla="*/ 28594 w 28429"/>
                <a:gd name="connsiteY4" fmla="*/ 13897 h 27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29" h="27669">
                  <a:moveTo>
                    <a:pt x="28594" y="13897"/>
                  </a:moveTo>
                  <a:cubicBezTo>
                    <a:pt x="28594" y="6328"/>
                    <a:pt x="22157" y="63"/>
                    <a:pt x="14379" y="63"/>
                  </a:cubicBezTo>
                  <a:cubicBezTo>
                    <a:pt x="6601" y="63"/>
                    <a:pt x="164" y="6328"/>
                    <a:pt x="164" y="13897"/>
                  </a:cubicBezTo>
                  <a:cubicBezTo>
                    <a:pt x="164" y="21467"/>
                    <a:pt x="6601" y="27732"/>
                    <a:pt x="14379" y="27732"/>
                  </a:cubicBezTo>
                  <a:cubicBezTo>
                    <a:pt x="22157" y="27732"/>
                    <a:pt x="28594" y="21467"/>
                    <a:pt x="28594" y="13897"/>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1" name="Freeform: Shape 280">
              <a:extLst>
                <a:ext uri="{FF2B5EF4-FFF2-40B4-BE49-F238E27FC236}">
                  <a16:creationId xmlns:a16="http://schemas.microsoft.com/office/drawing/2014/main" id="{E89CE2EB-1B4C-70C0-84A2-101F8B26C6B6}"/>
                </a:ext>
              </a:extLst>
            </p:cNvPr>
            <p:cNvSpPr/>
            <p:nvPr>
              <p:custDataLst>
                <p:tags r:id="rId21"/>
              </p:custDataLst>
            </p:nvPr>
          </p:nvSpPr>
          <p:spPr>
            <a:xfrm>
              <a:off x="11137088" y="6259111"/>
              <a:ext cx="107012" cy="179588"/>
            </a:xfrm>
            <a:custGeom>
              <a:avLst/>
              <a:gdLst>
                <a:gd name="connsiteX0" fmla="*/ 107180 w 107012"/>
                <a:gd name="connsiteY0" fmla="*/ 121442 h 179588"/>
                <a:gd name="connsiteX1" fmla="*/ 56221 w 107012"/>
                <a:gd name="connsiteY1" fmla="*/ 64276 h 179588"/>
                <a:gd name="connsiteX2" fmla="*/ 22160 w 107012"/>
                <a:gd name="connsiteY2" fmla="*/ 77589 h 179588"/>
                <a:gd name="connsiteX3" fmla="*/ 22160 w 107012"/>
                <a:gd name="connsiteY3" fmla="*/ 26688 h 179588"/>
                <a:gd name="connsiteX4" fmla="*/ 44957 w 107012"/>
                <a:gd name="connsiteY4" fmla="*/ 30081 h 179588"/>
                <a:gd name="connsiteX5" fmla="*/ 96720 w 107012"/>
                <a:gd name="connsiteY5" fmla="*/ 2934 h 179588"/>
                <a:gd name="connsiteX6" fmla="*/ 94038 w 107012"/>
                <a:gd name="connsiteY6" fmla="*/ 63 h 179588"/>
                <a:gd name="connsiteX7" fmla="*/ 91892 w 107012"/>
                <a:gd name="connsiteY7" fmla="*/ 846 h 179588"/>
                <a:gd name="connsiteX8" fmla="*/ 55417 w 107012"/>
                <a:gd name="connsiteY8" fmla="*/ 8416 h 179588"/>
                <a:gd name="connsiteX9" fmla="*/ 19746 w 107012"/>
                <a:gd name="connsiteY9" fmla="*/ 1107 h 179588"/>
                <a:gd name="connsiteX10" fmla="*/ 16527 w 107012"/>
                <a:gd name="connsiteY10" fmla="*/ 324 h 179588"/>
                <a:gd name="connsiteX11" fmla="*/ 13845 w 107012"/>
                <a:gd name="connsiteY11" fmla="*/ 6589 h 179588"/>
                <a:gd name="connsiteX12" fmla="*/ 13845 w 107012"/>
                <a:gd name="connsiteY12" fmla="*/ 83853 h 179588"/>
                <a:gd name="connsiteX13" fmla="*/ 17600 w 107012"/>
                <a:gd name="connsiteY13" fmla="*/ 90640 h 179588"/>
                <a:gd name="connsiteX14" fmla="*/ 21087 w 107012"/>
                <a:gd name="connsiteY14" fmla="*/ 88291 h 179588"/>
                <a:gd name="connsiteX15" fmla="*/ 55685 w 107012"/>
                <a:gd name="connsiteY15" fmla="*/ 70019 h 179588"/>
                <a:gd name="connsiteX16" fmla="*/ 78482 w 107012"/>
                <a:gd name="connsiteY16" fmla="*/ 86725 h 179588"/>
                <a:gd name="connsiteX17" fmla="*/ 83310 w 107012"/>
                <a:gd name="connsiteY17" fmla="*/ 119615 h 179588"/>
                <a:gd name="connsiteX18" fmla="*/ 76873 w 107012"/>
                <a:gd name="connsiteY18" fmla="*/ 155376 h 179588"/>
                <a:gd name="connsiteX19" fmla="*/ 48175 w 107012"/>
                <a:gd name="connsiteY19" fmla="*/ 172343 h 179588"/>
                <a:gd name="connsiteX20" fmla="*/ 8750 w 107012"/>
                <a:gd name="connsiteY20" fmla="*/ 143107 h 179588"/>
                <a:gd name="connsiteX21" fmla="*/ 13309 w 107012"/>
                <a:gd name="connsiteY21" fmla="*/ 143629 h 179588"/>
                <a:gd name="connsiteX22" fmla="*/ 26719 w 107012"/>
                <a:gd name="connsiteY22" fmla="*/ 130839 h 179588"/>
                <a:gd name="connsiteX23" fmla="*/ 13309 w 107012"/>
                <a:gd name="connsiteY23" fmla="*/ 118048 h 179588"/>
                <a:gd name="connsiteX24" fmla="*/ 167 w 107012"/>
                <a:gd name="connsiteY24" fmla="*/ 131883 h 179588"/>
                <a:gd name="connsiteX25" fmla="*/ 48712 w 107012"/>
                <a:gd name="connsiteY25" fmla="*/ 179651 h 179588"/>
                <a:gd name="connsiteX26" fmla="*/ 107180 w 107012"/>
                <a:gd name="connsiteY26" fmla="*/ 121442 h 1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012" h="179588">
                  <a:moveTo>
                    <a:pt x="107180" y="121442"/>
                  </a:moveTo>
                  <a:cubicBezTo>
                    <a:pt x="107180" y="90379"/>
                    <a:pt x="85187" y="64276"/>
                    <a:pt x="56221" y="64276"/>
                  </a:cubicBezTo>
                  <a:cubicBezTo>
                    <a:pt x="43348" y="64276"/>
                    <a:pt x="31815" y="68453"/>
                    <a:pt x="22160" y="77589"/>
                  </a:cubicBezTo>
                  <a:lnTo>
                    <a:pt x="22160" y="26688"/>
                  </a:lnTo>
                  <a:cubicBezTo>
                    <a:pt x="27524" y="28254"/>
                    <a:pt x="36374" y="30081"/>
                    <a:pt x="44957" y="30081"/>
                  </a:cubicBezTo>
                  <a:cubicBezTo>
                    <a:pt x="77946" y="30081"/>
                    <a:pt x="96720" y="6327"/>
                    <a:pt x="96720" y="2934"/>
                  </a:cubicBezTo>
                  <a:cubicBezTo>
                    <a:pt x="96720" y="1368"/>
                    <a:pt x="95915" y="63"/>
                    <a:pt x="94038" y="63"/>
                  </a:cubicBezTo>
                  <a:cubicBezTo>
                    <a:pt x="93769" y="63"/>
                    <a:pt x="93233" y="63"/>
                    <a:pt x="91892" y="846"/>
                  </a:cubicBezTo>
                  <a:cubicBezTo>
                    <a:pt x="86528" y="3195"/>
                    <a:pt x="73386" y="8416"/>
                    <a:pt x="55417" y="8416"/>
                  </a:cubicBezTo>
                  <a:cubicBezTo>
                    <a:pt x="44689" y="8416"/>
                    <a:pt x="32351" y="6589"/>
                    <a:pt x="19746" y="1107"/>
                  </a:cubicBezTo>
                  <a:cubicBezTo>
                    <a:pt x="17600" y="324"/>
                    <a:pt x="17064" y="324"/>
                    <a:pt x="16527" y="324"/>
                  </a:cubicBezTo>
                  <a:cubicBezTo>
                    <a:pt x="13845" y="324"/>
                    <a:pt x="13845" y="2412"/>
                    <a:pt x="13845" y="6589"/>
                  </a:cubicBezTo>
                  <a:lnTo>
                    <a:pt x="13845" y="83853"/>
                  </a:lnTo>
                  <a:cubicBezTo>
                    <a:pt x="13845" y="88552"/>
                    <a:pt x="13845" y="90640"/>
                    <a:pt x="17600" y="90640"/>
                  </a:cubicBezTo>
                  <a:cubicBezTo>
                    <a:pt x="19478" y="90640"/>
                    <a:pt x="20014" y="89857"/>
                    <a:pt x="21087" y="88291"/>
                  </a:cubicBezTo>
                  <a:cubicBezTo>
                    <a:pt x="24037" y="84114"/>
                    <a:pt x="33961" y="70019"/>
                    <a:pt x="55685" y="70019"/>
                  </a:cubicBezTo>
                  <a:cubicBezTo>
                    <a:pt x="69631" y="70019"/>
                    <a:pt x="76336" y="82026"/>
                    <a:pt x="78482" y="86725"/>
                  </a:cubicBezTo>
                  <a:cubicBezTo>
                    <a:pt x="82773" y="96383"/>
                    <a:pt x="83310" y="106563"/>
                    <a:pt x="83310" y="119615"/>
                  </a:cubicBezTo>
                  <a:cubicBezTo>
                    <a:pt x="83310" y="128751"/>
                    <a:pt x="83310" y="144412"/>
                    <a:pt x="76873" y="155376"/>
                  </a:cubicBezTo>
                  <a:cubicBezTo>
                    <a:pt x="70436" y="165556"/>
                    <a:pt x="60512" y="172343"/>
                    <a:pt x="48175" y="172343"/>
                  </a:cubicBezTo>
                  <a:cubicBezTo>
                    <a:pt x="28596" y="172343"/>
                    <a:pt x="13309" y="158508"/>
                    <a:pt x="8750" y="143107"/>
                  </a:cubicBezTo>
                  <a:cubicBezTo>
                    <a:pt x="9554" y="143368"/>
                    <a:pt x="10359" y="143629"/>
                    <a:pt x="13309" y="143629"/>
                  </a:cubicBezTo>
                  <a:cubicBezTo>
                    <a:pt x="22160" y="143629"/>
                    <a:pt x="26719" y="137104"/>
                    <a:pt x="26719" y="130839"/>
                  </a:cubicBezTo>
                  <a:cubicBezTo>
                    <a:pt x="26719" y="124574"/>
                    <a:pt x="22160" y="118048"/>
                    <a:pt x="13309" y="118048"/>
                  </a:cubicBezTo>
                  <a:cubicBezTo>
                    <a:pt x="9554" y="118048"/>
                    <a:pt x="167" y="119876"/>
                    <a:pt x="167" y="131883"/>
                  </a:cubicBezTo>
                  <a:cubicBezTo>
                    <a:pt x="167" y="154332"/>
                    <a:pt x="18673" y="179651"/>
                    <a:pt x="48712" y="179651"/>
                  </a:cubicBezTo>
                  <a:cubicBezTo>
                    <a:pt x="79823" y="179651"/>
                    <a:pt x="107180" y="154593"/>
                    <a:pt x="107180" y="121442"/>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2" name="Freeform: Shape 281">
              <a:extLst>
                <a:ext uri="{FF2B5EF4-FFF2-40B4-BE49-F238E27FC236}">
                  <a16:creationId xmlns:a16="http://schemas.microsoft.com/office/drawing/2014/main" id="{0F18A2E9-B001-DB48-4AC4-3364E80FC2BC}"/>
                </a:ext>
              </a:extLst>
            </p:cNvPr>
            <p:cNvSpPr/>
            <p:nvPr>
              <p:custDataLst>
                <p:tags r:id="rId22"/>
              </p:custDataLst>
            </p:nvPr>
          </p:nvSpPr>
          <p:spPr>
            <a:xfrm>
              <a:off x="11271189" y="6259111"/>
              <a:ext cx="107012" cy="173846"/>
            </a:xfrm>
            <a:custGeom>
              <a:avLst/>
              <a:gdLst>
                <a:gd name="connsiteX0" fmla="*/ 20824 w 107012"/>
                <a:gd name="connsiteY0" fmla="*/ 153810 h 173846"/>
                <a:gd name="connsiteX1" fmla="*/ 49253 w 107012"/>
                <a:gd name="connsiteY1" fmla="*/ 126923 h 173846"/>
                <a:gd name="connsiteX2" fmla="*/ 107184 w 107012"/>
                <a:gd name="connsiteY2" fmla="*/ 50703 h 173846"/>
                <a:gd name="connsiteX3" fmla="*/ 50326 w 107012"/>
                <a:gd name="connsiteY3" fmla="*/ 63 h 173846"/>
                <a:gd name="connsiteX4" fmla="*/ 172 w 107012"/>
                <a:gd name="connsiteY4" fmla="*/ 47309 h 173846"/>
                <a:gd name="connsiteX5" fmla="*/ 14387 w 107012"/>
                <a:gd name="connsiteY5" fmla="*/ 61927 h 173846"/>
                <a:gd name="connsiteX6" fmla="*/ 28333 w 107012"/>
                <a:gd name="connsiteY6" fmla="*/ 48092 h 173846"/>
                <a:gd name="connsiteX7" fmla="*/ 14119 w 107012"/>
                <a:gd name="connsiteY7" fmla="*/ 34519 h 173846"/>
                <a:gd name="connsiteX8" fmla="*/ 10632 w 107012"/>
                <a:gd name="connsiteY8" fmla="*/ 34780 h 173846"/>
                <a:gd name="connsiteX9" fmla="*/ 46839 w 107012"/>
                <a:gd name="connsiteY9" fmla="*/ 8155 h 173846"/>
                <a:gd name="connsiteX10" fmla="*/ 82778 w 107012"/>
                <a:gd name="connsiteY10" fmla="*/ 50703 h 173846"/>
                <a:gd name="connsiteX11" fmla="*/ 54617 w 107012"/>
                <a:gd name="connsiteY11" fmla="*/ 108390 h 173846"/>
                <a:gd name="connsiteX12" fmla="*/ 3122 w 107012"/>
                <a:gd name="connsiteY12" fmla="*/ 164251 h 173846"/>
                <a:gd name="connsiteX13" fmla="*/ 172 w 107012"/>
                <a:gd name="connsiteY13" fmla="*/ 173909 h 173846"/>
                <a:gd name="connsiteX14" fmla="*/ 99675 w 107012"/>
                <a:gd name="connsiteY14" fmla="*/ 173909 h 173846"/>
                <a:gd name="connsiteX15" fmla="*/ 107184 w 107012"/>
                <a:gd name="connsiteY15" fmla="*/ 128490 h 173846"/>
                <a:gd name="connsiteX16" fmla="*/ 100479 w 107012"/>
                <a:gd name="connsiteY16" fmla="*/ 128490 h 173846"/>
                <a:gd name="connsiteX17" fmla="*/ 94579 w 107012"/>
                <a:gd name="connsiteY17" fmla="*/ 151721 h 173846"/>
                <a:gd name="connsiteX18" fmla="*/ 69100 w 107012"/>
                <a:gd name="connsiteY18" fmla="*/ 153810 h 173846"/>
                <a:gd name="connsiteX19" fmla="*/ 20824 w 107012"/>
                <a:gd name="connsiteY19" fmla="*/ 153810 h 173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12" h="173846">
                  <a:moveTo>
                    <a:pt x="20824" y="153810"/>
                  </a:moveTo>
                  <a:lnTo>
                    <a:pt x="49253" y="126923"/>
                  </a:lnTo>
                  <a:cubicBezTo>
                    <a:pt x="91092" y="90901"/>
                    <a:pt x="107184" y="76806"/>
                    <a:pt x="107184" y="50703"/>
                  </a:cubicBezTo>
                  <a:cubicBezTo>
                    <a:pt x="107184" y="20945"/>
                    <a:pt x="83046" y="63"/>
                    <a:pt x="50326" y="63"/>
                  </a:cubicBezTo>
                  <a:cubicBezTo>
                    <a:pt x="20019" y="63"/>
                    <a:pt x="172" y="24078"/>
                    <a:pt x="172" y="47309"/>
                  </a:cubicBezTo>
                  <a:cubicBezTo>
                    <a:pt x="172" y="61927"/>
                    <a:pt x="13582" y="61927"/>
                    <a:pt x="14387" y="61927"/>
                  </a:cubicBezTo>
                  <a:cubicBezTo>
                    <a:pt x="18946" y="61927"/>
                    <a:pt x="28333" y="58795"/>
                    <a:pt x="28333" y="48092"/>
                  </a:cubicBezTo>
                  <a:cubicBezTo>
                    <a:pt x="28333" y="41306"/>
                    <a:pt x="23506" y="34519"/>
                    <a:pt x="14119" y="34519"/>
                  </a:cubicBezTo>
                  <a:cubicBezTo>
                    <a:pt x="11973" y="34519"/>
                    <a:pt x="11437" y="34519"/>
                    <a:pt x="10632" y="34780"/>
                  </a:cubicBezTo>
                  <a:cubicBezTo>
                    <a:pt x="16801" y="17813"/>
                    <a:pt x="31283" y="8155"/>
                    <a:pt x="46839" y="8155"/>
                  </a:cubicBezTo>
                  <a:cubicBezTo>
                    <a:pt x="71246" y="8155"/>
                    <a:pt x="82778" y="29298"/>
                    <a:pt x="82778" y="50703"/>
                  </a:cubicBezTo>
                  <a:cubicBezTo>
                    <a:pt x="82778" y="71585"/>
                    <a:pt x="69368" y="92206"/>
                    <a:pt x="54617" y="108390"/>
                  </a:cubicBezTo>
                  <a:lnTo>
                    <a:pt x="3122" y="164251"/>
                  </a:lnTo>
                  <a:cubicBezTo>
                    <a:pt x="172" y="167122"/>
                    <a:pt x="172" y="167644"/>
                    <a:pt x="172" y="173909"/>
                  </a:cubicBezTo>
                  <a:lnTo>
                    <a:pt x="99675" y="173909"/>
                  </a:lnTo>
                  <a:lnTo>
                    <a:pt x="107184" y="128490"/>
                  </a:lnTo>
                  <a:lnTo>
                    <a:pt x="100479" y="128490"/>
                  </a:lnTo>
                  <a:cubicBezTo>
                    <a:pt x="99138" y="136321"/>
                    <a:pt x="97261" y="147806"/>
                    <a:pt x="94579" y="151721"/>
                  </a:cubicBezTo>
                  <a:cubicBezTo>
                    <a:pt x="92702" y="153810"/>
                    <a:pt x="75000" y="153810"/>
                    <a:pt x="69100" y="153810"/>
                  </a:cubicBezTo>
                  <a:lnTo>
                    <a:pt x="20824" y="153810"/>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3" name="Freeform: Shape 282">
              <a:extLst>
                <a:ext uri="{FF2B5EF4-FFF2-40B4-BE49-F238E27FC236}">
                  <a16:creationId xmlns:a16="http://schemas.microsoft.com/office/drawing/2014/main" id="{CECFAB24-DCB2-37EB-18F7-1D62BD65F144}"/>
                </a:ext>
              </a:extLst>
            </p:cNvPr>
            <p:cNvSpPr/>
            <p:nvPr>
              <p:custDataLst>
                <p:tags r:id="rId23"/>
              </p:custDataLst>
            </p:nvPr>
          </p:nvSpPr>
          <p:spPr>
            <a:xfrm>
              <a:off x="11407168" y="6237185"/>
              <a:ext cx="62222" cy="261030"/>
            </a:xfrm>
            <a:custGeom>
              <a:avLst/>
              <a:gdLst>
                <a:gd name="connsiteX0" fmla="*/ 62400 w 62222"/>
                <a:gd name="connsiteY0" fmla="*/ 130578 h 261030"/>
                <a:gd name="connsiteX1" fmla="*/ 44699 w 62222"/>
                <a:gd name="connsiteY1" fmla="*/ 49136 h 261030"/>
                <a:gd name="connsiteX2" fmla="*/ 2859 w 62222"/>
                <a:gd name="connsiteY2" fmla="*/ 63 h 261030"/>
                <a:gd name="connsiteX3" fmla="*/ 177 w 62222"/>
                <a:gd name="connsiteY3" fmla="*/ 2673 h 261030"/>
                <a:gd name="connsiteX4" fmla="*/ 5273 w 62222"/>
                <a:gd name="connsiteY4" fmla="*/ 8677 h 261030"/>
                <a:gd name="connsiteX5" fmla="*/ 46844 w 62222"/>
                <a:gd name="connsiteY5" fmla="*/ 130578 h 261030"/>
                <a:gd name="connsiteX6" fmla="*/ 3664 w 62222"/>
                <a:gd name="connsiteY6" fmla="*/ 254045 h 261030"/>
                <a:gd name="connsiteX7" fmla="*/ 177 w 62222"/>
                <a:gd name="connsiteY7" fmla="*/ 258483 h 261030"/>
                <a:gd name="connsiteX8" fmla="*/ 2859 w 62222"/>
                <a:gd name="connsiteY8" fmla="*/ 261093 h 261030"/>
                <a:gd name="connsiteX9" fmla="*/ 45503 w 62222"/>
                <a:gd name="connsiteY9" fmla="*/ 210192 h 261030"/>
                <a:gd name="connsiteX10" fmla="*/ 62400 w 62222"/>
                <a:gd name="connsiteY10" fmla="*/ 130578 h 26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222" h="261030">
                  <a:moveTo>
                    <a:pt x="62400" y="130578"/>
                  </a:moveTo>
                  <a:cubicBezTo>
                    <a:pt x="62400" y="110217"/>
                    <a:pt x="59450" y="78633"/>
                    <a:pt x="44699" y="49136"/>
                  </a:cubicBezTo>
                  <a:cubicBezTo>
                    <a:pt x="28606" y="17030"/>
                    <a:pt x="5541" y="63"/>
                    <a:pt x="2859" y="63"/>
                  </a:cubicBezTo>
                  <a:cubicBezTo>
                    <a:pt x="1250" y="63"/>
                    <a:pt x="177" y="1107"/>
                    <a:pt x="177" y="2673"/>
                  </a:cubicBezTo>
                  <a:cubicBezTo>
                    <a:pt x="177" y="3456"/>
                    <a:pt x="177" y="3978"/>
                    <a:pt x="5273" y="8677"/>
                  </a:cubicBezTo>
                  <a:cubicBezTo>
                    <a:pt x="31557" y="34519"/>
                    <a:pt x="46844" y="76023"/>
                    <a:pt x="46844" y="130578"/>
                  </a:cubicBezTo>
                  <a:cubicBezTo>
                    <a:pt x="46844" y="175214"/>
                    <a:pt x="36921" y="221155"/>
                    <a:pt x="3664" y="254045"/>
                  </a:cubicBezTo>
                  <a:cubicBezTo>
                    <a:pt x="177" y="257177"/>
                    <a:pt x="177" y="257700"/>
                    <a:pt x="177" y="258483"/>
                  </a:cubicBezTo>
                  <a:cubicBezTo>
                    <a:pt x="177" y="260049"/>
                    <a:pt x="1250" y="261093"/>
                    <a:pt x="2859" y="261093"/>
                  </a:cubicBezTo>
                  <a:cubicBezTo>
                    <a:pt x="5541" y="261093"/>
                    <a:pt x="29679" y="243343"/>
                    <a:pt x="45503" y="210192"/>
                  </a:cubicBezTo>
                  <a:cubicBezTo>
                    <a:pt x="59181" y="181479"/>
                    <a:pt x="62400" y="152504"/>
                    <a:pt x="62400" y="130578"/>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4" name="Freeform: Shape 283">
              <a:extLst>
                <a:ext uri="{FF2B5EF4-FFF2-40B4-BE49-F238E27FC236}">
                  <a16:creationId xmlns:a16="http://schemas.microsoft.com/office/drawing/2014/main" id="{AFC40683-FD16-EE88-EBD7-088BA7382292}"/>
                </a:ext>
              </a:extLst>
            </p:cNvPr>
            <p:cNvSpPr/>
            <p:nvPr>
              <p:custDataLst>
                <p:tags r:id="rId24"/>
              </p:custDataLst>
            </p:nvPr>
          </p:nvSpPr>
          <p:spPr>
            <a:xfrm>
              <a:off x="11585699" y="6337159"/>
              <a:ext cx="178353" cy="61081"/>
            </a:xfrm>
            <a:custGeom>
              <a:avLst/>
              <a:gdLst>
                <a:gd name="connsiteX0" fmla="*/ 169419 w 178353"/>
                <a:gd name="connsiteY0" fmla="*/ 10504 h 61081"/>
                <a:gd name="connsiteX1" fmla="*/ 178538 w 178353"/>
                <a:gd name="connsiteY1" fmla="*/ 5283 h 61081"/>
                <a:gd name="connsiteX2" fmla="*/ 169687 w 178353"/>
                <a:gd name="connsiteY2" fmla="*/ 63 h 61081"/>
                <a:gd name="connsiteX3" fmla="*/ 9034 w 178353"/>
                <a:gd name="connsiteY3" fmla="*/ 63 h 61081"/>
                <a:gd name="connsiteX4" fmla="*/ 184 w 178353"/>
                <a:gd name="connsiteY4" fmla="*/ 5283 h 61081"/>
                <a:gd name="connsiteX5" fmla="*/ 9303 w 178353"/>
                <a:gd name="connsiteY5" fmla="*/ 10504 h 61081"/>
                <a:gd name="connsiteX6" fmla="*/ 169419 w 178353"/>
                <a:gd name="connsiteY6" fmla="*/ 10504 h 61081"/>
                <a:gd name="connsiteX7" fmla="*/ 169687 w 178353"/>
                <a:gd name="connsiteY7" fmla="*/ 61144 h 61081"/>
                <a:gd name="connsiteX8" fmla="*/ 178538 w 178353"/>
                <a:gd name="connsiteY8" fmla="*/ 55923 h 61081"/>
                <a:gd name="connsiteX9" fmla="*/ 169419 w 178353"/>
                <a:gd name="connsiteY9" fmla="*/ 50703 h 61081"/>
                <a:gd name="connsiteX10" fmla="*/ 9303 w 178353"/>
                <a:gd name="connsiteY10" fmla="*/ 50703 h 61081"/>
                <a:gd name="connsiteX11" fmla="*/ 184 w 178353"/>
                <a:gd name="connsiteY11" fmla="*/ 55923 h 61081"/>
                <a:gd name="connsiteX12" fmla="*/ 9034 w 178353"/>
                <a:gd name="connsiteY12" fmla="*/ 61144 h 61081"/>
                <a:gd name="connsiteX13" fmla="*/ 169687 w 178353"/>
                <a:gd name="connsiteY13" fmla="*/ 61144 h 6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53" h="61081">
                  <a:moveTo>
                    <a:pt x="169419" y="10504"/>
                  </a:moveTo>
                  <a:cubicBezTo>
                    <a:pt x="173442" y="10504"/>
                    <a:pt x="178538" y="10504"/>
                    <a:pt x="178538" y="5283"/>
                  </a:cubicBezTo>
                  <a:cubicBezTo>
                    <a:pt x="178538" y="63"/>
                    <a:pt x="173442" y="63"/>
                    <a:pt x="169687" y="63"/>
                  </a:cubicBezTo>
                  <a:lnTo>
                    <a:pt x="9034" y="63"/>
                  </a:lnTo>
                  <a:cubicBezTo>
                    <a:pt x="5280" y="63"/>
                    <a:pt x="184" y="63"/>
                    <a:pt x="184" y="5283"/>
                  </a:cubicBezTo>
                  <a:cubicBezTo>
                    <a:pt x="184" y="10504"/>
                    <a:pt x="5280" y="10504"/>
                    <a:pt x="9303" y="10504"/>
                  </a:cubicBezTo>
                  <a:lnTo>
                    <a:pt x="169419" y="10504"/>
                  </a:lnTo>
                  <a:close/>
                  <a:moveTo>
                    <a:pt x="169687" y="61144"/>
                  </a:moveTo>
                  <a:cubicBezTo>
                    <a:pt x="173442" y="61144"/>
                    <a:pt x="178538" y="61144"/>
                    <a:pt x="178538" y="55923"/>
                  </a:cubicBezTo>
                  <a:cubicBezTo>
                    <a:pt x="178538" y="50703"/>
                    <a:pt x="173442" y="50703"/>
                    <a:pt x="169419" y="50703"/>
                  </a:cubicBezTo>
                  <a:lnTo>
                    <a:pt x="9303" y="50703"/>
                  </a:lnTo>
                  <a:cubicBezTo>
                    <a:pt x="5280" y="50703"/>
                    <a:pt x="184" y="50703"/>
                    <a:pt x="184" y="55923"/>
                  </a:cubicBezTo>
                  <a:cubicBezTo>
                    <a:pt x="184" y="61144"/>
                    <a:pt x="5280" y="61144"/>
                    <a:pt x="9034" y="61144"/>
                  </a:cubicBezTo>
                  <a:lnTo>
                    <a:pt x="169687" y="6114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5" name="Freeform: Shape 284">
              <a:extLst>
                <a:ext uri="{FF2B5EF4-FFF2-40B4-BE49-F238E27FC236}">
                  <a16:creationId xmlns:a16="http://schemas.microsoft.com/office/drawing/2014/main" id="{EC56395B-FE87-0868-A2D5-6DCF9881411E}"/>
                </a:ext>
              </a:extLst>
            </p:cNvPr>
            <p:cNvSpPr/>
            <p:nvPr>
              <p:custDataLst>
                <p:tags r:id="rId25"/>
              </p:custDataLst>
            </p:nvPr>
          </p:nvSpPr>
          <p:spPr>
            <a:xfrm>
              <a:off x="11864240" y="6259111"/>
              <a:ext cx="112912" cy="179588"/>
            </a:xfrm>
            <a:custGeom>
              <a:avLst/>
              <a:gdLst>
                <a:gd name="connsiteX0" fmla="*/ 113107 w 112912"/>
                <a:gd name="connsiteY0" fmla="*/ 90379 h 179588"/>
                <a:gd name="connsiteX1" fmla="*/ 102379 w 112912"/>
                <a:gd name="connsiteY1" fmla="*/ 29298 h 179588"/>
                <a:gd name="connsiteX2" fmla="*/ 56785 w 112912"/>
                <a:gd name="connsiteY2" fmla="*/ 63 h 179588"/>
                <a:gd name="connsiteX3" fmla="*/ 10118 w 112912"/>
                <a:gd name="connsiteY3" fmla="*/ 31125 h 179588"/>
                <a:gd name="connsiteX4" fmla="*/ 194 w 112912"/>
                <a:gd name="connsiteY4" fmla="*/ 90379 h 179588"/>
                <a:gd name="connsiteX5" fmla="*/ 12263 w 112912"/>
                <a:gd name="connsiteY5" fmla="*/ 153287 h 179588"/>
                <a:gd name="connsiteX6" fmla="*/ 56517 w 112912"/>
                <a:gd name="connsiteY6" fmla="*/ 179651 h 179588"/>
                <a:gd name="connsiteX7" fmla="*/ 103184 w 112912"/>
                <a:gd name="connsiteY7" fmla="*/ 149372 h 179588"/>
                <a:gd name="connsiteX8" fmla="*/ 113107 w 112912"/>
                <a:gd name="connsiteY8" fmla="*/ 90379 h 179588"/>
                <a:gd name="connsiteX9" fmla="*/ 56517 w 112912"/>
                <a:gd name="connsiteY9" fmla="*/ 173909 h 179588"/>
                <a:gd name="connsiteX10" fmla="*/ 25405 w 112912"/>
                <a:gd name="connsiteY10" fmla="*/ 142324 h 179588"/>
                <a:gd name="connsiteX11" fmla="*/ 22455 w 112912"/>
                <a:gd name="connsiteY11" fmla="*/ 87247 h 179588"/>
                <a:gd name="connsiteX12" fmla="*/ 24601 w 112912"/>
                <a:gd name="connsiteY12" fmla="*/ 39217 h 179588"/>
                <a:gd name="connsiteX13" fmla="*/ 56517 w 112912"/>
                <a:gd name="connsiteY13" fmla="*/ 5805 h 179588"/>
                <a:gd name="connsiteX14" fmla="*/ 88164 w 112912"/>
                <a:gd name="connsiteY14" fmla="*/ 36346 h 179588"/>
                <a:gd name="connsiteX15" fmla="*/ 90846 w 112912"/>
                <a:gd name="connsiteY15" fmla="*/ 87247 h 179588"/>
                <a:gd name="connsiteX16" fmla="*/ 87896 w 112912"/>
                <a:gd name="connsiteY16" fmla="*/ 141280 h 179588"/>
                <a:gd name="connsiteX17" fmla="*/ 56517 w 112912"/>
                <a:gd name="connsiteY17" fmla="*/ 173909 h 1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912" h="179588">
                  <a:moveTo>
                    <a:pt x="113107" y="90379"/>
                  </a:moveTo>
                  <a:cubicBezTo>
                    <a:pt x="113107" y="69497"/>
                    <a:pt x="111766" y="48614"/>
                    <a:pt x="102379" y="29298"/>
                  </a:cubicBezTo>
                  <a:cubicBezTo>
                    <a:pt x="90042" y="4239"/>
                    <a:pt x="68049" y="63"/>
                    <a:pt x="56785" y="63"/>
                  </a:cubicBezTo>
                  <a:cubicBezTo>
                    <a:pt x="40693" y="63"/>
                    <a:pt x="21114" y="6850"/>
                    <a:pt x="10118" y="31125"/>
                  </a:cubicBezTo>
                  <a:cubicBezTo>
                    <a:pt x="1535" y="49136"/>
                    <a:pt x="194" y="69497"/>
                    <a:pt x="194" y="90379"/>
                  </a:cubicBezTo>
                  <a:cubicBezTo>
                    <a:pt x="194" y="109956"/>
                    <a:pt x="1267" y="133449"/>
                    <a:pt x="12263" y="153287"/>
                  </a:cubicBezTo>
                  <a:cubicBezTo>
                    <a:pt x="23796" y="174431"/>
                    <a:pt x="43375" y="179651"/>
                    <a:pt x="56517" y="179651"/>
                  </a:cubicBezTo>
                  <a:cubicBezTo>
                    <a:pt x="70999" y="179651"/>
                    <a:pt x="91383" y="174170"/>
                    <a:pt x="103184" y="149372"/>
                  </a:cubicBezTo>
                  <a:cubicBezTo>
                    <a:pt x="111766" y="131361"/>
                    <a:pt x="113107" y="111001"/>
                    <a:pt x="113107" y="90379"/>
                  </a:cubicBezTo>
                  <a:close/>
                  <a:moveTo>
                    <a:pt x="56517" y="173909"/>
                  </a:moveTo>
                  <a:cubicBezTo>
                    <a:pt x="46057" y="173909"/>
                    <a:pt x="30233" y="167383"/>
                    <a:pt x="25405" y="142324"/>
                  </a:cubicBezTo>
                  <a:cubicBezTo>
                    <a:pt x="22455" y="126662"/>
                    <a:pt x="22455" y="102648"/>
                    <a:pt x="22455" y="87247"/>
                  </a:cubicBezTo>
                  <a:cubicBezTo>
                    <a:pt x="22455" y="70541"/>
                    <a:pt x="22455" y="53313"/>
                    <a:pt x="24601" y="39217"/>
                  </a:cubicBezTo>
                  <a:cubicBezTo>
                    <a:pt x="29696" y="8155"/>
                    <a:pt x="49812" y="5805"/>
                    <a:pt x="56517" y="5805"/>
                  </a:cubicBezTo>
                  <a:cubicBezTo>
                    <a:pt x="65367" y="5805"/>
                    <a:pt x="83069" y="10504"/>
                    <a:pt x="88164" y="36346"/>
                  </a:cubicBezTo>
                  <a:cubicBezTo>
                    <a:pt x="90846" y="50964"/>
                    <a:pt x="90846" y="70802"/>
                    <a:pt x="90846" y="87247"/>
                  </a:cubicBezTo>
                  <a:cubicBezTo>
                    <a:pt x="90846" y="106824"/>
                    <a:pt x="90846" y="124574"/>
                    <a:pt x="87896" y="141280"/>
                  </a:cubicBezTo>
                  <a:cubicBezTo>
                    <a:pt x="83873" y="166078"/>
                    <a:pt x="68586" y="173909"/>
                    <a:pt x="56517" y="173909"/>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6" name="Freeform: Shape 285">
              <a:extLst>
                <a:ext uri="{FF2B5EF4-FFF2-40B4-BE49-F238E27FC236}">
                  <a16:creationId xmlns:a16="http://schemas.microsoft.com/office/drawing/2014/main" id="{A79C3CBA-1401-096A-64BA-73EC3DBA7EBF}"/>
                </a:ext>
              </a:extLst>
            </p:cNvPr>
            <p:cNvSpPr/>
            <p:nvPr>
              <p:custDataLst>
                <p:tags r:id="rId26"/>
              </p:custDataLst>
            </p:nvPr>
          </p:nvSpPr>
          <p:spPr>
            <a:xfrm>
              <a:off x="12010947" y="6405288"/>
              <a:ext cx="28429" cy="27669"/>
            </a:xfrm>
            <a:custGeom>
              <a:avLst/>
              <a:gdLst>
                <a:gd name="connsiteX0" fmla="*/ 28629 w 28429"/>
                <a:gd name="connsiteY0" fmla="*/ 13897 h 27669"/>
                <a:gd name="connsiteX1" fmla="*/ 14414 w 28429"/>
                <a:gd name="connsiteY1" fmla="*/ 63 h 27669"/>
                <a:gd name="connsiteX2" fmla="*/ 199 w 28429"/>
                <a:gd name="connsiteY2" fmla="*/ 13897 h 27669"/>
                <a:gd name="connsiteX3" fmla="*/ 14414 w 28429"/>
                <a:gd name="connsiteY3" fmla="*/ 27732 h 27669"/>
                <a:gd name="connsiteX4" fmla="*/ 28629 w 28429"/>
                <a:gd name="connsiteY4" fmla="*/ 13897 h 27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29" h="27669">
                  <a:moveTo>
                    <a:pt x="28629" y="13897"/>
                  </a:moveTo>
                  <a:cubicBezTo>
                    <a:pt x="28629" y="6328"/>
                    <a:pt x="22192" y="63"/>
                    <a:pt x="14414" y="63"/>
                  </a:cubicBezTo>
                  <a:cubicBezTo>
                    <a:pt x="6636" y="63"/>
                    <a:pt x="199" y="6328"/>
                    <a:pt x="199" y="13897"/>
                  </a:cubicBezTo>
                  <a:cubicBezTo>
                    <a:pt x="199" y="21467"/>
                    <a:pt x="6636" y="27732"/>
                    <a:pt x="14414" y="27732"/>
                  </a:cubicBezTo>
                  <a:cubicBezTo>
                    <a:pt x="22192" y="27732"/>
                    <a:pt x="28629" y="21467"/>
                    <a:pt x="28629" y="13897"/>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7" name="Freeform: Shape 286">
              <a:extLst>
                <a:ext uri="{FF2B5EF4-FFF2-40B4-BE49-F238E27FC236}">
                  <a16:creationId xmlns:a16="http://schemas.microsoft.com/office/drawing/2014/main" id="{870D8A67-3CC6-3F64-DC47-3BF78A952D7C}"/>
                </a:ext>
              </a:extLst>
            </p:cNvPr>
            <p:cNvSpPr/>
            <p:nvPr>
              <p:custDataLst>
                <p:tags r:id="rId27"/>
              </p:custDataLst>
            </p:nvPr>
          </p:nvSpPr>
          <p:spPr>
            <a:xfrm>
              <a:off x="12072842" y="6259111"/>
              <a:ext cx="112912" cy="179588"/>
            </a:xfrm>
            <a:custGeom>
              <a:avLst/>
              <a:gdLst>
                <a:gd name="connsiteX0" fmla="*/ 113115 w 112912"/>
                <a:gd name="connsiteY0" fmla="*/ 90379 h 179588"/>
                <a:gd name="connsiteX1" fmla="*/ 102387 w 112912"/>
                <a:gd name="connsiteY1" fmla="*/ 29298 h 179588"/>
                <a:gd name="connsiteX2" fmla="*/ 56793 w 112912"/>
                <a:gd name="connsiteY2" fmla="*/ 63 h 179588"/>
                <a:gd name="connsiteX3" fmla="*/ 10125 w 112912"/>
                <a:gd name="connsiteY3" fmla="*/ 31125 h 179588"/>
                <a:gd name="connsiteX4" fmla="*/ 202 w 112912"/>
                <a:gd name="connsiteY4" fmla="*/ 90379 h 179588"/>
                <a:gd name="connsiteX5" fmla="*/ 12271 w 112912"/>
                <a:gd name="connsiteY5" fmla="*/ 153287 h 179588"/>
                <a:gd name="connsiteX6" fmla="*/ 56524 w 112912"/>
                <a:gd name="connsiteY6" fmla="*/ 179651 h 179588"/>
                <a:gd name="connsiteX7" fmla="*/ 103191 w 112912"/>
                <a:gd name="connsiteY7" fmla="*/ 149372 h 179588"/>
                <a:gd name="connsiteX8" fmla="*/ 113115 w 112912"/>
                <a:gd name="connsiteY8" fmla="*/ 90379 h 179588"/>
                <a:gd name="connsiteX9" fmla="*/ 56524 w 112912"/>
                <a:gd name="connsiteY9" fmla="*/ 173909 h 179588"/>
                <a:gd name="connsiteX10" fmla="*/ 25413 w 112912"/>
                <a:gd name="connsiteY10" fmla="*/ 142324 h 179588"/>
                <a:gd name="connsiteX11" fmla="*/ 22463 w 112912"/>
                <a:gd name="connsiteY11" fmla="*/ 87247 h 179588"/>
                <a:gd name="connsiteX12" fmla="*/ 24608 w 112912"/>
                <a:gd name="connsiteY12" fmla="*/ 39217 h 179588"/>
                <a:gd name="connsiteX13" fmla="*/ 56524 w 112912"/>
                <a:gd name="connsiteY13" fmla="*/ 5805 h 179588"/>
                <a:gd name="connsiteX14" fmla="*/ 88172 w 112912"/>
                <a:gd name="connsiteY14" fmla="*/ 36346 h 179588"/>
                <a:gd name="connsiteX15" fmla="*/ 90854 w 112912"/>
                <a:gd name="connsiteY15" fmla="*/ 87247 h 179588"/>
                <a:gd name="connsiteX16" fmla="*/ 87904 w 112912"/>
                <a:gd name="connsiteY16" fmla="*/ 141280 h 179588"/>
                <a:gd name="connsiteX17" fmla="*/ 56524 w 112912"/>
                <a:gd name="connsiteY17" fmla="*/ 173909 h 1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912" h="179588">
                  <a:moveTo>
                    <a:pt x="113115" y="90379"/>
                  </a:moveTo>
                  <a:cubicBezTo>
                    <a:pt x="113115" y="69497"/>
                    <a:pt x="111774" y="48614"/>
                    <a:pt x="102387" y="29298"/>
                  </a:cubicBezTo>
                  <a:cubicBezTo>
                    <a:pt x="90049" y="4239"/>
                    <a:pt x="68057" y="63"/>
                    <a:pt x="56793" y="63"/>
                  </a:cubicBezTo>
                  <a:cubicBezTo>
                    <a:pt x="40700" y="63"/>
                    <a:pt x="21122" y="6850"/>
                    <a:pt x="10125" y="31125"/>
                  </a:cubicBezTo>
                  <a:cubicBezTo>
                    <a:pt x="1543" y="49136"/>
                    <a:pt x="202" y="69497"/>
                    <a:pt x="202" y="90379"/>
                  </a:cubicBezTo>
                  <a:cubicBezTo>
                    <a:pt x="202" y="109956"/>
                    <a:pt x="1275" y="133449"/>
                    <a:pt x="12271" y="153287"/>
                  </a:cubicBezTo>
                  <a:cubicBezTo>
                    <a:pt x="23804" y="174431"/>
                    <a:pt x="43382" y="179651"/>
                    <a:pt x="56524" y="179651"/>
                  </a:cubicBezTo>
                  <a:cubicBezTo>
                    <a:pt x="71007" y="179651"/>
                    <a:pt x="91391" y="174170"/>
                    <a:pt x="103191" y="149372"/>
                  </a:cubicBezTo>
                  <a:cubicBezTo>
                    <a:pt x="111774" y="131361"/>
                    <a:pt x="113115" y="111001"/>
                    <a:pt x="113115" y="90379"/>
                  </a:cubicBezTo>
                  <a:close/>
                  <a:moveTo>
                    <a:pt x="56524" y="173909"/>
                  </a:moveTo>
                  <a:cubicBezTo>
                    <a:pt x="46064" y="173909"/>
                    <a:pt x="30241" y="167383"/>
                    <a:pt x="25413" y="142324"/>
                  </a:cubicBezTo>
                  <a:cubicBezTo>
                    <a:pt x="22463" y="126662"/>
                    <a:pt x="22463" y="102648"/>
                    <a:pt x="22463" y="87247"/>
                  </a:cubicBezTo>
                  <a:cubicBezTo>
                    <a:pt x="22463" y="70541"/>
                    <a:pt x="22463" y="53313"/>
                    <a:pt x="24608" y="39217"/>
                  </a:cubicBezTo>
                  <a:cubicBezTo>
                    <a:pt x="29704" y="8155"/>
                    <a:pt x="49819" y="5805"/>
                    <a:pt x="56524" y="5805"/>
                  </a:cubicBezTo>
                  <a:cubicBezTo>
                    <a:pt x="65375" y="5805"/>
                    <a:pt x="83076" y="10504"/>
                    <a:pt x="88172" y="36346"/>
                  </a:cubicBezTo>
                  <a:cubicBezTo>
                    <a:pt x="90854" y="50964"/>
                    <a:pt x="90854" y="70802"/>
                    <a:pt x="90854" y="87247"/>
                  </a:cubicBezTo>
                  <a:cubicBezTo>
                    <a:pt x="90854" y="106824"/>
                    <a:pt x="90854" y="124574"/>
                    <a:pt x="87904" y="141280"/>
                  </a:cubicBezTo>
                  <a:cubicBezTo>
                    <a:pt x="83881" y="166078"/>
                    <a:pt x="68593" y="173909"/>
                    <a:pt x="56524" y="173909"/>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8" name="Freeform: Shape 287">
              <a:extLst>
                <a:ext uri="{FF2B5EF4-FFF2-40B4-BE49-F238E27FC236}">
                  <a16:creationId xmlns:a16="http://schemas.microsoft.com/office/drawing/2014/main" id="{5B19FC8E-5204-22BB-17CB-4B2B5116A7D9}"/>
                </a:ext>
              </a:extLst>
            </p:cNvPr>
            <p:cNvSpPr/>
            <p:nvPr>
              <p:custDataLst>
                <p:tags r:id="rId28"/>
              </p:custDataLst>
            </p:nvPr>
          </p:nvSpPr>
          <p:spPr>
            <a:xfrm>
              <a:off x="12207748" y="6259111"/>
              <a:ext cx="111303" cy="179588"/>
            </a:xfrm>
            <a:custGeom>
              <a:avLst/>
              <a:gdLst>
                <a:gd name="connsiteX0" fmla="*/ 24345 w 111303"/>
                <a:gd name="connsiteY0" fmla="*/ 88291 h 179588"/>
                <a:gd name="connsiteX1" fmla="*/ 24345 w 111303"/>
                <a:gd name="connsiteY1" fmla="*/ 82026 h 179588"/>
                <a:gd name="connsiteX2" fmla="*/ 71280 w 111303"/>
                <a:gd name="connsiteY2" fmla="*/ 6589 h 179588"/>
                <a:gd name="connsiteX3" fmla="*/ 94882 w 111303"/>
                <a:gd name="connsiteY3" fmla="*/ 17030 h 179588"/>
                <a:gd name="connsiteX4" fmla="*/ 80131 w 111303"/>
                <a:gd name="connsiteY4" fmla="*/ 28776 h 179588"/>
                <a:gd name="connsiteX5" fmla="*/ 92468 w 111303"/>
                <a:gd name="connsiteY5" fmla="*/ 40783 h 179588"/>
                <a:gd name="connsiteX6" fmla="*/ 104806 w 111303"/>
                <a:gd name="connsiteY6" fmla="*/ 28254 h 179588"/>
                <a:gd name="connsiteX7" fmla="*/ 70744 w 111303"/>
                <a:gd name="connsiteY7" fmla="*/ 63 h 179588"/>
                <a:gd name="connsiteX8" fmla="*/ 207 w 111303"/>
                <a:gd name="connsiteY8" fmla="*/ 91423 h 179588"/>
                <a:gd name="connsiteX9" fmla="*/ 56261 w 111303"/>
                <a:gd name="connsiteY9" fmla="*/ 179651 h 179588"/>
                <a:gd name="connsiteX10" fmla="*/ 111511 w 111303"/>
                <a:gd name="connsiteY10" fmla="*/ 120659 h 179588"/>
                <a:gd name="connsiteX11" fmla="*/ 57870 w 111303"/>
                <a:gd name="connsiteY11" fmla="*/ 62449 h 179588"/>
                <a:gd name="connsiteX12" fmla="*/ 24345 w 111303"/>
                <a:gd name="connsiteY12" fmla="*/ 88291 h 179588"/>
                <a:gd name="connsiteX13" fmla="*/ 56261 w 111303"/>
                <a:gd name="connsiteY13" fmla="*/ 172343 h 179588"/>
                <a:gd name="connsiteX14" fmla="*/ 29709 w 111303"/>
                <a:gd name="connsiteY14" fmla="*/ 152765 h 179588"/>
                <a:gd name="connsiteX15" fmla="*/ 24882 w 111303"/>
                <a:gd name="connsiteY15" fmla="*/ 114916 h 179588"/>
                <a:gd name="connsiteX16" fmla="*/ 57602 w 111303"/>
                <a:gd name="connsiteY16" fmla="*/ 68453 h 179588"/>
                <a:gd name="connsiteX17" fmla="*/ 82545 w 111303"/>
                <a:gd name="connsiteY17" fmla="*/ 84637 h 179588"/>
                <a:gd name="connsiteX18" fmla="*/ 87372 w 111303"/>
                <a:gd name="connsiteY18" fmla="*/ 120398 h 179588"/>
                <a:gd name="connsiteX19" fmla="*/ 82813 w 111303"/>
                <a:gd name="connsiteY19" fmla="*/ 155376 h 179588"/>
                <a:gd name="connsiteX20" fmla="*/ 56261 w 111303"/>
                <a:gd name="connsiteY20" fmla="*/ 172343 h 1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1303" h="179588">
                  <a:moveTo>
                    <a:pt x="24345" y="88291"/>
                  </a:moveTo>
                  <a:lnTo>
                    <a:pt x="24345" y="82026"/>
                  </a:lnTo>
                  <a:cubicBezTo>
                    <a:pt x="24345" y="15986"/>
                    <a:pt x="57602" y="6589"/>
                    <a:pt x="71280" y="6589"/>
                  </a:cubicBezTo>
                  <a:cubicBezTo>
                    <a:pt x="77717" y="6589"/>
                    <a:pt x="88982" y="8155"/>
                    <a:pt x="94882" y="17030"/>
                  </a:cubicBezTo>
                  <a:cubicBezTo>
                    <a:pt x="90859" y="17030"/>
                    <a:pt x="80131" y="17030"/>
                    <a:pt x="80131" y="28776"/>
                  </a:cubicBezTo>
                  <a:cubicBezTo>
                    <a:pt x="80131" y="36868"/>
                    <a:pt x="86568" y="40783"/>
                    <a:pt x="92468" y="40783"/>
                  </a:cubicBezTo>
                  <a:cubicBezTo>
                    <a:pt x="96759" y="40783"/>
                    <a:pt x="104806" y="38434"/>
                    <a:pt x="104806" y="28254"/>
                  </a:cubicBezTo>
                  <a:cubicBezTo>
                    <a:pt x="104806" y="12592"/>
                    <a:pt x="93005" y="63"/>
                    <a:pt x="70744" y="63"/>
                  </a:cubicBezTo>
                  <a:cubicBezTo>
                    <a:pt x="36414" y="63"/>
                    <a:pt x="207" y="33736"/>
                    <a:pt x="207" y="91423"/>
                  </a:cubicBezTo>
                  <a:cubicBezTo>
                    <a:pt x="207" y="161118"/>
                    <a:pt x="31318" y="179651"/>
                    <a:pt x="56261" y="179651"/>
                  </a:cubicBezTo>
                  <a:cubicBezTo>
                    <a:pt x="86031" y="179651"/>
                    <a:pt x="111511" y="155115"/>
                    <a:pt x="111511" y="120659"/>
                  </a:cubicBezTo>
                  <a:cubicBezTo>
                    <a:pt x="111511" y="87508"/>
                    <a:pt x="87641" y="62449"/>
                    <a:pt x="57870" y="62449"/>
                  </a:cubicBezTo>
                  <a:cubicBezTo>
                    <a:pt x="39633" y="62449"/>
                    <a:pt x="29709" y="75761"/>
                    <a:pt x="24345" y="88291"/>
                  </a:cubicBezTo>
                  <a:close/>
                  <a:moveTo>
                    <a:pt x="56261" y="172343"/>
                  </a:moveTo>
                  <a:cubicBezTo>
                    <a:pt x="39364" y="172343"/>
                    <a:pt x="31318" y="156681"/>
                    <a:pt x="29709" y="152765"/>
                  </a:cubicBezTo>
                  <a:cubicBezTo>
                    <a:pt x="24882" y="140497"/>
                    <a:pt x="24882" y="119615"/>
                    <a:pt x="24882" y="114916"/>
                  </a:cubicBezTo>
                  <a:cubicBezTo>
                    <a:pt x="24882" y="94556"/>
                    <a:pt x="33464" y="68453"/>
                    <a:pt x="57602" y="68453"/>
                  </a:cubicBezTo>
                  <a:cubicBezTo>
                    <a:pt x="61893" y="68453"/>
                    <a:pt x="74231" y="68453"/>
                    <a:pt x="82545" y="84637"/>
                  </a:cubicBezTo>
                  <a:cubicBezTo>
                    <a:pt x="87372" y="94295"/>
                    <a:pt x="87372" y="107607"/>
                    <a:pt x="87372" y="120398"/>
                  </a:cubicBezTo>
                  <a:cubicBezTo>
                    <a:pt x="87372" y="132927"/>
                    <a:pt x="87372" y="145979"/>
                    <a:pt x="82813" y="155376"/>
                  </a:cubicBezTo>
                  <a:cubicBezTo>
                    <a:pt x="74767" y="171038"/>
                    <a:pt x="62430" y="172343"/>
                    <a:pt x="56261" y="172343"/>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9" name="Freeform: Shape 288">
              <a:extLst>
                <a:ext uri="{FF2B5EF4-FFF2-40B4-BE49-F238E27FC236}">
                  <a16:creationId xmlns:a16="http://schemas.microsoft.com/office/drawing/2014/main" id="{E0BACC96-C544-88D5-DFD0-E71978068000}"/>
                </a:ext>
              </a:extLst>
            </p:cNvPr>
            <p:cNvSpPr/>
            <p:nvPr>
              <p:custDataLst>
                <p:tags r:id="rId29"/>
              </p:custDataLst>
            </p:nvPr>
          </p:nvSpPr>
          <p:spPr>
            <a:xfrm>
              <a:off x="12343995" y="6259111"/>
              <a:ext cx="107012" cy="179588"/>
            </a:xfrm>
            <a:custGeom>
              <a:avLst/>
              <a:gdLst>
                <a:gd name="connsiteX0" fmla="*/ 107224 w 107012"/>
                <a:gd name="connsiteY0" fmla="*/ 121442 h 179588"/>
                <a:gd name="connsiteX1" fmla="*/ 56266 w 107012"/>
                <a:gd name="connsiteY1" fmla="*/ 64276 h 179588"/>
                <a:gd name="connsiteX2" fmla="*/ 22204 w 107012"/>
                <a:gd name="connsiteY2" fmla="*/ 77589 h 179588"/>
                <a:gd name="connsiteX3" fmla="*/ 22204 w 107012"/>
                <a:gd name="connsiteY3" fmla="*/ 26688 h 179588"/>
                <a:gd name="connsiteX4" fmla="*/ 45002 w 107012"/>
                <a:gd name="connsiteY4" fmla="*/ 30081 h 179588"/>
                <a:gd name="connsiteX5" fmla="*/ 96764 w 107012"/>
                <a:gd name="connsiteY5" fmla="*/ 2934 h 179588"/>
                <a:gd name="connsiteX6" fmla="*/ 94082 w 107012"/>
                <a:gd name="connsiteY6" fmla="*/ 63 h 179588"/>
                <a:gd name="connsiteX7" fmla="*/ 91937 w 107012"/>
                <a:gd name="connsiteY7" fmla="*/ 846 h 179588"/>
                <a:gd name="connsiteX8" fmla="*/ 55461 w 107012"/>
                <a:gd name="connsiteY8" fmla="*/ 8416 h 179588"/>
                <a:gd name="connsiteX9" fmla="*/ 19791 w 107012"/>
                <a:gd name="connsiteY9" fmla="*/ 1107 h 179588"/>
                <a:gd name="connsiteX10" fmla="*/ 16572 w 107012"/>
                <a:gd name="connsiteY10" fmla="*/ 324 h 179588"/>
                <a:gd name="connsiteX11" fmla="*/ 13890 w 107012"/>
                <a:gd name="connsiteY11" fmla="*/ 6589 h 179588"/>
                <a:gd name="connsiteX12" fmla="*/ 13890 w 107012"/>
                <a:gd name="connsiteY12" fmla="*/ 83853 h 179588"/>
                <a:gd name="connsiteX13" fmla="*/ 17645 w 107012"/>
                <a:gd name="connsiteY13" fmla="*/ 90640 h 179588"/>
                <a:gd name="connsiteX14" fmla="*/ 21132 w 107012"/>
                <a:gd name="connsiteY14" fmla="*/ 88291 h 179588"/>
                <a:gd name="connsiteX15" fmla="*/ 55730 w 107012"/>
                <a:gd name="connsiteY15" fmla="*/ 70019 h 179588"/>
                <a:gd name="connsiteX16" fmla="*/ 78527 w 107012"/>
                <a:gd name="connsiteY16" fmla="*/ 86725 h 179588"/>
                <a:gd name="connsiteX17" fmla="*/ 83354 w 107012"/>
                <a:gd name="connsiteY17" fmla="*/ 119615 h 179588"/>
                <a:gd name="connsiteX18" fmla="*/ 76918 w 107012"/>
                <a:gd name="connsiteY18" fmla="*/ 155376 h 179588"/>
                <a:gd name="connsiteX19" fmla="*/ 48220 w 107012"/>
                <a:gd name="connsiteY19" fmla="*/ 172343 h 179588"/>
                <a:gd name="connsiteX20" fmla="*/ 8794 w 107012"/>
                <a:gd name="connsiteY20" fmla="*/ 143107 h 179588"/>
                <a:gd name="connsiteX21" fmla="*/ 13354 w 107012"/>
                <a:gd name="connsiteY21" fmla="*/ 143629 h 179588"/>
                <a:gd name="connsiteX22" fmla="*/ 26764 w 107012"/>
                <a:gd name="connsiteY22" fmla="*/ 130839 h 179588"/>
                <a:gd name="connsiteX23" fmla="*/ 13354 w 107012"/>
                <a:gd name="connsiteY23" fmla="*/ 118048 h 179588"/>
                <a:gd name="connsiteX24" fmla="*/ 212 w 107012"/>
                <a:gd name="connsiteY24" fmla="*/ 131883 h 179588"/>
                <a:gd name="connsiteX25" fmla="*/ 48756 w 107012"/>
                <a:gd name="connsiteY25" fmla="*/ 179651 h 179588"/>
                <a:gd name="connsiteX26" fmla="*/ 107224 w 107012"/>
                <a:gd name="connsiteY26" fmla="*/ 121442 h 1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012" h="179588">
                  <a:moveTo>
                    <a:pt x="107224" y="121442"/>
                  </a:moveTo>
                  <a:cubicBezTo>
                    <a:pt x="107224" y="90379"/>
                    <a:pt x="85232" y="64276"/>
                    <a:pt x="56266" y="64276"/>
                  </a:cubicBezTo>
                  <a:cubicBezTo>
                    <a:pt x="43392" y="64276"/>
                    <a:pt x="31860" y="68453"/>
                    <a:pt x="22204" y="77589"/>
                  </a:cubicBezTo>
                  <a:lnTo>
                    <a:pt x="22204" y="26688"/>
                  </a:lnTo>
                  <a:cubicBezTo>
                    <a:pt x="27568" y="28254"/>
                    <a:pt x="36419" y="30081"/>
                    <a:pt x="45002" y="30081"/>
                  </a:cubicBezTo>
                  <a:cubicBezTo>
                    <a:pt x="77990" y="30081"/>
                    <a:pt x="96764" y="6327"/>
                    <a:pt x="96764" y="2934"/>
                  </a:cubicBezTo>
                  <a:cubicBezTo>
                    <a:pt x="96764" y="1368"/>
                    <a:pt x="95960" y="63"/>
                    <a:pt x="94082" y="63"/>
                  </a:cubicBezTo>
                  <a:cubicBezTo>
                    <a:pt x="93814" y="63"/>
                    <a:pt x="93278" y="63"/>
                    <a:pt x="91937" y="846"/>
                  </a:cubicBezTo>
                  <a:cubicBezTo>
                    <a:pt x="86573" y="3195"/>
                    <a:pt x="73431" y="8416"/>
                    <a:pt x="55461" y="8416"/>
                  </a:cubicBezTo>
                  <a:cubicBezTo>
                    <a:pt x="44733" y="8416"/>
                    <a:pt x="32396" y="6589"/>
                    <a:pt x="19791" y="1107"/>
                  </a:cubicBezTo>
                  <a:cubicBezTo>
                    <a:pt x="17645" y="324"/>
                    <a:pt x="17109" y="324"/>
                    <a:pt x="16572" y="324"/>
                  </a:cubicBezTo>
                  <a:cubicBezTo>
                    <a:pt x="13890" y="324"/>
                    <a:pt x="13890" y="2412"/>
                    <a:pt x="13890" y="6589"/>
                  </a:cubicBezTo>
                  <a:lnTo>
                    <a:pt x="13890" y="83853"/>
                  </a:lnTo>
                  <a:cubicBezTo>
                    <a:pt x="13890" y="88552"/>
                    <a:pt x="13890" y="90640"/>
                    <a:pt x="17645" y="90640"/>
                  </a:cubicBezTo>
                  <a:cubicBezTo>
                    <a:pt x="19522" y="90640"/>
                    <a:pt x="20059" y="89857"/>
                    <a:pt x="21132" y="88291"/>
                  </a:cubicBezTo>
                  <a:cubicBezTo>
                    <a:pt x="24082" y="84114"/>
                    <a:pt x="34005" y="70019"/>
                    <a:pt x="55730" y="70019"/>
                  </a:cubicBezTo>
                  <a:cubicBezTo>
                    <a:pt x="69676" y="70019"/>
                    <a:pt x="76381" y="82026"/>
                    <a:pt x="78527" y="86725"/>
                  </a:cubicBezTo>
                  <a:cubicBezTo>
                    <a:pt x="82818" y="96383"/>
                    <a:pt x="83354" y="106563"/>
                    <a:pt x="83354" y="119615"/>
                  </a:cubicBezTo>
                  <a:cubicBezTo>
                    <a:pt x="83354" y="128751"/>
                    <a:pt x="83354" y="144412"/>
                    <a:pt x="76918" y="155376"/>
                  </a:cubicBezTo>
                  <a:cubicBezTo>
                    <a:pt x="70481" y="165556"/>
                    <a:pt x="60557" y="172343"/>
                    <a:pt x="48220" y="172343"/>
                  </a:cubicBezTo>
                  <a:cubicBezTo>
                    <a:pt x="28641" y="172343"/>
                    <a:pt x="13354" y="158508"/>
                    <a:pt x="8794" y="143107"/>
                  </a:cubicBezTo>
                  <a:cubicBezTo>
                    <a:pt x="9599" y="143368"/>
                    <a:pt x="10404" y="143629"/>
                    <a:pt x="13354" y="143629"/>
                  </a:cubicBezTo>
                  <a:cubicBezTo>
                    <a:pt x="22204" y="143629"/>
                    <a:pt x="26764" y="137104"/>
                    <a:pt x="26764" y="130839"/>
                  </a:cubicBezTo>
                  <a:cubicBezTo>
                    <a:pt x="26764" y="124574"/>
                    <a:pt x="22204" y="118048"/>
                    <a:pt x="13354" y="118048"/>
                  </a:cubicBezTo>
                  <a:cubicBezTo>
                    <a:pt x="9599" y="118048"/>
                    <a:pt x="212" y="119876"/>
                    <a:pt x="212" y="131883"/>
                  </a:cubicBezTo>
                  <a:cubicBezTo>
                    <a:pt x="212" y="154332"/>
                    <a:pt x="18718" y="179651"/>
                    <a:pt x="48756" y="179651"/>
                  </a:cubicBezTo>
                  <a:cubicBezTo>
                    <a:pt x="79868" y="179651"/>
                    <a:pt x="107224" y="154593"/>
                    <a:pt x="107224" y="121442"/>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313" name="TextBox 312">
            <a:extLst>
              <a:ext uri="{FF2B5EF4-FFF2-40B4-BE49-F238E27FC236}">
                <a16:creationId xmlns:a16="http://schemas.microsoft.com/office/drawing/2014/main" id="{2D060064-A0D7-6EC2-4465-D193EFF68D81}"/>
              </a:ext>
            </a:extLst>
          </p:cNvPr>
          <p:cNvSpPr txBox="1"/>
          <p:nvPr/>
        </p:nvSpPr>
        <p:spPr>
          <a:xfrm>
            <a:off x="6081888" y="4321470"/>
            <a:ext cx="5315763"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Donde Phi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denota</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función</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densidad</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normal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estándar</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a:t>
            </a: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5" name="TextBox 314">
            <a:extLst>
              <a:ext uri="{FF2B5EF4-FFF2-40B4-BE49-F238E27FC236}">
                <a16:creationId xmlns:a16="http://schemas.microsoft.com/office/drawing/2014/main" id="{2E81EEC5-F944-F205-4E8E-7E65E50C84A6}"/>
              </a:ext>
            </a:extLst>
          </p:cNvPr>
          <p:cNvSpPr txBox="1"/>
          <p:nvPr/>
        </p:nvSpPr>
        <p:spPr>
          <a:xfrm>
            <a:off x="6129661" y="5038353"/>
            <a:ext cx="5365433"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En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otras</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palabras,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el</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valor</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p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en</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este</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ejemplo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es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el</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área</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 la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derecha</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 1.52,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el</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valor</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observado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del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estadístico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prueba</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en</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una</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distribución</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normal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estándar</a:t>
            </a:r>
            <a:endParaRPr kumimoji="0" lang="en-GB" sz="1600" b="1" i="0" u="none" strike="noStrike" kern="1200" cap="none" spc="0" normalizeH="0" baseline="0" noProof="0">
              <a:ln>
                <a:noFill/>
              </a:ln>
              <a:solidFill>
                <a:srgbClr val="EA2023"/>
              </a:solidFill>
              <a:effectLst/>
              <a:uLnTx/>
              <a:uFillTx/>
              <a:latin typeface="Aptos" panose="020B0004020202020204"/>
              <a:ea typeface="+mn-ea"/>
              <a:cs typeface="+mn-cs"/>
            </a:endParaRPr>
          </a:p>
        </p:txBody>
      </p:sp>
    </p:spTree>
    <p:extLst>
      <p:ext uri="{BB962C8B-B14F-4D97-AF65-F5344CB8AC3E}">
        <p14:creationId xmlns:p14="http://schemas.microsoft.com/office/powerpoint/2010/main" val="9674772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8" name="TextBox 7">
            <a:extLst>
              <a:ext uri="{FF2B5EF4-FFF2-40B4-BE49-F238E27FC236}">
                <a16:creationId xmlns:a16="http://schemas.microsoft.com/office/drawing/2014/main" id="{964F6F91-7753-2666-0C67-E83E1E1EBC72}"/>
              </a:ext>
            </a:extLst>
          </p:cNvPr>
          <p:cNvSpPr txBox="1"/>
          <p:nvPr/>
        </p:nvSpPr>
        <p:spPr>
          <a:xfrm>
            <a:off x="807820" y="1135378"/>
            <a:ext cx="4200511" cy="369332"/>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Cálculo</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y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uso</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valores</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P</a:t>
            </a:r>
          </a:p>
        </p:txBody>
      </p:sp>
      <p:grpSp>
        <p:nvGrpSpPr>
          <p:cNvPr id="232" name="Group 231">
            <a:extLst>
              <a:ext uri="{FF2B5EF4-FFF2-40B4-BE49-F238E27FC236}">
                <a16:creationId xmlns:a16="http://schemas.microsoft.com/office/drawing/2014/main" id="{21FCB99F-AD99-A53B-19BA-73C58DEDC037}"/>
              </a:ext>
            </a:extLst>
          </p:cNvPr>
          <p:cNvGrpSpPr>
            <a:grpSpLocks noChangeAspect="1"/>
          </p:cNvGrpSpPr>
          <p:nvPr>
            <p:custDataLst>
              <p:tags r:id="rId1"/>
            </p:custDataLst>
          </p:nvPr>
        </p:nvGrpSpPr>
        <p:grpSpPr>
          <a:xfrm>
            <a:off x="938916" y="3025771"/>
            <a:ext cx="1908111" cy="153558"/>
            <a:chOff x="9443218" y="5896078"/>
            <a:chExt cx="3243563" cy="261030"/>
          </a:xfrm>
        </p:grpSpPr>
        <p:sp>
          <p:nvSpPr>
            <p:cNvPr id="212" name="Freeform: Shape 211">
              <a:extLst>
                <a:ext uri="{FF2B5EF4-FFF2-40B4-BE49-F238E27FC236}">
                  <a16:creationId xmlns:a16="http://schemas.microsoft.com/office/drawing/2014/main" id="{9FE146FC-79A2-69E1-6FAA-E66A4A4AB336}"/>
                </a:ext>
              </a:extLst>
            </p:cNvPr>
            <p:cNvSpPr/>
            <p:nvPr>
              <p:custDataLst>
                <p:tags r:id="rId26"/>
              </p:custDataLst>
            </p:nvPr>
          </p:nvSpPr>
          <p:spPr>
            <a:xfrm>
              <a:off x="9443218" y="5976475"/>
              <a:ext cx="139178" cy="166015"/>
            </a:xfrm>
            <a:custGeom>
              <a:avLst/>
              <a:gdLst>
                <a:gd name="connsiteX0" fmla="*/ 20607 w 139178"/>
                <a:gd name="connsiteY0" fmla="*/ 147284 h 166015"/>
                <a:gd name="connsiteX1" fmla="*/ 6209 w 139178"/>
                <a:gd name="connsiteY1" fmla="*/ 157986 h 166015"/>
                <a:gd name="connsiteX2" fmla="*/ 77 w 139178"/>
                <a:gd name="connsiteY2" fmla="*/ 162946 h 166015"/>
                <a:gd name="connsiteX3" fmla="*/ 3543 w 139178"/>
                <a:gd name="connsiteY3" fmla="*/ 166078 h 166015"/>
                <a:gd name="connsiteX4" fmla="*/ 25939 w 139178"/>
                <a:gd name="connsiteY4" fmla="*/ 165295 h 166015"/>
                <a:gd name="connsiteX5" fmla="*/ 52335 w 139178"/>
                <a:gd name="connsiteY5" fmla="*/ 166078 h 166015"/>
                <a:gd name="connsiteX6" fmla="*/ 57135 w 139178"/>
                <a:gd name="connsiteY6" fmla="*/ 160857 h 166015"/>
                <a:gd name="connsiteX7" fmla="*/ 50736 w 139178"/>
                <a:gd name="connsiteY7" fmla="*/ 157986 h 166015"/>
                <a:gd name="connsiteX8" fmla="*/ 37404 w 139178"/>
                <a:gd name="connsiteY8" fmla="*/ 153810 h 166015"/>
                <a:gd name="connsiteX9" fmla="*/ 50469 w 139178"/>
                <a:gd name="connsiteY9" fmla="*/ 101603 h 166015"/>
                <a:gd name="connsiteX10" fmla="*/ 74999 w 139178"/>
                <a:gd name="connsiteY10" fmla="*/ 118309 h 166015"/>
                <a:gd name="connsiteX11" fmla="*/ 139256 w 139178"/>
                <a:gd name="connsiteY11" fmla="*/ 41828 h 166015"/>
                <a:gd name="connsiteX12" fmla="*/ 103794 w 139178"/>
                <a:gd name="connsiteY12" fmla="*/ 63 h 166015"/>
                <a:gd name="connsiteX13" fmla="*/ 68866 w 139178"/>
                <a:gd name="connsiteY13" fmla="*/ 19640 h 166015"/>
                <a:gd name="connsiteX14" fmla="*/ 44870 w 139178"/>
                <a:gd name="connsiteY14" fmla="*/ 63 h 166015"/>
                <a:gd name="connsiteX15" fmla="*/ 25140 w 139178"/>
                <a:gd name="connsiteY15" fmla="*/ 14941 h 166015"/>
                <a:gd name="connsiteX16" fmla="*/ 16874 w 139178"/>
                <a:gd name="connsiteY16" fmla="*/ 40261 h 166015"/>
                <a:gd name="connsiteX17" fmla="*/ 20074 w 139178"/>
                <a:gd name="connsiteY17" fmla="*/ 42872 h 166015"/>
                <a:gd name="connsiteX18" fmla="*/ 24606 w 139178"/>
                <a:gd name="connsiteY18" fmla="*/ 36868 h 166015"/>
                <a:gd name="connsiteX19" fmla="*/ 44070 w 139178"/>
                <a:gd name="connsiteY19" fmla="*/ 5805 h 166015"/>
                <a:gd name="connsiteX20" fmla="*/ 52335 w 139178"/>
                <a:gd name="connsiteY20" fmla="*/ 17813 h 166015"/>
                <a:gd name="connsiteX21" fmla="*/ 50469 w 139178"/>
                <a:gd name="connsiteY21" fmla="*/ 31125 h 166015"/>
                <a:gd name="connsiteX22" fmla="*/ 20607 w 139178"/>
                <a:gd name="connsiteY22" fmla="*/ 147284 h 166015"/>
                <a:gd name="connsiteX23" fmla="*/ 67533 w 139178"/>
                <a:gd name="connsiteY23" fmla="*/ 33997 h 166015"/>
                <a:gd name="connsiteX24" fmla="*/ 81398 w 139178"/>
                <a:gd name="connsiteY24" fmla="*/ 15725 h 166015"/>
                <a:gd name="connsiteX25" fmla="*/ 102994 w 139178"/>
                <a:gd name="connsiteY25" fmla="*/ 5805 h 166015"/>
                <a:gd name="connsiteX26" fmla="*/ 120058 w 139178"/>
                <a:gd name="connsiteY26" fmla="*/ 30342 h 166015"/>
                <a:gd name="connsiteX27" fmla="*/ 106461 w 139178"/>
                <a:gd name="connsiteY27" fmla="*/ 85681 h 166015"/>
                <a:gd name="connsiteX28" fmla="*/ 74732 w 139178"/>
                <a:gd name="connsiteY28" fmla="*/ 112567 h 166015"/>
                <a:gd name="connsiteX29" fmla="*/ 53669 w 139178"/>
                <a:gd name="connsiteY29" fmla="*/ 89335 h 166015"/>
                <a:gd name="connsiteX30" fmla="*/ 54468 w 139178"/>
                <a:gd name="connsiteY30" fmla="*/ 85159 h 166015"/>
                <a:gd name="connsiteX31" fmla="*/ 67533 w 139178"/>
                <a:gd name="connsiteY31" fmla="*/ 33997 h 16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9178" h="166015">
                  <a:moveTo>
                    <a:pt x="20607" y="147284"/>
                  </a:moveTo>
                  <a:cubicBezTo>
                    <a:pt x="18474" y="156159"/>
                    <a:pt x="17941" y="157986"/>
                    <a:pt x="6209" y="157986"/>
                  </a:cubicBezTo>
                  <a:cubicBezTo>
                    <a:pt x="3010" y="157986"/>
                    <a:pt x="77" y="157986"/>
                    <a:pt x="77" y="162946"/>
                  </a:cubicBezTo>
                  <a:cubicBezTo>
                    <a:pt x="77" y="165034"/>
                    <a:pt x="1410" y="166078"/>
                    <a:pt x="3543" y="166078"/>
                  </a:cubicBezTo>
                  <a:cubicBezTo>
                    <a:pt x="10742" y="166078"/>
                    <a:pt x="18474" y="165295"/>
                    <a:pt x="25939" y="165295"/>
                  </a:cubicBezTo>
                  <a:cubicBezTo>
                    <a:pt x="34738" y="165295"/>
                    <a:pt x="43803" y="166078"/>
                    <a:pt x="52335" y="166078"/>
                  </a:cubicBezTo>
                  <a:cubicBezTo>
                    <a:pt x="53669" y="166078"/>
                    <a:pt x="57135" y="166078"/>
                    <a:pt x="57135" y="160857"/>
                  </a:cubicBezTo>
                  <a:cubicBezTo>
                    <a:pt x="57135" y="157986"/>
                    <a:pt x="54468" y="157986"/>
                    <a:pt x="50736" y="157986"/>
                  </a:cubicBezTo>
                  <a:cubicBezTo>
                    <a:pt x="37404" y="157986"/>
                    <a:pt x="37404" y="156159"/>
                    <a:pt x="37404" y="153810"/>
                  </a:cubicBezTo>
                  <a:cubicBezTo>
                    <a:pt x="37404" y="150677"/>
                    <a:pt x="48603" y="108129"/>
                    <a:pt x="50469" y="101603"/>
                  </a:cubicBezTo>
                  <a:cubicBezTo>
                    <a:pt x="53935" y="109173"/>
                    <a:pt x="61401" y="118309"/>
                    <a:pt x="74999" y="118309"/>
                  </a:cubicBezTo>
                  <a:cubicBezTo>
                    <a:pt x="105927" y="118309"/>
                    <a:pt x="139256" y="80199"/>
                    <a:pt x="139256" y="41828"/>
                  </a:cubicBezTo>
                  <a:cubicBezTo>
                    <a:pt x="139256" y="17291"/>
                    <a:pt x="124058" y="63"/>
                    <a:pt x="103794" y="63"/>
                  </a:cubicBezTo>
                  <a:cubicBezTo>
                    <a:pt x="90463" y="63"/>
                    <a:pt x="77665" y="9460"/>
                    <a:pt x="68866" y="19640"/>
                  </a:cubicBezTo>
                  <a:cubicBezTo>
                    <a:pt x="66200" y="5544"/>
                    <a:pt x="54735" y="63"/>
                    <a:pt x="44870" y="63"/>
                  </a:cubicBezTo>
                  <a:cubicBezTo>
                    <a:pt x="32605" y="63"/>
                    <a:pt x="27539" y="10243"/>
                    <a:pt x="25140" y="14941"/>
                  </a:cubicBezTo>
                  <a:cubicBezTo>
                    <a:pt x="20340" y="23817"/>
                    <a:pt x="16874" y="39478"/>
                    <a:pt x="16874" y="40261"/>
                  </a:cubicBezTo>
                  <a:cubicBezTo>
                    <a:pt x="16874" y="42872"/>
                    <a:pt x="19540" y="42872"/>
                    <a:pt x="20074" y="42872"/>
                  </a:cubicBezTo>
                  <a:cubicBezTo>
                    <a:pt x="22740" y="42872"/>
                    <a:pt x="23007" y="42611"/>
                    <a:pt x="24606" y="36868"/>
                  </a:cubicBezTo>
                  <a:cubicBezTo>
                    <a:pt x="29139" y="18335"/>
                    <a:pt x="34471" y="5805"/>
                    <a:pt x="44070" y="5805"/>
                  </a:cubicBezTo>
                  <a:cubicBezTo>
                    <a:pt x="48603" y="5805"/>
                    <a:pt x="52335" y="7894"/>
                    <a:pt x="52335" y="17813"/>
                  </a:cubicBezTo>
                  <a:cubicBezTo>
                    <a:pt x="52335" y="23817"/>
                    <a:pt x="51536" y="26688"/>
                    <a:pt x="50469" y="31125"/>
                  </a:cubicBezTo>
                  <a:lnTo>
                    <a:pt x="20607" y="147284"/>
                  </a:lnTo>
                  <a:close/>
                  <a:moveTo>
                    <a:pt x="67533" y="33997"/>
                  </a:moveTo>
                  <a:cubicBezTo>
                    <a:pt x="69399" y="26949"/>
                    <a:pt x="76598" y="19640"/>
                    <a:pt x="81398" y="15725"/>
                  </a:cubicBezTo>
                  <a:cubicBezTo>
                    <a:pt x="90730" y="7633"/>
                    <a:pt x="98462" y="5805"/>
                    <a:pt x="102994" y="5805"/>
                  </a:cubicBezTo>
                  <a:cubicBezTo>
                    <a:pt x="113659" y="5805"/>
                    <a:pt x="120058" y="14941"/>
                    <a:pt x="120058" y="30342"/>
                  </a:cubicBezTo>
                  <a:cubicBezTo>
                    <a:pt x="120058" y="45743"/>
                    <a:pt x="111260" y="75762"/>
                    <a:pt x="106461" y="85681"/>
                  </a:cubicBezTo>
                  <a:cubicBezTo>
                    <a:pt x="97395" y="103953"/>
                    <a:pt x="84597" y="112567"/>
                    <a:pt x="74732" y="112567"/>
                  </a:cubicBezTo>
                  <a:cubicBezTo>
                    <a:pt x="57135" y="112567"/>
                    <a:pt x="53669" y="90901"/>
                    <a:pt x="53669" y="89335"/>
                  </a:cubicBezTo>
                  <a:cubicBezTo>
                    <a:pt x="53669" y="88813"/>
                    <a:pt x="53669" y="88291"/>
                    <a:pt x="54468" y="85159"/>
                  </a:cubicBezTo>
                  <a:lnTo>
                    <a:pt x="67533" y="33997"/>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3" name="Freeform: Shape 212">
              <a:extLst>
                <a:ext uri="{FF2B5EF4-FFF2-40B4-BE49-F238E27FC236}">
                  <a16:creationId xmlns:a16="http://schemas.microsoft.com/office/drawing/2014/main" id="{8538867A-EF18-7C1A-30FD-C22107F25157}"/>
                </a:ext>
              </a:extLst>
            </p:cNvPr>
            <p:cNvSpPr/>
            <p:nvPr>
              <p:custDataLst>
                <p:tags r:id="rId27"/>
              </p:custDataLst>
            </p:nvPr>
          </p:nvSpPr>
          <p:spPr>
            <a:xfrm>
              <a:off x="9667275" y="6021372"/>
              <a:ext cx="162908" cy="10441"/>
            </a:xfrm>
            <a:custGeom>
              <a:avLst/>
              <a:gdLst>
                <a:gd name="connsiteX0" fmla="*/ 153661 w 162908"/>
                <a:gd name="connsiteY0" fmla="*/ 10504 h 10441"/>
                <a:gd name="connsiteX1" fmla="*/ 162993 w 162908"/>
                <a:gd name="connsiteY1" fmla="*/ 5283 h 10441"/>
                <a:gd name="connsiteX2" fmla="*/ 153661 w 162908"/>
                <a:gd name="connsiteY2" fmla="*/ 63 h 10441"/>
                <a:gd name="connsiteX3" fmla="*/ 9416 w 162908"/>
                <a:gd name="connsiteY3" fmla="*/ 63 h 10441"/>
                <a:gd name="connsiteX4" fmla="*/ 84 w 162908"/>
                <a:gd name="connsiteY4" fmla="*/ 5283 h 10441"/>
                <a:gd name="connsiteX5" fmla="*/ 9416 w 162908"/>
                <a:gd name="connsiteY5" fmla="*/ 10504 h 10441"/>
                <a:gd name="connsiteX6" fmla="*/ 153661 w 162908"/>
                <a:gd name="connsiteY6" fmla="*/ 10504 h 1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908" h="10441">
                  <a:moveTo>
                    <a:pt x="153661" y="10504"/>
                  </a:moveTo>
                  <a:cubicBezTo>
                    <a:pt x="158193" y="10504"/>
                    <a:pt x="162993" y="10504"/>
                    <a:pt x="162993" y="5283"/>
                  </a:cubicBezTo>
                  <a:cubicBezTo>
                    <a:pt x="162993" y="63"/>
                    <a:pt x="158193" y="63"/>
                    <a:pt x="153661" y="63"/>
                  </a:cubicBezTo>
                  <a:lnTo>
                    <a:pt x="9416" y="63"/>
                  </a:lnTo>
                  <a:cubicBezTo>
                    <a:pt x="4883" y="63"/>
                    <a:pt x="84" y="63"/>
                    <a:pt x="84" y="5283"/>
                  </a:cubicBezTo>
                  <a:cubicBezTo>
                    <a:pt x="84" y="10504"/>
                    <a:pt x="4883" y="10504"/>
                    <a:pt x="9416" y="10504"/>
                  </a:cubicBezTo>
                  <a:lnTo>
                    <a:pt x="153661" y="1050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4" name="Freeform: Shape 213">
              <a:extLst>
                <a:ext uri="{FF2B5EF4-FFF2-40B4-BE49-F238E27FC236}">
                  <a16:creationId xmlns:a16="http://schemas.microsoft.com/office/drawing/2014/main" id="{F75DB276-CBFF-888F-2008-47411BE6CC37}"/>
                </a:ext>
              </a:extLst>
            </p:cNvPr>
            <p:cNvSpPr/>
            <p:nvPr>
              <p:custDataLst>
                <p:tags r:id="rId28"/>
              </p:custDataLst>
            </p:nvPr>
          </p:nvSpPr>
          <p:spPr>
            <a:xfrm>
              <a:off x="9919503" y="5976475"/>
              <a:ext cx="117048" cy="118246"/>
            </a:xfrm>
            <a:custGeom>
              <a:avLst/>
              <a:gdLst>
                <a:gd name="connsiteX0" fmla="*/ 117143 w 117048"/>
                <a:gd name="connsiteY0" fmla="*/ 18335 h 118246"/>
                <a:gd name="connsiteX1" fmla="*/ 105411 w 117048"/>
                <a:gd name="connsiteY1" fmla="*/ 63 h 118246"/>
                <a:gd name="connsiteX2" fmla="*/ 92347 w 117048"/>
                <a:gd name="connsiteY2" fmla="*/ 12592 h 118246"/>
                <a:gd name="connsiteX3" fmla="*/ 96613 w 117048"/>
                <a:gd name="connsiteY3" fmla="*/ 20423 h 118246"/>
                <a:gd name="connsiteX4" fmla="*/ 105678 w 117048"/>
                <a:gd name="connsiteY4" fmla="*/ 41828 h 118246"/>
                <a:gd name="connsiteX5" fmla="*/ 58218 w 117048"/>
                <a:gd name="connsiteY5" fmla="*/ 112567 h 118246"/>
                <a:gd name="connsiteX6" fmla="*/ 38488 w 117048"/>
                <a:gd name="connsiteY6" fmla="*/ 89857 h 118246"/>
                <a:gd name="connsiteX7" fmla="*/ 53952 w 117048"/>
                <a:gd name="connsiteY7" fmla="*/ 34519 h 118246"/>
                <a:gd name="connsiteX8" fmla="*/ 57152 w 117048"/>
                <a:gd name="connsiteY8" fmla="*/ 21467 h 118246"/>
                <a:gd name="connsiteX9" fmla="*/ 35289 w 117048"/>
                <a:gd name="connsiteY9" fmla="*/ 63 h 118246"/>
                <a:gd name="connsiteX10" fmla="*/ 94 w 117048"/>
                <a:gd name="connsiteY10" fmla="*/ 40261 h 118246"/>
                <a:gd name="connsiteX11" fmla="*/ 3293 w 117048"/>
                <a:gd name="connsiteY11" fmla="*/ 42872 h 118246"/>
                <a:gd name="connsiteX12" fmla="*/ 7559 w 117048"/>
                <a:gd name="connsiteY12" fmla="*/ 38173 h 118246"/>
                <a:gd name="connsiteX13" fmla="*/ 34489 w 117048"/>
                <a:gd name="connsiteY13" fmla="*/ 5805 h 118246"/>
                <a:gd name="connsiteX14" fmla="*/ 41154 w 117048"/>
                <a:gd name="connsiteY14" fmla="*/ 14158 h 118246"/>
                <a:gd name="connsiteX15" fmla="*/ 36622 w 117048"/>
                <a:gd name="connsiteY15" fmla="*/ 32431 h 118246"/>
                <a:gd name="connsiteX16" fmla="*/ 21424 w 117048"/>
                <a:gd name="connsiteY16" fmla="*/ 85942 h 118246"/>
                <a:gd name="connsiteX17" fmla="*/ 57152 w 117048"/>
                <a:gd name="connsiteY17" fmla="*/ 118309 h 118246"/>
                <a:gd name="connsiteX18" fmla="*/ 117143 w 117048"/>
                <a:gd name="connsiteY18" fmla="*/ 18335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7048" h="118246">
                  <a:moveTo>
                    <a:pt x="117143" y="18335"/>
                  </a:moveTo>
                  <a:cubicBezTo>
                    <a:pt x="117143" y="4239"/>
                    <a:pt x="110210" y="63"/>
                    <a:pt x="105411" y="63"/>
                  </a:cubicBezTo>
                  <a:cubicBezTo>
                    <a:pt x="98746" y="63"/>
                    <a:pt x="92347" y="6850"/>
                    <a:pt x="92347" y="12592"/>
                  </a:cubicBezTo>
                  <a:cubicBezTo>
                    <a:pt x="92347" y="15986"/>
                    <a:pt x="93680" y="17552"/>
                    <a:pt x="96613" y="20423"/>
                  </a:cubicBezTo>
                  <a:cubicBezTo>
                    <a:pt x="102212" y="25644"/>
                    <a:pt x="105678" y="32431"/>
                    <a:pt x="105678" y="41828"/>
                  </a:cubicBezTo>
                  <a:cubicBezTo>
                    <a:pt x="105678" y="52791"/>
                    <a:pt x="89414" y="112567"/>
                    <a:pt x="58218" y="112567"/>
                  </a:cubicBezTo>
                  <a:cubicBezTo>
                    <a:pt x="44620" y="112567"/>
                    <a:pt x="38488" y="103431"/>
                    <a:pt x="38488" y="89857"/>
                  </a:cubicBezTo>
                  <a:cubicBezTo>
                    <a:pt x="38488" y="75239"/>
                    <a:pt x="45687" y="56184"/>
                    <a:pt x="53952" y="34519"/>
                  </a:cubicBezTo>
                  <a:cubicBezTo>
                    <a:pt x="55819" y="30081"/>
                    <a:pt x="57152" y="26427"/>
                    <a:pt x="57152" y="21467"/>
                  </a:cubicBezTo>
                  <a:cubicBezTo>
                    <a:pt x="57152" y="9721"/>
                    <a:pt x="48620" y="63"/>
                    <a:pt x="35289" y="63"/>
                  </a:cubicBezTo>
                  <a:cubicBezTo>
                    <a:pt x="10226" y="63"/>
                    <a:pt x="94" y="37912"/>
                    <a:pt x="94" y="40261"/>
                  </a:cubicBezTo>
                  <a:cubicBezTo>
                    <a:pt x="94" y="42872"/>
                    <a:pt x="2760" y="42872"/>
                    <a:pt x="3293" y="42872"/>
                  </a:cubicBezTo>
                  <a:cubicBezTo>
                    <a:pt x="5960" y="42872"/>
                    <a:pt x="6226" y="42350"/>
                    <a:pt x="7559" y="38173"/>
                  </a:cubicBezTo>
                  <a:cubicBezTo>
                    <a:pt x="15292" y="11809"/>
                    <a:pt x="26757" y="5805"/>
                    <a:pt x="34489" y="5805"/>
                  </a:cubicBezTo>
                  <a:cubicBezTo>
                    <a:pt x="36622" y="5805"/>
                    <a:pt x="41154" y="5805"/>
                    <a:pt x="41154" y="14158"/>
                  </a:cubicBezTo>
                  <a:cubicBezTo>
                    <a:pt x="41154" y="20684"/>
                    <a:pt x="38488" y="27732"/>
                    <a:pt x="36622" y="32431"/>
                  </a:cubicBezTo>
                  <a:cubicBezTo>
                    <a:pt x="24890" y="62710"/>
                    <a:pt x="21424" y="74717"/>
                    <a:pt x="21424" y="85942"/>
                  </a:cubicBezTo>
                  <a:cubicBezTo>
                    <a:pt x="21424" y="114133"/>
                    <a:pt x="44887" y="118309"/>
                    <a:pt x="57152" y="118309"/>
                  </a:cubicBezTo>
                  <a:cubicBezTo>
                    <a:pt x="101945" y="118309"/>
                    <a:pt x="117143" y="31908"/>
                    <a:pt x="117143" y="18335"/>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5" name="Freeform: Shape 214">
              <a:extLst>
                <a:ext uri="{FF2B5EF4-FFF2-40B4-BE49-F238E27FC236}">
                  <a16:creationId xmlns:a16="http://schemas.microsoft.com/office/drawing/2014/main" id="{9FA3522C-E9A2-6879-1A11-AF681BE2C778}"/>
                </a:ext>
              </a:extLst>
            </p:cNvPr>
            <p:cNvSpPr/>
            <p:nvPr>
              <p:custDataLst>
                <p:tags r:id="rId29"/>
              </p:custDataLst>
            </p:nvPr>
          </p:nvSpPr>
          <p:spPr>
            <a:xfrm>
              <a:off x="10061242" y="5976475"/>
              <a:ext cx="122114" cy="118246"/>
            </a:xfrm>
            <a:custGeom>
              <a:avLst/>
              <a:gdLst>
                <a:gd name="connsiteX0" fmla="*/ 88886 w 122114"/>
                <a:gd name="connsiteY0" fmla="*/ 16769 h 118246"/>
                <a:gd name="connsiteX1" fmla="*/ 64356 w 122114"/>
                <a:gd name="connsiteY1" fmla="*/ 63 h 118246"/>
                <a:gd name="connsiteX2" fmla="*/ 99 w 122114"/>
                <a:gd name="connsiteY2" fmla="*/ 76545 h 118246"/>
                <a:gd name="connsiteX3" fmla="*/ 35560 w 122114"/>
                <a:gd name="connsiteY3" fmla="*/ 118309 h 118246"/>
                <a:gd name="connsiteX4" fmla="*/ 70222 w 122114"/>
                <a:gd name="connsiteY4" fmla="*/ 98732 h 118246"/>
                <a:gd name="connsiteX5" fmla="*/ 94485 w 122114"/>
                <a:gd name="connsiteY5" fmla="*/ 118309 h 118246"/>
                <a:gd name="connsiteX6" fmla="*/ 114215 w 122114"/>
                <a:gd name="connsiteY6" fmla="*/ 103953 h 118246"/>
                <a:gd name="connsiteX7" fmla="*/ 122214 w 122114"/>
                <a:gd name="connsiteY7" fmla="*/ 78111 h 118246"/>
                <a:gd name="connsiteX8" fmla="*/ 119014 w 122114"/>
                <a:gd name="connsiteY8" fmla="*/ 75500 h 118246"/>
                <a:gd name="connsiteX9" fmla="*/ 115282 w 122114"/>
                <a:gd name="connsiteY9" fmla="*/ 80199 h 118246"/>
                <a:gd name="connsiteX10" fmla="*/ 95018 w 122114"/>
                <a:gd name="connsiteY10" fmla="*/ 112567 h 118246"/>
                <a:gd name="connsiteX11" fmla="*/ 87019 w 122114"/>
                <a:gd name="connsiteY11" fmla="*/ 100559 h 118246"/>
                <a:gd name="connsiteX12" fmla="*/ 90485 w 122114"/>
                <a:gd name="connsiteY12" fmla="*/ 81243 h 118246"/>
                <a:gd name="connsiteX13" fmla="*/ 96351 w 122114"/>
                <a:gd name="connsiteY13" fmla="*/ 57750 h 118246"/>
                <a:gd name="connsiteX14" fmla="*/ 105950 w 122114"/>
                <a:gd name="connsiteY14" fmla="*/ 21206 h 118246"/>
                <a:gd name="connsiteX15" fmla="*/ 107816 w 122114"/>
                <a:gd name="connsiteY15" fmla="*/ 12331 h 118246"/>
                <a:gd name="connsiteX16" fmla="*/ 100084 w 122114"/>
                <a:gd name="connsiteY16" fmla="*/ 5283 h 118246"/>
                <a:gd name="connsiteX17" fmla="*/ 88886 w 122114"/>
                <a:gd name="connsiteY17" fmla="*/ 16769 h 118246"/>
                <a:gd name="connsiteX18" fmla="*/ 71555 w 122114"/>
                <a:gd name="connsiteY18" fmla="*/ 84376 h 118246"/>
                <a:gd name="connsiteX19" fmla="*/ 66222 w 122114"/>
                <a:gd name="connsiteY19" fmla="*/ 94034 h 118246"/>
                <a:gd name="connsiteX20" fmla="*/ 36094 w 122114"/>
                <a:gd name="connsiteY20" fmla="*/ 112567 h 118246"/>
                <a:gd name="connsiteX21" fmla="*/ 19030 w 122114"/>
                <a:gd name="connsiteY21" fmla="*/ 88030 h 118246"/>
                <a:gd name="connsiteX22" fmla="*/ 33694 w 122114"/>
                <a:gd name="connsiteY22" fmla="*/ 30864 h 118246"/>
                <a:gd name="connsiteX23" fmla="*/ 64623 w 122114"/>
                <a:gd name="connsiteY23" fmla="*/ 5805 h 118246"/>
                <a:gd name="connsiteX24" fmla="*/ 85686 w 122114"/>
                <a:gd name="connsiteY24" fmla="*/ 28776 h 118246"/>
                <a:gd name="connsiteX25" fmla="*/ 84886 w 122114"/>
                <a:gd name="connsiteY25" fmla="*/ 33214 h 118246"/>
                <a:gd name="connsiteX26" fmla="*/ 71555 w 122114"/>
                <a:gd name="connsiteY26" fmla="*/ 84376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2114" h="118246">
                  <a:moveTo>
                    <a:pt x="88886" y="16769"/>
                  </a:moveTo>
                  <a:cubicBezTo>
                    <a:pt x="84086" y="7111"/>
                    <a:pt x="76354" y="63"/>
                    <a:pt x="64356" y="63"/>
                  </a:cubicBezTo>
                  <a:cubicBezTo>
                    <a:pt x="33161" y="63"/>
                    <a:pt x="99" y="38434"/>
                    <a:pt x="99" y="76545"/>
                  </a:cubicBezTo>
                  <a:cubicBezTo>
                    <a:pt x="99" y="101081"/>
                    <a:pt x="14764" y="118309"/>
                    <a:pt x="35560" y="118309"/>
                  </a:cubicBezTo>
                  <a:cubicBezTo>
                    <a:pt x="40893" y="118309"/>
                    <a:pt x="54224" y="117265"/>
                    <a:pt x="70222" y="98732"/>
                  </a:cubicBezTo>
                  <a:cubicBezTo>
                    <a:pt x="72355" y="109695"/>
                    <a:pt x="81687" y="118309"/>
                    <a:pt x="94485" y="118309"/>
                  </a:cubicBezTo>
                  <a:cubicBezTo>
                    <a:pt x="103817" y="118309"/>
                    <a:pt x="109949" y="112306"/>
                    <a:pt x="114215" y="103953"/>
                  </a:cubicBezTo>
                  <a:cubicBezTo>
                    <a:pt x="118748" y="94556"/>
                    <a:pt x="122214" y="78633"/>
                    <a:pt x="122214" y="78111"/>
                  </a:cubicBezTo>
                  <a:cubicBezTo>
                    <a:pt x="122214" y="75500"/>
                    <a:pt x="119814" y="75500"/>
                    <a:pt x="119014" y="75500"/>
                  </a:cubicBezTo>
                  <a:cubicBezTo>
                    <a:pt x="116348" y="75500"/>
                    <a:pt x="116081" y="76545"/>
                    <a:pt x="115282" y="80199"/>
                  </a:cubicBezTo>
                  <a:cubicBezTo>
                    <a:pt x="110749" y="97166"/>
                    <a:pt x="105950" y="112567"/>
                    <a:pt x="95018" y="112567"/>
                  </a:cubicBezTo>
                  <a:cubicBezTo>
                    <a:pt x="87819" y="112567"/>
                    <a:pt x="87019" y="105780"/>
                    <a:pt x="87019" y="100559"/>
                  </a:cubicBezTo>
                  <a:cubicBezTo>
                    <a:pt x="87019" y="94817"/>
                    <a:pt x="87552" y="92728"/>
                    <a:pt x="90485" y="81243"/>
                  </a:cubicBezTo>
                  <a:cubicBezTo>
                    <a:pt x="93418" y="70280"/>
                    <a:pt x="93951" y="67670"/>
                    <a:pt x="96351" y="57750"/>
                  </a:cubicBezTo>
                  <a:lnTo>
                    <a:pt x="105950" y="21206"/>
                  </a:lnTo>
                  <a:cubicBezTo>
                    <a:pt x="107816" y="13897"/>
                    <a:pt x="107816" y="13375"/>
                    <a:pt x="107816" y="12331"/>
                  </a:cubicBezTo>
                  <a:cubicBezTo>
                    <a:pt x="107816" y="7894"/>
                    <a:pt x="104617" y="5283"/>
                    <a:pt x="100084" y="5283"/>
                  </a:cubicBezTo>
                  <a:cubicBezTo>
                    <a:pt x="93685" y="5283"/>
                    <a:pt x="89685" y="11026"/>
                    <a:pt x="88886" y="16769"/>
                  </a:cubicBezTo>
                  <a:close/>
                  <a:moveTo>
                    <a:pt x="71555" y="84376"/>
                  </a:moveTo>
                  <a:cubicBezTo>
                    <a:pt x="70222" y="89074"/>
                    <a:pt x="70222" y="89596"/>
                    <a:pt x="66222" y="94034"/>
                  </a:cubicBezTo>
                  <a:cubicBezTo>
                    <a:pt x="54491" y="108390"/>
                    <a:pt x="43559" y="112567"/>
                    <a:pt x="36094" y="112567"/>
                  </a:cubicBezTo>
                  <a:cubicBezTo>
                    <a:pt x="22762" y="112567"/>
                    <a:pt x="19030" y="98210"/>
                    <a:pt x="19030" y="88030"/>
                  </a:cubicBezTo>
                  <a:cubicBezTo>
                    <a:pt x="19030" y="74978"/>
                    <a:pt x="27562" y="42872"/>
                    <a:pt x="33694" y="30864"/>
                  </a:cubicBezTo>
                  <a:cubicBezTo>
                    <a:pt x="41959" y="15464"/>
                    <a:pt x="53958" y="5805"/>
                    <a:pt x="64623" y="5805"/>
                  </a:cubicBezTo>
                  <a:cubicBezTo>
                    <a:pt x="81953" y="5805"/>
                    <a:pt x="85686" y="27210"/>
                    <a:pt x="85686" y="28776"/>
                  </a:cubicBezTo>
                  <a:cubicBezTo>
                    <a:pt x="85686" y="30342"/>
                    <a:pt x="85153" y="31908"/>
                    <a:pt x="84886" y="33214"/>
                  </a:cubicBezTo>
                  <a:lnTo>
                    <a:pt x="71555" y="84376"/>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6" name="Freeform: Shape 215">
              <a:extLst>
                <a:ext uri="{FF2B5EF4-FFF2-40B4-BE49-F238E27FC236}">
                  <a16:creationId xmlns:a16="http://schemas.microsoft.com/office/drawing/2014/main" id="{A0A7C4FA-A110-9E33-D9C9-3DEFE0DA2978}"/>
                </a:ext>
              </a:extLst>
            </p:cNvPr>
            <p:cNvSpPr/>
            <p:nvPr>
              <p:custDataLst>
                <p:tags r:id="rId30"/>
              </p:custDataLst>
            </p:nvPr>
          </p:nvSpPr>
          <p:spPr>
            <a:xfrm>
              <a:off x="10203244" y="5910695"/>
              <a:ext cx="57057" cy="184026"/>
            </a:xfrm>
            <a:custGeom>
              <a:avLst/>
              <a:gdLst>
                <a:gd name="connsiteX0" fmla="*/ 57162 w 57057"/>
                <a:gd name="connsiteY0" fmla="*/ 2934 h 184026"/>
                <a:gd name="connsiteX1" fmla="*/ 53696 w 57057"/>
                <a:gd name="connsiteY1" fmla="*/ 63 h 184026"/>
                <a:gd name="connsiteX2" fmla="*/ 21168 w 57057"/>
                <a:gd name="connsiteY2" fmla="*/ 2673 h 184026"/>
                <a:gd name="connsiteX3" fmla="*/ 16102 w 57057"/>
                <a:gd name="connsiteY3" fmla="*/ 8155 h 184026"/>
                <a:gd name="connsiteX4" fmla="*/ 22768 w 57057"/>
                <a:gd name="connsiteY4" fmla="*/ 11026 h 184026"/>
                <a:gd name="connsiteX5" fmla="*/ 35832 w 57057"/>
                <a:gd name="connsiteY5" fmla="*/ 15464 h 184026"/>
                <a:gd name="connsiteX6" fmla="*/ 35032 w 57057"/>
                <a:gd name="connsiteY6" fmla="*/ 20684 h 184026"/>
                <a:gd name="connsiteX7" fmla="*/ 1437 w 57057"/>
                <a:gd name="connsiteY7" fmla="*/ 151199 h 184026"/>
                <a:gd name="connsiteX8" fmla="*/ 104 w 57057"/>
                <a:gd name="connsiteY8" fmla="*/ 160074 h 184026"/>
                <a:gd name="connsiteX9" fmla="*/ 24367 w 57057"/>
                <a:gd name="connsiteY9" fmla="*/ 184089 h 184026"/>
                <a:gd name="connsiteX10" fmla="*/ 44364 w 57057"/>
                <a:gd name="connsiteY10" fmla="*/ 169471 h 184026"/>
                <a:gd name="connsiteX11" fmla="*/ 52363 w 57057"/>
                <a:gd name="connsiteY11" fmla="*/ 143890 h 184026"/>
                <a:gd name="connsiteX12" fmla="*/ 49164 w 57057"/>
                <a:gd name="connsiteY12" fmla="*/ 141280 h 184026"/>
                <a:gd name="connsiteX13" fmla="*/ 45431 w 57057"/>
                <a:gd name="connsiteY13" fmla="*/ 145979 h 184026"/>
                <a:gd name="connsiteX14" fmla="*/ 25167 w 57057"/>
                <a:gd name="connsiteY14" fmla="*/ 178346 h 184026"/>
                <a:gd name="connsiteX15" fmla="*/ 17168 w 57057"/>
                <a:gd name="connsiteY15" fmla="*/ 166339 h 184026"/>
                <a:gd name="connsiteX16" fmla="*/ 18768 w 57057"/>
                <a:gd name="connsiteY16" fmla="*/ 153810 h 184026"/>
                <a:gd name="connsiteX17" fmla="*/ 57162 w 57057"/>
                <a:gd name="connsiteY17" fmla="*/ 2934 h 184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057" h="184026">
                  <a:moveTo>
                    <a:pt x="57162" y="2934"/>
                  </a:moveTo>
                  <a:cubicBezTo>
                    <a:pt x="57162" y="2673"/>
                    <a:pt x="57162" y="63"/>
                    <a:pt x="53696" y="63"/>
                  </a:cubicBezTo>
                  <a:cubicBezTo>
                    <a:pt x="47564" y="63"/>
                    <a:pt x="28100" y="2151"/>
                    <a:pt x="21168" y="2673"/>
                  </a:cubicBezTo>
                  <a:cubicBezTo>
                    <a:pt x="19035" y="2934"/>
                    <a:pt x="16102" y="3195"/>
                    <a:pt x="16102" y="8155"/>
                  </a:cubicBezTo>
                  <a:cubicBezTo>
                    <a:pt x="16102" y="11026"/>
                    <a:pt x="18768" y="11026"/>
                    <a:pt x="22768" y="11026"/>
                  </a:cubicBezTo>
                  <a:cubicBezTo>
                    <a:pt x="35566" y="11026"/>
                    <a:pt x="35832" y="13375"/>
                    <a:pt x="35832" y="15464"/>
                  </a:cubicBezTo>
                  <a:lnTo>
                    <a:pt x="35032" y="20684"/>
                  </a:lnTo>
                  <a:lnTo>
                    <a:pt x="1437" y="151199"/>
                  </a:lnTo>
                  <a:cubicBezTo>
                    <a:pt x="638" y="154071"/>
                    <a:pt x="104" y="155898"/>
                    <a:pt x="104" y="160074"/>
                  </a:cubicBezTo>
                  <a:cubicBezTo>
                    <a:pt x="104" y="174953"/>
                    <a:pt x="11836" y="184089"/>
                    <a:pt x="24367" y="184089"/>
                  </a:cubicBezTo>
                  <a:cubicBezTo>
                    <a:pt x="33166" y="184089"/>
                    <a:pt x="39832" y="178868"/>
                    <a:pt x="44364" y="169471"/>
                  </a:cubicBezTo>
                  <a:cubicBezTo>
                    <a:pt x="49164" y="159552"/>
                    <a:pt x="52363" y="144412"/>
                    <a:pt x="52363" y="143890"/>
                  </a:cubicBezTo>
                  <a:cubicBezTo>
                    <a:pt x="52363" y="141280"/>
                    <a:pt x="49963" y="141280"/>
                    <a:pt x="49164" y="141280"/>
                  </a:cubicBezTo>
                  <a:cubicBezTo>
                    <a:pt x="46497" y="141280"/>
                    <a:pt x="46231" y="142324"/>
                    <a:pt x="45431" y="145979"/>
                  </a:cubicBezTo>
                  <a:cubicBezTo>
                    <a:pt x="40898" y="162946"/>
                    <a:pt x="35832" y="178346"/>
                    <a:pt x="25167" y="178346"/>
                  </a:cubicBezTo>
                  <a:cubicBezTo>
                    <a:pt x="17168" y="178346"/>
                    <a:pt x="17168" y="169993"/>
                    <a:pt x="17168" y="166339"/>
                  </a:cubicBezTo>
                  <a:cubicBezTo>
                    <a:pt x="17168" y="160074"/>
                    <a:pt x="17435" y="158769"/>
                    <a:pt x="18768" y="153810"/>
                  </a:cubicBezTo>
                  <a:lnTo>
                    <a:pt x="57162" y="293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7" name="Freeform: Shape 216">
              <a:extLst>
                <a:ext uri="{FF2B5EF4-FFF2-40B4-BE49-F238E27FC236}">
                  <a16:creationId xmlns:a16="http://schemas.microsoft.com/office/drawing/2014/main" id="{ED4CC8B3-51F9-1842-41C8-302C23129357}"/>
                </a:ext>
              </a:extLst>
            </p:cNvPr>
            <p:cNvSpPr/>
            <p:nvPr>
              <p:custDataLst>
                <p:tags r:id="rId31"/>
              </p:custDataLst>
            </p:nvPr>
          </p:nvSpPr>
          <p:spPr>
            <a:xfrm>
              <a:off x="10284047" y="5976475"/>
              <a:ext cx="137045" cy="118246"/>
            </a:xfrm>
            <a:custGeom>
              <a:avLst/>
              <a:gdLst>
                <a:gd name="connsiteX0" fmla="*/ 85695 w 137045"/>
                <a:gd name="connsiteY0" fmla="*/ 100820 h 118246"/>
                <a:gd name="connsiteX1" fmla="*/ 109424 w 137045"/>
                <a:gd name="connsiteY1" fmla="*/ 118309 h 118246"/>
                <a:gd name="connsiteX2" fmla="*/ 129155 w 137045"/>
                <a:gd name="connsiteY2" fmla="*/ 103953 h 118246"/>
                <a:gd name="connsiteX3" fmla="*/ 137153 w 137045"/>
                <a:gd name="connsiteY3" fmla="*/ 78111 h 118246"/>
                <a:gd name="connsiteX4" fmla="*/ 133954 w 137045"/>
                <a:gd name="connsiteY4" fmla="*/ 75500 h 118246"/>
                <a:gd name="connsiteX5" fmla="*/ 130221 w 137045"/>
                <a:gd name="connsiteY5" fmla="*/ 80199 h 118246"/>
                <a:gd name="connsiteX6" fmla="*/ 110224 w 137045"/>
                <a:gd name="connsiteY6" fmla="*/ 112567 h 118246"/>
                <a:gd name="connsiteX7" fmla="*/ 101959 w 137045"/>
                <a:gd name="connsiteY7" fmla="*/ 100559 h 118246"/>
                <a:gd name="connsiteX8" fmla="*/ 107291 w 137045"/>
                <a:gd name="connsiteY8" fmla="*/ 73412 h 118246"/>
                <a:gd name="connsiteX9" fmla="*/ 114757 w 137045"/>
                <a:gd name="connsiteY9" fmla="*/ 45221 h 118246"/>
                <a:gd name="connsiteX10" fmla="*/ 119289 w 137045"/>
                <a:gd name="connsiteY10" fmla="*/ 27471 h 118246"/>
                <a:gd name="connsiteX11" fmla="*/ 123289 w 137045"/>
                <a:gd name="connsiteY11" fmla="*/ 9982 h 118246"/>
                <a:gd name="connsiteX12" fmla="*/ 115557 w 137045"/>
                <a:gd name="connsiteY12" fmla="*/ 2934 h 118246"/>
                <a:gd name="connsiteX13" fmla="*/ 105158 w 137045"/>
                <a:gd name="connsiteY13" fmla="*/ 12070 h 118246"/>
                <a:gd name="connsiteX14" fmla="*/ 85161 w 137045"/>
                <a:gd name="connsiteY14" fmla="*/ 90640 h 118246"/>
                <a:gd name="connsiteX15" fmla="*/ 54766 w 137045"/>
                <a:gd name="connsiteY15" fmla="*/ 112567 h 118246"/>
                <a:gd name="connsiteX16" fmla="*/ 38235 w 137045"/>
                <a:gd name="connsiteY16" fmla="*/ 91162 h 118246"/>
                <a:gd name="connsiteX17" fmla="*/ 52633 w 137045"/>
                <a:gd name="connsiteY17" fmla="*/ 37912 h 118246"/>
                <a:gd name="connsiteX18" fmla="*/ 57166 w 137045"/>
                <a:gd name="connsiteY18" fmla="*/ 21467 h 118246"/>
                <a:gd name="connsiteX19" fmla="*/ 35302 w 137045"/>
                <a:gd name="connsiteY19" fmla="*/ 63 h 118246"/>
                <a:gd name="connsiteX20" fmla="*/ 108 w 137045"/>
                <a:gd name="connsiteY20" fmla="*/ 40261 h 118246"/>
                <a:gd name="connsiteX21" fmla="*/ 3307 w 137045"/>
                <a:gd name="connsiteY21" fmla="*/ 42872 h 118246"/>
                <a:gd name="connsiteX22" fmla="*/ 7573 w 137045"/>
                <a:gd name="connsiteY22" fmla="*/ 38173 h 118246"/>
                <a:gd name="connsiteX23" fmla="*/ 34502 w 137045"/>
                <a:gd name="connsiteY23" fmla="*/ 5805 h 118246"/>
                <a:gd name="connsiteX24" fmla="*/ 41168 w 137045"/>
                <a:gd name="connsiteY24" fmla="*/ 14419 h 118246"/>
                <a:gd name="connsiteX25" fmla="*/ 36635 w 137045"/>
                <a:gd name="connsiteY25" fmla="*/ 32169 h 118246"/>
                <a:gd name="connsiteX26" fmla="*/ 21171 w 137045"/>
                <a:gd name="connsiteY26" fmla="*/ 86986 h 118246"/>
                <a:gd name="connsiteX27" fmla="*/ 53966 w 137045"/>
                <a:gd name="connsiteY27" fmla="*/ 118309 h 118246"/>
                <a:gd name="connsiteX28" fmla="*/ 85695 w 137045"/>
                <a:gd name="connsiteY28" fmla="*/ 100820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045" h="118246">
                  <a:moveTo>
                    <a:pt x="85695" y="100820"/>
                  </a:moveTo>
                  <a:cubicBezTo>
                    <a:pt x="88627" y="111523"/>
                    <a:pt x="97959" y="118309"/>
                    <a:pt x="109424" y="118309"/>
                  </a:cubicBezTo>
                  <a:cubicBezTo>
                    <a:pt x="118756" y="118309"/>
                    <a:pt x="124889" y="112306"/>
                    <a:pt x="129155" y="103953"/>
                  </a:cubicBezTo>
                  <a:cubicBezTo>
                    <a:pt x="133687" y="94556"/>
                    <a:pt x="137153" y="78633"/>
                    <a:pt x="137153" y="78111"/>
                  </a:cubicBezTo>
                  <a:cubicBezTo>
                    <a:pt x="137153" y="75500"/>
                    <a:pt x="134754" y="75500"/>
                    <a:pt x="133954" y="75500"/>
                  </a:cubicBezTo>
                  <a:cubicBezTo>
                    <a:pt x="131288" y="75500"/>
                    <a:pt x="131021" y="76545"/>
                    <a:pt x="130221" y="80199"/>
                  </a:cubicBezTo>
                  <a:cubicBezTo>
                    <a:pt x="126488" y="94817"/>
                    <a:pt x="121422" y="112567"/>
                    <a:pt x="110224" y="112567"/>
                  </a:cubicBezTo>
                  <a:cubicBezTo>
                    <a:pt x="104625" y="112567"/>
                    <a:pt x="101959" y="109173"/>
                    <a:pt x="101959" y="100559"/>
                  </a:cubicBezTo>
                  <a:cubicBezTo>
                    <a:pt x="101959" y="94817"/>
                    <a:pt x="105158" y="82548"/>
                    <a:pt x="107291" y="73412"/>
                  </a:cubicBezTo>
                  <a:lnTo>
                    <a:pt x="114757" y="45221"/>
                  </a:lnTo>
                  <a:cubicBezTo>
                    <a:pt x="115557" y="41306"/>
                    <a:pt x="118223" y="31386"/>
                    <a:pt x="119289" y="27471"/>
                  </a:cubicBezTo>
                  <a:cubicBezTo>
                    <a:pt x="120623" y="21467"/>
                    <a:pt x="123289" y="11548"/>
                    <a:pt x="123289" y="9982"/>
                  </a:cubicBezTo>
                  <a:cubicBezTo>
                    <a:pt x="123289" y="5283"/>
                    <a:pt x="119556" y="2934"/>
                    <a:pt x="115557" y="2934"/>
                  </a:cubicBezTo>
                  <a:cubicBezTo>
                    <a:pt x="114224" y="2934"/>
                    <a:pt x="107291" y="3195"/>
                    <a:pt x="105158" y="12070"/>
                  </a:cubicBezTo>
                  <a:cubicBezTo>
                    <a:pt x="100092" y="31125"/>
                    <a:pt x="88361" y="76806"/>
                    <a:pt x="85161" y="90640"/>
                  </a:cubicBezTo>
                  <a:cubicBezTo>
                    <a:pt x="84895" y="91684"/>
                    <a:pt x="74230" y="112567"/>
                    <a:pt x="54766" y="112567"/>
                  </a:cubicBezTo>
                  <a:cubicBezTo>
                    <a:pt x="40901" y="112567"/>
                    <a:pt x="38235" y="100820"/>
                    <a:pt x="38235" y="91162"/>
                  </a:cubicBezTo>
                  <a:cubicBezTo>
                    <a:pt x="38235" y="76545"/>
                    <a:pt x="45701" y="55923"/>
                    <a:pt x="52633" y="37912"/>
                  </a:cubicBezTo>
                  <a:cubicBezTo>
                    <a:pt x="55832" y="30081"/>
                    <a:pt x="57166" y="26427"/>
                    <a:pt x="57166" y="21467"/>
                  </a:cubicBezTo>
                  <a:cubicBezTo>
                    <a:pt x="57166" y="9721"/>
                    <a:pt x="48633" y="63"/>
                    <a:pt x="35302" y="63"/>
                  </a:cubicBezTo>
                  <a:cubicBezTo>
                    <a:pt x="9973" y="63"/>
                    <a:pt x="108" y="37912"/>
                    <a:pt x="108" y="40261"/>
                  </a:cubicBezTo>
                  <a:cubicBezTo>
                    <a:pt x="108" y="42872"/>
                    <a:pt x="2774" y="42872"/>
                    <a:pt x="3307" y="42872"/>
                  </a:cubicBezTo>
                  <a:cubicBezTo>
                    <a:pt x="5973" y="42872"/>
                    <a:pt x="6240" y="42350"/>
                    <a:pt x="7573" y="38173"/>
                  </a:cubicBezTo>
                  <a:cubicBezTo>
                    <a:pt x="14239" y="15464"/>
                    <a:pt x="24370" y="5805"/>
                    <a:pt x="34502" y="5805"/>
                  </a:cubicBezTo>
                  <a:cubicBezTo>
                    <a:pt x="36902" y="5805"/>
                    <a:pt x="41168" y="6066"/>
                    <a:pt x="41168" y="14419"/>
                  </a:cubicBezTo>
                  <a:cubicBezTo>
                    <a:pt x="41168" y="20684"/>
                    <a:pt x="38235" y="28254"/>
                    <a:pt x="36635" y="32169"/>
                  </a:cubicBezTo>
                  <a:cubicBezTo>
                    <a:pt x="26770" y="58011"/>
                    <a:pt x="21171" y="74195"/>
                    <a:pt x="21171" y="86986"/>
                  </a:cubicBezTo>
                  <a:cubicBezTo>
                    <a:pt x="21171" y="111784"/>
                    <a:pt x="39568" y="118309"/>
                    <a:pt x="53966" y="118309"/>
                  </a:cubicBezTo>
                  <a:cubicBezTo>
                    <a:pt x="71563" y="118309"/>
                    <a:pt x="81162" y="106563"/>
                    <a:pt x="85695" y="100820"/>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8" name="Freeform: Shape 217">
              <a:extLst>
                <a:ext uri="{FF2B5EF4-FFF2-40B4-BE49-F238E27FC236}">
                  <a16:creationId xmlns:a16="http://schemas.microsoft.com/office/drawing/2014/main" id="{538C8226-65E8-B711-D2D6-38C3D72972D4}"/>
                </a:ext>
              </a:extLst>
            </p:cNvPr>
            <p:cNvSpPr/>
            <p:nvPr>
              <p:custDataLst>
                <p:tags r:id="rId32"/>
              </p:custDataLst>
            </p:nvPr>
          </p:nvSpPr>
          <p:spPr>
            <a:xfrm>
              <a:off x="10441212" y="5976475"/>
              <a:ext cx="102384" cy="118246"/>
            </a:xfrm>
            <a:custGeom>
              <a:avLst/>
              <a:gdLst>
                <a:gd name="connsiteX0" fmla="*/ 37708 w 102384"/>
                <a:gd name="connsiteY0" fmla="*/ 55140 h 118246"/>
                <a:gd name="connsiteX1" fmla="*/ 78501 w 102384"/>
                <a:gd name="connsiteY1" fmla="*/ 49136 h 118246"/>
                <a:gd name="connsiteX2" fmla="*/ 98498 w 102384"/>
                <a:gd name="connsiteY2" fmla="*/ 22250 h 118246"/>
                <a:gd name="connsiteX3" fmla="*/ 69969 w 102384"/>
                <a:gd name="connsiteY3" fmla="*/ 63 h 118246"/>
                <a:gd name="connsiteX4" fmla="*/ 113 w 102384"/>
                <a:gd name="connsiteY4" fmla="*/ 71063 h 118246"/>
                <a:gd name="connsiteX5" fmla="*/ 41974 w 102384"/>
                <a:gd name="connsiteY5" fmla="*/ 118309 h 118246"/>
                <a:gd name="connsiteX6" fmla="*/ 102498 w 102384"/>
                <a:gd name="connsiteY6" fmla="*/ 87508 h 118246"/>
                <a:gd name="connsiteX7" fmla="*/ 99298 w 102384"/>
                <a:gd name="connsiteY7" fmla="*/ 84114 h 118246"/>
                <a:gd name="connsiteX8" fmla="*/ 95832 w 102384"/>
                <a:gd name="connsiteY8" fmla="*/ 86725 h 118246"/>
                <a:gd name="connsiteX9" fmla="*/ 42507 w 102384"/>
                <a:gd name="connsiteY9" fmla="*/ 112567 h 118246"/>
                <a:gd name="connsiteX10" fmla="*/ 19310 w 102384"/>
                <a:gd name="connsiteY10" fmla="*/ 82287 h 118246"/>
                <a:gd name="connsiteX11" fmla="*/ 23576 w 102384"/>
                <a:gd name="connsiteY11" fmla="*/ 55140 h 118246"/>
                <a:gd name="connsiteX12" fmla="*/ 37708 w 102384"/>
                <a:gd name="connsiteY12" fmla="*/ 55140 h 118246"/>
                <a:gd name="connsiteX13" fmla="*/ 25176 w 102384"/>
                <a:gd name="connsiteY13" fmla="*/ 49397 h 118246"/>
                <a:gd name="connsiteX14" fmla="*/ 69969 w 102384"/>
                <a:gd name="connsiteY14" fmla="*/ 5805 h 118246"/>
                <a:gd name="connsiteX15" fmla="*/ 89700 w 102384"/>
                <a:gd name="connsiteY15" fmla="*/ 22250 h 118246"/>
                <a:gd name="connsiteX16" fmla="*/ 36108 w 102384"/>
                <a:gd name="connsiteY16" fmla="*/ 49397 h 118246"/>
                <a:gd name="connsiteX17" fmla="*/ 25176 w 102384"/>
                <a:gd name="connsiteY17" fmla="*/ 49397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2384" h="118246">
                  <a:moveTo>
                    <a:pt x="37708" y="55140"/>
                  </a:moveTo>
                  <a:cubicBezTo>
                    <a:pt x="45440" y="55140"/>
                    <a:pt x="65170" y="54618"/>
                    <a:pt x="78501" y="49136"/>
                  </a:cubicBezTo>
                  <a:cubicBezTo>
                    <a:pt x="97165" y="41306"/>
                    <a:pt x="98498" y="25905"/>
                    <a:pt x="98498" y="22250"/>
                  </a:cubicBezTo>
                  <a:cubicBezTo>
                    <a:pt x="98498" y="10765"/>
                    <a:pt x="88366" y="63"/>
                    <a:pt x="69969" y="63"/>
                  </a:cubicBezTo>
                  <a:cubicBezTo>
                    <a:pt x="40374" y="63"/>
                    <a:pt x="113" y="25383"/>
                    <a:pt x="113" y="71063"/>
                  </a:cubicBezTo>
                  <a:cubicBezTo>
                    <a:pt x="113" y="97688"/>
                    <a:pt x="15844" y="118309"/>
                    <a:pt x="41974" y="118309"/>
                  </a:cubicBezTo>
                  <a:cubicBezTo>
                    <a:pt x="80101" y="118309"/>
                    <a:pt x="102498" y="90640"/>
                    <a:pt x="102498" y="87508"/>
                  </a:cubicBezTo>
                  <a:cubicBezTo>
                    <a:pt x="102498" y="85942"/>
                    <a:pt x="100898" y="84114"/>
                    <a:pt x="99298" y="84114"/>
                  </a:cubicBezTo>
                  <a:cubicBezTo>
                    <a:pt x="97965" y="84114"/>
                    <a:pt x="97432" y="84637"/>
                    <a:pt x="95832" y="86725"/>
                  </a:cubicBezTo>
                  <a:cubicBezTo>
                    <a:pt x="74769" y="112567"/>
                    <a:pt x="45706" y="112567"/>
                    <a:pt x="42507" y="112567"/>
                  </a:cubicBezTo>
                  <a:cubicBezTo>
                    <a:pt x="21710" y="112567"/>
                    <a:pt x="19310" y="90640"/>
                    <a:pt x="19310" y="82287"/>
                  </a:cubicBezTo>
                  <a:cubicBezTo>
                    <a:pt x="19310" y="79155"/>
                    <a:pt x="19577" y="71063"/>
                    <a:pt x="23576" y="55140"/>
                  </a:cubicBezTo>
                  <a:lnTo>
                    <a:pt x="37708" y="55140"/>
                  </a:lnTo>
                  <a:close/>
                  <a:moveTo>
                    <a:pt x="25176" y="49397"/>
                  </a:moveTo>
                  <a:cubicBezTo>
                    <a:pt x="35575" y="9721"/>
                    <a:pt x="63037" y="5805"/>
                    <a:pt x="69969" y="5805"/>
                  </a:cubicBezTo>
                  <a:cubicBezTo>
                    <a:pt x="82501" y="5805"/>
                    <a:pt x="89700" y="13375"/>
                    <a:pt x="89700" y="22250"/>
                  </a:cubicBezTo>
                  <a:cubicBezTo>
                    <a:pt x="89700" y="49397"/>
                    <a:pt x="47039" y="49397"/>
                    <a:pt x="36108" y="49397"/>
                  </a:cubicBezTo>
                  <a:lnTo>
                    <a:pt x="25176" y="49397"/>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9" name="Freeform: Shape 218">
              <a:extLst>
                <a:ext uri="{FF2B5EF4-FFF2-40B4-BE49-F238E27FC236}">
                  <a16:creationId xmlns:a16="http://schemas.microsoft.com/office/drawing/2014/main" id="{F46D8645-A2B1-CF84-E353-206CB49BD7AD}"/>
                </a:ext>
              </a:extLst>
            </p:cNvPr>
            <p:cNvSpPr/>
            <p:nvPr>
              <p:custDataLst>
                <p:tags r:id="rId33"/>
              </p:custDataLst>
            </p:nvPr>
          </p:nvSpPr>
          <p:spPr>
            <a:xfrm>
              <a:off x="10642088" y="5996052"/>
              <a:ext cx="177306" cy="61081"/>
            </a:xfrm>
            <a:custGeom>
              <a:avLst/>
              <a:gdLst>
                <a:gd name="connsiteX0" fmla="*/ 168362 w 177306"/>
                <a:gd name="connsiteY0" fmla="*/ 10504 h 61081"/>
                <a:gd name="connsiteX1" fmla="*/ 177427 w 177306"/>
                <a:gd name="connsiteY1" fmla="*/ 5283 h 61081"/>
                <a:gd name="connsiteX2" fmla="*/ 168628 w 177306"/>
                <a:gd name="connsiteY2" fmla="*/ 63 h 61081"/>
                <a:gd name="connsiteX3" fmla="*/ 8919 w 177306"/>
                <a:gd name="connsiteY3" fmla="*/ 63 h 61081"/>
                <a:gd name="connsiteX4" fmla="*/ 121 w 177306"/>
                <a:gd name="connsiteY4" fmla="*/ 5283 h 61081"/>
                <a:gd name="connsiteX5" fmla="*/ 9186 w 177306"/>
                <a:gd name="connsiteY5" fmla="*/ 10504 h 61081"/>
                <a:gd name="connsiteX6" fmla="*/ 168362 w 177306"/>
                <a:gd name="connsiteY6" fmla="*/ 10504 h 61081"/>
                <a:gd name="connsiteX7" fmla="*/ 168628 w 177306"/>
                <a:gd name="connsiteY7" fmla="*/ 61144 h 61081"/>
                <a:gd name="connsiteX8" fmla="*/ 177427 w 177306"/>
                <a:gd name="connsiteY8" fmla="*/ 55923 h 61081"/>
                <a:gd name="connsiteX9" fmla="*/ 168362 w 177306"/>
                <a:gd name="connsiteY9" fmla="*/ 50703 h 61081"/>
                <a:gd name="connsiteX10" fmla="*/ 9186 w 177306"/>
                <a:gd name="connsiteY10" fmla="*/ 50703 h 61081"/>
                <a:gd name="connsiteX11" fmla="*/ 121 w 177306"/>
                <a:gd name="connsiteY11" fmla="*/ 55923 h 61081"/>
                <a:gd name="connsiteX12" fmla="*/ 8919 w 177306"/>
                <a:gd name="connsiteY12" fmla="*/ 61144 h 61081"/>
                <a:gd name="connsiteX13" fmla="*/ 168628 w 177306"/>
                <a:gd name="connsiteY13" fmla="*/ 61144 h 6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7306" h="61081">
                  <a:moveTo>
                    <a:pt x="168362" y="10504"/>
                  </a:moveTo>
                  <a:cubicBezTo>
                    <a:pt x="172361" y="10504"/>
                    <a:pt x="177427" y="10504"/>
                    <a:pt x="177427" y="5283"/>
                  </a:cubicBezTo>
                  <a:cubicBezTo>
                    <a:pt x="177427" y="63"/>
                    <a:pt x="172361" y="63"/>
                    <a:pt x="168628" y="63"/>
                  </a:cubicBezTo>
                  <a:lnTo>
                    <a:pt x="8919" y="63"/>
                  </a:lnTo>
                  <a:cubicBezTo>
                    <a:pt x="5187" y="63"/>
                    <a:pt x="121" y="63"/>
                    <a:pt x="121" y="5283"/>
                  </a:cubicBezTo>
                  <a:cubicBezTo>
                    <a:pt x="121" y="10504"/>
                    <a:pt x="5187" y="10504"/>
                    <a:pt x="9186" y="10504"/>
                  </a:cubicBezTo>
                  <a:lnTo>
                    <a:pt x="168362" y="10504"/>
                  </a:lnTo>
                  <a:close/>
                  <a:moveTo>
                    <a:pt x="168628" y="61144"/>
                  </a:moveTo>
                  <a:cubicBezTo>
                    <a:pt x="172361" y="61144"/>
                    <a:pt x="177427" y="61144"/>
                    <a:pt x="177427" y="55923"/>
                  </a:cubicBezTo>
                  <a:cubicBezTo>
                    <a:pt x="177427" y="50703"/>
                    <a:pt x="172361" y="50703"/>
                    <a:pt x="168362" y="50703"/>
                  </a:cubicBezTo>
                  <a:lnTo>
                    <a:pt x="9186" y="50703"/>
                  </a:lnTo>
                  <a:cubicBezTo>
                    <a:pt x="5187" y="50703"/>
                    <a:pt x="121" y="50703"/>
                    <a:pt x="121" y="55923"/>
                  </a:cubicBezTo>
                  <a:cubicBezTo>
                    <a:pt x="121" y="61144"/>
                    <a:pt x="5187" y="61144"/>
                    <a:pt x="8919" y="61144"/>
                  </a:cubicBezTo>
                  <a:lnTo>
                    <a:pt x="168628" y="6114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0" name="Freeform: Shape 219">
              <a:extLst>
                <a:ext uri="{FF2B5EF4-FFF2-40B4-BE49-F238E27FC236}">
                  <a16:creationId xmlns:a16="http://schemas.microsoft.com/office/drawing/2014/main" id="{288EBACE-5BDB-BF55-5944-6E78824F11F5}"/>
                </a:ext>
              </a:extLst>
            </p:cNvPr>
            <p:cNvSpPr/>
            <p:nvPr>
              <p:custDataLst>
                <p:tags r:id="rId34"/>
              </p:custDataLst>
            </p:nvPr>
          </p:nvSpPr>
          <p:spPr>
            <a:xfrm>
              <a:off x="10917926" y="5913567"/>
              <a:ext cx="157042" cy="178283"/>
            </a:xfrm>
            <a:custGeom>
              <a:avLst/>
              <a:gdLst>
                <a:gd name="connsiteX0" fmla="*/ 51323 w 157042"/>
                <a:gd name="connsiteY0" fmla="*/ 95861 h 178283"/>
                <a:gd name="connsiteX1" fmla="*/ 96383 w 157042"/>
                <a:gd name="connsiteY1" fmla="*/ 95861 h 178283"/>
                <a:gd name="connsiteX2" fmla="*/ 157174 w 157042"/>
                <a:gd name="connsiteY2" fmla="*/ 48614 h 178283"/>
                <a:gd name="connsiteX3" fmla="*/ 94250 w 157042"/>
                <a:gd name="connsiteY3" fmla="*/ 63 h 178283"/>
                <a:gd name="connsiteX4" fmla="*/ 131 w 157042"/>
                <a:gd name="connsiteY4" fmla="*/ 63 h 178283"/>
                <a:gd name="connsiteX5" fmla="*/ 131 w 157042"/>
                <a:gd name="connsiteY5" fmla="*/ 8155 h 178283"/>
                <a:gd name="connsiteX6" fmla="*/ 6530 w 157042"/>
                <a:gd name="connsiteY6" fmla="*/ 8155 h 178283"/>
                <a:gd name="connsiteX7" fmla="*/ 27594 w 157042"/>
                <a:gd name="connsiteY7" fmla="*/ 20423 h 178283"/>
                <a:gd name="connsiteX8" fmla="*/ 27594 w 157042"/>
                <a:gd name="connsiteY8" fmla="*/ 157986 h 178283"/>
                <a:gd name="connsiteX9" fmla="*/ 6530 w 157042"/>
                <a:gd name="connsiteY9" fmla="*/ 170254 h 178283"/>
                <a:gd name="connsiteX10" fmla="*/ 131 w 157042"/>
                <a:gd name="connsiteY10" fmla="*/ 170254 h 178283"/>
                <a:gd name="connsiteX11" fmla="*/ 131 w 157042"/>
                <a:gd name="connsiteY11" fmla="*/ 178346 h 178283"/>
                <a:gd name="connsiteX12" fmla="*/ 39325 w 157042"/>
                <a:gd name="connsiteY12" fmla="*/ 177563 h 178283"/>
                <a:gd name="connsiteX13" fmla="*/ 78786 w 157042"/>
                <a:gd name="connsiteY13" fmla="*/ 178346 h 178283"/>
                <a:gd name="connsiteX14" fmla="*/ 78786 w 157042"/>
                <a:gd name="connsiteY14" fmla="*/ 170254 h 178283"/>
                <a:gd name="connsiteX15" fmla="*/ 72387 w 157042"/>
                <a:gd name="connsiteY15" fmla="*/ 170254 h 178283"/>
                <a:gd name="connsiteX16" fmla="*/ 51323 w 157042"/>
                <a:gd name="connsiteY16" fmla="*/ 157986 h 178283"/>
                <a:gd name="connsiteX17" fmla="*/ 51323 w 157042"/>
                <a:gd name="connsiteY17" fmla="*/ 95861 h 178283"/>
                <a:gd name="connsiteX18" fmla="*/ 50523 w 157042"/>
                <a:gd name="connsiteY18" fmla="*/ 89074 h 178283"/>
                <a:gd name="connsiteX19" fmla="*/ 50523 w 157042"/>
                <a:gd name="connsiteY19" fmla="*/ 18596 h 178283"/>
                <a:gd name="connsiteX20" fmla="*/ 63588 w 157042"/>
                <a:gd name="connsiteY20" fmla="*/ 8155 h 178283"/>
                <a:gd name="connsiteX21" fmla="*/ 87318 w 157042"/>
                <a:gd name="connsiteY21" fmla="*/ 8155 h 178283"/>
                <a:gd name="connsiteX22" fmla="*/ 129711 w 157042"/>
                <a:gd name="connsiteY22" fmla="*/ 48614 h 178283"/>
                <a:gd name="connsiteX23" fmla="*/ 87318 w 157042"/>
                <a:gd name="connsiteY23" fmla="*/ 89074 h 178283"/>
                <a:gd name="connsiteX24" fmla="*/ 50523 w 157042"/>
                <a:gd name="connsiteY24" fmla="*/ 89074 h 17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7042" h="178283">
                  <a:moveTo>
                    <a:pt x="51323" y="95861"/>
                  </a:moveTo>
                  <a:lnTo>
                    <a:pt x="96383" y="95861"/>
                  </a:lnTo>
                  <a:cubicBezTo>
                    <a:pt x="128378" y="95861"/>
                    <a:pt x="157174" y="74717"/>
                    <a:pt x="157174" y="48614"/>
                  </a:cubicBezTo>
                  <a:cubicBezTo>
                    <a:pt x="157174" y="23033"/>
                    <a:pt x="130778" y="63"/>
                    <a:pt x="94250" y="63"/>
                  </a:cubicBezTo>
                  <a:lnTo>
                    <a:pt x="131" y="63"/>
                  </a:lnTo>
                  <a:lnTo>
                    <a:pt x="131" y="8155"/>
                  </a:lnTo>
                  <a:lnTo>
                    <a:pt x="6530" y="8155"/>
                  </a:lnTo>
                  <a:cubicBezTo>
                    <a:pt x="27060" y="8155"/>
                    <a:pt x="27594" y="11026"/>
                    <a:pt x="27594" y="20423"/>
                  </a:cubicBezTo>
                  <a:lnTo>
                    <a:pt x="27594" y="157986"/>
                  </a:lnTo>
                  <a:cubicBezTo>
                    <a:pt x="27594" y="167383"/>
                    <a:pt x="27060" y="170254"/>
                    <a:pt x="6530" y="170254"/>
                  </a:cubicBezTo>
                  <a:lnTo>
                    <a:pt x="131" y="170254"/>
                  </a:lnTo>
                  <a:lnTo>
                    <a:pt x="131" y="178346"/>
                  </a:lnTo>
                  <a:cubicBezTo>
                    <a:pt x="9463" y="177563"/>
                    <a:pt x="29193" y="177563"/>
                    <a:pt x="39325" y="177563"/>
                  </a:cubicBezTo>
                  <a:cubicBezTo>
                    <a:pt x="49457" y="177563"/>
                    <a:pt x="69454" y="177563"/>
                    <a:pt x="78786" y="178346"/>
                  </a:cubicBezTo>
                  <a:lnTo>
                    <a:pt x="78786" y="170254"/>
                  </a:lnTo>
                  <a:lnTo>
                    <a:pt x="72387" y="170254"/>
                  </a:lnTo>
                  <a:cubicBezTo>
                    <a:pt x="51857" y="170254"/>
                    <a:pt x="51323" y="167383"/>
                    <a:pt x="51323" y="157986"/>
                  </a:cubicBezTo>
                  <a:lnTo>
                    <a:pt x="51323" y="95861"/>
                  </a:lnTo>
                  <a:close/>
                  <a:moveTo>
                    <a:pt x="50523" y="89074"/>
                  </a:moveTo>
                  <a:lnTo>
                    <a:pt x="50523" y="18596"/>
                  </a:lnTo>
                  <a:cubicBezTo>
                    <a:pt x="50523" y="9982"/>
                    <a:pt x="51057" y="8155"/>
                    <a:pt x="63588" y="8155"/>
                  </a:cubicBezTo>
                  <a:lnTo>
                    <a:pt x="87318" y="8155"/>
                  </a:lnTo>
                  <a:cubicBezTo>
                    <a:pt x="129711" y="8155"/>
                    <a:pt x="129711" y="35824"/>
                    <a:pt x="129711" y="48614"/>
                  </a:cubicBezTo>
                  <a:cubicBezTo>
                    <a:pt x="129711" y="60883"/>
                    <a:pt x="129711" y="89074"/>
                    <a:pt x="87318" y="89074"/>
                  </a:cubicBezTo>
                  <a:lnTo>
                    <a:pt x="50523" y="8907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1" name="Freeform: Shape 220">
              <a:extLst>
                <a:ext uri="{FF2B5EF4-FFF2-40B4-BE49-F238E27FC236}">
                  <a16:creationId xmlns:a16="http://schemas.microsoft.com/office/drawing/2014/main" id="{0CE14B89-9E82-9C2A-4F45-4A3C593A28A6}"/>
                </a:ext>
              </a:extLst>
            </p:cNvPr>
            <p:cNvSpPr/>
            <p:nvPr>
              <p:custDataLst>
                <p:tags r:id="rId35"/>
              </p:custDataLst>
            </p:nvPr>
          </p:nvSpPr>
          <p:spPr>
            <a:xfrm>
              <a:off x="11116445" y="5896078"/>
              <a:ext cx="61857" cy="261030"/>
            </a:xfrm>
            <a:custGeom>
              <a:avLst/>
              <a:gdLst>
                <a:gd name="connsiteX0" fmla="*/ 61995 w 61857"/>
                <a:gd name="connsiteY0" fmla="*/ 258483 h 261030"/>
                <a:gd name="connsiteX1" fmla="*/ 57463 w 61857"/>
                <a:gd name="connsiteY1" fmla="*/ 252740 h 261030"/>
                <a:gd name="connsiteX2" fmla="*/ 15602 w 61857"/>
                <a:gd name="connsiteY2" fmla="*/ 130578 h 261030"/>
                <a:gd name="connsiteX3" fmla="*/ 58529 w 61857"/>
                <a:gd name="connsiteY3" fmla="*/ 7111 h 261030"/>
                <a:gd name="connsiteX4" fmla="*/ 61995 w 61857"/>
                <a:gd name="connsiteY4" fmla="*/ 2673 h 261030"/>
                <a:gd name="connsiteX5" fmla="*/ 59329 w 61857"/>
                <a:gd name="connsiteY5" fmla="*/ 63 h 261030"/>
                <a:gd name="connsiteX6" fmla="*/ 16935 w 61857"/>
                <a:gd name="connsiteY6" fmla="*/ 50964 h 261030"/>
                <a:gd name="connsiteX7" fmla="*/ 138 w 61857"/>
                <a:gd name="connsiteY7" fmla="*/ 130578 h 261030"/>
                <a:gd name="connsiteX8" fmla="*/ 17735 w 61857"/>
                <a:gd name="connsiteY8" fmla="*/ 212019 h 261030"/>
                <a:gd name="connsiteX9" fmla="*/ 59329 w 61857"/>
                <a:gd name="connsiteY9" fmla="*/ 261093 h 261030"/>
                <a:gd name="connsiteX10" fmla="*/ 61995 w 61857"/>
                <a:gd name="connsiteY10" fmla="*/ 258483 h 26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857" h="261030">
                  <a:moveTo>
                    <a:pt x="61995" y="258483"/>
                  </a:moveTo>
                  <a:cubicBezTo>
                    <a:pt x="61995" y="257700"/>
                    <a:pt x="61995" y="257177"/>
                    <a:pt x="57463" y="252740"/>
                  </a:cubicBezTo>
                  <a:cubicBezTo>
                    <a:pt x="24134" y="219850"/>
                    <a:pt x="15602" y="170515"/>
                    <a:pt x="15602" y="130578"/>
                  </a:cubicBezTo>
                  <a:cubicBezTo>
                    <a:pt x="15602" y="85159"/>
                    <a:pt x="25734" y="39739"/>
                    <a:pt x="58529" y="7111"/>
                  </a:cubicBezTo>
                  <a:cubicBezTo>
                    <a:pt x="61995" y="3978"/>
                    <a:pt x="61995" y="3456"/>
                    <a:pt x="61995" y="2673"/>
                  </a:cubicBezTo>
                  <a:cubicBezTo>
                    <a:pt x="61995" y="846"/>
                    <a:pt x="60929" y="63"/>
                    <a:pt x="59329" y="63"/>
                  </a:cubicBezTo>
                  <a:cubicBezTo>
                    <a:pt x="56663" y="63"/>
                    <a:pt x="32666" y="17813"/>
                    <a:pt x="16935" y="50964"/>
                  </a:cubicBezTo>
                  <a:cubicBezTo>
                    <a:pt x="3337" y="79677"/>
                    <a:pt x="138" y="108651"/>
                    <a:pt x="138" y="130578"/>
                  </a:cubicBezTo>
                  <a:cubicBezTo>
                    <a:pt x="138" y="150938"/>
                    <a:pt x="3071" y="182523"/>
                    <a:pt x="17735" y="212019"/>
                  </a:cubicBezTo>
                  <a:cubicBezTo>
                    <a:pt x="33733" y="244126"/>
                    <a:pt x="56663" y="261093"/>
                    <a:pt x="59329" y="261093"/>
                  </a:cubicBezTo>
                  <a:cubicBezTo>
                    <a:pt x="60929" y="261093"/>
                    <a:pt x="61995" y="260310"/>
                    <a:pt x="61995" y="258483"/>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2" name="Freeform: Shape 221">
              <a:extLst>
                <a:ext uri="{FF2B5EF4-FFF2-40B4-BE49-F238E27FC236}">
                  <a16:creationId xmlns:a16="http://schemas.microsoft.com/office/drawing/2014/main" id="{73816ADA-2F74-27A0-0171-4412DAAB9700}"/>
                </a:ext>
              </a:extLst>
            </p:cNvPr>
            <p:cNvSpPr/>
            <p:nvPr>
              <p:custDataLst>
                <p:tags r:id="rId36"/>
              </p:custDataLst>
            </p:nvPr>
          </p:nvSpPr>
          <p:spPr>
            <a:xfrm>
              <a:off x="11200136" y="5915133"/>
              <a:ext cx="181305" cy="176717"/>
            </a:xfrm>
            <a:custGeom>
              <a:avLst/>
              <a:gdLst>
                <a:gd name="connsiteX0" fmla="*/ 107592 w 181305"/>
                <a:gd name="connsiteY0" fmla="*/ 18335 h 176717"/>
                <a:gd name="connsiteX1" fmla="*/ 113725 w 181305"/>
                <a:gd name="connsiteY1" fmla="*/ 8677 h 176717"/>
                <a:gd name="connsiteX2" fmla="*/ 130522 w 181305"/>
                <a:gd name="connsiteY2" fmla="*/ 8155 h 176717"/>
                <a:gd name="connsiteX3" fmla="*/ 169449 w 181305"/>
                <a:gd name="connsiteY3" fmla="*/ 29559 h 176717"/>
                <a:gd name="connsiteX4" fmla="*/ 167316 w 181305"/>
                <a:gd name="connsiteY4" fmla="*/ 50442 h 176717"/>
                <a:gd name="connsiteX5" fmla="*/ 166517 w 181305"/>
                <a:gd name="connsiteY5" fmla="*/ 55401 h 176717"/>
                <a:gd name="connsiteX6" fmla="*/ 169716 w 181305"/>
                <a:gd name="connsiteY6" fmla="*/ 58795 h 176717"/>
                <a:gd name="connsiteX7" fmla="*/ 173715 w 181305"/>
                <a:gd name="connsiteY7" fmla="*/ 52791 h 176717"/>
                <a:gd name="connsiteX8" fmla="*/ 180914 w 181305"/>
                <a:gd name="connsiteY8" fmla="*/ 7372 h 176717"/>
                <a:gd name="connsiteX9" fmla="*/ 181448 w 181305"/>
                <a:gd name="connsiteY9" fmla="*/ 2934 h 176717"/>
                <a:gd name="connsiteX10" fmla="*/ 174249 w 181305"/>
                <a:gd name="connsiteY10" fmla="*/ 63 h 176717"/>
                <a:gd name="connsiteX11" fmla="*/ 26271 w 181305"/>
                <a:gd name="connsiteY11" fmla="*/ 63 h 176717"/>
                <a:gd name="connsiteX12" fmla="*/ 17739 w 181305"/>
                <a:gd name="connsiteY12" fmla="*/ 5283 h 176717"/>
                <a:gd name="connsiteX13" fmla="*/ 1742 w 181305"/>
                <a:gd name="connsiteY13" fmla="*/ 51225 h 176717"/>
                <a:gd name="connsiteX14" fmla="*/ 142 w 181305"/>
                <a:gd name="connsiteY14" fmla="*/ 55923 h 176717"/>
                <a:gd name="connsiteX15" fmla="*/ 3341 w 181305"/>
                <a:gd name="connsiteY15" fmla="*/ 58795 h 176717"/>
                <a:gd name="connsiteX16" fmla="*/ 7874 w 181305"/>
                <a:gd name="connsiteY16" fmla="*/ 53313 h 176717"/>
                <a:gd name="connsiteX17" fmla="*/ 68665 w 181305"/>
                <a:gd name="connsiteY17" fmla="*/ 8155 h 176717"/>
                <a:gd name="connsiteX18" fmla="*/ 79063 w 181305"/>
                <a:gd name="connsiteY18" fmla="*/ 8155 h 176717"/>
                <a:gd name="connsiteX19" fmla="*/ 86529 w 181305"/>
                <a:gd name="connsiteY19" fmla="*/ 11287 h 176717"/>
                <a:gd name="connsiteX20" fmla="*/ 85462 w 181305"/>
                <a:gd name="connsiteY20" fmla="*/ 16769 h 176717"/>
                <a:gd name="connsiteX21" fmla="*/ 49734 w 181305"/>
                <a:gd name="connsiteY21" fmla="*/ 156159 h 176717"/>
                <a:gd name="connsiteX22" fmla="*/ 18006 w 181305"/>
                <a:gd name="connsiteY22" fmla="*/ 168688 h 176717"/>
                <a:gd name="connsiteX23" fmla="*/ 6807 w 181305"/>
                <a:gd name="connsiteY23" fmla="*/ 173648 h 176717"/>
                <a:gd name="connsiteX24" fmla="*/ 11340 w 181305"/>
                <a:gd name="connsiteY24" fmla="*/ 176780 h 176717"/>
                <a:gd name="connsiteX25" fmla="*/ 33203 w 181305"/>
                <a:gd name="connsiteY25" fmla="*/ 176258 h 176717"/>
                <a:gd name="connsiteX26" fmla="*/ 55867 w 181305"/>
                <a:gd name="connsiteY26" fmla="*/ 175997 h 176717"/>
                <a:gd name="connsiteX27" fmla="*/ 77997 w 181305"/>
                <a:gd name="connsiteY27" fmla="*/ 176258 h 176717"/>
                <a:gd name="connsiteX28" fmla="*/ 101193 w 181305"/>
                <a:gd name="connsiteY28" fmla="*/ 176780 h 176717"/>
                <a:gd name="connsiteX29" fmla="*/ 107059 w 181305"/>
                <a:gd name="connsiteY29" fmla="*/ 171560 h 176717"/>
                <a:gd name="connsiteX30" fmla="*/ 97994 w 181305"/>
                <a:gd name="connsiteY30" fmla="*/ 168688 h 176717"/>
                <a:gd name="connsiteX31" fmla="*/ 80930 w 181305"/>
                <a:gd name="connsiteY31" fmla="*/ 168166 h 176717"/>
                <a:gd name="connsiteX32" fmla="*/ 71064 w 181305"/>
                <a:gd name="connsiteY32" fmla="*/ 162424 h 176717"/>
                <a:gd name="connsiteX33" fmla="*/ 72131 w 181305"/>
                <a:gd name="connsiteY33" fmla="*/ 156942 h 176717"/>
                <a:gd name="connsiteX34" fmla="*/ 107592 w 181305"/>
                <a:gd name="connsiteY34" fmla="*/ 18335 h 17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1305" h="176717">
                  <a:moveTo>
                    <a:pt x="107592" y="18335"/>
                  </a:moveTo>
                  <a:cubicBezTo>
                    <a:pt x="109459" y="11026"/>
                    <a:pt x="110525" y="9460"/>
                    <a:pt x="113725" y="8677"/>
                  </a:cubicBezTo>
                  <a:cubicBezTo>
                    <a:pt x="116124" y="8155"/>
                    <a:pt x="124923" y="8155"/>
                    <a:pt x="130522" y="8155"/>
                  </a:cubicBezTo>
                  <a:cubicBezTo>
                    <a:pt x="157451" y="8155"/>
                    <a:pt x="169449" y="9199"/>
                    <a:pt x="169449" y="29559"/>
                  </a:cubicBezTo>
                  <a:cubicBezTo>
                    <a:pt x="169449" y="33475"/>
                    <a:pt x="168383" y="43655"/>
                    <a:pt x="167316" y="50442"/>
                  </a:cubicBezTo>
                  <a:cubicBezTo>
                    <a:pt x="167050" y="51486"/>
                    <a:pt x="166517" y="54618"/>
                    <a:pt x="166517" y="55401"/>
                  </a:cubicBezTo>
                  <a:cubicBezTo>
                    <a:pt x="166517" y="56967"/>
                    <a:pt x="167316" y="58795"/>
                    <a:pt x="169716" y="58795"/>
                  </a:cubicBezTo>
                  <a:cubicBezTo>
                    <a:pt x="172649" y="58795"/>
                    <a:pt x="173182" y="56706"/>
                    <a:pt x="173715" y="52791"/>
                  </a:cubicBezTo>
                  <a:lnTo>
                    <a:pt x="180914" y="7372"/>
                  </a:lnTo>
                  <a:cubicBezTo>
                    <a:pt x="181181" y="6327"/>
                    <a:pt x="181448" y="3717"/>
                    <a:pt x="181448" y="2934"/>
                  </a:cubicBezTo>
                  <a:cubicBezTo>
                    <a:pt x="181448" y="63"/>
                    <a:pt x="178781" y="63"/>
                    <a:pt x="174249" y="63"/>
                  </a:cubicBezTo>
                  <a:lnTo>
                    <a:pt x="26271" y="63"/>
                  </a:lnTo>
                  <a:cubicBezTo>
                    <a:pt x="19872" y="63"/>
                    <a:pt x="19606" y="324"/>
                    <a:pt x="17739" y="5283"/>
                  </a:cubicBezTo>
                  <a:lnTo>
                    <a:pt x="1742" y="51225"/>
                  </a:lnTo>
                  <a:cubicBezTo>
                    <a:pt x="1475" y="51747"/>
                    <a:pt x="142" y="55401"/>
                    <a:pt x="142" y="55923"/>
                  </a:cubicBezTo>
                  <a:cubicBezTo>
                    <a:pt x="142" y="57489"/>
                    <a:pt x="1475" y="58795"/>
                    <a:pt x="3341" y="58795"/>
                  </a:cubicBezTo>
                  <a:cubicBezTo>
                    <a:pt x="6008" y="58795"/>
                    <a:pt x="6274" y="57489"/>
                    <a:pt x="7874" y="53313"/>
                  </a:cubicBezTo>
                  <a:cubicBezTo>
                    <a:pt x="22272" y="12853"/>
                    <a:pt x="29204" y="8155"/>
                    <a:pt x="68665" y="8155"/>
                  </a:cubicBezTo>
                  <a:lnTo>
                    <a:pt x="79063" y="8155"/>
                  </a:lnTo>
                  <a:cubicBezTo>
                    <a:pt x="86529" y="8155"/>
                    <a:pt x="86529" y="9199"/>
                    <a:pt x="86529" y="11287"/>
                  </a:cubicBezTo>
                  <a:cubicBezTo>
                    <a:pt x="86529" y="12853"/>
                    <a:pt x="85729" y="15986"/>
                    <a:pt x="85462" y="16769"/>
                  </a:cubicBezTo>
                  <a:lnTo>
                    <a:pt x="49734" y="156159"/>
                  </a:lnTo>
                  <a:cubicBezTo>
                    <a:pt x="47335" y="165817"/>
                    <a:pt x="46535" y="168688"/>
                    <a:pt x="18006" y="168688"/>
                  </a:cubicBezTo>
                  <a:cubicBezTo>
                    <a:pt x="8407" y="168688"/>
                    <a:pt x="6807" y="168688"/>
                    <a:pt x="6807" y="173648"/>
                  </a:cubicBezTo>
                  <a:cubicBezTo>
                    <a:pt x="6807" y="176780"/>
                    <a:pt x="9740" y="176780"/>
                    <a:pt x="11340" y="176780"/>
                  </a:cubicBezTo>
                  <a:cubicBezTo>
                    <a:pt x="18539" y="176780"/>
                    <a:pt x="26005" y="176258"/>
                    <a:pt x="33203" y="176258"/>
                  </a:cubicBezTo>
                  <a:cubicBezTo>
                    <a:pt x="40669" y="176258"/>
                    <a:pt x="48401" y="175997"/>
                    <a:pt x="55867" y="175997"/>
                  </a:cubicBezTo>
                  <a:cubicBezTo>
                    <a:pt x="63332" y="175997"/>
                    <a:pt x="70798" y="176258"/>
                    <a:pt x="77997" y="176258"/>
                  </a:cubicBezTo>
                  <a:cubicBezTo>
                    <a:pt x="85729" y="176258"/>
                    <a:pt x="93728" y="176780"/>
                    <a:pt x="101193" y="176780"/>
                  </a:cubicBezTo>
                  <a:cubicBezTo>
                    <a:pt x="103859" y="176780"/>
                    <a:pt x="107059" y="176780"/>
                    <a:pt x="107059" y="171560"/>
                  </a:cubicBezTo>
                  <a:cubicBezTo>
                    <a:pt x="107059" y="168688"/>
                    <a:pt x="104926" y="168688"/>
                    <a:pt x="97994" y="168688"/>
                  </a:cubicBezTo>
                  <a:cubicBezTo>
                    <a:pt x="91328" y="168688"/>
                    <a:pt x="87862" y="168688"/>
                    <a:pt x="80930" y="168166"/>
                  </a:cubicBezTo>
                  <a:cubicBezTo>
                    <a:pt x="73197" y="167383"/>
                    <a:pt x="71064" y="166600"/>
                    <a:pt x="71064" y="162424"/>
                  </a:cubicBezTo>
                  <a:cubicBezTo>
                    <a:pt x="71064" y="162162"/>
                    <a:pt x="71064" y="160857"/>
                    <a:pt x="72131" y="156942"/>
                  </a:cubicBezTo>
                  <a:lnTo>
                    <a:pt x="107592" y="18335"/>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3" name="Freeform: Shape 222">
              <a:extLst>
                <a:ext uri="{FF2B5EF4-FFF2-40B4-BE49-F238E27FC236}">
                  <a16:creationId xmlns:a16="http://schemas.microsoft.com/office/drawing/2014/main" id="{52242BFF-6A26-6D85-623A-0698B44EFC09}"/>
                </a:ext>
              </a:extLst>
            </p:cNvPr>
            <p:cNvSpPr/>
            <p:nvPr>
              <p:custDataLst>
                <p:tags r:id="rId37"/>
              </p:custDataLst>
            </p:nvPr>
          </p:nvSpPr>
          <p:spPr>
            <a:xfrm>
              <a:off x="11482770" y="5950894"/>
              <a:ext cx="162908" cy="151397"/>
            </a:xfrm>
            <a:custGeom>
              <a:avLst/>
              <a:gdLst>
                <a:gd name="connsiteX0" fmla="*/ 157994 w 162908"/>
                <a:gd name="connsiteY0" fmla="*/ 81504 h 151397"/>
                <a:gd name="connsiteX1" fmla="*/ 163060 w 162908"/>
                <a:gd name="connsiteY1" fmla="*/ 75762 h 151397"/>
                <a:gd name="connsiteX2" fmla="*/ 157994 w 162908"/>
                <a:gd name="connsiteY2" fmla="*/ 70019 h 151397"/>
                <a:gd name="connsiteX3" fmla="*/ 10284 w 162908"/>
                <a:gd name="connsiteY3" fmla="*/ 1890 h 151397"/>
                <a:gd name="connsiteX4" fmla="*/ 5484 w 162908"/>
                <a:gd name="connsiteY4" fmla="*/ 63 h 151397"/>
                <a:gd name="connsiteX5" fmla="*/ 152 w 162908"/>
                <a:gd name="connsiteY5" fmla="*/ 5283 h 151397"/>
                <a:gd name="connsiteX6" fmla="*/ 5218 w 162908"/>
                <a:gd name="connsiteY6" fmla="*/ 11026 h 151397"/>
                <a:gd name="connsiteX7" fmla="*/ 145196 w 162908"/>
                <a:gd name="connsiteY7" fmla="*/ 75762 h 151397"/>
                <a:gd name="connsiteX8" fmla="*/ 5218 w 162908"/>
                <a:gd name="connsiteY8" fmla="*/ 140497 h 151397"/>
                <a:gd name="connsiteX9" fmla="*/ 152 w 162908"/>
                <a:gd name="connsiteY9" fmla="*/ 146240 h 151397"/>
                <a:gd name="connsiteX10" fmla="*/ 5484 w 162908"/>
                <a:gd name="connsiteY10" fmla="*/ 151460 h 151397"/>
                <a:gd name="connsiteX11" fmla="*/ 10284 w 162908"/>
                <a:gd name="connsiteY11" fmla="*/ 149633 h 151397"/>
                <a:gd name="connsiteX12" fmla="*/ 157994 w 162908"/>
                <a:gd name="connsiteY12" fmla="*/ 81504 h 15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2908" h="151397">
                  <a:moveTo>
                    <a:pt x="157994" y="81504"/>
                  </a:moveTo>
                  <a:cubicBezTo>
                    <a:pt x="160927" y="80199"/>
                    <a:pt x="163060" y="78894"/>
                    <a:pt x="163060" y="75762"/>
                  </a:cubicBezTo>
                  <a:cubicBezTo>
                    <a:pt x="163060" y="72629"/>
                    <a:pt x="160927" y="71324"/>
                    <a:pt x="157994" y="70019"/>
                  </a:cubicBezTo>
                  <a:lnTo>
                    <a:pt x="10284" y="1890"/>
                  </a:lnTo>
                  <a:cubicBezTo>
                    <a:pt x="6817" y="63"/>
                    <a:pt x="6284" y="63"/>
                    <a:pt x="5484" y="63"/>
                  </a:cubicBezTo>
                  <a:cubicBezTo>
                    <a:pt x="2551" y="63"/>
                    <a:pt x="152" y="2412"/>
                    <a:pt x="152" y="5283"/>
                  </a:cubicBezTo>
                  <a:cubicBezTo>
                    <a:pt x="152" y="7633"/>
                    <a:pt x="1485" y="9199"/>
                    <a:pt x="5218" y="11026"/>
                  </a:cubicBezTo>
                  <a:lnTo>
                    <a:pt x="145196" y="75762"/>
                  </a:lnTo>
                  <a:lnTo>
                    <a:pt x="5218" y="140497"/>
                  </a:lnTo>
                  <a:cubicBezTo>
                    <a:pt x="1485" y="142324"/>
                    <a:pt x="152" y="143890"/>
                    <a:pt x="152" y="146240"/>
                  </a:cubicBezTo>
                  <a:cubicBezTo>
                    <a:pt x="152" y="149111"/>
                    <a:pt x="2551" y="151460"/>
                    <a:pt x="5484" y="151460"/>
                  </a:cubicBezTo>
                  <a:cubicBezTo>
                    <a:pt x="6284" y="151460"/>
                    <a:pt x="6817" y="151460"/>
                    <a:pt x="10284" y="149633"/>
                  </a:cubicBezTo>
                  <a:lnTo>
                    <a:pt x="157994" y="8150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4" name="Freeform: Shape 223">
              <a:extLst>
                <a:ext uri="{FF2B5EF4-FFF2-40B4-BE49-F238E27FC236}">
                  <a16:creationId xmlns:a16="http://schemas.microsoft.com/office/drawing/2014/main" id="{BC41C495-7442-FB09-95DE-D8D7AF897C1F}"/>
                </a:ext>
              </a:extLst>
            </p:cNvPr>
            <p:cNvSpPr/>
            <p:nvPr>
              <p:custDataLst>
                <p:tags r:id="rId38"/>
              </p:custDataLst>
            </p:nvPr>
          </p:nvSpPr>
          <p:spPr>
            <a:xfrm>
              <a:off x="11765807" y="5918004"/>
              <a:ext cx="87986" cy="173846"/>
            </a:xfrm>
            <a:custGeom>
              <a:avLst/>
              <a:gdLst>
                <a:gd name="connsiteX0" fmla="*/ 54821 w 87986"/>
                <a:gd name="connsiteY0" fmla="*/ 6850 h 173846"/>
                <a:gd name="connsiteX1" fmla="*/ 48688 w 87986"/>
                <a:gd name="connsiteY1" fmla="*/ 63 h 173846"/>
                <a:gd name="connsiteX2" fmla="*/ 162 w 87986"/>
                <a:gd name="connsiteY2" fmla="*/ 16769 h 173846"/>
                <a:gd name="connsiteX3" fmla="*/ 162 w 87986"/>
                <a:gd name="connsiteY3" fmla="*/ 24861 h 173846"/>
                <a:gd name="connsiteX4" fmla="*/ 35090 w 87986"/>
                <a:gd name="connsiteY4" fmla="*/ 18074 h 173846"/>
                <a:gd name="connsiteX5" fmla="*/ 35090 w 87986"/>
                <a:gd name="connsiteY5" fmla="*/ 153287 h 173846"/>
                <a:gd name="connsiteX6" fmla="*/ 10294 w 87986"/>
                <a:gd name="connsiteY6" fmla="*/ 165817 h 173846"/>
                <a:gd name="connsiteX7" fmla="*/ 1762 w 87986"/>
                <a:gd name="connsiteY7" fmla="*/ 165817 h 173846"/>
                <a:gd name="connsiteX8" fmla="*/ 1762 w 87986"/>
                <a:gd name="connsiteY8" fmla="*/ 173909 h 173846"/>
                <a:gd name="connsiteX9" fmla="*/ 44955 w 87986"/>
                <a:gd name="connsiteY9" fmla="*/ 173126 h 173846"/>
                <a:gd name="connsiteX10" fmla="*/ 88149 w 87986"/>
                <a:gd name="connsiteY10" fmla="*/ 173909 h 173846"/>
                <a:gd name="connsiteX11" fmla="*/ 88149 w 87986"/>
                <a:gd name="connsiteY11" fmla="*/ 165817 h 173846"/>
                <a:gd name="connsiteX12" fmla="*/ 79617 w 87986"/>
                <a:gd name="connsiteY12" fmla="*/ 165817 h 173846"/>
                <a:gd name="connsiteX13" fmla="*/ 54821 w 87986"/>
                <a:gd name="connsiteY13" fmla="*/ 153287 h 173846"/>
                <a:gd name="connsiteX14" fmla="*/ 54821 w 87986"/>
                <a:gd name="connsiteY14" fmla="*/ 6850 h 173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986" h="173846">
                  <a:moveTo>
                    <a:pt x="54821" y="6850"/>
                  </a:moveTo>
                  <a:cubicBezTo>
                    <a:pt x="54821" y="585"/>
                    <a:pt x="54821" y="63"/>
                    <a:pt x="48688" y="63"/>
                  </a:cubicBezTo>
                  <a:cubicBezTo>
                    <a:pt x="32157" y="16769"/>
                    <a:pt x="8694" y="16769"/>
                    <a:pt x="162" y="16769"/>
                  </a:cubicBezTo>
                  <a:lnTo>
                    <a:pt x="162" y="24861"/>
                  </a:lnTo>
                  <a:cubicBezTo>
                    <a:pt x="5495" y="24861"/>
                    <a:pt x="21226" y="24861"/>
                    <a:pt x="35090" y="18074"/>
                  </a:cubicBezTo>
                  <a:lnTo>
                    <a:pt x="35090" y="153287"/>
                  </a:lnTo>
                  <a:cubicBezTo>
                    <a:pt x="35090" y="162685"/>
                    <a:pt x="34290" y="165817"/>
                    <a:pt x="10294" y="165817"/>
                  </a:cubicBezTo>
                  <a:lnTo>
                    <a:pt x="1762" y="165817"/>
                  </a:lnTo>
                  <a:lnTo>
                    <a:pt x="1762" y="173909"/>
                  </a:lnTo>
                  <a:cubicBezTo>
                    <a:pt x="11094" y="173126"/>
                    <a:pt x="34290" y="173126"/>
                    <a:pt x="44955" y="173126"/>
                  </a:cubicBezTo>
                  <a:cubicBezTo>
                    <a:pt x="55621" y="173126"/>
                    <a:pt x="78817" y="173126"/>
                    <a:pt x="88149" y="173909"/>
                  </a:cubicBezTo>
                  <a:lnTo>
                    <a:pt x="88149" y="165817"/>
                  </a:lnTo>
                  <a:lnTo>
                    <a:pt x="79617" y="165817"/>
                  </a:lnTo>
                  <a:cubicBezTo>
                    <a:pt x="55621" y="165817"/>
                    <a:pt x="54821" y="162946"/>
                    <a:pt x="54821" y="153287"/>
                  </a:cubicBezTo>
                  <a:lnTo>
                    <a:pt x="54821" y="6850"/>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5" name="Freeform: Shape 224">
              <a:extLst>
                <a:ext uri="{FF2B5EF4-FFF2-40B4-BE49-F238E27FC236}">
                  <a16:creationId xmlns:a16="http://schemas.microsoft.com/office/drawing/2014/main" id="{05079782-EE70-2A88-A41C-0B8F74DF0CB5}"/>
                </a:ext>
              </a:extLst>
            </p:cNvPr>
            <p:cNvSpPr/>
            <p:nvPr>
              <p:custDataLst>
                <p:tags r:id="rId39"/>
              </p:custDataLst>
            </p:nvPr>
          </p:nvSpPr>
          <p:spPr>
            <a:xfrm>
              <a:off x="11898321" y="6064181"/>
              <a:ext cx="28262" cy="27669"/>
            </a:xfrm>
            <a:custGeom>
              <a:avLst/>
              <a:gdLst>
                <a:gd name="connsiteX0" fmla="*/ 28430 w 28262"/>
                <a:gd name="connsiteY0" fmla="*/ 13897 h 27669"/>
                <a:gd name="connsiteX1" fmla="*/ 14298 w 28262"/>
                <a:gd name="connsiteY1" fmla="*/ 63 h 27669"/>
                <a:gd name="connsiteX2" fmla="*/ 167 w 28262"/>
                <a:gd name="connsiteY2" fmla="*/ 13897 h 27669"/>
                <a:gd name="connsiteX3" fmla="*/ 14298 w 28262"/>
                <a:gd name="connsiteY3" fmla="*/ 27732 h 27669"/>
                <a:gd name="connsiteX4" fmla="*/ 28430 w 28262"/>
                <a:gd name="connsiteY4" fmla="*/ 13897 h 27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62" h="27669">
                  <a:moveTo>
                    <a:pt x="28430" y="13897"/>
                  </a:moveTo>
                  <a:cubicBezTo>
                    <a:pt x="28430" y="6328"/>
                    <a:pt x="22031" y="63"/>
                    <a:pt x="14298" y="63"/>
                  </a:cubicBezTo>
                  <a:cubicBezTo>
                    <a:pt x="6566" y="63"/>
                    <a:pt x="167" y="6328"/>
                    <a:pt x="167" y="13897"/>
                  </a:cubicBezTo>
                  <a:cubicBezTo>
                    <a:pt x="167" y="21467"/>
                    <a:pt x="6566" y="27732"/>
                    <a:pt x="14298" y="27732"/>
                  </a:cubicBezTo>
                  <a:cubicBezTo>
                    <a:pt x="22031" y="27732"/>
                    <a:pt x="28430" y="21467"/>
                    <a:pt x="28430" y="13897"/>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6" name="Freeform: Shape 225">
              <a:extLst>
                <a:ext uri="{FF2B5EF4-FFF2-40B4-BE49-F238E27FC236}">
                  <a16:creationId xmlns:a16="http://schemas.microsoft.com/office/drawing/2014/main" id="{53B109E0-EA2C-8E95-7429-6C75C009CCD7}"/>
                </a:ext>
              </a:extLst>
            </p:cNvPr>
            <p:cNvSpPr/>
            <p:nvPr>
              <p:custDataLst>
                <p:tags r:id="rId40"/>
              </p:custDataLst>
            </p:nvPr>
          </p:nvSpPr>
          <p:spPr>
            <a:xfrm>
              <a:off x="11962785" y="5918004"/>
              <a:ext cx="106383" cy="179588"/>
            </a:xfrm>
            <a:custGeom>
              <a:avLst/>
              <a:gdLst>
                <a:gd name="connsiteX0" fmla="*/ 106554 w 106383"/>
                <a:gd name="connsiteY0" fmla="*/ 121442 h 179588"/>
                <a:gd name="connsiteX1" fmla="*/ 55895 w 106383"/>
                <a:gd name="connsiteY1" fmla="*/ 64276 h 179588"/>
                <a:gd name="connsiteX2" fmla="*/ 22033 w 106383"/>
                <a:gd name="connsiteY2" fmla="*/ 77589 h 179588"/>
                <a:gd name="connsiteX3" fmla="*/ 22033 w 106383"/>
                <a:gd name="connsiteY3" fmla="*/ 26688 h 179588"/>
                <a:gd name="connsiteX4" fmla="*/ 44697 w 106383"/>
                <a:gd name="connsiteY4" fmla="*/ 30081 h 179588"/>
                <a:gd name="connsiteX5" fmla="*/ 96155 w 106383"/>
                <a:gd name="connsiteY5" fmla="*/ 2934 h 179588"/>
                <a:gd name="connsiteX6" fmla="*/ 93489 w 106383"/>
                <a:gd name="connsiteY6" fmla="*/ 63 h 179588"/>
                <a:gd name="connsiteX7" fmla="*/ 91356 w 106383"/>
                <a:gd name="connsiteY7" fmla="*/ 846 h 179588"/>
                <a:gd name="connsiteX8" fmla="*/ 55095 w 106383"/>
                <a:gd name="connsiteY8" fmla="*/ 8416 h 179588"/>
                <a:gd name="connsiteX9" fmla="*/ 19634 w 106383"/>
                <a:gd name="connsiteY9" fmla="*/ 1107 h 179588"/>
                <a:gd name="connsiteX10" fmla="*/ 16434 w 106383"/>
                <a:gd name="connsiteY10" fmla="*/ 324 h 179588"/>
                <a:gd name="connsiteX11" fmla="*/ 13768 w 106383"/>
                <a:gd name="connsiteY11" fmla="*/ 6589 h 179588"/>
                <a:gd name="connsiteX12" fmla="*/ 13768 w 106383"/>
                <a:gd name="connsiteY12" fmla="*/ 83853 h 179588"/>
                <a:gd name="connsiteX13" fmla="*/ 17501 w 106383"/>
                <a:gd name="connsiteY13" fmla="*/ 90640 h 179588"/>
                <a:gd name="connsiteX14" fmla="*/ 20967 w 106383"/>
                <a:gd name="connsiteY14" fmla="*/ 88291 h 179588"/>
                <a:gd name="connsiteX15" fmla="*/ 55362 w 106383"/>
                <a:gd name="connsiteY15" fmla="*/ 70019 h 179588"/>
                <a:gd name="connsiteX16" fmla="*/ 78025 w 106383"/>
                <a:gd name="connsiteY16" fmla="*/ 86725 h 179588"/>
                <a:gd name="connsiteX17" fmla="*/ 82824 w 106383"/>
                <a:gd name="connsiteY17" fmla="*/ 119615 h 179588"/>
                <a:gd name="connsiteX18" fmla="*/ 76425 w 106383"/>
                <a:gd name="connsiteY18" fmla="*/ 155376 h 179588"/>
                <a:gd name="connsiteX19" fmla="*/ 47896 w 106383"/>
                <a:gd name="connsiteY19" fmla="*/ 172343 h 179588"/>
                <a:gd name="connsiteX20" fmla="*/ 8702 w 106383"/>
                <a:gd name="connsiteY20" fmla="*/ 143107 h 179588"/>
                <a:gd name="connsiteX21" fmla="*/ 13235 w 106383"/>
                <a:gd name="connsiteY21" fmla="*/ 143629 h 179588"/>
                <a:gd name="connsiteX22" fmla="*/ 26566 w 106383"/>
                <a:gd name="connsiteY22" fmla="*/ 130839 h 179588"/>
                <a:gd name="connsiteX23" fmla="*/ 13235 w 106383"/>
                <a:gd name="connsiteY23" fmla="*/ 118048 h 179588"/>
                <a:gd name="connsiteX24" fmla="*/ 170 w 106383"/>
                <a:gd name="connsiteY24" fmla="*/ 131883 h 179588"/>
                <a:gd name="connsiteX25" fmla="*/ 48429 w 106383"/>
                <a:gd name="connsiteY25" fmla="*/ 179651 h 179588"/>
                <a:gd name="connsiteX26" fmla="*/ 106554 w 106383"/>
                <a:gd name="connsiteY26" fmla="*/ 121442 h 1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6383" h="179588">
                  <a:moveTo>
                    <a:pt x="106554" y="121442"/>
                  </a:moveTo>
                  <a:cubicBezTo>
                    <a:pt x="106554" y="90379"/>
                    <a:pt x="84691" y="64276"/>
                    <a:pt x="55895" y="64276"/>
                  </a:cubicBezTo>
                  <a:cubicBezTo>
                    <a:pt x="43097" y="64276"/>
                    <a:pt x="31632" y="68453"/>
                    <a:pt x="22033" y="77589"/>
                  </a:cubicBezTo>
                  <a:lnTo>
                    <a:pt x="22033" y="26688"/>
                  </a:lnTo>
                  <a:cubicBezTo>
                    <a:pt x="27366" y="28254"/>
                    <a:pt x="36165" y="30081"/>
                    <a:pt x="44697" y="30081"/>
                  </a:cubicBezTo>
                  <a:cubicBezTo>
                    <a:pt x="77492" y="30081"/>
                    <a:pt x="96155" y="6327"/>
                    <a:pt x="96155" y="2934"/>
                  </a:cubicBezTo>
                  <a:cubicBezTo>
                    <a:pt x="96155" y="1368"/>
                    <a:pt x="95356" y="63"/>
                    <a:pt x="93489" y="63"/>
                  </a:cubicBezTo>
                  <a:cubicBezTo>
                    <a:pt x="93223" y="63"/>
                    <a:pt x="92689" y="63"/>
                    <a:pt x="91356" y="846"/>
                  </a:cubicBezTo>
                  <a:cubicBezTo>
                    <a:pt x="86024" y="3195"/>
                    <a:pt x="72959" y="8416"/>
                    <a:pt x="55095" y="8416"/>
                  </a:cubicBezTo>
                  <a:cubicBezTo>
                    <a:pt x="44430" y="8416"/>
                    <a:pt x="32165" y="6589"/>
                    <a:pt x="19634" y="1107"/>
                  </a:cubicBezTo>
                  <a:cubicBezTo>
                    <a:pt x="17501" y="324"/>
                    <a:pt x="16967" y="324"/>
                    <a:pt x="16434" y="324"/>
                  </a:cubicBezTo>
                  <a:cubicBezTo>
                    <a:pt x="13768" y="324"/>
                    <a:pt x="13768" y="2412"/>
                    <a:pt x="13768" y="6589"/>
                  </a:cubicBezTo>
                  <a:lnTo>
                    <a:pt x="13768" y="83853"/>
                  </a:lnTo>
                  <a:cubicBezTo>
                    <a:pt x="13768" y="88552"/>
                    <a:pt x="13768" y="90640"/>
                    <a:pt x="17501" y="90640"/>
                  </a:cubicBezTo>
                  <a:cubicBezTo>
                    <a:pt x="19367" y="90640"/>
                    <a:pt x="19900" y="89857"/>
                    <a:pt x="20967" y="88291"/>
                  </a:cubicBezTo>
                  <a:cubicBezTo>
                    <a:pt x="23900" y="84114"/>
                    <a:pt x="33765" y="70019"/>
                    <a:pt x="55362" y="70019"/>
                  </a:cubicBezTo>
                  <a:cubicBezTo>
                    <a:pt x="69226" y="70019"/>
                    <a:pt x="75892" y="82026"/>
                    <a:pt x="78025" y="86725"/>
                  </a:cubicBezTo>
                  <a:cubicBezTo>
                    <a:pt x="82291" y="96383"/>
                    <a:pt x="82824" y="106563"/>
                    <a:pt x="82824" y="119615"/>
                  </a:cubicBezTo>
                  <a:cubicBezTo>
                    <a:pt x="82824" y="128751"/>
                    <a:pt x="82824" y="144412"/>
                    <a:pt x="76425" y="155376"/>
                  </a:cubicBezTo>
                  <a:cubicBezTo>
                    <a:pt x="70026" y="165556"/>
                    <a:pt x="60161" y="172343"/>
                    <a:pt x="47896" y="172343"/>
                  </a:cubicBezTo>
                  <a:cubicBezTo>
                    <a:pt x="28432" y="172343"/>
                    <a:pt x="13235" y="158508"/>
                    <a:pt x="8702" y="143107"/>
                  </a:cubicBezTo>
                  <a:cubicBezTo>
                    <a:pt x="9502" y="143368"/>
                    <a:pt x="10302" y="143629"/>
                    <a:pt x="13235" y="143629"/>
                  </a:cubicBezTo>
                  <a:cubicBezTo>
                    <a:pt x="22033" y="143629"/>
                    <a:pt x="26566" y="137104"/>
                    <a:pt x="26566" y="130839"/>
                  </a:cubicBezTo>
                  <a:cubicBezTo>
                    <a:pt x="26566" y="124574"/>
                    <a:pt x="22033" y="118048"/>
                    <a:pt x="13235" y="118048"/>
                  </a:cubicBezTo>
                  <a:cubicBezTo>
                    <a:pt x="9502" y="118048"/>
                    <a:pt x="170" y="119876"/>
                    <a:pt x="170" y="131883"/>
                  </a:cubicBezTo>
                  <a:cubicBezTo>
                    <a:pt x="170" y="154332"/>
                    <a:pt x="18567" y="179651"/>
                    <a:pt x="48429" y="179651"/>
                  </a:cubicBezTo>
                  <a:cubicBezTo>
                    <a:pt x="79358" y="179651"/>
                    <a:pt x="106554" y="154593"/>
                    <a:pt x="106554" y="121442"/>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7" name="Freeform: Shape 226">
              <a:extLst>
                <a:ext uri="{FF2B5EF4-FFF2-40B4-BE49-F238E27FC236}">
                  <a16:creationId xmlns:a16="http://schemas.microsoft.com/office/drawing/2014/main" id="{B778F009-A91F-AD7E-89AE-3D448B329E72}"/>
                </a:ext>
              </a:extLst>
            </p:cNvPr>
            <p:cNvSpPr/>
            <p:nvPr>
              <p:custDataLst>
                <p:tags r:id="rId41"/>
              </p:custDataLst>
            </p:nvPr>
          </p:nvSpPr>
          <p:spPr>
            <a:xfrm>
              <a:off x="12096099" y="5918004"/>
              <a:ext cx="106383" cy="173846"/>
            </a:xfrm>
            <a:custGeom>
              <a:avLst/>
              <a:gdLst>
                <a:gd name="connsiteX0" fmla="*/ 20705 w 106383"/>
                <a:gd name="connsiteY0" fmla="*/ 153810 h 173846"/>
                <a:gd name="connsiteX1" fmla="*/ 48968 w 106383"/>
                <a:gd name="connsiteY1" fmla="*/ 126923 h 173846"/>
                <a:gd name="connsiteX2" fmla="*/ 106559 w 106383"/>
                <a:gd name="connsiteY2" fmla="*/ 50703 h 173846"/>
                <a:gd name="connsiteX3" fmla="*/ 50034 w 106383"/>
                <a:gd name="connsiteY3" fmla="*/ 63 h 173846"/>
                <a:gd name="connsiteX4" fmla="*/ 175 w 106383"/>
                <a:gd name="connsiteY4" fmla="*/ 47309 h 173846"/>
                <a:gd name="connsiteX5" fmla="*/ 14306 w 106383"/>
                <a:gd name="connsiteY5" fmla="*/ 61927 h 173846"/>
                <a:gd name="connsiteX6" fmla="*/ 28171 w 106383"/>
                <a:gd name="connsiteY6" fmla="*/ 48092 h 173846"/>
                <a:gd name="connsiteX7" fmla="*/ 14040 w 106383"/>
                <a:gd name="connsiteY7" fmla="*/ 34519 h 173846"/>
                <a:gd name="connsiteX8" fmla="*/ 10573 w 106383"/>
                <a:gd name="connsiteY8" fmla="*/ 34780 h 173846"/>
                <a:gd name="connsiteX9" fmla="*/ 46568 w 106383"/>
                <a:gd name="connsiteY9" fmla="*/ 8155 h 173846"/>
                <a:gd name="connsiteX10" fmla="*/ 82296 w 106383"/>
                <a:gd name="connsiteY10" fmla="*/ 50703 h 173846"/>
                <a:gd name="connsiteX11" fmla="*/ 54300 w 106383"/>
                <a:gd name="connsiteY11" fmla="*/ 108390 h 173846"/>
                <a:gd name="connsiteX12" fmla="*/ 3108 w 106383"/>
                <a:gd name="connsiteY12" fmla="*/ 164251 h 173846"/>
                <a:gd name="connsiteX13" fmla="*/ 175 w 106383"/>
                <a:gd name="connsiteY13" fmla="*/ 173909 h 173846"/>
                <a:gd name="connsiteX14" fmla="*/ 99093 w 106383"/>
                <a:gd name="connsiteY14" fmla="*/ 173909 h 173846"/>
                <a:gd name="connsiteX15" fmla="*/ 106559 w 106383"/>
                <a:gd name="connsiteY15" fmla="*/ 128490 h 173846"/>
                <a:gd name="connsiteX16" fmla="*/ 99893 w 106383"/>
                <a:gd name="connsiteY16" fmla="*/ 128490 h 173846"/>
                <a:gd name="connsiteX17" fmla="*/ 94027 w 106383"/>
                <a:gd name="connsiteY17" fmla="*/ 151721 h 173846"/>
                <a:gd name="connsiteX18" fmla="*/ 68698 w 106383"/>
                <a:gd name="connsiteY18" fmla="*/ 153810 h 173846"/>
                <a:gd name="connsiteX19" fmla="*/ 20705 w 106383"/>
                <a:gd name="connsiteY19" fmla="*/ 153810 h 173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6383" h="173846">
                  <a:moveTo>
                    <a:pt x="20705" y="153810"/>
                  </a:moveTo>
                  <a:lnTo>
                    <a:pt x="48968" y="126923"/>
                  </a:lnTo>
                  <a:cubicBezTo>
                    <a:pt x="90561" y="90901"/>
                    <a:pt x="106559" y="76806"/>
                    <a:pt x="106559" y="50703"/>
                  </a:cubicBezTo>
                  <a:cubicBezTo>
                    <a:pt x="106559" y="20945"/>
                    <a:pt x="82563" y="63"/>
                    <a:pt x="50034" y="63"/>
                  </a:cubicBezTo>
                  <a:cubicBezTo>
                    <a:pt x="19905" y="63"/>
                    <a:pt x="175" y="24078"/>
                    <a:pt x="175" y="47309"/>
                  </a:cubicBezTo>
                  <a:cubicBezTo>
                    <a:pt x="175" y="61927"/>
                    <a:pt x="13506" y="61927"/>
                    <a:pt x="14306" y="61927"/>
                  </a:cubicBezTo>
                  <a:cubicBezTo>
                    <a:pt x="18839" y="61927"/>
                    <a:pt x="28171" y="58795"/>
                    <a:pt x="28171" y="48092"/>
                  </a:cubicBezTo>
                  <a:cubicBezTo>
                    <a:pt x="28171" y="41306"/>
                    <a:pt x="23372" y="34519"/>
                    <a:pt x="14040" y="34519"/>
                  </a:cubicBezTo>
                  <a:cubicBezTo>
                    <a:pt x="11907" y="34519"/>
                    <a:pt x="11373" y="34519"/>
                    <a:pt x="10573" y="34780"/>
                  </a:cubicBezTo>
                  <a:cubicBezTo>
                    <a:pt x="16706" y="17813"/>
                    <a:pt x="31104" y="8155"/>
                    <a:pt x="46568" y="8155"/>
                  </a:cubicBezTo>
                  <a:cubicBezTo>
                    <a:pt x="70831" y="8155"/>
                    <a:pt x="82296" y="29298"/>
                    <a:pt x="82296" y="50703"/>
                  </a:cubicBezTo>
                  <a:cubicBezTo>
                    <a:pt x="82296" y="71585"/>
                    <a:pt x="68965" y="92206"/>
                    <a:pt x="54300" y="108390"/>
                  </a:cubicBezTo>
                  <a:lnTo>
                    <a:pt x="3108" y="164251"/>
                  </a:lnTo>
                  <a:cubicBezTo>
                    <a:pt x="175" y="167122"/>
                    <a:pt x="175" y="167644"/>
                    <a:pt x="175" y="173909"/>
                  </a:cubicBezTo>
                  <a:lnTo>
                    <a:pt x="99093" y="173909"/>
                  </a:lnTo>
                  <a:lnTo>
                    <a:pt x="106559" y="128490"/>
                  </a:lnTo>
                  <a:lnTo>
                    <a:pt x="99893" y="128490"/>
                  </a:lnTo>
                  <a:cubicBezTo>
                    <a:pt x="98560" y="136321"/>
                    <a:pt x="96694" y="147806"/>
                    <a:pt x="94027" y="151721"/>
                  </a:cubicBezTo>
                  <a:cubicBezTo>
                    <a:pt x="92161" y="153810"/>
                    <a:pt x="74564" y="153810"/>
                    <a:pt x="68698" y="153810"/>
                  </a:cubicBezTo>
                  <a:lnTo>
                    <a:pt x="20705" y="153810"/>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8" name="Freeform: Shape 227">
              <a:extLst>
                <a:ext uri="{FF2B5EF4-FFF2-40B4-BE49-F238E27FC236}">
                  <a16:creationId xmlns:a16="http://schemas.microsoft.com/office/drawing/2014/main" id="{4B800306-237A-D8F2-8EB4-195B00FE37CF}"/>
                </a:ext>
              </a:extLst>
            </p:cNvPr>
            <p:cNvSpPr/>
            <p:nvPr>
              <p:custDataLst>
                <p:tags r:id="rId42"/>
              </p:custDataLst>
            </p:nvPr>
          </p:nvSpPr>
          <p:spPr>
            <a:xfrm>
              <a:off x="12247810" y="5896078"/>
              <a:ext cx="10665" cy="261030"/>
            </a:xfrm>
            <a:custGeom>
              <a:avLst/>
              <a:gdLst>
                <a:gd name="connsiteX0" fmla="*/ 10845 w 10665"/>
                <a:gd name="connsiteY0" fmla="*/ 9460 h 261030"/>
                <a:gd name="connsiteX1" fmla="*/ 5513 w 10665"/>
                <a:gd name="connsiteY1" fmla="*/ 63 h 261030"/>
                <a:gd name="connsiteX2" fmla="*/ 180 w 10665"/>
                <a:gd name="connsiteY2" fmla="*/ 9460 h 261030"/>
                <a:gd name="connsiteX3" fmla="*/ 180 w 10665"/>
                <a:gd name="connsiteY3" fmla="*/ 251696 h 261030"/>
                <a:gd name="connsiteX4" fmla="*/ 5513 w 10665"/>
                <a:gd name="connsiteY4" fmla="*/ 261093 h 261030"/>
                <a:gd name="connsiteX5" fmla="*/ 10845 w 10665"/>
                <a:gd name="connsiteY5" fmla="*/ 251696 h 261030"/>
                <a:gd name="connsiteX6" fmla="*/ 10845 w 10665"/>
                <a:gd name="connsiteY6" fmla="*/ 9460 h 26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65" h="261030">
                  <a:moveTo>
                    <a:pt x="10845" y="9460"/>
                  </a:moveTo>
                  <a:cubicBezTo>
                    <a:pt x="10845" y="4761"/>
                    <a:pt x="10845" y="63"/>
                    <a:pt x="5513" y="63"/>
                  </a:cubicBezTo>
                  <a:cubicBezTo>
                    <a:pt x="180" y="63"/>
                    <a:pt x="180" y="4761"/>
                    <a:pt x="180" y="9460"/>
                  </a:cubicBezTo>
                  <a:lnTo>
                    <a:pt x="180" y="251696"/>
                  </a:lnTo>
                  <a:cubicBezTo>
                    <a:pt x="180" y="256394"/>
                    <a:pt x="180" y="261093"/>
                    <a:pt x="5513" y="261093"/>
                  </a:cubicBezTo>
                  <a:cubicBezTo>
                    <a:pt x="10845" y="261093"/>
                    <a:pt x="10845" y="256394"/>
                    <a:pt x="10845" y="251696"/>
                  </a:cubicBezTo>
                  <a:lnTo>
                    <a:pt x="10845" y="9460"/>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9" name="Freeform: Shape 228">
              <a:extLst>
                <a:ext uri="{FF2B5EF4-FFF2-40B4-BE49-F238E27FC236}">
                  <a16:creationId xmlns:a16="http://schemas.microsoft.com/office/drawing/2014/main" id="{6C0AB496-496F-D91C-E309-6EA2CCB29BE9}"/>
                </a:ext>
              </a:extLst>
            </p:cNvPr>
            <p:cNvSpPr/>
            <p:nvPr>
              <p:custDataLst>
                <p:tags r:id="rId43"/>
              </p:custDataLst>
            </p:nvPr>
          </p:nvSpPr>
          <p:spPr>
            <a:xfrm>
              <a:off x="12298943" y="5913567"/>
              <a:ext cx="182105" cy="178283"/>
            </a:xfrm>
            <a:custGeom>
              <a:avLst/>
              <a:gdLst>
                <a:gd name="connsiteX0" fmla="*/ 154826 w 182105"/>
                <a:gd name="connsiteY0" fmla="*/ 20423 h 178283"/>
                <a:gd name="connsiteX1" fmla="*/ 175889 w 182105"/>
                <a:gd name="connsiteY1" fmla="*/ 8155 h 178283"/>
                <a:gd name="connsiteX2" fmla="*/ 182288 w 182105"/>
                <a:gd name="connsiteY2" fmla="*/ 8155 h 178283"/>
                <a:gd name="connsiteX3" fmla="*/ 182288 w 182105"/>
                <a:gd name="connsiteY3" fmla="*/ 63 h 178283"/>
                <a:gd name="connsiteX4" fmla="*/ 143094 w 182105"/>
                <a:gd name="connsiteY4" fmla="*/ 846 h 178283"/>
                <a:gd name="connsiteX5" fmla="*/ 103634 w 182105"/>
                <a:gd name="connsiteY5" fmla="*/ 63 h 178283"/>
                <a:gd name="connsiteX6" fmla="*/ 103634 w 182105"/>
                <a:gd name="connsiteY6" fmla="*/ 8155 h 178283"/>
                <a:gd name="connsiteX7" fmla="*/ 110033 w 182105"/>
                <a:gd name="connsiteY7" fmla="*/ 8155 h 178283"/>
                <a:gd name="connsiteX8" fmla="*/ 131096 w 182105"/>
                <a:gd name="connsiteY8" fmla="*/ 20423 h 178283"/>
                <a:gd name="connsiteX9" fmla="*/ 131096 w 182105"/>
                <a:gd name="connsiteY9" fmla="*/ 81504 h 178283"/>
                <a:gd name="connsiteX10" fmla="*/ 51375 w 182105"/>
                <a:gd name="connsiteY10" fmla="*/ 81504 h 178283"/>
                <a:gd name="connsiteX11" fmla="*/ 51375 w 182105"/>
                <a:gd name="connsiteY11" fmla="*/ 20423 h 178283"/>
                <a:gd name="connsiteX12" fmla="*/ 72438 w 182105"/>
                <a:gd name="connsiteY12" fmla="*/ 8155 h 178283"/>
                <a:gd name="connsiteX13" fmla="*/ 78837 w 182105"/>
                <a:gd name="connsiteY13" fmla="*/ 8155 h 178283"/>
                <a:gd name="connsiteX14" fmla="*/ 78837 w 182105"/>
                <a:gd name="connsiteY14" fmla="*/ 63 h 178283"/>
                <a:gd name="connsiteX15" fmla="*/ 39643 w 182105"/>
                <a:gd name="connsiteY15" fmla="*/ 846 h 178283"/>
                <a:gd name="connsiteX16" fmla="*/ 183 w 182105"/>
                <a:gd name="connsiteY16" fmla="*/ 63 h 178283"/>
                <a:gd name="connsiteX17" fmla="*/ 183 w 182105"/>
                <a:gd name="connsiteY17" fmla="*/ 8155 h 178283"/>
                <a:gd name="connsiteX18" fmla="*/ 6582 w 182105"/>
                <a:gd name="connsiteY18" fmla="*/ 8155 h 178283"/>
                <a:gd name="connsiteX19" fmla="*/ 27645 w 182105"/>
                <a:gd name="connsiteY19" fmla="*/ 20423 h 178283"/>
                <a:gd name="connsiteX20" fmla="*/ 27645 w 182105"/>
                <a:gd name="connsiteY20" fmla="*/ 157986 h 178283"/>
                <a:gd name="connsiteX21" fmla="*/ 6582 w 182105"/>
                <a:gd name="connsiteY21" fmla="*/ 170254 h 178283"/>
                <a:gd name="connsiteX22" fmla="*/ 183 w 182105"/>
                <a:gd name="connsiteY22" fmla="*/ 170254 h 178283"/>
                <a:gd name="connsiteX23" fmla="*/ 183 w 182105"/>
                <a:gd name="connsiteY23" fmla="*/ 178346 h 178283"/>
                <a:gd name="connsiteX24" fmla="*/ 39377 w 182105"/>
                <a:gd name="connsiteY24" fmla="*/ 177563 h 178283"/>
                <a:gd name="connsiteX25" fmla="*/ 78837 w 182105"/>
                <a:gd name="connsiteY25" fmla="*/ 178346 h 178283"/>
                <a:gd name="connsiteX26" fmla="*/ 78837 w 182105"/>
                <a:gd name="connsiteY26" fmla="*/ 170254 h 178283"/>
                <a:gd name="connsiteX27" fmla="*/ 72438 w 182105"/>
                <a:gd name="connsiteY27" fmla="*/ 170254 h 178283"/>
                <a:gd name="connsiteX28" fmla="*/ 51375 w 182105"/>
                <a:gd name="connsiteY28" fmla="*/ 157986 h 178283"/>
                <a:gd name="connsiteX29" fmla="*/ 51375 w 182105"/>
                <a:gd name="connsiteY29" fmla="*/ 89596 h 178283"/>
                <a:gd name="connsiteX30" fmla="*/ 131096 w 182105"/>
                <a:gd name="connsiteY30" fmla="*/ 89596 h 178283"/>
                <a:gd name="connsiteX31" fmla="*/ 131096 w 182105"/>
                <a:gd name="connsiteY31" fmla="*/ 157986 h 178283"/>
                <a:gd name="connsiteX32" fmla="*/ 110033 w 182105"/>
                <a:gd name="connsiteY32" fmla="*/ 170254 h 178283"/>
                <a:gd name="connsiteX33" fmla="*/ 103634 w 182105"/>
                <a:gd name="connsiteY33" fmla="*/ 170254 h 178283"/>
                <a:gd name="connsiteX34" fmla="*/ 103634 w 182105"/>
                <a:gd name="connsiteY34" fmla="*/ 178346 h 178283"/>
                <a:gd name="connsiteX35" fmla="*/ 142828 w 182105"/>
                <a:gd name="connsiteY35" fmla="*/ 177563 h 178283"/>
                <a:gd name="connsiteX36" fmla="*/ 182288 w 182105"/>
                <a:gd name="connsiteY36" fmla="*/ 178346 h 178283"/>
                <a:gd name="connsiteX37" fmla="*/ 182288 w 182105"/>
                <a:gd name="connsiteY37" fmla="*/ 170254 h 178283"/>
                <a:gd name="connsiteX38" fmla="*/ 175889 w 182105"/>
                <a:gd name="connsiteY38" fmla="*/ 170254 h 178283"/>
                <a:gd name="connsiteX39" fmla="*/ 154826 w 182105"/>
                <a:gd name="connsiteY39" fmla="*/ 157986 h 178283"/>
                <a:gd name="connsiteX40" fmla="*/ 154826 w 182105"/>
                <a:gd name="connsiteY40" fmla="*/ 20423 h 17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82105" h="178283">
                  <a:moveTo>
                    <a:pt x="154826" y="20423"/>
                  </a:moveTo>
                  <a:cubicBezTo>
                    <a:pt x="154826" y="11026"/>
                    <a:pt x="155359" y="8155"/>
                    <a:pt x="175889" y="8155"/>
                  </a:cubicBezTo>
                  <a:lnTo>
                    <a:pt x="182288" y="8155"/>
                  </a:lnTo>
                  <a:lnTo>
                    <a:pt x="182288" y="63"/>
                  </a:lnTo>
                  <a:cubicBezTo>
                    <a:pt x="172957" y="846"/>
                    <a:pt x="153226" y="846"/>
                    <a:pt x="143094" y="846"/>
                  </a:cubicBezTo>
                  <a:cubicBezTo>
                    <a:pt x="132963" y="846"/>
                    <a:pt x="112966" y="846"/>
                    <a:pt x="103634" y="63"/>
                  </a:cubicBezTo>
                  <a:lnTo>
                    <a:pt x="103634" y="8155"/>
                  </a:lnTo>
                  <a:lnTo>
                    <a:pt x="110033" y="8155"/>
                  </a:lnTo>
                  <a:cubicBezTo>
                    <a:pt x="130563" y="8155"/>
                    <a:pt x="131096" y="11026"/>
                    <a:pt x="131096" y="20423"/>
                  </a:cubicBezTo>
                  <a:lnTo>
                    <a:pt x="131096" y="81504"/>
                  </a:lnTo>
                  <a:lnTo>
                    <a:pt x="51375" y="81504"/>
                  </a:lnTo>
                  <a:lnTo>
                    <a:pt x="51375" y="20423"/>
                  </a:lnTo>
                  <a:cubicBezTo>
                    <a:pt x="51375" y="11026"/>
                    <a:pt x="51908" y="8155"/>
                    <a:pt x="72438" y="8155"/>
                  </a:cubicBezTo>
                  <a:lnTo>
                    <a:pt x="78837" y="8155"/>
                  </a:lnTo>
                  <a:lnTo>
                    <a:pt x="78837" y="63"/>
                  </a:lnTo>
                  <a:cubicBezTo>
                    <a:pt x="69506" y="846"/>
                    <a:pt x="49775" y="846"/>
                    <a:pt x="39643" y="846"/>
                  </a:cubicBezTo>
                  <a:cubicBezTo>
                    <a:pt x="29512" y="846"/>
                    <a:pt x="9515" y="846"/>
                    <a:pt x="183" y="63"/>
                  </a:cubicBezTo>
                  <a:lnTo>
                    <a:pt x="183" y="8155"/>
                  </a:lnTo>
                  <a:lnTo>
                    <a:pt x="6582" y="8155"/>
                  </a:lnTo>
                  <a:cubicBezTo>
                    <a:pt x="27112" y="8155"/>
                    <a:pt x="27645" y="11026"/>
                    <a:pt x="27645" y="20423"/>
                  </a:cubicBezTo>
                  <a:lnTo>
                    <a:pt x="27645" y="157986"/>
                  </a:lnTo>
                  <a:cubicBezTo>
                    <a:pt x="27645" y="167383"/>
                    <a:pt x="27112" y="170254"/>
                    <a:pt x="6582" y="170254"/>
                  </a:cubicBezTo>
                  <a:lnTo>
                    <a:pt x="183" y="170254"/>
                  </a:lnTo>
                  <a:lnTo>
                    <a:pt x="183" y="178346"/>
                  </a:lnTo>
                  <a:cubicBezTo>
                    <a:pt x="9515" y="177563"/>
                    <a:pt x="29245" y="177563"/>
                    <a:pt x="39377" y="177563"/>
                  </a:cubicBezTo>
                  <a:cubicBezTo>
                    <a:pt x="49509" y="177563"/>
                    <a:pt x="69506" y="177563"/>
                    <a:pt x="78837" y="178346"/>
                  </a:cubicBezTo>
                  <a:lnTo>
                    <a:pt x="78837" y="170254"/>
                  </a:lnTo>
                  <a:lnTo>
                    <a:pt x="72438" y="170254"/>
                  </a:lnTo>
                  <a:cubicBezTo>
                    <a:pt x="51908" y="170254"/>
                    <a:pt x="51375" y="167383"/>
                    <a:pt x="51375" y="157986"/>
                  </a:cubicBezTo>
                  <a:lnTo>
                    <a:pt x="51375" y="89596"/>
                  </a:lnTo>
                  <a:lnTo>
                    <a:pt x="131096" y="89596"/>
                  </a:lnTo>
                  <a:lnTo>
                    <a:pt x="131096" y="157986"/>
                  </a:lnTo>
                  <a:cubicBezTo>
                    <a:pt x="131096" y="167383"/>
                    <a:pt x="130563" y="170254"/>
                    <a:pt x="110033" y="170254"/>
                  </a:cubicBezTo>
                  <a:lnTo>
                    <a:pt x="103634" y="170254"/>
                  </a:lnTo>
                  <a:lnTo>
                    <a:pt x="103634" y="178346"/>
                  </a:lnTo>
                  <a:cubicBezTo>
                    <a:pt x="112966" y="177563"/>
                    <a:pt x="132696" y="177563"/>
                    <a:pt x="142828" y="177563"/>
                  </a:cubicBezTo>
                  <a:cubicBezTo>
                    <a:pt x="152960" y="177563"/>
                    <a:pt x="172957" y="177563"/>
                    <a:pt x="182288" y="178346"/>
                  </a:cubicBezTo>
                  <a:lnTo>
                    <a:pt x="182288" y="170254"/>
                  </a:lnTo>
                  <a:lnTo>
                    <a:pt x="175889" y="170254"/>
                  </a:lnTo>
                  <a:cubicBezTo>
                    <a:pt x="155359" y="170254"/>
                    <a:pt x="154826" y="167383"/>
                    <a:pt x="154826" y="157986"/>
                  </a:cubicBezTo>
                  <a:lnTo>
                    <a:pt x="154826" y="20423"/>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0" name="Freeform: Shape 229">
              <a:extLst>
                <a:ext uri="{FF2B5EF4-FFF2-40B4-BE49-F238E27FC236}">
                  <a16:creationId xmlns:a16="http://schemas.microsoft.com/office/drawing/2014/main" id="{C0DEFEF1-BBB8-0EA2-04D4-991C3BA41309}"/>
                </a:ext>
              </a:extLst>
            </p:cNvPr>
            <p:cNvSpPr/>
            <p:nvPr>
              <p:custDataLst>
                <p:tags r:id="rId44"/>
              </p:custDataLst>
            </p:nvPr>
          </p:nvSpPr>
          <p:spPr>
            <a:xfrm>
              <a:off x="12499819" y="6009678"/>
              <a:ext cx="86600" cy="124981"/>
            </a:xfrm>
            <a:custGeom>
              <a:avLst/>
              <a:gdLst>
                <a:gd name="connsiteX0" fmla="*/ 86790 w 86600"/>
                <a:gd name="connsiteY0" fmla="*/ 63103 h 124981"/>
                <a:gd name="connsiteX1" fmla="*/ 75779 w 86600"/>
                <a:gd name="connsiteY1" fmla="*/ 15778 h 124981"/>
                <a:gd name="connsiteX2" fmla="*/ 43490 w 86600"/>
                <a:gd name="connsiteY2" fmla="*/ 64 h 124981"/>
                <a:gd name="connsiteX3" fmla="*/ 190 w 86600"/>
                <a:gd name="connsiteY3" fmla="*/ 63103 h 124981"/>
                <a:gd name="connsiteX4" fmla="*/ 43490 w 86600"/>
                <a:gd name="connsiteY4" fmla="*/ 125045 h 124981"/>
                <a:gd name="connsiteX5" fmla="*/ 86790 w 86600"/>
                <a:gd name="connsiteY5" fmla="*/ 63103 h 124981"/>
                <a:gd name="connsiteX6" fmla="*/ 43490 w 86600"/>
                <a:gd name="connsiteY6" fmla="*/ 119929 h 124981"/>
                <a:gd name="connsiteX7" fmla="*/ 19787 w 86600"/>
                <a:gd name="connsiteY7" fmla="*/ 100013 h 124981"/>
                <a:gd name="connsiteX8" fmla="*/ 17174 w 86600"/>
                <a:gd name="connsiteY8" fmla="*/ 60728 h 124981"/>
                <a:gd name="connsiteX9" fmla="*/ 19974 w 86600"/>
                <a:gd name="connsiteY9" fmla="*/ 23453 h 124981"/>
                <a:gd name="connsiteX10" fmla="*/ 43490 w 86600"/>
                <a:gd name="connsiteY10" fmla="*/ 5180 h 124981"/>
                <a:gd name="connsiteX11" fmla="*/ 66633 w 86600"/>
                <a:gd name="connsiteY11" fmla="*/ 21808 h 124981"/>
                <a:gd name="connsiteX12" fmla="*/ 69806 w 86600"/>
                <a:gd name="connsiteY12" fmla="*/ 60728 h 124981"/>
                <a:gd name="connsiteX13" fmla="*/ 67380 w 86600"/>
                <a:gd name="connsiteY13" fmla="*/ 99282 h 124981"/>
                <a:gd name="connsiteX14" fmla="*/ 43490 w 86600"/>
                <a:gd name="connsiteY14" fmla="*/ 119929 h 124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6600" h="124981">
                  <a:moveTo>
                    <a:pt x="86790" y="63103"/>
                  </a:moveTo>
                  <a:cubicBezTo>
                    <a:pt x="86790" y="43004"/>
                    <a:pt x="84364" y="28569"/>
                    <a:pt x="75779" y="15778"/>
                  </a:cubicBezTo>
                  <a:cubicBezTo>
                    <a:pt x="69993" y="7373"/>
                    <a:pt x="58421" y="64"/>
                    <a:pt x="43490" y="64"/>
                  </a:cubicBezTo>
                  <a:cubicBezTo>
                    <a:pt x="190" y="64"/>
                    <a:pt x="190" y="49947"/>
                    <a:pt x="190" y="63103"/>
                  </a:cubicBezTo>
                  <a:cubicBezTo>
                    <a:pt x="190" y="76259"/>
                    <a:pt x="190" y="125045"/>
                    <a:pt x="43490" y="125045"/>
                  </a:cubicBezTo>
                  <a:cubicBezTo>
                    <a:pt x="86790" y="125045"/>
                    <a:pt x="86790" y="76259"/>
                    <a:pt x="86790" y="63103"/>
                  </a:cubicBezTo>
                  <a:close/>
                  <a:moveTo>
                    <a:pt x="43490" y="119929"/>
                  </a:moveTo>
                  <a:cubicBezTo>
                    <a:pt x="34905" y="119929"/>
                    <a:pt x="23520" y="114996"/>
                    <a:pt x="19787" y="100013"/>
                  </a:cubicBezTo>
                  <a:cubicBezTo>
                    <a:pt x="17174" y="89232"/>
                    <a:pt x="17174" y="74249"/>
                    <a:pt x="17174" y="60728"/>
                  </a:cubicBezTo>
                  <a:cubicBezTo>
                    <a:pt x="17174" y="47389"/>
                    <a:pt x="17174" y="33502"/>
                    <a:pt x="19974" y="23453"/>
                  </a:cubicBezTo>
                  <a:cubicBezTo>
                    <a:pt x="23893" y="9018"/>
                    <a:pt x="35838" y="5180"/>
                    <a:pt x="43490" y="5180"/>
                  </a:cubicBezTo>
                  <a:cubicBezTo>
                    <a:pt x="53569" y="5180"/>
                    <a:pt x="63274" y="11210"/>
                    <a:pt x="66633" y="21808"/>
                  </a:cubicBezTo>
                  <a:cubicBezTo>
                    <a:pt x="69620" y="31675"/>
                    <a:pt x="69806" y="44831"/>
                    <a:pt x="69806" y="60728"/>
                  </a:cubicBezTo>
                  <a:cubicBezTo>
                    <a:pt x="69806" y="74249"/>
                    <a:pt x="69806" y="87770"/>
                    <a:pt x="67380" y="99282"/>
                  </a:cubicBezTo>
                  <a:cubicBezTo>
                    <a:pt x="63647" y="115909"/>
                    <a:pt x="50956" y="119929"/>
                    <a:pt x="43490" y="119929"/>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1" name="Freeform: Shape 230">
              <a:extLst>
                <a:ext uri="{FF2B5EF4-FFF2-40B4-BE49-F238E27FC236}">
                  <a16:creationId xmlns:a16="http://schemas.microsoft.com/office/drawing/2014/main" id="{7949515E-9107-8B45-F0EE-C1097AA98240}"/>
                </a:ext>
              </a:extLst>
            </p:cNvPr>
            <p:cNvSpPr/>
            <p:nvPr>
              <p:custDataLst>
                <p:tags r:id="rId45"/>
              </p:custDataLst>
            </p:nvPr>
          </p:nvSpPr>
          <p:spPr>
            <a:xfrm>
              <a:off x="12624924" y="5896078"/>
              <a:ext cx="61857" cy="261030"/>
            </a:xfrm>
            <a:custGeom>
              <a:avLst/>
              <a:gdLst>
                <a:gd name="connsiteX0" fmla="*/ 62052 w 61857"/>
                <a:gd name="connsiteY0" fmla="*/ 130578 h 261030"/>
                <a:gd name="connsiteX1" fmla="*/ 44455 w 61857"/>
                <a:gd name="connsiteY1" fmla="*/ 49136 h 261030"/>
                <a:gd name="connsiteX2" fmla="*/ 2861 w 61857"/>
                <a:gd name="connsiteY2" fmla="*/ 63 h 261030"/>
                <a:gd name="connsiteX3" fmla="*/ 195 w 61857"/>
                <a:gd name="connsiteY3" fmla="*/ 2673 h 261030"/>
                <a:gd name="connsiteX4" fmla="*/ 5261 w 61857"/>
                <a:gd name="connsiteY4" fmla="*/ 8677 h 261030"/>
                <a:gd name="connsiteX5" fmla="*/ 46588 w 61857"/>
                <a:gd name="connsiteY5" fmla="*/ 130578 h 261030"/>
                <a:gd name="connsiteX6" fmla="*/ 3661 w 61857"/>
                <a:gd name="connsiteY6" fmla="*/ 254045 h 261030"/>
                <a:gd name="connsiteX7" fmla="*/ 195 w 61857"/>
                <a:gd name="connsiteY7" fmla="*/ 258483 h 261030"/>
                <a:gd name="connsiteX8" fmla="*/ 2861 w 61857"/>
                <a:gd name="connsiteY8" fmla="*/ 261093 h 261030"/>
                <a:gd name="connsiteX9" fmla="*/ 45255 w 61857"/>
                <a:gd name="connsiteY9" fmla="*/ 210192 h 261030"/>
                <a:gd name="connsiteX10" fmla="*/ 62052 w 61857"/>
                <a:gd name="connsiteY10" fmla="*/ 130578 h 26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857" h="261030">
                  <a:moveTo>
                    <a:pt x="62052" y="130578"/>
                  </a:moveTo>
                  <a:cubicBezTo>
                    <a:pt x="62052" y="110217"/>
                    <a:pt x="59119" y="78633"/>
                    <a:pt x="44455" y="49136"/>
                  </a:cubicBezTo>
                  <a:cubicBezTo>
                    <a:pt x="28457" y="17030"/>
                    <a:pt x="5527" y="63"/>
                    <a:pt x="2861" y="63"/>
                  </a:cubicBezTo>
                  <a:cubicBezTo>
                    <a:pt x="1261" y="63"/>
                    <a:pt x="195" y="1107"/>
                    <a:pt x="195" y="2673"/>
                  </a:cubicBezTo>
                  <a:cubicBezTo>
                    <a:pt x="195" y="3456"/>
                    <a:pt x="195" y="3978"/>
                    <a:pt x="5261" y="8677"/>
                  </a:cubicBezTo>
                  <a:cubicBezTo>
                    <a:pt x="31390" y="34519"/>
                    <a:pt x="46588" y="76023"/>
                    <a:pt x="46588" y="130578"/>
                  </a:cubicBezTo>
                  <a:cubicBezTo>
                    <a:pt x="46588" y="175214"/>
                    <a:pt x="36723" y="221155"/>
                    <a:pt x="3661" y="254045"/>
                  </a:cubicBezTo>
                  <a:cubicBezTo>
                    <a:pt x="195" y="257177"/>
                    <a:pt x="195" y="257700"/>
                    <a:pt x="195" y="258483"/>
                  </a:cubicBezTo>
                  <a:cubicBezTo>
                    <a:pt x="195" y="260049"/>
                    <a:pt x="1261" y="261093"/>
                    <a:pt x="2861" y="261093"/>
                  </a:cubicBezTo>
                  <a:cubicBezTo>
                    <a:pt x="5527" y="261093"/>
                    <a:pt x="29524" y="243343"/>
                    <a:pt x="45255" y="210192"/>
                  </a:cubicBezTo>
                  <a:cubicBezTo>
                    <a:pt x="58852" y="181479"/>
                    <a:pt x="62052" y="152504"/>
                    <a:pt x="62052" y="130578"/>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290" name="Group 289">
            <a:extLst>
              <a:ext uri="{FF2B5EF4-FFF2-40B4-BE49-F238E27FC236}">
                <a16:creationId xmlns:a16="http://schemas.microsoft.com/office/drawing/2014/main" id="{AF837571-D8B4-DF1B-556E-64730B8CE970}"/>
              </a:ext>
            </a:extLst>
          </p:cNvPr>
          <p:cNvGrpSpPr>
            <a:grpSpLocks noChangeAspect="1"/>
          </p:cNvGrpSpPr>
          <p:nvPr>
            <p:custDataLst>
              <p:tags r:id="rId2"/>
            </p:custDataLst>
          </p:nvPr>
        </p:nvGrpSpPr>
        <p:grpSpPr>
          <a:xfrm>
            <a:off x="912817" y="3314118"/>
            <a:ext cx="2217725" cy="153558"/>
            <a:chOff x="8681138" y="6237185"/>
            <a:chExt cx="3769869" cy="261030"/>
          </a:xfrm>
        </p:grpSpPr>
        <p:sp>
          <p:nvSpPr>
            <p:cNvPr id="267" name="Freeform: Shape 266">
              <a:extLst>
                <a:ext uri="{FF2B5EF4-FFF2-40B4-BE49-F238E27FC236}">
                  <a16:creationId xmlns:a16="http://schemas.microsoft.com/office/drawing/2014/main" id="{FDAD46ED-ABC7-8DBD-449E-713CDC958509}"/>
                </a:ext>
              </a:extLst>
            </p:cNvPr>
            <p:cNvSpPr/>
            <p:nvPr>
              <p:custDataLst>
                <p:tags r:id="rId3"/>
              </p:custDataLst>
            </p:nvPr>
          </p:nvSpPr>
          <p:spPr>
            <a:xfrm>
              <a:off x="8681138" y="6317582"/>
              <a:ext cx="140001" cy="166015"/>
            </a:xfrm>
            <a:custGeom>
              <a:avLst/>
              <a:gdLst>
                <a:gd name="connsiteX0" fmla="*/ 20728 w 140001"/>
                <a:gd name="connsiteY0" fmla="*/ 147284 h 166015"/>
                <a:gd name="connsiteX1" fmla="*/ 6245 w 140001"/>
                <a:gd name="connsiteY1" fmla="*/ 157986 h 166015"/>
                <a:gd name="connsiteX2" fmla="*/ 77 w 140001"/>
                <a:gd name="connsiteY2" fmla="*/ 162946 h 166015"/>
                <a:gd name="connsiteX3" fmla="*/ 3563 w 140001"/>
                <a:gd name="connsiteY3" fmla="*/ 166078 h 166015"/>
                <a:gd name="connsiteX4" fmla="*/ 26092 w 140001"/>
                <a:gd name="connsiteY4" fmla="*/ 165295 h 166015"/>
                <a:gd name="connsiteX5" fmla="*/ 52644 w 140001"/>
                <a:gd name="connsiteY5" fmla="*/ 166078 h 166015"/>
                <a:gd name="connsiteX6" fmla="*/ 57472 w 140001"/>
                <a:gd name="connsiteY6" fmla="*/ 160857 h 166015"/>
                <a:gd name="connsiteX7" fmla="*/ 51035 w 140001"/>
                <a:gd name="connsiteY7" fmla="*/ 157986 h 166015"/>
                <a:gd name="connsiteX8" fmla="*/ 37625 w 140001"/>
                <a:gd name="connsiteY8" fmla="*/ 153810 h 166015"/>
                <a:gd name="connsiteX9" fmla="*/ 50767 w 140001"/>
                <a:gd name="connsiteY9" fmla="*/ 101603 h 166015"/>
                <a:gd name="connsiteX10" fmla="*/ 75441 w 140001"/>
                <a:gd name="connsiteY10" fmla="*/ 118309 h 166015"/>
                <a:gd name="connsiteX11" fmla="*/ 140078 w 140001"/>
                <a:gd name="connsiteY11" fmla="*/ 41828 h 166015"/>
                <a:gd name="connsiteX12" fmla="*/ 104407 w 140001"/>
                <a:gd name="connsiteY12" fmla="*/ 63 h 166015"/>
                <a:gd name="connsiteX13" fmla="*/ 69273 w 140001"/>
                <a:gd name="connsiteY13" fmla="*/ 19640 h 166015"/>
                <a:gd name="connsiteX14" fmla="*/ 45135 w 140001"/>
                <a:gd name="connsiteY14" fmla="*/ 63 h 166015"/>
                <a:gd name="connsiteX15" fmla="*/ 25288 w 140001"/>
                <a:gd name="connsiteY15" fmla="*/ 14941 h 166015"/>
                <a:gd name="connsiteX16" fmla="*/ 16973 w 140001"/>
                <a:gd name="connsiteY16" fmla="*/ 40261 h 166015"/>
                <a:gd name="connsiteX17" fmla="*/ 20192 w 140001"/>
                <a:gd name="connsiteY17" fmla="*/ 42872 h 166015"/>
                <a:gd name="connsiteX18" fmla="*/ 24751 w 140001"/>
                <a:gd name="connsiteY18" fmla="*/ 36868 h 166015"/>
                <a:gd name="connsiteX19" fmla="*/ 44330 w 140001"/>
                <a:gd name="connsiteY19" fmla="*/ 5805 h 166015"/>
                <a:gd name="connsiteX20" fmla="*/ 52644 w 140001"/>
                <a:gd name="connsiteY20" fmla="*/ 17813 h 166015"/>
                <a:gd name="connsiteX21" fmla="*/ 50767 w 140001"/>
                <a:gd name="connsiteY21" fmla="*/ 31125 h 166015"/>
                <a:gd name="connsiteX22" fmla="*/ 20728 w 140001"/>
                <a:gd name="connsiteY22" fmla="*/ 147284 h 166015"/>
                <a:gd name="connsiteX23" fmla="*/ 67932 w 140001"/>
                <a:gd name="connsiteY23" fmla="*/ 33997 h 166015"/>
                <a:gd name="connsiteX24" fmla="*/ 81878 w 140001"/>
                <a:gd name="connsiteY24" fmla="*/ 15725 h 166015"/>
                <a:gd name="connsiteX25" fmla="*/ 103602 w 140001"/>
                <a:gd name="connsiteY25" fmla="*/ 5805 h 166015"/>
                <a:gd name="connsiteX26" fmla="*/ 120767 w 140001"/>
                <a:gd name="connsiteY26" fmla="*/ 30342 h 166015"/>
                <a:gd name="connsiteX27" fmla="*/ 107089 w 140001"/>
                <a:gd name="connsiteY27" fmla="*/ 85681 h 166015"/>
                <a:gd name="connsiteX28" fmla="*/ 75173 w 140001"/>
                <a:gd name="connsiteY28" fmla="*/ 112567 h 166015"/>
                <a:gd name="connsiteX29" fmla="*/ 53985 w 140001"/>
                <a:gd name="connsiteY29" fmla="*/ 89335 h 166015"/>
                <a:gd name="connsiteX30" fmla="*/ 54790 w 140001"/>
                <a:gd name="connsiteY30" fmla="*/ 85159 h 166015"/>
                <a:gd name="connsiteX31" fmla="*/ 67932 w 140001"/>
                <a:gd name="connsiteY31" fmla="*/ 33997 h 16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40001" h="166015">
                  <a:moveTo>
                    <a:pt x="20728" y="147284"/>
                  </a:moveTo>
                  <a:cubicBezTo>
                    <a:pt x="18583" y="156159"/>
                    <a:pt x="18046" y="157986"/>
                    <a:pt x="6245" y="157986"/>
                  </a:cubicBezTo>
                  <a:cubicBezTo>
                    <a:pt x="3027" y="157986"/>
                    <a:pt x="77" y="157986"/>
                    <a:pt x="77" y="162946"/>
                  </a:cubicBezTo>
                  <a:cubicBezTo>
                    <a:pt x="77" y="165034"/>
                    <a:pt x="1418" y="166078"/>
                    <a:pt x="3563" y="166078"/>
                  </a:cubicBezTo>
                  <a:cubicBezTo>
                    <a:pt x="10805" y="166078"/>
                    <a:pt x="18583" y="165295"/>
                    <a:pt x="26092" y="165295"/>
                  </a:cubicBezTo>
                  <a:cubicBezTo>
                    <a:pt x="34943" y="165295"/>
                    <a:pt x="44062" y="166078"/>
                    <a:pt x="52644" y="166078"/>
                  </a:cubicBezTo>
                  <a:cubicBezTo>
                    <a:pt x="53985" y="166078"/>
                    <a:pt x="57472" y="166078"/>
                    <a:pt x="57472" y="160857"/>
                  </a:cubicBezTo>
                  <a:cubicBezTo>
                    <a:pt x="57472" y="157986"/>
                    <a:pt x="54790" y="157986"/>
                    <a:pt x="51035" y="157986"/>
                  </a:cubicBezTo>
                  <a:cubicBezTo>
                    <a:pt x="37625" y="157986"/>
                    <a:pt x="37625" y="156159"/>
                    <a:pt x="37625" y="153810"/>
                  </a:cubicBezTo>
                  <a:cubicBezTo>
                    <a:pt x="37625" y="150677"/>
                    <a:pt x="48889" y="108129"/>
                    <a:pt x="50767" y="101603"/>
                  </a:cubicBezTo>
                  <a:cubicBezTo>
                    <a:pt x="54253" y="109173"/>
                    <a:pt x="61763" y="118309"/>
                    <a:pt x="75441" y="118309"/>
                  </a:cubicBezTo>
                  <a:cubicBezTo>
                    <a:pt x="106553" y="118309"/>
                    <a:pt x="140078" y="80199"/>
                    <a:pt x="140078" y="41828"/>
                  </a:cubicBezTo>
                  <a:cubicBezTo>
                    <a:pt x="140078" y="17291"/>
                    <a:pt x="124790" y="63"/>
                    <a:pt x="104407" y="63"/>
                  </a:cubicBezTo>
                  <a:cubicBezTo>
                    <a:pt x="90997" y="63"/>
                    <a:pt x="78123" y="9460"/>
                    <a:pt x="69273" y="19640"/>
                  </a:cubicBezTo>
                  <a:cubicBezTo>
                    <a:pt x="66591" y="5544"/>
                    <a:pt x="55058" y="63"/>
                    <a:pt x="45135" y="63"/>
                  </a:cubicBezTo>
                  <a:cubicBezTo>
                    <a:pt x="32797" y="63"/>
                    <a:pt x="27701" y="10243"/>
                    <a:pt x="25288" y="14941"/>
                  </a:cubicBezTo>
                  <a:cubicBezTo>
                    <a:pt x="20460" y="23817"/>
                    <a:pt x="16973" y="39478"/>
                    <a:pt x="16973" y="40261"/>
                  </a:cubicBezTo>
                  <a:cubicBezTo>
                    <a:pt x="16973" y="42872"/>
                    <a:pt x="19655" y="42872"/>
                    <a:pt x="20192" y="42872"/>
                  </a:cubicBezTo>
                  <a:cubicBezTo>
                    <a:pt x="22874" y="42872"/>
                    <a:pt x="23142" y="42611"/>
                    <a:pt x="24751" y="36868"/>
                  </a:cubicBezTo>
                  <a:cubicBezTo>
                    <a:pt x="29311" y="18335"/>
                    <a:pt x="34675" y="5805"/>
                    <a:pt x="44330" y="5805"/>
                  </a:cubicBezTo>
                  <a:cubicBezTo>
                    <a:pt x="48889" y="5805"/>
                    <a:pt x="52644" y="7894"/>
                    <a:pt x="52644" y="17813"/>
                  </a:cubicBezTo>
                  <a:cubicBezTo>
                    <a:pt x="52644" y="23817"/>
                    <a:pt x="51840" y="26688"/>
                    <a:pt x="50767" y="31125"/>
                  </a:cubicBezTo>
                  <a:lnTo>
                    <a:pt x="20728" y="147284"/>
                  </a:lnTo>
                  <a:close/>
                  <a:moveTo>
                    <a:pt x="67932" y="33997"/>
                  </a:moveTo>
                  <a:cubicBezTo>
                    <a:pt x="69809" y="26949"/>
                    <a:pt x="77051" y="19640"/>
                    <a:pt x="81878" y="15725"/>
                  </a:cubicBezTo>
                  <a:cubicBezTo>
                    <a:pt x="91265" y="7633"/>
                    <a:pt x="99043" y="5805"/>
                    <a:pt x="103602" y="5805"/>
                  </a:cubicBezTo>
                  <a:cubicBezTo>
                    <a:pt x="114331" y="5805"/>
                    <a:pt x="120767" y="14941"/>
                    <a:pt x="120767" y="30342"/>
                  </a:cubicBezTo>
                  <a:cubicBezTo>
                    <a:pt x="120767" y="45743"/>
                    <a:pt x="111917" y="75762"/>
                    <a:pt x="107089" y="85681"/>
                  </a:cubicBezTo>
                  <a:cubicBezTo>
                    <a:pt x="97970" y="103953"/>
                    <a:pt x="85097" y="112567"/>
                    <a:pt x="75173" y="112567"/>
                  </a:cubicBezTo>
                  <a:cubicBezTo>
                    <a:pt x="57472" y="112567"/>
                    <a:pt x="53985" y="90901"/>
                    <a:pt x="53985" y="89335"/>
                  </a:cubicBezTo>
                  <a:cubicBezTo>
                    <a:pt x="53985" y="88813"/>
                    <a:pt x="53985" y="88291"/>
                    <a:pt x="54790" y="85159"/>
                  </a:cubicBezTo>
                  <a:lnTo>
                    <a:pt x="67932" y="33997"/>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68" name="Freeform: Shape 267">
              <a:extLst>
                <a:ext uri="{FF2B5EF4-FFF2-40B4-BE49-F238E27FC236}">
                  <a16:creationId xmlns:a16="http://schemas.microsoft.com/office/drawing/2014/main" id="{F177F120-12D3-D920-46EB-CEA144D81B86}"/>
                </a:ext>
              </a:extLst>
            </p:cNvPr>
            <p:cNvSpPr/>
            <p:nvPr>
              <p:custDataLst>
                <p:tags r:id="rId4"/>
              </p:custDataLst>
            </p:nvPr>
          </p:nvSpPr>
          <p:spPr>
            <a:xfrm>
              <a:off x="8906519" y="6362479"/>
              <a:ext cx="163871" cy="10441"/>
            </a:xfrm>
            <a:custGeom>
              <a:avLst/>
              <a:gdLst>
                <a:gd name="connsiteX0" fmla="*/ 154568 w 163871"/>
                <a:gd name="connsiteY0" fmla="*/ 10504 h 10441"/>
                <a:gd name="connsiteX1" fmla="*/ 163955 w 163871"/>
                <a:gd name="connsiteY1" fmla="*/ 5283 h 10441"/>
                <a:gd name="connsiteX2" fmla="*/ 154568 w 163871"/>
                <a:gd name="connsiteY2" fmla="*/ 63 h 10441"/>
                <a:gd name="connsiteX3" fmla="*/ 9471 w 163871"/>
                <a:gd name="connsiteY3" fmla="*/ 63 h 10441"/>
                <a:gd name="connsiteX4" fmla="*/ 84 w 163871"/>
                <a:gd name="connsiteY4" fmla="*/ 5283 h 10441"/>
                <a:gd name="connsiteX5" fmla="*/ 9471 w 163871"/>
                <a:gd name="connsiteY5" fmla="*/ 10504 h 10441"/>
                <a:gd name="connsiteX6" fmla="*/ 154568 w 163871"/>
                <a:gd name="connsiteY6" fmla="*/ 10504 h 1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871" h="10441">
                  <a:moveTo>
                    <a:pt x="154568" y="10504"/>
                  </a:moveTo>
                  <a:cubicBezTo>
                    <a:pt x="159127" y="10504"/>
                    <a:pt x="163955" y="10504"/>
                    <a:pt x="163955" y="5283"/>
                  </a:cubicBezTo>
                  <a:cubicBezTo>
                    <a:pt x="163955" y="63"/>
                    <a:pt x="159127" y="63"/>
                    <a:pt x="154568" y="63"/>
                  </a:cubicBezTo>
                  <a:lnTo>
                    <a:pt x="9471" y="63"/>
                  </a:lnTo>
                  <a:cubicBezTo>
                    <a:pt x="4912" y="63"/>
                    <a:pt x="84" y="63"/>
                    <a:pt x="84" y="5283"/>
                  </a:cubicBezTo>
                  <a:cubicBezTo>
                    <a:pt x="84" y="10504"/>
                    <a:pt x="4912" y="10504"/>
                    <a:pt x="9471" y="10504"/>
                  </a:cubicBezTo>
                  <a:lnTo>
                    <a:pt x="154568" y="1050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69" name="Freeform: Shape 268">
              <a:extLst>
                <a:ext uri="{FF2B5EF4-FFF2-40B4-BE49-F238E27FC236}">
                  <a16:creationId xmlns:a16="http://schemas.microsoft.com/office/drawing/2014/main" id="{FBC193C5-6160-143D-4A3D-259664F29C0F}"/>
                </a:ext>
              </a:extLst>
            </p:cNvPr>
            <p:cNvSpPr/>
            <p:nvPr>
              <p:custDataLst>
                <p:tags r:id="rId5"/>
              </p:custDataLst>
            </p:nvPr>
          </p:nvSpPr>
          <p:spPr>
            <a:xfrm>
              <a:off x="9160237" y="6317582"/>
              <a:ext cx="117740" cy="118246"/>
            </a:xfrm>
            <a:custGeom>
              <a:avLst/>
              <a:gdLst>
                <a:gd name="connsiteX0" fmla="*/ 117834 w 117740"/>
                <a:gd name="connsiteY0" fmla="*/ 18335 h 118246"/>
                <a:gd name="connsiteX1" fmla="*/ 106033 w 117740"/>
                <a:gd name="connsiteY1" fmla="*/ 63 h 118246"/>
                <a:gd name="connsiteX2" fmla="*/ 92892 w 117740"/>
                <a:gd name="connsiteY2" fmla="*/ 12592 h 118246"/>
                <a:gd name="connsiteX3" fmla="*/ 97183 w 117740"/>
                <a:gd name="connsiteY3" fmla="*/ 20423 h 118246"/>
                <a:gd name="connsiteX4" fmla="*/ 106302 w 117740"/>
                <a:gd name="connsiteY4" fmla="*/ 41828 h 118246"/>
                <a:gd name="connsiteX5" fmla="*/ 58562 w 117740"/>
                <a:gd name="connsiteY5" fmla="*/ 112567 h 118246"/>
                <a:gd name="connsiteX6" fmla="*/ 38715 w 117740"/>
                <a:gd name="connsiteY6" fmla="*/ 89857 h 118246"/>
                <a:gd name="connsiteX7" fmla="*/ 54271 w 117740"/>
                <a:gd name="connsiteY7" fmla="*/ 34519 h 118246"/>
                <a:gd name="connsiteX8" fmla="*/ 57489 w 117740"/>
                <a:gd name="connsiteY8" fmla="*/ 21467 h 118246"/>
                <a:gd name="connsiteX9" fmla="*/ 35496 w 117740"/>
                <a:gd name="connsiteY9" fmla="*/ 63 h 118246"/>
                <a:gd name="connsiteX10" fmla="*/ 94 w 117740"/>
                <a:gd name="connsiteY10" fmla="*/ 40261 h 118246"/>
                <a:gd name="connsiteX11" fmla="*/ 3312 w 117740"/>
                <a:gd name="connsiteY11" fmla="*/ 42872 h 118246"/>
                <a:gd name="connsiteX12" fmla="*/ 7604 w 117740"/>
                <a:gd name="connsiteY12" fmla="*/ 38173 h 118246"/>
                <a:gd name="connsiteX13" fmla="*/ 34692 w 117740"/>
                <a:gd name="connsiteY13" fmla="*/ 5805 h 118246"/>
                <a:gd name="connsiteX14" fmla="*/ 41397 w 117740"/>
                <a:gd name="connsiteY14" fmla="*/ 14158 h 118246"/>
                <a:gd name="connsiteX15" fmla="*/ 36837 w 117740"/>
                <a:gd name="connsiteY15" fmla="*/ 32431 h 118246"/>
                <a:gd name="connsiteX16" fmla="*/ 21550 w 117740"/>
                <a:gd name="connsiteY16" fmla="*/ 85942 h 118246"/>
                <a:gd name="connsiteX17" fmla="*/ 57489 w 117740"/>
                <a:gd name="connsiteY17" fmla="*/ 118309 h 118246"/>
                <a:gd name="connsiteX18" fmla="*/ 117834 w 117740"/>
                <a:gd name="connsiteY18" fmla="*/ 18335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7740" h="118246">
                  <a:moveTo>
                    <a:pt x="117834" y="18335"/>
                  </a:moveTo>
                  <a:cubicBezTo>
                    <a:pt x="117834" y="4239"/>
                    <a:pt x="110861" y="63"/>
                    <a:pt x="106033" y="63"/>
                  </a:cubicBezTo>
                  <a:cubicBezTo>
                    <a:pt x="99328" y="63"/>
                    <a:pt x="92892" y="6850"/>
                    <a:pt x="92892" y="12592"/>
                  </a:cubicBezTo>
                  <a:cubicBezTo>
                    <a:pt x="92892" y="15986"/>
                    <a:pt x="94233" y="17552"/>
                    <a:pt x="97183" y="20423"/>
                  </a:cubicBezTo>
                  <a:cubicBezTo>
                    <a:pt x="102815" y="25644"/>
                    <a:pt x="106302" y="32431"/>
                    <a:pt x="106302" y="41828"/>
                  </a:cubicBezTo>
                  <a:cubicBezTo>
                    <a:pt x="106302" y="52791"/>
                    <a:pt x="89941" y="112567"/>
                    <a:pt x="58562" y="112567"/>
                  </a:cubicBezTo>
                  <a:cubicBezTo>
                    <a:pt x="44884" y="112567"/>
                    <a:pt x="38715" y="103431"/>
                    <a:pt x="38715" y="89857"/>
                  </a:cubicBezTo>
                  <a:cubicBezTo>
                    <a:pt x="38715" y="75239"/>
                    <a:pt x="45956" y="56184"/>
                    <a:pt x="54271" y="34519"/>
                  </a:cubicBezTo>
                  <a:cubicBezTo>
                    <a:pt x="56148" y="30081"/>
                    <a:pt x="57489" y="26427"/>
                    <a:pt x="57489" y="21467"/>
                  </a:cubicBezTo>
                  <a:cubicBezTo>
                    <a:pt x="57489" y="9721"/>
                    <a:pt x="48907" y="63"/>
                    <a:pt x="35496" y="63"/>
                  </a:cubicBezTo>
                  <a:cubicBezTo>
                    <a:pt x="10286" y="63"/>
                    <a:pt x="94" y="37912"/>
                    <a:pt x="94" y="40261"/>
                  </a:cubicBezTo>
                  <a:cubicBezTo>
                    <a:pt x="94" y="42872"/>
                    <a:pt x="2776" y="42872"/>
                    <a:pt x="3312" y="42872"/>
                  </a:cubicBezTo>
                  <a:cubicBezTo>
                    <a:pt x="5994" y="42872"/>
                    <a:pt x="6263" y="42350"/>
                    <a:pt x="7604" y="38173"/>
                  </a:cubicBezTo>
                  <a:cubicBezTo>
                    <a:pt x="15381" y="11809"/>
                    <a:pt x="26914" y="5805"/>
                    <a:pt x="34692" y="5805"/>
                  </a:cubicBezTo>
                  <a:cubicBezTo>
                    <a:pt x="36837" y="5805"/>
                    <a:pt x="41397" y="5805"/>
                    <a:pt x="41397" y="14158"/>
                  </a:cubicBezTo>
                  <a:cubicBezTo>
                    <a:pt x="41397" y="20684"/>
                    <a:pt x="38715" y="27732"/>
                    <a:pt x="36837" y="32431"/>
                  </a:cubicBezTo>
                  <a:cubicBezTo>
                    <a:pt x="25037" y="62710"/>
                    <a:pt x="21550" y="74717"/>
                    <a:pt x="21550" y="85942"/>
                  </a:cubicBezTo>
                  <a:cubicBezTo>
                    <a:pt x="21550" y="114133"/>
                    <a:pt x="45152" y="118309"/>
                    <a:pt x="57489" y="118309"/>
                  </a:cubicBezTo>
                  <a:cubicBezTo>
                    <a:pt x="102547" y="118309"/>
                    <a:pt x="117834" y="31908"/>
                    <a:pt x="117834" y="18335"/>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0" name="Freeform: Shape 269">
              <a:extLst>
                <a:ext uri="{FF2B5EF4-FFF2-40B4-BE49-F238E27FC236}">
                  <a16:creationId xmlns:a16="http://schemas.microsoft.com/office/drawing/2014/main" id="{9CAD89DF-E7FA-3EFF-6F7B-3B35DBD935F1}"/>
                </a:ext>
              </a:extLst>
            </p:cNvPr>
            <p:cNvSpPr/>
            <p:nvPr>
              <p:custDataLst>
                <p:tags r:id="rId6"/>
              </p:custDataLst>
            </p:nvPr>
          </p:nvSpPr>
          <p:spPr>
            <a:xfrm>
              <a:off x="9302814" y="6317582"/>
              <a:ext cx="122836" cy="118246"/>
            </a:xfrm>
            <a:custGeom>
              <a:avLst/>
              <a:gdLst>
                <a:gd name="connsiteX0" fmla="*/ 89410 w 122836"/>
                <a:gd name="connsiteY0" fmla="*/ 16769 h 118246"/>
                <a:gd name="connsiteX1" fmla="*/ 64736 w 122836"/>
                <a:gd name="connsiteY1" fmla="*/ 63 h 118246"/>
                <a:gd name="connsiteX2" fmla="*/ 99 w 122836"/>
                <a:gd name="connsiteY2" fmla="*/ 76545 h 118246"/>
                <a:gd name="connsiteX3" fmla="*/ 35770 w 122836"/>
                <a:gd name="connsiteY3" fmla="*/ 118309 h 118246"/>
                <a:gd name="connsiteX4" fmla="*/ 70636 w 122836"/>
                <a:gd name="connsiteY4" fmla="*/ 98732 h 118246"/>
                <a:gd name="connsiteX5" fmla="*/ 95042 w 122836"/>
                <a:gd name="connsiteY5" fmla="*/ 118309 h 118246"/>
                <a:gd name="connsiteX6" fmla="*/ 114889 w 122836"/>
                <a:gd name="connsiteY6" fmla="*/ 103953 h 118246"/>
                <a:gd name="connsiteX7" fmla="*/ 122935 w 122836"/>
                <a:gd name="connsiteY7" fmla="*/ 78111 h 118246"/>
                <a:gd name="connsiteX8" fmla="*/ 119717 w 122836"/>
                <a:gd name="connsiteY8" fmla="*/ 75500 h 118246"/>
                <a:gd name="connsiteX9" fmla="*/ 115962 w 122836"/>
                <a:gd name="connsiteY9" fmla="*/ 80199 h 118246"/>
                <a:gd name="connsiteX10" fmla="*/ 95579 w 122836"/>
                <a:gd name="connsiteY10" fmla="*/ 112567 h 118246"/>
                <a:gd name="connsiteX11" fmla="*/ 87533 w 122836"/>
                <a:gd name="connsiteY11" fmla="*/ 100559 h 118246"/>
                <a:gd name="connsiteX12" fmla="*/ 91019 w 122836"/>
                <a:gd name="connsiteY12" fmla="*/ 81243 h 118246"/>
                <a:gd name="connsiteX13" fmla="*/ 96920 w 122836"/>
                <a:gd name="connsiteY13" fmla="*/ 57750 h 118246"/>
                <a:gd name="connsiteX14" fmla="*/ 106575 w 122836"/>
                <a:gd name="connsiteY14" fmla="*/ 21206 h 118246"/>
                <a:gd name="connsiteX15" fmla="*/ 108452 w 122836"/>
                <a:gd name="connsiteY15" fmla="*/ 12331 h 118246"/>
                <a:gd name="connsiteX16" fmla="*/ 100675 w 122836"/>
                <a:gd name="connsiteY16" fmla="*/ 5283 h 118246"/>
                <a:gd name="connsiteX17" fmla="*/ 89410 w 122836"/>
                <a:gd name="connsiteY17" fmla="*/ 16769 h 118246"/>
                <a:gd name="connsiteX18" fmla="*/ 71977 w 122836"/>
                <a:gd name="connsiteY18" fmla="*/ 84376 h 118246"/>
                <a:gd name="connsiteX19" fmla="*/ 66613 w 122836"/>
                <a:gd name="connsiteY19" fmla="*/ 94034 h 118246"/>
                <a:gd name="connsiteX20" fmla="*/ 36306 w 122836"/>
                <a:gd name="connsiteY20" fmla="*/ 112567 h 118246"/>
                <a:gd name="connsiteX21" fmla="*/ 19141 w 122836"/>
                <a:gd name="connsiteY21" fmla="*/ 88030 h 118246"/>
                <a:gd name="connsiteX22" fmla="*/ 33892 w 122836"/>
                <a:gd name="connsiteY22" fmla="*/ 30864 h 118246"/>
                <a:gd name="connsiteX23" fmla="*/ 65004 w 122836"/>
                <a:gd name="connsiteY23" fmla="*/ 5805 h 118246"/>
                <a:gd name="connsiteX24" fmla="*/ 86192 w 122836"/>
                <a:gd name="connsiteY24" fmla="*/ 28776 h 118246"/>
                <a:gd name="connsiteX25" fmla="*/ 85387 w 122836"/>
                <a:gd name="connsiteY25" fmla="*/ 33214 h 118246"/>
                <a:gd name="connsiteX26" fmla="*/ 71977 w 122836"/>
                <a:gd name="connsiteY26" fmla="*/ 84376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2836" h="118246">
                  <a:moveTo>
                    <a:pt x="89410" y="16769"/>
                  </a:moveTo>
                  <a:cubicBezTo>
                    <a:pt x="84583" y="7111"/>
                    <a:pt x="76805" y="63"/>
                    <a:pt x="64736" y="63"/>
                  </a:cubicBezTo>
                  <a:cubicBezTo>
                    <a:pt x="33356" y="63"/>
                    <a:pt x="99" y="38434"/>
                    <a:pt x="99" y="76545"/>
                  </a:cubicBezTo>
                  <a:cubicBezTo>
                    <a:pt x="99" y="101081"/>
                    <a:pt x="14850" y="118309"/>
                    <a:pt x="35770" y="118309"/>
                  </a:cubicBezTo>
                  <a:cubicBezTo>
                    <a:pt x="41134" y="118309"/>
                    <a:pt x="54544" y="117265"/>
                    <a:pt x="70636" y="98732"/>
                  </a:cubicBezTo>
                  <a:cubicBezTo>
                    <a:pt x="72782" y="109695"/>
                    <a:pt x="82169" y="118309"/>
                    <a:pt x="95042" y="118309"/>
                  </a:cubicBezTo>
                  <a:cubicBezTo>
                    <a:pt x="104429" y="118309"/>
                    <a:pt x="110598" y="112306"/>
                    <a:pt x="114889" y="103953"/>
                  </a:cubicBezTo>
                  <a:cubicBezTo>
                    <a:pt x="119449" y="94556"/>
                    <a:pt x="122935" y="78633"/>
                    <a:pt x="122935" y="78111"/>
                  </a:cubicBezTo>
                  <a:cubicBezTo>
                    <a:pt x="122935" y="75500"/>
                    <a:pt x="120522" y="75500"/>
                    <a:pt x="119717" y="75500"/>
                  </a:cubicBezTo>
                  <a:cubicBezTo>
                    <a:pt x="117035" y="75500"/>
                    <a:pt x="116767" y="76545"/>
                    <a:pt x="115962" y="80199"/>
                  </a:cubicBezTo>
                  <a:cubicBezTo>
                    <a:pt x="111403" y="97166"/>
                    <a:pt x="106575" y="112567"/>
                    <a:pt x="95579" y="112567"/>
                  </a:cubicBezTo>
                  <a:cubicBezTo>
                    <a:pt x="88337" y="112567"/>
                    <a:pt x="87533" y="105780"/>
                    <a:pt x="87533" y="100559"/>
                  </a:cubicBezTo>
                  <a:cubicBezTo>
                    <a:pt x="87533" y="94817"/>
                    <a:pt x="88069" y="92728"/>
                    <a:pt x="91019" y="81243"/>
                  </a:cubicBezTo>
                  <a:cubicBezTo>
                    <a:pt x="93970" y="70280"/>
                    <a:pt x="94506" y="67670"/>
                    <a:pt x="96920" y="57750"/>
                  </a:cubicBezTo>
                  <a:lnTo>
                    <a:pt x="106575" y="21206"/>
                  </a:lnTo>
                  <a:cubicBezTo>
                    <a:pt x="108452" y="13897"/>
                    <a:pt x="108452" y="13375"/>
                    <a:pt x="108452" y="12331"/>
                  </a:cubicBezTo>
                  <a:cubicBezTo>
                    <a:pt x="108452" y="7894"/>
                    <a:pt x="105234" y="5283"/>
                    <a:pt x="100675" y="5283"/>
                  </a:cubicBezTo>
                  <a:cubicBezTo>
                    <a:pt x="94238" y="5283"/>
                    <a:pt x="90215" y="11026"/>
                    <a:pt x="89410" y="16769"/>
                  </a:cubicBezTo>
                  <a:close/>
                  <a:moveTo>
                    <a:pt x="71977" y="84376"/>
                  </a:moveTo>
                  <a:cubicBezTo>
                    <a:pt x="70636" y="89074"/>
                    <a:pt x="70636" y="89596"/>
                    <a:pt x="66613" y="94034"/>
                  </a:cubicBezTo>
                  <a:cubicBezTo>
                    <a:pt x="54812" y="108390"/>
                    <a:pt x="43816" y="112567"/>
                    <a:pt x="36306" y="112567"/>
                  </a:cubicBezTo>
                  <a:cubicBezTo>
                    <a:pt x="22896" y="112567"/>
                    <a:pt x="19141" y="98210"/>
                    <a:pt x="19141" y="88030"/>
                  </a:cubicBezTo>
                  <a:cubicBezTo>
                    <a:pt x="19141" y="74978"/>
                    <a:pt x="27724" y="42872"/>
                    <a:pt x="33892" y="30864"/>
                  </a:cubicBezTo>
                  <a:cubicBezTo>
                    <a:pt x="42207" y="15464"/>
                    <a:pt x="54276" y="5805"/>
                    <a:pt x="65004" y="5805"/>
                  </a:cubicBezTo>
                  <a:cubicBezTo>
                    <a:pt x="82437" y="5805"/>
                    <a:pt x="86192" y="27210"/>
                    <a:pt x="86192" y="28776"/>
                  </a:cubicBezTo>
                  <a:cubicBezTo>
                    <a:pt x="86192" y="30342"/>
                    <a:pt x="85655" y="31908"/>
                    <a:pt x="85387" y="33214"/>
                  </a:cubicBezTo>
                  <a:lnTo>
                    <a:pt x="71977" y="84376"/>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1" name="Freeform: Shape 270">
              <a:extLst>
                <a:ext uri="{FF2B5EF4-FFF2-40B4-BE49-F238E27FC236}">
                  <a16:creationId xmlns:a16="http://schemas.microsoft.com/office/drawing/2014/main" id="{C2615B06-36BF-BF69-2DD4-CC005835819B}"/>
                </a:ext>
              </a:extLst>
            </p:cNvPr>
            <p:cNvSpPr/>
            <p:nvPr>
              <p:custDataLst>
                <p:tags r:id="rId7"/>
              </p:custDataLst>
            </p:nvPr>
          </p:nvSpPr>
          <p:spPr>
            <a:xfrm>
              <a:off x="9445655" y="6251802"/>
              <a:ext cx="57395" cy="184026"/>
            </a:xfrm>
            <a:custGeom>
              <a:avLst/>
              <a:gdLst>
                <a:gd name="connsiteX0" fmla="*/ 57499 w 57395"/>
                <a:gd name="connsiteY0" fmla="*/ 2934 h 184026"/>
                <a:gd name="connsiteX1" fmla="*/ 54013 w 57395"/>
                <a:gd name="connsiteY1" fmla="*/ 63 h 184026"/>
                <a:gd name="connsiteX2" fmla="*/ 21292 w 57395"/>
                <a:gd name="connsiteY2" fmla="*/ 2673 h 184026"/>
                <a:gd name="connsiteX3" fmla="*/ 16196 w 57395"/>
                <a:gd name="connsiteY3" fmla="*/ 8155 h 184026"/>
                <a:gd name="connsiteX4" fmla="*/ 22901 w 57395"/>
                <a:gd name="connsiteY4" fmla="*/ 11026 h 184026"/>
                <a:gd name="connsiteX5" fmla="*/ 36043 w 57395"/>
                <a:gd name="connsiteY5" fmla="*/ 15464 h 184026"/>
                <a:gd name="connsiteX6" fmla="*/ 35239 w 57395"/>
                <a:gd name="connsiteY6" fmla="*/ 20684 h 184026"/>
                <a:gd name="connsiteX7" fmla="*/ 1445 w 57395"/>
                <a:gd name="connsiteY7" fmla="*/ 151199 h 184026"/>
                <a:gd name="connsiteX8" fmla="*/ 104 w 57395"/>
                <a:gd name="connsiteY8" fmla="*/ 160074 h 184026"/>
                <a:gd name="connsiteX9" fmla="*/ 24511 w 57395"/>
                <a:gd name="connsiteY9" fmla="*/ 184089 h 184026"/>
                <a:gd name="connsiteX10" fmla="*/ 44626 w 57395"/>
                <a:gd name="connsiteY10" fmla="*/ 169471 h 184026"/>
                <a:gd name="connsiteX11" fmla="*/ 52672 w 57395"/>
                <a:gd name="connsiteY11" fmla="*/ 143890 h 184026"/>
                <a:gd name="connsiteX12" fmla="*/ 49453 w 57395"/>
                <a:gd name="connsiteY12" fmla="*/ 141280 h 184026"/>
                <a:gd name="connsiteX13" fmla="*/ 45699 w 57395"/>
                <a:gd name="connsiteY13" fmla="*/ 145979 h 184026"/>
                <a:gd name="connsiteX14" fmla="*/ 25315 w 57395"/>
                <a:gd name="connsiteY14" fmla="*/ 178346 h 184026"/>
                <a:gd name="connsiteX15" fmla="*/ 17269 w 57395"/>
                <a:gd name="connsiteY15" fmla="*/ 166339 h 184026"/>
                <a:gd name="connsiteX16" fmla="*/ 18878 w 57395"/>
                <a:gd name="connsiteY16" fmla="*/ 153810 h 184026"/>
                <a:gd name="connsiteX17" fmla="*/ 57499 w 57395"/>
                <a:gd name="connsiteY17" fmla="*/ 2934 h 184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395" h="184026">
                  <a:moveTo>
                    <a:pt x="57499" y="2934"/>
                  </a:moveTo>
                  <a:cubicBezTo>
                    <a:pt x="57499" y="2673"/>
                    <a:pt x="57499" y="63"/>
                    <a:pt x="54013" y="63"/>
                  </a:cubicBezTo>
                  <a:cubicBezTo>
                    <a:pt x="47844" y="63"/>
                    <a:pt x="28266" y="2151"/>
                    <a:pt x="21292" y="2673"/>
                  </a:cubicBezTo>
                  <a:cubicBezTo>
                    <a:pt x="19147" y="2934"/>
                    <a:pt x="16196" y="3195"/>
                    <a:pt x="16196" y="8155"/>
                  </a:cubicBezTo>
                  <a:cubicBezTo>
                    <a:pt x="16196" y="11026"/>
                    <a:pt x="18878" y="11026"/>
                    <a:pt x="22901" y="11026"/>
                  </a:cubicBezTo>
                  <a:cubicBezTo>
                    <a:pt x="35775" y="11026"/>
                    <a:pt x="36043" y="13375"/>
                    <a:pt x="36043" y="15464"/>
                  </a:cubicBezTo>
                  <a:lnTo>
                    <a:pt x="35239" y="20684"/>
                  </a:lnTo>
                  <a:lnTo>
                    <a:pt x="1445" y="151199"/>
                  </a:lnTo>
                  <a:cubicBezTo>
                    <a:pt x="641" y="154071"/>
                    <a:pt x="104" y="155898"/>
                    <a:pt x="104" y="160074"/>
                  </a:cubicBezTo>
                  <a:cubicBezTo>
                    <a:pt x="104" y="174953"/>
                    <a:pt x="11905" y="184089"/>
                    <a:pt x="24511" y="184089"/>
                  </a:cubicBezTo>
                  <a:cubicBezTo>
                    <a:pt x="33361" y="184089"/>
                    <a:pt x="40066" y="178868"/>
                    <a:pt x="44626" y="169471"/>
                  </a:cubicBezTo>
                  <a:cubicBezTo>
                    <a:pt x="49453" y="159552"/>
                    <a:pt x="52672" y="144412"/>
                    <a:pt x="52672" y="143890"/>
                  </a:cubicBezTo>
                  <a:cubicBezTo>
                    <a:pt x="52672" y="141280"/>
                    <a:pt x="50258" y="141280"/>
                    <a:pt x="49453" y="141280"/>
                  </a:cubicBezTo>
                  <a:cubicBezTo>
                    <a:pt x="46771" y="141280"/>
                    <a:pt x="46503" y="142324"/>
                    <a:pt x="45699" y="145979"/>
                  </a:cubicBezTo>
                  <a:cubicBezTo>
                    <a:pt x="41139" y="162946"/>
                    <a:pt x="36043" y="178346"/>
                    <a:pt x="25315" y="178346"/>
                  </a:cubicBezTo>
                  <a:cubicBezTo>
                    <a:pt x="17269" y="178346"/>
                    <a:pt x="17269" y="169993"/>
                    <a:pt x="17269" y="166339"/>
                  </a:cubicBezTo>
                  <a:cubicBezTo>
                    <a:pt x="17269" y="160074"/>
                    <a:pt x="17537" y="158769"/>
                    <a:pt x="18878" y="153810"/>
                  </a:cubicBezTo>
                  <a:lnTo>
                    <a:pt x="57499" y="293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2" name="Freeform: Shape 271">
              <a:extLst>
                <a:ext uri="{FF2B5EF4-FFF2-40B4-BE49-F238E27FC236}">
                  <a16:creationId xmlns:a16="http://schemas.microsoft.com/office/drawing/2014/main" id="{DA3B82BC-4751-6026-DB35-4554D5B1356A}"/>
                </a:ext>
              </a:extLst>
            </p:cNvPr>
            <p:cNvSpPr/>
            <p:nvPr>
              <p:custDataLst>
                <p:tags r:id="rId8"/>
              </p:custDataLst>
            </p:nvPr>
          </p:nvSpPr>
          <p:spPr>
            <a:xfrm>
              <a:off x="9526936" y="6317582"/>
              <a:ext cx="137855" cy="118246"/>
            </a:xfrm>
            <a:custGeom>
              <a:avLst/>
              <a:gdLst>
                <a:gd name="connsiteX0" fmla="*/ 86200 w 137855"/>
                <a:gd name="connsiteY0" fmla="*/ 100820 h 118246"/>
                <a:gd name="connsiteX1" fmla="*/ 110070 w 137855"/>
                <a:gd name="connsiteY1" fmla="*/ 118309 h 118246"/>
                <a:gd name="connsiteX2" fmla="*/ 129917 w 137855"/>
                <a:gd name="connsiteY2" fmla="*/ 103953 h 118246"/>
                <a:gd name="connsiteX3" fmla="*/ 137963 w 137855"/>
                <a:gd name="connsiteY3" fmla="*/ 78111 h 118246"/>
                <a:gd name="connsiteX4" fmla="*/ 134745 w 137855"/>
                <a:gd name="connsiteY4" fmla="*/ 75500 h 118246"/>
                <a:gd name="connsiteX5" fmla="*/ 130990 w 137855"/>
                <a:gd name="connsiteY5" fmla="*/ 80199 h 118246"/>
                <a:gd name="connsiteX6" fmla="*/ 110875 w 137855"/>
                <a:gd name="connsiteY6" fmla="*/ 112567 h 118246"/>
                <a:gd name="connsiteX7" fmla="*/ 102560 w 137855"/>
                <a:gd name="connsiteY7" fmla="*/ 100559 h 118246"/>
                <a:gd name="connsiteX8" fmla="*/ 107925 w 137855"/>
                <a:gd name="connsiteY8" fmla="*/ 73412 h 118246"/>
                <a:gd name="connsiteX9" fmla="*/ 115434 w 137855"/>
                <a:gd name="connsiteY9" fmla="*/ 45221 h 118246"/>
                <a:gd name="connsiteX10" fmla="*/ 119994 w 137855"/>
                <a:gd name="connsiteY10" fmla="*/ 27471 h 118246"/>
                <a:gd name="connsiteX11" fmla="*/ 124017 w 137855"/>
                <a:gd name="connsiteY11" fmla="*/ 9982 h 118246"/>
                <a:gd name="connsiteX12" fmla="*/ 116239 w 137855"/>
                <a:gd name="connsiteY12" fmla="*/ 2934 h 118246"/>
                <a:gd name="connsiteX13" fmla="*/ 105779 w 137855"/>
                <a:gd name="connsiteY13" fmla="*/ 12070 h 118246"/>
                <a:gd name="connsiteX14" fmla="*/ 85664 w 137855"/>
                <a:gd name="connsiteY14" fmla="*/ 90640 h 118246"/>
                <a:gd name="connsiteX15" fmla="*/ 55089 w 137855"/>
                <a:gd name="connsiteY15" fmla="*/ 112567 h 118246"/>
                <a:gd name="connsiteX16" fmla="*/ 38460 w 137855"/>
                <a:gd name="connsiteY16" fmla="*/ 91162 h 118246"/>
                <a:gd name="connsiteX17" fmla="*/ 52943 w 137855"/>
                <a:gd name="connsiteY17" fmla="*/ 37912 h 118246"/>
                <a:gd name="connsiteX18" fmla="*/ 57503 w 137855"/>
                <a:gd name="connsiteY18" fmla="*/ 21467 h 118246"/>
                <a:gd name="connsiteX19" fmla="*/ 35510 w 137855"/>
                <a:gd name="connsiteY19" fmla="*/ 63 h 118246"/>
                <a:gd name="connsiteX20" fmla="*/ 108 w 137855"/>
                <a:gd name="connsiteY20" fmla="*/ 40261 h 118246"/>
                <a:gd name="connsiteX21" fmla="*/ 3326 w 137855"/>
                <a:gd name="connsiteY21" fmla="*/ 42872 h 118246"/>
                <a:gd name="connsiteX22" fmla="*/ 7617 w 137855"/>
                <a:gd name="connsiteY22" fmla="*/ 38173 h 118246"/>
                <a:gd name="connsiteX23" fmla="*/ 34705 w 137855"/>
                <a:gd name="connsiteY23" fmla="*/ 5805 h 118246"/>
                <a:gd name="connsiteX24" fmla="*/ 41411 w 137855"/>
                <a:gd name="connsiteY24" fmla="*/ 14419 h 118246"/>
                <a:gd name="connsiteX25" fmla="*/ 36851 w 137855"/>
                <a:gd name="connsiteY25" fmla="*/ 32169 h 118246"/>
                <a:gd name="connsiteX26" fmla="*/ 21295 w 137855"/>
                <a:gd name="connsiteY26" fmla="*/ 86986 h 118246"/>
                <a:gd name="connsiteX27" fmla="*/ 54284 w 137855"/>
                <a:gd name="connsiteY27" fmla="*/ 118309 h 118246"/>
                <a:gd name="connsiteX28" fmla="*/ 86200 w 137855"/>
                <a:gd name="connsiteY28" fmla="*/ 100820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855" h="118246">
                  <a:moveTo>
                    <a:pt x="86200" y="100820"/>
                  </a:moveTo>
                  <a:cubicBezTo>
                    <a:pt x="89150" y="111523"/>
                    <a:pt x="98537" y="118309"/>
                    <a:pt x="110070" y="118309"/>
                  </a:cubicBezTo>
                  <a:cubicBezTo>
                    <a:pt x="119457" y="118309"/>
                    <a:pt x="125626" y="112306"/>
                    <a:pt x="129917" y="103953"/>
                  </a:cubicBezTo>
                  <a:cubicBezTo>
                    <a:pt x="134476" y="94556"/>
                    <a:pt x="137963" y="78633"/>
                    <a:pt x="137963" y="78111"/>
                  </a:cubicBezTo>
                  <a:cubicBezTo>
                    <a:pt x="137963" y="75500"/>
                    <a:pt x="135549" y="75500"/>
                    <a:pt x="134745" y="75500"/>
                  </a:cubicBezTo>
                  <a:cubicBezTo>
                    <a:pt x="132063" y="75500"/>
                    <a:pt x="131794" y="76545"/>
                    <a:pt x="130990" y="80199"/>
                  </a:cubicBezTo>
                  <a:cubicBezTo>
                    <a:pt x="127235" y="94817"/>
                    <a:pt x="122139" y="112567"/>
                    <a:pt x="110875" y="112567"/>
                  </a:cubicBezTo>
                  <a:cubicBezTo>
                    <a:pt x="105242" y="112567"/>
                    <a:pt x="102560" y="109173"/>
                    <a:pt x="102560" y="100559"/>
                  </a:cubicBezTo>
                  <a:cubicBezTo>
                    <a:pt x="102560" y="94817"/>
                    <a:pt x="105779" y="82548"/>
                    <a:pt x="107925" y="73412"/>
                  </a:cubicBezTo>
                  <a:lnTo>
                    <a:pt x="115434" y="45221"/>
                  </a:lnTo>
                  <a:cubicBezTo>
                    <a:pt x="116239" y="41306"/>
                    <a:pt x="118921" y="31386"/>
                    <a:pt x="119994" y="27471"/>
                  </a:cubicBezTo>
                  <a:cubicBezTo>
                    <a:pt x="121335" y="21467"/>
                    <a:pt x="124017" y="11548"/>
                    <a:pt x="124017" y="9982"/>
                  </a:cubicBezTo>
                  <a:cubicBezTo>
                    <a:pt x="124017" y="5283"/>
                    <a:pt x="120262" y="2934"/>
                    <a:pt x="116239" y="2934"/>
                  </a:cubicBezTo>
                  <a:cubicBezTo>
                    <a:pt x="114898" y="2934"/>
                    <a:pt x="107925" y="3195"/>
                    <a:pt x="105779" y="12070"/>
                  </a:cubicBezTo>
                  <a:cubicBezTo>
                    <a:pt x="100683" y="31125"/>
                    <a:pt x="88882" y="76806"/>
                    <a:pt x="85664" y="90640"/>
                  </a:cubicBezTo>
                  <a:cubicBezTo>
                    <a:pt x="85396" y="91684"/>
                    <a:pt x="74668" y="112567"/>
                    <a:pt x="55089" y="112567"/>
                  </a:cubicBezTo>
                  <a:cubicBezTo>
                    <a:pt x="41142" y="112567"/>
                    <a:pt x="38460" y="100820"/>
                    <a:pt x="38460" y="91162"/>
                  </a:cubicBezTo>
                  <a:cubicBezTo>
                    <a:pt x="38460" y="76545"/>
                    <a:pt x="45970" y="55923"/>
                    <a:pt x="52943" y="37912"/>
                  </a:cubicBezTo>
                  <a:cubicBezTo>
                    <a:pt x="56162" y="30081"/>
                    <a:pt x="57503" y="26427"/>
                    <a:pt x="57503" y="21467"/>
                  </a:cubicBezTo>
                  <a:cubicBezTo>
                    <a:pt x="57503" y="9721"/>
                    <a:pt x="48920" y="63"/>
                    <a:pt x="35510" y="63"/>
                  </a:cubicBezTo>
                  <a:cubicBezTo>
                    <a:pt x="10031" y="63"/>
                    <a:pt x="108" y="37912"/>
                    <a:pt x="108" y="40261"/>
                  </a:cubicBezTo>
                  <a:cubicBezTo>
                    <a:pt x="108" y="42872"/>
                    <a:pt x="2790" y="42872"/>
                    <a:pt x="3326" y="42872"/>
                  </a:cubicBezTo>
                  <a:cubicBezTo>
                    <a:pt x="6008" y="42872"/>
                    <a:pt x="6276" y="42350"/>
                    <a:pt x="7617" y="38173"/>
                  </a:cubicBezTo>
                  <a:cubicBezTo>
                    <a:pt x="14322" y="15464"/>
                    <a:pt x="24514" y="5805"/>
                    <a:pt x="34705" y="5805"/>
                  </a:cubicBezTo>
                  <a:cubicBezTo>
                    <a:pt x="37119" y="5805"/>
                    <a:pt x="41411" y="6066"/>
                    <a:pt x="41411" y="14419"/>
                  </a:cubicBezTo>
                  <a:cubicBezTo>
                    <a:pt x="41411" y="20684"/>
                    <a:pt x="38460" y="28254"/>
                    <a:pt x="36851" y="32169"/>
                  </a:cubicBezTo>
                  <a:cubicBezTo>
                    <a:pt x="26928" y="58011"/>
                    <a:pt x="21295" y="74195"/>
                    <a:pt x="21295" y="86986"/>
                  </a:cubicBezTo>
                  <a:cubicBezTo>
                    <a:pt x="21295" y="111784"/>
                    <a:pt x="39801" y="118309"/>
                    <a:pt x="54284" y="118309"/>
                  </a:cubicBezTo>
                  <a:cubicBezTo>
                    <a:pt x="71986" y="118309"/>
                    <a:pt x="81641" y="106563"/>
                    <a:pt x="86200" y="100820"/>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3" name="Freeform: Shape 272">
              <a:extLst>
                <a:ext uri="{FF2B5EF4-FFF2-40B4-BE49-F238E27FC236}">
                  <a16:creationId xmlns:a16="http://schemas.microsoft.com/office/drawing/2014/main" id="{D791A9EB-0C3E-4F65-B61A-C6B80C12CEF9}"/>
                </a:ext>
              </a:extLst>
            </p:cNvPr>
            <p:cNvSpPr/>
            <p:nvPr>
              <p:custDataLst>
                <p:tags r:id="rId9"/>
              </p:custDataLst>
            </p:nvPr>
          </p:nvSpPr>
          <p:spPr>
            <a:xfrm>
              <a:off x="9685029" y="6317582"/>
              <a:ext cx="102989" cy="118246"/>
            </a:xfrm>
            <a:custGeom>
              <a:avLst/>
              <a:gdLst>
                <a:gd name="connsiteX0" fmla="*/ 37930 w 102989"/>
                <a:gd name="connsiteY0" fmla="*/ 55140 h 118246"/>
                <a:gd name="connsiteX1" fmla="*/ 78964 w 102989"/>
                <a:gd name="connsiteY1" fmla="*/ 49136 h 118246"/>
                <a:gd name="connsiteX2" fmla="*/ 99080 w 102989"/>
                <a:gd name="connsiteY2" fmla="*/ 22250 h 118246"/>
                <a:gd name="connsiteX3" fmla="*/ 70382 w 102989"/>
                <a:gd name="connsiteY3" fmla="*/ 63 h 118246"/>
                <a:gd name="connsiteX4" fmla="*/ 113 w 102989"/>
                <a:gd name="connsiteY4" fmla="*/ 71063 h 118246"/>
                <a:gd name="connsiteX5" fmla="*/ 42221 w 102989"/>
                <a:gd name="connsiteY5" fmla="*/ 118309 h 118246"/>
                <a:gd name="connsiteX6" fmla="*/ 103103 w 102989"/>
                <a:gd name="connsiteY6" fmla="*/ 87508 h 118246"/>
                <a:gd name="connsiteX7" fmla="*/ 99884 w 102989"/>
                <a:gd name="connsiteY7" fmla="*/ 84114 h 118246"/>
                <a:gd name="connsiteX8" fmla="*/ 96398 w 102989"/>
                <a:gd name="connsiteY8" fmla="*/ 86725 h 118246"/>
                <a:gd name="connsiteX9" fmla="*/ 42757 w 102989"/>
                <a:gd name="connsiteY9" fmla="*/ 112567 h 118246"/>
                <a:gd name="connsiteX10" fmla="*/ 19424 w 102989"/>
                <a:gd name="connsiteY10" fmla="*/ 82287 h 118246"/>
                <a:gd name="connsiteX11" fmla="*/ 23715 w 102989"/>
                <a:gd name="connsiteY11" fmla="*/ 55140 h 118246"/>
                <a:gd name="connsiteX12" fmla="*/ 37930 w 102989"/>
                <a:gd name="connsiteY12" fmla="*/ 55140 h 118246"/>
                <a:gd name="connsiteX13" fmla="*/ 25324 w 102989"/>
                <a:gd name="connsiteY13" fmla="*/ 49397 h 118246"/>
                <a:gd name="connsiteX14" fmla="*/ 70382 w 102989"/>
                <a:gd name="connsiteY14" fmla="*/ 5805 h 118246"/>
                <a:gd name="connsiteX15" fmla="*/ 90229 w 102989"/>
                <a:gd name="connsiteY15" fmla="*/ 22250 h 118246"/>
                <a:gd name="connsiteX16" fmla="*/ 36320 w 102989"/>
                <a:gd name="connsiteY16" fmla="*/ 49397 h 118246"/>
                <a:gd name="connsiteX17" fmla="*/ 25324 w 102989"/>
                <a:gd name="connsiteY17" fmla="*/ 49397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2989" h="118246">
                  <a:moveTo>
                    <a:pt x="37930" y="55140"/>
                  </a:moveTo>
                  <a:cubicBezTo>
                    <a:pt x="45707" y="55140"/>
                    <a:pt x="65554" y="54618"/>
                    <a:pt x="78964" y="49136"/>
                  </a:cubicBezTo>
                  <a:cubicBezTo>
                    <a:pt x="97739" y="41306"/>
                    <a:pt x="99080" y="25905"/>
                    <a:pt x="99080" y="22250"/>
                  </a:cubicBezTo>
                  <a:cubicBezTo>
                    <a:pt x="99080" y="10765"/>
                    <a:pt x="88888" y="63"/>
                    <a:pt x="70382" y="63"/>
                  </a:cubicBezTo>
                  <a:cubicBezTo>
                    <a:pt x="40612" y="63"/>
                    <a:pt x="113" y="25383"/>
                    <a:pt x="113" y="71063"/>
                  </a:cubicBezTo>
                  <a:cubicBezTo>
                    <a:pt x="113" y="97688"/>
                    <a:pt x="15937" y="118309"/>
                    <a:pt x="42221" y="118309"/>
                  </a:cubicBezTo>
                  <a:cubicBezTo>
                    <a:pt x="80574" y="118309"/>
                    <a:pt x="103103" y="90640"/>
                    <a:pt x="103103" y="87508"/>
                  </a:cubicBezTo>
                  <a:cubicBezTo>
                    <a:pt x="103103" y="85942"/>
                    <a:pt x="101493" y="84114"/>
                    <a:pt x="99884" y="84114"/>
                  </a:cubicBezTo>
                  <a:cubicBezTo>
                    <a:pt x="98543" y="84114"/>
                    <a:pt x="98007" y="84637"/>
                    <a:pt x="96398" y="86725"/>
                  </a:cubicBezTo>
                  <a:cubicBezTo>
                    <a:pt x="75210" y="112567"/>
                    <a:pt x="45976" y="112567"/>
                    <a:pt x="42757" y="112567"/>
                  </a:cubicBezTo>
                  <a:cubicBezTo>
                    <a:pt x="21838" y="112567"/>
                    <a:pt x="19424" y="90640"/>
                    <a:pt x="19424" y="82287"/>
                  </a:cubicBezTo>
                  <a:cubicBezTo>
                    <a:pt x="19424" y="79155"/>
                    <a:pt x="19692" y="71063"/>
                    <a:pt x="23715" y="55140"/>
                  </a:cubicBezTo>
                  <a:lnTo>
                    <a:pt x="37930" y="55140"/>
                  </a:lnTo>
                  <a:close/>
                  <a:moveTo>
                    <a:pt x="25324" y="49397"/>
                  </a:moveTo>
                  <a:cubicBezTo>
                    <a:pt x="35784" y="9721"/>
                    <a:pt x="63409" y="5805"/>
                    <a:pt x="70382" y="5805"/>
                  </a:cubicBezTo>
                  <a:cubicBezTo>
                    <a:pt x="82987" y="5805"/>
                    <a:pt x="90229" y="13375"/>
                    <a:pt x="90229" y="22250"/>
                  </a:cubicBezTo>
                  <a:cubicBezTo>
                    <a:pt x="90229" y="49397"/>
                    <a:pt x="47317" y="49397"/>
                    <a:pt x="36320" y="49397"/>
                  </a:cubicBezTo>
                  <a:lnTo>
                    <a:pt x="25324" y="49397"/>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4" name="Freeform: Shape 273">
              <a:extLst>
                <a:ext uri="{FF2B5EF4-FFF2-40B4-BE49-F238E27FC236}">
                  <a16:creationId xmlns:a16="http://schemas.microsoft.com/office/drawing/2014/main" id="{2D870AAD-8FA9-FBF3-612D-D113D5A78B1B}"/>
                </a:ext>
              </a:extLst>
            </p:cNvPr>
            <p:cNvSpPr/>
            <p:nvPr>
              <p:custDataLst>
                <p:tags r:id="rId10"/>
              </p:custDataLst>
            </p:nvPr>
          </p:nvSpPr>
          <p:spPr>
            <a:xfrm>
              <a:off x="9887092" y="6337159"/>
              <a:ext cx="178353" cy="61081"/>
            </a:xfrm>
            <a:custGeom>
              <a:avLst/>
              <a:gdLst>
                <a:gd name="connsiteX0" fmla="*/ 169356 w 178353"/>
                <a:gd name="connsiteY0" fmla="*/ 10504 h 61081"/>
                <a:gd name="connsiteX1" fmla="*/ 178475 w 178353"/>
                <a:gd name="connsiteY1" fmla="*/ 5283 h 61081"/>
                <a:gd name="connsiteX2" fmla="*/ 169624 w 178353"/>
                <a:gd name="connsiteY2" fmla="*/ 63 h 61081"/>
                <a:gd name="connsiteX3" fmla="*/ 8971 w 178353"/>
                <a:gd name="connsiteY3" fmla="*/ 63 h 61081"/>
                <a:gd name="connsiteX4" fmla="*/ 121 w 178353"/>
                <a:gd name="connsiteY4" fmla="*/ 5283 h 61081"/>
                <a:gd name="connsiteX5" fmla="*/ 9239 w 178353"/>
                <a:gd name="connsiteY5" fmla="*/ 10504 h 61081"/>
                <a:gd name="connsiteX6" fmla="*/ 169356 w 178353"/>
                <a:gd name="connsiteY6" fmla="*/ 10504 h 61081"/>
                <a:gd name="connsiteX7" fmla="*/ 169624 w 178353"/>
                <a:gd name="connsiteY7" fmla="*/ 61144 h 61081"/>
                <a:gd name="connsiteX8" fmla="*/ 178475 w 178353"/>
                <a:gd name="connsiteY8" fmla="*/ 55923 h 61081"/>
                <a:gd name="connsiteX9" fmla="*/ 169356 w 178353"/>
                <a:gd name="connsiteY9" fmla="*/ 50703 h 61081"/>
                <a:gd name="connsiteX10" fmla="*/ 9239 w 178353"/>
                <a:gd name="connsiteY10" fmla="*/ 50703 h 61081"/>
                <a:gd name="connsiteX11" fmla="*/ 121 w 178353"/>
                <a:gd name="connsiteY11" fmla="*/ 55923 h 61081"/>
                <a:gd name="connsiteX12" fmla="*/ 8971 w 178353"/>
                <a:gd name="connsiteY12" fmla="*/ 61144 h 61081"/>
                <a:gd name="connsiteX13" fmla="*/ 169624 w 178353"/>
                <a:gd name="connsiteY13" fmla="*/ 61144 h 6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53" h="61081">
                  <a:moveTo>
                    <a:pt x="169356" y="10504"/>
                  </a:moveTo>
                  <a:cubicBezTo>
                    <a:pt x="173379" y="10504"/>
                    <a:pt x="178475" y="10504"/>
                    <a:pt x="178475" y="5283"/>
                  </a:cubicBezTo>
                  <a:cubicBezTo>
                    <a:pt x="178475" y="63"/>
                    <a:pt x="173379" y="63"/>
                    <a:pt x="169624" y="63"/>
                  </a:cubicBezTo>
                  <a:lnTo>
                    <a:pt x="8971" y="63"/>
                  </a:lnTo>
                  <a:cubicBezTo>
                    <a:pt x="5216" y="63"/>
                    <a:pt x="121" y="63"/>
                    <a:pt x="121" y="5283"/>
                  </a:cubicBezTo>
                  <a:cubicBezTo>
                    <a:pt x="121" y="10504"/>
                    <a:pt x="5216" y="10504"/>
                    <a:pt x="9239" y="10504"/>
                  </a:cubicBezTo>
                  <a:lnTo>
                    <a:pt x="169356" y="10504"/>
                  </a:lnTo>
                  <a:close/>
                  <a:moveTo>
                    <a:pt x="169624" y="61144"/>
                  </a:moveTo>
                  <a:cubicBezTo>
                    <a:pt x="173379" y="61144"/>
                    <a:pt x="178475" y="61144"/>
                    <a:pt x="178475" y="55923"/>
                  </a:cubicBezTo>
                  <a:cubicBezTo>
                    <a:pt x="178475" y="50703"/>
                    <a:pt x="173379" y="50703"/>
                    <a:pt x="169356" y="50703"/>
                  </a:cubicBezTo>
                  <a:lnTo>
                    <a:pt x="9239" y="50703"/>
                  </a:lnTo>
                  <a:cubicBezTo>
                    <a:pt x="5216" y="50703"/>
                    <a:pt x="121" y="50703"/>
                    <a:pt x="121" y="55923"/>
                  </a:cubicBezTo>
                  <a:cubicBezTo>
                    <a:pt x="121" y="61144"/>
                    <a:pt x="5216" y="61144"/>
                    <a:pt x="8971" y="61144"/>
                  </a:cubicBezTo>
                  <a:lnTo>
                    <a:pt x="169624" y="6114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5" name="Freeform: Shape 274">
              <a:extLst>
                <a:ext uri="{FF2B5EF4-FFF2-40B4-BE49-F238E27FC236}">
                  <a16:creationId xmlns:a16="http://schemas.microsoft.com/office/drawing/2014/main" id="{F9E0CA3B-7BB5-DC3C-67BA-A0C479BDB035}"/>
                </a:ext>
              </a:extLst>
            </p:cNvPr>
            <p:cNvSpPr/>
            <p:nvPr>
              <p:custDataLst>
                <p:tags r:id="rId11"/>
              </p:custDataLst>
            </p:nvPr>
          </p:nvSpPr>
          <p:spPr>
            <a:xfrm>
              <a:off x="10179043" y="6259111"/>
              <a:ext cx="88506" cy="173846"/>
            </a:xfrm>
            <a:custGeom>
              <a:avLst/>
              <a:gdLst>
                <a:gd name="connsiteX0" fmla="*/ 55112 w 88506"/>
                <a:gd name="connsiteY0" fmla="*/ 6850 h 173846"/>
                <a:gd name="connsiteX1" fmla="*/ 48944 w 88506"/>
                <a:gd name="connsiteY1" fmla="*/ 63 h 173846"/>
                <a:gd name="connsiteX2" fmla="*/ 131 w 88506"/>
                <a:gd name="connsiteY2" fmla="*/ 16769 h 173846"/>
                <a:gd name="connsiteX3" fmla="*/ 131 w 88506"/>
                <a:gd name="connsiteY3" fmla="*/ 24861 h 173846"/>
                <a:gd name="connsiteX4" fmla="*/ 35266 w 88506"/>
                <a:gd name="connsiteY4" fmla="*/ 18074 h 173846"/>
                <a:gd name="connsiteX5" fmla="*/ 35266 w 88506"/>
                <a:gd name="connsiteY5" fmla="*/ 153287 h 173846"/>
                <a:gd name="connsiteX6" fmla="*/ 10323 w 88506"/>
                <a:gd name="connsiteY6" fmla="*/ 165817 h 173846"/>
                <a:gd name="connsiteX7" fmla="*/ 1740 w 88506"/>
                <a:gd name="connsiteY7" fmla="*/ 165817 h 173846"/>
                <a:gd name="connsiteX8" fmla="*/ 1740 w 88506"/>
                <a:gd name="connsiteY8" fmla="*/ 173909 h 173846"/>
                <a:gd name="connsiteX9" fmla="*/ 45189 w 88506"/>
                <a:gd name="connsiteY9" fmla="*/ 173126 h 173846"/>
                <a:gd name="connsiteX10" fmla="*/ 88638 w 88506"/>
                <a:gd name="connsiteY10" fmla="*/ 173909 h 173846"/>
                <a:gd name="connsiteX11" fmla="*/ 88638 w 88506"/>
                <a:gd name="connsiteY11" fmla="*/ 165817 h 173846"/>
                <a:gd name="connsiteX12" fmla="*/ 80055 w 88506"/>
                <a:gd name="connsiteY12" fmla="*/ 165817 h 173846"/>
                <a:gd name="connsiteX13" fmla="*/ 55112 w 88506"/>
                <a:gd name="connsiteY13" fmla="*/ 153287 h 173846"/>
                <a:gd name="connsiteX14" fmla="*/ 55112 w 88506"/>
                <a:gd name="connsiteY14" fmla="*/ 6850 h 173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8506" h="173846">
                  <a:moveTo>
                    <a:pt x="55112" y="6850"/>
                  </a:moveTo>
                  <a:cubicBezTo>
                    <a:pt x="55112" y="585"/>
                    <a:pt x="55112" y="63"/>
                    <a:pt x="48944" y="63"/>
                  </a:cubicBezTo>
                  <a:cubicBezTo>
                    <a:pt x="32315" y="16769"/>
                    <a:pt x="8714" y="16769"/>
                    <a:pt x="131" y="16769"/>
                  </a:cubicBezTo>
                  <a:lnTo>
                    <a:pt x="131" y="24861"/>
                  </a:lnTo>
                  <a:cubicBezTo>
                    <a:pt x="5495" y="24861"/>
                    <a:pt x="21319" y="24861"/>
                    <a:pt x="35266" y="18074"/>
                  </a:cubicBezTo>
                  <a:lnTo>
                    <a:pt x="35266" y="153287"/>
                  </a:lnTo>
                  <a:cubicBezTo>
                    <a:pt x="35266" y="162685"/>
                    <a:pt x="34461" y="165817"/>
                    <a:pt x="10323" y="165817"/>
                  </a:cubicBezTo>
                  <a:lnTo>
                    <a:pt x="1740" y="165817"/>
                  </a:lnTo>
                  <a:lnTo>
                    <a:pt x="1740" y="173909"/>
                  </a:lnTo>
                  <a:cubicBezTo>
                    <a:pt x="11127" y="173126"/>
                    <a:pt x="34461" y="173126"/>
                    <a:pt x="45189" y="173126"/>
                  </a:cubicBezTo>
                  <a:cubicBezTo>
                    <a:pt x="55917" y="173126"/>
                    <a:pt x="79251" y="173126"/>
                    <a:pt x="88638" y="173909"/>
                  </a:cubicBezTo>
                  <a:lnTo>
                    <a:pt x="88638" y="165817"/>
                  </a:lnTo>
                  <a:lnTo>
                    <a:pt x="80055" y="165817"/>
                  </a:lnTo>
                  <a:cubicBezTo>
                    <a:pt x="55917" y="165817"/>
                    <a:pt x="55112" y="162946"/>
                    <a:pt x="55112" y="153287"/>
                  </a:cubicBezTo>
                  <a:lnTo>
                    <a:pt x="55112" y="6850"/>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6" name="Freeform: Shape 275">
              <a:extLst>
                <a:ext uri="{FF2B5EF4-FFF2-40B4-BE49-F238E27FC236}">
                  <a16:creationId xmlns:a16="http://schemas.microsoft.com/office/drawing/2014/main" id="{8866AF06-84FD-EFA6-F6D6-7916CD2AF815}"/>
                </a:ext>
              </a:extLst>
            </p:cNvPr>
            <p:cNvSpPr/>
            <p:nvPr>
              <p:custDataLst>
                <p:tags r:id="rId12"/>
              </p:custDataLst>
            </p:nvPr>
          </p:nvSpPr>
          <p:spPr>
            <a:xfrm>
              <a:off x="10371134" y="6362479"/>
              <a:ext cx="163871" cy="10441"/>
            </a:xfrm>
            <a:custGeom>
              <a:avLst/>
              <a:gdLst>
                <a:gd name="connsiteX0" fmla="*/ 154622 w 163871"/>
                <a:gd name="connsiteY0" fmla="*/ 10504 h 10441"/>
                <a:gd name="connsiteX1" fmla="*/ 164009 w 163871"/>
                <a:gd name="connsiteY1" fmla="*/ 5283 h 10441"/>
                <a:gd name="connsiteX2" fmla="*/ 154622 w 163871"/>
                <a:gd name="connsiteY2" fmla="*/ 63 h 10441"/>
                <a:gd name="connsiteX3" fmla="*/ 9525 w 163871"/>
                <a:gd name="connsiteY3" fmla="*/ 63 h 10441"/>
                <a:gd name="connsiteX4" fmla="*/ 138 w 163871"/>
                <a:gd name="connsiteY4" fmla="*/ 5283 h 10441"/>
                <a:gd name="connsiteX5" fmla="*/ 9525 w 163871"/>
                <a:gd name="connsiteY5" fmla="*/ 10504 h 10441"/>
                <a:gd name="connsiteX6" fmla="*/ 154622 w 163871"/>
                <a:gd name="connsiteY6" fmla="*/ 10504 h 1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871" h="10441">
                  <a:moveTo>
                    <a:pt x="154622" y="10504"/>
                  </a:moveTo>
                  <a:cubicBezTo>
                    <a:pt x="159182" y="10504"/>
                    <a:pt x="164009" y="10504"/>
                    <a:pt x="164009" y="5283"/>
                  </a:cubicBezTo>
                  <a:cubicBezTo>
                    <a:pt x="164009" y="63"/>
                    <a:pt x="159182" y="63"/>
                    <a:pt x="154622" y="63"/>
                  </a:cubicBezTo>
                  <a:lnTo>
                    <a:pt x="9525" y="63"/>
                  </a:lnTo>
                  <a:cubicBezTo>
                    <a:pt x="4966" y="63"/>
                    <a:pt x="138" y="63"/>
                    <a:pt x="138" y="5283"/>
                  </a:cubicBezTo>
                  <a:cubicBezTo>
                    <a:pt x="138" y="10504"/>
                    <a:pt x="4966" y="10504"/>
                    <a:pt x="9525" y="10504"/>
                  </a:cubicBezTo>
                  <a:lnTo>
                    <a:pt x="154622" y="1050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7" name="Freeform: Shape 276">
              <a:extLst>
                <a:ext uri="{FF2B5EF4-FFF2-40B4-BE49-F238E27FC236}">
                  <a16:creationId xmlns:a16="http://schemas.microsoft.com/office/drawing/2014/main" id="{98EE507B-09DF-B6D5-F2A7-32E0A819C5ED}"/>
                </a:ext>
              </a:extLst>
            </p:cNvPr>
            <p:cNvSpPr/>
            <p:nvPr>
              <p:custDataLst>
                <p:tags r:id="rId13"/>
              </p:custDataLst>
            </p:nvPr>
          </p:nvSpPr>
          <p:spPr>
            <a:xfrm>
              <a:off x="10632093" y="6254674"/>
              <a:ext cx="163334" cy="178283"/>
            </a:xfrm>
            <a:custGeom>
              <a:avLst/>
              <a:gdLst>
                <a:gd name="connsiteX0" fmla="*/ 92141 w 163334"/>
                <a:gd name="connsiteY0" fmla="*/ 143107 h 178283"/>
                <a:gd name="connsiteX1" fmla="*/ 163483 w 163334"/>
                <a:gd name="connsiteY1" fmla="*/ 89335 h 178283"/>
                <a:gd name="connsiteX2" fmla="*/ 92141 w 163334"/>
                <a:gd name="connsiteY2" fmla="*/ 35302 h 178283"/>
                <a:gd name="connsiteX3" fmla="*/ 92141 w 163334"/>
                <a:gd name="connsiteY3" fmla="*/ 20684 h 178283"/>
                <a:gd name="connsiteX4" fmla="*/ 117621 w 163334"/>
                <a:gd name="connsiteY4" fmla="*/ 8155 h 178283"/>
                <a:gd name="connsiteX5" fmla="*/ 126471 w 163334"/>
                <a:gd name="connsiteY5" fmla="*/ 8155 h 178283"/>
                <a:gd name="connsiteX6" fmla="*/ 126471 w 163334"/>
                <a:gd name="connsiteY6" fmla="*/ 63 h 178283"/>
                <a:gd name="connsiteX7" fmla="*/ 81145 w 163334"/>
                <a:gd name="connsiteY7" fmla="*/ 846 h 178283"/>
                <a:gd name="connsiteX8" fmla="*/ 35551 w 163334"/>
                <a:gd name="connsiteY8" fmla="*/ 63 h 178283"/>
                <a:gd name="connsiteX9" fmla="*/ 35551 w 163334"/>
                <a:gd name="connsiteY9" fmla="*/ 8155 h 178283"/>
                <a:gd name="connsiteX10" fmla="*/ 44402 w 163334"/>
                <a:gd name="connsiteY10" fmla="*/ 8155 h 178283"/>
                <a:gd name="connsiteX11" fmla="*/ 69881 w 163334"/>
                <a:gd name="connsiteY11" fmla="*/ 20684 h 178283"/>
                <a:gd name="connsiteX12" fmla="*/ 69881 w 163334"/>
                <a:gd name="connsiteY12" fmla="*/ 35302 h 178283"/>
                <a:gd name="connsiteX13" fmla="*/ 148 w 163334"/>
                <a:gd name="connsiteY13" fmla="*/ 89074 h 178283"/>
                <a:gd name="connsiteX14" fmla="*/ 69881 w 163334"/>
                <a:gd name="connsiteY14" fmla="*/ 143107 h 178283"/>
                <a:gd name="connsiteX15" fmla="*/ 69881 w 163334"/>
                <a:gd name="connsiteY15" fmla="*/ 157725 h 178283"/>
                <a:gd name="connsiteX16" fmla="*/ 44402 w 163334"/>
                <a:gd name="connsiteY16" fmla="*/ 170254 h 178283"/>
                <a:gd name="connsiteX17" fmla="*/ 35551 w 163334"/>
                <a:gd name="connsiteY17" fmla="*/ 170254 h 178283"/>
                <a:gd name="connsiteX18" fmla="*/ 35551 w 163334"/>
                <a:gd name="connsiteY18" fmla="*/ 178346 h 178283"/>
                <a:gd name="connsiteX19" fmla="*/ 80877 w 163334"/>
                <a:gd name="connsiteY19" fmla="*/ 177563 h 178283"/>
                <a:gd name="connsiteX20" fmla="*/ 126471 w 163334"/>
                <a:gd name="connsiteY20" fmla="*/ 178346 h 178283"/>
                <a:gd name="connsiteX21" fmla="*/ 126471 w 163334"/>
                <a:gd name="connsiteY21" fmla="*/ 170254 h 178283"/>
                <a:gd name="connsiteX22" fmla="*/ 117621 w 163334"/>
                <a:gd name="connsiteY22" fmla="*/ 170254 h 178283"/>
                <a:gd name="connsiteX23" fmla="*/ 92141 w 163334"/>
                <a:gd name="connsiteY23" fmla="*/ 157725 h 178283"/>
                <a:gd name="connsiteX24" fmla="*/ 92141 w 163334"/>
                <a:gd name="connsiteY24" fmla="*/ 143107 h 178283"/>
                <a:gd name="connsiteX25" fmla="*/ 69881 w 163334"/>
                <a:gd name="connsiteY25" fmla="*/ 137104 h 178283"/>
                <a:gd name="connsiteX26" fmla="*/ 26968 w 163334"/>
                <a:gd name="connsiteY26" fmla="*/ 89335 h 178283"/>
                <a:gd name="connsiteX27" fmla="*/ 69881 w 163334"/>
                <a:gd name="connsiteY27" fmla="*/ 41306 h 178283"/>
                <a:gd name="connsiteX28" fmla="*/ 69881 w 163334"/>
                <a:gd name="connsiteY28" fmla="*/ 137104 h 178283"/>
                <a:gd name="connsiteX29" fmla="*/ 92141 w 163334"/>
                <a:gd name="connsiteY29" fmla="*/ 41044 h 178283"/>
                <a:gd name="connsiteX30" fmla="*/ 136663 w 163334"/>
                <a:gd name="connsiteY30" fmla="*/ 89074 h 178283"/>
                <a:gd name="connsiteX31" fmla="*/ 92141 w 163334"/>
                <a:gd name="connsiteY31" fmla="*/ 137365 h 178283"/>
                <a:gd name="connsiteX32" fmla="*/ 92141 w 163334"/>
                <a:gd name="connsiteY32" fmla="*/ 41044 h 17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63334" h="178283">
                  <a:moveTo>
                    <a:pt x="92141" y="143107"/>
                  </a:moveTo>
                  <a:cubicBezTo>
                    <a:pt x="133713" y="139975"/>
                    <a:pt x="163483" y="115699"/>
                    <a:pt x="163483" y="89335"/>
                  </a:cubicBezTo>
                  <a:cubicBezTo>
                    <a:pt x="163483" y="62188"/>
                    <a:pt x="132908" y="38434"/>
                    <a:pt x="92141" y="35302"/>
                  </a:cubicBezTo>
                  <a:lnTo>
                    <a:pt x="92141" y="20684"/>
                  </a:lnTo>
                  <a:cubicBezTo>
                    <a:pt x="92141" y="11809"/>
                    <a:pt x="92141" y="8155"/>
                    <a:pt x="117621" y="8155"/>
                  </a:cubicBezTo>
                  <a:lnTo>
                    <a:pt x="126471" y="8155"/>
                  </a:lnTo>
                  <a:lnTo>
                    <a:pt x="126471" y="63"/>
                  </a:lnTo>
                  <a:cubicBezTo>
                    <a:pt x="116816" y="846"/>
                    <a:pt x="92141" y="846"/>
                    <a:pt x="81145" y="846"/>
                  </a:cubicBezTo>
                  <a:cubicBezTo>
                    <a:pt x="70149" y="846"/>
                    <a:pt x="45206" y="846"/>
                    <a:pt x="35551" y="63"/>
                  </a:cubicBezTo>
                  <a:lnTo>
                    <a:pt x="35551" y="8155"/>
                  </a:lnTo>
                  <a:lnTo>
                    <a:pt x="44402" y="8155"/>
                  </a:lnTo>
                  <a:cubicBezTo>
                    <a:pt x="69881" y="8155"/>
                    <a:pt x="69881" y="11548"/>
                    <a:pt x="69881" y="20684"/>
                  </a:cubicBezTo>
                  <a:lnTo>
                    <a:pt x="69881" y="35302"/>
                  </a:lnTo>
                  <a:cubicBezTo>
                    <a:pt x="28846" y="39217"/>
                    <a:pt x="148" y="63232"/>
                    <a:pt x="148" y="89074"/>
                  </a:cubicBezTo>
                  <a:cubicBezTo>
                    <a:pt x="148" y="115960"/>
                    <a:pt x="29919" y="139192"/>
                    <a:pt x="69881" y="143107"/>
                  </a:cubicBezTo>
                  <a:lnTo>
                    <a:pt x="69881" y="157725"/>
                  </a:lnTo>
                  <a:cubicBezTo>
                    <a:pt x="69881" y="166600"/>
                    <a:pt x="69881" y="170254"/>
                    <a:pt x="44402" y="170254"/>
                  </a:cubicBezTo>
                  <a:lnTo>
                    <a:pt x="35551" y="170254"/>
                  </a:lnTo>
                  <a:lnTo>
                    <a:pt x="35551" y="178346"/>
                  </a:lnTo>
                  <a:cubicBezTo>
                    <a:pt x="45206" y="177563"/>
                    <a:pt x="69881" y="177563"/>
                    <a:pt x="80877" y="177563"/>
                  </a:cubicBezTo>
                  <a:cubicBezTo>
                    <a:pt x="91873" y="177563"/>
                    <a:pt x="116816" y="177563"/>
                    <a:pt x="126471" y="178346"/>
                  </a:cubicBezTo>
                  <a:lnTo>
                    <a:pt x="126471" y="170254"/>
                  </a:lnTo>
                  <a:lnTo>
                    <a:pt x="117621" y="170254"/>
                  </a:lnTo>
                  <a:cubicBezTo>
                    <a:pt x="92141" y="170254"/>
                    <a:pt x="92141" y="166861"/>
                    <a:pt x="92141" y="157725"/>
                  </a:cubicBezTo>
                  <a:lnTo>
                    <a:pt x="92141" y="143107"/>
                  </a:lnTo>
                  <a:close/>
                  <a:moveTo>
                    <a:pt x="69881" y="137104"/>
                  </a:moveTo>
                  <a:cubicBezTo>
                    <a:pt x="31796" y="132144"/>
                    <a:pt x="26968" y="105519"/>
                    <a:pt x="26968" y="89335"/>
                  </a:cubicBezTo>
                  <a:cubicBezTo>
                    <a:pt x="26968" y="75761"/>
                    <a:pt x="29650" y="46526"/>
                    <a:pt x="69881" y="41306"/>
                  </a:cubicBezTo>
                  <a:lnTo>
                    <a:pt x="69881" y="137104"/>
                  </a:lnTo>
                  <a:close/>
                  <a:moveTo>
                    <a:pt x="92141" y="41044"/>
                  </a:moveTo>
                  <a:cubicBezTo>
                    <a:pt x="129153" y="45221"/>
                    <a:pt x="136663" y="69236"/>
                    <a:pt x="136663" y="89074"/>
                  </a:cubicBezTo>
                  <a:cubicBezTo>
                    <a:pt x="136663" y="104736"/>
                    <a:pt x="132640" y="132666"/>
                    <a:pt x="92141" y="137365"/>
                  </a:cubicBezTo>
                  <a:lnTo>
                    <a:pt x="92141" y="4104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8" name="Freeform: Shape 277">
              <a:extLst>
                <a:ext uri="{FF2B5EF4-FFF2-40B4-BE49-F238E27FC236}">
                  <a16:creationId xmlns:a16="http://schemas.microsoft.com/office/drawing/2014/main" id="{E2DFC969-DC22-33EA-B274-BBD5A1491BEE}"/>
                </a:ext>
              </a:extLst>
            </p:cNvPr>
            <p:cNvSpPr/>
            <p:nvPr>
              <p:custDataLst>
                <p:tags r:id="rId14"/>
              </p:custDataLst>
            </p:nvPr>
          </p:nvSpPr>
          <p:spPr>
            <a:xfrm>
              <a:off x="10837327" y="6237185"/>
              <a:ext cx="62222" cy="261030"/>
            </a:xfrm>
            <a:custGeom>
              <a:avLst/>
              <a:gdLst>
                <a:gd name="connsiteX0" fmla="*/ 62378 w 62222"/>
                <a:gd name="connsiteY0" fmla="*/ 258483 h 261030"/>
                <a:gd name="connsiteX1" fmla="*/ 57819 w 62222"/>
                <a:gd name="connsiteY1" fmla="*/ 252740 h 261030"/>
                <a:gd name="connsiteX2" fmla="*/ 15711 w 62222"/>
                <a:gd name="connsiteY2" fmla="*/ 130578 h 261030"/>
                <a:gd name="connsiteX3" fmla="*/ 58892 w 62222"/>
                <a:gd name="connsiteY3" fmla="*/ 7111 h 261030"/>
                <a:gd name="connsiteX4" fmla="*/ 62378 w 62222"/>
                <a:gd name="connsiteY4" fmla="*/ 2673 h 261030"/>
                <a:gd name="connsiteX5" fmla="*/ 59696 w 62222"/>
                <a:gd name="connsiteY5" fmla="*/ 63 h 261030"/>
                <a:gd name="connsiteX6" fmla="*/ 17052 w 62222"/>
                <a:gd name="connsiteY6" fmla="*/ 50964 h 261030"/>
                <a:gd name="connsiteX7" fmla="*/ 156 w 62222"/>
                <a:gd name="connsiteY7" fmla="*/ 130578 h 261030"/>
                <a:gd name="connsiteX8" fmla="*/ 17857 w 62222"/>
                <a:gd name="connsiteY8" fmla="*/ 212019 h 261030"/>
                <a:gd name="connsiteX9" fmla="*/ 59696 w 62222"/>
                <a:gd name="connsiteY9" fmla="*/ 261093 h 261030"/>
                <a:gd name="connsiteX10" fmla="*/ 62378 w 62222"/>
                <a:gd name="connsiteY10" fmla="*/ 258483 h 26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222" h="261030">
                  <a:moveTo>
                    <a:pt x="62378" y="258483"/>
                  </a:moveTo>
                  <a:cubicBezTo>
                    <a:pt x="62378" y="257700"/>
                    <a:pt x="62378" y="257177"/>
                    <a:pt x="57819" y="252740"/>
                  </a:cubicBezTo>
                  <a:cubicBezTo>
                    <a:pt x="24294" y="219850"/>
                    <a:pt x="15711" y="170515"/>
                    <a:pt x="15711" y="130578"/>
                  </a:cubicBezTo>
                  <a:cubicBezTo>
                    <a:pt x="15711" y="85159"/>
                    <a:pt x="25903" y="39739"/>
                    <a:pt x="58892" y="7111"/>
                  </a:cubicBezTo>
                  <a:cubicBezTo>
                    <a:pt x="62378" y="3978"/>
                    <a:pt x="62378" y="3456"/>
                    <a:pt x="62378" y="2673"/>
                  </a:cubicBezTo>
                  <a:cubicBezTo>
                    <a:pt x="62378" y="846"/>
                    <a:pt x="61305" y="63"/>
                    <a:pt x="59696" y="63"/>
                  </a:cubicBezTo>
                  <a:cubicBezTo>
                    <a:pt x="57014" y="63"/>
                    <a:pt x="32876" y="17813"/>
                    <a:pt x="17052" y="50964"/>
                  </a:cubicBezTo>
                  <a:cubicBezTo>
                    <a:pt x="3374" y="79677"/>
                    <a:pt x="156" y="108651"/>
                    <a:pt x="156" y="130578"/>
                  </a:cubicBezTo>
                  <a:cubicBezTo>
                    <a:pt x="156" y="150938"/>
                    <a:pt x="3106" y="182523"/>
                    <a:pt x="17857" y="212019"/>
                  </a:cubicBezTo>
                  <a:cubicBezTo>
                    <a:pt x="33949" y="244126"/>
                    <a:pt x="57014" y="261093"/>
                    <a:pt x="59696" y="261093"/>
                  </a:cubicBezTo>
                  <a:cubicBezTo>
                    <a:pt x="61305" y="261093"/>
                    <a:pt x="62378" y="260310"/>
                    <a:pt x="62378" y="258483"/>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9" name="Freeform: Shape 278">
              <a:extLst>
                <a:ext uri="{FF2B5EF4-FFF2-40B4-BE49-F238E27FC236}">
                  <a16:creationId xmlns:a16="http://schemas.microsoft.com/office/drawing/2014/main" id="{F1160BBE-98BE-BAAF-C062-0315DD419F2F}"/>
                </a:ext>
              </a:extLst>
            </p:cNvPr>
            <p:cNvSpPr/>
            <p:nvPr>
              <p:custDataLst>
                <p:tags r:id="rId15"/>
              </p:custDataLst>
            </p:nvPr>
          </p:nvSpPr>
          <p:spPr>
            <a:xfrm>
              <a:off x="10938946" y="6259111"/>
              <a:ext cx="88506" cy="173846"/>
            </a:xfrm>
            <a:custGeom>
              <a:avLst/>
              <a:gdLst>
                <a:gd name="connsiteX0" fmla="*/ 55141 w 88506"/>
                <a:gd name="connsiteY0" fmla="*/ 6850 h 173846"/>
                <a:gd name="connsiteX1" fmla="*/ 48972 w 88506"/>
                <a:gd name="connsiteY1" fmla="*/ 63 h 173846"/>
                <a:gd name="connsiteX2" fmla="*/ 159 w 88506"/>
                <a:gd name="connsiteY2" fmla="*/ 16769 h 173846"/>
                <a:gd name="connsiteX3" fmla="*/ 159 w 88506"/>
                <a:gd name="connsiteY3" fmla="*/ 24861 h 173846"/>
                <a:gd name="connsiteX4" fmla="*/ 35294 w 88506"/>
                <a:gd name="connsiteY4" fmla="*/ 18074 h 173846"/>
                <a:gd name="connsiteX5" fmla="*/ 35294 w 88506"/>
                <a:gd name="connsiteY5" fmla="*/ 153287 h 173846"/>
                <a:gd name="connsiteX6" fmla="*/ 10351 w 88506"/>
                <a:gd name="connsiteY6" fmla="*/ 165817 h 173846"/>
                <a:gd name="connsiteX7" fmla="*/ 1769 w 88506"/>
                <a:gd name="connsiteY7" fmla="*/ 165817 h 173846"/>
                <a:gd name="connsiteX8" fmla="*/ 1769 w 88506"/>
                <a:gd name="connsiteY8" fmla="*/ 173909 h 173846"/>
                <a:gd name="connsiteX9" fmla="*/ 45217 w 88506"/>
                <a:gd name="connsiteY9" fmla="*/ 173126 h 173846"/>
                <a:gd name="connsiteX10" fmla="*/ 88666 w 88506"/>
                <a:gd name="connsiteY10" fmla="*/ 173909 h 173846"/>
                <a:gd name="connsiteX11" fmla="*/ 88666 w 88506"/>
                <a:gd name="connsiteY11" fmla="*/ 165817 h 173846"/>
                <a:gd name="connsiteX12" fmla="*/ 80083 w 88506"/>
                <a:gd name="connsiteY12" fmla="*/ 165817 h 173846"/>
                <a:gd name="connsiteX13" fmla="*/ 55141 w 88506"/>
                <a:gd name="connsiteY13" fmla="*/ 153287 h 173846"/>
                <a:gd name="connsiteX14" fmla="*/ 55141 w 88506"/>
                <a:gd name="connsiteY14" fmla="*/ 6850 h 173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8506" h="173846">
                  <a:moveTo>
                    <a:pt x="55141" y="6850"/>
                  </a:moveTo>
                  <a:cubicBezTo>
                    <a:pt x="55141" y="585"/>
                    <a:pt x="55141" y="63"/>
                    <a:pt x="48972" y="63"/>
                  </a:cubicBezTo>
                  <a:cubicBezTo>
                    <a:pt x="32344" y="16769"/>
                    <a:pt x="8742" y="16769"/>
                    <a:pt x="159" y="16769"/>
                  </a:cubicBezTo>
                  <a:lnTo>
                    <a:pt x="159" y="24861"/>
                  </a:lnTo>
                  <a:cubicBezTo>
                    <a:pt x="5523" y="24861"/>
                    <a:pt x="21347" y="24861"/>
                    <a:pt x="35294" y="18074"/>
                  </a:cubicBezTo>
                  <a:lnTo>
                    <a:pt x="35294" y="153287"/>
                  </a:lnTo>
                  <a:cubicBezTo>
                    <a:pt x="35294" y="162685"/>
                    <a:pt x="34489" y="165817"/>
                    <a:pt x="10351" y="165817"/>
                  </a:cubicBezTo>
                  <a:lnTo>
                    <a:pt x="1769" y="165817"/>
                  </a:lnTo>
                  <a:lnTo>
                    <a:pt x="1769" y="173909"/>
                  </a:lnTo>
                  <a:cubicBezTo>
                    <a:pt x="11156" y="173126"/>
                    <a:pt x="34489" y="173126"/>
                    <a:pt x="45217" y="173126"/>
                  </a:cubicBezTo>
                  <a:cubicBezTo>
                    <a:pt x="55945" y="173126"/>
                    <a:pt x="79279" y="173126"/>
                    <a:pt x="88666" y="173909"/>
                  </a:cubicBezTo>
                  <a:lnTo>
                    <a:pt x="88666" y="165817"/>
                  </a:lnTo>
                  <a:lnTo>
                    <a:pt x="80083" y="165817"/>
                  </a:lnTo>
                  <a:cubicBezTo>
                    <a:pt x="55945" y="165817"/>
                    <a:pt x="55141" y="162946"/>
                    <a:pt x="55141" y="153287"/>
                  </a:cubicBezTo>
                  <a:lnTo>
                    <a:pt x="55141" y="6850"/>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0" name="Freeform: Shape 279">
              <a:extLst>
                <a:ext uri="{FF2B5EF4-FFF2-40B4-BE49-F238E27FC236}">
                  <a16:creationId xmlns:a16="http://schemas.microsoft.com/office/drawing/2014/main" id="{0F0DE521-8C98-8200-2D7E-AD224B5C13CF}"/>
                </a:ext>
              </a:extLst>
            </p:cNvPr>
            <p:cNvSpPr/>
            <p:nvPr>
              <p:custDataLst>
                <p:tags r:id="rId16"/>
              </p:custDataLst>
            </p:nvPr>
          </p:nvSpPr>
          <p:spPr>
            <a:xfrm>
              <a:off x="11072243" y="6405288"/>
              <a:ext cx="28429" cy="27669"/>
            </a:xfrm>
            <a:custGeom>
              <a:avLst/>
              <a:gdLst>
                <a:gd name="connsiteX0" fmla="*/ 28594 w 28429"/>
                <a:gd name="connsiteY0" fmla="*/ 13897 h 27669"/>
                <a:gd name="connsiteX1" fmla="*/ 14379 w 28429"/>
                <a:gd name="connsiteY1" fmla="*/ 63 h 27669"/>
                <a:gd name="connsiteX2" fmla="*/ 164 w 28429"/>
                <a:gd name="connsiteY2" fmla="*/ 13897 h 27669"/>
                <a:gd name="connsiteX3" fmla="*/ 14379 w 28429"/>
                <a:gd name="connsiteY3" fmla="*/ 27732 h 27669"/>
                <a:gd name="connsiteX4" fmla="*/ 28594 w 28429"/>
                <a:gd name="connsiteY4" fmla="*/ 13897 h 27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29" h="27669">
                  <a:moveTo>
                    <a:pt x="28594" y="13897"/>
                  </a:moveTo>
                  <a:cubicBezTo>
                    <a:pt x="28594" y="6328"/>
                    <a:pt x="22157" y="63"/>
                    <a:pt x="14379" y="63"/>
                  </a:cubicBezTo>
                  <a:cubicBezTo>
                    <a:pt x="6601" y="63"/>
                    <a:pt x="164" y="6328"/>
                    <a:pt x="164" y="13897"/>
                  </a:cubicBezTo>
                  <a:cubicBezTo>
                    <a:pt x="164" y="21467"/>
                    <a:pt x="6601" y="27732"/>
                    <a:pt x="14379" y="27732"/>
                  </a:cubicBezTo>
                  <a:cubicBezTo>
                    <a:pt x="22157" y="27732"/>
                    <a:pt x="28594" y="21467"/>
                    <a:pt x="28594" y="13897"/>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1" name="Freeform: Shape 280">
              <a:extLst>
                <a:ext uri="{FF2B5EF4-FFF2-40B4-BE49-F238E27FC236}">
                  <a16:creationId xmlns:a16="http://schemas.microsoft.com/office/drawing/2014/main" id="{E89CE2EB-1B4C-70C0-84A2-101F8B26C6B6}"/>
                </a:ext>
              </a:extLst>
            </p:cNvPr>
            <p:cNvSpPr/>
            <p:nvPr>
              <p:custDataLst>
                <p:tags r:id="rId17"/>
              </p:custDataLst>
            </p:nvPr>
          </p:nvSpPr>
          <p:spPr>
            <a:xfrm>
              <a:off x="11137088" y="6259111"/>
              <a:ext cx="107012" cy="179588"/>
            </a:xfrm>
            <a:custGeom>
              <a:avLst/>
              <a:gdLst>
                <a:gd name="connsiteX0" fmla="*/ 107180 w 107012"/>
                <a:gd name="connsiteY0" fmla="*/ 121442 h 179588"/>
                <a:gd name="connsiteX1" fmla="*/ 56221 w 107012"/>
                <a:gd name="connsiteY1" fmla="*/ 64276 h 179588"/>
                <a:gd name="connsiteX2" fmla="*/ 22160 w 107012"/>
                <a:gd name="connsiteY2" fmla="*/ 77589 h 179588"/>
                <a:gd name="connsiteX3" fmla="*/ 22160 w 107012"/>
                <a:gd name="connsiteY3" fmla="*/ 26688 h 179588"/>
                <a:gd name="connsiteX4" fmla="*/ 44957 w 107012"/>
                <a:gd name="connsiteY4" fmla="*/ 30081 h 179588"/>
                <a:gd name="connsiteX5" fmla="*/ 96720 w 107012"/>
                <a:gd name="connsiteY5" fmla="*/ 2934 h 179588"/>
                <a:gd name="connsiteX6" fmla="*/ 94038 w 107012"/>
                <a:gd name="connsiteY6" fmla="*/ 63 h 179588"/>
                <a:gd name="connsiteX7" fmla="*/ 91892 w 107012"/>
                <a:gd name="connsiteY7" fmla="*/ 846 h 179588"/>
                <a:gd name="connsiteX8" fmla="*/ 55417 w 107012"/>
                <a:gd name="connsiteY8" fmla="*/ 8416 h 179588"/>
                <a:gd name="connsiteX9" fmla="*/ 19746 w 107012"/>
                <a:gd name="connsiteY9" fmla="*/ 1107 h 179588"/>
                <a:gd name="connsiteX10" fmla="*/ 16527 w 107012"/>
                <a:gd name="connsiteY10" fmla="*/ 324 h 179588"/>
                <a:gd name="connsiteX11" fmla="*/ 13845 w 107012"/>
                <a:gd name="connsiteY11" fmla="*/ 6589 h 179588"/>
                <a:gd name="connsiteX12" fmla="*/ 13845 w 107012"/>
                <a:gd name="connsiteY12" fmla="*/ 83853 h 179588"/>
                <a:gd name="connsiteX13" fmla="*/ 17600 w 107012"/>
                <a:gd name="connsiteY13" fmla="*/ 90640 h 179588"/>
                <a:gd name="connsiteX14" fmla="*/ 21087 w 107012"/>
                <a:gd name="connsiteY14" fmla="*/ 88291 h 179588"/>
                <a:gd name="connsiteX15" fmla="*/ 55685 w 107012"/>
                <a:gd name="connsiteY15" fmla="*/ 70019 h 179588"/>
                <a:gd name="connsiteX16" fmla="*/ 78482 w 107012"/>
                <a:gd name="connsiteY16" fmla="*/ 86725 h 179588"/>
                <a:gd name="connsiteX17" fmla="*/ 83310 w 107012"/>
                <a:gd name="connsiteY17" fmla="*/ 119615 h 179588"/>
                <a:gd name="connsiteX18" fmla="*/ 76873 w 107012"/>
                <a:gd name="connsiteY18" fmla="*/ 155376 h 179588"/>
                <a:gd name="connsiteX19" fmla="*/ 48175 w 107012"/>
                <a:gd name="connsiteY19" fmla="*/ 172343 h 179588"/>
                <a:gd name="connsiteX20" fmla="*/ 8750 w 107012"/>
                <a:gd name="connsiteY20" fmla="*/ 143107 h 179588"/>
                <a:gd name="connsiteX21" fmla="*/ 13309 w 107012"/>
                <a:gd name="connsiteY21" fmla="*/ 143629 h 179588"/>
                <a:gd name="connsiteX22" fmla="*/ 26719 w 107012"/>
                <a:gd name="connsiteY22" fmla="*/ 130839 h 179588"/>
                <a:gd name="connsiteX23" fmla="*/ 13309 w 107012"/>
                <a:gd name="connsiteY23" fmla="*/ 118048 h 179588"/>
                <a:gd name="connsiteX24" fmla="*/ 167 w 107012"/>
                <a:gd name="connsiteY24" fmla="*/ 131883 h 179588"/>
                <a:gd name="connsiteX25" fmla="*/ 48712 w 107012"/>
                <a:gd name="connsiteY25" fmla="*/ 179651 h 179588"/>
                <a:gd name="connsiteX26" fmla="*/ 107180 w 107012"/>
                <a:gd name="connsiteY26" fmla="*/ 121442 h 1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012" h="179588">
                  <a:moveTo>
                    <a:pt x="107180" y="121442"/>
                  </a:moveTo>
                  <a:cubicBezTo>
                    <a:pt x="107180" y="90379"/>
                    <a:pt x="85187" y="64276"/>
                    <a:pt x="56221" y="64276"/>
                  </a:cubicBezTo>
                  <a:cubicBezTo>
                    <a:pt x="43348" y="64276"/>
                    <a:pt x="31815" y="68453"/>
                    <a:pt x="22160" y="77589"/>
                  </a:cubicBezTo>
                  <a:lnTo>
                    <a:pt x="22160" y="26688"/>
                  </a:lnTo>
                  <a:cubicBezTo>
                    <a:pt x="27524" y="28254"/>
                    <a:pt x="36374" y="30081"/>
                    <a:pt x="44957" y="30081"/>
                  </a:cubicBezTo>
                  <a:cubicBezTo>
                    <a:pt x="77946" y="30081"/>
                    <a:pt x="96720" y="6327"/>
                    <a:pt x="96720" y="2934"/>
                  </a:cubicBezTo>
                  <a:cubicBezTo>
                    <a:pt x="96720" y="1368"/>
                    <a:pt x="95915" y="63"/>
                    <a:pt x="94038" y="63"/>
                  </a:cubicBezTo>
                  <a:cubicBezTo>
                    <a:pt x="93769" y="63"/>
                    <a:pt x="93233" y="63"/>
                    <a:pt x="91892" y="846"/>
                  </a:cubicBezTo>
                  <a:cubicBezTo>
                    <a:pt x="86528" y="3195"/>
                    <a:pt x="73386" y="8416"/>
                    <a:pt x="55417" y="8416"/>
                  </a:cubicBezTo>
                  <a:cubicBezTo>
                    <a:pt x="44689" y="8416"/>
                    <a:pt x="32351" y="6589"/>
                    <a:pt x="19746" y="1107"/>
                  </a:cubicBezTo>
                  <a:cubicBezTo>
                    <a:pt x="17600" y="324"/>
                    <a:pt x="17064" y="324"/>
                    <a:pt x="16527" y="324"/>
                  </a:cubicBezTo>
                  <a:cubicBezTo>
                    <a:pt x="13845" y="324"/>
                    <a:pt x="13845" y="2412"/>
                    <a:pt x="13845" y="6589"/>
                  </a:cubicBezTo>
                  <a:lnTo>
                    <a:pt x="13845" y="83853"/>
                  </a:lnTo>
                  <a:cubicBezTo>
                    <a:pt x="13845" y="88552"/>
                    <a:pt x="13845" y="90640"/>
                    <a:pt x="17600" y="90640"/>
                  </a:cubicBezTo>
                  <a:cubicBezTo>
                    <a:pt x="19478" y="90640"/>
                    <a:pt x="20014" y="89857"/>
                    <a:pt x="21087" y="88291"/>
                  </a:cubicBezTo>
                  <a:cubicBezTo>
                    <a:pt x="24037" y="84114"/>
                    <a:pt x="33961" y="70019"/>
                    <a:pt x="55685" y="70019"/>
                  </a:cubicBezTo>
                  <a:cubicBezTo>
                    <a:pt x="69631" y="70019"/>
                    <a:pt x="76336" y="82026"/>
                    <a:pt x="78482" y="86725"/>
                  </a:cubicBezTo>
                  <a:cubicBezTo>
                    <a:pt x="82773" y="96383"/>
                    <a:pt x="83310" y="106563"/>
                    <a:pt x="83310" y="119615"/>
                  </a:cubicBezTo>
                  <a:cubicBezTo>
                    <a:pt x="83310" y="128751"/>
                    <a:pt x="83310" y="144412"/>
                    <a:pt x="76873" y="155376"/>
                  </a:cubicBezTo>
                  <a:cubicBezTo>
                    <a:pt x="70436" y="165556"/>
                    <a:pt x="60512" y="172343"/>
                    <a:pt x="48175" y="172343"/>
                  </a:cubicBezTo>
                  <a:cubicBezTo>
                    <a:pt x="28596" y="172343"/>
                    <a:pt x="13309" y="158508"/>
                    <a:pt x="8750" y="143107"/>
                  </a:cubicBezTo>
                  <a:cubicBezTo>
                    <a:pt x="9554" y="143368"/>
                    <a:pt x="10359" y="143629"/>
                    <a:pt x="13309" y="143629"/>
                  </a:cubicBezTo>
                  <a:cubicBezTo>
                    <a:pt x="22160" y="143629"/>
                    <a:pt x="26719" y="137104"/>
                    <a:pt x="26719" y="130839"/>
                  </a:cubicBezTo>
                  <a:cubicBezTo>
                    <a:pt x="26719" y="124574"/>
                    <a:pt x="22160" y="118048"/>
                    <a:pt x="13309" y="118048"/>
                  </a:cubicBezTo>
                  <a:cubicBezTo>
                    <a:pt x="9554" y="118048"/>
                    <a:pt x="167" y="119876"/>
                    <a:pt x="167" y="131883"/>
                  </a:cubicBezTo>
                  <a:cubicBezTo>
                    <a:pt x="167" y="154332"/>
                    <a:pt x="18673" y="179651"/>
                    <a:pt x="48712" y="179651"/>
                  </a:cubicBezTo>
                  <a:cubicBezTo>
                    <a:pt x="79823" y="179651"/>
                    <a:pt x="107180" y="154593"/>
                    <a:pt x="107180" y="121442"/>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2" name="Freeform: Shape 281">
              <a:extLst>
                <a:ext uri="{FF2B5EF4-FFF2-40B4-BE49-F238E27FC236}">
                  <a16:creationId xmlns:a16="http://schemas.microsoft.com/office/drawing/2014/main" id="{0F18A2E9-B001-DB48-4AC4-3364E80FC2BC}"/>
                </a:ext>
              </a:extLst>
            </p:cNvPr>
            <p:cNvSpPr/>
            <p:nvPr>
              <p:custDataLst>
                <p:tags r:id="rId18"/>
              </p:custDataLst>
            </p:nvPr>
          </p:nvSpPr>
          <p:spPr>
            <a:xfrm>
              <a:off x="11271189" y="6259111"/>
              <a:ext cx="107012" cy="173846"/>
            </a:xfrm>
            <a:custGeom>
              <a:avLst/>
              <a:gdLst>
                <a:gd name="connsiteX0" fmla="*/ 20824 w 107012"/>
                <a:gd name="connsiteY0" fmla="*/ 153810 h 173846"/>
                <a:gd name="connsiteX1" fmla="*/ 49253 w 107012"/>
                <a:gd name="connsiteY1" fmla="*/ 126923 h 173846"/>
                <a:gd name="connsiteX2" fmla="*/ 107184 w 107012"/>
                <a:gd name="connsiteY2" fmla="*/ 50703 h 173846"/>
                <a:gd name="connsiteX3" fmla="*/ 50326 w 107012"/>
                <a:gd name="connsiteY3" fmla="*/ 63 h 173846"/>
                <a:gd name="connsiteX4" fmla="*/ 172 w 107012"/>
                <a:gd name="connsiteY4" fmla="*/ 47309 h 173846"/>
                <a:gd name="connsiteX5" fmla="*/ 14387 w 107012"/>
                <a:gd name="connsiteY5" fmla="*/ 61927 h 173846"/>
                <a:gd name="connsiteX6" fmla="*/ 28333 w 107012"/>
                <a:gd name="connsiteY6" fmla="*/ 48092 h 173846"/>
                <a:gd name="connsiteX7" fmla="*/ 14119 w 107012"/>
                <a:gd name="connsiteY7" fmla="*/ 34519 h 173846"/>
                <a:gd name="connsiteX8" fmla="*/ 10632 w 107012"/>
                <a:gd name="connsiteY8" fmla="*/ 34780 h 173846"/>
                <a:gd name="connsiteX9" fmla="*/ 46839 w 107012"/>
                <a:gd name="connsiteY9" fmla="*/ 8155 h 173846"/>
                <a:gd name="connsiteX10" fmla="*/ 82778 w 107012"/>
                <a:gd name="connsiteY10" fmla="*/ 50703 h 173846"/>
                <a:gd name="connsiteX11" fmla="*/ 54617 w 107012"/>
                <a:gd name="connsiteY11" fmla="*/ 108390 h 173846"/>
                <a:gd name="connsiteX12" fmla="*/ 3122 w 107012"/>
                <a:gd name="connsiteY12" fmla="*/ 164251 h 173846"/>
                <a:gd name="connsiteX13" fmla="*/ 172 w 107012"/>
                <a:gd name="connsiteY13" fmla="*/ 173909 h 173846"/>
                <a:gd name="connsiteX14" fmla="*/ 99675 w 107012"/>
                <a:gd name="connsiteY14" fmla="*/ 173909 h 173846"/>
                <a:gd name="connsiteX15" fmla="*/ 107184 w 107012"/>
                <a:gd name="connsiteY15" fmla="*/ 128490 h 173846"/>
                <a:gd name="connsiteX16" fmla="*/ 100479 w 107012"/>
                <a:gd name="connsiteY16" fmla="*/ 128490 h 173846"/>
                <a:gd name="connsiteX17" fmla="*/ 94579 w 107012"/>
                <a:gd name="connsiteY17" fmla="*/ 151721 h 173846"/>
                <a:gd name="connsiteX18" fmla="*/ 69100 w 107012"/>
                <a:gd name="connsiteY18" fmla="*/ 153810 h 173846"/>
                <a:gd name="connsiteX19" fmla="*/ 20824 w 107012"/>
                <a:gd name="connsiteY19" fmla="*/ 153810 h 173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12" h="173846">
                  <a:moveTo>
                    <a:pt x="20824" y="153810"/>
                  </a:moveTo>
                  <a:lnTo>
                    <a:pt x="49253" y="126923"/>
                  </a:lnTo>
                  <a:cubicBezTo>
                    <a:pt x="91092" y="90901"/>
                    <a:pt x="107184" y="76806"/>
                    <a:pt x="107184" y="50703"/>
                  </a:cubicBezTo>
                  <a:cubicBezTo>
                    <a:pt x="107184" y="20945"/>
                    <a:pt x="83046" y="63"/>
                    <a:pt x="50326" y="63"/>
                  </a:cubicBezTo>
                  <a:cubicBezTo>
                    <a:pt x="20019" y="63"/>
                    <a:pt x="172" y="24078"/>
                    <a:pt x="172" y="47309"/>
                  </a:cubicBezTo>
                  <a:cubicBezTo>
                    <a:pt x="172" y="61927"/>
                    <a:pt x="13582" y="61927"/>
                    <a:pt x="14387" y="61927"/>
                  </a:cubicBezTo>
                  <a:cubicBezTo>
                    <a:pt x="18946" y="61927"/>
                    <a:pt x="28333" y="58795"/>
                    <a:pt x="28333" y="48092"/>
                  </a:cubicBezTo>
                  <a:cubicBezTo>
                    <a:pt x="28333" y="41306"/>
                    <a:pt x="23506" y="34519"/>
                    <a:pt x="14119" y="34519"/>
                  </a:cubicBezTo>
                  <a:cubicBezTo>
                    <a:pt x="11973" y="34519"/>
                    <a:pt x="11437" y="34519"/>
                    <a:pt x="10632" y="34780"/>
                  </a:cubicBezTo>
                  <a:cubicBezTo>
                    <a:pt x="16801" y="17813"/>
                    <a:pt x="31283" y="8155"/>
                    <a:pt x="46839" y="8155"/>
                  </a:cubicBezTo>
                  <a:cubicBezTo>
                    <a:pt x="71246" y="8155"/>
                    <a:pt x="82778" y="29298"/>
                    <a:pt x="82778" y="50703"/>
                  </a:cubicBezTo>
                  <a:cubicBezTo>
                    <a:pt x="82778" y="71585"/>
                    <a:pt x="69368" y="92206"/>
                    <a:pt x="54617" y="108390"/>
                  </a:cubicBezTo>
                  <a:lnTo>
                    <a:pt x="3122" y="164251"/>
                  </a:lnTo>
                  <a:cubicBezTo>
                    <a:pt x="172" y="167122"/>
                    <a:pt x="172" y="167644"/>
                    <a:pt x="172" y="173909"/>
                  </a:cubicBezTo>
                  <a:lnTo>
                    <a:pt x="99675" y="173909"/>
                  </a:lnTo>
                  <a:lnTo>
                    <a:pt x="107184" y="128490"/>
                  </a:lnTo>
                  <a:lnTo>
                    <a:pt x="100479" y="128490"/>
                  </a:lnTo>
                  <a:cubicBezTo>
                    <a:pt x="99138" y="136321"/>
                    <a:pt x="97261" y="147806"/>
                    <a:pt x="94579" y="151721"/>
                  </a:cubicBezTo>
                  <a:cubicBezTo>
                    <a:pt x="92702" y="153810"/>
                    <a:pt x="75000" y="153810"/>
                    <a:pt x="69100" y="153810"/>
                  </a:cubicBezTo>
                  <a:lnTo>
                    <a:pt x="20824" y="153810"/>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3" name="Freeform: Shape 282">
              <a:extLst>
                <a:ext uri="{FF2B5EF4-FFF2-40B4-BE49-F238E27FC236}">
                  <a16:creationId xmlns:a16="http://schemas.microsoft.com/office/drawing/2014/main" id="{CECFAB24-DCB2-37EB-18F7-1D62BD65F144}"/>
                </a:ext>
              </a:extLst>
            </p:cNvPr>
            <p:cNvSpPr/>
            <p:nvPr>
              <p:custDataLst>
                <p:tags r:id="rId19"/>
              </p:custDataLst>
            </p:nvPr>
          </p:nvSpPr>
          <p:spPr>
            <a:xfrm>
              <a:off x="11407168" y="6237185"/>
              <a:ext cx="62222" cy="261030"/>
            </a:xfrm>
            <a:custGeom>
              <a:avLst/>
              <a:gdLst>
                <a:gd name="connsiteX0" fmla="*/ 62400 w 62222"/>
                <a:gd name="connsiteY0" fmla="*/ 130578 h 261030"/>
                <a:gd name="connsiteX1" fmla="*/ 44699 w 62222"/>
                <a:gd name="connsiteY1" fmla="*/ 49136 h 261030"/>
                <a:gd name="connsiteX2" fmla="*/ 2859 w 62222"/>
                <a:gd name="connsiteY2" fmla="*/ 63 h 261030"/>
                <a:gd name="connsiteX3" fmla="*/ 177 w 62222"/>
                <a:gd name="connsiteY3" fmla="*/ 2673 h 261030"/>
                <a:gd name="connsiteX4" fmla="*/ 5273 w 62222"/>
                <a:gd name="connsiteY4" fmla="*/ 8677 h 261030"/>
                <a:gd name="connsiteX5" fmla="*/ 46844 w 62222"/>
                <a:gd name="connsiteY5" fmla="*/ 130578 h 261030"/>
                <a:gd name="connsiteX6" fmla="*/ 3664 w 62222"/>
                <a:gd name="connsiteY6" fmla="*/ 254045 h 261030"/>
                <a:gd name="connsiteX7" fmla="*/ 177 w 62222"/>
                <a:gd name="connsiteY7" fmla="*/ 258483 h 261030"/>
                <a:gd name="connsiteX8" fmla="*/ 2859 w 62222"/>
                <a:gd name="connsiteY8" fmla="*/ 261093 h 261030"/>
                <a:gd name="connsiteX9" fmla="*/ 45503 w 62222"/>
                <a:gd name="connsiteY9" fmla="*/ 210192 h 261030"/>
                <a:gd name="connsiteX10" fmla="*/ 62400 w 62222"/>
                <a:gd name="connsiteY10" fmla="*/ 130578 h 26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222" h="261030">
                  <a:moveTo>
                    <a:pt x="62400" y="130578"/>
                  </a:moveTo>
                  <a:cubicBezTo>
                    <a:pt x="62400" y="110217"/>
                    <a:pt x="59450" y="78633"/>
                    <a:pt x="44699" y="49136"/>
                  </a:cubicBezTo>
                  <a:cubicBezTo>
                    <a:pt x="28606" y="17030"/>
                    <a:pt x="5541" y="63"/>
                    <a:pt x="2859" y="63"/>
                  </a:cubicBezTo>
                  <a:cubicBezTo>
                    <a:pt x="1250" y="63"/>
                    <a:pt x="177" y="1107"/>
                    <a:pt x="177" y="2673"/>
                  </a:cubicBezTo>
                  <a:cubicBezTo>
                    <a:pt x="177" y="3456"/>
                    <a:pt x="177" y="3978"/>
                    <a:pt x="5273" y="8677"/>
                  </a:cubicBezTo>
                  <a:cubicBezTo>
                    <a:pt x="31557" y="34519"/>
                    <a:pt x="46844" y="76023"/>
                    <a:pt x="46844" y="130578"/>
                  </a:cubicBezTo>
                  <a:cubicBezTo>
                    <a:pt x="46844" y="175214"/>
                    <a:pt x="36921" y="221155"/>
                    <a:pt x="3664" y="254045"/>
                  </a:cubicBezTo>
                  <a:cubicBezTo>
                    <a:pt x="177" y="257177"/>
                    <a:pt x="177" y="257700"/>
                    <a:pt x="177" y="258483"/>
                  </a:cubicBezTo>
                  <a:cubicBezTo>
                    <a:pt x="177" y="260049"/>
                    <a:pt x="1250" y="261093"/>
                    <a:pt x="2859" y="261093"/>
                  </a:cubicBezTo>
                  <a:cubicBezTo>
                    <a:pt x="5541" y="261093"/>
                    <a:pt x="29679" y="243343"/>
                    <a:pt x="45503" y="210192"/>
                  </a:cubicBezTo>
                  <a:cubicBezTo>
                    <a:pt x="59181" y="181479"/>
                    <a:pt x="62400" y="152504"/>
                    <a:pt x="62400" y="130578"/>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4" name="Freeform: Shape 283">
              <a:extLst>
                <a:ext uri="{FF2B5EF4-FFF2-40B4-BE49-F238E27FC236}">
                  <a16:creationId xmlns:a16="http://schemas.microsoft.com/office/drawing/2014/main" id="{AFC40683-FD16-EE88-EBD7-088BA7382292}"/>
                </a:ext>
              </a:extLst>
            </p:cNvPr>
            <p:cNvSpPr/>
            <p:nvPr>
              <p:custDataLst>
                <p:tags r:id="rId20"/>
              </p:custDataLst>
            </p:nvPr>
          </p:nvSpPr>
          <p:spPr>
            <a:xfrm>
              <a:off x="11585699" y="6337159"/>
              <a:ext cx="178353" cy="61081"/>
            </a:xfrm>
            <a:custGeom>
              <a:avLst/>
              <a:gdLst>
                <a:gd name="connsiteX0" fmla="*/ 169419 w 178353"/>
                <a:gd name="connsiteY0" fmla="*/ 10504 h 61081"/>
                <a:gd name="connsiteX1" fmla="*/ 178538 w 178353"/>
                <a:gd name="connsiteY1" fmla="*/ 5283 h 61081"/>
                <a:gd name="connsiteX2" fmla="*/ 169687 w 178353"/>
                <a:gd name="connsiteY2" fmla="*/ 63 h 61081"/>
                <a:gd name="connsiteX3" fmla="*/ 9034 w 178353"/>
                <a:gd name="connsiteY3" fmla="*/ 63 h 61081"/>
                <a:gd name="connsiteX4" fmla="*/ 184 w 178353"/>
                <a:gd name="connsiteY4" fmla="*/ 5283 h 61081"/>
                <a:gd name="connsiteX5" fmla="*/ 9303 w 178353"/>
                <a:gd name="connsiteY5" fmla="*/ 10504 h 61081"/>
                <a:gd name="connsiteX6" fmla="*/ 169419 w 178353"/>
                <a:gd name="connsiteY6" fmla="*/ 10504 h 61081"/>
                <a:gd name="connsiteX7" fmla="*/ 169687 w 178353"/>
                <a:gd name="connsiteY7" fmla="*/ 61144 h 61081"/>
                <a:gd name="connsiteX8" fmla="*/ 178538 w 178353"/>
                <a:gd name="connsiteY8" fmla="*/ 55923 h 61081"/>
                <a:gd name="connsiteX9" fmla="*/ 169419 w 178353"/>
                <a:gd name="connsiteY9" fmla="*/ 50703 h 61081"/>
                <a:gd name="connsiteX10" fmla="*/ 9303 w 178353"/>
                <a:gd name="connsiteY10" fmla="*/ 50703 h 61081"/>
                <a:gd name="connsiteX11" fmla="*/ 184 w 178353"/>
                <a:gd name="connsiteY11" fmla="*/ 55923 h 61081"/>
                <a:gd name="connsiteX12" fmla="*/ 9034 w 178353"/>
                <a:gd name="connsiteY12" fmla="*/ 61144 h 61081"/>
                <a:gd name="connsiteX13" fmla="*/ 169687 w 178353"/>
                <a:gd name="connsiteY13" fmla="*/ 61144 h 6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53" h="61081">
                  <a:moveTo>
                    <a:pt x="169419" y="10504"/>
                  </a:moveTo>
                  <a:cubicBezTo>
                    <a:pt x="173442" y="10504"/>
                    <a:pt x="178538" y="10504"/>
                    <a:pt x="178538" y="5283"/>
                  </a:cubicBezTo>
                  <a:cubicBezTo>
                    <a:pt x="178538" y="63"/>
                    <a:pt x="173442" y="63"/>
                    <a:pt x="169687" y="63"/>
                  </a:cubicBezTo>
                  <a:lnTo>
                    <a:pt x="9034" y="63"/>
                  </a:lnTo>
                  <a:cubicBezTo>
                    <a:pt x="5280" y="63"/>
                    <a:pt x="184" y="63"/>
                    <a:pt x="184" y="5283"/>
                  </a:cubicBezTo>
                  <a:cubicBezTo>
                    <a:pt x="184" y="10504"/>
                    <a:pt x="5280" y="10504"/>
                    <a:pt x="9303" y="10504"/>
                  </a:cubicBezTo>
                  <a:lnTo>
                    <a:pt x="169419" y="10504"/>
                  </a:lnTo>
                  <a:close/>
                  <a:moveTo>
                    <a:pt x="169687" y="61144"/>
                  </a:moveTo>
                  <a:cubicBezTo>
                    <a:pt x="173442" y="61144"/>
                    <a:pt x="178538" y="61144"/>
                    <a:pt x="178538" y="55923"/>
                  </a:cubicBezTo>
                  <a:cubicBezTo>
                    <a:pt x="178538" y="50703"/>
                    <a:pt x="173442" y="50703"/>
                    <a:pt x="169419" y="50703"/>
                  </a:cubicBezTo>
                  <a:lnTo>
                    <a:pt x="9303" y="50703"/>
                  </a:lnTo>
                  <a:cubicBezTo>
                    <a:pt x="5280" y="50703"/>
                    <a:pt x="184" y="50703"/>
                    <a:pt x="184" y="55923"/>
                  </a:cubicBezTo>
                  <a:cubicBezTo>
                    <a:pt x="184" y="61144"/>
                    <a:pt x="5280" y="61144"/>
                    <a:pt x="9034" y="61144"/>
                  </a:cubicBezTo>
                  <a:lnTo>
                    <a:pt x="169687" y="6114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5" name="Freeform: Shape 284">
              <a:extLst>
                <a:ext uri="{FF2B5EF4-FFF2-40B4-BE49-F238E27FC236}">
                  <a16:creationId xmlns:a16="http://schemas.microsoft.com/office/drawing/2014/main" id="{EC56395B-FE87-0868-A2D5-6DCF9881411E}"/>
                </a:ext>
              </a:extLst>
            </p:cNvPr>
            <p:cNvSpPr/>
            <p:nvPr>
              <p:custDataLst>
                <p:tags r:id="rId21"/>
              </p:custDataLst>
            </p:nvPr>
          </p:nvSpPr>
          <p:spPr>
            <a:xfrm>
              <a:off x="11864240" y="6259111"/>
              <a:ext cx="112912" cy="179588"/>
            </a:xfrm>
            <a:custGeom>
              <a:avLst/>
              <a:gdLst>
                <a:gd name="connsiteX0" fmla="*/ 113107 w 112912"/>
                <a:gd name="connsiteY0" fmla="*/ 90379 h 179588"/>
                <a:gd name="connsiteX1" fmla="*/ 102379 w 112912"/>
                <a:gd name="connsiteY1" fmla="*/ 29298 h 179588"/>
                <a:gd name="connsiteX2" fmla="*/ 56785 w 112912"/>
                <a:gd name="connsiteY2" fmla="*/ 63 h 179588"/>
                <a:gd name="connsiteX3" fmla="*/ 10118 w 112912"/>
                <a:gd name="connsiteY3" fmla="*/ 31125 h 179588"/>
                <a:gd name="connsiteX4" fmla="*/ 194 w 112912"/>
                <a:gd name="connsiteY4" fmla="*/ 90379 h 179588"/>
                <a:gd name="connsiteX5" fmla="*/ 12263 w 112912"/>
                <a:gd name="connsiteY5" fmla="*/ 153287 h 179588"/>
                <a:gd name="connsiteX6" fmla="*/ 56517 w 112912"/>
                <a:gd name="connsiteY6" fmla="*/ 179651 h 179588"/>
                <a:gd name="connsiteX7" fmla="*/ 103184 w 112912"/>
                <a:gd name="connsiteY7" fmla="*/ 149372 h 179588"/>
                <a:gd name="connsiteX8" fmla="*/ 113107 w 112912"/>
                <a:gd name="connsiteY8" fmla="*/ 90379 h 179588"/>
                <a:gd name="connsiteX9" fmla="*/ 56517 w 112912"/>
                <a:gd name="connsiteY9" fmla="*/ 173909 h 179588"/>
                <a:gd name="connsiteX10" fmla="*/ 25405 w 112912"/>
                <a:gd name="connsiteY10" fmla="*/ 142324 h 179588"/>
                <a:gd name="connsiteX11" fmla="*/ 22455 w 112912"/>
                <a:gd name="connsiteY11" fmla="*/ 87247 h 179588"/>
                <a:gd name="connsiteX12" fmla="*/ 24601 w 112912"/>
                <a:gd name="connsiteY12" fmla="*/ 39217 h 179588"/>
                <a:gd name="connsiteX13" fmla="*/ 56517 w 112912"/>
                <a:gd name="connsiteY13" fmla="*/ 5805 h 179588"/>
                <a:gd name="connsiteX14" fmla="*/ 88164 w 112912"/>
                <a:gd name="connsiteY14" fmla="*/ 36346 h 179588"/>
                <a:gd name="connsiteX15" fmla="*/ 90846 w 112912"/>
                <a:gd name="connsiteY15" fmla="*/ 87247 h 179588"/>
                <a:gd name="connsiteX16" fmla="*/ 87896 w 112912"/>
                <a:gd name="connsiteY16" fmla="*/ 141280 h 179588"/>
                <a:gd name="connsiteX17" fmla="*/ 56517 w 112912"/>
                <a:gd name="connsiteY17" fmla="*/ 173909 h 1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912" h="179588">
                  <a:moveTo>
                    <a:pt x="113107" y="90379"/>
                  </a:moveTo>
                  <a:cubicBezTo>
                    <a:pt x="113107" y="69497"/>
                    <a:pt x="111766" y="48614"/>
                    <a:pt x="102379" y="29298"/>
                  </a:cubicBezTo>
                  <a:cubicBezTo>
                    <a:pt x="90042" y="4239"/>
                    <a:pt x="68049" y="63"/>
                    <a:pt x="56785" y="63"/>
                  </a:cubicBezTo>
                  <a:cubicBezTo>
                    <a:pt x="40693" y="63"/>
                    <a:pt x="21114" y="6850"/>
                    <a:pt x="10118" y="31125"/>
                  </a:cubicBezTo>
                  <a:cubicBezTo>
                    <a:pt x="1535" y="49136"/>
                    <a:pt x="194" y="69497"/>
                    <a:pt x="194" y="90379"/>
                  </a:cubicBezTo>
                  <a:cubicBezTo>
                    <a:pt x="194" y="109956"/>
                    <a:pt x="1267" y="133449"/>
                    <a:pt x="12263" y="153287"/>
                  </a:cubicBezTo>
                  <a:cubicBezTo>
                    <a:pt x="23796" y="174431"/>
                    <a:pt x="43375" y="179651"/>
                    <a:pt x="56517" y="179651"/>
                  </a:cubicBezTo>
                  <a:cubicBezTo>
                    <a:pt x="70999" y="179651"/>
                    <a:pt x="91383" y="174170"/>
                    <a:pt x="103184" y="149372"/>
                  </a:cubicBezTo>
                  <a:cubicBezTo>
                    <a:pt x="111766" y="131361"/>
                    <a:pt x="113107" y="111001"/>
                    <a:pt x="113107" y="90379"/>
                  </a:cubicBezTo>
                  <a:close/>
                  <a:moveTo>
                    <a:pt x="56517" y="173909"/>
                  </a:moveTo>
                  <a:cubicBezTo>
                    <a:pt x="46057" y="173909"/>
                    <a:pt x="30233" y="167383"/>
                    <a:pt x="25405" y="142324"/>
                  </a:cubicBezTo>
                  <a:cubicBezTo>
                    <a:pt x="22455" y="126662"/>
                    <a:pt x="22455" y="102648"/>
                    <a:pt x="22455" y="87247"/>
                  </a:cubicBezTo>
                  <a:cubicBezTo>
                    <a:pt x="22455" y="70541"/>
                    <a:pt x="22455" y="53313"/>
                    <a:pt x="24601" y="39217"/>
                  </a:cubicBezTo>
                  <a:cubicBezTo>
                    <a:pt x="29696" y="8155"/>
                    <a:pt x="49812" y="5805"/>
                    <a:pt x="56517" y="5805"/>
                  </a:cubicBezTo>
                  <a:cubicBezTo>
                    <a:pt x="65367" y="5805"/>
                    <a:pt x="83069" y="10504"/>
                    <a:pt x="88164" y="36346"/>
                  </a:cubicBezTo>
                  <a:cubicBezTo>
                    <a:pt x="90846" y="50964"/>
                    <a:pt x="90846" y="70802"/>
                    <a:pt x="90846" y="87247"/>
                  </a:cubicBezTo>
                  <a:cubicBezTo>
                    <a:pt x="90846" y="106824"/>
                    <a:pt x="90846" y="124574"/>
                    <a:pt x="87896" y="141280"/>
                  </a:cubicBezTo>
                  <a:cubicBezTo>
                    <a:pt x="83873" y="166078"/>
                    <a:pt x="68586" y="173909"/>
                    <a:pt x="56517" y="173909"/>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6" name="Freeform: Shape 285">
              <a:extLst>
                <a:ext uri="{FF2B5EF4-FFF2-40B4-BE49-F238E27FC236}">
                  <a16:creationId xmlns:a16="http://schemas.microsoft.com/office/drawing/2014/main" id="{A79C3CBA-1401-096A-64BA-73EC3DBA7EBF}"/>
                </a:ext>
              </a:extLst>
            </p:cNvPr>
            <p:cNvSpPr/>
            <p:nvPr>
              <p:custDataLst>
                <p:tags r:id="rId22"/>
              </p:custDataLst>
            </p:nvPr>
          </p:nvSpPr>
          <p:spPr>
            <a:xfrm>
              <a:off x="12010947" y="6405288"/>
              <a:ext cx="28429" cy="27669"/>
            </a:xfrm>
            <a:custGeom>
              <a:avLst/>
              <a:gdLst>
                <a:gd name="connsiteX0" fmla="*/ 28629 w 28429"/>
                <a:gd name="connsiteY0" fmla="*/ 13897 h 27669"/>
                <a:gd name="connsiteX1" fmla="*/ 14414 w 28429"/>
                <a:gd name="connsiteY1" fmla="*/ 63 h 27669"/>
                <a:gd name="connsiteX2" fmla="*/ 199 w 28429"/>
                <a:gd name="connsiteY2" fmla="*/ 13897 h 27669"/>
                <a:gd name="connsiteX3" fmla="*/ 14414 w 28429"/>
                <a:gd name="connsiteY3" fmla="*/ 27732 h 27669"/>
                <a:gd name="connsiteX4" fmla="*/ 28629 w 28429"/>
                <a:gd name="connsiteY4" fmla="*/ 13897 h 27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29" h="27669">
                  <a:moveTo>
                    <a:pt x="28629" y="13897"/>
                  </a:moveTo>
                  <a:cubicBezTo>
                    <a:pt x="28629" y="6328"/>
                    <a:pt x="22192" y="63"/>
                    <a:pt x="14414" y="63"/>
                  </a:cubicBezTo>
                  <a:cubicBezTo>
                    <a:pt x="6636" y="63"/>
                    <a:pt x="199" y="6328"/>
                    <a:pt x="199" y="13897"/>
                  </a:cubicBezTo>
                  <a:cubicBezTo>
                    <a:pt x="199" y="21467"/>
                    <a:pt x="6636" y="27732"/>
                    <a:pt x="14414" y="27732"/>
                  </a:cubicBezTo>
                  <a:cubicBezTo>
                    <a:pt x="22192" y="27732"/>
                    <a:pt x="28629" y="21467"/>
                    <a:pt x="28629" y="13897"/>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7" name="Freeform: Shape 286">
              <a:extLst>
                <a:ext uri="{FF2B5EF4-FFF2-40B4-BE49-F238E27FC236}">
                  <a16:creationId xmlns:a16="http://schemas.microsoft.com/office/drawing/2014/main" id="{870D8A67-3CC6-3F64-DC47-3BF78A952D7C}"/>
                </a:ext>
              </a:extLst>
            </p:cNvPr>
            <p:cNvSpPr/>
            <p:nvPr>
              <p:custDataLst>
                <p:tags r:id="rId23"/>
              </p:custDataLst>
            </p:nvPr>
          </p:nvSpPr>
          <p:spPr>
            <a:xfrm>
              <a:off x="12072842" y="6259111"/>
              <a:ext cx="112912" cy="179588"/>
            </a:xfrm>
            <a:custGeom>
              <a:avLst/>
              <a:gdLst>
                <a:gd name="connsiteX0" fmla="*/ 113115 w 112912"/>
                <a:gd name="connsiteY0" fmla="*/ 90379 h 179588"/>
                <a:gd name="connsiteX1" fmla="*/ 102387 w 112912"/>
                <a:gd name="connsiteY1" fmla="*/ 29298 h 179588"/>
                <a:gd name="connsiteX2" fmla="*/ 56793 w 112912"/>
                <a:gd name="connsiteY2" fmla="*/ 63 h 179588"/>
                <a:gd name="connsiteX3" fmla="*/ 10125 w 112912"/>
                <a:gd name="connsiteY3" fmla="*/ 31125 h 179588"/>
                <a:gd name="connsiteX4" fmla="*/ 202 w 112912"/>
                <a:gd name="connsiteY4" fmla="*/ 90379 h 179588"/>
                <a:gd name="connsiteX5" fmla="*/ 12271 w 112912"/>
                <a:gd name="connsiteY5" fmla="*/ 153287 h 179588"/>
                <a:gd name="connsiteX6" fmla="*/ 56524 w 112912"/>
                <a:gd name="connsiteY6" fmla="*/ 179651 h 179588"/>
                <a:gd name="connsiteX7" fmla="*/ 103191 w 112912"/>
                <a:gd name="connsiteY7" fmla="*/ 149372 h 179588"/>
                <a:gd name="connsiteX8" fmla="*/ 113115 w 112912"/>
                <a:gd name="connsiteY8" fmla="*/ 90379 h 179588"/>
                <a:gd name="connsiteX9" fmla="*/ 56524 w 112912"/>
                <a:gd name="connsiteY9" fmla="*/ 173909 h 179588"/>
                <a:gd name="connsiteX10" fmla="*/ 25413 w 112912"/>
                <a:gd name="connsiteY10" fmla="*/ 142324 h 179588"/>
                <a:gd name="connsiteX11" fmla="*/ 22463 w 112912"/>
                <a:gd name="connsiteY11" fmla="*/ 87247 h 179588"/>
                <a:gd name="connsiteX12" fmla="*/ 24608 w 112912"/>
                <a:gd name="connsiteY12" fmla="*/ 39217 h 179588"/>
                <a:gd name="connsiteX13" fmla="*/ 56524 w 112912"/>
                <a:gd name="connsiteY13" fmla="*/ 5805 h 179588"/>
                <a:gd name="connsiteX14" fmla="*/ 88172 w 112912"/>
                <a:gd name="connsiteY14" fmla="*/ 36346 h 179588"/>
                <a:gd name="connsiteX15" fmla="*/ 90854 w 112912"/>
                <a:gd name="connsiteY15" fmla="*/ 87247 h 179588"/>
                <a:gd name="connsiteX16" fmla="*/ 87904 w 112912"/>
                <a:gd name="connsiteY16" fmla="*/ 141280 h 179588"/>
                <a:gd name="connsiteX17" fmla="*/ 56524 w 112912"/>
                <a:gd name="connsiteY17" fmla="*/ 173909 h 1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912" h="179588">
                  <a:moveTo>
                    <a:pt x="113115" y="90379"/>
                  </a:moveTo>
                  <a:cubicBezTo>
                    <a:pt x="113115" y="69497"/>
                    <a:pt x="111774" y="48614"/>
                    <a:pt x="102387" y="29298"/>
                  </a:cubicBezTo>
                  <a:cubicBezTo>
                    <a:pt x="90049" y="4239"/>
                    <a:pt x="68057" y="63"/>
                    <a:pt x="56793" y="63"/>
                  </a:cubicBezTo>
                  <a:cubicBezTo>
                    <a:pt x="40700" y="63"/>
                    <a:pt x="21122" y="6850"/>
                    <a:pt x="10125" y="31125"/>
                  </a:cubicBezTo>
                  <a:cubicBezTo>
                    <a:pt x="1543" y="49136"/>
                    <a:pt x="202" y="69497"/>
                    <a:pt x="202" y="90379"/>
                  </a:cubicBezTo>
                  <a:cubicBezTo>
                    <a:pt x="202" y="109956"/>
                    <a:pt x="1275" y="133449"/>
                    <a:pt x="12271" y="153287"/>
                  </a:cubicBezTo>
                  <a:cubicBezTo>
                    <a:pt x="23804" y="174431"/>
                    <a:pt x="43382" y="179651"/>
                    <a:pt x="56524" y="179651"/>
                  </a:cubicBezTo>
                  <a:cubicBezTo>
                    <a:pt x="71007" y="179651"/>
                    <a:pt x="91391" y="174170"/>
                    <a:pt x="103191" y="149372"/>
                  </a:cubicBezTo>
                  <a:cubicBezTo>
                    <a:pt x="111774" y="131361"/>
                    <a:pt x="113115" y="111001"/>
                    <a:pt x="113115" y="90379"/>
                  </a:cubicBezTo>
                  <a:close/>
                  <a:moveTo>
                    <a:pt x="56524" y="173909"/>
                  </a:moveTo>
                  <a:cubicBezTo>
                    <a:pt x="46064" y="173909"/>
                    <a:pt x="30241" y="167383"/>
                    <a:pt x="25413" y="142324"/>
                  </a:cubicBezTo>
                  <a:cubicBezTo>
                    <a:pt x="22463" y="126662"/>
                    <a:pt x="22463" y="102648"/>
                    <a:pt x="22463" y="87247"/>
                  </a:cubicBezTo>
                  <a:cubicBezTo>
                    <a:pt x="22463" y="70541"/>
                    <a:pt x="22463" y="53313"/>
                    <a:pt x="24608" y="39217"/>
                  </a:cubicBezTo>
                  <a:cubicBezTo>
                    <a:pt x="29704" y="8155"/>
                    <a:pt x="49819" y="5805"/>
                    <a:pt x="56524" y="5805"/>
                  </a:cubicBezTo>
                  <a:cubicBezTo>
                    <a:pt x="65375" y="5805"/>
                    <a:pt x="83076" y="10504"/>
                    <a:pt x="88172" y="36346"/>
                  </a:cubicBezTo>
                  <a:cubicBezTo>
                    <a:pt x="90854" y="50964"/>
                    <a:pt x="90854" y="70802"/>
                    <a:pt x="90854" y="87247"/>
                  </a:cubicBezTo>
                  <a:cubicBezTo>
                    <a:pt x="90854" y="106824"/>
                    <a:pt x="90854" y="124574"/>
                    <a:pt x="87904" y="141280"/>
                  </a:cubicBezTo>
                  <a:cubicBezTo>
                    <a:pt x="83881" y="166078"/>
                    <a:pt x="68593" y="173909"/>
                    <a:pt x="56524" y="173909"/>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8" name="Freeform: Shape 287">
              <a:extLst>
                <a:ext uri="{FF2B5EF4-FFF2-40B4-BE49-F238E27FC236}">
                  <a16:creationId xmlns:a16="http://schemas.microsoft.com/office/drawing/2014/main" id="{5B19FC8E-5204-22BB-17CB-4B2B5116A7D9}"/>
                </a:ext>
              </a:extLst>
            </p:cNvPr>
            <p:cNvSpPr/>
            <p:nvPr>
              <p:custDataLst>
                <p:tags r:id="rId24"/>
              </p:custDataLst>
            </p:nvPr>
          </p:nvSpPr>
          <p:spPr>
            <a:xfrm>
              <a:off x="12207748" y="6259111"/>
              <a:ext cx="111303" cy="179588"/>
            </a:xfrm>
            <a:custGeom>
              <a:avLst/>
              <a:gdLst>
                <a:gd name="connsiteX0" fmla="*/ 24345 w 111303"/>
                <a:gd name="connsiteY0" fmla="*/ 88291 h 179588"/>
                <a:gd name="connsiteX1" fmla="*/ 24345 w 111303"/>
                <a:gd name="connsiteY1" fmla="*/ 82026 h 179588"/>
                <a:gd name="connsiteX2" fmla="*/ 71280 w 111303"/>
                <a:gd name="connsiteY2" fmla="*/ 6589 h 179588"/>
                <a:gd name="connsiteX3" fmla="*/ 94882 w 111303"/>
                <a:gd name="connsiteY3" fmla="*/ 17030 h 179588"/>
                <a:gd name="connsiteX4" fmla="*/ 80131 w 111303"/>
                <a:gd name="connsiteY4" fmla="*/ 28776 h 179588"/>
                <a:gd name="connsiteX5" fmla="*/ 92468 w 111303"/>
                <a:gd name="connsiteY5" fmla="*/ 40783 h 179588"/>
                <a:gd name="connsiteX6" fmla="*/ 104806 w 111303"/>
                <a:gd name="connsiteY6" fmla="*/ 28254 h 179588"/>
                <a:gd name="connsiteX7" fmla="*/ 70744 w 111303"/>
                <a:gd name="connsiteY7" fmla="*/ 63 h 179588"/>
                <a:gd name="connsiteX8" fmla="*/ 207 w 111303"/>
                <a:gd name="connsiteY8" fmla="*/ 91423 h 179588"/>
                <a:gd name="connsiteX9" fmla="*/ 56261 w 111303"/>
                <a:gd name="connsiteY9" fmla="*/ 179651 h 179588"/>
                <a:gd name="connsiteX10" fmla="*/ 111511 w 111303"/>
                <a:gd name="connsiteY10" fmla="*/ 120659 h 179588"/>
                <a:gd name="connsiteX11" fmla="*/ 57870 w 111303"/>
                <a:gd name="connsiteY11" fmla="*/ 62449 h 179588"/>
                <a:gd name="connsiteX12" fmla="*/ 24345 w 111303"/>
                <a:gd name="connsiteY12" fmla="*/ 88291 h 179588"/>
                <a:gd name="connsiteX13" fmla="*/ 56261 w 111303"/>
                <a:gd name="connsiteY13" fmla="*/ 172343 h 179588"/>
                <a:gd name="connsiteX14" fmla="*/ 29709 w 111303"/>
                <a:gd name="connsiteY14" fmla="*/ 152765 h 179588"/>
                <a:gd name="connsiteX15" fmla="*/ 24882 w 111303"/>
                <a:gd name="connsiteY15" fmla="*/ 114916 h 179588"/>
                <a:gd name="connsiteX16" fmla="*/ 57602 w 111303"/>
                <a:gd name="connsiteY16" fmla="*/ 68453 h 179588"/>
                <a:gd name="connsiteX17" fmla="*/ 82545 w 111303"/>
                <a:gd name="connsiteY17" fmla="*/ 84637 h 179588"/>
                <a:gd name="connsiteX18" fmla="*/ 87372 w 111303"/>
                <a:gd name="connsiteY18" fmla="*/ 120398 h 179588"/>
                <a:gd name="connsiteX19" fmla="*/ 82813 w 111303"/>
                <a:gd name="connsiteY19" fmla="*/ 155376 h 179588"/>
                <a:gd name="connsiteX20" fmla="*/ 56261 w 111303"/>
                <a:gd name="connsiteY20" fmla="*/ 172343 h 1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1303" h="179588">
                  <a:moveTo>
                    <a:pt x="24345" y="88291"/>
                  </a:moveTo>
                  <a:lnTo>
                    <a:pt x="24345" y="82026"/>
                  </a:lnTo>
                  <a:cubicBezTo>
                    <a:pt x="24345" y="15986"/>
                    <a:pt x="57602" y="6589"/>
                    <a:pt x="71280" y="6589"/>
                  </a:cubicBezTo>
                  <a:cubicBezTo>
                    <a:pt x="77717" y="6589"/>
                    <a:pt x="88982" y="8155"/>
                    <a:pt x="94882" y="17030"/>
                  </a:cubicBezTo>
                  <a:cubicBezTo>
                    <a:pt x="90859" y="17030"/>
                    <a:pt x="80131" y="17030"/>
                    <a:pt x="80131" y="28776"/>
                  </a:cubicBezTo>
                  <a:cubicBezTo>
                    <a:pt x="80131" y="36868"/>
                    <a:pt x="86568" y="40783"/>
                    <a:pt x="92468" y="40783"/>
                  </a:cubicBezTo>
                  <a:cubicBezTo>
                    <a:pt x="96759" y="40783"/>
                    <a:pt x="104806" y="38434"/>
                    <a:pt x="104806" y="28254"/>
                  </a:cubicBezTo>
                  <a:cubicBezTo>
                    <a:pt x="104806" y="12592"/>
                    <a:pt x="93005" y="63"/>
                    <a:pt x="70744" y="63"/>
                  </a:cubicBezTo>
                  <a:cubicBezTo>
                    <a:pt x="36414" y="63"/>
                    <a:pt x="207" y="33736"/>
                    <a:pt x="207" y="91423"/>
                  </a:cubicBezTo>
                  <a:cubicBezTo>
                    <a:pt x="207" y="161118"/>
                    <a:pt x="31318" y="179651"/>
                    <a:pt x="56261" y="179651"/>
                  </a:cubicBezTo>
                  <a:cubicBezTo>
                    <a:pt x="86031" y="179651"/>
                    <a:pt x="111511" y="155115"/>
                    <a:pt x="111511" y="120659"/>
                  </a:cubicBezTo>
                  <a:cubicBezTo>
                    <a:pt x="111511" y="87508"/>
                    <a:pt x="87641" y="62449"/>
                    <a:pt x="57870" y="62449"/>
                  </a:cubicBezTo>
                  <a:cubicBezTo>
                    <a:pt x="39633" y="62449"/>
                    <a:pt x="29709" y="75761"/>
                    <a:pt x="24345" y="88291"/>
                  </a:cubicBezTo>
                  <a:close/>
                  <a:moveTo>
                    <a:pt x="56261" y="172343"/>
                  </a:moveTo>
                  <a:cubicBezTo>
                    <a:pt x="39364" y="172343"/>
                    <a:pt x="31318" y="156681"/>
                    <a:pt x="29709" y="152765"/>
                  </a:cubicBezTo>
                  <a:cubicBezTo>
                    <a:pt x="24882" y="140497"/>
                    <a:pt x="24882" y="119615"/>
                    <a:pt x="24882" y="114916"/>
                  </a:cubicBezTo>
                  <a:cubicBezTo>
                    <a:pt x="24882" y="94556"/>
                    <a:pt x="33464" y="68453"/>
                    <a:pt x="57602" y="68453"/>
                  </a:cubicBezTo>
                  <a:cubicBezTo>
                    <a:pt x="61893" y="68453"/>
                    <a:pt x="74231" y="68453"/>
                    <a:pt x="82545" y="84637"/>
                  </a:cubicBezTo>
                  <a:cubicBezTo>
                    <a:pt x="87372" y="94295"/>
                    <a:pt x="87372" y="107607"/>
                    <a:pt x="87372" y="120398"/>
                  </a:cubicBezTo>
                  <a:cubicBezTo>
                    <a:pt x="87372" y="132927"/>
                    <a:pt x="87372" y="145979"/>
                    <a:pt x="82813" y="155376"/>
                  </a:cubicBezTo>
                  <a:cubicBezTo>
                    <a:pt x="74767" y="171038"/>
                    <a:pt x="62430" y="172343"/>
                    <a:pt x="56261" y="172343"/>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9" name="Freeform: Shape 288">
              <a:extLst>
                <a:ext uri="{FF2B5EF4-FFF2-40B4-BE49-F238E27FC236}">
                  <a16:creationId xmlns:a16="http://schemas.microsoft.com/office/drawing/2014/main" id="{E0BACC96-C544-88D5-DFD0-E71978068000}"/>
                </a:ext>
              </a:extLst>
            </p:cNvPr>
            <p:cNvSpPr/>
            <p:nvPr>
              <p:custDataLst>
                <p:tags r:id="rId25"/>
              </p:custDataLst>
            </p:nvPr>
          </p:nvSpPr>
          <p:spPr>
            <a:xfrm>
              <a:off x="12343995" y="6259111"/>
              <a:ext cx="107012" cy="179588"/>
            </a:xfrm>
            <a:custGeom>
              <a:avLst/>
              <a:gdLst>
                <a:gd name="connsiteX0" fmla="*/ 107224 w 107012"/>
                <a:gd name="connsiteY0" fmla="*/ 121442 h 179588"/>
                <a:gd name="connsiteX1" fmla="*/ 56266 w 107012"/>
                <a:gd name="connsiteY1" fmla="*/ 64276 h 179588"/>
                <a:gd name="connsiteX2" fmla="*/ 22204 w 107012"/>
                <a:gd name="connsiteY2" fmla="*/ 77589 h 179588"/>
                <a:gd name="connsiteX3" fmla="*/ 22204 w 107012"/>
                <a:gd name="connsiteY3" fmla="*/ 26688 h 179588"/>
                <a:gd name="connsiteX4" fmla="*/ 45002 w 107012"/>
                <a:gd name="connsiteY4" fmla="*/ 30081 h 179588"/>
                <a:gd name="connsiteX5" fmla="*/ 96764 w 107012"/>
                <a:gd name="connsiteY5" fmla="*/ 2934 h 179588"/>
                <a:gd name="connsiteX6" fmla="*/ 94082 w 107012"/>
                <a:gd name="connsiteY6" fmla="*/ 63 h 179588"/>
                <a:gd name="connsiteX7" fmla="*/ 91937 w 107012"/>
                <a:gd name="connsiteY7" fmla="*/ 846 h 179588"/>
                <a:gd name="connsiteX8" fmla="*/ 55461 w 107012"/>
                <a:gd name="connsiteY8" fmla="*/ 8416 h 179588"/>
                <a:gd name="connsiteX9" fmla="*/ 19791 w 107012"/>
                <a:gd name="connsiteY9" fmla="*/ 1107 h 179588"/>
                <a:gd name="connsiteX10" fmla="*/ 16572 w 107012"/>
                <a:gd name="connsiteY10" fmla="*/ 324 h 179588"/>
                <a:gd name="connsiteX11" fmla="*/ 13890 w 107012"/>
                <a:gd name="connsiteY11" fmla="*/ 6589 h 179588"/>
                <a:gd name="connsiteX12" fmla="*/ 13890 w 107012"/>
                <a:gd name="connsiteY12" fmla="*/ 83853 h 179588"/>
                <a:gd name="connsiteX13" fmla="*/ 17645 w 107012"/>
                <a:gd name="connsiteY13" fmla="*/ 90640 h 179588"/>
                <a:gd name="connsiteX14" fmla="*/ 21132 w 107012"/>
                <a:gd name="connsiteY14" fmla="*/ 88291 h 179588"/>
                <a:gd name="connsiteX15" fmla="*/ 55730 w 107012"/>
                <a:gd name="connsiteY15" fmla="*/ 70019 h 179588"/>
                <a:gd name="connsiteX16" fmla="*/ 78527 w 107012"/>
                <a:gd name="connsiteY16" fmla="*/ 86725 h 179588"/>
                <a:gd name="connsiteX17" fmla="*/ 83354 w 107012"/>
                <a:gd name="connsiteY17" fmla="*/ 119615 h 179588"/>
                <a:gd name="connsiteX18" fmla="*/ 76918 w 107012"/>
                <a:gd name="connsiteY18" fmla="*/ 155376 h 179588"/>
                <a:gd name="connsiteX19" fmla="*/ 48220 w 107012"/>
                <a:gd name="connsiteY19" fmla="*/ 172343 h 179588"/>
                <a:gd name="connsiteX20" fmla="*/ 8794 w 107012"/>
                <a:gd name="connsiteY20" fmla="*/ 143107 h 179588"/>
                <a:gd name="connsiteX21" fmla="*/ 13354 w 107012"/>
                <a:gd name="connsiteY21" fmla="*/ 143629 h 179588"/>
                <a:gd name="connsiteX22" fmla="*/ 26764 w 107012"/>
                <a:gd name="connsiteY22" fmla="*/ 130839 h 179588"/>
                <a:gd name="connsiteX23" fmla="*/ 13354 w 107012"/>
                <a:gd name="connsiteY23" fmla="*/ 118048 h 179588"/>
                <a:gd name="connsiteX24" fmla="*/ 212 w 107012"/>
                <a:gd name="connsiteY24" fmla="*/ 131883 h 179588"/>
                <a:gd name="connsiteX25" fmla="*/ 48756 w 107012"/>
                <a:gd name="connsiteY25" fmla="*/ 179651 h 179588"/>
                <a:gd name="connsiteX26" fmla="*/ 107224 w 107012"/>
                <a:gd name="connsiteY26" fmla="*/ 121442 h 1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012" h="179588">
                  <a:moveTo>
                    <a:pt x="107224" y="121442"/>
                  </a:moveTo>
                  <a:cubicBezTo>
                    <a:pt x="107224" y="90379"/>
                    <a:pt x="85232" y="64276"/>
                    <a:pt x="56266" y="64276"/>
                  </a:cubicBezTo>
                  <a:cubicBezTo>
                    <a:pt x="43392" y="64276"/>
                    <a:pt x="31860" y="68453"/>
                    <a:pt x="22204" y="77589"/>
                  </a:cubicBezTo>
                  <a:lnTo>
                    <a:pt x="22204" y="26688"/>
                  </a:lnTo>
                  <a:cubicBezTo>
                    <a:pt x="27568" y="28254"/>
                    <a:pt x="36419" y="30081"/>
                    <a:pt x="45002" y="30081"/>
                  </a:cubicBezTo>
                  <a:cubicBezTo>
                    <a:pt x="77990" y="30081"/>
                    <a:pt x="96764" y="6327"/>
                    <a:pt x="96764" y="2934"/>
                  </a:cubicBezTo>
                  <a:cubicBezTo>
                    <a:pt x="96764" y="1368"/>
                    <a:pt x="95960" y="63"/>
                    <a:pt x="94082" y="63"/>
                  </a:cubicBezTo>
                  <a:cubicBezTo>
                    <a:pt x="93814" y="63"/>
                    <a:pt x="93278" y="63"/>
                    <a:pt x="91937" y="846"/>
                  </a:cubicBezTo>
                  <a:cubicBezTo>
                    <a:pt x="86573" y="3195"/>
                    <a:pt x="73431" y="8416"/>
                    <a:pt x="55461" y="8416"/>
                  </a:cubicBezTo>
                  <a:cubicBezTo>
                    <a:pt x="44733" y="8416"/>
                    <a:pt x="32396" y="6589"/>
                    <a:pt x="19791" y="1107"/>
                  </a:cubicBezTo>
                  <a:cubicBezTo>
                    <a:pt x="17645" y="324"/>
                    <a:pt x="17109" y="324"/>
                    <a:pt x="16572" y="324"/>
                  </a:cubicBezTo>
                  <a:cubicBezTo>
                    <a:pt x="13890" y="324"/>
                    <a:pt x="13890" y="2412"/>
                    <a:pt x="13890" y="6589"/>
                  </a:cubicBezTo>
                  <a:lnTo>
                    <a:pt x="13890" y="83853"/>
                  </a:lnTo>
                  <a:cubicBezTo>
                    <a:pt x="13890" y="88552"/>
                    <a:pt x="13890" y="90640"/>
                    <a:pt x="17645" y="90640"/>
                  </a:cubicBezTo>
                  <a:cubicBezTo>
                    <a:pt x="19522" y="90640"/>
                    <a:pt x="20059" y="89857"/>
                    <a:pt x="21132" y="88291"/>
                  </a:cubicBezTo>
                  <a:cubicBezTo>
                    <a:pt x="24082" y="84114"/>
                    <a:pt x="34005" y="70019"/>
                    <a:pt x="55730" y="70019"/>
                  </a:cubicBezTo>
                  <a:cubicBezTo>
                    <a:pt x="69676" y="70019"/>
                    <a:pt x="76381" y="82026"/>
                    <a:pt x="78527" y="86725"/>
                  </a:cubicBezTo>
                  <a:cubicBezTo>
                    <a:pt x="82818" y="96383"/>
                    <a:pt x="83354" y="106563"/>
                    <a:pt x="83354" y="119615"/>
                  </a:cubicBezTo>
                  <a:cubicBezTo>
                    <a:pt x="83354" y="128751"/>
                    <a:pt x="83354" y="144412"/>
                    <a:pt x="76918" y="155376"/>
                  </a:cubicBezTo>
                  <a:cubicBezTo>
                    <a:pt x="70481" y="165556"/>
                    <a:pt x="60557" y="172343"/>
                    <a:pt x="48220" y="172343"/>
                  </a:cubicBezTo>
                  <a:cubicBezTo>
                    <a:pt x="28641" y="172343"/>
                    <a:pt x="13354" y="158508"/>
                    <a:pt x="8794" y="143107"/>
                  </a:cubicBezTo>
                  <a:cubicBezTo>
                    <a:pt x="9599" y="143368"/>
                    <a:pt x="10404" y="143629"/>
                    <a:pt x="13354" y="143629"/>
                  </a:cubicBezTo>
                  <a:cubicBezTo>
                    <a:pt x="22204" y="143629"/>
                    <a:pt x="26764" y="137104"/>
                    <a:pt x="26764" y="130839"/>
                  </a:cubicBezTo>
                  <a:cubicBezTo>
                    <a:pt x="26764" y="124574"/>
                    <a:pt x="22204" y="118048"/>
                    <a:pt x="13354" y="118048"/>
                  </a:cubicBezTo>
                  <a:cubicBezTo>
                    <a:pt x="9599" y="118048"/>
                    <a:pt x="212" y="119876"/>
                    <a:pt x="212" y="131883"/>
                  </a:cubicBezTo>
                  <a:cubicBezTo>
                    <a:pt x="212" y="154332"/>
                    <a:pt x="18718" y="179651"/>
                    <a:pt x="48756" y="179651"/>
                  </a:cubicBezTo>
                  <a:cubicBezTo>
                    <a:pt x="79868" y="179651"/>
                    <a:pt x="107224" y="154593"/>
                    <a:pt x="107224" y="121442"/>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315" name="TextBox 314">
            <a:extLst>
              <a:ext uri="{FF2B5EF4-FFF2-40B4-BE49-F238E27FC236}">
                <a16:creationId xmlns:a16="http://schemas.microsoft.com/office/drawing/2014/main" id="{2E81EEC5-F944-F205-4E8E-7E65E50C84A6}"/>
              </a:ext>
            </a:extLst>
          </p:cNvPr>
          <p:cNvSpPr txBox="1"/>
          <p:nvPr/>
        </p:nvSpPr>
        <p:spPr>
          <a:xfrm>
            <a:off x="786893" y="1802120"/>
            <a:ext cx="4492348"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En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otras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palabras,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p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ejemplo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área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derecha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1.52,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el</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valor</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observado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del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estadístico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prueba</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en</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una</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distribución</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normal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estándar</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a:t>
            </a:r>
          </a:p>
        </p:txBody>
      </p:sp>
      <p:pic>
        <p:nvPicPr>
          <p:cNvPr id="7" name="Picture 6">
            <a:extLst>
              <a:ext uri="{FF2B5EF4-FFF2-40B4-BE49-F238E27FC236}">
                <a16:creationId xmlns:a16="http://schemas.microsoft.com/office/drawing/2014/main" id="{10B97B07-8CB0-C97E-AFCC-634E1085C70B}"/>
              </a:ext>
            </a:extLst>
          </p:cNvPr>
          <p:cNvPicPr>
            <a:picLocks noChangeAspect="1"/>
          </p:cNvPicPr>
          <p:nvPr/>
        </p:nvPicPr>
        <p:blipFill>
          <a:blip r:embed="rId48">
            <a:clrChange>
              <a:clrFrom>
                <a:srgbClr val="000000"/>
              </a:clrFrom>
              <a:clrTo>
                <a:srgbClr val="000000">
                  <a:alpha val="0"/>
                </a:srgbClr>
              </a:clrTo>
            </a:clrChange>
            <a:duotone>
              <a:schemeClr val="accent4">
                <a:shade val="45000"/>
                <a:satMod val="135000"/>
              </a:schemeClr>
              <a:prstClr val="white"/>
            </a:duotone>
            <a:extLst>
              <a:ext uri="{BEBA8EAE-BF5A-486C-A8C5-ECC9F3942E4B}">
                <a14:imgProps xmlns:a14="http://schemas.microsoft.com/office/drawing/2010/main">
                  <a14:imgLayer r:embed="rId49">
                    <a14:imgEffect>
                      <a14:brightnessContrast bright="-40000" contrast="-20000"/>
                    </a14:imgEffect>
                  </a14:imgLayer>
                </a14:imgProps>
              </a:ext>
            </a:extLst>
          </a:blip>
          <a:stretch>
            <a:fillRect/>
          </a:stretch>
        </p:blipFill>
        <p:spPr>
          <a:xfrm>
            <a:off x="762382" y="3686462"/>
            <a:ext cx="4424234" cy="2529998"/>
          </a:xfrm>
          <a:prstGeom prst="rect">
            <a:avLst/>
          </a:prstGeom>
        </p:spPr>
      </p:pic>
      <p:sp>
        <p:nvSpPr>
          <p:cNvPr id="9" name="TextBox 8">
            <a:extLst>
              <a:ext uri="{FF2B5EF4-FFF2-40B4-BE49-F238E27FC236}">
                <a16:creationId xmlns:a16="http://schemas.microsoft.com/office/drawing/2014/main" id="{26A8E0C7-82E2-817D-A0AA-610F1F09892F}"/>
              </a:ext>
            </a:extLst>
          </p:cNvPr>
          <p:cNvSpPr txBox="1"/>
          <p:nvPr/>
        </p:nvSpPr>
        <p:spPr>
          <a:xfrm>
            <a:off x="5711710" y="1802120"/>
            <a:ext cx="5711634" cy="403187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Dado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p es 0.065,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mayor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significancia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al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podemos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realizar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y no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rechazarla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6,5%.</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Si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realizamos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 un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inferior al 6,5%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ejemplo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al 5%), </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no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rechazaremos</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H0</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Si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realizamos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 un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superior al 6,5%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ejemplo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al 10%),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rechazamos</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H0</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El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p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ejemplo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tiene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otra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interpretación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útil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es la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probabilidad</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que</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observemos</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un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valor</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 T tan grande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como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1.52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cuando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la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hipótesis</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nula</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es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cierta</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Si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hipótesis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nula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realmente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cierta</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observaríamos</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un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valor</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 T tan grande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como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1.52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debido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al azar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sólo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el</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6.5% de las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veces</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sea lo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suficientemente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pequeño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como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para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rechazar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H0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depende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nuestra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tolerancia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 un </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error de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tipo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I</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 </a:t>
            </a:r>
            <a:endParaRPr kumimoji="0" lang="en-GB" sz="1600" b="1" i="0" u="none" strike="noStrike" kern="1200" cap="none" spc="0" normalizeH="0" baseline="0" noProof="0">
              <a:ln>
                <a:noFill/>
              </a:ln>
              <a:solidFill>
                <a:srgbClr val="EA2023"/>
              </a:solidFill>
              <a:effectLst/>
              <a:uLnTx/>
              <a:uFillTx/>
              <a:latin typeface="Aptos" panose="020B0004020202020204"/>
              <a:ea typeface="+mn-ea"/>
              <a:cs typeface="+mn-cs"/>
            </a:endParaRPr>
          </a:p>
        </p:txBody>
      </p:sp>
    </p:spTree>
    <p:extLst>
      <p:ext uri="{BB962C8B-B14F-4D97-AF65-F5344CB8AC3E}">
        <p14:creationId xmlns:p14="http://schemas.microsoft.com/office/powerpoint/2010/main" val="5314016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8" name="TextBox 7">
            <a:extLst>
              <a:ext uri="{FF2B5EF4-FFF2-40B4-BE49-F238E27FC236}">
                <a16:creationId xmlns:a16="http://schemas.microsoft.com/office/drawing/2014/main" id="{964F6F91-7753-2666-0C67-E83E1E1EBC72}"/>
              </a:ext>
            </a:extLst>
          </p:cNvPr>
          <p:cNvSpPr txBox="1"/>
          <p:nvPr/>
        </p:nvSpPr>
        <p:spPr>
          <a:xfrm>
            <a:off x="746771" y="864791"/>
            <a:ext cx="4200511" cy="369332"/>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Cálculo</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y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uso</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valores</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P</a:t>
            </a:r>
          </a:p>
        </p:txBody>
      </p:sp>
      <p:grpSp>
        <p:nvGrpSpPr>
          <p:cNvPr id="232" name="Group 231">
            <a:extLst>
              <a:ext uri="{FF2B5EF4-FFF2-40B4-BE49-F238E27FC236}">
                <a16:creationId xmlns:a16="http://schemas.microsoft.com/office/drawing/2014/main" id="{21FCB99F-AD99-A53B-19BA-73C58DEDC037}"/>
              </a:ext>
            </a:extLst>
          </p:cNvPr>
          <p:cNvGrpSpPr>
            <a:grpSpLocks noChangeAspect="1"/>
          </p:cNvGrpSpPr>
          <p:nvPr>
            <p:custDataLst>
              <p:tags r:id="rId1"/>
            </p:custDataLst>
          </p:nvPr>
        </p:nvGrpSpPr>
        <p:grpSpPr>
          <a:xfrm>
            <a:off x="938916" y="2755184"/>
            <a:ext cx="1908111" cy="153558"/>
            <a:chOff x="9443218" y="5896078"/>
            <a:chExt cx="3243563" cy="261030"/>
          </a:xfrm>
        </p:grpSpPr>
        <p:sp>
          <p:nvSpPr>
            <p:cNvPr id="212" name="Freeform: Shape 211">
              <a:extLst>
                <a:ext uri="{FF2B5EF4-FFF2-40B4-BE49-F238E27FC236}">
                  <a16:creationId xmlns:a16="http://schemas.microsoft.com/office/drawing/2014/main" id="{9FE146FC-79A2-69E1-6FAA-E66A4A4AB336}"/>
                </a:ext>
              </a:extLst>
            </p:cNvPr>
            <p:cNvSpPr/>
            <p:nvPr>
              <p:custDataLst>
                <p:tags r:id="rId26"/>
              </p:custDataLst>
            </p:nvPr>
          </p:nvSpPr>
          <p:spPr>
            <a:xfrm>
              <a:off x="9443218" y="5976475"/>
              <a:ext cx="139178" cy="166015"/>
            </a:xfrm>
            <a:custGeom>
              <a:avLst/>
              <a:gdLst>
                <a:gd name="connsiteX0" fmla="*/ 20607 w 139178"/>
                <a:gd name="connsiteY0" fmla="*/ 147284 h 166015"/>
                <a:gd name="connsiteX1" fmla="*/ 6209 w 139178"/>
                <a:gd name="connsiteY1" fmla="*/ 157986 h 166015"/>
                <a:gd name="connsiteX2" fmla="*/ 77 w 139178"/>
                <a:gd name="connsiteY2" fmla="*/ 162946 h 166015"/>
                <a:gd name="connsiteX3" fmla="*/ 3543 w 139178"/>
                <a:gd name="connsiteY3" fmla="*/ 166078 h 166015"/>
                <a:gd name="connsiteX4" fmla="*/ 25939 w 139178"/>
                <a:gd name="connsiteY4" fmla="*/ 165295 h 166015"/>
                <a:gd name="connsiteX5" fmla="*/ 52335 w 139178"/>
                <a:gd name="connsiteY5" fmla="*/ 166078 h 166015"/>
                <a:gd name="connsiteX6" fmla="*/ 57135 w 139178"/>
                <a:gd name="connsiteY6" fmla="*/ 160857 h 166015"/>
                <a:gd name="connsiteX7" fmla="*/ 50736 w 139178"/>
                <a:gd name="connsiteY7" fmla="*/ 157986 h 166015"/>
                <a:gd name="connsiteX8" fmla="*/ 37404 w 139178"/>
                <a:gd name="connsiteY8" fmla="*/ 153810 h 166015"/>
                <a:gd name="connsiteX9" fmla="*/ 50469 w 139178"/>
                <a:gd name="connsiteY9" fmla="*/ 101603 h 166015"/>
                <a:gd name="connsiteX10" fmla="*/ 74999 w 139178"/>
                <a:gd name="connsiteY10" fmla="*/ 118309 h 166015"/>
                <a:gd name="connsiteX11" fmla="*/ 139256 w 139178"/>
                <a:gd name="connsiteY11" fmla="*/ 41828 h 166015"/>
                <a:gd name="connsiteX12" fmla="*/ 103794 w 139178"/>
                <a:gd name="connsiteY12" fmla="*/ 63 h 166015"/>
                <a:gd name="connsiteX13" fmla="*/ 68866 w 139178"/>
                <a:gd name="connsiteY13" fmla="*/ 19640 h 166015"/>
                <a:gd name="connsiteX14" fmla="*/ 44870 w 139178"/>
                <a:gd name="connsiteY14" fmla="*/ 63 h 166015"/>
                <a:gd name="connsiteX15" fmla="*/ 25140 w 139178"/>
                <a:gd name="connsiteY15" fmla="*/ 14941 h 166015"/>
                <a:gd name="connsiteX16" fmla="*/ 16874 w 139178"/>
                <a:gd name="connsiteY16" fmla="*/ 40261 h 166015"/>
                <a:gd name="connsiteX17" fmla="*/ 20074 w 139178"/>
                <a:gd name="connsiteY17" fmla="*/ 42872 h 166015"/>
                <a:gd name="connsiteX18" fmla="*/ 24606 w 139178"/>
                <a:gd name="connsiteY18" fmla="*/ 36868 h 166015"/>
                <a:gd name="connsiteX19" fmla="*/ 44070 w 139178"/>
                <a:gd name="connsiteY19" fmla="*/ 5805 h 166015"/>
                <a:gd name="connsiteX20" fmla="*/ 52335 w 139178"/>
                <a:gd name="connsiteY20" fmla="*/ 17813 h 166015"/>
                <a:gd name="connsiteX21" fmla="*/ 50469 w 139178"/>
                <a:gd name="connsiteY21" fmla="*/ 31125 h 166015"/>
                <a:gd name="connsiteX22" fmla="*/ 20607 w 139178"/>
                <a:gd name="connsiteY22" fmla="*/ 147284 h 166015"/>
                <a:gd name="connsiteX23" fmla="*/ 67533 w 139178"/>
                <a:gd name="connsiteY23" fmla="*/ 33997 h 166015"/>
                <a:gd name="connsiteX24" fmla="*/ 81398 w 139178"/>
                <a:gd name="connsiteY24" fmla="*/ 15725 h 166015"/>
                <a:gd name="connsiteX25" fmla="*/ 102994 w 139178"/>
                <a:gd name="connsiteY25" fmla="*/ 5805 h 166015"/>
                <a:gd name="connsiteX26" fmla="*/ 120058 w 139178"/>
                <a:gd name="connsiteY26" fmla="*/ 30342 h 166015"/>
                <a:gd name="connsiteX27" fmla="*/ 106461 w 139178"/>
                <a:gd name="connsiteY27" fmla="*/ 85681 h 166015"/>
                <a:gd name="connsiteX28" fmla="*/ 74732 w 139178"/>
                <a:gd name="connsiteY28" fmla="*/ 112567 h 166015"/>
                <a:gd name="connsiteX29" fmla="*/ 53669 w 139178"/>
                <a:gd name="connsiteY29" fmla="*/ 89335 h 166015"/>
                <a:gd name="connsiteX30" fmla="*/ 54468 w 139178"/>
                <a:gd name="connsiteY30" fmla="*/ 85159 h 166015"/>
                <a:gd name="connsiteX31" fmla="*/ 67533 w 139178"/>
                <a:gd name="connsiteY31" fmla="*/ 33997 h 16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9178" h="166015">
                  <a:moveTo>
                    <a:pt x="20607" y="147284"/>
                  </a:moveTo>
                  <a:cubicBezTo>
                    <a:pt x="18474" y="156159"/>
                    <a:pt x="17941" y="157986"/>
                    <a:pt x="6209" y="157986"/>
                  </a:cubicBezTo>
                  <a:cubicBezTo>
                    <a:pt x="3010" y="157986"/>
                    <a:pt x="77" y="157986"/>
                    <a:pt x="77" y="162946"/>
                  </a:cubicBezTo>
                  <a:cubicBezTo>
                    <a:pt x="77" y="165034"/>
                    <a:pt x="1410" y="166078"/>
                    <a:pt x="3543" y="166078"/>
                  </a:cubicBezTo>
                  <a:cubicBezTo>
                    <a:pt x="10742" y="166078"/>
                    <a:pt x="18474" y="165295"/>
                    <a:pt x="25939" y="165295"/>
                  </a:cubicBezTo>
                  <a:cubicBezTo>
                    <a:pt x="34738" y="165295"/>
                    <a:pt x="43803" y="166078"/>
                    <a:pt x="52335" y="166078"/>
                  </a:cubicBezTo>
                  <a:cubicBezTo>
                    <a:pt x="53669" y="166078"/>
                    <a:pt x="57135" y="166078"/>
                    <a:pt x="57135" y="160857"/>
                  </a:cubicBezTo>
                  <a:cubicBezTo>
                    <a:pt x="57135" y="157986"/>
                    <a:pt x="54468" y="157986"/>
                    <a:pt x="50736" y="157986"/>
                  </a:cubicBezTo>
                  <a:cubicBezTo>
                    <a:pt x="37404" y="157986"/>
                    <a:pt x="37404" y="156159"/>
                    <a:pt x="37404" y="153810"/>
                  </a:cubicBezTo>
                  <a:cubicBezTo>
                    <a:pt x="37404" y="150677"/>
                    <a:pt x="48603" y="108129"/>
                    <a:pt x="50469" y="101603"/>
                  </a:cubicBezTo>
                  <a:cubicBezTo>
                    <a:pt x="53935" y="109173"/>
                    <a:pt x="61401" y="118309"/>
                    <a:pt x="74999" y="118309"/>
                  </a:cubicBezTo>
                  <a:cubicBezTo>
                    <a:pt x="105927" y="118309"/>
                    <a:pt x="139256" y="80199"/>
                    <a:pt x="139256" y="41828"/>
                  </a:cubicBezTo>
                  <a:cubicBezTo>
                    <a:pt x="139256" y="17291"/>
                    <a:pt x="124058" y="63"/>
                    <a:pt x="103794" y="63"/>
                  </a:cubicBezTo>
                  <a:cubicBezTo>
                    <a:pt x="90463" y="63"/>
                    <a:pt x="77665" y="9460"/>
                    <a:pt x="68866" y="19640"/>
                  </a:cubicBezTo>
                  <a:cubicBezTo>
                    <a:pt x="66200" y="5544"/>
                    <a:pt x="54735" y="63"/>
                    <a:pt x="44870" y="63"/>
                  </a:cubicBezTo>
                  <a:cubicBezTo>
                    <a:pt x="32605" y="63"/>
                    <a:pt x="27539" y="10243"/>
                    <a:pt x="25140" y="14941"/>
                  </a:cubicBezTo>
                  <a:cubicBezTo>
                    <a:pt x="20340" y="23817"/>
                    <a:pt x="16874" y="39478"/>
                    <a:pt x="16874" y="40261"/>
                  </a:cubicBezTo>
                  <a:cubicBezTo>
                    <a:pt x="16874" y="42872"/>
                    <a:pt x="19540" y="42872"/>
                    <a:pt x="20074" y="42872"/>
                  </a:cubicBezTo>
                  <a:cubicBezTo>
                    <a:pt x="22740" y="42872"/>
                    <a:pt x="23007" y="42611"/>
                    <a:pt x="24606" y="36868"/>
                  </a:cubicBezTo>
                  <a:cubicBezTo>
                    <a:pt x="29139" y="18335"/>
                    <a:pt x="34471" y="5805"/>
                    <a:pt x="44070" y="5805"/>
                  </a:cubicBezTo>
                  <a:cubicBezTo>
                    <a:pt x="48603" y="5805"/>
                    <a:pt x="52335" y="7894"/>
                    <a:pt x="52335" y="17813"/>
                  </a:cubicBezTo>
                  <a:cubicBezTo>
                    <a:pt x="52335" y="23817"/>
                    <a:pt x="51536" y="26688"/>
                    <a:pt x="50469" y="31125"/>
                  </a:cubicBezTo>
                  <a:lnTo>
                    <a:pt x="20607" y="147284"/>
                  </a:lnTo>
                  <a:close/>
                  <a:moveTo>
                    <a:pt x="67533" y="33997"/>
                  </a:moveTo>
                  <a:cubicBezTo>
                    <a:pt x="69399" y="26949"/>
                    <a:pt x="76598" y="19640"/>
                    <a:pt x="81398" y="15725"/>
                  </a:cubicBezTo>
                  <a:cubicBezTo>
                    <a:pt x="90730" y="7633"/>
                    <a:pt x="98462" y="5805"/>
                    <a:pt x="102994" y="5805"/>
                  </a:cubicBezTo>
                  <a:cubicBezTo>
                    <a:pt x="113659" y="5805"/>
                    <a:pt x="120058" y="14941"/>
                    <a:pt x="120058" y="30342"/>
                  </a:cubicBezTo>
                  <a:cubicBezTo>
                    <a:pt x="120058" y="45743"/>
                    <a:pt x="111260" y="75762"/>
                    <a:pt x="106461" y="85681"/>
                  </a:cubicBezTo>
                  <a:cubicBezTo>
                    <a:pt x="97395" y="103953"/>
                    <a:pt x="84597" y="112567"/>
                    <a:pt x="74732" y="112567"/>
                  </a:cubicBezTo>
                  <a:cubicBezTo>
                    <a:pt x="57135" y="112567"/>
                    <a:pt x="53669" y="90901"/>
                    <a:pt x="53669" y="89335"/>
                  </a:cubicBezTo>
                  <a:cubicBezTo>
                    <a:pt x="53669" y="88813"/>
                    <a:pt x="53669" y="88291"/>
                    <a:pt x="54468" y="85159"/>
                  </a:cubicBezTo>
                  <a:lnTo>
                    <a:pt x="67533" y="33997"/>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3" name="Freeform: Shape 212">
              <a:extLst>
                <a:ext uri="{FF2B5EF4-FFF2-40B4-BE49-F238E27FC236}">
                  <a16:creationId xmlns:a16="http://schemas.microsoft.com/office/drawing/2014/main" id="{8538867A-EF18-7C1A-30FD-C22107F25157}"/>
                </a:ext>
              </a:extLst>
            </p:cNvPr>
            <p:cNvSpPr/>
            <p:nvPr>
              <p:custDataLst>
                <p:tags r:id="rId27"/>
              </p:custDataLst>
            </p:nvPr>
          </p:nvSpPr>
          <p:spPr>
            <a:xfrm>
              <a:off x="9667275" y="6021372"/>
              <a:ext cx="162908" cy="10441"/>
            </a:xfrm>
            <a:custGeom>
              <a:avLst/>
              <a:gdLst>
                <a:gd name="connsiteX0" fmla="*/ 153661 w 162908"/>
                <a:gd name="connsiteY0" fmla="*/ 10504 h 10441"/>
                <a:gd name="connsiteX1" fmla="*/ 162993 w 162908"/>
                <a:gd name="connsiteY1" fmla="*/ 5283 h 10441"/>
                <a:gd name="connsiteX2" fmla="*/ 153661 w 162908"/>
                <a:gd name="connsiteY2" fmla="*/ 63 h 10441"/>
                <a:gd name="connsiteX3" fmla="*/ 9416 w 162908"/>
                <a:gd name="connsiteY3" fmla="*/ 63 h 10441"/>
                <a:gd name="connsiteX4" fmla="*/ 84 w 162908"/>
                <a:gd name="connsiteY4" fmla="*/ 5283 h 10441"/>
                <a:gd name="connsiteX5" fmla="*/ 9416 w 162908"/>
                <a:gd name="connsiteY5" fmla="*/ 10504 h 10441"/>
                <a:gd name="connsiteX6" fmla="*/ 153661 w 162908"/>
                <a:gd name="connsiteY6" fmla="*/ 10504 h 1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908" h="10441">
                  <a:moveTo>
                    <a:pt x="153661" y="10504"/>
                  </a:moveTo>
                  <a:cubicBezTo>
                    <a:pt x="158193" y="10504"/>
                    <a:pt x="162993" y="10504"/>
                    <a:pt x="162993" y="5283"/>
                  </a:cubicBezTo>
                  <a:cubicBezTo>
                    <a:pt x="162993" y="63"/>
                    <a:pt x="158193" y="63"/>
                    <a:pt x="153661" y="63"/>
                  </a:cubicBezTo>
                  <a:lnTo>
                    <a:pt x="9416" y="63"/>
                  </a:lnTo>
                  <a:cubicBezTo>
                    <a:pt x="4883" y="63"/>
                    <a:pt x="84" y="63"/>
                    <a:pt x="84" y="5283"/>
                  </a:cubicBezTo>
                  <a:cubicBezTo>
                    <a:pt x="84" y="10504"/>
                    <a:pt x="4883" y="10504"/>
                    <a:pt x="9416" y="10504"/>
                  </a:cubicBezTo>
                  <a:lnTo>
                    <a:pt x="153661" y="1050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4" name="Freeform: Shape 213">
              <a:extLst>
                <a:ext uri="{FF2B5EF4-FFF2-40B4-BE49-F238E27FC236}">
                  <a16:creationId xmlns:a16="http://schemas.microsoft.com/office/drawing/2014/main" id="{F75DB276-CBFF-888F-2008-47411BE6CC37}"/>
                </a:ext>
              </a:extLst>
            </p:cNvPr>
            <p:cNvSpPr/>
            <p:nvPr>
              <p:custDataLst>
                <p:tags r:id="rId28"/>
              </p:custDataLst>
            </p:nvPr>
          </p:nvSpPr>
          <p:spPr>
            <a:xfrm>
              <a:off x="9919503" y="5976475"/>
              <a:ext cx="117048" cy="118246"/>
            </a:xfrm>
            <a:custGeom>
              <a:avLst/>
              <a:gdLst>
                <a:gd name="connsiteX0" fmla="*/ 117143 w 117048"/>
                <a:gd name="connsiteY0" fmla="*/ 18335 h 118246"/>
                <a:gd name="connsiteX1" fmla="*/ 105411 w 117048"/>
                <a:gd name="connsiteY1" fmla="*/ 63 h 118246"/>
                <a:gd name="connsiteX2" fmla="*/ 92347 w 117048"/>
                <a:gd name="connsiteY2" fmla="*/ 12592 h 118246"/>
                <a:gd name="connsiteX3" fmla="*/ 96613 w 117048"/>
                <a:gd name="connsiteY3" fmla="*/ 20423 h 118246"/>
                <a:gd name="connsiteX4" fmla="*/ 105678 w 117048"/>
                <a:gd name="connsiteY4" fmla="*/ 41828 h 118246"/>
                <a:gd name="connsiteX5" fmla="*/ 58218 w 117048"/>
                <a:gd name="connsiteY5" fmla="*/ 112567 h 118246"/>
                <a:gd name="connsiteX6" fmla="*/ 38488 w 117048"/>
                <a:gd name="connsiteY6" fmla="*/ 89857 h 118246"/>
                <a:gd name="connsiteX7" fmla="*/ 53952 w 117048"/>
                <a:gd name="connsiteY7" fmla="*/ 34519 h 118246"/>
                <a:gd name="connsiteX8" fmla="*/ 57152 w 117048"/>
                <a:gd name="connsiteY8" fmla="*/ 21467 h 118246"/>
                <a:gd name="connsiteX9" fmla="*/ 35289 w 117048"/>
                <a:gd name="connsiteY9" fmla="*/ 63 h 118246"/>
                <a:gd name="connsiteX10" fmla="*/ 94 w 117048"/>
                <a:gd name="connsiteY10" fmla="*/ 40261 h 118246"/>
                <a:gd name="connsiteX11" fmla="*/ 3293 w 117048"/>
                <a:gd name="connsiteY11" fmla="*/ 42872 h 118246"/>
                <a:gd name="connsiteX12" fmla="*/ 7559 w 117048"/>
                <a:gd name="connsiteY12" fmla="*/ 38173 h 118246"/>
                <a:gd name="connsiteX13" fmla="*/ 34489 w 117048"/>
                <a:gd name="connsiteY13" fmla="*/ 5805 h 118246"/>
                <a:gd name="connsiteX14" fmla="*/ 41154 w 117048"/>
                <a:gd name="connsiteY14" fmla="*/ 14158 h 118246"/>
                <a:gd name="connsiteX15" fmla="*/ 36622 w 117048"/>
                <a:gd name="connsiteY15" fmla="*/ 32431 h 118246"/>
                <a:gd name="connsiteX16" fmla="*/ 21424 w 117048"/>
                <a:gd name="connsiteY16" fmla="*/ 85942 h 118246"/>
                <a:gd name="connsiteX17" fmla="*/ 57152 w 117048"/>
                <a:gd name="connsiteY17" fmla="*/ 118309 h 118246"/>
                <a:gd name="connsiteX18" fmla="*/ 117143 w 117048"/>
                <a:gd name="connsiteY18" fmla="*/ 18335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7048" h="118246">
                  <a:moveTo>
                    <a:pt x="117143" y="18335"/>
                  </a:moveTo>
                  <a:cubicBezTo>
                    <a:pt x="117143" y="4239"/>
                    <a:pt x="110210" y="63"/>
                    <a:pt x="105411" y="63"/>
                  </a:cubicBezTo>
                  <a:cubicBezTo>
                    <a:pt x="98746" y="63"/>
                    <a:pt x="92347" y="6850"/>
                    <a:pt x="92347" y="12592"/>
                  </a:cubicBezTo>
                  <a:cubicBezTo>
                    <a:pt x="92347" y="15986"/>
                    <a:pt x="93680" y="17552"/>
                    <a:pt x="96613" y="20423"/>
                  </a:cubicBezTo>
                  <a:cubicBezTo>
                    <a:pt x="102212" y="25644"/>
                    <a:pt x="105678" y="32431"/>
                    <a:pt x="105678" y="41828"/>
                  </a:cubicBezTo>
                  <a:cubicBezTo>
                    <a:pt x="105678" y="52791"/>
                    <a:pt x="89414" y="112567"/>
                    <a:pt x="58218" y="112567"/>
                  </a:cubicBezTo>
                  <a:cubicBezTo>
                    <a:pt x="44620" y="112567"/>
                    <a:pt x="38488" y="103431"/>
                    <a:pt x="38488" y="89857"/>
                  </a:cubicBezTo>
                  <a:cubicBezTo>
                    <a:pt x="38488" y="75239"/>
                    <a:pt x="45687" y="56184"/>
                    <a:pt x="53952" y="34519"/>
                  </a:cubicBezTo>
                  <a:cubicBezTo>
                    <a:pt x="55819" y="30081"/>
                    <a:pt x="57152" y="26427"/>
                    <a:pt x="57152" y="21467"/>
                  </a:cubicBezTo>
                  <a:cubicBezTo>
                    <a:pt x="57152" y="9721"/>
                    <a:pt x="48620" y="63"/>
                    <a:pt x="35289" y="63"/>
                  </a:cubicBezTo>
                  <a:cubicBezTo>
                    <a:pt x="10226" y="63"/>
                    <a:pt x="94" y="37912"/>
                    <a:pt x="94" y="40261"/>
                  </a:cubicBezTo>
                  <a:cubicBezTo>
                    <a:pt x="94" y="42872"/>
                    <a:pt x="2760" y="42872"/>
                    <a:pt x="3293" y="42872"/>
                  </a:cubicBezTo>
                  <a:cubicBezTo>
                    <a:pt x="5960" y="42872"/>
                    <a:pt x="6226" y="42350"/>
                    <a:pt x="7559" y="38173"/>
                  </a:cubicBezTo>
                  <a:cubicBezTo>
                    <a:pt x="15292" y="11809"/>
                    <a:pt x="26757" y="5805"/>
                    <a:pt x="34489" y="5805"/>
                  </a:cubicBezTo>
                  <a:cubicBezTo>
                    <a:pt x="36622" y="5805"/>
                    <a:pt x="41154" y="5805"/>
                    <a:pt x="41154" y="14158"/>
                  </a:cubicBezTo>
                  <a:cubicBezTo>
                    <a:pt x="41154" y="20684"/>
                    <a:pt x="38488" y="27732"/>
                    <a:pt x="36622" y="32431"/>
                  </a:cubicBezTo>
                  <a:cubicBezTo>
                    <a:pt x="24890" y="62710"/>
                    <a:pt x="21424" y="74717"/>
                    <a:pt x="21424" y="85942"/>
                  </a:cubicBezTo>
                  <a:cubicBezTo>
                    <a:pt x="21424" y="114133"/>
                    <a:pt x="44887" y="118309"/>
                    <a:pt x="57152" y="118309"/>
                  </a:cubicBezTo>
                  <a:cubicBezTo>
                    <a:pt x="101945" y="118309"/>
                    <a:pt x="117143" y="31908"/>
                    <a:pt x="117143" y="18335"/>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5" name="Freeform: Shape 214">
              <a:extLst>
                <a:ext uri="{FF2B5EF4-FFF2-40B4-BE49-F238E27FC236}">
                  <a16:creationId xmlns:a16="http://schemas.microsoft.com/office/drawing/2014/main" id="{9FA3522C-E9A2-6879-1A11-AF681BE2C778}"/>
                </a:ext>
              </a:extLst>
            </p:cNvPr>
            <p:cNvSpPr/>
            <p:nvPr>
              <p:custDataLst>
                <p:tags r:id="rId29"/>
              </p:custDataLst>
            </p:nvPr>
          </p:nvSpPr>
          <p:spPr>
            <a:xfrm>
              <a:off x="10061242" y="5976475"/>
              <a:ext cx="122114" cy="118246"/>
            </a:xfrm>
            <a:custGeom>
              <a:avLst/>
              <a:gdLst>
                <a:gd name="connsiteX0" fmla="*/ 88886 w 122114"/>
                <a:gd name="connsiteY0" fmla="*/ 16769 h 118246"/>
                <a:gd name="connsiteX1" fmla="*/ 64356 w 122114"/>
                <a:gd name="connsiteY1" fmla="*/ 63 h 118246"/>
                <a:gd name="connsiteX2" fmla="*/ 99 w 122114"/>
                <a:gd name="connsiteY2" fmla="*/ 76545 h 118246"/>
                <a:gd name="connsiteX3" fmla="*/ 35560 w 122114"/>
                <a:gd name="connsiteY3" fmla="*/ 118309 h 118246"/>
                <a:gd name="connsiteX4" fmla="*/ 70222 w 122114"/>
                <a:gd name="connsiteY4" fmla="*/ 98732 h 118246"/>
                <a:gd name="connsiteX5" fmla="*/ 94485 w 122114"/>
                <a:gd name="connsiteY5" fmla="*/ 118309 h 118246"/>
                <a:gd name="connsiteX6" fmla="*/ 114215 w 122114"/>
                <a:gd name="connsiteY6" fmla="*/ 103953 h 118246"/>
                <a:gd name="connsiteX7" fmla="*/ 122214 w 122114"/>
                <a:gd name="connsiteY7" fmla="*/ 78111 h 118246"/>
                <a:gd name="connsiteX8" fmla="*/ 119014 w 122114"/>
                <a:gd name="connsiteY8" fmla="*/ 75500 h 118246"/>
                <a:gd name="connsiteX9" fmla="*/ 115282 w 122114"/>
                <a:gd name="connsiteY9" fmla="*/ 80199 h 118246"/>
                <a:gd name="connsiteX10" fmla="*/ 95018 w 122114"/>
                <a:gd name="connsiteY10" fmla="*/ 112567 h 118246"/>
                <a:gd name="connsiteX11" fmla="*/ 87019 w 122114"/>
                <a:gd name="connsiteY11" fmla="*/ 100559 h 118246"/>
                <a:gd name="connsiteX12" fmla="*/ 90485 w 122114"/>
                <a:gd name="connsiteY12" fmla="*/ 81243 h 118246"/>
                <a:gd name="connsiteX13" fmla="*/ 96351 w 122114"/>
                <a:gd name="connsiteY13" fmla="*/ 57750 h 118246"/>
                <a:gd name="connsiteX14" fmla="*/ 105950 w 122114"/>
                <a:gd name="connsiteY14" fmla="*/ 21206 h 118246"/>
                <a:gd name="connsiteX15" fmla="*/ 107816 w 122114"/>
                <a:gd name="connsiteY15" fmla="*/ 12331 h 118246"/>
                <a:gd name="connsiteX16" fmla="*/ 100084 w 122114"/>
                <a:gd name="connsiteY16" fmla="*/ 5283 h 118246"/>
                <a:gd name="connsiteX17" fmla="*/ 88886 w 122114"/>
                <a:gd name="connsiteY17" fmla="*/ 16769 h 118246"/>
                <a:gd name="connsiteX18" fmla="*/ 71555 w 122114"/>
                <a:gd name="connsiteY18" fmla="*/ 84376 h 118246"/>
                <a:gd name="connsiteX19" fmla="*/ 66222 w 122114"/>
                <a:gd name="connsiteY19" fmla="*/ 94034 h 118246"/>
                <a:gd name="connsiteX20" fmla="*/ 36094 w 122114"/>
                <a:gd name="connsiteY20" fmla="*/ 112567 h 118246"/>
                <a:gd name="connsiteX21" fmla="*/ 19030 w 122114"/>
                <a:gd name="connsiteY21" fmla="*/ 88030 h 118246"/>
                <a:gd name="connsiteX22" fmla="*/ 33694 w 122114"/>
                <a:gd name="connsiteY22" fmla="*/ 30864 h 118246"/>
                <a:gd name="connsiteX23" fmla="*/ 64623 w 122114"/>
                <a:gd name="connsiteY23" fmla="*/ 5805 h 118246"/>
                <a:gd name="connsiteX24" fmla="*/ 85686 w 122114"/>
                <a:gd name="connsiteY24" fmla="*/ 28776 h 118246"/>
                <a:gd name="connsiteX25" fmla="*/ 84886 w 122114"/>
                <a:gd name="connsiteY25" fmla="*/ 33214 h 118246"/>
                <a:gd name="connsiteX26" fmla="*/ 71555 w 122114"/>
                <a:gd name="connsiteY26" fmla="*/ 84376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2114" h="118246">
                  <a:moveTo>
                    <a:pt x="88886" y="16769"/>
                  </a:moveTo>
                  <a:cubicBezTo>
                    <a:pt x="84086" y="7111"/>
                    <a:pt x="76354" y="63"/>
                    <a:pt x="64356" y="63"/>
                  </a:cubicBezTo>
                  <a:cubicBezTo>
                    <a:pt x="33161" y="63"/>
                    <a:pt x="99" y="38434"/>
                    <a:pt x="99" y="76545"/>
                  </a:cubicBezTo>
                  <a:cubicBezTo>
                    <a:pt x="99" y="101081"/>
                    <a:pt x="14764" y="118309"/>
                    <a:pt x="35560" y="118309"/>
                  </a:cubicBezTo>
                  <a:cubicBezTo>
                    <a:pt x="40893" y="118309"/>
                    <a:pt x="54224" y="117265"/>
                    <a:pt x="70222" y="98732"/>
                  </a:cubicBezTo>
                  <a:cubicBezTo>
                    <a:pt x="72355" y="109695"/>
                    <a:pt x="81687" y="118309"/>
                    <a:pt x="94485" y="118309"/>
                  </a:cubicBezTo>
                  <a:cubicBezTo>
                    <a:pt x="103817" y="118309"/>
                    <a:pt x="109949" y="112306"/>
                    <a:pt x="114215" y="103953"/>
                  </a:cubicBezTo>
                  <a:cubicBezTo>
                    <a:pt x="118748" y="94556"/>
                    <a:pt x="122214" y="78633"/>
                    <a:pt x="122214" y="78111"/>
                  </a:cubicBezTo>
                  <a:cubicBezTo>
                    <a:pt x="122214" y="75500"/>
                    <a:pt x="119814" y="75500"/>
                    <a:pt x="119014" y="75500"/>
                  </a:cubicBezTo>
                  <a:cubicBezTo>
                    <a:pt x="116348" y="75500"/>
                    <a:pt x="116081" y="76545"/>
                    <a:pt x="115282" y="80199"/>
                  </a:cubicBezTo>
                  <a:cubicBezTo>
                    <a:pt x="110749" y="97166"/>
                    <a:pt x="105950" y="112567"/>
                    <a:pt x="95018" y="112567"/>
                  </a:cubicBezTo>
                  <a:cubicBezTo>
                    <a:pt x="87819" y="112567"/>
                    <a:pt x="87019" y="105780"/>
                    <a:pt x="87019" y="100559"/>
                  </a:cubicBezTo>
                  <a:cubicBezTo>
                    <a:pt x="87019" y="94817"/>
                    <a:pt x="87552" y="92728"/>
                    <a:pt x="90485" y="81243"/>
                  </a:cubicBezTo>
                  <a:cubicBezTo>
                    <a:pt x="93418" y="70280"/>
                    <a:pt x="93951" y="67670"/>
                    <a:pt x="96351" y="57750"/>
                  </a:cubicBezTo>
                  <a:lnTo>
                    <a:pt x="105950" y="21206"/>
                  </a:lnTo>
                  <a:cubicBezTo>
                    <a:pt x="107816" y="13897"/>
                    <a:pt x="107816" y="13375"/>
                    <a:pt x="107816" y="12331"/>
                  </a:cubicBezTo>
                  <a:cubicBezTo>
                    <a:pt x="107816" y="7894"/>
                    <a:pt x="104617" y="5283"/>
                    <a:pt x="100084" y="5283"/>
                  </a:cubicBezTo>
                  <a:cubicBezTo>
                    <a:pt x="93685" y="5283"/>
                    <a:pt x="89685" y="11026"/>
                    <a:pt x="88886" y="16769"/>
                  </a:cubicBezTo>
                  <a:close/>
                  <a:moveTo>
                    <a:pt x="71555" y="84376"/>
                  </a:moveTo>
                  <a:cubicBezTo>
                    <a:pt x="70222" y="89074"/>
                    <a:pt x="70222" y="89596"/>
                    <a:pt x="66222" y="94034"/>
                  </a:cubicBezTo>
                  <a:cubicBezTo>
                    <a:pt x="54491" y="108390"/>
                    <a:pt x="43559" y="112567"/>
                    <a:pt x="36094" y="112567"/>
                  </a:cubicBezTo>
                  <a:cubicBezTo>
                    <a:pt x="22762" y="112567"/>
                    <a:pt x="19030" y="98210"/>
                    <a:pt x="19030" y="88030"/>
                  </a:cubicBezTo>
                  <a:cubicBezTo>
                    <a:pt x="19030" y="74978"/>
                    <a:pt x="27562" y="42872"/>
                    <a:pt x="33694" y="30864"/>
                  </a:cubicBezTo>
                  <a:cubicBezTo>
                    <a:pt x="41959" y="15464"/>
                    <a:pt x="53958" y="5805"/>
                    <a:pt x="64623" y="5805"/>
                  </a:cubicBezTo>
                  <a:cubicBezTo>
                    <a:pt x="81953" y="5805"/>
                    <a:pt x="85686" y="27210"/>
                    <a:pt x="85686" y="28776"/>
                  </a:cubicBezTo>
                  <a:cubicBezTo>
                    <a:pt x="85686" y="30342"/>
                    <a:pt x="85153" y="31908"/>
                    <a:pt x="84886" y="33214"/>
                  </a:cubicBezTo>
                  <a:lnTo>
                    <a:pt x="71555" y="84376"/>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6" name="Freeform: Shape 215">
              <a:extLst>
                <a:ext uri="{FF2B5EF4-FFF2-40B4-BE49-F238E27FC236}">
                  <a16:creationId xmlns:a16="http://schemas.microsoft.com/office/drawing/2014/main" id="{A0A7C4FA-A110-9E33-D9C9-3DEFE0DA2978}"/>
                </a:ext>
              </a:extLst>
            </p:cNvPr>
            <p:cNvSpPr/>
            <p:nvPr>
              <p:custDataLst>
                <p:tags r:id="rId30"/>
              </p:custDataLst>
            </p:nvPr>
          </p:nvSpPr>
          <p:spPr>
            <a:xfrm>
              <a:off x="10203244" y="5910695"/>
              <a:ext cx="57057" cy="184026"/>
            </a:xfrm>
            <a:custGeom>
              <a:avLst/>
              <a:gdLst>
                <a:gd name="connsiteX0" fmla="*/ 57162 w 57057"/>
                <a:gd name="connsiteY0" fmla="*/ 2934 h 184026"/>
                <a:gd name="connsiteX1" fmla="*/ 53696 w 57057"/>
                <a:gd name="connsiteY1" fmla="*/ 63 h 184026"/>
                <a:gd name="connsiteX2" fmla="*/ 21168 w 57057"/>
                <a:gd name="connsiteY2" fmla="*/ 2673 h 184026"/>
                <a:gd name="connsiteX3" fmla="*/ 16102 w 57057"/>
                <a:gd name="connsiteY3" fmla="*/ 8155 h 184026"/>
                <a:gd name="connsiteX4" fmla="*/ 22768 w 57057"/>
                <a:gd name="connsiteY4" fmla="*/ 11026 h 184026"/>
                <a:gd name="connsiteX5" fmla="*/ 35832 w 57057"/>
                <a:gd name="connsiteY5" fmla="*/ 15464 h 184026"/>
                <a:gd name="connsiteX6" fmla="*/ 35032 w 57057"/>
                <a:gd name="connsiteY6" fmla="*/ 20684 h 184026"/>
                <a:gd name="connsiteX7" fmla="*/ 1437 w 57057"/>
                <a:gd name="connsiteY7" fmla="*/ 151199 h 184026"/>
                <a:gd name="connsiteX8" fmla="*/ 104 w 57057"/>
                <a:gd name="connsiteY8" fmla="*/ 160074 h 184026"/>
                <a:gd name="connsiteX9" fmla="*/ 24367 w 57057"/>
                <a:gd name="connsiteY9" fmla="*/ 184089 h 184026"/>
                <a:gd name="connsiteX10" fmla="*/ 44364 w 57057"/>
                <a:gd name="connsiteY10" fmla="*/ 169471 h 184026"/>
                <a:gd name="connsiteX11" fmla="*/ 52363 w 57057"/>
                <a:gd name="connsiteY11" fmla="*/ 143890 h 184026"/>
                <a:gd name="connsiteX12" fmla="*/ 49164 w 57057"/>
                <a:gd name="connsiteY12" fmla="*/ 141280 h 184026"/>
                <a:gd name="connsiteX13" fmla="*/ 45431 w 57057"/>
                <a:gd name="connsiteY13" fmla="*/ 145979 h 184026"/>
                <a:gd name="connsiteX14" fmla="*/ 25167 w 57057"/>
                <a:gd name="connsiteY14" fmla="*/ 178346 h 184026"/>
                <a:gd name="connsiteX15" fmla="*/ 17168 w 57057"/>
                <a:gd name="connsiteY15" fmla="*/ 166339 h 184026"/>
                <a:gd name="connsiteX16" fmla="*/ 18768 w 57057"/>
                <a:gd name="connsiteY16" fmla="*/ 153810 h 184026"/>
                <a:gd name="connsiteX17" fmla="*/ 57162 w 57057"/>
                <a:gd name="connsiteY17" fmla="*/ 2934 h 184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057" h="184026">
                  <a:moveTo>
                    <a:pt x="57162" y="2934"/>
                  </a:moveTo>
                  <a:cubicBezTo>
                    <a:pt x="57162" y="2673"/>
                    <a:pt x="57162" y="63"/>
                    <a:pt x="53696" y="63"/>
                  </a:cubicBezTo>
                  <a:cubicBezTo>
                    <a:pt x="47564" y="63"/>
                    <a:pt x="28100" y="2151"/>
                    <a:pt x="21168" y="2673"/>
                  </a:cubicBezTo>
                  <a:cubicBezTo>
                    <a:pt x="19035" y="2934"/>
                    <a:pt x="16102" y="3195"/>
                    <a:pt x="16102" y="8155"/>
                  </a:cubicBezTo>
                  <a:cubicBezTo>
                    <a:pt x="16102" y="11026"/>
                    <a:pt x="18768" y="11026"/>
                    <a:pt x="22768" y="11026"/>
                  </a:cubicBezTo>
                  <a:cubicBezTo>
                    <a:pt x="35566" y="11026"/>
                    <a:pt x="35832" y="13375"/>
                    <a:pt x="35832" y="15464"/>
                  </a:cubicBezTo>
                  <a:lnTo>
                    <a:pt x="35032" y="20684"/>
                  </a:lnTo>
                  <a:lnTo>
                    <a:pt x="1437" y="151199"/>
                  </a:lnTo>
                  <a:cubicBezTo>
                    <a:pt x="638" y="154071"/>
                    <a:pt x="104" y="155898"/>
                    <a:pt x="104" y="160074"/>
                  </a:cubicBezTo>
                  <a:cubicBezTo>
                    <a:pt x="104" y="174953"/>
                    <a:pt x="11836" y="184089"/>
                    <a:pt x="24367" y="184089"/>
                  </a:cubicBezTo>
                  <a:cubicBezTo>
                    <a:pt x="33166" y="184089"/>
                    <a:pt x="39832" y="178868"/>
                    <a:pt x="44364" y="169471"/>
                  </a:cubicBezTo>
                  <a:cubicBezTo>
                    <a:pt x="49164" y="159552"/>
                    <a:pt x="52363" y="144412"/>
                    <a:pt x="52363" y="143890"/>
                  </a:cubicBezTo>
                  <a:cubicBezTo>
                    <a:pt x="52363" y="141280"/>
                    <a:pt x="49963" y="141280"/>
                    <a:pt x="49164" y="141280"/>
                  </a:cubicBezTo>
                  <a:cubicBezTo>
                    <a:pt x="46497" y="141280"/>
                    <a:pt x="46231" y="142324"/>
                    <a:pt x="45431" y="145979"/>
                  </a:cubicBezTo>
                  <a:cubicBezTo>
                    <a:pt x="40898" y="162946"/>
                    <a:pt x="35832" y="178346"/>
                    <a:pt x="25167" y="178346"/>
                  </a:cubicBezTo>
                  <a:cubicBezTo>
                    <a:pt x="17168" y="178346"/>
                    <a:pt x="17168" y="169993"/>
                    <a:pt x="17168" y="166339"/>
                  </a:cubicBezTo>
                  <a:cubicBezTo>
                    <a:pt x="17168" y="160074"/>
                    <a:pt x="17435" y="158769"/>
                    <a:pt x="18768" y="153810"/>
                  </a:cubicBezTo>
                  <a:lnTo>
                    <a:pt x="57162" y="293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7" name="Freeform: Shape 216">
              <a:extLst>
                <a:ext uri="{FF2B5EF4-FFF2-40B4-BE49-F238E27FC236}">
                  <a16:creationId xmlns:a16="http://schemas.microsoft.com/office/drawing/2014/main" id="{ED4CC8B3-51F9-1842-41C8-302C23129357}"/>
                </a:ext>
              </a:extLst>
            </p:cNvPr>
            <p:cNvSpPr/>
            <p:nvPr>
              <p:custDataLst>
                <p:tags r:id="rId31"/>
              </p:custDataLst>
            </p:nvPr>
          </p:nvSpPr>
          <p:spPr>
            <a:xfrm>
              <a:off x="10284047" y="5976475"/>
              <a:ext cx="137045" cy="118246"/>
            </a:xfrm>
            <a:custGeom>
              <a:avLst/>
              <a:gdLst>
                <a:gd name="connsiteX0" fmla="*/ 85695 w 137045"/>
                <a:gd name="connsiteY0" fmla="*/ 100820 h 118246"/>
                <a:gd name="connsiteX1" fmla="*/ 109424 w 137045"/>
                <a:gd name="connsiteY1" fmla="*/ 118309 h 118246"/>
                <a:gd name="connsiteX2" fmla="*/ 129155 w 137045"/>
                <a:gd name="connsiteY2" fmla="*/ 103953 h 118246"/>
                <a:gd name="connsiteX3" fmla="*/ 137153 w 137045"/>
                <a:gd name="connsiteY3" fmla="*/ 78111 h 118246"/>
                <a:gd name="connsiteX4" fmla="*/ 133954 w 137045"/>
                <a:gd name="connsiteY4" fmla="*/ 75500 h 118246"/>
                <a:gd name="connsiteX5" fmla="*/ 130221 w 137045"/>
                <a:gd name="connsiteY5" fmla="*/ 80199 h 118246"/>
                <a:gd name="connsiteX6" fmla="*/ 110224 w 137045"/>
                <a:gd name="connsiteY6" fmla="*/ 112567 h 118246"/>
                <a:gd name="connsiteX7" fmla="*/ 101959 w 137045"/>
                <a:gd name="connsiteY7" fmla="*/ 100559 h 118246"/>
                <a:gd name="connsiteX8" fmla="*/ 107291 w 137045"/>
                <a:gd name="connsiteY8" fmla="*/ 73412 h 118246"/>
                <a:gd name="connsiteX9" fmla="*/ 114757 w 137045"/>
                <a:gd name="connsiteY9" fmla="*/ 45221 h 118246"/>
                <a:gd name="connsiteX10" fmla="*/ 119289 w 137045"/>
                <a:gd name="connsiteY10" fmla="*/ 27471 h 118246"/>
                <a:gd name="connsiteX11" fmla="*/ 123289 w 137045"/>
                <a:gd name="connsiteY11" fmla="*/ 9982 h 118246"/>
                <a:gd name="connsiteX12" fmla="*/ 115557 w 137045"/>
                <a:gd name="connsiteY12" fmla="*/ 2934 h 118246"/>
                <a:gd name="connsiteX13" fmla="*/ 105158 w 137045"/>
                <a:gd name="connsiteY13" fmla="*/ 12070 h 118246"/>
                <a:gd name="connsiteX14" fmla="*/ 85161 w 137045"/>
                <a:gd name="connsiteY14" fmla="*/ 90640 h 118246"/>
                <a:gd name="connsiteX15" fmla="*/ 54766 w 137045"/>
                <a:gd name="connsiteY15" fmla="*/ 112567 h 118246"/>
                <a:gd name="connsiteX16" fmla="*/ 38235 w 137045"/>
                <a:gd name="connsiteY16" fmla="*/ 91162 h 118246"/>
                <a:gd name="connsiteX17" fmla="*/ 52633 w 137045"/>
                <a:gd name="connsiteY17" fmla="*/ 37912 h 118246"/>
                <a:gd name="connsiteX18" fmla="*/ 57166 w 137045"/>
                <a:gd name="connsiteY18" fmla="*/ 21467 h 118246"/>
                <a:gd name="connsiteX19" fmla="*/ 35302 w 137045"/>
                <a:gd name="connsiteY19" fmla="*/ 63 h 118246"/>
                <a:gd name="connsiteX20" fmla="*/ 108 w 137045"/>
                <a:gd name="connsiteY20" fmla="*/ 40261 h 118246"/>
                <a:gd name="connsiteX21" fmla="*/ 3307 w 137045"/>
                <a:gd name="connsiteY21" fmla="*/ 42872 h 118246"/>
                <a:gd name="connsiteX22" fmla="*/ 7573 w 137045"/>
                <a:gd name="connsiteY22" fmla="*/ 38173 h 118246"/>
                <a:gd name="connsiteX23" fmla="*/ 34502 w 137045"/>
                <a:gd name="connsiteY23" fmla="*/ 5805 h 118246"/>
                <a:gd name="connsiteX24" fmla="*/ 41168 w 137045"/>
                <a:gd name="connsiteY24" fmla="*/ 14419 h 118246"/>
                <a:gd name="connsiteX25" fmla="*/ 36635 w 137045"/>
                <a:gd name="connsiteY25" fmla="*/ 32169 h 118246"/>
                <a:gd name="connsiteX26" fmla="*/ 21171 w 137045"/>
                <a:gd name="connsiteY26" fmla="*/ 86986 h 118246"/>
                <a:gd name="connsiteX27" fmla="*/ 53966 w 137045"/>
                <a:gd name="connsiteY27" fmla="*/ 118309 h 118246"/>
                <a:gd name="connsiteX28" fmla="*/ 85695 w 137045"/>
                <a:gd name="connsiteY28" fmla="*/ 100820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045" h="118246">
                  <a:moveTo>
                    <a:pt x="85695" y="100820"/>
                  </a:moveTo>
                  <a:cubicBezTo>
                    <a:pt x="88627" y="111523"/>
                    <a:pt x="97959" y="118309"/>
                    <a:pt x="109424" y="118309"/>
                  </a:cubicBezTo>
                  <a:cubicBezTo>
                    <a:pt x="118756" y="118309"/>
                    <a:pt x="124889" y="112306"/>
                    <a:pt x="129155" y="103953"/>
                  </a:cubicBezTo>
                  <a:cubicBezTo>
                    <a:pt x="133687" y="94556"/>
                    <a:pt x="137153" y="78633"/>
                    <a:pt x="137153" y="78111"/>
                  </a:cubicBezTo>
                  <a:cubicBezTo>
                    <a:pt x="137153" y="75500"/>
                    <a:pt x="134754" y="75500"/>
                    <a:pt x="133954" y="75500"/>
                  </a:cubicBezTo>
                  <a:cubicBezTo>
                    <a:pt x="131288" y="75500"/>
                    <a:pt x="131021" y="76545"/>
                    <a:pt x="130221" y="80199"/>
                  </a:cubicBezTo>
                  <a:cubicBezTo>
                    <a:pt x="126488" y="94817"/>
                    <a:pt x="121422" y="112567"/>
                    <a:pt x="110224" y="112567"/>
                  </a:cubicBezTo>
                  <a:cubicBezTo>
                    <a:pt x="104625" y="112567"/>
                    <a:pt x="101959" y="109173"/>
                    <a:pt x="101959" y="100559"/>
                  </a:cubicBezTo>
                  <a:cubicBezTo>
                    <a:pt x="101959" y="94817"/>
                    <a:pt x="105158" y="82548"/>
                    <a:pt x="107291" y="73412"/>
                  </a:cubicBezTo>
                  <a:lnTo>
                    <a:pt x="114757" y="45221"/>
                  </a:lnTo>
                  <a:cubicBezTo>
                    <a:pt x="115557" y="41306"/>
                    <a:pt x="118223" y="31386"/>
                    <a:pt x="119289" y="27471"/>
                  </a:cubicBezTo>
                  <a:cubicBezTo>
                    <a:pt x="120623" y="21467"/>
                    <a:pt x="123289" y="11548"/>
                    <a:pt x="123289" y="9982"/>
                  </a:cubicBezTo>
                  <a:cubicBezTo>
                    <a:pt x="123289" y="5283"/>
                    <a:pt x="119556" y="2934"/>
                    <a:pt x="115557" y="2934"/>
                  </a:cubicBezTo>
                  <a:cubicBezTo>
                    <a:pt x="114224" y="2934"/>
                    <a:pt x="107291" y="3195"/>
                    <a:pt x="105158" y="12070"/>
                  </a:cubicBezTo>
                  <a:cubicBezTo>
                    <a:pt x="100092" y="31125"/>
                    <a:pt x="88361" y="76806"/>
                    <a:pt x="85161" y="90640"/>
                  </a:cubicBezTo>
                  <a:cubicBezTo>
                    <a:pt x="84895" y="91684"/>
                    <a:pt x="74230" y="112567"/>
                    <a:pt x="54766" y="112567"/>
                  </a:cubicBezTo>
                  <a:cubicBezTo>
                    <a:pt x="40901" y="112567"/>
                    <a:pt x="38235" y="100820"/>
                    <a:pt x="38235" y="91162"/>
                  </a:cubicBezTo>
                  <a:cubicBezTo>
                    <a:pt x="38235" y="76545"/>
                    <a:pt x="45701" y="55923"/>
                    <a:pt x="52633" y="37912"/>
                  </a:cubicBezTo>
                  <a:cubicBezTo>
                    <a:pt x="55832" y="30081"/>
                    <a:pt x="57166" y="26427"/>
                    <a:pt x="57166" y="21467"/>
                  </a:cubicBezTo>
                  <a:cubicBezTo>
                    <a:pt x="57166" y="9721"/>
                    <a:pt x="48633" y="63"/>
                    <a:pt x="35302" y="63"/>
                  </a:cubicBezTo>
                  <a:cubicBezTo>
                    <a:pt x="9973" y="63"/>
                    <a:pt x="108" y="37912"/>
                    <a:pt x="108" y="40261"/>
                  </a:cubicBezTo>
                  <a:cubicBezTo>
                    <a:pt x="108" y="42872"/>
                    <a:pt x="2774" y="42872"/>
                    <a:pt x="3307" y="42872"/>
                  </a:cubicBezTo>
                  <a:cubicBezTo>
                    <a:pt x="5973" y="42872"/>
                    <a:pt x="6240" y="42350"/>
                    <a:pt x="7573" y="38173"/>
                  </a:cubicBezTo>
                  <a:cubicBezTo>
                    <a:pt x="14239" y="15464"/>
                    <a:pt x="24370" y="5805"/>
                    <a:pt x="34502" y="5805"/>
                  </a:cubicBezTo>
                  <a:cubicBezTo>
                    <a:pt x="36902" y="5805"/>
                    <a:pt x="41168" y="6066"/>
                    <a:pt x="41168" y="14419"/>
                  </a:cubicBezTo>
                  <a:cubicBezTo>
                    <a:pt x="41168" y="20684"/>
                    <a:pt x="38235" y="28254"/>
                    <a:pt x="36635" y="32169"/>
                  </a:cubicBezTo>
                  <a:cubicBezTo>
                    <a:pt x="26770" y="58011"/>
                    <a:pt x="21171" y="74195"/>
                    <a:pt x="21171" y="86986"/>
                  </a:cubicBezTo>
                  <a:cubicBezTo>
                    <a:pt x="21171" y="111784"/>
                    <a:pt x="39568" y="118309"/>
                    <a:pt x="53966" y="118309"/>
                  </a:cubicBezTo>
                  <a:cubicBezTo>
                    <a:pt x="71563" y="118309"/>
                    <a:pt x="81162" y="106563"/>
                    <a:pt x="85695" y="100820"/>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8" name="Freeform: Shape 217">
              <a:extLst>
                <a:ext uri="{FF2B5EF4-FFF2-40B4-BE49-F238E27FC236}">
                  <a16:creationId xmlns:a16="http://schemas.microsoft.com/office/drawing/2014/main" id="{538C8226-65E8-B711-D2D6-38C3D72972D4}"/>
                </a:ext>
              </a:extLst>
            </p:cNvPr>
            <p:cNvSpPr/>
            <p:nvPr>
              <p:custDataLst>
                <p:tags r:id="rId32"/>
              </p:custDataLst>
            </p:nvPr>
          </p:nvSpPr>
          <p:spPr>
            <a:xfrm>
              <a:off x="10441212" y="5976475"/>
              <a:ext cx="102384" cy="118246"/>
            </a:xfrm>
            <a:custGeom>
              <a:avLst/>
              <a:gdLst>
                <a:gd name="connsiteX0" fmla="*/ 37708 w 102384"/>
                <a:gd name="connsiteY0" fmla="*/ 55140 h 118246"/>
                <a:gd name="connsiteX1" fmla="*/ 78501 w 102384"/>
                <a:gd name="connsiteY1" fmla="*/ 49136 h 118246"/>
                <a:gd name="connsiteX2" fmla="*/ 98498 w 102384"/>
                <a:gd name="connsiteY2" fmla="*/ 22250 h 118246"/>
                <a:gd name="connsiteX3" fmla="*/ 69969 w 102384"/>
                <a:gd name="connsiteY3" fmla="*/ 63 h 118246"/>
                <a:gd name="connsiteX4" fmla="*/ 113 w 102384"/>
                <a:gd name="connsiteY4" fmla="*/ 71063 h 118246"/>
                <a:gd name="connsiteX5" fmla="*/ 41974 w 102384"/>
                <a:gd name="connsiteY5" fmla="*/ 118309 h 118246"/>
                <a:gd name="connsiteX6" fmla="*/ 102498 w 102384"/>
                <a:gd name="connsiteY6" fmla="*/ 87508 h 118246"/>
                <a:gd name="connsiteX7" fmla="*/ 99298 w 102384"/>
                <a:gd name="connsiteY7" fmla="*/ 84114 h 118246"/>
                <a:gd name="connsiteX8" fmla="*/ 95832 w 102384"/>
                <a:gd name="connsiteY8" fmla="*/ 86725 h 118246"/>
                <a:gd name="connsiteX9" fmla="*/ 42507 w 102384"/>
                <a:gd name="connsiteY9" fmla="*/ 112567 h 118246"/>
                <a:gd name="connsiteX10" fmla="*/ 19310 w 102384"/>
                <a:gd name="connsiteY10" fmla="*/ 82287 h 118246"/>
                <a:gd name="connsiteX11" fmla="*/ 23576 w 102384"/>
                <a:gd name="connsiteY11" fmla="*/ 55140 h 118246"/>
                <a:gd name="connsiteX12" fmla="*/ 37708 w 102384"/>
                <a:gd name="connsiteY12" fmla="*/ 55140 h 118246"/>
                <a:gd name="connsiteX13" fmla="*/ 25176 w 102384"/>
                <a:gd name="connsiteY13" fmla="*/ 49397 h 118246"/>
                <a:gd name="connsiteX14" fmla="*/ 69969 w 102384"/>
                <a:gd name="connsiteY14" fmla="*/ 5805 h 118246"/>
                <a:gd name="connsiteX15" fmla="*/ 89700 w 102384"/>
                <a:gd name="connsiteY15" fmla="*/ 22250 h 118246"/>
                <a:gd name="connsiteX16" fmla="*/ 36108 w 102384"/>
                <a:gd name="connsiteY16" fmla="*/ 49397 h 118246"/>
                <a:gd name="connsiteX17" fmla="*/ 25176 w 102384"/>
                <a:gd name="connsiteY17" fmla="*/ 49397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2384" h="118246">
                  <a:moveTo>
                    <a:pt x="37708" y="55140"/>
                  </a:moveTo>
                  <a:cubicBezTo>
                    <a:pt x="45440" y="55140"/>
                    <a:pt x="65170" y="54618"/>
                    <a:pt x="78501" y="49136"/>
                  </a:cubicBezTo>
                  <a:cubicBezTo>
                    <a:pt x="97165" y="41306"/>
                    <a:pt x="98498" y="25905"/>
                    <a:pt x="98498" y="22250"/>
                  </a:cubicBezTo>
                  <a:cubicBezTo>
                    <a:pt x="98498" y="10765"/>
                    <a:pt x="88366" y="63"/>
                    <a:pt x="69969" y="63"/>
                  </a:cubicBezTo>
                  <a:cubicBezTo>
                    <a:pt x="40374" y="63"/>
                    <a:pt x="113" y="25383"/>
                    <a:pt x="113" y="71063"/>
                  </a:cubicBezTo>
                  <a:cubicBezTo>
                    <a:pt x="113" y="97688"/>
                    <a:pt x="15844" y="118309"/>
                    <a:pt x="41974" y="118309"/>
                  </a:cubicBezTo>
                  <a:cubicBezTo>
                    <a:pt x="80101" y="118309"/>
                    <a:pt x="102498" y="90640"/>
                    <a:pt x="102498" y="87508"/>
                  </a:cubicBezTo>
                  <a:cubicBezTo>
                    <a:pt x="102498" y="85942"/>
                    <a:pt x="100898" y="84114"/>
                    <a:pt x="99298" y="84114"/>
                  </a:cubicBezTo>
                  <a:cubicBezTo>
                    <a:pt x="97965" y="84114"/>
                    <a:pt x="97432" y="84637"/>
                    <a:pt x="95832" y="86725"/>
                  </a:cubicBezTo>
                  <a:cubicBezTo>
                    <a:pt x="74769" y="112567"/>
                    <a:pt x="45706" y="112567"/>
                    <a:pt x="42507" y="112567"/>
                  </a:cubicBezTo>
                  <a:cubicBezTo>
                    <a:pt x="21710" y="112567"/>
                    <a:pt x="19310" y="90640"/>
                    <a:pt x="19310" y="82287"/>
                  </a:cubicBezTo>
                  <a:cubicBezTo>
                    <a:pt x="19310" y="79155"/>
                    <a:pt x="19577" y="71063"/>
                    <a:pt x="23576" y="55140"/>
                  </a:cubicBezTo>
                  <a:lnTo>
                    <a:pt x="37708" y="55140"/>
                  </a:lnTo>
                  <a:close/>
                  <a:moveTo>
                    <a:pt x="25176" y="49397"/>
                  </a:moveTo>
                  <a:cubicBezTo>
                    <a:pt x="35575" y="9721"/>
                    <a:pt x="63037" y="5805"/>
                    <a:pt x="69969" y="5805"/>
                  </a:cubicBezTo>
                  <a:cubicBezTo>
                    <a:pt x="82501" y="5805"/>
                    <a:pt x="89700" y="13375"/>
                    <a:pt x="89700" y="22250"/>
                  </a:cubicBezTo>
                  <a:cubicBezTo>
                    <a:pt x="89700" y="49397"/>
                    <a:pt x="47039" y="49397"/>
                    <a:pt x="36108" y="49397"/>
                  </a:cubicBezTo>
                  <a:lnTo>
                    <a:pt x="25176" y="49397"/>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9" name="Freeform: Shape 218">
              <a:extLst>
                <a:ext uri="{FF2B5EF4-FFF2-40B4-BE49-F238E27FC236}">
                  <a16:creationId xmlns:a16="http://schemas.microsoft.com/office/drawing/2014/main" id="{F46D8645-A2B1-CF84-E353-206CB49BD7AD}"/>
                </a:ext>
              </a:extLst>
            </p:cNvPr>
            <p:cNvSpPr/>
            <p:nvPr>
              <p:custDataLst>
                <p:tags r:id="rId33"/>
              </p:custDataLst>
            </p:nvPr>
          </p:nvSpPr>
          <p:spPr>
            <a:xfrm>
              <a:off x="10642088" y="5996052"/>
              <a:ext cx="177306" cy="61081"/>
            </a:xfrm>
            <a:custGeom>
              <a:avLst/>
              <a:gdLst>
                <a:gd name="connsiteX0" fmla="*/ 168362 w 177306"/>
                <a:gd name="connsiteY0" fmla="*/ 10504 h 61081"/>
                <a:gd name="connsiteX1" fmla="*/ 177427 w 177306"/>
                <a:gd name="connsiteY1" fmla="*/ 5283 h 61081"/>
                <a:gd name="connsiteX2" fmla="*/ 168628 w 177306"/>
                <a:gd name="connsiteY2" fmla="*/ 63 h 61081"/>
                <a:gd name="connsiteX3" fmla="*/ 8919 w 177306"/>
                <a:gd name="connsiteY3" fmla="*/ 63 h 61081"/>
                <a:gd name="connsiteX4" fmla="*/ 121 w 177306"/>
                <a:gd name="connsiteY4" fmla="*/ 5283 h 61081"/>
                <a:gd name="connsiteX5" fmla="*/ 9186 w 177306"/>
                <a:gd name="connsiteY5" fmla="*/ 10504 h 61081"/>
                <a:gd name="connsiteX6" fmla="*/ 168362 w 177306"/>
                <a:gd name="connsiteY6" fmla="*/ 10504 h 61081"/>
                <a:gd name="connsiteX7" fmla="*/ 168628 w 177306"/>
                <a:gd name="connsiteY7" fmla="*/ 61144 h 61081"/>
                <a:gd name="connsiteX8" fmla="*/ 177427 w 177306"/>
                <a:gd name="connsiteY8" fmla="*/ 55923 h 61081"/>
                <a:gd name="connsiteX9" fmla="*/ 168362 w 177306"/>
                <a:gd name="connsiteY9" fmla="*/ 50703 h 61081"/>
                <a:gd name="connsiteX10" fmla="*/ 9186 w 177306"/>
                <a:gd name="connsiteY10" fmla="*/ 50703 h 61081"/>
                <a:gd name="connsiteX11" fmla="*/ 121 w 177306"/>
                <a:gd name="connsiteY11" fmla="*/ 55923 h 61081"/>
                <a:gd name="connsiteX12" fmla="*/ 8919 w 177306"/>
                <a:gd name="connsiteY12" fmla="*/ 61144 h 61081"/>
                <a:gd name="connsiteX13" fmla="*/ 168628 w 177306"/>
                <a:gd name="connsiteY13" fmla="*/ 61144 h 6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7306" h="61081">
                  <a:moveTo>
                    <a:pt x="168362" y="10504"/>
                  </a:moveTo>
                  <a:cubicBezTo>
                    <a:pt x="172361" y="10504"/>
                    <a:pt x="177427" y="10504"/>
                    <a:pt x="177427" y="5283"/>
                  </a:cubicBezTo>
                  <a:cubicBezTo>
                    <a:pt x="177427" y="63"/>
                    <a:pt x="172361" y="63"/>
                    <a:pt x="168628" y="63"/>
                  </a:cubicBezTo>
                  <a:lnTo>
                    <a:pt x="8919" y="63"/>
                  </a:lnTo>
                  <a:cubicBezTo>
                    <a:pt x="5187" y="63"/>
                    <a:pt x="121" y="63"/>
                    <a:pt x="121" y="5283"/>
                  </a:cubicBezTo>
                  <a:cubicBezTo>
                    <a:pt x="121" y="10504"/>
                    <a:pt x="5187" y="10504"/>
                    <a:pt x="9186" y="10504"/>
                  </a:cubicBezTo>
                  <a:lnTo>
                    <a:pt x="168362" y="10504"/>
                  </a:lnTo>
                  <a:close/>
                  <a:moveTo>
                    <a:pt x="168628" y="61144"/>
                  </a:moveTo>
                  <a:cubicBezTo>
                    <a:pt x="172361" y="61144"/>
                    <a:pt x="177427" y="61144"/>
                    <a:pt x="177427" y="55923"/>
                  </a:cubicBezTo>
                  <a:cubicBezTo>
                    <a:pt x="177427" y="50703"/>
                    <a:pt x="172361" y="50703"/>
                    <a:pt x="168362" y="50703"/>
                  </a:cubicBezTo>
                  <a:lnTo>
                    <a:pt x="9186" y="50703"/>
                  </a:lnTo>
                  <a:cubicBezTo>
                    <a:pt x="5187" y="50703"/>
                    <a:pt x="121" y="50703"/>
                    <a:pt x="121" y="55923"/>
                  </a:cubicBezTo>
                  <a:cubicBezTo>
                    <a:pt x="121" y="61144"/>
                    <a:pt x="5187" y="61144"/>
                    <a:pt x="8919" y="61144"/>
                  </a:cubicBezTo>
                  <a:lnTo>
                    <a:pt x="168628" y="6114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0" name="Freeform: Shape 219">
              <a:extLst>
                <a:ext uri="{FF2B5EF4-FFF2-40B4-BE49-F238E27FC236}">
                  <a16:creationId xmlns:a16="http://schemas.microsoft.com/office/drawing/2014/main" id="{288EBACE-5BDB-BF55-5944-6E78824F11F5}"/>
                </a:ext>
              </a:extLst>
            </p:cNvPr>
            <p:cNvSpPr/>
            <p:nvPr>
              <p:custDataLst>
                <p:tags r:id="rId34"/>
              </p:custDataLst>
            </p:nvPr>
          </p:nvSpPr>
          <p:spPr>
            <a:xfrm>
              <a:off x="10917926" y="5913567"/>
              <a:ext cx="157042" cy="178283"/>
            </a:xfrm>
            <a:custGeom>
              <a:avLst/>
              <a:gdLst>
                <a:gd name="connsiteX0" fmla="*/ 51323 w 157042"/>
                <a:gd name="connsiteY0" fmla="*/ 95861 h 178283"/>
                <a:gd name="connsiteX1" fmla="*/ 96383 w 157042"/>
                <a:gd name="connsiteY1" fmla="*/ 95861 h 178283"/>
                <a:gd name="connsiteX2" fmla="*/ 157174 w 157042"/>
                <a:gd name="connsiteY2" fmla="*/ 48614 h 178283"/>
                <a:gd name="connsiteX3" fmla="*/ 94250 w 157042"/>
                <a:gd name="connsiteY3" fmla="*/ 63 h 178283"/>
                <a:gd name="connsiteX4" fmla="*/ 131 w 157042"/>
                <a:gd name="connsiteY4" fmla="*/ 63 h 178283"/>
                <a:gd name="connsiteX5" fmla="*/ 131 w 157042"/>
                <a:gd name="connsiteY5" fmla="*/ 8155 h 178283"/>
                <a:gd name="connsiteX6" fmla="*/ 6530 w 157042"/>
                <a:gd name="connsiteY6" fmla="*/ 8155 h 178283"/>
                <a:gd name="connsiteX7" fmla="*/ 27594 w 157042"/>
                <a:gd name="connsiteY7" fmla="*/ 20423 h 178283"/>
                <a:gd name="connsiteX8" fmla="*/ 27594 w 157042"/>
                <a:gd name="connsiteY8" fmla="*/ 157986 h 178283"/>
                <a:gd name="connsiteX9" fmla="*/ 6530 w 157042"/>
                <a:gd name="connsiteY9" fmla="*/ 170254 h 178283"/>
                <a:gd name="connsiteX10" fmla="*/ 131 w 157042"/>
                <a:gd name="connsiteY10" fmla="*/ 170254 h 178283"/>
                <a:gd name="connsiteX11" fmla="*/ 131 w 157042"/>
                <a:gd name="connsiteY11" fmla="*/ 178346 h 178283"/>
                <a:gd name="connsiteX12" fmla="*/ 39325 w 157042"/>
                <a:gd name="connsiteY12" fmla="*/ 177563 h 178283"/>
                <a:gd name="connsiteX13" fmla="*/ 78786 w 157042"/>
                <a:gd name="connsiteY13" fmla="*/ 178346 h 178283"/>
                <a:gd name="connsiteX14" fmla="*/ 78786 w 157042"/>
                <a:gd name="connsiteY14" fmla="*/ 170254 h 178283"/>
                <a:gd name="connsiteX15" fmla="*/ 72387 w 157042"/>
                <a:gd name="connsiteY15" fmla="*/ 170254 h 178283"/>
                <a:gd name="connsiteX16" fmla="*/ 51323 w 157042"/>
                <a:gd name="connsiteY16" fmla="*/ 157986 h 178283"/>
                <a:gd name="connsiteX17" fmla="*/ 51323 w 157042"/>
                <a:gd name="connsiteY17" fmla="*/ 95861 h 178283"/>
                <a:gd name="connsiteX18" fmla="*/ 50523 w 157042"/>
                <a:gd name="connsiteY18" fmla="*/ 89074 h 178283"/>
                <a:gd name="connsiteX19" fmla="*/ 50523 w 157042"/>
                <a:gd name="connsiteY19" fmla="*/ 18596 h 178283"/>
                <a:gd name="connsiteX20" fmla="*/ 63588 w 157042"/>
                <a:gd name="connsiteY20" fmla="*/ 8155 h 178283"/>
                <a:gd name="connsiteX21" fmla="*/ 87318 w 157042"/>
                <a:gd name="connsiteY21" fmla="*/ 8155 h 178283"/>
                <a:gd name="connsiteX22" fmla="*/ 129711 w 157042"/>
                <a:gd name="connsiteY22" fmla="*/ 48614 h 178283"/>
                <a:gd name="connsiteX23" fmla="*/ 87318 w 157042"/>
                <a:gd name="connsiteY23" fmla="*/ 89074 h 178283"/>
                <a:gd name="connsiteX24" fmla="*/ 50523 w 157042"/>
                <a:gd name="connsiteY24" fmla="*/ 89074 h 17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7042" h="178283">
                  <a:moveTo>
                    <a:pt x="51323" y="95861"/>
                  </a:moveTo>
                  <a:lnTo>
                    <a:pt x="96383" y="95861"/>
                  </a:lnTo>
                  <a:cubicBezTo>
                    <a:pt x="128378" y="95861"/>
                    <a:pt x="157174" y="74717"/>
                    <a:pt x="157174" y="48614"/>
                  </a:cubicBezTo>
                  <a:cubicBezTo>
                    <a:pt x="157174" y="23033"/>
                    <a:pt x="130778" y="63"/>
                    <a:pt x="94250" y="63"/>
                  </a:cubicBezTo>
                  <a:lnTo>
                    <a:pt x="131" y="63"/>
                  </a:lnTo>
                  <a:lnTo>
                    <a:pt x="131" y="8155"/>
                  </a:lnTo>
                  <a:lnTo>
                    <a:pt x="6530" y="8155"/>
                  </a:lnTo>
                  <a:cubicBezTo>
                    <a:pt x="27060" y="8155"/>
                    <a:pt x="27594" y="11026"/>
                    <a:pt x="27594" y="20423"/>
                  </a:cubicBezTo>
                  <a:lnTo>
                    <a:pt x="27594" y="157986"/>
                  </a:lnTo>
                  <a:cubicBezTo>
                    <a:pt x="27594" y="167383"/>
                    <a:pt x="27060" y="170254"/>
                    <a:pt x="6530" y="170254"/>
                  </a:cubicBezTo>
                  <a:lnTo>
                    <a:pt x="131" y="170254"/>
                  </a:lnTo>
                  <a:lnTo>
                    <a:pt x="131" y="178346"/>
                  </a:lnTo>
                  <a:cubicBezTo>
                    <a:pt x="9463" y="177563"/>
                    <a:pt x="29193" y="177563"/>
                    <a:pt x="39325" y="177563"/>
                  </a:cubicBezTo>
                  <a:cubicBezTo>
                    <a:pt x="49457" y="177563"/>
                    <a:pt x="69454" y="177563"/>
                    <a:pt x="78786" y="178346"/>
                  </a:cubicBezTo>
                  <a:lnTo>
                    <a:pt x="78786" y="170254"/>
                  </a:lnTo>
                  <a:lnTo>
                    <a:pt x="72387" y="170254"/>
                  </a:lnTo>
                  <a:cubicBezTo>
                    <a:pt x="51857" y="170254"/>
                    <a:pt x="51323" y="167383"/>
                    <a:pt x="51323" y="157986"/>
                  </a:cubicBezTo>
                  <a:lnTo>
                    <a:pt x="51323" y="95861"/>
                  </a:lnTo>
                  <a:close/>
                  <a:moveTo>
                    <a:pt x="50523" y="89074"/>
                  </a:moveTo>
                  <a:lnTo>
                    <a:pt x="50523" y="18596"/>
                  </a:lnTo>
                  <a:cubicBezTo>
                    <a:pt x="50523" y="9982"/>
                    <a:pt x="51057" y="8155"/>
                    <a:pt x="63588" y="8155"/>
                  </a:cubicBezTo>
                  <a:lnTo>
                    <a:pt x="87318" y="8155"/>
                  </a:lnTo>
                  <a:cubicBezTo>
                    <a:pt x="129711" y="8155"/>
                    <a:pt x="129711" y="35824"/>
                    <a:pt x="129711" y="48614"/>
                  </a:cubicBezTo>
                  <a:cubicBezTo>
                    <a:pt x="129711" y="60883"/>
                    <a:pt x="129711" y="89074"/>
                    <a:pt x="87318" y="89074"/>
                  </a:cubicBezTo>
                  <a:lnTo>
                    <a:pt x="50523" y="8907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1" name="Freeform: Shape 220">
              <a:extLst>
                <a:ext uri="{FF2B5EF4-FFF2-40B4-BE49-F238E27FC236}">
                  <a16:creationId xmlns:a16="http://schemas.microsoft.com/office/drawing/2014/main" id="{0CE14B89-9E82-9C2A-4F45-4A3C593A28A6}"/>
                </a:ext>
              </a:extLst>
            </p:cNvPr>
            <p:cNvSpPr/>
            <p:nvPr>
              <p:custDataLst>
                <p:tags r:id="rId35"/>
              </p:custDataLst>
            </p:nvPr>
          </p:nvSpPr>
          <p:spPr>
            <a:xfrm>
              <a:off x="11116445" y="5896078"/>
              <a:ext cx="61857" cy="261030"/>
            </a:xfrm>
            <a:custGeom>
              <a:avLst/>
              <a:gdLst>
                <a:gd name="connsiteX0" fmla="*/ 61995 w 61857"/>
                <a:gd name="connsiteY0" fmla="*/ 258483 h 261030"/>
                <a:gd name="connsiteX1" fmla="*/ 57463 w 61857"/>
                <a:gd name="connsiteY1" fmla="*/ 252740 h 261030"/>
                <a:gd name="connsiteX2" fmla="*/ 15602 w 61857"/>
                <a:gd name="connsiteY2" fmla="*/ 130578 h 261030"/>
                <a:gd name="connsiteX3" fmla="*/ 58529 w 61857"/>
                <a:gd name="connsiteY3" fmla="*/ 7111 h 261030"/>
                <a:gd name="connsiteX4" fmla="*/ 61995 w 61857"/>
                <a:gd name="connsiteY4" fmla="*/ 2673 h 261030"/>
                <a:gd name="connsiteX5" fmla="*/ 59329 w 61857"/>
                <a:gd name="connsiteY5" fmla="*/ 63 h 261030"/>
                <a:gd name="connsiteX6" fmla="*/ 16935 w 61857"/>
                <a:gd name="connsiteY6" fmla="*/ 50964 h 261030"/>
                <a:gd name="connsiteX7" fmla="*/ 138 w 61857"/>
                <a:gd name="connsiteY7" fmla="*/ 130578 h 261030"/>
                <a:gd name="connsiteX8" fmla="*/ 17735 w 61857"/>
                <a:gd name="connsiteY8" fmla="*/ 212019 h 261030"/>
                <a:gd name="connsiteX9" fmla="*/ 59329 w 61857"/>
                <a:gd name="connsiteY9" fmla="*/ 261093 h 261030"/>
                <a:gd name="connsiteX10" fmla="*/ 61995 w 61857"/>
                <a:gd name="connsiteY10" fmla="*/ 258483 h 26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857" h="261030">
                  <a:moveTo>
                    <a:pt x="61995" y="258483"/>
                  </a:moveTo>
                  <a:cubicBezTo>
                    <a:pt x="61995" y="257700"/>
                    <a:pt x="61995" y="257177"/>
                    <a:pt x="57463" y="252740"/>
                  </a:cubicBezTo>
                  <a:cubicBezTo>
                    <a:pt x="24134" y="219850"/>
                    <a:pt x="15602" y="170515"/>
                    <a:pt x="15602" y="130578"/>
                  </a:cubicBezTo>
                  <a:cubicBezTo>
                    <a:pt x="15602" y="85159"/>
                    <a:pt x="25734" y="39739"/>
                    <a:pt x="58529" y="7111"/>
                  </a:cubicBezTo>
                  <a:cubicBezTo>
                    <a:pt x="61995" y="3978"/>
                    <a:pt x="61995" y="3456"/>
                    <a:pt x="61995" y="2673"/>
                  </a:cubicBezTo>
                  <a:cubicBezTo>
                    <a:pt x="61995" y="846"/>
                    <a:pt x="60929" y="63"/>
                    <a:pt x="59329" y="63"/>
                  </a:cubicBezTo>
                  <a:cubicBezTo>
                    <a:pt x="56663" y="63"/>
                    <a:pt x="32666" y="17813"/>
                    <a:pt x="16935" y="50964"/>
                  </a:cubicBezTo>
                  <a:cubicBezTo>
                    <a:pt x="3337" y="79677"/>
                    <a:pt x="138" y="108651"/>
                    <a:pt x="138" y="130578"/>
                  </a:cubicBezTo>
                  <a:cubicBezTo>
                    <a:pt x="138" y="150938"/>
                    <a:pt x="3071" y="182523"/>
                    <a:pt x="17735" y="212019"/>
                  </a:cubicBezTo>
                  <a:cubicBezTo>
                    <a:pt x="33733" y="244126"/>
                    <a:pt x="56663" y="261093"/>
                    <a:pt x="59329" y="261093"/>
                  </a:cubicBezTo>
                  <a:cubicBezTo>
                    <a:pt x="60929" y="261093"/>
                    <a:pt x="61995" y="260310"/>
                    <a:pt x="61995" y="258483"/>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2" name="Freeform: Shape 221">
              <a:extLst>
                <a:ext uri="{FF2B5EF4-FFF2-40B4-BE49-F238E27FC236}">
                  <a16:creationId xmlns:a16="http://schemas.microsoft.com/office/drawing/2014/main" id="{73816ADA-2F74-27A0-0171-4412DAAB9700}"/>
                </a:ext>
              </a:extLst>
            </p:cNvPr>
            <p:cNvSpPr/>
            <p:nvPr>
              <p:custDataLst>
                <p:tags r:id="rId36"/>
              </p:custDataLst>
            </p:nvPr>
          </p:nvSpPr>
          <p:spPr>
            <a:xfrm>
              <a:off x="11200136" y="5915133"/>
              <a:ext cx="181305" cy="176717"/>
            </a:xfrm>
            <a:custGeom>
              <a:avLst/>
              <a:gdLst>
                <a:gd name="connsiteX0" fmla="*/ 107592 w 181305"/>
                <a:gd name="connsiteY0" fmla="*/ 18335 h 176717"/>
                <a:gd name="connsiteX1" fmla="*/ 113725 w 181305"/>
                <a:gd name="connsiteY1" fmla="*/ 8677 h 176717"/>
                <a:gd name="connsiteX2" fmla="*/ 130522 w 181305"/>
                <a:gd name="connsiteY2" fmla="*/ 8155 h 176717"/>
                <a:gd name="connsiteX3" fmla="*/ 169449 w 181305"/>
                <a:gd name="connsiteY3" fmla="*/ 29559 h 176717"/>
                <a:gd name="connsiteX4" fmla="*/ 167316 w 181305"/>
                <a:gd name="connsiteY4" fmla="*/ 50442 h 176717"/>
                <a:gd name="connsiteX5" fmla="*/ 166517 w 181305"/>
                <a:gd name="connsiteY5" fmla="*/ 55401 h 176717"/>
                <a:gd name="connsiteX6" fmla="*/ 169716 w 181305"/>
                <a:gd name="connsiteY6" fmla="*/ 58795 h 176717"/>
                <a:gd name="connsiteX7" fmla="*/ 173715 w 181305"/>
                <a:gd name="connsiteY7" fmla="*/ 52791 h 176717"/>
                <a:gd name="connsiteX8" fmla="*/ 180914 w 181305"/>
                <a:gd name="connsiteY8" fmla="*/ 7372 h 176717"/>
                <a:gd name="connsiteX9" fmla="*/ 181448 w 181305"/>
                <a:gd name="connsiteY9" fmla="*/ 2934 h 176717"/>
                <a:gd name="connsiteX10" fmla="*/ 174249 w 181305"/>
                <a:gd name="connsiteY10" fmla="*/ 63 h 176717"/>
                <a:gd name="connsiteX11" fmla="*/ 26271 w 181305"/>
                <a:gd name="connsiteY11" fmla="*/ 63 h 176717"/>
                <a:gd name="connsiteX12" fmla="*/ 17739 w 181305"/>
                <a:gd name="connsiteY12" fmla="*/ 5283 h 176717"/>
                <a:gd name="connsiteX13" fmla="*/ 1742 w 181305"/>
                <a:gd name="connsiteY13" fmla="*/ 51225 h 176717"/>
                <a:gd name="connsiteX14" fmla="*/ 142 w 181305"/>
                <a:gd name="connsiteY14" fmla="*/ 55923 h 176717"/>
                <a:gd name="connsiteX15" fmla="*/ 3341 w 181305"/>
                <a:gd name="connsiteY15" fmla="*/ 58795 h 176717"/>
                <a:gd name="connsiteX16" fmla="*/ 7874 w 181305"/>
                <a:gd name="connsiteY16" fmla="*/ 53313 h 176717"/>
                <a:gd name="connsiteX17" fmla="*/ 68665 w 181305"/>
                <a:gd name="connsiteY17" fmla="*/ 8155 h 176717"/>
                <a:gd name="connsiteX18" fmla="*/ 79063 w 181305"/>
                <a:gd name="connsiteY18" fmla="*/ 8155 h 176717"/>
                <a:gd name="connsiteX19" fmla="*/ 86529 w 181305"/>
                <a:gd name="connsiteY19" fmla="*/ 11287 h 176717"/>
                <a:gd name="connsiteX20" fmla="*/ 85462 w 181305"/>
                <a:gd name="connsiteY20" fmla="*/ 16769 h 176717"/>
                <a:gd name="connsiteX21" fmla="*/ 49734 w 181305"/>
                <a:gd name="connsiteY21" fmla="*/ 156159 h 176717"/>
                <a:gd name="connsiteX22" fmla="*/ 18006 w 181305"/>
                <a:gd name="connsiteY22" fmla="*/ 168688 h 176717"/>
                <a:gd name="connsiteX23" fmla="*/ 6807 w 181305"/>
                <a:gd name="connsiteY23" fmla="*/ 173648 h 176717"/>
                <a:gd name="connsiteX24" fmla="*/ 11340 w 181305"/>
                <a:gd name="connsiteY24" fmla="*/ 176780 h 176717"/>
                <a:gd name="connsiteX25" fmla="*/ 33203 w 181305"/>
                <a:gd name="connsiteY25" fmla="*/ 176258 h 176717"/>
                <a:gd name="connsiteX26" fmla="*/ 55867 w 181305"/>
                <a:gd name="connsiteY26" fmla="*/ 175997 h 176717"/>
                <a:gd name="connsiteX27" fmla="*/ 77997 w 181305"/>
                <a:gd name="connsiteY27" fmla="*/ 176258 h 176717"/>
                <a:gd name="connsiteX28" fmla="*/ 101193 w 181305"/>
                <a:gd name="connsiteY28" fmla="*/ 176780 h 176717"/>
                <a:gd name="connsiteX29" fmla="*/ 107059 w 181305"/>
                <a:gd name="connsiteY29" fmla="*/ 171560 h 176717"/>
                <a:gd name="connsiteX30" fmla="*/ 97994 w 181305"/>
                <a:gd name="connsiteY30" fmla="*/ 168688 h 176717"/>
                <a:gd name="connsiteX31" fmla="*/ 80930 w 181305"/>
                <a:gd name="connsiteY31" fmla="*/ 168166 h 176717"/>
                <a:gd name="connsiteX32" fmla="*/ 71064 w 181305"/>
                <a:gd name="connsiteY32" fmla="*/ 162424 h 176717"/>
                <a:gd name="connsiteX33" fmla="*/ 72131 w 181305"/>
                <a:gd name="connsiteY33" fmla="*/ 156942 h 176717"/>
                <a:gd name="connsiteX34" fmla="*/ 107592 w 181305"/>
                <a:gd name="connsiteY34" fmla="*/ 18335 h 17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1305" h="176717">
                  <a:moveTo>
                    <a:pt x="107592" y="18335"/>
                  </a:moveTo>
                  <a:cubicBezTo>
                    <a:pt x="109459" y="11026"/>
                    <a:pt x="110525" y="9460"/>
                    <a:pt x="113725" y="8677"/>
                  </a:cubicBezTo>
                  <a:cubicBezTo>
                    <a:pt x="116124" y="8155"/>
                    <a:pt x="124923" y="8155"/>
                    <a:pt x="130522" y="8155"/>
                  </a:cubicBezTo>
                  <a:cubicBezTo>
                    <a:pt x="157451" y="8155"/>
                    <a:pt x="169449" y="9199"/>
                    <a:pt x="169449" y="29559"/>
                  </a:cubicBezTo>
                  <a:cubicBezTo>
                    <a:pt x="169449" y="33475"/>
                    <a:pt x="168383" y="43655"/>
                    <a:pt x="167316" y="50442"/>
                  </a:cubicBezTo>
                  <a:cubicBezTo>
                    <a:pt x="167050" y="51486"/>
                    <a:pt x="166517" y="54618"/>
                    <a:pt x="166517" y="55401"/>
                  </a:cubicBezTo>
                  <a:cubicBezTo>
                    <a:pt x="166517" y="56967"/>
                    <a:pt x="167316" y="58795"/>
                    <a:pt x="169716" y="58795"/>
                  </a:cubicBezTo>
                  <a:cubicBezTo>
                    <a:pt x="172649" y="58795"/>
                    <a:pt x="173182" y="56706"/>
                    <a:pt x="173715" y="52791"/>
                  </a:cubicBezTo>
                  <a:lnTo>
                    <a:pt x="180914" y="7372"/>
                  </a:lnTo>
                  <a:cubicBezTo>
                    <a:pt x="181181" y="6327"/>
                    <a:pt x="181448" y="3717"/>
                    <a:pt x="181448" y="2934"/>
                  </a:cubicBezTo>
                  <a:cubicBezTo>
                    <a:pt x="181448" y="63"/>
                    <a:pt x="178781" y="63"/>
                    <a:pt x="174249" y="63"/>
                  </a:cubicBezTo>
                  <a:lnTo>
                    <a:pt x="26271" y="63"/>
                  </a:lnTo>
                  <a:cubicBezTo>
                    <a:pt x="19872" y="63"/>
                    <a:pt x="19606" y="324"/>
                    <a:pt x="17739" y="5283"/>
                  </a:cubicBezTo>
                  <a:lnTo>
                    <a:pt x="1742" y="51225"/>
                  </a:lnTo>
                  <a:cubicBezTo>
                    <a:pt x="1475" y="51747"/>
                    <a:pt x="142" y="55401"/>
                    <a:pt x="142" y="55923"/>
                  </a:cubicBezTo>
                  <a:cubicBezTo>
                    <a:pt x="142" y="57489"/>
                    <a:pt x="1475" y="58795"/>
                    <a:pt x="3341" y="58795"/>
                  </a:cubicBezTo>
                  <a:cubicBezTo>
                    <a:pt x="6008" y="58795"/>
                    <a:pt x="6274" y="57489"/>
                    <a:pt x="7874" y="53313"/>
                  </a:cubicBezTo>
                  <a:cubicBezTo>
                    <a:pt x="22272" y="12853"/>
                    <a:pt x="29204" y="8155"/>
                    <a:pt x="68665" y="8155"/>
                  </a:cubicBezTo>
                  <a:lnTo>
                    <a:pt x="79063" y="8155"/>
                  </a:lnTo>
                  <a:cubicBezTo>
                    <a:pt x="86529" y="8155"/>
                    <a:pt x="86529" y="9199"/>
                    <a:pt x="86529" y="11287"/>
                  </a:cubicBezTo>
                  <a:cubicBezTo>
                    <a:pt x="86529" y="12853"/>
                    <a:pt x="85729" y="15986"/>
                    <a:pt x="85462" y="16769"/>
                  </a:cubicBezTo>
                  <a:lnTo>
                    <a:pt x="49734" y="156159"/>
                  </a:lnTo>
                  <a:cubicBezTo>
                    <a:pt x="47335" y="165817"/>
                    <a:pt x="46535" y="168688"/>
                    <a:pt x="18006" y="168688"/>
                  </a:cubicBezTo>
                  <a:cubicBezTo>
                    <a:pt x="8407" y="168688"/>
                    <a:pt x="6807" y="168688"/>
                    <a:pt x="6807" y="173648"/>
                  </a:cubicBezTo>
                  <a:cubicBezTo>
                    <a:pt x="6807" y="176780"/>
                    <a:pt x="9740" y="176780"/>
                    <a:pt x="11340" y="176780"/>
                  </a:cubicBezTo>
                  <a:cubicBezTo>
                    <a:pt x="18539" y="176780"/>
                    <a:pt x="26005" y="176258"/>
                    <a:pt x="33203" y="176258"/>
                  </a:cubicBezTo>
                  <a:cubicBezTo>
                    <a:pt x="40669" y="176258"/>
                    <a:pt x="48401" y="175997"/>
                    <a:pt x="55867" y="175997"/>
                  </a:cubicBezTo>
                  <a:cubicBezTo>
                    <a:pt x="63332" y="175997"/>
                    <a:pt x="70798" y="176258"/>
                    <a:pt x="77997" y="176258"/>
                  </a:cubicBezTo>
                  <a:cubicBezTo>
                    <a:pt x="85729" y="176258"/>
                    <a:pt x="93728" y="176780"/>
                    <a:pt x="101193" y="176780"/>
                  </a:cubicBezTo>
                  <a:cubicBezTo>
                    <a:pt x="103859" y="176780"/>
                    <a:pt x="107059" y="176780"/>
                    <a:pt x="107059" y="171560"/>
                  </a:cubicBezTo>
                  <a:cubicBezTo>
                    <a:pt x="107059" y="168688"/>
                    <a:pt x="104926" y="168688"/>
                    <a:pt x="97994" y="168688"/>
                  </a:cubicBezTo>
                  <a:cubicBezTo>
                    <a:pt x="91328" y="168688"/>
                    <a:pt x="87862" y="168688"/>
                    <a:pt x="80930" y="168166"/>
                  </a:cubicBezTo>
                  <a:cubicBezTo>
                    <a:pt x="73197" y="167383"/>
                    <a:pt x="71064" y="166600"/>
                    <a:pt x="71064" y="162424"/>
                  </a:cubicBezTo>
                  <a:cubicBezTo>
                    <a:pt x="71064" y="162162"/>
                    <a:pt x="71064" y="160857"/>
                    <a:pt x="72131" y="156942"/>
                  </a:cubicBezTo>
                  <a:lnTo>
                    <a:pt x="107592" y="18335"/>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3" name="Freeform: Shape 222">
              <a:extLst>
                <a:ext uri="{FF2B5EF4-FFF2-40B4-BE49-F238E27FC236}">
                  <a16:creationId xmlns:a16="http://schemas.microsoft.com/office/drawing/2014/main" id="{52242BFF-6A26-6D85-623A-0698B44EFC09}"/>
                </a:ext>
              </a:extLst>
            </p:cNvPr>
            <p:cNvSpPr/>
            <p:nvPr>
              <p:custDataLst>
                <p:tags r:id="rId37"/>
              </p:custDataLst>
            </p:nvPr>
          </p:nvSpPr>
          <p:spPr>
            <a:xfrm>
              <a:off x="11482770" y="5950894"/>
              <a:ext cx="162908" cy="151397"/>
            </a:xfrm>
            <a:custGeom>
              <a:avLst/>
              <a:gdLst>
                <a:gd name="connsiteX0" fmla="*/ 157994 w 162908"/>
                <a:gd name="connsiteY0" fmla="*/ 81504 h 151397"/>
                <a:gd name="connsiteX1" fmla="*/ 163060 w 162908"/>
                <a:gd name="connsiteY1" fmla="*/ 75762 h 151397"/>
                <a:gd name="connsiteX2" fmla="*/ 157994 w 162908"/>
                <a:gd name="connsiteY2" fmla="*/ 70019 h 151397"/>
                <a:gd name="connsiteX3" fmla="*/ 10284 w 162908"/>
                <a:gd name="connsiteY3" fmla="*/ 1890 h 151397"/>
                <a:gd name="connsiteX4" fmla="*/ 5484 w 162908"/>
                <a:gd name="connsiteY4" fmla="*/ 63 h 151397"/>
                <a:gd name="connsiteX5" fmla="*/ 152 w 162908"/>
                <a:gd name="connsiteY5" fmla="*/ 5283 h 151397"/>
                <a:gd name="connsiteX6" fmla="*/ 5218 w 162908"/>
                <a:gd name="connsiteY6" fmla="*/ 11026 h 151397"/>
                <a:gd name="connsiteX7" fmla="*/ 145196 w 162908"/>
                <a:gd name="connsiteY7" fmla="*/ 75762 h 151397"/>
                <a:gd name="connsiteX8" fmla="*/ 5218 w 162908"/>
                <a:gd name="connsiteY8" fmla="*/ 140497 h 151397"/>
                <a:gd name="connsiteX9" fmla="*/ 152 w 162908"/>
                <a:gd name="connsiteY9" fmla="*/ 146240 h 151397"/>
                <a:gd name="connsiteX10" fmla="*/ 5484 w 162908"/>
                <a:gd name="connsiteY10" fmla="*/ 151460 h 151397"/>
                <a:gd name="connsiteX11" fmla="*/ 10284 w 162908"/>
                <a:gd name="connsiteY11" fmla="*/ 149633 h 151397"/>
                <a:gd name="connsiteX12" fmla="*/ 157994 w 162908"/>
                <a:gd name="connsiteY12" fmla="*/ 81504 h 15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2908" h="151397">
                  <a:moveTo>
                    <a:pt x="157994" y="81504"/>
                  </a:moveTo>
                  <a:cubicBezTo>
                    <a:pt x="160927" y="80199"/>
                    <a:pt x="163060" y="78894"/>
                    <a:pt x="163060" y="75762"/>
                  </a:cubicBezTo>
                  <a:cubicBezTo>
                    <a:pt x="163060" y="72629"/>
                    <a:pt x="160927" y="71324"/>
                    <a:pt x="157994" y="70019"/>
                  </a:cubicBezTo>
                  <a:lnTo>
                    <a:pt x="10284" y="1890"/>
                  </a:lnTo>
                  <a:cubicBezTo>
                    <a:pt x="6817" y="63"/>
                    <a:pt x="6284" y="63"/>
                    <a:pt x="5484" y="63"/>
                  </a:cubicBezTo>
                  <a:cubicBezTo>
                    <a:pt x="2551" y="63"/>
                    <a:pt x="152" y="2412"/>
                    <a:pt x="152" y="5283"/>
                  </a:cubicBezTo>
                  <a:cubicBezTo>
                    <a:pt x="152" y="7633"/>
                    <a:pt x="1485" y="9199"/>
                    <a:pt x="5218" y="11026"/>
                  </a:cubicBezTo>
                  <a:lnTo>
                    <a:pt x="145196" y="75762"/>
                  </a:lnTo>
                  <a:lnTo>
                    <a:pt x="5218" y="140497"/>
                  </a:lnTo>
                  <a:cubicBezTo>
                    <a:pt x="1485" y="142324"/>
                    <a:pt x="152" y="143890"/>
                    <a:pt x="152" y="146240"/>
                  </a:cubicBezTo>
                  <a:cubicBezTo>
                    <a:pt x="152" y="149111"/>
                    <a:pt x="2551" y="151460"/>
                    <a:pt x="5484" y="151460"/>
                  </a:cubicBezTo>
                  <a:cubicBezTo>
                    <a:pt x="6284" y="151460"/>
                    <a:pt x="6817" y="151460"/>
                    <a:pt x="10284" y="149633"/>
                  </a:cubicBezTo>
                  <a:lnTo>
                    <a:pt x="157994" y="8150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4" name="Freeform: Shape 223">
              <a:extLst>
                <a:ext uri="{FF2B5EF4-FFF2-40B4-BE49-F238E27FC236}">
                  <a16:creationId xmlns:a16="http://schemas.microsoft.com/office/drawing/2014/main" id="{BC41C495-7442-FB09-95DE-D8D7AF897C1F}"/>
                </a:ext>
              </a:extLst>
            </p:cNvPr>
            <p:cNvSpPr/>
            <p:nvPr>
              <p:custDataLst>
                <p:tags r:id="rId38"/>
              </p:custDataLst>
            </p:nvPr>
          </p:nvSpPr>
          <p:spPr>
            <a:xfrm>
              <a:off x="11765807" y="5918004"/>
              <a:ext cx="87986" cy="173846"/>
            </a:xfrm>
            <a:custGeom>
              <a:avLst/>
              <a:gdLst>
                <a:gd name="connsiteX0" fmla="*/ 54821 w 87986"/>
                <a:gd name="connsiteY0" fmla="*/ 6850 h 173846"/>
                <a:gd name="connsiteX1" fmla="*/ 48688 w 87986"/>
                <a:gd name="connsiteY1" fmla="*/ 63 h 173846"/>
                <a:gd name="connsiteX2" fmla="*/ 162 w 87986"/>
                <a:gd name="connsiteY2" fmla="*/ 16769 h 173846"/>
                <a:gd name="connsiteX3" fmla="*/ 162 w 87986"/>
                <a:gd name="connsiteY3" fmla="*/ 24861 h 173846"/>
                <a:gd name="connsiteX4" fmla="*/ 35090 w 87986"/>
                <a:gd name="connsiteY4" fmla="*/ 18074 h 173846"/>
                <a:gd name="connsiteX5" fmla="*/ 35090 w 87986"/>
                <a:gd name="connsiteY5" fmla="*/ 153287 h 173846"/>
                <a:gd name="connsiteX6" fmla="*/ 10294 w 87986"/>
                <a:gd name="connsiteY6" fmla="*/ 165817 h 173846"/>
                <a:gd name="connsiteX7" fmla="*/ 1762 w 87986"/>
                <a:gd name="connsiteY7" fmla="*/ 165817 h 173846"/>
                <a:gd name="connsiteX8" fmla="*/ 1762 w 87986"/>
                <a:gd name="connsiteY8" fmla="*/ 173909 h 173846"/>
                <a:gd name="connsiteX9" fmla="*/ 44955 w 87986"/>
                <a:gd name="connsiteY9" fmla="*/ 173126 h 173846"/>
                <a:gd name="connsiteX10" fmla="*/ 88149 w 87986"/>
                <a:gd name="connsiteY10" fmla="*/ 173909 h 173846"/>
                <a:gd name="connsiteX11" fmla="*/ 88149 w 87986"/>
                <a:gd name="connsiteY11" fmla="*/ 165817 h 173846"/>
                <a:gd name="connsiteX12" fmla="*/ 79617 w 87986"/>
                <a:gd name="connsiteY12" fmla="*/ 165817 h 173846"/>
                <a:gd name="connsiteX13" fmla="*/ 54821 w 87986"/>
                <a:gd name="connsiteY13" fmla="*/ 153287 h 173846"/>
                <a:gd name="connsiteX14" fmla="*/ 54821 w 87986"/>
                <a:gd name="connsiteY14" fmla="*/ 6850 h 173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986" h="173846">
                  <a:moveTo>
                    <a:pt x="54821" y="6850"/>
                  </a:moveTo>
                  <a:cubicBezTo>
                    <a:pt x="54821" y="585"/>
                    <a:pt x="54821" y="63"/>
                    <a:pt x="48688" y="63"/>
                  </a:cubicBezTo>
                  <a:cubicBezTo>
                    <a:pt x="32157" y="16769"/>
                    <a:pt x="8694" y="16769"/>
                    <a:pt x="162" y="16769"/>
                  </a:cubicBezTo>
                  <a:lnTo>
                    <a:pt x="162" y="24861"/>
                  </a:lnTo>
                  <a:cubicBezTo>
                    <a:pt x="5495" y="24861"/>
                    <a:pt x="21226" y="24861"/>
                    <a:pt x="35090" y="18074"/>
                  </a:cubicBezTo>
                  <a:lnTo>
                    <a:pt x="35090" y="153287"/>
                  </a:lnTo>
                  <a:cubicBezTo>
                    <a:pt x="35090" y="162685"/>
                    <a:pt x="34290" y="165817"/>
                    <a:pt x="10294" y="165817"/>
                  </a:cubicBezTo>
                  <a:lnTo>
                    <a:pt x="1762" y="165817"/>
                  </a:lnTo>
                  <a:lnTo>
                    <a:pt x="1762" y="173909"/>
                  </a:lnTo>
                  <a:cubicBezTo>
                    <a:pt x="11094" y="173126"/>
                    <a:pt x="34290" y="173126"/>
                    <a:pt x="44955" y="173126"/>
                  </a:cubicBezTo>
                  <a:cubicBezTo>
                    <a:pt x="55621" y="173126"/>
                    <a:pt x="78817" y="173126"/>
                    <a:pt x="88149" y="173909"/>
                  </a:cubicBezTo>
                  <a:lnTo>
                    <a:pt x="88149" y="165817"/>
                  </a:lnTo>
                  <a:lnTo>
                    <a:pt x="79617" y="165817"/>
                  </a:lnTo>
                  <a:cubicBezTo>
                    <a:pt x="55621" y="165817"/>
                    <a:pt x="54821" y="162946"/>
                    <a:pt x="54821" y="153287"/>
                  </a:cubicBezTo>
                  <a:lnTo>
                    <a:pt x="54821" y="6850"/>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5" name="Freeform: Shape 224">
              <a:extLst>
                <a:ext uri="{FF2B5EF4-FFF2-40B4-BE49-F238E27FC236}">
                  <a16:creationId xmlns:a16="http://schemas.microsoft.com/office/drawing/2014/main" id="{05079782-EE70-2A88-A41C-0B8F74DF0CB5}"/>
                </a:ext>
              </a:extLst>
            </p:cNvPr>
            <p:cNvSpPr/>
            <p:nvPr>
              <p:custDataLst>
                <p:tags r:id="rId39"/>
              </p:custDataLst>
            </p:nvPr>
          </p:nvSpPr>
          <p:spPr>
            <a:xfrm>
              <a:off x="11898321" y="6064181"/>
              <a:ext cx="28262" cy="27669"/>
            </a:xfrm>
            <a:custGeom>
              <a:avLst/>
              <a:gdLst>
                <a:gd name="connsiteX0" fmla="*/ 28430 w 28262"/>
                <a:gd name="connsiteY0" fmla="*/ 13897 h 27669"/>
                <a:gd name="connsiteX1" fmla="*/ 14298 w 28262"/>
                <a:gd name="connsiteY1" fmla="*/ 63 h 27669"/>
                <a:gd name="connsiteX2" fmla="*/ 167 w 28262"/>
                <a:gd name="connsiteY2" fmla="*/ 13897 h 27669"/>
                <a:gd name="connsiteX3" fmla="*/ 14298 w 28262"/>
                <a:gd name="connsiteY3" fmla="*/ 27732 h 27669"/>
                <a:gd name="connsiteX4" fmla="*/ 28430 w 28262"/>
                <a:gd name="connsiteY4" fmla="*/ 13897 h 27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62" h="27669">
                  <a:moveTo>
                    <a:pt x="28430" y="13897"/>
                  </a:moveTo>
                  <a:cubicBezTo>
                    <a:pt x="28430" y="6328"/>
                    <a:pt x="22031" y="63"/>
                    <a:pt x="14298" y="63"/>
                  </a:cubicBezTo>
                  <a:cubicBezTo>
                    <a:pt x="6566" y="63"/>
                    <a:pt x="167" y="6328"/>
                    <a:pt x="167" y="13897"/>
                  </a:cubicBezTo>
                  <a:cubicBezTo>
                    <a:pt x="167" y="21467"/>
                    <a:pt x="6566" y="27732"/>
                    <a:pt x="14298" y="27732"/>
                  </a:cubicBezTo>
                  <a:cubicBezTo>
                    <a:pt x="22031" y="27732"/>
                    <a:pt x="28430" y="21467"/>
                    <a:pt x="28430" y="13897"/>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6" name="Freeform: Shape 225">
              <a:extLst>
                <a:ext uri="{FF2B5EF4-FFF2-40B4-BE49-F238E27FC236}">
                  <a16:creationId xmlns:a16="http://schemas.microsoft.com/office/drawing/2014/main" id="{53B109E0-EA2C-8E95-7429-6C75C009CCD7}"/>
                </a:ext>
              </a:extLst>
            </p:cNvPr>
            <p:cNvSpPr/>
            <p:nvPr>
              <p:custDataLst>
                <p:tags r:id="rId40"/>
              </p:custDataLst>
            </p:nvPr>
          </p:nvSpPr>
          <p:spPr>
            <a:xfrm>
              <a:off x="11962785" y="5918004"/>
              <a:ext cx="106383" cy="179588"/>
            </a:xfrm>
            <a:custGeom>
              <a:avLst/>
              <a:gdLst>
                <a:gd name="connsiteX0" fmla="*/ 106554 w 106383"/>
                <a:gd name="connsiteY0" fmla="*/ 121442 h 179588"/>
                <a:gd name="connsiteX1" fmla="*/ 55895 w 106383"/>
                <a:gd name="connsiteY1" fmla="*/ 64276 h 179588"/>
                <a:gd name="connsiteX2" fmla="*/ 22033 w 106383"/>
                <a:gd name="connsiteY2" fmla="*/ 77589 h 179588"/>
                <a:gd name="connsiteX3" fmla="*/ 22033 w 106383"/>
                <a:gd name="connsiteY3" fmla="*/ 26688 h 179588"/>
                <a:gd name="connsiteX4" fmla="*/ 44697 w 106383"/>
                <a:gd name="connsiteY4" fmla="*/ 30081 h 179588"/>
                <a:gd name="connsiteX5" fmla="*/ 96155 w 106383"/>
                <a:gd name="connsiteY5" fmla="*/ 2934 h 179588"/>
                <a:gd name="connsiteX6" fmla="*/ 93489 w 106383"/>
                <a:gd name="connsiteY6" fmla="*/ 63 h 179588"/>
                <a:gd name="connsiteX7" fmla="*/ 91356 w 106383"/>
                <a:gd name="connsiteY7" fmla="*/ 846 h 179588"/>
                <a:gd name="connsiteX8" fmla="*/ 55095 w 106383"/>
                <a:gd name="connsiteY8" fmla="*/ 8416 h 179588"/>
                <a:gd name="connsiteX9" fmla="*/ 19634 w 106383"/>
                <a:gd name="connsiteY9" fmla="*/ 1107 h 179588"/>
                <a:gd name="connsiteX10" fmla="*/ 16434 w 106383"/>
                <a:gd name="connsiteY10" fmla="*/ 324 h 179588"/>
                <a:gd name="connsiteX11" fmla="*/ 13768 w 106383"/>
                <a:gd name="connsiteY11" fmla="*/ 6589 h 179588"/>
                <a:gd name="connsiteX12" fmla="*/ 13768 w 106383"/>
                <a:gd name="connsiteY12" fmla="*/ 83853 h 179588"/>
                <a:gd name="connsiteX13" fmla="*/ 17501 w 106383"/>
                <a:gd name="connsiteY13" fmla="*/ 90640 h 179588"/>
                <a:gd name="connsiteX14" fmla="*/ 20967 w 106383"/>
                <a:gd name="connsiteY14" fmla="*/ 88291 h 179588"/>
                <a:gd name="connsiteX15" fmla="*/ 55362 w 106383"/>
                <a:gd name="connsiteY15" fmla="*/ 70019 h 179588"/>
                <a:gd name="connsiteX16" fmla="*/ 78025 w 106383"/>
                <a:gd name="connsiteY16" fmla="*/ 86725 h 179588"/>
                <a:gd name="connsiteX17" fmla="*/ 82824 w 106383"/>
                <a:gd name="connsiteY17" fmla="*/ 119615 h 179588"/>
                <a:gd name="connsiteX18" fmla="*/ 76425 w 106383"/>
                <a:gd name="connsiteY18" fmla="*/ 155376 h 179588"/>
                <a:gd name="connsiteX19" fmla="*/ 47896 w 106383"/>
                <a:gd name="connsiteY19" fmla="*/ 172343 h 179588"/>
                <a:gd name="connsiteX20" fmla="*/ 8702 w 106383"/>
                <a:gd name="connsiteY20" fmla="*/ 143107 h 179588"/>
                <a:gd name="connsiteX21" fmla="*/ 13235 w 106383"/>
                <a:gd name="connsiteY21" fmla="*/ 143629 h 179588"/>
                <a:gd name="connsiteX22" fmla="*/ 26566 w 106383"/>
                <a:gd name="connsiteY22" fmla="*/ 130839 h 179588"/>
                <a:gd name="connsiteX23" fmla="*/ 13235 w 106383"/>
                <a:gd name="connsiteY23" fmla="*/ 118048 h 179588"/>
                <a:gd name="connsiteX24" fmla="*/ 170 w 106383"/>
                <a:gd name="connsiteY24" fmla="*/ 131883 h 179588"/>
                <a:gd name="connsiteX25" fmla="*/ 48429 w 106383"/>
                <a:gd name="connsiteY25" fmla="*/ 179651 h 179588"/>
                <a:gd name="connsiteX26" fmla="*/ 106554 w 106383"/>
                <a:gd name="connsiteY26" fmla="*/ 121442 h 1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6383" h="179588">
                  <a:moveTo>
                    <a:pt x="106554" y="121442"/>
                  </a:moveTo>
                  <a:cubicBezTo>
                    <a:pt x="106554" y="90379"/>
                    <a:pt x="84691" y="64276"/>
                    <a:pt x="55895" y="64276"/>
                  </a:cubicBezTo>
                  <a:cubicBezTo>
                    <a:pt x="43097" y="64276"/>
                    <a:pt x="31632" y="68453"/>
                    <a:pt x="22033" y="77589"/>
                  </a:cubicBezTo>
                  <a:lnTo>
                    <a:pt x="22033" y="26688"/>
                  </a:lnTo>
                  <a:cubicBezTo>
                    <a:pt x="27366" y="28254"/>
                    <a:pt x="36165" y="30081"/>
                    <a:pt x="44697" y="30081"/>
                  </a:cubicBezTo>
                  <a:cubicBezTo>
                    <a:pt x="77492" y="30081"/>
                    <a:pt x="96155" y="6327"/>
                    <a:pt x="96155" y="2934"/>
                  </a:cubicBezTo>
                  <a:cubicBezTo>
                    <a:pt x="96155" y="1368"/>
                    <a:pt x="95356" y="63"/>
                    <a:pt x="93489" y="63"/>
                  </a:cubicBezTo>
                  <a:cubicBezTo>
                    <a:pt x="93223" y="63"/>
                    <a:pt x="92689" y="63"/>
                    <a:pt x="91356" y="846"/>
                  </a:cubicBezTo>
                  <a:cubicBezTo>
                    <a:pt x="86024" y="3195"/>
                    <a:pt x="72959" y="8416"/>
                    <a:pt x="55095" y="8416"/>
                  </a:cubicBezTo>
                  <a:cubicBezTo>
                    <a:pt x="44430" y="8416"/>
                    <a:pt x="32165" y="6589"/>
                    <a:pt x="19634" y="1107"/>
                  </a:cubicBezTo>
                  <a:cubicBezTo>
                    <a:pt x="17501" y="324"/>
                    <a:pt x="16967" y="324"/>
                    <a:pt x="16434" y="324"/>
                  </a:cubicBezTo>
                  <a:cubicBezTo>
                    <a:pt x="13768" y="324"/>
                    <a:pt x="13768" y="2412"/>
                    <a:pt x="13768" y="6589"/>
                  </a:cubicBezTo>
                  <a:lnTo>
                    <a:pt x="13768" y="83853"/>
                  </a:lnTo>
                  <a:cubicBezTo>
                    <a:pt x="13768" y="88552"/>
                    <a:pt x="13768" y="90640"/>
                    <a:pt x="17501" y="90640"/>
                  </a:cubicBezTo>
                  <a:cubicBezTo>
                    <a:pt x="19367" y="90640"/>
                    <a:pt x="19900" y="89857"/>
                    <a:pt x="20967" y="88291"/>
                  </a:cubicBezTo>
                  <a:cubicBezTo>
                    <a:pt x="23900" y="84114"/>
                    <a:pt x="33765" y="70019"/>
                    <a:pt x="55362" y="70019"/>
                  </a:cubicBezTo>
                  <a:cubicBezTo>
                    <a:pt x="69226" y="70019"/>
                    <a:pt x="75892" y="82026"/>
                    <a:pt x="78025" y="86725"/>
                  </a:cubicBezTo>
                  <a:cubicBezTo>
                    <a:pt x="82291" y="96383"/>
                    <a:pt x="82824" y="106563"/>
                    <a:pt x="82824" y="119615"/>
                  </a:cubicBezTo>
                  <a:cubicBezTo>
                    <a:pt x="82824" y="128751"/>
                    <a:pt x="82824" y="144412"/>
                    <a:pt x="76425" y="155376"/>
                  </a:cubicBezTo>
                  <a:cubicBezTo>
                    <a:pt x="70026" y="165556"/>
                    <a:pt x="60161" y="172343"/>
                    <a:pt x="47896" y="172343"/>
                  </a:cubicBezTo>
                  <a:cubicBezTo>
                    <a:pt x="28432" y="172343"/>
                    <a:pt x="13235" y="158508"/>
                    <a:pt x="8702" y="143107"/>
                  </a:cubicBezTo>
                  <a:cubicBezTo>
                    <a:pt x="9502" y="143368"/>
                    <a:pt x="10302" y="143629"/>
                    <a:pt x="13235" y="143629"/>
                  </a:cubicBezTo>
                  <a:cubicBezTo>
                    <a:pt x="22033" y="143629"/>
                    <a:pt x="26566" y="137104"/>
                    <a:pt x="26566" y="130839"/>
                  </a:cubicBezTo>
                  <a:cubicBezTo>
                    <a:pt x="26566" y="124574"/>
                    <a:pt x="22033" y="118048"/>
                    <a:pt x="13235" y="118048"/>
                  </a:cubicBezTo>
                  <a:cubicBezTo>
                    <a:pt x="9502" y="118048"/>
                    <a:pt x="170" y="119876"/>
                    <a:pt x="170" y="131883"/>
                  </a:cubicBezTo>
                  <a:cubicBezTo>
                    <a:pt x="170" y="154332"/>
                    <a:pt x="18567" y="179651"/>
                    <a:pt x="48429" y="179651"/>
                  </a:cubicBezTo>
                  <a:cubicBezTo>
                    <a:pt x="79358" y="179651"/>
                    <a:pt x="106554" y="154593"/>
                    <a:pt x="106554" y="121442"/>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7" name="Freeform: Shape 226">
              <a:extLst>
                <a:ext uri="{FF2B5EF4-FFF2-40B4-BE49-F238E27FC236}">
                  <a16:creationId xmlns:a16="http://schemas.microsoft.com/office/drawing/2014/main" id="{B778F009-A91F-AD7E-89AE-3D448B329E72}"/>
                </a:ext>
              </a:extLst>
            </p:cNvPr>
            <p:cNvSpPr/>
            <p:nvPr>
              <p:custDataLst>
                <p:tags r:id="rId41"/>
              </p:custDataLst>
            </p:nvPr>
          </p:nvSpPr>
          <p:spPr>
            <a:xfrm>
              <a:off x="12096099" y="5918004"/>
              <a:ext cx="106383" cy="173846"/>
            </a:xfrm>
            <a:custGeom>
              <a:avLst/>
              <a:gdLst>
                <a:gd name="connsiteX0" fmla="*/ 20705 w 106383"/>
                <a:gd name="connsiteY0" fmla="*/ 153810 h 173846"/>
                <a:gd name="connsiteX1" fmla="*/ 48968 w 106383"/>
                <a:gd name="connsiteY1" fmla="*/ 126923 h 173846"/>
                <a:gd name="connsiteX2" fmla="*/ 106559 w 106383"/>
                <a:gd name="connsiteY2" fmla="*/ 50703 h 173846"/>
                <a:gd name="connsiteX3" fmla="*/ 50034 w 106383"/>
                <a:gd name="connsiteY3" fmla="*/ 63 h 173846"/>
                <a:gd name="connsiteX4" fmla="*/ 175 w 106383"/>
                <a:gd name="connsiteY4" fmla="*/ 47309 h 173846"/>
                <a:gd name="connsiteX5" fmla="*/ 14306 w 106383"/>
                <a:gd name="connsiteY5" fmla="*/ 61927 h 173846"/>
                <a:gd name="connsiteX6" fmla="*/ 28171 w 106383"/>
                <a:gd name="connsiteY6" fmla="*/ 48092 h 173846"/>
                <a:gd name="connsiteX7" fmla="*/ 14040 w 106383"/>
                <a:gd name="connsiteY7" fmla="*/ 34519 h 173846"/>
                <a:gd name="connsiteX8" fmla="*/ 10573 w 106383"/>
                <a:gd name="connsiteY8" fmla="*/ 34780 h 173846"/>
                <a:gd name="connsiteX9" fmla="*/ 46568 w 106383"/>
                <a:gd name="connsiteY9" fmla="*/ 8155 h 173846"/>
                <a:gd name="connsiteX10" fmla="*/ 82296 w 106383"/>
                <a:gd name="connsiteY10" fmla="*/ 50703 h 173846"/>
                <a:gd name="connsiteX11" fmla="*/ 54300 w 106383"/>
                <a:gd name="connsiteY11" fmla="*/ 108390 h 173846"/>
                <a:gd name="connsiteX12" fmla="*/ 3108 w 106383"/>
                <a:gd name="connsiteY12" fmla="*/ 164251 h 173846"/>
                <a:gd name="connsiteX13" fmla="*/ 175 w 106383"/>
                <a:gd name="connsiteY13" fmla="*/ 173909 h 173846"/>
                <a:gd name="connsiteX14" fmla="*/ 99093 w 106383"/>
                <a:gd name="connsiteY14" fmla="*/ 173909 h 173846"/>
                <a:gd name="connsiteX15" fmla="*/ 106559 w 106383"/>
                <a:gd name="connsiteY15" fmla="*/ 128490 h 173846"/>
                <a:gd name="connsiteX16" fmla="*/ 99893 w 106383"/>
                <a:gd name="connsiteY16" fmla="*/ 128490 h 173846"/>
                <a:gd name="connsiteX17" fmla="*/ 94027 w 106383"/>
                <a:gd name="connsiteY17" fmla="*/ 151721 h 173846"/>
                <a:gd name="connsiteX18" fmla="*/ 68698 w 106383"/>
                <a:gd name="connsiteY18" fmla="*/ 153810 h 173846"/>
                <a:gd name="connsiteX19" fmla="*/ 20705 w 106383"/>
                <a:gd name="connsiteY19" fmla="*/ 153810 h 173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6383" h="173846">
                  <a:moveTo>
                    <a:pt x="20705" y="153810"/>
                  </a:moveTo>
                  <a:lnTo>
                    <a:pt x="48968" y="126923"/>
                  </a:lnTo>
                  <a:cubicBezTo>
                    <a:pt x="90561" y="90901"/>
                    <a:pt x="106559" y="76806"/>
                    <a:pt x="106559" y="50703"/>
                  </a:cubicBezTo>
                  <a:cubicBezTo>
                    <a:pt x="106559" y="20945"/>
                    <a:pt x="82563" y="63"/>
                    <a:pt x="50034" y="63"/>
                  </a:cubicBezTo>
                  <a:cubicBezTo>
                    <a:pt x="19905" y="63"/>
                    <a:pt x="175" y="24078"/>
                    <a:pt x="175" y="47309"/>
                  </a:cubicBezTo>
                  <a:cubicBezTo>
                    <a:pt x="175" y="61927"/>
                    <a:pt x="13506" y="61927"/>
                    <a:pt x="14306" y="61927"/>
                  </a:cubicBezTo>
                  <a:cubicBezTo>
                    <a:pt x="18839" y="61927"/>
                    <a:pt x="28171" y="58795"/>
                    <a:pt x="28171" y="48092"/>
                  </a:cubicBezTo>
                  <a:cubicBezTo>
                    <a:pt x="28171" y="41306"/>
                    <a:pt x="23372" y="34519"/>
                    <a:pt x="14040" y="34519"/>
                  </a:cubicBezTo>
                  <a:cubicBezTo>
                    <a:pt x="11907" y="34519"/>
                    <a:pt x="11373" y="34519"/>
                    <a:pt x="10573" y="34780"/>
                  </a:cubicBezTo>
                  <a:cubicBezTo>
                    <a:pt x="16706" y="17813"/>
                    <a:pt x="31104" y="8155"/>
                    <a:pt x="46568" y="8155"/>
                  </a:cubicBezTo>
                  <a:cubicBezTo>
                    <a:pt x="70831" y="8155"/>
                    <a:pt x="82296" y="29298"/>
                    <a:pt x="82296" y="50703"/>
                  </a:cubicBezTo>
                  <a:cubicBezTo>
                    <a:pt x="82296" y="71585"/>
                    <a:pt x="68965" y="92206"/>
                    <a:pt x="54300" y="108390"/>
                  </a:cubicBezTo>
                  <a:lnTo>
                    <a:pt x="3108" y="164251"/>
                  </a:lnTo>
                  <a:cubicBezTo>
                    <a:pt x="175" y="167122"/>
                    <a:pt x="175" y="167644"/>
                    <a:pt x="175" y="173909"/>
                  </a:cubicBezTo>
                  <a:lnTo>
                    <a:pt x="99093" y="173909"/>
                  </a:lnTo>
                  <a:lnTo>
                    <a:pt x="106559" y="128490"/>
                  </a:lnTo>
                  <a:lnTo>
                    <a:pt x="99893" y="128490"/>
                  </a:lnTo>
                  <a:cubicBezTo>
                    <a:pt x="98560" y="136321"/>
                    <a:pt x="96694" y="147806"/>
                    <a:pt x="94027" y="151721"/>
                  </a:cubicBezTo>
                  <a:cubicBezTo>
                    <a:pt x="92161" y="153810"/>
                    <a:pt x="74564" y="153810"/>
                    <a:pt x="68698" y="153810"/>
                  </a:cubicBezTo>
                  <a:lnTo>
                    <a:pt x="20705" y="153810"/>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8" name="Freeform: Shape 227">
              <a:extLst>
                <a:ext uri="{FF2B5EF4-FFF2-40B4-BE49-F238E27FC236}">
                  <a16:creationId xmlns:a16="http://schemas.microsoft.com/office/drawing/2014/main" id="{4B800306-237A-D8F2-8EB4-195B00FE37CF}"/>
                </a:ext>
              </a:extLst>
            </p:cNvPr>
            <p:cNvSpPr/>
            <p:nvPr>
              <p:custDataLst>
                <p:tags r:id="rId42"/>
              </p:custDataLst>
            </p:nvPr>
          </p:nvSpPr>
          <p:spPr>
            <a:xfrm>
              <a:off x="12247810" y="5896078"/>
              <a:ext cx="10665" cy="261030"/>
            </a:xfrm>
            <a:custGeom>
              <a:avLst/>
              <a:gdLst>
                <a:gd name="connsiteX0" fmla="*/ 10845 w 10665"/>
                <a:gd name="connsiteY0" fmla="*/ 9460 h 261030"/>
                <a:gd name="connsiteX1" fmla="*/ 5513 w 10665"/>
                <a:gd name="connsiteY1" fmla="*/ 63 h 261030"/>
                <a:gd name="connsiteX2" fmla="*/ 180 w 10665"/>
                <a:gd name="connsiteY2" fmla="*/ 9460 h 261030"/>
                <a:gd name="connsiteX3" fmla="*/ 180 w 10665"/>
                <a:gd name="connsiteY3" fmla="*/ 251696 h 261030"/>
                <a:gd name="connsiteX4" fmla="*/ 5513 w 10665"/>
                <a:gd name="connsiteY4" fmla="*/ 261093 h 261030"/>
                <a:gd name="connsiteX5" fmla="*/ 10845 w 10665"/>
                <a:gd name="connsiteY5" fmla="*/ 251696 h 261030"/>
                <a:gd name="connsiteX6" fmla="*/ 10845 w 10665"/>
                <a:gd name="connsiteY6" fmla="*/ 9460 h 26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65" h="261030">
                  <a:moveTo>
                    <a:pt x="10845" y="9460"/>
                  </a:moveTo>
                  <a:cubicBezTo>
                    <a:pt x="10845" y="4761"/>
                    <a:pt x="10845" y="63"/>
                    <a:pt x="5513" y="63"/>
                  </a:cubicBezTo>
                  <a:cubicBezTo>
                    <a:pt x="180" y="63"/>
                    <a:pt x="180" y="4761"/>
                    <a:pt x="180" y="9460"/>
                  </a:cubicBezTo>
                  <a:lnTo>
                    <a:pt x="180" y="251696"/>
                  </a:lnTo>
                  <a:cubicBezTo>
                    <a:pt x="180" y="256394"/>
                    <a:pt x="180" y="261093"/>
                    <a:pt x="5513" y="261093"/>
                  </a:cubicBezTo>
                  <a:cubicBezTo>
                    <a:pt x="10845" y="261093"/>
                    <a:pt x="10845" y="256394"/>
                    <a:pt x="10845" y="251696"/>
                  </a:cubicBezTo>
                  <a:lnTo>
                    <a:pt x="10845" y="9460"/>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9" name="Freeform: Shape 228">
              <a:extLst>
                <a:ext uri="{FF2B5EF4-FFF2-40B4-BE49-F238E27FC236}">
                  <a16:creationId xmlns:a16="http://schemas.microsoft.com/office/drawing/2014/main" id="{6C0AB496-496F-D91C-E309-6EA2CCB29BE9}"/>
                </a:ext>
              </a:extLst>
            </p:cNvPr>
            <p:cNvSpPr/>
            <p:nvPr>
              <p:custDataLst>
                <p:tags r:id="rId43"/>
              </p:custDataLst>
            </p:nvPr>
          </p:nvSpPr>
          <p:spPr>
            <a:xfrm>
              <a:off x="12298943" y="5913567"/>
              <a:ext cx="182105" cy="178283"/>
            </a:xfrm>
            <a:custGeom>
              <a:avLst/>
              <a:gdLst>
                <a:gd name="connsiteX0" fmla="*/ 154826 w 182105"/>
                <a:gd name="connsiteY0" fmla="*/ 20423 h 178283"/>
                <a:gd name="connsiteX1" fmla="*/ 175889 w 182105"/>
                <a:gd name="connsiteY1" fmla="*/ 8155 h 178283"/>
                <a:gd name="connsiteX2" fmla="*/ 182288 w 182105"/>
                <a:gd name="connsiteY2" fmla="*/ 8155 h 178283"/>
                <a:gd name="connsiteX3" fmla="*/ 182288 w 182105"/>
                <a:gd name="connsiteY3" fmla="*/ 63 h 178283"/>
                <a:gd name="connsiteX4" fmla="*/ 143094 w 182105"/>
                <a:gd name="connsiteY4" fmla="*/ 846 h 178283"/>
                <a:gd name="connsiteX5" fmla="*/ 103634 w 182105"/>
                <a:gd name="connsiteY5" fmla="*/ 63 h 178283"/>
                <a:gd name="connsiteX6" fmla="*/ 103634 w 182105"/>
                <a:gd name="connsiteY6" fmla="*/ 8155 h 178283"/>
                <a:gd name="connsiteX7" fmla="*/ 110033 w 182105"/>
                <a:gd name="connsiteY7" fmla="*/ 8155 h 178283"/>
                <a:gd name="connsiteX8" fmla="*/ 131096 w 182105"/>
                <a:gd name="connsiteY8" fmla="*/ 20423 h 178283"/>
                <a:gd name="connsiteX9" fmla="*/ 131096 w 182105"/>
                <a:gd name="connsiteY9" fmla="*/ 81504 h 178283"/>
                <a:gd name="connsiteX10" fmla="*/ 51375 w 182105"/>
                <a:gd name="connsiteY10" fmla="*/ 81504 h 178283"/>
                <a:gd name="connsiteX11" fmla="*/ 51375 w 182105"/>
                <a:gd name="connsiteY11" fmla="*/ 20423 h 178283"/>
                <a:gd name="connsiteX12" fmla="*/ 72438 w 182105"/>
                <a:gd name="connsiteY12" fmla="*/ 8155 h 178283"/>
                <a:gd name="connsiteX13" fmla="*/ 78837 w 182105"/>
                <a:gd name="connsiteY13" fmla="*/ 8155 h 178283"/>
                <a:gd name="connsiteX14" fmla="*/ 78837 w 182105"/>
                <a:gd name="connsiteY14" fmla="*/ 63 h 178283"/>
                <a:gd name="connsiteX15" fmla="*/ 39643 w 182105"/>
                <a:gd name="connsiteY15" fmla="*/ 846 h 178283"/>
                <a:gd name="connsiteX16" fmla="*/ 183 w 182105"/>
                <a:gd name="connsiteY16" fmla="*/ 63 h 178283"/>
                <a:gd name="connsiteX17" fmla="*/ 183 w 182105"/>
                <a:gd name="connsiteY17" fmla="*/ 8155 h 178283"/>
                <a:gd name="connsiteX18" fmla="*/ 6582 w 182105"/>
                <a:gd name="connsiteY18" fmla="*/ 8155 h 178283"/>
                <a:gd name="connsiteX19" fmla="*/ 27645 w 182105"/>
                <a:gd name="connsiteY19" fmla="*/ 20423 h 178283"/>
                <a:gd name="connsiteX20" fmla="*/ 27645 w 182105"/>
                <a:gd name="connsiteY20" fmla="*/ 157986 h 178283"/>
                <a:gd name="connsiteX21" fmla="*/ 6582 w 182105"/>
                <a:gd name="connsiteY21" fmla="*/ 170254 h 178283"/>
                <a:gd name="connsiteX22" fmla="*/ 183 w 182105"/>
                <a:gd name="connsiteY22" fmla="*/ 170254 h 178283"/>
                <a:gd name="connsiteX23" fmla="*/ 183 w 182105"/>
                <a:gd name="connsiteY23" fmla="*/ 178346 h 178283"/>
                <a:gd name="connsiteX24" fmla="*/ 39377 w 182105"/>
                <a:gd name="connsiteY24" fmla="*/ 177563 h 178283"/>
                <a:gd name="connsiteX25" fmla="*/ 78837 w 182105"/>
                <a:gd name="connsiteY25" fmla="*/ 178346 h 178283"/>
                <a:gd name="connsiteX26" fmla="*/ 78837 w 182105"/>
                <a:gd name="connsiteY26" fmla="*/ 170254 h 178283"/>
                <a:gd name="connsiteX27" fmla="*/ 72438 w 182105"/>
                <a:gd name="connsiteY27" fmla="*/ 170254 h 178283"/>
                <a:gd name="connsiteX28" fmla="*/ 51375 w 182105"/>
                <a:gd name="connsiteY28" fmla="*/ 157986 h 178283"/>
                <a:gd name="connsiteX29" fmla="*/ 51375 w 182105"/>
                <a:gd name="connsiteY29" fmla="*/ 89596 h 178283"/>
                <a:gd name="connsiteX30" fmla="*/ 131096 w 182105"/>
                <a:gd name="connsiteY30" fmla="*/ 89596 h 178283"/>
                <a:gd name="connsiteX31" fmla="*/ 131096 w 182105"/>
                <a:gd name="connsiteY31" fmla="*/ 157986 h 178283"/>
                <a:gd name="connsiteX32" fmla="*/ 110033 w 182105"/>
                <a:gd name="connsiteY32" fmla="*/ 170254 h 178283"/>
                <a:gd name="connsiteX33" fmla="*/ 103634 w 182105"/>
                <a:gd name="connsiteY33" fmla="*/ 170254 h 178283"/>
                <a:gd name="connsiteX34" fmla="*/ 103634 w 182105"/>
                <a:gd name="connsiteY34" fmla="*/ 178346 h 178283"/>
                <a:gd name="connsiteX35" fmla="*/ 142828 w 182105"/>
                <a:gd name="connsiteY35" fmla="*/ 177563 h 178283"/>
                <a:gd name="connsiteX36" fmla="*/ 182288 w 182105"/>
                <a:gd name="connsiteY36" fmla="*/ 178346 h 178283"/>
                <a:gd name="connsiteX37" fmla="*/ 182288 w 182105"/>
                <a:gd name="connsiteY37" fmla="*/ 170254 h 178283"/>
                <a:gd name="connsiteX38" fmla="*/ 175889 w 182105"/>
                <a:gd name="connsiteY38" fmla="*/ 170254 h 178283"/>
                <a:gd name="connsiteX39" fmla="*/ 154826 w 182105"/>
                <a:gd name="connsiteY39" fmla="*/ 157986 h 178283"/>
                <a:gd name="connsiteX40" fmla="*/ 154826 w 182105"/>
                <a:gd name="connsiteY40" fmla="*/ 20423 h 17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82105" h="178283">
                  <a:moveTo>
                    <a:pt x="154826" y="20423"/>
                  </a:moveTo>
                  <a:cubicBezTo>
                    <a:pt x="154826" y="11026"/>
                    <a:pt x="155359" y="8155"/>
                    <a:pt x="175889" y="8155"/>
                  </a:cubicBezTo>
                  <a:lnTo>
                    <a:pt x="182288" y="8155"/>
                  </a:lnTo>
                  <a:lnTo>
                    <a:pt x="182288" y="63"/>
                  </a:lnTo>
                  <a:cubicBezTo>
                    <a:pt x="172957" y="846"/>
                    <a:pt x="153226" y="846"/>
                    <a:pt x="143094" y="846"/>
                  </a:cubicBezTo>
                  <a:cubicBezTo>
                    <a:pt x="132963" y="846"/>
                    <a:pt x="112966" y="846"/>
                    <a:pt x="103634" y="63"/>
                  </a:cubicBezTo>
                  <a:lnTo>
                    <a:pt x="103634" y="8155"/>
                  </a:lnTo>
                  <a:lnTo>
                    <a:pt x="110033" y="8155"/>
                  </a:lnTo>
                  <a:cubicBezTo>
                    <a:pt x="130563" y="8155"/>
                    <a:pt x="131096" y="11026"/>
                    <a:pt x="131096" y="20423"/>
                  </a:cubicBezTo>
                  <a:lnTo>
                    <a:pt x="131096" y="81504"/>
                  </a:lnTo>
                  <a:lnTo>
                    <a:pt x="51375" y="81504"/>
                  </a:lnTo>
                  <a:lnTo>
                    <a:pt x="51375" y="20423"/>
                  </a:lnTo>
                  <a:cubicBezTo>
                    <a:pt x="51375" y="11026"/>
                    <a:pt x="51908" y="8155"/>
                    <a:pt x="72438" y="8155"/>
                  </a:cubicBezTo>
                  <a:lnTo>
                    <a:pt x="78837" y="8155"/>
                  </a:lnTo>
                  <a:lnTo>
                    <a:pt x="78837" y="63"/>
                  </a:lnTo>
                  <a:cubicBezTo>
                    <a:pt x="69506" y="846"/>
                    <a:pt x="49775" y="846"/>
                    <a:pt x="39643" y="846"/>
                  </a:cubicBezTo>
                  <a:cubicBezTo>
                    <a:pt x="29512" y="846"/>
                    <a:pt x="9515" y="846"/>
                    <a:pt x="183" y="63"/>
                  </a:cubicBezTo>
                  <a:lnTo>
                    <a:pt x="183" y="8155"/>
                  </a:lnTo>
                  <a:lnTo>
                    <a:pt x="6582" y="8155"/>
                  </a:lnTo>
                  <a:cubicBezTo>
                    <a:pt x="27112" y="8155"/>
                    <a:pt x="27645" y="11026"/>
                    <a:pt x="27645" y="20423"/>
                  </a:cubicBezTo>
                  <a:lnTo>
                    <a:pt x="27645" y="157986"/>
                  </a:lnTo>
                  <a:cubicBezTo>
                    <a:pt x="27645" y="167383"/>
                    <a:pt x="27112" y="170254"/>
                    <a:pt x="6582" y="170254"/>
                  </a:cubicBezTo>
                  <a:lnTo>
                    <a:pt x="183" y="170254"/>
                  </a:lnTo>
                  <a:lnTo>
                    <a:pt x="183" y="178346"/>
                  </a:lnTo>
                  <a:cubicBezTo>
                    <a:pt x="9515" y="177563"/>
                    <a:pt x="29245" y="177563"/>
                    <a:pt x="39377" y="177563"/>
                  </a:cubicBezTo>
                  <a:cubicBezTo>
                    <a:pt x="49509" y="177563"/>
                    <a:pt x="69506" y="177563"/>
                    <a:pt x="78837" y="178346"/>
                  </a:cubicBezTo>
                  <a:lnTo>
                    <a:pt x="78837" y="170254"/>
                  </a:lnTo>
                  <a:lnTo>
                    <a:pt x="72438" y="170254"/>
                  </a:lnTo>
                  <a:cubicBezTo>
                    <a:pt x="51908" y="170254"/>
                    <a:pt x="51375" y="167383"/>
                    <a:pt x="51375" y="157986"/>
                  </a:cubicBezTo>
                  <a:lnTo>
                    <a:pt x="51375" y="89596"/>
                  </a:lnTo>
                  <a:lnTo>
                    <a:pt x="131096" y="89596"/>
                  </a:lnTo>
                  <a:lnTo>
                    <a:pt x="131096" y="157986"/>
                  </a:lnTo>
                  <a:cubicBezTo>
                    <a:pt x="131096" y="167383"/>
                    <a:pt x="130563" y="170254"/>
                    <a:pt x="110033" y="170254"/>
                  </a:cubicBezTo>
                  <a:lnTo>
                    <a:pt x="103634" y="170254"/>
                  </a:lnTo>
                  <a:lnTo>
                    <a:pt x="103634" y="178346"/>
                  </a:lnTo>
                  <a:cubicBezTo>
                    <a:pt x="112966" y="177563"/>
                    <a:pt x="132696" y="177563"/>
                    <a:pt x="142828" y="177563"/>
                  </a:cubicBezTo>
                  <a:cubicBezTo>
                    <a:pt x="152960" y="177563"/>
                    <a:pt x="172957" y="177563"/>
                    <a:pt x="182288" y="178346"/>
                  </a:cubicBezTo>
                  <a:lnTo>
                    <a:pt x="182288" y="170254"/>
                  </a:lnTo>
                  <a:lnTo>
                    <a:pt x="175889" y="170254"/>
                  </a:lnTo>
                  <a:cubicBezTo>
                    <a:pt x="155359" y="170254"/>
                    <a:pt x="154826" y="167383"/>
                    <a:pt x="154826" y="157986"/>
                  </a:cubicBezTo>
                  <a:lnTo>
                    <a:pt x="154826" y="20423"/>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0" name="Freeform: Shape 229">
              <a:extLst>
                <a:ext uri="{FF2B5EF4-FFF2-40B4-BE49-F238E27FC236}">
                  <a16:creationId xmlns:a16="http://schemas.microsoft.com/office/drawing/2014/main" id="{C0DEFEF1-BBB8-0EA2-04D4-991C3BA41309}"/>
                </a:ext>
              </a:extLst>
            </p:cNvPr>
            <p:cNvSpPr/>
            <p:nvPr>
              <p:custDataLst>
                <p:tags r:id="rId44"/>
              </p:custDataLst>
            </p:nvPr>
          </p:nvSpPr>
          <p:spPr>
            <a:xfrm>
              <a:off x="12499819" y="6009678"/>
              <a:ext cx="86600" cy="124981"/>
            </a:xfrm>
            <a:custGeom>
              <a:avLst/>
              <a:gdLst>
                <a:gd name="connsiteX0" fmla="*/ 86790 w 86600"/>
                <a:gd name="connsiteY0" fmla="*/ 63103 h 124981"/>
                <a:gd name="connsiteX1" fmla="*/ 75779 w 86600"/>
                <a:gd name="connsiteY1" fmla="*/ 15778 h 124981"/>
                <a:gd name="connsiteX2" fmla="*/ 43490 w 86600"/>
                <a:gd name="connsiteY2" fmla="*/ 64 h 124981"/>
                <a:gd name="connsiteX3" fmla="*/ 190 w 86600"/>
                <a:gd name="connsiteY3" fmla="*/ 63103 h 124981"/>
                <a:gd name="connsiteX4" fmla="*/ 43490 w 86600"/>
                <a:gd name="connsiteY4" fmla="*/ 125045 h 124981"/>
                <a:gd name="connsiteX5" fmla="*/ 86790 w 86600"/>
                <a:gd name="connsiteY5" fmla="*/ 63103 h 124981"/>
                <a:gd name="connsiteX6" fmla="*/ 43490 w 86600"/>
                <a:gd name="connsiteY6" fmla="*/ 119929 h 124981"/>
                <a:gd name="connsiteX7" fmla="*/ 19787 w 86600"/>
                <a:gd name="connsiteY7" fmla="*/ 100013 h 124981"/>
                <a:gd name="connsiteX8" fmla="*/ 17174 w 86600"/>
                <a:gd name="connsiteY8" fmla="*/ 60728 h 124981"/>
                <a:gd name="connsiteX9" fmla="*/ 19974 w 86600"/>
                <a:gd name="connsiteY9" fmla="*/ 23453 h 124981"/>
                <a:gd name="connsiteX10" fmla="*/ 43490 w 86600"/>
                <a:gd name="connsiteY10" fmla="*/ 5180 h 124981"/>
                <a:gd name="connsiteX11" fmla="*/ 66633 w 86600"/>
                <a:gd name="connsiteY11" fmla="*/ 21808 h 124981"/>
                <a:gd name="connsiteX12" fmla="*/ 69806 w 86600"/>
                <a:gd name="connsiteY12" fmla="*/ 60728 h 124981"/>
                <a:gd name="connsiteX13" fmla="*/ 67380 w 86600"/>
                <a:gd name="connsiteY13" fmla="*/ 99282 h 124981"/>
                <a:gd name="connsiteX14" fmla="*/ 43490 w 86600"/>
                <a:gd name="connsiteY14" fmla="*/ 119929 h 124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6600" h="124981">
                  <a:moveTo>
                    <a:pt x="86790" y="63103"/>
                  </a:moveTo>
                  <a:cubicBezTo>
                    <a:pt x="86790" y="43004"/>
                    <a:pt x="84364" y="28569"/>
                    <a:pt x="75779" y="15778"/>
                  </a:cubicBezTo>
                  <a:cubicBezTo>
                    <a:pt x="69993" y="7373"/>
                    <a:pt x="58421" y="64"/>
                    <a:pt x="43490" y="64"/>
                  </a:cubicBezTo>
                  <a:cubicBezTo>
                    <a:pt x="190" y="64"/>
                    <a:pt x="190" y="49947"/>
                    <a:pt x="190" y="63103"/>
                  </a:cubicBezTo>
                  <a:cubicBezTo>
                    <a:pt x="190" y="76259"/>
                    <a:pt x="190" y="125045"/>
                    <a:pt x="43490" y="125045"/>
                  </a:cubicBezTo>
                  <a:cubicBezTo>
                    <a:pt x="86790" y="125045"/>
                    <a:pt x="86790" y="76259"/>
                    <a:pt x="86790" y="63103"/>
                  </a:cubicBezTo>
                  <a:close/>
                  <a:moveTo>
                    <a:pt x="43490" y="119929"/>
                  </a:moveTo>
                  <a:cubicBezTo>
                    <a:pt x="34905" y="119929"/>
                    <a:pt x="23520" y="114996"/>
                    <a:pt x="19787" y="100013"/>
                  </a:cubicBezTo>
                  <a:cubicBezTo>
                    <a:pt x="17174" y="89232"/>
                    <a:pt x="17174" y="74249"/>
                    <a:pt x="17174" y="60728"/>
                  </a:cubicBezTo>
                  <a:cubicBezTo>
                    <a:pt x="17174" y="47389"/>
                    <a:pt x="17174" y="33502"/>
                    <a:pt x="19974" y="23453"/>
                  </a:cubicBezTo>
                  <a:cubicBezTo>
                    <a:pt x="23893" y="9018"/>
                    <a:pt x="35838" y="5180"/>
                    <a:pt x="43490" y="5180"/>
                  </a:cubicBezTo>
                  <a:cubicBezTo>
                    <a:pt x="53569" y="5180"/>
                    <a:pt x="63274" y="11210"/>
                    <a:pt x="66633" y="21808"/>
                  </a:cubicBezTo>
                  <a:cubicBezTo>
                    <a:pt x="69620" y="31675"/>
                    <a:pt x="69806" y="44831"/>
                    <a:pt x="69806" y="60728"/>
                  </a:cubicBezTo>
                  <a:cubicBezTo>
                    <a:pt x="69806" y="74249"/>
                    <a:pt x="69806" y="87770"/>
                    <a:pt x="67380" y="99282"/>
                  </a:cubicBezTo>
                  <a:cubicBezTo>
                    <a:pt x="63647" y="115909"/>
                    <a:pt x="50956" y="119929"/>
                    <a:pt x="43490" y="119929"/>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1" name="Freeform: Shape 230">
              <a:extLst>
                <a:ext uri="{FF2B5EF4-FFF2-40B4-BE49-F238E27FC236}">
                  <a16:creationId xmlns:a16="http://schemas.microsoft.com/office/drawing/2014/main" id="{7949515E-9107-8B45-F0EE-C1097AA98240}"/>
                </a:ext>
              </a:extLst>
            </p:cNvPr>
            <p:cNvSpPr/>
            <p:nvPr>
              <p:custDataLst>
                <p:tags r:id="rId45"/>
              </p:custDataLst>
            </p:nvPr>
          </p:nvSpPr>
          <p:spPr>
            <a:xfrm>
              <a:off x="12624924" y="5896078"/>
              <a:ext cx="61857" cy="261030"/>
            </a:xfrm>
            <a:custGeom>
              <a:avLst/>
              <a:gdLst>
                <a:gd name="connsiteX0" fmla="*/ 62052 w 61857"/>
                <a:gd name="connsiteY0" fmla="*/ 130578 h 261030"/>
                <a:gd name="connsiteX1" fmla="*/ 44455 w 61857"/>
                <a:gd name="connsiteY1" fmla="*/ 49136 h 261030"/>
                <a:gd name="connsiteX2" fmla="*/ 2861 w 61857"/>
                <a:gd name="connsiteY2" fmla="*/ 63 h 261030"/>
                <a:gd name="connsiteX3" fmla="*/ 195 w 61857"/>
                <a:gd name="connsiteY3" fmla="*/ 2673 h 261030"/>
                <a:gd name="connsiteX4" fmla="*/ 5261 w 61857"/>
                <a:gd name="connsiteY4" fmla="*/ 8677 h 261030"/>
                <a:gd name="connsiteX5" fmla="*/ 46588 w 61857"/>
                <a:gd name="connsiteY5" fmla="*/ 130578 h 261030"/>
                <a:gd name="connsiteX6" fmla="*/ 3661 w 61857"/>
                <a:gd name="connsiteY6" fmla="*/ 254045 h 261030"/>
                <a:gd name="connsiteX7" fmla="*/ 195 w 61857"/>
                <a:gd name="connsiteY7" fmla="*/ 258483 h 261030"/>
                <a:gd name="connsiteX8" fmla="*/ 2861 w 61857"/>
                <a:gd name="connsiteY8" fmla="*/ 261093 h 261030"/>
                <a:gd name="connsiteX9" fmla="*/ 45255 w 61857"/>
                <a:gd name="connsiteY9" fmla="*/ 210192 h 261030"/>
                <a:gd name="connsiteX10" fmla="*/ 62052 w 61857"/>
                <a:gd name="connsiteY10" fmla="*/ 130578 h 26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857" h="261030">
                  <a:moveTo>
                    <a:pt x="62052" y="130578"/>
                  </a:moveTo>
                  <a:cubicBezTo>
                    <a:pt x="62052" y="110217"/>
                    <a:pt x="59119" y="78633"/>
                    <a:pt x="44455" y="49136"/>
                  </a:cubicBezTo>
                  <a:cubicBezTo>
                    <a:pt x="28457" y="17030"/>
                    <a:pt x="5527" y="63"/>
                    <a:pt x="2861" y="63"/>
                  </a:cubicBezTo>
                  <a:cubicBezTo>
                    <a:pt x="1261" y="63"/>
                    <a:pt x="195" y="1107"/>
                    <a:pt x="195" y="2673"/>
                  </a:cubicBezTo>
                  <a:cubicBezTo>
                    <a:pt x="195" y="3456"/>
                    <a:pt x="195" y="3978"/>
                    <a:pt x="5261" y="8677"/>
                  </a:cubicBezTo>
                  <a:cubicBezTo>
                    <a:pt x="31390" y="34519"/>
                    <a:pt x="46588" y="76023"/>
                    <a:pt x="46588" y="130578"/>
                  </a:cubicBezTo>
                  <a:cubicBezTo>
                    <a:pt x="46588" y="175214"/>
                    <a:pt x="36723" y="221155"/>
                    <a:pt x="3661" y="254045"/>
                  </a:cubicBezTo>
                  <a:cubicBezTo>
                    <a:pt x="195" y="257177"/>
                    <a:pt x="195" y="257700"/>
                    <a:pt x="195" y="258483"/>
                  </a:cubicBezTo>
                  <a:cubicBezTo>
                    <a:pt x="195" y="260049"/>
                    <a:pt x="1261" y="261093"/>
                    <a:pt x="2861" y="261093"/>
                  </a:cubicBezTo>
                  <a:cubicBezTo>
                    <a:pt x="5527" y="261093"/>
                    <a:pt x="29524" y="243343"/>
                    <a:pt x="45255" y="210192"/>
                  </a:cubicBezTo>
                  <a:cubicBezTo>
                    <a:pt x="58852" y="181479"/>
                    <a:pt x="62052" y="152504"/>
                    <a:pt x="62052" y="130578"/>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290" name="Group 289">
            <a:extLst>
              <a:ext uri="{FF2B5EF4-FFF2-40B4-BE49-F238E27FC236}">
                <a16:creationId xmlns:a16="http://schemas.microsoft.com/office/drawing/2014/main" id="{AF837571-D8B4-DF1B-556E-64730B8CE970}"/>
              </a:ext>
            </a:extLst>
          </p:cNvPr>
          <p:cNvGrpSpPr>
            <a:grpSpLocks noChangeAspect="1"/>
          </p:cNvGrpSpPr>
          <p:nvPr>
            <p:custDataLst>
              <p:tags r:id="rId2"/>
            </p:custDataLst>
          </p:nvPr>
        </p:nvGrpSpPr>
        <p:grpSpPr>
          <a:xfrm>
            <a:off x="912817" y="3043531"/>
            <a:ext cx="2217725" cy="153558"/>
            <a:chOff x="8681138" y="6237185"/>
            <a:chExt cx="3769869" cy="261030"/>
          </a:xfrm>
        </p:grpSpPr>
        <p:sp>
          <p:nvSpPr>
            <p:cNvPr id="267" name="Freeform: Shape 266">
              <a:extLst>
                <a:ext uri="{FF2B5EF4-FFF2-40B4-BE49-F238E27FC236}">
                  <a16:creationId xmlns:a16="http://schemas.microsoft.com/office/drawing/2014/main" id="{FDAD46ED-ABC7-8DBD-449E-713CDC958509}"/>
                </a:ext>
              </a:extLst>
            </p:cNvPr>
            <p:cNvSpPr/>
            <p:nvPr>
              <p:custDataLst>
                <p:tags r:id="rId3"/>
              </p:custDataLst>
            </p:nvPr>
          </p:nvSpPr>
          <p:spPr>
            <a:xfrm>
              <a:off x="8681138" y="6317582"/>
              <a:ext cx="140001" cy="166015"/>
            </a:xfrm>
            <a:custGeom>
              <a:avLst/>
              <a:gdLst>
                <a:gd name="connsiteX0" fmla="*/ 20728 w 140001"/>
                <a:gd name="connsiteY0" fmla="*/ 147284 h 166015"/>
                <a:gd name="connsiteX1" fmla="*/ 6245 w 140001"/>
                <a:gd name="connsiteY1" fmla="*/ 157986 h 166015"/>
                <a:gd name="connsiteX2" fmla="*/ 77 w 140001"/>
                <a:gd name="connsiteY2" fmla="*/ 162946 h 166015"/>
                <a:gd name="connsiteX3" fmla="*/ 3563 w 140001"/>
                <a:gd name="connsiteY3" fmla="*/ 166078 h 166015"/>
                <a:gd name="connsiteX4" fmla="*/ 26092 w 140001"/>
                <a:gd name="connsiteY4" fmla="*/ 165295 h 166015"/>
                <a:gd name="connsiteX5" fmla="*/ 52644 w 140001"/>
                <a:gd name="connsiteY5" fmla="*/ 166078 h 166015"/>
                <a:gd name="connsiteX6" fmla="*/ 57472 w 140001"/>
                <a:gd name="connsiteY6" fmla="*/ 160857 h 166015"/>
                <a:gd name="connsiteX7" fmla="*/ 51035 w 140001"/>
                <a:gd name="connsiteY7" fmla="*/ 157986 h 166015"/>
                <a:gd name="connsiteX8" fmla="*/ 37625 w 140001"/>
                <a:gd name="connsiteY8" fmla="*/ 153810 h 166015"/>
                <a:gd name="connsiteX9" fmla="*/ 50767 w 140001"/>
                <a:gd name="connsiteY9" fmla="*/ 101603 h 166015"/>
                <a:gd name="connsiteX10" fmla="*/ 75441 w 140001"/>
                <a:gd name="connsiteY10" fmla="*/ 118309 h 166015"/>
                <a:gd name="connsiteX11" fmla="*/ 140078 w 140001"/>
                <a:gd name="connsiteY11" fmla="*/ 41828 h 166015"/>
                <a:gd name="connsiteX12" fmla="*/ 104407 w 140001"/>
                <a:gd name="connsiteY12" fmla="*/ 63 h 166015"/>
                <a:gd name="connsiteX13" fmla="*/ 69273 w 140001"/>
                <a:gd name="connsiteY13" fmla="*/ 19640 h 166015"/>
                <a:gd name="connsiteX14" fmla="*/ 45135 w 140001"/>
                <a:gd name="connsiteY14" fmla="*/ 63 h 166015"/>
                <a:gd name="connsiteX15" fmla="*/ 25288 w 140001"/>
                <a:gd name="connsiteY15" fmla="*/ 14941 h 166015"/>
                <a:gd name="connsiteX16" fmla="*/ 16973 w 140001"/>
                <a:gd name="connsiteY16" fmla="*/ 40261 h 166015"/>
                <a:gd name="connsiteX17" fmla="*/ 20192 w 140001"/>
                <a:gd name="connsiteY17" fmla="*/ 42872 h 166015"/>
                <a:gd name="connsiteX18" fmla="*/ 24751 w 140001"/>
                <a:gd name="connsiteY18" fmla="*/ 36868 h 166015"/>
                <a:gd name="connsiteX19" fmla="*/ 44330 w 140001"/>
                <a:gd name="connsiteY19" fmla="*/ 5805 h 166015"/>
                <a:gd name="connsiteX20" fmla="*/ 52644 w 140001"/>
                <a:gd name="connsiteY20" fmla="*/ 17813 h 166015"/>
                <a:gd name="connsiteX21" fmla="*/ 50767 w 140001"/>
                <a:gd name="connsiteY21" fmla="*/ 31125 h 166015"/>
                <a:gd name="connsiteX22" fmla="*/ 20728 w 140001"/>
                <a:gd name="connsiteY22" fmla="*/ 147284 h 166015"/>
                <a:gd name="connsiteX23" fmla="*/ 67932 w 140001"/>
                <a:gd name="connsiteY23" fmla="*/ 33997 h 166015"/>
                <a:gd name="connsiteX24" fmla="*/ 81878 w 140001"/>
                <a:gd name="connsiteY24" fmla="*/ 15725 h 166015"/>
                <a:gd name="connsiteX25" fmla="*/ 103602 w 140001"/>
                <a:gd name="connsiteY25" fmla="*/ 5805 h 166015"/>
                <a:gd name="connsiteX26" fmla="*/ 120767 w 140001"/>
                <a:gd name="connsiteY26" fmla="*/ 30342 h 166015"/>
                <a:gd name="connsiteX27" fmla="*/ 107089 w 140001"/>
                <a:gd name="connsiteY27" fmla="*/ 85681 h 166015"/>
                <a:gd name="connsiteX28" fmla="*/ 75173 w 140001"/>
                <a:gd name="connsiteY28" fmla="*/ 112567 h 166015"/>
                <a:gd name="connsiteX29" fmla="*/ 53985 w 140001"/>
                <a:gd name="connsiteY29" fmla="*/ 89335 h 166015"/>
                <a:gd name="connsiteX30" fmla="*/ 54790 w 140001"/>
                <a:gd name="connsiteY30" fmla="*/ 85159 h 166015"/>
                <a:gd name="connsiteX31" fmla="*/ 67932 w 140001"/>
                <a:gd name="connsiteY31" fmla="*/ 33997 h 16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40001" h="166015">
                  <a:moveTo>
                    <a:pt x="20728" y="147284"/>
                  </a:moveTo>
                  <a:cubicBezTo>
                    <a:pt x="18583" y="156159"/>
                    <a:pt x="18046" y="157986"/>
                    <a:pt x="6245" y="157986"/>
                  </a:cubicBezTo>
                  <a:cubicBezTo>
                    <a:pt x="3027" y="157986"/>
                    <a:pt x="77" y="157986"/>
                    <a:pt x="77" y="162946"/>
                  </a:cubicBezTo>
                  <a:cubicBezTo>
                    <a:pt x="77" y="165034"/>
                    <a:pt x="1418" y="166078"/>
                    <a:pt x="3563" y="166078"/>
                  </a:cubicBezTo>
                  <a:cubicBezTo>
                    <a:pt x="10805" y="166078"/>
                    <a:pt x="18583" y="165295"/>
                    <a:pt x="26092" y="165295"/>
                  </a:cubicBezTo>
                  <a:cubicBezTo>
                    <a:pt x="34943" y="165295"/>
                    <a:pt x="44062" y="166078"/>
                    <a:pt x="52644" y="166078"/>
                  </a:cubicBezTo>
                  <a:cubicBezTo>
                    <a:pt x="53985" y="166078"/>
                    <a:pt x="57472" y="166078"/>
                    <a:pt x="57472" y="160857"/>
                  </a:cubicBezTo>
                  <a:cubicBezTo>
                    <a:pt x="57472" y="157986"/>
                    <a:pt x="54790" y="157986"/>
                    <a:pt x="51035" y="157986"/>
                  </a:cubicBezTo>
                  <a:cubicBezTo>
                    <a:pt x="37625" y="157986"/>
                    <a:pt x="37625" y="156159"/>
                    <a:pt x="37625" y="153810"/>
                  </a:cubicBezTo>
                  <a:cubicBezTo>
                    <a:pt x="37625" y="150677"/>
                    <a:pt x="48889" y="108129"/>
                    <a:pt x="50767" y="101603"/>
                  </a:cubicBezTo>
                  <a:cubicBezTo>
                    <a:pt x="54253" y="109173"/>
                    <a:pt x="61763" y="118309"/>
                    <a:pt x="75441" y="118309"/>
                  </a:cubicBezTo>
                  <a:cubicBezTo>
                    <a:pt x="106553" y="118309"/>
                    <a:pt x="140078" y="80199"/>
                    <a:pt x="140078" y="41828"/>
                  </a:cubicBezTo>
                  <a:cubicBezTo>
                    <a:pt x="140078" y="17291"/>
                    <a:pt x="124790" y="63"/>
                    <a:pt x="104407" y="63"/>
                  </a:cubicBezTo>
                  <a:cubicBezTo>
                    <a:pt x="90997" y="63"/>
                    <a:pt x="78123" y="9460"/>
                    <a:pt x="69273" y="19640"/>
                  </a:cubicBezTo>
                  <a:cubicBezTo>
                    <a:pt x="66591" y="5544"/>
                    <a:pt x="55058" y="63"/>
                    <a:pt x="45135" y="63"/>
                  </a:cubicBezTo>
                  <a:cubicBezTo>
                    <a:pt x="32797" y="63"/>
                    <a:pt x="27701" y="10243"/>
                    <a:pt x="25288" y="14941"/>
                  </a:cubicBezTo>
                  <a:cubicBezTo>
                    <a:pt x="20460" y="23817"/>
                    <a:pt x="16973" y="39478"/>
                    <a:pt x="16973" y="40261"/>
                  </a:cubicBezTo>
                  <a:cubicBezTo>
                    <a:pt x="16973" y="42872"/>
                    <a:pt x="19655" y="42872"/>
                    <a:pt x="20192" y="42872"/>
                  </a:cubicBezTo>
                  <a:cubicBezTo>
                    <a:pt x="22874" y="42872"/>
                    <a:pt x="23142" y="42611"/>
                    <a:pt x="24751" y="36868"/>
                  </a:cubicBezTo>
                  <a:cubicBezTo>
                    <a:pt x="29311" y="18335"/>
                    <a:pt x="34675" y="5805"/>
                    <a:pt x="44330" y="5805"/>
                  </a:cubicBezTo>
                  <a:cubicBezTo>
                    <a:pt x="48889" y="5805"/>
                    <a:pt x="52644" y="7894"/>
                    <a:pt x="52644" y="17813"/>
                  </a:cubicBezTo>
                  <a:cubicBezTo>
                    <a:pt x="52644" y="23817"/>
                    <a:pt x="51840" y="26688"/>
                    <a:pt x="50767" y="31125"/>
                  </a:cubicBezTo>
                  <a:lnTo>
                    <a:pt x="20728" y="147284"/>
                  </a:lnTo>
                  <a:close/>
                  <a:moveTo>
                    <a:pt x="67932" y="33997"/>
                  </a:moveTo>
                  <a:cubicBezTo>
                    <a:pt x="69809" y="26949"/>
                    <a:pt x="77051" y="19640"/>
                    <a:pt x="81878" y="15725"/>
                  </a:cubicBezTo>
                  <a:cubicBezTo>
                    <a:pt x="91265" y="7633"/>
                    <a:pt x="99043" y="5805"/>
                    <a:pt x="103602" y="5805"/>
                  </a:cubicBezTo>
                  <a:cubicBezTo>
                    <a:pt x="114331" y="5805"/>
                    <a:pt x="120767" y="14941"/>
                    <a:pt x="120767" y="30342"/>
                  </a:cubicBezTo>
                  <a:cubicBezTo>
                    <a:pt x="120767" y="45743"/>
                    <a:pt x="111917" y="75762"/>
                    <a:pt x="107089" y="85681"/>
                  </a:cubicBezTo>
                  <a:cubicBezTo>
                    <a:pt x="97970" y="103953"/>
                    <a:pt x="85097" y="112567"/>
                    <a:pt x="75173" y="112567"/>
                  </a:cubicBezTo>
                  <a:cubicBezTo>
                    <a:pt x="57472" y="112567"/>
                    <a:pt x="53985" y="90901"/>
                    <a:pt x="53985" y="89335"/>
                  </a:cubicBezTo>
                  <a:cubicBezTo>
                    <a:pt x="53985" y="88813"/>
                    <a:pt x="53985" y="88291"/>
                    <a:pt x="54790" y="85159"/>
                  </a:cubicBezTo>
                  <a:lnTo>
                    <a:pt x="67932" y="33997"/>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68" name="Freeform: Shape 267">
              <a:extLst>
                <a:ext uri="{FF2B5EF4-FFF2-40B4-BE49-F238E27FC236}">
                  <a16:creationId xmlns:a16="http://schemas.microsoft.com/office/drawing/2014/main" id="{F177F120-12D3-D920-46EB-CEA144D81B86}"/>
                </a:ext>
              </a:extLst>
            </p:cNvPr>
            <p:cNvSpPr/>
            <p:nvPr>
              <p:custDataLst>
                <p:tags r:id="rId4"/>
              </p:custDataLst>
            </p:nvPr>
          </p:nvSpPr>
          <p:spPr>
            <a:xfrm>
              <a:off x="8906519" y="6362479"/>
              <a:ext cx="163871" cy="10441"/>
            </a:xfrm>
            <a:custGeom>
              <a:avLst/>
              <a:gdLst>
                <a:gd name="connsiteX0" fmla="*/ 154568 w 163871"/>
                <a:gd name="connsiteY0" fmla="*/ 10504 h 10441"/>
                <a:gd name="connsiteX1" fmla="*/ 163955 w 163871"/>
                <a:gd name="connsiteY1" fmla="*/ 5283 h 10441"/>
                <a:gd name="connsiteX2" fmla="*/ 154568 w 163871"/>
                <a:gd name="connsiteY2" fmla="*/ 63 h 10441"/>
                <a:gd name="connsiteX3" fmla="*/ 9471 w 163871"/>
                <a:gd name="connsiteY3" fmla="*/ 63 h 10441"/>
                <a:gd name="connsiteX4" fmla="*/ 84 w 163871"/>
                <a:gd name="connsiteY4" fmla="*/ 5283 h 10441"/>
                <a:gd name="connsiteX5" fmla="*/ 9471 w 163871"/>
                <a:gd name="connsiteY5" fmla="*/ 10504 h 10441"/>
                <a:gd name="connsiteX6" fmla="*/ 154568 w 163871"/>
                <a:gd name="connsiteY6" fmla="*/ 10504 h 1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871" h="10441">
                  <a:moveTo>
                    <a:pt x="154568" y="10504"/>
                  </a:moveTo>
                  <a:cubicBezTo>
                    <a:pt x="159127" y="10504"/>
                    <a:pt x="163955" y="10504"/>
                    <a:pt x="163955" y="5283"/>
                  </a:cubicBezTo>
                  <a:cubicBezTo>
                    <a:pt x="163955" y="63"/>
                    <a:pt x="159127" y="63"/>
                    <a:pt x="154568" y="63"/>
                  </a:cubicBezTo>
                  <a:lnTo>
                    <a:pt x="9471" y="63"/>
                  </a:lnTo>
                  <a:cubicBezTo>
                    <a:pt x="4912" y="63"/>
                    <a:pt x="84" y="63"/>
                    <a:pt x="84" y="5283"/>
                  </a:cubicBezTo>
                  <a:cubicBezTo>
                    <a:pt x="84" y="10504"/>
                    <a:pt x="4912" y="10504"/>
                    <a:pt x="9471" y="10504"/>
                  </a:cubicBezTo>
                  <a:lnTo>
                    <a:pt x="154568" y="1050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69" name="Freeform: Shape 268">
              <a:extLst>
                <a:ext uri="{FF2B5EF4-FFF2-40B4-BE49-F238E27FC236}">
                  <a16:creationId xmlns:a16="http://schemas.microsoft.com/office/drawing/2014/main" id="{FBC193C5-6160-143D-4A3D-259664F29C0F}"/>
                </a:ext>
              </a:extLst>
            </p:cNvPr>
            <p:cNvSpPr/>
            <p:nvPr>
              <p:custDataLst>
                <p:tags r:id="rId5"/>
              </p:custDataLst>
            </p:nvPr>
          </p:nvSpPr>
          <p:spPr>
            <a:xfrm>
              <a:off x="9160237" y="6317582"/>
              <a:ext cx="117740" cy="118246"/>
            </a:xfrm>
            <a:custGeom>
              <a:avLst/>
              <a:gdLst>
                <a:gd name="connsiteX0" fmla="*/ 117834 w 117740"/>
                <a:gd name="connsiteY0" fmla="*/ 18335 h 118246"/>
                <a:gd name="connsiteX1" fmla="*/ 106033 w 117740"/>
                <a:gd name="connsiteY1" fmla="*/ 63 h 118246"/>
                <a:gd name="connsiteX2" fmla="*/ 92892 w 117740"/>
                <a:gd name="connsiteY2" fmla="*/ 12592 h 118246"/>
                <a:gd name="connsiteX3" fmla="*/ 97183 w 117740"/>
                <a:gd name="connsiteY3" fmla="*/ 20423 h 118246"/>
                <a:gd name="connsiteX4" fmla="*/ 106302 w 117740"/>
                <a:gd name="connsiteY4" fmla="*/ 41828 h 118246"/>
                <a:gd name="connsiteX5" fmla="*/ 58562 w 117740"/>
                <a:gd name="connsiteY5" fmla="*/ 112567 h 118246"/>
                <a:gd name="connsiteX6" fmla="*/ 38715 w 117740"/>
                <a:gd name="connsiteY6" fmla="*/ 89857 h 118246"/>
                <a:gd name="connsiteX7" fmla="*/ 54271 w 117740"/>
                <a:gd name="connsiteY7" fmla="*/ 34519 h 118246"/>
                <a:gd name="connsiteX8" fmla="*/ 57489 w 117740"/>
                <a:gd name="connsiteY8" fmla="*/ 21467 h 118246"/>
                <a:gd name="connsiteX9" fmla="*/ 35496 w 117740"/>
                <a:gd name="connsiteY9" fmla="*/ 63 h 118246"/>
                <a:gd name="connsiteX10" fmla="*/ 94 w 117740"/>
                <a:gd name="connsiteY10" fmla="*/ 40261 h 118246"/>
                <a:gd name="connsiteX11" fmla="*/ 3312 w 117740"/>
                <a:gd name="connsiteY11" fmla="*/ 42872 h 118246"/>
                <a:gd name="connsiteX12" fmla="*/ 7604 w 117740"/>
                <a:gd name="connsiteY12" fmla="*/ 38173 h 118246"/>
                <a:gd name="connsiteX13" fmla="*/ 34692 w 117740"/>
                <a:gd name="connsiteY13" fmla="*/ 5805 h 118246"/>
                <a:gd name="connsiteX14" fmla="*/ 41397 w 117740"/>
                <a:gd name="connsiteY14" fmla="*/ 14158 h 118246"/>
                <a:gd name="connsiteX15" fmla="*/ 36837 w 117740"/>
                <a:gd name="connsiteY15" fmla="*/ 32431 h 118246"/>
                <a:gd name="connsiteX16" fmla="*/ 21550 w 117740"/>
                <a:gd name="connsiteY16" fmla="*/ 85942 h 118246"/>
                <a:gd name="connsiteX17" fmla="*/ 57489 w 117740"/>
                <a:gd name="connsiteY17" fmla="*/ 118309 h 118246"/>
                <a:gd name="connsiteX18" fmla="*/ 117834 w 117740"/>
                <a:gd name="connsiteY18" fmla="*/ 18335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7740" h="118246">
                  <a:moveTo>
                    <a:pt x="117834" y="18335"/>
                  </a:moveTo>
                  <a:cubicBezTo>
                    <a:pt x="117834" y="4239"/>
                    <a:pt x="110861" y="63"/>
                    <a:pt x="106033" y="63"/>
                  </a:cubicBezTo>
                  <a:cubicBezTo>
                    <a:pt x="99328" y="63"/>
                    <a:pt x="92892" y="6850"/>
                    <a:pt x="92892" y="12592"/>
                  </a:cubicBezTo>
                  <a:cubicBezTo>
                    <a:pt x="92892" y="15986"/>
                    <a:pt x="94233" y="17552"/>
                    <a:pt x="97183" y="20423"/>
                  </a:cubicBezTo>
                  <a:cubicBezTo>
                    <a:pt x="102815" y="25644"/>
                    <a:pt x="106302" y="32431"/>
                    <a:pt x="106302" y="41828"/>
                  </a:cubicBezTo>
                  <a:cubicBezTo>
                    <a:pt x="106302" y="52791"/>
                    <a:pt x="89941" y="112567"/>
                    <a:pt x="58562" y="112567"/>
                  </a:cubicBezTo>
                  <a:cubicBezTo>
                    <a:pt x="44884" y="112567"/>
                    <a:pt x="38715" y="103431"/>
                    <a:pt x="38715" y="89857"/>
                  </a:cubicBezTo>
                  <a:cubicBezTo>
                    <a:pt x="38715" y="75239"/>
                    <a:pt x="45956" y="56184"/>
                    <a:pt x="54271" y="34519"/>
                  </a:cubicBezTo>
                  <a:cubicBezTo>
                    <a:pt x="56148" y="30081"/>
                    <a:pt x="57489" y="26427"/>
                    <a:pt x="57489" y="21467"/>
                  </a:cubicBezTo>
                  <a:cubicBezTo>
                    <a:pt x="57489" y="9721"/>
                    <a:pt x="48907" y="63"/>
                    <a:pt x="35496" y="63"/>
                  </a:cubicBezTo>
                  <a:cubicBezTo>
                    <a:pt x="10286" y="63"/>
                    <a:pt x="94" y="37912"/>
                    <a:pt x="94" y="40261"/>
                  </a:cubicBezTo>
                  <a:cubicBezTo>
                    <a:pt x="94" y="42872"/>
                    <a:pt x="2776" y="42872"/>
                    <a:pt x="3312" y="42872"/>
                  </a:cubicBezTo>
                  <a:cubicBezTo>
                    <a:pt x="5994" y="42872"/>
                    <a:pt x="6263" y="42350"/>
                    <a:pt x="7604" y="38173"/>
                  </a:cubicBezTo>
                  <a:cubicBezTo>
                    <a:pt x="15381" y="11809"/>
                    <a:pt x="26914" y="5805"/>
                    <a:pt x="34692" y="5805"/>
                  </a:cubicBezTo>
                  <a:cubicBezTo>
                    <a:pt x="36837" y="5805"/>
                    <a:pt x="41397" y="5805"/>
                    <a:pt x="41397" y="14158"/>
                  </a:cubicBezTo>
                  <a:cubicBezTo>
                    <a:pt x="41397" y="20684"/>
                    <a:pt x="38715" y="27732"/>
                    <a:pt x="36837" y="32431"/>
                  </a:cubicBezTo>
                  <a:cubicBezTo>
                    <a:pt x="25037" y="62710"/>
                    <a:pt x="21550" y="74717"/>
                    <a:pt x="21550" y="85942"/>
                  </a:cubicBezTo>
                  <a:cubicBezTo>
                    <a:pt x="21550" y="114133"/>
                    <a:pt x="45152" y="118309"/>
                    <a:pt x="57489" y="118309"/>
                  </a:cubicBezTo>
                  <a:cubicBezTo>
                    <a:pt x="102547" y="118309"/>
                    <a:pt x="117834" y="31908"/>
                    <a:pt x="117834" y="18335"/>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0" name="Freeform: Shape 269">
              <a:extLst>
                <a:ext uri="{FF2B5EF4-FFF2-40B4-BE49-F238E27FC236}">
                  <a16:creationId xmlns:a16="http://schemas.microsoft.com/office/drawing/2014/main" id="{9CAD89DF-E7FA-3EFF-6F7B-3B35DBD935F1}"/>
                </a:ext>
              </a:extLst>
            </p:cNvPr>
            <p:cNvSpPr/>
            <p:nvPr>
              <p:custDataLst>
                <p:tags r:id="rId6"/>
              </p:custDataLst>
            </p:nvPr>
          </p:nvSpPr>
          <p:spPr>
            <a:xfrm>
              <a:off x="9302814" y="6317582"/>
              <a:ext cx="122836" cy="118246"/>
            </a:xfrm>
            <a:custGeom>
              <a:avLst/>
              <a:gdLst>
                <a:gd name="connsiteX0" fmla="*/ 89410 w 122836"/>
                <a:gd name="connsiteY0" fmla="*/ 16769 h 118246"/>
                <a:gd name="connsiteX1" fmla="*/ 64736 w 122836"/>
                <a:gd name="connsiteY1" fmla="*/ 63 h 118246"/>
                <a:gd name="connsiteX2" fmla="*/ 99 w 122836"/>
                <a:gd name="connsiteY2" fmla="*/ 76545 h 118246"/>
                <a:gd name="connsiteX3" fmla="*/ 35770 w 122836"/>
                <a:gd name="connsiteY3" fmla="*/ 118309 h 118246"/>
                <a:gd name="connsiteX4" fmla="*/ 70636 w 122836"/>
                <a:gd name="connsiteY4" fmla="*/ 98732 h 118246"/>
                <a:gd name="connsiteX5" fmla="*/ 95042 w 122836"/>
                <a:gd name="connsiteY5" fmla="*/ 118309 h 118246"/>
                <a:gd name="connsiteX6" fmla="*/ 114889 w 122836"/>
                <a:gd name="connsiteY6" fmla="*/ 103953 h 118246"/>
                <a:gd name="connsiteX7" fmla="*/ 122935 w 122836"/>
                <a:gd name="connsiteY7" fmla="*/ 78111 h 118246"/>
                <a:gd name="connsiteX8" fmla="*/ 119717 w 122836"/>
                <a:gd name="connsiteY8" fmla="*/ 75500 h 118246"/>
                <a:gd name="connsiteX9" fmla="*/ 115962 w 122836"/>
                <a:gd name="connsiteY9" fmla="*/ 80199 h 118246"/>
                <a:gd name="connsiteX10" fmla="*/ 95579 w 122836"/>
                <a:gd name="connsiteY10" fmla="*/ 112567 h 118246"/>
                <a:gd name="connsiteX11" fmla="*/ 87533 w 122836"/>
                <a:gd name="connsiteY11" fmla="*/ 100559 h 118246"/>
                <a:gd name="connsiteX12" fmla="*/ 91019 w 122836"/>
                <a:gd name="connsiteY12" fmla="*/ 81243 h 118246"/>
                <a:gd name="connsiteX13" fmla="*/ 96920 w 122836"/>
                <a:gd name="connsiteY13" fmla="*/ 57750 h 118246"/>
                <a:gd name="connsiteX14" fmla="*/ 106575 w 122836"/>
                <a:gd name="connsiteY14" fmla="*/ 21206 h 118246"/>
                <a:gd name="connsiteX15" fmla="*/ 108452 w 122836"/>
                <a:gd name="connsiteY15" fmla="*/ 12331 h 118246"/>
                <a:gd name="connsiteX16" fmla="*/ 100675 w 122836"/>
                <a:gd name="connsiteY16" fmla="*/ 5283 h 118246"/>
                <a:gd name="connsiteX17" fmla="*/ 89410 w 122836"/>
                <a:gd name="connsiteY17" fmla="*/ 16769 h 118246"/>
                <a:gd name="connsiteX18" fmla="*/ 71977 w 122836"/>
                <a:gd name="connsiteY18" fmla="*/ 84376 h 118246"/>
                <a:gd name="connsiteX19" fmla="*/ 66613 w 122836"/>
                <a:gd name="connsiteY19" fmla="*/ 94034 h 118246"/>
                <a:gd name="connsiteX20" fmla="*/ 36306 w 122836"/>
                <a:gd name="connsiteY20" fmla="*/ 112567 h 118246"/>
                <a:gd name="connsiteX21" fmla="*/ 19141 w 122836"/>
                <a:gd name="connsiteY21" fmla="*/ 88030 h 118246"/>
                <a:gd name="connsiteX22" fmla="*/ 33892 w 122836"/>
                <a:gd name="connsiteY22" fmla="*/ 30864 h 118246"/>
                <a:gd name="connsiteX23" fmla="*/ 65004 w 122836"/>
                <a:gd name="connsiteY23" fmla="*/ 5805 h 118246"/>
                <a:gd name="connsiteX24" fmla="*/ 86192 w 122836"/>
                <a:gd name="connsiteY24" fmla="*/ 28776 h 118246"/>
                <a:gd name="connsiteX25" fmla="*/ 85387 w 122836"/>
                <a:gd name="connsiteY25" fmla="*/ 33214 h 118246"/>
                <a:gd name="connsiteX26" fmla="*/ 71977 w 122836"/>
                <a:gd name="connsiteY26" fmla="*/ 84376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2836" h="118246">
                  <a:moveTo>
                    <a:pt x="89410" y="16769"/>
                  </a:moveTo>
                  <a:cubicBezTo>
                    <a:pt x="84583" y="7111"/>
                    <a:pt x="76805" y="63"/>
                    <a:pt x="64736" y="63"/>
                  </a:cubicBezTo>
                  <a:cubicBezTo>
                    <a:pt x="33356" y="63"/>
                    <a:pt x="99" y="38434"/>
                    <a:pt x="99" y="76545"/>
                  </a:cubicBezTo>
                  <a:cubicBezTo>
                    <a:pt x="99" y="101081"/>
                    <a:pt x="14850" y="118309"/>
                    <a:pt x="35770" y="118309"/>
                  </a:cubicBezTo>
                  <a:cubicBezTo>
                    <a:pt x="41134" y="118309"/>
                    <a:pt x="54544" y="117265"/>
                    <a:pt x="70636" y="98732"/>
                  </a:cubicBezTo>
                  <a:cubicBezTo>
                    <a:pt x="72782" y="109695"/>
                    <a:pt x="82169" y="118309"/>
                    <a:pt x="95042" y="118309"/>
                  </a:cubicBezTo>
                  <a:cubicBezTo>
                    <a:pt x="104429" y="118309"/>
                    <a:pt x="110598" y="112306"/>
                    <a:pt x="114889" y="103953"/>
                  </a:cubicBezTo>
                  <a:cubicBezTo>
                    <a:pt x="119449" y="94556"/>
                    <a:pt x="122935" y="78633"/>
                    <a:pt x="122935" y="78111"/>
                  </a:cubicBezTo>
                  <a:cubicBezTo>
                    <a:pt x="122935" y="75500"/>
                    <a:pt x="120522" y="75500"/>
                    <a:pt x="119717" y="75500"/>
                  </a:cubicBezTo>
                  <a:cubicBezTo>
                    <a:pt x="117035" y="75500"/>
                    <a:pt x="116767" y="76545"/>
                    <a:pt x="115962" y="80199"/>
                  </a:cubicBezTo>
                  <a:cubicBezTo>
                    <a:pt x="111403" y="97166"/>
                    <a:pt x="106575" y="112567"/>
                    <a:pt x="95579" y="112567"/>
                  </a:cubicBezTo>
                  <a:cubicBezTo>
                    <a:pt x="88337" y="112567"/>
                    <a:pt x="87533" y="105780"/>
                    <a:pt x="87533" y="100559"/>
                  </a:cubicBezTo>
                  <a:cubicBezTo>
                    <a:pt x="87533" y="94817"/>
                    <a:pt x="88069" y="92728"/>
                    <a:pt x="91019" y="81243"/>
                  </a:cubicBezTo>
                  <a:cubicBezTo>
                    <a:pt x="93970" y="70280"/>
                    <a:pt x="94506" y="67670"/>
                    <a:pt x="96920" y="57750"/>
                  </a:cubicBezTo>
                  <a:lnTo>
                    <a:pt x="106575" y="21206"/>
                  </a:lnTo>
                  <a:cubicBezTo>
                    <a:pt x="108452" y="13897"/>
                    <a:pt x="108452" y="13375"/>
                    <a:pt x="108452" y="12331"/>
                  </a:cubicBezTo>
                  <a:cubicBezTo>
                    <a:pt x="108452" y="7894"/>
                    <a:pt x="105234" y="5283"/>
                    <a:pt x="100675" y="5283"/>
                  </a:cubicBezTo>
                  <a:cubicBezTo>
                    <a:pt x="94238" y="5283"/>
                    <a:pt x="90215" y="11026"/>
                    <a:pt x="89410" y="16769"/>
                  </a:cubicBezTo>
                  <a:close/>
                  <a:moveTo>
                    <a:pt x="71977" y="84376"/>
                  </a:moveTo>
                  <a:cubicBezTo>
                    <a:pt x="70636" y="89074"/>
                    <a:pt x="70636" y="89596"/>
                    <a:pt x="66613" y="94034"/>
                  </a:cubicBezTo>
                  <a:cubicBezTo>
                    <a:pt x="54812" y="108390"/>
                    <a:pt x="43816" y="112567"/>
                    <a:pt x="36306" y="112567"/>
                  </a:cubicBezTo>
                  <a:cubicBezTo>
                    <a:pt x="22896" y="112567"/>
                    <a:pt x="19141" y="98210"/>
                    <a:pt x="19141" y="88030"/>
                  </a:cubicBezTo>
                  <a:cubicBezTo>
                    <a:pt x="19141" y="74978"/>
                    <a:pt x="27724" y="42872"/>
                    <a:pt x="33892" y="30864"/>
                  </a:cubicBezTo>
                  <a:cubicBezTo>
                    <a:pt x="42207" y="15464"/>
                    <a:pt x="54276" y="5805"/>
                    <a:pt x="65004" y="5805"/>
                  </a:cubicBezTo>
                  <a:cubicBezTo>
                    <a:pt x="82437" y="5805"/>
                    <a:pt x="86192" y="27210"/>
                    <a:pt x="86192" y="28776"/>
                  </a:cubicBezTo>
                  <a:cubicBezTo>
                    <a:pt x="86192" y="30342"/>
                    <a:pt x="85655" y="31908"/>
                    <a:pt x="85387" y="33214"/>
                  </a:cubicBezTo>
                  <a:lnTo>
                    <a:pt x="71977" y="84376"/>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1" name="Freeform: Shape 270">
              <a:extLst>
                <a:ext uri="{FF2B5EF4-FFF2-40B4-BE49-F238E27FC236}">
                  <a16:creationId xmlns:a16="http://schemas.microsoft.com/office/drawing/2014/main" id="{C2615B06-36BF-BF69-2DD4-CC005835819B}"/>
                </a:ext>
              </a:extLst>
            </p:cNvPr>
            <p:cNvSpPr/>
            <p:nvPr>
              <p:custDataLst>
                <p:tags r:id="rId7"/>
              </p:custDataLst>
            </p:nvPr>
          </p:nvSpPr>
          <p:spPr>
            <a:xfrm>
              <a:off x="9445655" y="6251802"/>
              <a:ext cx="57395" cy="184026"/>
            </a:xfrm>
            <a:custGeom>
              <a:avLst/>
              <a:gdLst>
                <a:gd name="connsiteX0" fmla="*/ 57499 w 57395"/>
                <a:gd name="connsiteY0" fmla="*/ 2934 h 184026"/>
                <a:gd name="connsiteX1" fmla="*/ 54013 w 57395"/>
                <a:gd name="connsiteY1" fmla="*/ 63 h 184026"/>
                <a:gd name="connsiteX2" fmla="*/ 21292 w 57395"/>
                <a:gd name="connsiteY2" fmla="*/ 2673 h 184026"/>
                <a:gd name="connsiteX3" fmla="*/ 16196 w 57395"/>
                <a:gd name="connsiteY3" fmla="*/ 8155 h 184026"/>
                <a:gd name="connsiteX4" fmla="*/ 22901 w 57395"/>
                <a:gd name="connsiteY4" fmla="*/ 11026 h 184026"/>
                <a:gd name="connsiteX5" fmla="*/ 36043 w 57395"/>
                <a:gd name="connsiteY5" fmla="*/ 15464 h 184026"/>
                <a:gd name="connsiteX6" fmla="*/ 35239 w 57395"/>
                <a:gd name="connsiteY6" fmla="*/ 20684 h 184026"/>
                <a:gd name="connsiteX7" fmla="*/ 1445 w 57395"/>
                <a:gd name="connsiteY7" fmla="*/ 151199 h 184026"/>
                <a:gd name="connsiteX8" fmla="*/ 104 w 57395"/>
                <a:gd name="connsiteY8" fmla="*/ 160074 h 184026"/>
                <a:gd name="connsiteX9" fmla="*/ 24511 w 57395"/>
                <a:gd name="connsiteY9" fmla="*/ 184089 h 184026"/>
                <a:gd name="connsiteX10" fmla="*/ 44626 w 57395"/>
                <a:gd name="connsiteY10" fmla="*/ 169471 h 184026"/>
                <a:gd name="connsiteX11" fmla="*/ 52672 w 57395"/>
                <a:gd name="connsiteY11" fmla="*/ 143890 h 184026"/>
                <a:gd name="connsiteX12" fmla="*/ 49453 w 57395"/>
                <a:gd name="connsiteY12" fmla="*/ 141280 h 184026"/>
                <a:gd name="connsiteX13" fmla="*/ 45699 w 57395"/>
                <a:gd name="connsiteY13" fmla="*/ 145979 h 184026"/>
                <a:gd name="connsiteX14" fmla="*/ 25315 w 57395"/>
                <a:gd name="connsiteY14" fmla="*/ 178346 h 184026"/>
                <a:gd name="connsiteX15" fmla="*/ 17269 w 57395"/>
                <a:gd name="connsiteY15" fmla="*/ 166339 h 184026"/>
                <a:gd name="connsiteX16" fmla="*/ 18878 w 57395"/>
                <a:gd name="connsiteY16" fmla="*/ 153810 h 184026"/>
                <a:gd name="connsiteX17" fmla="*/ 57499 w 57395"/>
                <a:gd name="connsiteY17" fmla="*/ 2934 h 184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395" h="184026">
                  <a:moveTo>
                    <a:pt x="57499" y="2934"/>
                  </a:moveTo>
                  <a:cubicBezTo>
                    <a:pt x="57499" y="2673"/>
                    <a:pt x="57499" y="63"/>
                    <a:pt x="54013" y="63"/>
                  </a:cubicBezTo>
                  <a:cubicBezTo>
                    <a:pt x="47844" y="63"/>
                    <a:pt x="28266" y="2151"/>
                    <a:pt x="21292" y="2673"/>
                  </a:cubicBezTo>
                  <a:cubicBezTo>
                    <a:pt x="19147" y="2934"/>
                    <a:pt x="16196" y="3195"/>
                    <a:pt x="16196" y="8155"/>
                  </a:cubicBezTo>
                  <a:cubicBezTo>
                    <a:pt x="16196" y="11026"/>
                    <a:pt x="18878" y="11026"/>
                    <a:pt x="22901" y="11026"/>
                  </a:cubicBezTo>
                  <a:cubicBezTo>
                    <a:pt x="35775" y="11026"/>
                    <a:pt x="36043" y="13375"/>
                    <a:pt x="36043" y="15464"/>
                  </a:cubicBezTo>
                  <a:lnTo>
                    <a:pt x="35239" y="20684"/>
                  </a:lnTo>
                  <a:lnTo>
                    <a:pt x="1445" y="151199"/>
                  </a:lnTo>
                  <a:cubicBezTo>
                    <a:pt x="641" y="154071"/>
                    <a:pt x="104" y="155898"/>
                    <a:pt x="104" y="160074"/>
                  </a:cubicBezTo>
                  <a:cubicBezTo>
                    <a:pt x="104" y="174953"/>
                    <a:pt x="11905" y="184089"/>
                    <a:pt x="24511" y="184089"/>
                  </a:cubicBezTo>
                  <a:cubicBezTo>
                    <a:pt x="33361" y="184089"/>
                    <a:pt x="40066" y="178868"/>
                    <a:pt x="44626" y="169471"/>
                  </a:cubicBezTo>
                  <a:cubicBezTo>
                    <a:pt x="49453" y="159552"/>
                    <a:pt x="52672" y="144412"/>
                    <a:pt x="52672" y="143890"/>
                  </a:cubicBezTo>
                  <a:cubicBezTo>
                    <a:pt x="52672" y="141280"/>
                    <a:pt x="50258" y="141280"/>
                    <a:pt x="49453" y="141280"/>
                  </a:cubicBezTo>
                  <a:cubicBezTo>
                    <a:pt x="46771" y="141280"/>
                    <a:pt x="46503" y="142324"/>
                    <a:pt x="45699" y="145979"/>
                  </a:cubicBezTo>
                  <a:cubicBezTo>
                    <a:pt x="41139" y="162946"/>
                    <a:pt x="36043" y="178346"/>
                    <a:pt x="25315" y="178346"/>
                  </a:cubicBezTo>
                  <a:cubicBezTo>
                    <a:pt x="17269" y="178346"/>
                    <a:pt x="17269" y="169993"/>
                    <a:pt x="17269" y="166339"/>
                  </a:cubicBezTo>
                  <a:cubicBezTo>
                    <a:pt x="17269" y="160074"/>
                    <a:pt x="17537" y="158769"/>
                    <a:pt x="18878" y="153810"/>
                  </a:cubicBezTo>
                  <a:lnTo>
                    <a:pt x="57499" y="293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2" name="Freeform: Shape 271">
              <a:extLst>
                <a:ext uri="{FF2B5EF4-FFF2-40B4-BE49-F238E27FC236}">
                  <a16:creationId xmlns:a16="http://schemas.microsoft.com/office/drawing/2014/main" id="{DA3B82BC-4751-6026-DB35-4554D5B1356A}"/>
                </a:ext>
              </a:extLst>
            </p:cNvPr>
            <p:cNvSpPr/>
            <p:nvPr>
              <p:custDataLst>
                <p:tags r:id="rId8"/>
              </p:custDataLst>
            </p:nvPr>
          </p:nvSpPr>
          <p:spPr>
            <a:xfrm>
              <a:off x="9526936" y="6317582"/>
              <a:ext cx="137855" cy="118246"/>
            </a:xfrm>
            <a:custGeom>
              <a:avLst/>
              <a:gdLst>
                <a:gd name="connsiteX0" fmla="*/ 86200 w 137855"/>
                <a:gd name="connsiteY0" fmla="*/ 100820 h 118246"/>
                <a:gd name="connsiteX1" fmla="*/ 110070 w 137855"/>
                <a:gd name="connsiteY1" fmla="*/ 118309 h 118246"/>
                <a:gd name="connsiteX2" fmla="*/ 129917 w 137855"/>
                <a:gd name="connsiteY2" fmla="*/ 103953 h 118246"/>
                <a:gd name="connsiteX3" fmla="*/ 137963 w 137855"/>
                <a:gd name="connsiteY3" fmla="*/ 78111 h 118246"/>
                <a:gd name="connsiteX4" fmla="*/ 134745 w 137855"/>
                <a:gd name="connsiteY4" fmla="*/ 75500 h 118246"/>
                <a:gd name="connsiteX5" fmla="*/ 130990 w 137855"/>
                <a:gd name="connsiteY5" fmla="*/ 80199 h 118246"/>
                <a:gd name="connsiteX6" fmla="*/ 110875 w 137855"/>
                <a:gd name="connsiteY6" fmla="*/ 112567 h 118246"/>
                <a:gd name="connsiteX7" fmla="*/ 102560 w 137855"/>
                <a:gd name="connsiteY7" fmla="*/ 100559 h 118246"/>
                <a:gd name="connsiteX8" fmla="*/ 107925 w 137855"/>
                <a:gd name="connsiteY8" fmla="*/ 73412 h 118246"/>
                <a:gd name="connsiteX9" fmla="*/ 115434 w 137855"/>
                <a:gd name="connsiteY9" fmla="*/ 45221 h 118246"/>
                <a:gd name="connsiteX10" fmla="*/ 119994 w 137855"/>
                <a:gd name="connsiteY10" fmla="*/ 27471 h 118246"/>
                <a:gd name="connsiteX11" fmla="*/ 124017 w 137855"/>
                <a:gd name="connsiteY11" fmla="*/ 9982 h 118246"/>
                <a:gd name="connsiteX12" fmla="*/ 116239 w 137855"/>
                <a:gd name="connsiteY12" fmla="*/ 2934 h 118246"/>
                <a:gd name="connsiteX13" fmla="*/ 105779 w 137855"/>
                <a:gd name="connsiteY13" fmla="*/ 12070 h 118246"/>
                <a:gd name="connsiteX14" fmla="*/ 85664 w 137855"/>
                <a:gd name="connsiteY14" fmla="*/ 90640 h 118246"/>
                <a:gd name="connsiteX15" fmla="*/ 55089 w 137855"/>
                <a:gd name="connsiteY15" fmla="*/ 112567 h 118246"/>
                <a:gd name="connsiteX16" fmla="*/ 38460 w 137855"/>
                <a:gd name="connsiteY16" fmla="*/ 91162 h 118246"/>
                <a:gd name="connsiteX17" fmla="*/ 52943 w 137855"/>
                <a:gd name="connsiteY17" fmla="*/ 37912 h 118246"/>
                <a:gd name="connsiteX18" fmla="*/ 57503 w 137855"/>
                <a:gd name="connsiteY18" fmla="*/ 21467 h 118246"/>
                <a:gd name="connsiteX19" fmla="*/ 35510 w 137855"/>
                <a:gd name="connsiteY19" fmla="*/ 63 h 118246"/>
                <a:gd name="connsiteX20" fmla="*/ 108 w 137855"/>
                <a:gd name="connsiteY20" fmla="*/ 40261 h 118246"/>
                <a:gd name="connsiteX21" fmla="*/ 3326 w 137855"/>
                <a:gd name="connsiteY21" fmla="*/ 42872 h 118246"/>
                <a:gd name="connsiteX22" fmla="*/ 7617 w 137855"/>
                <a:gd name="connsiteY22" fmla="*/ 38173 h 118246"/>
                <a:gd name="connsiteX23" fmla="*/ 34705 w 137855"/>
                <a:gd name="connsiteY23" fmla="*/ 5805 h 118246"/>
                <a:gd name="connsiteX24" fmla="*/ 41411 w 137855"/>
                <a:gd name="connsiteY24" fmla="*/ 14419 h 118246"/>
                <a:gd name="connsiteX25" fmla="*/ 36851 w 137855"/>
                <a:gd name="connsiteY25" fmla="*/ 32169 h 118246"/>
                <a:gd name="connsiteX26" fmla="*/ 21295 w 137855"/>
                <a:gd name="connsiteY26" fmla="*/ 86986 h 118246"/>
                <a:gd name="connsiteX27" fmla="*/ 54284 w 137855"/>
                <a:gd name="connsiteY27" fmla="*/ 118309 h 118246"/>
                <a:gd name="connsiteX28" fmla="*/ 86200 w 137855"/>
                <a:gd name="connsiteY28" fmla="*/ 100820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855" h="118246">
                  <a:moveTo>
                    <a:pt x="86200" y="100820"/>
                  </a:moveTo>
                  <a:cubicBezTo>
                    <a:pt x="89150" y="111523"/>
                    <a:pt x="98537" y="118309"/>
                    <a:pt x="110070" y="118309"/>
                  </a:cubicBezTo>
                  <a:cubicBezTo>
                    <a:pt x="119457" y="118309"/>
                    <a:pt x="125626" y="112306"/>
                    <a:pt x="129917" y="103953"/>
                  </a:cubicBezTo>
                  <a:cubicBezTo>
                    <a:pt x="134476" y="94556"/>
                    <a:pt x="137963" y="78633"/>
                    <a:pt x="137963" y="78111"/>
                  </a:cubicBezTo>
                  <a:cubicBezTo>
                    <a:pt x="137963" y="75500"/>
                    <a:pt x="135549" y="75500"/>
                    <a:pt x="134745" y="75500"/>
                  </a:cubicBezTo>
                  <a:cubicBezTo>
                    <a:pt x="132063" y="75500"/>
                    <a:pt x="131794" y="76545"/>
                    <a:pt x="130990" y="80199"/>
                  </a:cubicBezTo>
                  <a:cubicBezTo>
                    <a:pt x="127235" y="94817"/>
                    <a:pt x="122139" y="112567"/>
                    <a:pt x="110875" y="112567"/>
                  </a:cubicBezTo>
                  <a:cubicBezTo>
                    <a:pt x="105242" y="112567"/>
                    <a:pt x="102560" y="109173"/>
                    <a:pt x="102560" y="100559"/>
                  </a:cubicBezTo>
                  <a:cubicBezTo>
                    <a:pt x="102560" y="94817"/>
                    <a:pt x="105779" y="82548"/>
                    <a:pt x="107925" y="73412"/>
                  </a:cubicBezTo>
                  <a:lnTo>
                    <a:pt x="115434" y="45221"/>
                  </a:lnTo>
                  <a:cubicBezTo>
                    <a:pt x="116239" y="41306"/>
                    <a:pt x="118921" y="31386"/>
                    <a:pt x="119994" y="27471"/>
                  </a:cubicBezTo>
                  <a:cubicBezTo>
                    <a:pt x="121335" y="21467"/>
                    <a:pt x="124017" y="11548"/>
                    <a:pt x="124017" y="9982"/>
                  </a:cubicBezTo>
                  <a:cubicBezTo>
                    <a:pt x="124017" y="5283"/>
                    <a:pt x="120262" y="2934"/>
                    <a:pt x="116239" y="2934"/>
                  </a:cubicBezTo>
                  <a:cubicBezTo>
                    <a:pt x="114898" y="2934"/>
                    <a:pt x="107925" y="3195"/>
                    <a:pt x="105779" y="12070"/>
                  </a:cubicBezTo>
                  <a:cubicBezTo>
                    <a:pt x="100683" y="31125"/>
                    <a:pt x="88882" y="76806"/>
                    <a:pt x="85664" y="90640"/>
                  </a:cubicBezTo>
                  <a:cubicBezTo>
                    <a:pt x="85396" y="91684"/>
                    <a:pt x="74668" y="112567"/>
                    <a:pt x="55089" y="112567"/>
                  </a:cubicBezTo>
                  <a:cubicBezTo>
                    <a:pt x="41142" y="112567"/>
                    <a:pt x="38460" y="100820"/>
                    <a:pt x="38460" y="91162"/>
                  </a:cubicBezTo>
                  <a:cubicBezTo>
                    <a:pt x="38460" y="76545"/>
                    <a:pt x="45970" y="55923"/>
                    <a:pt x="52943" y="37912"/>
                  </a:cubicBezTo>
                  <a:cubicBezTo>
                    <a:pt x="56162" y="30081"/>
                    <a:pt x="57503" y="26427"/>
                    <a:pt x="57503" y="21467"/>
                  </a:cubicBezTo>
                  <a:cubicBezTo>
                    <a:pt x="57503" y="9721"/>
                    <a:pt x="48920" y="63"/>
                    <a:pt x="35510" y="63"/>
                  </a:cubicBezTo>
                  <a:cubicBezTo>
                    <a:pt x="10031" y="63"/>
                    <a:pt x="108" y="37912"/>
                    <a:pt x="108" y="40261"/>
                  </a:cubicBezTo>
                  <a:cubicBezTo>
                    <a:pt x="108" y="42872"/>
                    <a:pt x="2790" y="42872"/>
                    <a:pt x="3326" y="42872"/>
                  </a:cubicBezTo>
                  <a:cubicBezTo>
                    <a:pt x="6008" y="42872"/>
                    <a:pt x="6276" y="42350"/>
                    <a:pt x="7617" y="38173"/>
                  </a:cubicBezTo>
                  <a:cubicBezTo>
                    <a:pt x="14322" y="15464"/>
                    <a:pt x="24514" y="5805"/>
                    <a:pt x="34705" y="5805"/>
                  </a:cubicBezTo>
                  <a:cubicBezTo>
                    <a:pt x="37119" y="5805"/>
                    <a:pt x="41411" y="6066"/>
                    <a:pt x="41411" y="14419"/>
                  </a:cubicBezTo>
                  <a:cubicBezTo>
                    <a:pt x="41411" y="20684"/>
                    <a:pt x="38460" y="28254"/>
                    <a:pt x="36851" y="32169"/>
                  </a:cubicBezTo>
                  <a:cubicBezTo>
                    <a:pt x="26928" y="58011"/>
                    <a:pt x="21295" y="74195"/>
                    <a:pt x="21295" y="86986"/>
                  </a:cubicBezTo>
                  <a:cubicBezTo>
                    <a:pt x="21295" y="111784"/>
                    <a:pt x="39801" y="118309"/>
                    <a:pt x="54284" y="118309"/>
                  </a:cubicBezTo>
                  <a:cubicBezTo>
                    <a:pt x="71986" y="118309"/>
                    <a:pt x="81641" y="106563"/>
                    <a:pt x="86200" y="100820"/>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3" name="Freeform: Shape 272">
              <a:extLst>
                <a:ext uri="{FF2B5EF4-FFF2-40B4-BE49-F238E27FC236}">
                  <a16:creationId xmlns:a16="http://schemas.microsoft.com/office/drawing/2014/main" id="{D791A9EB-0C3E-4F65-B61A-C6B80C12CEF9}"/>
                </a:ext>
              </a:extLst>
            </p:cNvPr>
            <p:cNvSpPr/>
            <p:nvPr>
              <p:custDataLst>
                <p:tags r:id="rId9"/>
              </p:custDataLst>
            </p:nvPr>
          </p:nvSpPr>
          <p:spPr>
            <a:xfrm>
              <a:off x="9685029" y="6317582"/>
              <a:ext cx="102989" cy="118246"/>
            </a:xfrm>
            <a:custGeom>
              <a:avLst/>
              <a:gdLst>
                <a:gd name="connsiteX0" fmla="*/ 37930 w 102989"/>
                <a:gd name="connsiteY0" fmla="*/ 55140 h 118246"/>
                <a:gd name="connsiteX1" fmla="*/ 78964 w 102989"/>
                <a:gd name="connsiteY1" fmla="*/ 49136 h 118246"/>
                <a:gd name="connsiteX2" fmla="*/ 99080 w 102989"/>
                <a:gd name="connsiteY2" fmla="*/ 22250 h 118246"/>
                <a:gd name="connsiteX3" fmla="*/ 70382 w 102989"/>
                <a:gd name="connsiteY3" fmla="*/ 63 h 118246"/>
                <a:gd name="connsiteX4" fmla="*/ 113 w 102989"/>
                <a:gd name="connsiteY4" fmla="*/ 71063 h 118246"/>
                <a:gd name="connsiteX5" fmla="*/ 42221 w 102989"/>
                <a:gd name="connsiteY5" fmla="*/ 118309 h 118246"/>
                <a:gd name="connsiteX6" fmla="*/ 103103 w 102989"/>
                <a:gd name="connsiteY6" fmla="*/ 87508 h 118246"/>
                <a:gd name="connsiteX7" fmla="*/ 99884 w 102989"/>
                <a:gd name="connsiteY7" fmla="*/ 84114 h 118246"/>
                <a:gd name="connsiteX8" fmla="*/ 96398 w 102989"/>
                <a:gd name="connsiteY8" fmla="*/ 86725 h 118246"/>
                <a:gd name="connsiteX9" fmla="*/ 42757 w 102989"/>
                <a:gd name="connsiteY9" fmla="*/ 112567 h 118246"/>
                <a:gd name="connsiteX10" fmla="*/ 19424 w 102989"/>
                <a:gd name="connsiteY10" fmla="*/ 82287 h 118246"/>
                <a:gd name="connsiteX11" fmla="*/ 23715 w 102989"/>
                <a:gd name="connsiteY11" fmla="*/ 55140 h 118246"/>
                <a:gd name="connsiteX12" fmla="*/ 37930 w 102989"/>
                <a:gd name="connsiteY12" fmla="*/ 55140 h 118246"/>
                <a:gd name="connsiteX13" fmla="*/ 25324 w 102989"/>
                <a:gd name="connsiteY13" fmla="*/ 49397 h 118246"/>
                <a:gd name="connsiteX14" fmla="*/ 70382 w 102989"/>
                <a:gd name="connsiteY14" fmla="*/ 5805 h 118246"/>
                <a:gd name="connsiteX15" fmla="*/ 90229 w 102989"/>
                <a:gd name="connsiteY15" fmla="*/ 22250 h 118246"/>
                <a:gd name="connsiteX16" fmla="*/ 36320 w 102989"/>
                <a:gd name="connsiteY16" fmla="*/ 49397 h 118246"/>
                <a:gd name="connsiteX17" fmla="*/ 25324 w 102989"/>
                <a:gd name="connsiteY17" fmla="*/ 49397 h 1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2989" h="118246">
                  <a:moveTo>
                    <a:pt x="37930" y="55140"/>
                  </a:moveTo>
                  <a:cubicBezTo>
                    <a:pt x="45707" y="55140"/>
                    <a:pt x="65554" y="54618"/>
                    <a:pt x="78964" y="49136"/>
                  </a:cubicBezTo>
                  <a:cubicBezTo>
                    <a:pt x="97739" y="41306"/>
                    <a:pt x="99080" y="25905"/>
                    <a:pt x="99080" y="22250"/>
                  </a:cubicBezTo>
                  <a:cubicBezTo>
                    <a:pt x="99080" y="10765"/>
                    <a:pt x="88888" y="63"/>
                    <a:pt x="70382" y="63"/>
                  </a:cubicBezTo>
                  <a:cubicBezTo>
                    <a:pt x="40612" y="63"/>
                    <a:pt x="113" y="25383"/>
                    <a:pt x="113" y="71063"/>
                  </a:cubicBezTo>
                  <a:cubicBezTo>
                    <a:pt x="113" y="97688"/>
                    <a:pt x="15937" y="118309"/>
                    <a:pt x="42221" y="118309"/>
                  </a:cubicBezTo>
                  <a:cubicBezTo>
                    <a:pt x="80574" y="118309"/>
                    <a:pt x="103103" y="90640"/>
                    <a:pt x="103103" y="87508"/>
                  </a:cubicBezTo>
                  <a:cubicBezTo>
                    <a:pt x="103103" y="85942"/>
                    <a:pt x="101493" y="84114"/>
                    <a:pt x="99884" y="84114"/>
                  </a:cubicBezTo>
                  <a:cubicBezTo>
                    <a:pt x="98543" y="84114"/>
                    <a:pt x="98007" y="84637"/>
                    <a:pt x="96398" y="86725"/>
                  </a:cubicBezTo>
                  <a:cubicBezTo>
                    <a:pt x="75210" y="112567"/>
                    <a:pt x="45976" y="112567"/>
                    <a:pt x="42757" y="112567"/>
                  </a:cubicBezTo>
                  <a:cubicBezTo>
                    <a:pt x="21838" y="112567"/>
                    <a:pt x="19424" y="90640"/>
                    <a:pt x="19424" y="82287"/>
                  </a:cubicBezTo>
                  <a:cubicBezTo>
                    <a:pt x="19424" y="79155"/>
                    <a:pt x="19692" y="71063"/>
                    <a:pt x="23715" y="55140"/>
                  </a:cubicBezTo>
                  <a:lnTo>
                    <a:pt x="37930" y="55140"/>
                  </a:lnTo>
                  <a:close/>
                  <a:moveTo>
                    <a:pt x="25324" y="49397"/>
                  </a:moveTo>
                  <a:cubicBezTo>
                    <a:pt x="35784" y="9721"/>
                    <a:pt x="63409" y="5805"/>
                    <a:pt x="70382" y="5805"/>
                  </a:cubicBezTo>
                  <a:cubicBezTo>
                    <a:pt x="82987" y="5805"/>
                    <a:pt x="90229" y="13375"/>
                    <a:pt x="90229" y="22250"/>
                  </a:cubicBezTo>
                  <a:cubicBezTo>
                    <a:pt x="90229" y="49397"/>
                    <a:pt x="47317" y="49397"/>
                    <a:pt x="36320" y="49397"/>
                  </a:cubicBezTo>
                  <a:lnTo>
                    <a:pt x="25324" y="49397"/>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4" name="Freeform: Shape 273">
              <a:extLst>
                <a:ext uri="{FF2B5EF4-FFF2-40B4-BE49-F238E27FC236}">
                  <a16:creationId xmlns:a16="http://schemas.microsoft.com/office/drawing/2014/main" id="{2D870AAD-8FA9-FBF3-612D-D113D5A78B1B}"/>
                </a:ext>
              </a:extLst>
            </p:cNvPr>
            <p:cNvSpPr/>
            <p:nvPr>
              <p:custDataLst>
                <p:tags r:id="rId10"/>
              </p:custDataLst>
            </p:nvPr>
          </p:nvSpPr>
          <p:spPr>
            <a:xfrm>
              <a:off x="9887092" y="6337159"/>
              <a:ext cx="178353" cy="61081"/>
            </a:xfrm>
            <a:custGeom>
              <a:avLst/>
              <a:gdLst>
                <a:gd name="connsiteX0" fmla="*/ 169356 w 178353"/>
                <a:gd name="connsiteY0" fmla="*/ 10504 h 61081"/>
                <a:gd name="connsiteX1" fmla="*/ 178475 w 178353"/>
                <a:gd name="connsiteY1" fmla="*/ 5283 h 61081"/>
                <a:gd name="connsiteX2" fmla="*/ 169624 w 178353"/>
                <a:gd name="connsiteY2" fmla="*/ 63 h 61081"/>
                <a:gd name="connsiteX3" fmla="*/ 8971 w 178353"/>
                <a:gd name="connsiteY3" fmla="*/ 63 h 61081"/>
                <a:gd name="connsiteX4" fmla="*/ 121 w 178353"/>
                <a:gd name="connsiteY4" fmla="*/ 5283 h 61081"/>
                <a:gd name="connsiteX5" fmla="*/ 9239 w 178353"/>
                <a:gd name="connsiteY5" fmla="*/ 10504 h 61081"/>
                <a:gd name="connsiteX6" fmla="*/ 169356 w 178353"/>
                <a:gd name="connsiteY6" fmla="*/ 10504 h 61081"/>
                <a:gd name="connsiteX7" fmla="*/ 169624 w 178353"/>
                <a:gd name="connsiteY7" fmla="*/ 61144 h 61081"/>
                <a:gd name="connsiteX8" fmla="*/ 178475 w 178353"/>
                <a:gd name="connsiteY8" fmla="*/ 55923 h 61081"/>
                <a:gd name="connsiteX9" fmla="*/ 169356 w 178353"/>
                <a:gd name="connsiteY9" fmla="*/ 50703 h 61081"/>
                <a:gd name="connsiteX10" fmla="*/ 9239 w 178353"/>
                <a:gd name="connsiteY10" fmla="*/ 50703 h 61081"/>
                <a:gd name="connsiteX11" fmla="*/ 121 w 178353"/>
                <a:gd name="connsiteY11" fmla="*/ 55923 h 61081"/>
                <a:gd name="connsiteX12" fmla="*/ 8971 w 178353"/>
                <a:gd name="connsiteY12" fmla="*/ 61144 h 61081"/>
                <a:gd name="connsiteX13" fmla="*/ 169624 w 178353"/>
                <a:gd name="connsiteY13" fmla="*/ 61144 h 6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53" h="61081">
                  <a:moveTo>
                    <a:pt x="169356" y="10504"/>
                  </a:moveTo>
                  <a:cubicBezTo>
                    <a:pt x="173379" y="10504"/>
                    <a:pt x="178475" y="10504"/>
                    <a:pt x="178475" y="5283"/>
                  </a:cubicBezTo>
                  <a:cubicBezTo>
                    <a:pt x="178475" y="63"/>
                    <a:pt x="173379" y="63"/>
                    <a:pt x="169624" y="63"/>
                  </a:cubicBezTo>
                  <a:lnTo>
                    <a:pt x="8971" y="63"/>
                  </a:lnTo>
                  <a:cubicBezTo>
                    <a:pt x="5216" y="63"/>
                    <a:pt x="121" y="63"/>
                    <a:pt x="121" y="5283"/>
                  </a:cubicBezTo>
                  <a:cubicBezTo>
                    <a:pt x="121" y="10504"/>
                    <a:pt x="5216" y="10504"/>
                    <a:pt x="9239" y="10504"/>
                  </a:cubicBezTo>
                  <a:lnTo>
                    <a:pt x="169356" y="10504"/>
                  </a:lnTo>
                  <a:close/>
                  <a:moveTo>
                    <a:pt x="169624" y="61144"/>
                  </a:moveTo>
                  <a:cubicBezTo>
                    <a:pt x="173379" y="61144"/>
                    <a:pt x="178475" y="61144"/>
                    <a:pt x="178475" y="55923"/>
                  </a:cubicBezTo>
                  <a:cubicBezTo>
                    <a:pt x="178475" y="50703"/>
                    <a:pt x="173379" y="50703"/>
                    <a:pt x="169356" y="50703"/>
                  </a:cubicBezTo>
                  <a:lnTo>
                    <a:pt x="9239" y="50703"/>
                  </a:lnTo>
                  <a:cubicBezTo>
                    <a:pt x="5216" y="50703"/>
                    <a:pt x="121" y="50703"/>
                    <a:pt x="121" y="55923"/>
                  </a:cubicBezTo>
                  <a:cubicBezTo>
                    <a:pt x="121" y="61144"/>
                    <a:pt x="5216" y="61144"/>
                    <a:pt x="8971" y="61144"/>
                  </a:cubicBezTo>
                  <a:lnTo>
                    <a:pt x="169624" y="6114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5" name="Freeform: Shape 274">
              <a:extLst>
                <a:ext uri="{FF2B5EF4-FFF2-40B4-BE49-F238E27FC236}">
                  <a16:creationId xmlns:a16="http://schemas.microsoft.com/office/drawing/2014/main" id="{F9E0CA3B-7BB5-DC3C-67BA-A0C479BDB035}"/>
                </a:ext>
              </a:extLst>
            </p:cNvPr>
            <p:cNvSpPr/>
            <p:nvPr>
              <p:custDataLst>
                <p:tags r:id="rId11"/>
              </p:custDataLst>
            </p:nvPr>
          </p:nvSpPr>
          <p:spPr>
            <a:xfrm>
              <a:off x="10179043" y="6259111"/>
              <a:ext cx="88506" cy="173846"/>
            </a:xfrm>
            <a:custGeom>
              <a:avLst/>
              <a:gdLst>
                <a:gd name="connsiteX0" fmla="*/ 55112 w 88506"/>
                <a:gd name="connsiteY0" fmla="*/ 6850 h 173846"/>
                <a:gd name="connsiteX1" fmla="*/ 48944 w 88506"/>
                <a:gd name="connsiteY1" fmla="*/ 63 h 173846"/>
                <a:gd name="connsiteX2" fmla="*/ 131 w 88506"/>
                <a:gd name="connsiteY2" fmla="*/ 16769 h 173846"/>
                <a:gd name="connsiteX3" fmla="*/ 131 w 88506"/>
                <a:gd name="connsiteY3" fmla="*/ 24861 h 173846"/>
                <a:gd name="connsiteX4" fmla="*/ 35266 w 88506"/>
                <a:gd name="connsiteY4" fmla="*/ 18074 h 173846"/>
                <a:gd name="connsiteX5" fmla="*/ 35266 w 88506"/>
                <a:gd name="connsiteY5" fmla="*/ 153287 h 173846"/>
                <a:gd name="connsiteX6" fmla="*/ 10323 w 88506"/>
                <a:gd name="connsiteY6" fmla="*/ 165817 h 173846"/>
                <a:gd name="connsiteX7" fmla="*/ 1740 w 88506"/>
                <a:gd name="connsiteY7" fmla="*/ 165817 h 173846"/>
                <a:gd name="connsiteX8" fmla="*/ 1740 w 88506"/>
                <a:gd name="connsiteY8" fmla="*/ 173909 h 173846"/>
                <a:gd name="connsiteX9" fmla="*/ 45189 w 88506"/>
                <a:gd name="connsiteY9" fmla="*/ 173126 h 173846"/>
                <a:gd name="connsiteX10" fmla="*/ 88638 w 88506"/>
                <a:gd name="connsiteY10" fmla="*/ 173909 h 173846"/>
                <a:gd name="connsiteX11" fmla="*/ 88638 w 88506"/>
                <a:gd name="connsiteY11" fmla="*/ 165817 h 173846"/>
                <a:gd name="connsiteX12" fmla="*/ 80055 w 88506"/>
                <a:gd name="connsiteY12" fmla="*/ 165817 h 173846"/>
                <a:gd name="connsiteX13" fmla="*/ 55112 w 88506"/>
                <a:gd name="connsiteY13" fmla="*/ 153287 h 173846"/>
                <a:gd name="connsiteX14" fmla="*/ 55112 w 88506"/>
                <a:gd name="connsiteY14" fmla="*/ 6850 h 173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8506" h="173846">
                  <a:moveTo>
                    <a:pt x="55112" y="6850"/>
                  </a:moveTo>
                  <a:cubicBezTo>
                    <a:pt x="55112" y="585"/>
                    <a:pt x="55112" y="63"/>
                    <a:pt x="48944" y="63"/>
                  </a:cubicBezTo>
                  <a:cubicBezTo>
                    <a:pt x="32315" y="16769"/>
                    <a:pt x="8714" y="16769"/>
                    <a:pt x="131" y="16769"/>
                  </a:cubicBezTo>
                  <a:lnTo>
                    <a:pt x="131" y="24861"/>
                  </a:lnTo>
                  <a:cubicBezTo>
                    <a:pt x="5495" y="24861"/>
                    <a:pt x="21319" y="24861"/>
                    <a:pt x="35266" y="18074"/>
                  </a:cubicBezTo>
                  <a:lnTo>
                    <a:pt x="35266" y="153287"/>
                  </a:lnTo>
                  <a:cubicBezTo>
                    <a:pt x="35266" y="162685"/>
                    <a:pt x="34461" y="165817"/>
                    <a:pt x="10323" y="165817"/>
                  </a:cubicBezTo>
                  <a:lnTo>
                    <a:pt x="1740" y="165817"/>
                  </a:lnTo>
                  <a:lnTo>
                    <a:pt x="1740" y="173909"/>
                  </a:lnTo>
                  <a:cubicBezTo>
                    <a:pt x="11127" y="173126"/>
                    <a:pt x="34461" y="173126"/>
                    <a:pt x="45189" y="173126"/>
                  </a:cubicBezTo>
                  <a:cubicBezTo>
                    <a:pt x="55917" y="173126"/>
                    <a:pt x="79251" y="173126"/>
                    <a:pt x="88638" y="173909"/>
                  </a:cubicBezTo>
                  <a:lnTo>
                    <a:pt x="88638" y="165817"/>
                  </a:lnTo>
                  <a:lnTo>
                    <a:pt x="80055" y="165817"/>
                  </a:lnTo>
                  <a:cubicBezTo>
                    <a:pt x="55917" y="165817"/>
                    <a:pt x="55112" y="162946"/>
                    <a:pt x="55112" y="153287"/>
                  </a:cubicBezTo>
                  <a:lnTo>
                    <a:pt x="55112" y="6850"/>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6" name="Freeform: Shape 275">
              <a:extLst>
                <a:ext uri="{FF2B5EF4-FFF2-40B4-BE49-F238E27FC236}">
                  <a16:creationId xmlns:a16="http://schemas.microsoft.com/office/drawing/2014/main" id="{8866AF06-84FD-EFA6-F6D6-7916CD2AF815}"/>
                </a:ext>
              </a:extLst>
            </p:cNvPr>
            <p:cNvSpPr/>
            <p:nvPr>
              <p:custDataLst>
                <p:tags r:id="rId12"/>
              </p:custDataLst>
            </p:nvPr>
          </p:nvSpPr>
          <p:spPr>
            <a:xfrm>
              <a:off x="10371134" y="6362479"/>
              <a:ext cx="163871" cy="10441"/>
            </a:xfrm>
            <a:custGeom>
              <a:avLst/>
              <a:gdLst>
                <a:gd name="connsiteX0" fmla="*/ 154622 w 163871"/>
                <a:gd name="connsiteY0" fmla="*/ 10504 h 10441"/>
                <a:gd name="connsiteX1" fmla="*/ 164009 w 163871"/>
                <a:gd name="connsiteY1" fmla="*/ 5283 h 10441"/>
                <a:gd name="connsiteX2" fmla="*/ 154622 w 163871"/>
                <a:gd name="connsiteY2" fmla="*/ 63 h 10441"/>
                <a:gd name="connsiteX3" fmla="*/ 9525 w 163871"/>
                <a:gd name="connsiteY3" fmla="*/ 63 h 10441"/>
                <a:gd name="connsiteX4" fmla="*/ 138 w 163871"/>
                <a:gd name="connsiteY4" fmla="*/ 5283 h 10441"/>
                <a:gd name="connsiteX5" fmla="*/ 9525 w 163871"/>
                <a:gd name="connsiteY5" fmla="*/ 10504 h 10441"/>
                <a:gd name="connsiteX6" fmla="*/ 154622 w 163871"/>
                <a:gd name="connsiteY6" fmla="*/ 10504 h 1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871" h="10441">
                  <a:moveTo>
                    <a:pt x="154622" y="10504"/>
                  </a:moveTo>
                  <a:cubicBezTo>
                    <a:pt x="159182" y="10504"/>
                    <a:pt x="164009" y="10504"/>
                    <a:pt x="164009" y="5283"/>
                  </a:cubicBezTo>
                  <a:cubicBezTo>
                    <a:pt x="164009" y="63"/>
                    <a:pt x="159182" y="63"/>
                    <a:pt x="154622" y="63"/>
                  </a:cubicBezTo>
                  <a:lnTo>
                    <a:pt x="9525" y="63"/>
                  </a:lnTo>
                  <a:cubicBezTo>
                    <a:pt x="4966" y="63"/>
                    <a:pt x="138" y="63"/>
                    <a:pt x="138" y="5283"/>
                  </a:cubicBezTo>
                  <a:cubicBezTo>
                    <a:pt x="138" y="10504"/>
                    <a:pt x="4966" y="10504"/>
                    <a:pt x="9525" y="10504"/>
                  </a:cubicBezTo>
                  <a:lnTo>
                    <a:pt x="154622" y="1050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7" name="Freeform: Shape 276">
              <a:extLst>
                <a:ext uri="{FF2B5EF4-FFF2-40B4-BE49-F238E27FC236}">
                  <a16:creationId xmlns:a16="http://schemas.microsoft.com/office/drawing/2014/main" id="{98EE507B-09DF-B6D5-F2A7-32E0A819C5ED}"/>
                </a:ext>
              </a:extLst>
            </p:cNvPr>
            <p:cNvSpPr/>
            <p:nvPr>
              <p:custDataLst>
                <p:tags r:id="rId13"/>
              </p:custDataLst>
            </p:nvPr>
          </p:nvSpPr>
          <p:spPr>
            <a:xfrm>
              <a:off x="10632093" y="6254674"/>
              <a:ext cx="163334" cy="178283"/>
            </a:xfrm>
            <a:custGeom>
              <a:avLst/>
              <a:gdLst>
                <a:gd name="connsiteX0" fmla="*/ 92141 w 163334"/>
                <a:gd name="connsiteY0" fmla="*/ 143107 h 178283"/>
                <a:gd name="connsiteX1" fmla="*/ 163483 w 163334"/>
                <a:gd name="connsiteY1" fmla="*/ 89335 h 178283"/>
                <a:gd name="connsiteX2" fmla="*/ 92141 w 163334"/>
                <a:gd name="connsiteY2" fmla="*/ 35302 h 178283"/>
                <a:gd name="connsiteX3" fmla="*/ 92141 w 163334"/>
                <a:gd name="connsiteY3" fmla="*/ 20684 h 178283"/>
                <a:gd name="connsiteX4" fmla="*/ 117621 w 163334"/>
                <a:gd name="connsiteY4" fmla="*/ 8155 h 178283"/>
                <a:gd name="connsiteX5" fmla="*/ 126471 w 163334"/>
                <a:gd name="connsiteY5" fmla="*/ 8155 h 178283"/>
                <a:gd name="connsiteX6" fmla="*/ 126471 w 163334"/>
                <a:gd name="connsiteY6" fmla="*/ 63 h 178283"/>
                <a:gd name="connsiteX7" fmla="*/ 81145 w 163334"/>
                <a:gd name="connsiteY7" fmla="*/ 846 h 178283"/>
                <a:gd name="connsiteX8" fmla="*/ 35551 w 163334"/>
                <a:gd name="connsiteY8" fmla="*/ 63 h 178283"/>
                <a:gd name="connsiteX9" fmla="*/ 35551 w 163334"/>
                <a:gd name="connsiteY9" fmla="*/ 8155 h 178283"/>
                <a:gd name="connsiteX10" fmla="*/ 44402 w 163334"/>
                <a:gd name="connsiteY10" fmla="*/ 8155 h 178283"/>
                <a:gd name="connsiteX11" fmla="*/ 69881 w 163334"/>
                <a:gd name="connsiteY11" fmla="*/ 20684 h 178283"/>
                <a:gd name="connsiteX12" fmla="*/ 69881 w 163334"/>
                <a:gd name="connsiteY12" fmla="*/ 35302 h 178283"/>
                <a:gd name="connsiteX13" fmla="*/ 148 w 163334"/>
                <a:gd name="connsiteY13" fmla="*/ 89074 h 178283"/>
                <a:gd name="connsiteX14" fmla="*/ 69881 w 163334"/>
                <a:gd name="connsiteY14" fmla="*/ 143107 h 178283"/>
                <a:gd name="connsiteX15" fmla="*/ 69881 w 163334"/>
                <a:gd name="connsiteY15" fmla="*/ 157725 h 178283"/>
                <a:gd name="connsiteX16" fmla="*/ 44402 w 163334"/>
                <a:gd name="connsiteY16" fmla="*/ 170254 h 178283"/>
                <a:gd name="connsiteX17" fmla="*/ 35551 w 163334"/>
                <a:gd name="connsiteY17" fmla="*/ 170254 h 178283"/>
                <a:gd name="connsiteX18" fmla="*/ 35551 w 163334"/>
                <a:gd name="connsiteY18" fmla="*/ 178346 h 178283"/>
                <a:gd name="connsiteX19" fmla="*/ 80877 w 163334"/>
                <a:gd name="connsiteY19" fmla="*/ 177563 h 178283"/>
                <a:gd name="connsiteX20" fmla="*/ 126471 w 163334"/>
                <a:gd name="connsiteY20" fmla="*/ 178346 h 178283"/>
                <a:gd name="connsiteX21" fmla="*/ 126471 w 163334"/>
                <a:gd name="connsiteY21" fmla="*/ 170254 h 178283"/>
                <a:gd name="connsiteX22" fmla="*/ 117621 w 163334"/>
                <a:gd name="connsiteY22" fmla="*/ 170254 h 178283"/>
                <a:gd name="connsiteX23" fmla="*/ 92141 w 163334"/>
                <a:gd name="connsiteY23" fmla="*/ 157725 h 178283"/>
                <a:gd name="connsiteX24" fmla="*/ 92141 w 163334"/>
                <a:gd name="connsiteY24" fmla="*/ 143107 h 178283"/>
                <a:gd name="connsiteX25" fmla="*/ 69881 w 163334"/>
                <a:gd name="connsiteY25" fmla="*/ 137104 h 178283"/>
                <a:gd name="connsiteX26" fmla="*/ 26968 w 163334"/>
                <a:gd name="connsiteY26" fmla="*/ 89335 h 178283"/>
                <a:gd name="connsiteX27" fmla="*/ 69881 w 163334"/>
                <a:gd name="connsiteY27" fmla="*/ 41306 h 178283"/>
                <a:gd name="connsiteX28" fmla="*/ 69881 w 163334"/>
                <a:gd name="connsiteY28" fmla="*/ 137104 h 178283"/>
                <a:gd name="connsiteX29" fmla="*/ 92141 w 163334"/>
                <a:gd name="connsiteY29" fmla="*/ 41044 h 178283"/>
                <a:gd name="connsiteX30" fmla="*/ 136663 w 163334"/>
                <a:gd name="connsiteY30" fmla="*/ 89074 h 178283"/>
                <a:gd name="connsiteX31" fmla="*/ 92141 w 163334"/>
                <a:gd name="connsiteY31" fmla="*/ 137365 h 178283"/>
                <a:gd name="connsiteX32" fmla="*/ 92141 w 163334"/>
                <a:gd name="connsiteY32" fmla="*/ 41044 h 17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63334" h="178283">
                  <a:moveTo>
                    <a:pt x="92141" y="143107"/>
                  </a:moveTo>
                  <a:cubicBezTo>
                    <a:pt x="133713" y="139975"/>
                    <a:pt x="163483" y="115699"/>
                    <a:pt x="163483" y="89335"/>
                  </a:cubicBezTo>
                  <a:cubicBezTo>
                    <a:pt x="163483" y="62188"/>
                    <a:pt x="132908" y="38434"/>
                    <a:pt x="92141" y="35302"/>
                  </a:cubicBezTo>
                  <a:lnTo>
                    <a:pt x="92141" y="20684"/>
                  </a:lnTo>
                  <a:cubicBezTo>
                    <a:pt x="92141" y="11809"/>
                    <a:pt x="92141" y="8155"/>
                    <a:pt x="117621" y="8155"/>
                  </a:cubicBezTo>
                  <a:lnTo>
                    <a:pt x="126471" y="8155"/>
                  </a:lnTo>
                  <a:lnTo>
                    <a:pt x="126471" y="63"/>
                  </a:lnTo>
                  <a:cubicBezTo>
                    <a:pt x="116816" y="846"/>
                    <a:pt x="92141" y="846"/>
                    <a:pt x="81145" y="846"/>
                  </a:cubicBezTo>
                  <a:cubicBezTo>
                    <a:pt x="70149" y="846"/>
                    <a:pt x="45206" y="846"/>
                    <a:pt x="35551" y="63"/>
                  </a:cubicBezTo>
                  <a:lnTo>
                    <a:pt x="35551" y="8155"/>
                  </a:lnTo>
                  <a:lnTo>
                    <a:pt x="44402" y="8155"/>
                  </a:lnTo>
                  <a:cubicBezTo>
                    <a:pt x="69881" y="8155"/>
                    <a:pt x="69881" y="11548"/>
                    <a:pt x="69881" y="20684"/>
                  </a:cubicBezTo>
                  <a:lnTo>
                    <a:pt x="69881" y="35302"/>
                  </a:lnTo>
                  <a:cubicBezTo>
                    <a:pt x="28846" y="39217"/>
                    <a:pt x="148" y="63232"/>
                    <a:pt x="148" y="89074"/>
                  </a:cubicBezTo>
                  <a:cubicBezTo>
                    <a:pt x="148" y="115960"/>
                    <a:pt x="29919" y="139192"/>
                    <a:pt x="69881" y="143107"/>
                  </a:cubicBezTo>
                  <a:lnTo>
                    <a:pt x="69881" y="157725"/>
                  </a:lnTo>
                  <a:cubicBezTo>
                    <a:pt x="69881" y="166600"/>
                    <a:pt x="69881" y="170254"/>
                    <a:pt x="44402" y="170254"/>
                  </a:cubicBezTo>
                  <a:lnTo>
                    <a:pt x="35551" y="170254"/>
                  </a:lnTo>
                  <a:lnTo>
                    <a:pt x="35551" y="178346"/>
                  </a:lnTo>
                  <a:cubicBezTo>
                    <a:pt x="45206" y="177563"/>
                    <a:pt x="69881" y="177563"/>
                    <a:pt x="80877" y="177563"/>
                  </a:cubicBezTo>
                  <a:cubicBezTo>
                    <a:pt x="91873" y="177563"/>
                    <a:pt x="116816" y="177563"/>
                    <a:pt x="126471" y="178346"/>
                  </a:cubicBezTo>
                  <a:lnTo>
                    <a:pt x="126471" y="170254"/>
                  </a:lnTo>
                  <a:lnTo>
                    <a:pt x="117621" y="170254"/>
                  </a:lnTo>
                  <a:cubicBezTo>
                    <a:pt x="92141" y="170254"/>
                    <a:pt x="92141" y="166861"/>
                    <a:pt x="92141" y="157725"/>
                  </a:cubicBezTo>
                  <a:lnTo>
                    <a:pt x="92141" y="143107"/>
                  </a:lnTo>
                  <a:close/>
                  <a:moveTo>
                    <a:pt x="69881" y="137104"/>
                  </a:moveTo>
                  <a:cubicBezTo>
                    <a:pt x="31796" y="132144"/>
                    <a:pt x="26968" y="105519"/>
                    <a:pt x="26968" y="89335"/>
                  </a:cubicBezTo>
                  <a:cubicBezTo>
                    <a:pt x="26968" y="75761"/>
                    <a:pt x="29650" y="46526"/>
                    <a:pt x="69881" y="41306"/>
                  </a:cubicBezTo>
                  <a:lnTo>
                    <a:pt x="69881" y="137104"/>
                  </a:lnTo>
                  <a:close/>
                  <a:moveTo>
                    <a:pt x="92141" y="41044"/>
                  </a:moveTo>
                  <a:cubicBezTo>
                    <a:pt x="129153" y="45221"/>
                    <a:pt x="136663" y="69236"/>
                    <a:pt x="136663" y="89074"/>
                  </a:cubicBezTo>
                  <a:cubicBezTo>
                    <a:pt x="136663" y="104736"/>
                    <a:pt x="132640" y="132666"/>
                    <a:pt x="92141" y="137365"/>
                  </a:cubicBezTo>
                  <a:lnTo>
                    <a:pt x="92141" y="4104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8" name="Freeform: Shape 277">
              <a:extLst>
                <a:ext uri="{FF2B5EF4-FFF2-40B4-BE49-F238E27FC236}">
                  <a16:creationId xmlns:a16="http://schemas.microsoft.com/office/drawing/2014/main" id="{E2DFC969-DC22-33EA-B274-BBD5A1491BEE}"/>
                </a:ext>
              </a:extLst>
            </p:cNvPr>
            <p:cNvSpPr/>
            <p:nvPr>
              <p:custDataLst>
                <p:tags r:id="rId14"/>
              </p:custDataLst>
            </p:nvPr>
          </p:nvSpPr>
          <p:spPr>
            <a:xfrm>
              <a:off x="10837327" y="6237185"/>
              <a:ext cx="62222" cy="261030"/>
            </a:xfrm>
            <a:custGeom>
              <a:avLst/>
              <a:gdLst>
                <a:gd name="connsiteX0" fmla="*/ 62378 w 62222"/>
                <a:gd name="connsiteY0" fmla="*/ 258483 h 261030"/>
                <a:gd name="connsiteX1" fmla="*/ 57819 w 62222"/>
                <a:gd name="connsiteY1" fmla="*/ 252740 h 261030"/>
                <a:gd name="connsiteX2" fmla="*/ 15711 w 62222"/>
                <a:gd name="connsiteY2" fmla="*/ 130578 h 261030"/>
                <a:gd name="connsiteX3" fmla="*/ 58892 w 62222"/>
                <a:gd name="connsiteY3" fmla="*/ 7111 h 261030"/>
                <a:gd name="connsiteX4" fmla="*/ 62378 w 62222"/>
                <a:gd name="connsiteY4" fmla="*/ 2673 h 261030"/>
                <a:gd name="connsiteX5" fmla="*/ 59696 w 62222"/>
                <a:gd name="connsiteY5" fmla="*/ 63 h 261030"/>
                <a:gd name="connsiteX6" fmla="*/ 17052 w 62222"/>
                <a:gd name="connsiteY6" fmla="*/ 50964 h 261030"/>
                <a:gd name="connsiteX7" fmla="*/ 156 w 62222"/>
                <a:gd name="connsiteY7" fmla="*/ 130578 h 261030"/>
                <a:gd name="connsiteX8" fmla="*/ 17857 w 62222"/>
                <a:gd name="connsiteY8" fmla="*/ 212019 h 261030"/>
                <a:gd name="connsiteX9" fmla="*/ 59696 w 62222"/>
                <a:gd name="connsiteY9" fmla="*/ 261093 h 261030"/>
                <a:gd name="connsiteX10" fmla="*/ 62378 w 62222"/>
                <a:gd name="connsiteY10" fmla="*/ 258483 h 26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222" h="261030">
                  <a:moveTo>
                    <a:pt x="62378" y="258483"/>
                  </a:moveTo>
                  <a:cubicBezTo>
                    <a:pt x="62378" y="257700"/>
                    <a:pt x="62378" y="257177"/>
                    <a:pt x="57819" y="252740"/>
                  </a:cubicBezTo>
                  <a:cubicBezTo>
                    <a:pt x="24294" y="219850"/>
                    <a:pt x="15711" y="170515"/>
                    <a:pt x="15711" y="130578"/>
                  </a:cubicBezTo>
                  <a:cubicBezTo>
                    <a:pt x="15711" y="85159"/>
                    <a:pt x="25903" y="39739"/>
                    <a:pt x="58892" y="7111"/>
                  </a:cubicBezTo>
                  <a:cubicBezTo>
                    <a:pt x="62378" y="3978"/>
                    <a:pt x="62378" y="3456"/>
                    <a:pt x="62378" y="2673"/>
                  </a:cubicBezTo>
                  <a:cubicBezTo>
                    <a:pt x="62378" y="846"/>
                    <a:pt x="61305" y="63"/>
                    <a:pt x="59696" y="63"/>
                  </a:cubicBezTo>
                  <a:cubicBezTo>
                    <a:pt x="57014" y="63"/>
                    <a:pt x="32876" y="17813"/>
                    <a:pt x="17052" y="50964"/>
                  </a:cubicBezTo>
                  <a:cubicBezTo>
                    <a:pt x="3374" y="79677"/>
                    <a:pt x="156" y="108651"/>
                    <a:pt x="156" y="130578"/>
                  </a:cubicBezTo>
                  <a:cubicBezTo>
                    <a:pt x="156" y="150938"/>
                    <a:pt x="3106" y="182523"/>
                    <a:pt x="17857" y="212019"/>
                  </a:cubicBezTo>
                  <a:cubicBezTo>
                    <a:pt x="33949" y="244126"/>
                    <a:pt x="57014" y="261093"/>
                    <a:pt x="59696" y="261093"/>
                  </a:cubicBezTo>
                  <a:cubicBezTo>
                    <a:pt x="61305" y="261093"/>
                    <a:pt x="62378" y="260310"/>
                    <a:pt x="62378" y="258483"/>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9" name="Freeform: Shape 278">
              <a:extLst>
                <a:ext uri="{FF2B5EF4-FFF2-40B4-BE49-F238E27FC236}">
                  <a16:creationId xmlns:a16="http://schemas.microsoft.com/office/drawing/2014/main" id="{F1160BBE-98BE-BAAF-C062-0315DD419F2F}"/>
                </a:ext>
              </a:extLst>
            </p:cNvPr>
            <p:cNvSpPr/>
            <p:nvPr>
              <p:custDataLst>
                <p:tags r:id="rId15"/>
              </p:custDataLst>
            </p:nvPr>
          </p:nvSpPr>
          <p:spPr>
            <a:xfrm>
              <a:off x="10938946" y="6259111"/>
              <a:ext cx="88506" cy="173846"/>
            </a:xfrm>
            <a:custGeom>
              <a:avLst/>
              <a:gdLst>
                <a:gd name="connsiteX0" fmla="*/ 55141 w 88506"/>
                <a:gd name="connsiteY0" fmla="*/ 6850 h 173846"/>
                <a:gd name="connsiteX1" fmla="*/ 48972 w 88506"/>
                <a:gd name="connsiteY1" fmla="*/ 63 h 173846"/>
                <a:gd name="connsiteX2" fmla="*/ 159 w 88506"/>
                <a:gd name="connsiteY2" fmla="*/ 16769 h 173846"/>
                <a:gd name="connsiteX3" fmla="*/ 159 w 88506"/>
                <a:gd name="connsiteY3" fmla="*/ 24861 h 173846"/>
                <a:gd name="connsiteX4" fmla="*/ 35294 w 88506"/>
                <a:gd name="connsiteY4" fmla="*/ 18074 h 173846"/>
                <a:gd name="connsiteX5" fmla="*/ 35294 w 88506"/>
                <a:gd name="connsiteY5" fmla="*/ 153287 h 173846"/>
                <a:gd name="connsiteX6" fmla="*/ 10351 w 88506"/>
                <a:gd name="connsiteY6" fmla="*/ 165817 h 173846"/>
                <a:gd name="connsiteX7" fmla="*/ 1769 w 88506"/>
                <a:gd name="connsiteY7" fmla="*/ 165817 h 173846"/>
                <a:gd name="connsiteX8" fmla="*/ 1769 w 88506"/>
                <a:gd name="connsiteY8" fmla="*/ 173909 h 173846"/>
                <a:gd name="connsiteX9" fmla="*/ 45217 w 88506"/>
                <a:gd name="connsiteY9" fmla="*/ 173126 h 173846"/>
                <a:gd name="connsiteX10" fmla="*/ 88666 w 88506"/>
                <a:gd name="connsiteY10" fmla="*/ 173909 h 173846"/>
                <a:gd name="connsiteX11" fmla="*/ 88666 w 88506"/>
                <a:gd name="connsiteY11" fmla="*/ 165817 h 173846"/>
                <a:gd name="connsiteX12" fmla="*/ 80083 w 88506"/>
                <a:gd name="connsiteY12" fmla="*/ 165817 h 173846"/>
                <a:gd name="connsiteX13" fmla="*/ 55141 w 88506"/>
                <a:gd name="connsiteY13" fmla="*/ 153287 h 173846"/>
                <a:gd name="connsiteX14" fmla="*/ 55141 w 88506"/>
                <a:gd name="connsiteY14" fmla="*/ 6850 h 173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8506" h="173846">
                  <a:moveTo>
                    <a:pt x="55141" y="6850"/>
                  </a:moveTo>
                  <a:cubicBezTo>
                    <a:pt x="55141" y="585"/>
                    <a:pt x="55141" y="63"/>
                    <a:pt x="48972" y="63"/>
                  </a:cubicBezTo>
                  <a:cubicBezTo>
                    <a:pt x="32344" y="16769"/>
                    <a:pt x="8742" y="16769"/>
                    <a:pt x="159" y="16769"/>
                  </a:cubicBezTo>
                  <a:lnTo>
                    <a:pt x="159" y="24861"/>
                  </a:lnTo>
                  <a:cubicBezTo>
                    <a:pt x="5523" y="24861"/>
                    <a:pt x="21347" y="24861"/>
                    <a:pt x="35294" y="18074"/>
                  </a:cubicBezTo>
                  <a:lnTo>
                    <a:pt x="35294" y="153287"/>
                  </a:lnTo>
                  <a:cubicBezTo>
                    <a:pt x="35294" y="162685"/>
                    <a:pt x="34489" y="165817"/>
                    <a:pt x="10351" y="165817"/>
                  </a:cubicBezTo>
                  <a:lnTo>
                    <a:pt x="1769" y="165817"/>
                  </a:lnTo>
                  <a:lnTo>
                    <a:pt x="1769" y="173909"/>
                  </a:lnTo>
                  <a:cubicBezTo>
                    <a:pt x="11156" y="173126"/>
                    <a:pt x="34489" y="173126"/>
                    <a:pt x="45217" y="173126"/>
                  </a:cubicBezTo>
                  <a:cubicBezTo>
                    <a:pt x="55945" y="173126"/>
                    <a:pt x="79279" y="173126"/>
                    <a:pt x="88666" y="173909"/>
                  </a:cubicBezTo>
                  <a:lnTo>
                    <a:pt x="88666" y="165817"/>
                  </a:lnTo>
                  <a:lnTo>
                    <a:pt x="80083" y="165817"/>
                  </a:lnTo>
                  <a:cubicBezTo>
                    <a:pt x="55945" y="165817"/>
                    <a:pt x="55141" y="162946"/>
                    <a:pt x="55141" y="153287"/>
                  </a:cubicBezTo>
                  <a:lnTo>
                    <a:pt x="55141" y="6850"/>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0" name="Freeform: Shape 279">
              <a:extLst>
                <a:ext uri="{FF2B5EF4-FFF2-40B4-BE49-F238E27FC236}">
                  <a16:creationId xmlns:a16="http://schemas.microsoft.com/office/drawing/2014/main" id="{0F0DE521-8C98-8200-2D7E-AD224B5C13CF}"/>
                </a:ext>
              </a:extLst>
            </p:cNvPr>
            <p:cNvSpPr/>
            <p:nvPr>
              <p:custDataLst>
                <p:tags r:id="rId16"/>
              </p:custDataLst>
            </p:nvPr>
          </p:nvSpPr>
          <p:spPr>
            <a:xfrm>
              <a:off x="11072243" y="6405288"/>
              <a:ext cx="28429" cy="27669"/>
            </a:xfrm>
            <a:custGeom>
              <a:avLst/>
              <a:gdLst>
                <a:gd name="connsiteX0" fmla="*/ 28594 w 28429"/>
                <a:gd name="connsiteY0" fmla="*/ 13897 h 27669"/>
                <a:gd name="connsiteX1" fmla="*/ 14379 w 28429"/>
                <a:gd name="connsiteY1" fmla="*/ 63 h 27669"/>
                <a:gd name="connsiteX2" fmla="*/ 164 w 28429"/>
                <a:gd name="connsiteY2" fmla="*/ 13897 h 27669"/>
                <a:gd name="connsiteX3" fmla="*/ 14379 w 28429"/>
                <a:gd name="connsiteY3" fmla="*/ 27732 h 27669"/>
                <a:gd name="connsiteX4" fmla="*/ 28594 w 28429"/>
                <a:gd name="connsiteY4" fmla="*/ 13897 h 27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29" h="27669">
                  <a:moveTo>
                    <a:pt x="28594" y="13897"/>
                  </a:moveTo>
                  <a:cubicBezTo>
                    <a:pt x="28594" y="6328"/>
                    <a:pt x="22157" y="63"/>
                    <a:pt x="14379" y="63"/>
                  </a:cubicBezTo>
                  <a:cubicBezTo>
                    <a:pt x="6601" y="63"/>
                    <a:pt x="164" y="6328"/>
                    <a:pt x="164" y="13897"/>
                  </a:cubicBezTo>
                  <a:cubicBezTo>
                    <a:pt x="164" y="21467"/>
                    <a:pt x="6601" y="27732"/>
                    <a:pt x="14379" y="27732"/>
                  </a:cubicBezTo>
                  <a:cubicBezTo>
                    <a:pt x="22157" y="27732"/>
                    <a:pt x="28594" y="21467"/>
                    <a:pt x="28594" y="13897"/>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1" name="Freeform: Shape 280">
              <a:extLst>
                <a:ext uri="{FF2B5EF4-FFF2-40B4-BE49-F238E27FC236}">
                  <a16:creationId xmlns:a16="http://schemas.microsoft.com/office/drawing/2014/main" id="{E89CE2EB-1B4C-70C0-84A2-101F8B26C6B6}"/>
                </a:ext>
              </a:extLst>
            </p:cNvPr>
            <p:cNvSpPr/>
            <p:nvPr>
              <p:custDataLst>
                <p:tags r:id="rId17"/>
              </p:custDataLst>
            </p:nvPr>
          </p:nvSpPr>
          <p:spPr>
            <a:xfrm>
              <a:off x="11137088" y="6259111"/>
              <a:ext cx="107012" cy="179588"/>
            </a:xfrm>
            <a:custGeom>
              <a:avLst/>
              <a:gdLst>
                <a:gd name="connsiteX0" fmla="*/ 107180 w 107012"/>
                <a:gd name="connsiteY0" fmla="*/ 121442 h 179588"/>
                <a:gd name="connsiteX1" fmla="*/ 56221 w 107012"/>
                <a:gd name="connsiteY1" fmla="*/ 64276 h 179588"/>
                <a:gd name="connsiteX2" fmla="*/ 22160 w 107012"/>
                <a:gd name="connsiteY2" fmla="*/ 77589 h 179588"/>
                <a:gd name="connsiteX3" fmla="*/ 22160 w 107012"/>
                <a:gd name="connsiteY3" fmla="*/ 26688 h 179588"/>
                <a:gd name="connsiteX4" fmla="*/ 44957 w 107012"/>
                <a:gd name="connsiteY4" fmla="*/ 30081 h 179588"/>
                <a:gd name="connsiteX5" fmla="*/ 96720 w 107012"/>
                <a:gd name="connsiteY5" fmla="*/ 2934 h 179588"/>
                <a:gd name="connsiteX6" fmla="*/ 94038 w 107012"/>
                <a:gd name="connsiteY6" fmla="*/ 63 h 179588"/>
                <a:gd name="connsiteX7" fmla="*/ 91892 w 107012"/>
                <a:gd name="connsiteY7" fmla="*/ 846 h 179588"/>
                <a:gd name="connsiteX8" fmla="*/ 55417 w 107012"/>
                <a:gd name="connsiteY8" fmla="*/ 8416 h 179588"/>
                <a:gd name="connsiteX9" fmla="*/ 19746 w 107012"/>
                <a:gd name="connsiteY9" fmla="*/ 1107 h 179588"/>
                <a:gd name="connsiteX10" fmla="*/ 16527 w 107012"/>
                <a:gd name="connsiteY10" fmla="*/ 324 h 179588"/>
                <a:gd name="connsiteX11" fmla="*/ 13845 w 107012"/>
                <a:gd name="connsiteY11" fmla="*/ 6589 h 179588"/>
                <a:gd name="connsiteX12" fmla="*/ 13845 w 107012"/>
                <a:gd name="connsiteY12" fmla="*/ 83853 h 179588"/>
                <a:gd name="connsiteX13" fmla="*/ 17600 w 107012"/>
                <a:gd name="connsiteY13" fmla="*/ 90640 h 179588"/>
                <a:gd name="connsiteX14" fmla="*/ 21087 w 107012"/>
                <a:gd name="connsiteY14" fmla="*/ 88291 h 179588"/>
                <a:gd name="connsiteX15" fmla="*/ 55685 w 107012"/>
                <a:gd name="connsiteY15" fmla="*/ 70019 h 179588"/>
                <a:gd name="connsiteX16" fmla="*/ 78482 w 107012"/>
                <a:gd name="connsiteY16" fmla="*/ 86725 h 179588"/>
                <a:gd name="connsiteX17" fmla="*/ 83310 w 107012"/>
                <a:gd name="connsiteY17" fmla="*/ 119615 h 179588"/>
                <a:gd name="connsiteX18" fmla="*/ 76873 w 107012"/>
                <a:gd name="connsiteY18" fmla="*/ 155376 h 179588"/>
                <a:gd name="connsiteX19" fmla="*/ 48175 w 107012"/>
                <a:gd name="connsiteY19" fmla="*/ 172343 h 179588"/>
                <a:gd name="connsiteX20" fmla="*/ 8750 w 107012"/>
                <a:gd name="connsiteY20" fmla="*/ 143107 h 179588"/>
                <a:gd name="connsiteX21" fmla="*/ 13309 w 107012"/>
                <a:gd name="connsiteY21" fmla="*/ 143629 h 179588"/>
                <a:gd name="connsiteX22" fmla="*/ 26719 w 107012"/>
                <a:gd name="connsiteY22" fmla="*/ 130839 h 179588"/>
                <a:gd name="connsiteX23" fmla="*/ 13309 w 107012"/>
                <a:gd name="connsiteY23" fmla="*/ 118048 h 179588"/>
                <a:gd name="connsiteX24" fmla="*/ 167 w 107012"/>
                <a:gd name="connsiteY24" fmla="*/ 131883 h 179588"/>
                <a:gd name="connsiteX25" fmla="*/ 48712 w 107012"/>
                <a:gd name="connsiteY25" fmla="*/ 179651 h 179588"/>
                <a:gd name="connsiteX26" fmla="*/ 107180 w 107012"/>
                <a:gd name="connsiteY26" fmla="*/ 121442 h 1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012" h="179588">
                  <a:moveTo>
                    <a:pt x="107180" y="121442"/>
                  </a:moveTo>
                  <a:cubicBezTo>
                    <a:pt x="107180" y="90379"/>
                    <a:pt x="85187" y="64276"/>
                    <a:pt x="56221" y="64276"/>
                  </a:cubicBezTo>
                  <a:cubicBezTo>
                    <a:pt x="43348" y="64276"/>
                    <a:pt x="31815" y="68453"/>
                    <a:pt x="22160" y="77589"/>
                  </a:cubicBezTo>
                  <a:lnTo>
                    <a:pt x="22160" y="26688"/>
                  </a:lnTo>
                  <a:cubicBezTo>
                    <a:pt x="27524" y="28254"/>
                    <a:pt x="36374" y="30081"/>
                    <a:pt x="44957" y="30081"/>
                  </a:cubicBezTo>
                  <a:cubicBezTo>
                    <a:pt x="77946" y="30081"/>
                    <a:pt x="96720" y="6327"/>
                    <a:pt x="96720" y="2934"/>
                  </a:cubicBezTo>
                  <a:cubicBezTo>
                    <a:pt x="96720" y="1368"/>
                    <a:pt x="95915" y="63"/>
                    <a:pt x="94038" y="63"/>
                  </a:cubicBezTo>
                  <a:cubicBezTo>
                    <a:pt x="93769" y="63"/>
                    <a:pt x="93233" y="63"/>
                    <a:pt x="91892" y="846"/>
                  </a:cubicBezTo>
                  <a:cubicBezTo>
                    <a:pt x="86528" y="3195"/>
                    <a:pt x="73386" y="8416"/>
                    <a:pt x="55417" y="8416"/>
                  </a:cubicBezTo>
                  <a:cubicBezTo>
                    <a:pt x="44689" y="8416"/>
                    <a:pt x="32351" y="6589"/>
                    <a:pt x="19746" y="1107"/>
                  </a:cubicBezTo>
                  <a:cubicBezTo>
                    <a:pt x="17600" y="324"/>
                    <a:pt x="17064" y="324"/>
                    <a:pt x="16527" y="324"/>
                  </a:cubicBezTo>
                  <a:cubicBezTo>
                    <a:pt x="13845" y="324"/>
                    <a:pt x="13845" y="2412"/>
                    <a:pt x="13845" y="6589"/>
                  </a:cubicBezTo>
                  <a:lnTo>
                    <a:pt x="13845" y="83853"/>
                  </a:lnTo>
                  <a:cubicBezTo>
                    <a:pt x="13845" y="88552"/>
                    <a:pt x="13845" y="90640"/>
                    <a:pt x="17600" y="90640"/>
                  </a:cubicBezTo>
                  <a:cubicBezTo>
                    <a:pt x="19478" y="90640"/>
                    <a:pt x="20014" y="89857"/>
                    <a:pt x="21087" y="88291"/>
                  </a:cubicBezTo>
                  <a:cubicBezTo>
                    <a:pt x="24037" y="84114"/>
                    <a:pt x="33961" y="70019"/>
                    <a:pt x="55685" y="70019"/>
                  </a:cubicBezTo>
                  <a:cubicBezTo>
                    <a:pt x="69631" y="70019"/>
                    <a:pt x="76336" y="82026"/>
                    <a:pt x="78482" y="86725"/>
                  </a:cubicBezTo>
                  <a:cubicBezTo>
                    <a:pt x="82773" y="96383"/>
                    <a:pt x="83310" y="106563"/>
                    <a:pt x="83310" y="119615"/>
                  </a:cubicBezTo>
                  <a:cubicBezTo>
                    <a:pt x="83310" y="128751"/>
                    <a:pt x="83310" y="144412"/>
                    <a:pt x="76873" y="155376"/>
                  </a:cubicBezTo>
                  <a:cubicBezTo>
                    <a:pt x="70436" y="165556"/>
                    <a:pt x="60512" y="172343"/>
                    <a:pt x="48175" y="172343"/>
                  </a:cubicBezTo>
                  <a:cubicBezTo>
                    <a:pt x="28596" y="172343"/>
                    <a:pt x="13309" y="158508"/>
                    <a:pt x="8750" y="143107"/>
                  </a:cubicBezTo>
                  <a:cubicBezTo>
                    <a:pt x="9554" y="143368"/>
                    <a:pt x="10359" y="143629"/>
                    <a:pt x="13309" y="143629"/>
                  </a:cubicBezTo>
                  <a:cubicBezTo>
                    <a:pt x="22160" y="143629"/>
                    <a:pt x="26719" y="137104"/>
                    <a:pt x="26719" y="130839"/>
                  </a:cubicBezTo>
                  <a:cubicBezTo>
                    <a:pt x="26719" y="124574"/>
                    <a:pt x="22160" y="118048"/>
                    <a:pt x="13309" y="118048"/>
                  </a:cubicBezTo>
                  <a:cubicBezTo>
                    <a:pt x="9554" y="118048"/>
                    <a:pt x="167" y="119876"/>
                    <a:pt x="167" y="131883"/>
                  </a:cubicBezTo>
                  <a:cubicBezTo>
                    <a:pt x="167" y="154332"/>
                    <a:pt x="18673" y="179651"/>
                    <a:pt x="48712" y="179651"/>
                  </a:cubicBezTo>
                  <a:cubicBezTo>
                    <a:pt x="79823" y="179651"/>
                    <a:pt x="107180" y="154593"/>
                    <a:pt x="107180" y="121442"/>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2" name="Freeform: Shape 281">
              <a:extLst>
                <a:ext uri="{FF2B5EF4-FFF2-40B4-BE49-F238E27FC236}">
                  <a16:creationId xmlns:a16="http://schemas.microsoft.com/office/drawing/2014/main" id="{0F18A2E9-B001-DB48-4AC4-3364E80FC2BC}"/>
                </a:ext>
              </a:extLst>
            </p:cNvPr>
            <p:cNvSpPr/>
            <p:nvPr>
              <p:custDataLst>
                <p:tags r:id="rId18"/>
              </p:custDataLst>
            </p:nvPr>
          </p:nvSpPr>
          <p:spPr>
            <a:xfrm>
              <a:off x="11271189" y="6259111"/>
              <a:ext cx="107012" cy="173846"/>
            </a:xfrm>
            <a:custGeom>
              <a:avLst/>
              <a:gdLst>
                <a:gd name="connsiteX0" fmla="*/ 20824 w 107012"/>
                <a:gd name="connsiteY0" fmla="*/ 153810 h 173846"/>
                <a:gd name="connsiteX1" fmla="*/ 49253 w 107012"/>
                <a:gd name="connsiteY1" fmla="*/ 126923 h 173846"/>
                <a:gd name="connsiteX2" fmla="*/ 107184 w 107012"/>
                <a:gd name="connsiteY2" fmla="*/ 50703 h 173846"/>
                <a:gd name="connsiteX3" fmla="*/ 50326 w 107012"/>
                <a:gd name="connsiteY3" fmla="*/ 63 h 173846"/>
                <a:gd name="connsiteX4" fmla="*/ 172 w 107012"/>
                <a:gd name="connsiteY4" fmla="*/ 47309 h 173846"/>
                <a:gd name="connsiteX5" fmla="*/ 14387 w 107012"/>
                <a:gd name="connsiteY5" fmla="*/ 61927 h 173846"/>
                <a:gd name="connsiteX6" fmla="*/ 28333 w 107012"/>
                <a:gd name="connsiteY6" fmla="*/ 48092 h 173846"/>
                <a:gd name="connsiteX7" fmla="*/ 14119 w 107012"/>
                <a:gd name="connsiteY7" fmla="*/ 34519 h 173846"/>
                <a:gd name="connsiteX8" fmla="*/ 10632 w 107012"/>
                <a:gd name="connsiteY8" fmla="*/ 34780 h 173846"/>
                <a:gd name="connsiteX9" fmla="*/ 46839 w 107012"/>
                <a:gd name="connsiteY9" fmla="*/ 8155 h 173846"/>
                <a:gd name="connsiteX10" fmla="*/ 82778 w 107012"/>
                <a:gd name="connsiteY10" fmla="*/ 50703 h 173846"/>
                <a:gd name="connsiteX11" fmla="*/ 54617 w 107012"/>
                <a:gd name="connsiteY11" fmla="*/ 108390 h 173846"/>
                <a:gd name="connsiteX12" fmla="*/ 3122 w 107012"/>
                <a:gd name="connsiteY12" fmla="*/ 164251 h 173846"/>
                <a:gd name="connsiteX13" fmla="*/ 172 w 107012"/>
                <a:gd name="connsiteY13" fmla="*/ 173909 h 173846"/>
                <a:gd name="connsiteX14" fmla="*/ 99675 w 107012"/>
                <a:gd name="connsiteY14" fmla="*/ 173909 h 173846"/>
                <a:gd name="connsiteX15" fmla="*/ 107184 w 107012"/>
                <a:gd name="connsiteY15" fmla="*/ 128490 h 173846"/>
                <a:gd name="connsiteX16" fmla="*/ 100479 w 107012"/>
                <a:gd name="connsiteY16" fmla="*/ 128490 h 173846"/>
                <a:gd name="connsiteX17" fmla="*/ 94579 w 107012"/>
                <a:gd name="connsiteY17" fmla="*/ 151721 h 173846"/>
                <a:gd name="connsiteX18" fmla="*/ 69100 w 107012"/>
                <a:gd name="connsiteY18" fmla="*/ 153810 h 173846"/>
                <a:gd name="connsiteX19" fmla="*/ 20824 w 107012"/>
                <a:gd name="connsiteY19" fmla="*/ 153810 h 173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12" h="173846">
                  <a:moveTo>
                    <a:pt x="20824" y="153810"/>
                  </a:moveTo>
                  <a:lnTo>
                    <a:pt x="49253" y="126923"/>
                  </a:lnTo>
                  <a:cubicBezTo>
                    <a:pt x="91092" y="90901"/>
                    <a:pt x="107184" y="76806"/>
                    <a:pt x="107184" y="50703"/>
                  </a:cubicBezTo>
                  <a:cubicBezTo>
                    <a:pt x="107184" y="20945"/>
                    <a:pt x="83046" y="63"/>
                    <a:pt x="50326" y="63"/>
                  </a:cubicBezTo>
                  <a:cubicBezTo>
                    <a:pt x="20019" y="63"/>
                    <a:pt x="172" y="24078"/>
                    <a:pt x="172" y="47309"/>
                  </a:cubicBezTo>
                  <a:cubicBezTo>
                    <a:pt x="172" y="61927"/>
                    <a:pt x="13582" y="61927"/>
                    <a:pt x="14387" y="61927"/>
                  </a:cubicBezTo>
                  <a:cubicBezTo>
                    <a:pt x="18946" y="61927"/>
                    <a:pt x="28333" y="58795"/>
                    <a:pt x="28333" y="48092"/>
                  </a:cubicBezTo>
                  <a:cubicBezTo>
                    <a:pt x="28333" y="41306"/>
                    <a:pt x="23506" y="34519"/>
                    <a:pt x="14119" y="34519"/>
                  </a:cubicBezTo>
                  <a:cubicBezTo>
                    <a:pt x="11973" y="34519"/>
                    <a:pt x="11437" y="34519"/>
                    <a:pt x="10632" y="34780"/>
                  </a:cubicBezTo>
                  <a:cubicBezTo>
                    <a:pt x="16801" y="17813"/>
                    <a:pt x="31283" y="8155"/>
                    <a:pt x="46839" y="8155"/>
                  </a:cubicBezTo>
                  <a:cubicBezTo>
                    <a:pt x="71246" y="8155"/>
                    <a:pt x="82778" y="29298"/>
                    <a:pt x="82778" y="50703"/>
                  </a:cubicBezTo>
                  <a:cubicBezTo>
                    <a:pt x="82778" y="71585"/>
                    <a:pt x="69368" y="92206"/>
                    <a:pt x="54617" y="108390"/>
                  </a:cubicBezTo>
                  <a:lnTo>
                    <a:pt x="3122" y="164251"/>
                  </a:lnTo>
                  <a:cubicBezTo>
                    <a:pt x="172" y="167122"/>
                    <a:pt x="172" y="167644"/>
                    <a:pt x="172" y="173909"/>
                  </a:cubicBezTo>
                  <a:lnTo>
                    <a:pt x="99675" y="173909"/>
                  </a:lnTo>
                  <a:lnTo>
                    <a:pt x="107184" y="128490"/>
                  </a:lnTo>
                  <a:lnTo>
                    <a:pt x="100479" y="128490"/>
                  </a:lnTo>
                  <a:cubicBezTo>
                    <a:pt x="99138" y="136321"/>
                    <a:pt x="97261" y="147806"/>
                    <a:pt x="94579" y="151721"/>
                  </a:cubicBezTo>
                  <a:cubicBezTo>
                    <a:pt x="92702" y="153810"/>
                    <a:pt x="75000" y="153810"/>
                    <a:pt x="69100" y="153810"/>
                  </a:cubicBezTo>
                  <a:lnTo>
                    <a:pt x="20824" y="153810"/>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3" name="Freeform: Shape 282">
              <a:extLst>
                <a:ext uri="{FF2B5EF4-FFF2-40B4-BE49-F238E27FC236}">
                  <a16:creationId xmlns:a16="http://schemas.microsoft.com/office/drawing/2014/main" id="{CECFAB24-DCB2-37EB-18F7-1D62BD65F144}"/>
                </a:ext>
              </a:extLst>
            </p:cNvPr>
            <p:cNvSpPr/>
            <p:nvPr>
              <p:custDataLst>
                <p:tags r:id="rId19"/>
              </p:custDataLst>
            </p:nvPr>
          </p:nvSpPr>
          <p:spPr>
            <a:xfrm>
              <a:off x="11407168" y="6237185"/>
              <a:ext cx="62222" cy="261030"/>
            </a:xfrm>
            <a:custGeom>
              <a:avLst/>
              <a:gdLst>
                <a:gd name="connsiteX0" fmla="*/ 62400 w 62222"/>
                <a:gd name="connsiteY0" fmla="*/ 130578 h 261030"/>
                <a:gd name="connsiteX1" fmla="*/ 44699 w 62222"/>
                <a:gd name="connsiteY1" fmla="*/ 49136 h 261030"/>
                <a:gd name="connsiteX2" fmla="*/ 2859 w 62222"/>
                <a:gd name="connsiteY2" fmla="*/ 63 h 261030"/>
                <a:gd name="connsiteX3" fmla="*/ 177 w 62222"/>
                <a:gd name="connsiteY3" fmla="*/ 2673 h 261030"/>
                <a:gd name="connsiteX4" fmla="*/ 5273 w 62222"/>
                <a:gd name="connsiteY4" fmla="*/ 8677 h 261030"/>
                <a:gd name="connsiteX5" fmla="*/ 46844 w 62222"/>
                <a:gd name="connsiteY5" fmla="*/ 130578 h 261030"/>
                <a:gd name="connsiteX6" fmla="*/ 3664 w 62222"/>
                <a:gd name="connsiteY6" fmla="*/ 254045 h 261030"/>
                <a:gd name="connsiteX7" fmla="*/ 177 w 62222"/>
                <a:gd name="connsiteY7" fmla="*/ 258483 h 261030"/>
                <a:gd name="connsiteX8" fmla="*/ 2859 w 62222"/>
                <a:gd name="connsiteY8" fmla="*/ 261093 h 261030"/>
                <a:gd name="connsiteX9" fmla="*/ 45503 w 62222"/>
                <a:gd name="connsiteY9" fmla="*/ 210192 h 261030"/>
                <a:gd name="connsiteX10" fmla="*/ 62400 w 62222"/>
                <a:gd name="connsiteY10" fmla="*/ 130578 h 26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222" h="261030">
                  <a:moveTo>
                    <a:pt x="62400" y="130578"/>
                  </a:moveTo>
                  <a:cubicBezTo>
                    <a:pt x="62400" y="110217"/>
                    <a:pt x="59450" y="78633"/>
                    <a:pt x="44699" y="49136"/>
                  </a:cubicBezTo>
                  <a:cubicBezTo>
                    <a:pt x="28606" y="17030"/>
                    <a:pt x="5541" y="63"/>
                    <a:pt x="2859" y="63"/>
                  </a:cubicBezTo>
                  <a:cubicBezTo>
                    <a:pt x="1250" y="63"/>
                    <a:pt x="177" y="1107"/>
                    <a:pt x="177" y="2673"/>
                  </a:cubicBezTo>
                  <a:cubicBezTo>
                    <a:pt x="177" y="3456"/>
                    <a:pt x="177" y="3978"/>
                    <a:pt x="5273" y="8677"/>
                  </a:cubicBezTo>
                  <a:cubicBezTo>
                    <a:pt x="31557" y="34519"/>
                    <a:pt x="46844" y="76023"/>
                    <a:pt x="46844" y="130578"/>
                  </a:cubicBezTo>
                  <a:cubicBezTo>
                    <a:pt x="46844" y="175214"/>
                    <a:pt x="36921" y="221155"/>
                    <a:pt x="3664" y="254045"/>
                  </a:cubicBezTo>
                  <a:cubicBezTo>
                    <a:pt x="177" y="257177"/>
                    <a:pt x="177" y="257700"/>
                    <a:pt x="177" y="258483"/>
                  </a:cubicBezTo>
                  <a:cubicBezTo>
                    <a:pt x="177" y="260049"/>
                    <a:pt x="1250" y="261093"/>
                    <a:pt x="2859" y="261093"/>
                  </a:cubicBezTo>
                  <a:cubicBezTo>
                    <a:pt x="5541" y="261093"/>
                    <a:pt x="29679" y="243343"/>
                    <a:pt x="45503" y="210192"/>
                  </a:cubicBezTo>
                  <a:cubicBezTo>
                    <a:pt x="59181" y="181479"/>
                    <a:pt x="62400" y="152504"/>
                    <a:pt x="62400" y="130578"/>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4" name="Freeform: Shape 283">
              <a:extLst>
                <a:ext uri="{FF2B5EF4-FFF2-40B4-BE49-F238E27FC236}">
                  <a16:creationId xmlns:a16="http://schemas.microsoft.com/office/drawing/2014/main" id="{AFC40683-FD16-EE88-EBD7-088BA7382292}"/>
                </a:ext>
              </a:extLst>
            </p:cNvPr>
            <p:cNvSpPr/>
            <p:nvPr>
              <p:custDataLst>
                <p:tags r:id="rId20"/>
              </p:custDataLst>
            </p:nvPr>
          </p:nvSpPr>
          <p:spPr>
            <a:xfrm>
              <a:off x="11585699" y="6337159"/>
              <a:ext cx="178353" cy="61081"/>
            </a:xfrm>
            <a:custGeom>
              <a:avLst/>
              <a:gdLst>
                <a:gd name="connsiteX0" fmla="*/ 169419 w 178353"/>
                <a:gd name="connsiteY0" fmla="*/ 10504 h 61081"/>
                <a:gd name="connsiteX1" fmla="*/ 178538 w 178353"/>
                <a:gd name="connsiteY1" fmla="*/ 5283 h 61081"/>
                <a:gd name="connsiteX2" fmla="*/ 169687 w 178353"/>
                <a:gd name="connsiteY2" fmla="*/ 63 h 61081"/>
                <a:gd name="connsiteX3" fmla="*/ 9034 w 178353"/>
                <a:gd name="connsiteY3" fmla="*/ 63 h 61081"/>
                <a:gd name="connsiteX4" fmla="*/ 184 w 178353"/>
                <a:gd name="connsiteY4" fmla="*/ 5283 h 61081"/>
                <a:gd name="connsiteX5" fmla="*/ 9303 w 178353"/>
                <a:gd name="connsiteY5" fmla="*/ 10504 h 61081"/>
                <a:gd name="connsiteX6" fmla="*/ 169419 w 178353"/>
                <a:gd name="connsiteY6" fmla="*/ 10504 h 61081"/>
                <a:gd name="connsiteX7" fmla="*/ 169687 w 178353"/>
                <a:gd name="connsiteY7" fmla="*/ 61144 h 61081"/>
                <a:gd name="connsiteX8" fmla="*/ 178538 w 178353"/>
                <a:gd name="connsiteY8" fmla="*/ 55923 h 61081"/>
                <a:gd name="connsiteX9" fmla="*/ 169419 w 178353"/>
                <a:gd name="connsiteY9" fmla="*/ 50703 h 61081"/>
                <a:gd name="connsiteX10" fmla="*/ 9303 w 178353"/>
                <a:gd name="connsiteY10" fmla="*/ 50703 h 61081"/>
                <a:gd name="connsiteX11" fmla="*/ 184 w 178353"/>
                <a:gd name="connsiteY11" fmla="*/ 55923 h 61081"/>
                <a:gd name="connsiteX12" fmla="*/ 9034 w 178353"/>
                <a:gd name="connsiteY12" fmla="*/ 61144 h 61081"/>
                <a:gd name="connsiteX13" fmla="*/ 169687 w 178353"/>
                <a:gd name="connsiteY13" fmla="*/ 61144 h 6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53" h="61081">
                  <a:moveTo>
                    <a:pt x="169419" y="10504"/>
                  </a:moveTo>
                  <a:cubicBezTo>
                    <a:pt x="173442" y="10504"/>
                    <a:pt x="178538" y="10504"/>
                    <a:pt x="178538" y="5283"/>
                  </a:cubicBezTo>
                  <a:cubicBezTo>
                    <a:pt x="178538" y="63"/>
                    <a:pt x="173442" y="63"/>
                    <a:pt x="169687" y="63"/>
                  </a:cubicBezTo>
                  <a:lnTo>
                    <a:pt x="9034" y="63"/>
                  </a:lnTo>
                  <a:cubicBezTo>
                    <a:pt x="5280" y="63"/>
                    <a:pt x="184" y="63"/>
                    <a:pt x="184" y="5283"/>
                  </a:cubicBezTo>
                  <a:cubicBezTo>
                    <a:pt x="184" y="10504"/>
                    <a:pt x="5280" y="10504"/>
                    <a:pt x="9303" y="10504"/>
                  </a:cubicBezTo>
                  <a:lnTo>
                    <a:pt x="169419" y="10504"/>
                  </a:lnTo>
                  <a:close/>
                  <a:moveTo>
                    <a:pt x="169687" y="61144"/>
                  </a:moveTo>
                  <a:cubicBezTo>
                    <a:pt x="173442" y="61144"/>
                    <a:pt x="178538" y="61144"/>
                    <a:pt x="178538" y="55923"/>
                  </a:cubicBezTo>
                  <a:cubicBezTo>
                    <a:pt x="178538" y="50703"/>
                    <a:pt x="173442" y="50703"/>
                    <a:pt x="169419" y="50703"/>
                  </a:cubicBezTo>
                  <a:lnTo>
                    <a:pt x="9303" y="50703"/>
                  </a:lnTo>
                  <a:cubicBezTo>
                    <a:pt x="5280" y="50703"/>
                    <a:pt x="184" y="50703"/>
                    <a:pt x="184" y="55923"/>
                  </a:cubicBezTo>
                  <a:cubicBezTo>
                    <a:pt x="184" y="61144"/>
                    <a:pt x="5280" y="61144"/>
                    <a:pt x="9034" y="61144"/>
                  </a:cubicBezTo>
                  <a:lnTo>
                    <a:pt x="169687" y="6114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5" name="Freeform: Shape 284">
              <a:extLst>
                <a:ext uri="{FF2B5EF4-FFF2-40B4-BE49-F238E27FC236}">
                  <a16:creationId xmlns:a16="http://schemas.microsoft.com/office/drawing/2014/main" id="{EC56395B-FE87-0868-A2D5-6DCF9881411E}"/>
                </a:ext>
              </a:extLst>
            </p:cNvPr>
            <p:cNvSpPr/>
            <p:nvPr>
              <p:custDataLst>
                <p:tags r:id="rId21"/>
              </p:custDataLst>
            </p:nvPr>
          </p:nvSpPr>
          <p:spPr>
            <a:xfrm>
              <a:off x="11864240" y="6259111"/>
              <a:ext cx="112912" cy="179588"/>
            </a:xfrm>
            <a:custGeom>
              <a:avLst/>
              <a:gdLst>
                <a:gd name="connsiteX0" fmla="*/ 113107 w 112912"/>
                <a:gd name="connsiteY0" fmla="*/ 90379 h 179588"/>
                <a:gd name="connsiteX1" fmla="*/ 102379 w 112912"/>
                <a:gd name="connsiteY1" fmla="*/ 29298 h 179588"/>
                <a:gd name="connsiteX2" fmla="*/ 56785 w 112912"/>
                <a:gd name="connsiteY2" fmla="*/ 63 h 179588"/>
                <a:gd name="connsiteX3" fmla="*/ 10118 w 112912"/>
                <a:gd name="connsiteY3" fmla="*/ 31125 h 179588"/>
                <a:gd name="connsiteX4" fmla="*/ 194 w 112912"/>
                <a:gd name="connsiteY4" fmla="*/ 90379 h 179588"/>
                <a:gd name="connsiteX5" fmla="*/ 12263 w 112912"/>
                <a:gd name="connsiteY5" fmla="*/ 153287 h 179588"/>
                <a:gd name="connsiteX6" fmla="*/ 56517 w 112912"/>
                <a:gd name="connsiteY6" fmla="*/ 179651 h 179588"/>
                <a:gd name="connsiteX7" fmla="*/ 103184 w 112912"/>
                <a:gd name="connsiteY7" fmla="*/ 149372 h 179588"/>
                <a:gd name="connsiteX8" fmla="*/ 113107 w 112912"/>
                <a:gd name="connsiteY8" fmla="*/ 90379 h 179588"/>
                <a:gd name="connsiteX9" fmla="*/ 56517 w 112912"/>
                <a:gd name="connsiteY9" fmla="*/ 173909 h 179588"/>
                <a:gd name="connsiteX10" fmla="*/ 25405 w 112912"/>
                <a:gd name="connsiteY10" fmla="*/ 142324 h 179588"/>
                <a:gd name="connsiteX11" fmla="*/ 22455 w 112912"/>
                <a:gd name="connsiteY11" fmla="*/ 87247 h 179588"/>
                <a:gd name="connsiteX12" fmla="*/ 24601 w 112912"/>
                <a:gd name="connsiteY12" fmla="*/ 39217 h 179588"/>
                <a:gd name="connsiteX13" fmla="*/ 56517 w 112912"/>
                <a:gd name="connsiteY13" fmla="*/ 5805 h 179588"/>
                <a:gd name="connsiteX14" fmla="*/ 88164 w 112912"/>
                <a:gd name="connsiteY14" fmla="*/ 36346 h 179588"/>
                <a:gd name="connsiteX15" fmla="*/ 90846 w 112912"/>
                <a:gd name="connsiteY15" fmla="*/ 87247 h 179588"/>
                <a:gd name="connsiteX16" fmla="*/ 87896 w 112912"/>
                <a:gd name="connsiteY16" fmla="*/ 141280 h 179588"/>
                <a:gd name="connsiteX17" fmla="*/ 56517 w 112912"/>
                <a:gd name="connsiteY17" fmla="*/ 173909 h 1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912" h="179588">
                  <a:moveTo>
                    <a:pt x="113107" y="90379"/>
                  </a:moveTo>
                  <a:cubicBezTo>
                    <a:pt x="113107" y="69497"/>
                    <a:pt x="111766" y="48614"/>
                    <a:pt x="102379" y="29298"/>
                  </a:cubicBezTo>
                  <a:cubicBezTo>
                    <a:pt x="90042" y="4239"/>
                    <a:pt x="68049" y="63"/>
                    <a:pt x="56785" y="63"/>
                  </a:cubicBezTo>
                  <a:cubicBezTo>
                    <a:pt x="40693" y="63"/>
                    <a:pt x="21114" y="6850"/>
                    <a:pt x="10118" y="31125"/>
                  </a:cubicBezTo>
                  <a:cubicBezTo>
                    <a:pt x="1535" y="49136"/>
                    <a:pt x="194" y="69497"/>
                    <a:pt x="194" y="90379"/>
                  </a:cubicBezTo>
                  <a:cubicBezTo>
                    <a:pt x="194" y="109956"/>
                    <a:pt x="1267" y="133449"/>
                    <a:pt x="12263" y="153287"/>
                  </a:cubicBezTo>
                  <a:cubicBezTo>
                    <a:pt x="23796" y="174431"/>
                    <a:pt x="43375" y="179651"/>
                    <a:pt x="56517" y="179651"/>
                  </a:cubicBezTo>
                  <a:cubicBezTo>
                    <a:pt x="70999" y="179651"/>
                    <a:pt x="91383" y="174170"/>
                    <a:pt x="103184" y="149372"/>
                  </a:cubicBezTo>
                  <a:cubicBezTo>
                    <a:pt x="111766" y="131361"/>
                    <a:pt x="113107" y="111001"/>
                    <a:pt x="113107" y="90379"/>
                  </a:cubicBezTo>
                  <a:close/>
                  <a:moveTo>
                    <a:pt x="56517" y="173909"/>
                  </a:moveTo>
                  <a:cubicBezTo>
                    <a:pt x="46057" y="173909"/>
                    <a:pt x="30233" y="167383"/>
                    <a:pt x="25405" y="142324"/>
                  </a:cubicBezTo>
                  <a:cubicBezTo>
                    <a:pt x="22455" y="126662"/>
                    <a:pt x="22455" y="102648"/>
                    <a:pt x="22455" y="87247"/>
                  </a:cubicBezTo>
                  <a:cubicBezTo>
                    <a:pt x="22455" y="70541"/>
                    <a:pt x="22455" y="53313"/>
                    <a:pt x="24601" y="39217"/>
                  </a:cubicBezTo>
                  <a:cubicBezTo>
                    <a:pt x="29696" y="8155"/>
                    <a:pt x="49812" y="5805"/>
                    <a:pt x="56517" y="5805"/>
                  </a:cubicBezTo>
                  <a:cubicBezTo>
                    <a:pt x="65367" y="5805"/>
                    <a:pt x="83069" y="10504"/>
                    <a:pt x="88164" y="36346"/>
                  </a:cubicBezTo>
                  <a:cubicBezTo>
                    <a:pt x="90846" y="50964"/>
                    <a:pt x="90846" y="70802"/>
                    <a:pt x="90846" y="87247"/>
                  </a:cubicBezTo>
                  <a:cubicBezTo>
                    <a:pt x="90846" y="106824"/>
                    <a:pt x="90846" y="124574"/>
                    <a:pt x="87896" y="141280"/>
                  </a:cubicBezTo>
                  <a:cubicBezTo>
                    <a:pt x="83873" y="166078"/>
                    <a:pt x="68586" y="173909"/>
                    <a:pt x="56517" y="173909"/>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6" name="Freeform: Shape 285">
              <a:extLst>
                <a:ext uri="{FF2B5EF4-FFF2-40B4-BE49-F238E27FC236}">
                  <a16:creationId xmlns:a16="http://schemas.microsoft.com/office/drawing/2014/main" id="{A79C3CBA-1401-096A-64BA-73EC3DBA7EBF}"/>
                </a:ext>
              </a:extLst>
            </p:cNvPr>
            <p:cNvSpPr/>
            <p:nvPr>
              <p:custDataLst>
                <p:tags r:id="rId22"/>
              </p:custDataLst>
            </p:nvPr>
          </p:nvSpPr>
          <p:spPr>
            <a:xfrm>
              <a:off x="12010947" y="6405288"/>
              <a:ext cx="28429" cy="27669"/>
            </a:xfrm>
            <a:custGeom>
              <a:avLst/>
              <a:gdLst>
                <a:gd name="connsiteX0" fmla="*/ 28629 w 28429"/>
                <a:gd name="connsiteY0" fmla="*/ 13897 h 27669"/>
                <a:gd name="connsiteX1" fmla="*/ 14414 w 28429"/>
                <a:gd name="connsiteY1" fmla="*/ 63 h 27669"/>
                <a:gd name="connsiteX2" fmla="*/ 199 w 28429"/>
                <a:gd name="connsiteY2" fmla="*/ 13897 h 27669"/>
                <a:gd name="connsiteX3" fmla="*/ 14414 w 28429"/>
                <a:gd name="connsiteY3" fmla="*/ 27732 h 27669"/>
                <a:gd name="connsiteX4" fmla="*/ 28629 w 28429"/>
                <a:gd name="connsiteY4" fmla="*/ 13897 h 27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29" h="27669">
                  <a:moveTo>
                    <a:pt x="28629" y="13897"/>
                  </a:moveTo>
                  <a:cubicBezTo>
                    <a:pt x="28629" y="6328"/>
                    <a:pt x="22192" y="63"/>
                    <a:pt x="14414" y="63"/>
                  </a:cubicBezTo>
                  <a:cubicBezTo>
                    <a:pt x="6636" y="63"/>
                    <a:pt x="199" y="6328"/>
                    <a:pt x="199" y="13897"/>
                  </a:cubicBezTo>
                  <a:cubicBezTo>
                    <a:pt x="199" y="21467"/>
                    <a:pt x="6636" y="27732"/>
                    <a:pt x="14414" y="27732"/>
                  </a:cubicBezTo>
                  <a:cubicBezTo>
                    <a:pt x="22192" y="27732"/>
                    <a:pt x="28629" y="21467"/>
                    <a:pt x="28629" y="13897"/>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7" name="Freeform: Shape 286">
              <a:extLst>
                <a:ext uri="{FF2B5EF4-FFF2-40B4-BE49-F238E27FC236}">
                  <a16:creationId xmlns:a16="http://schemas.microsoft.com/office/drawing/2014/main" id="{870D8A67-3CC6-3F64-DC47-3BF78A952D7C}"/>
                </a:ext>
              </a:extLst>
            </p:cNvPr>
            <p:cNvSpPr/>
            <p:nvPr>
              <p:custDataLst>
                <p:tags r:id="rId23"/>
              </p:custDataLst>
            </p:nvPr>
          </p:nvSpPr>
          <p:spPr>
            <a:xfrm>
              <a:off x="12072842" y="6259111"/>
              <a:ext cx="112912" cy="179588"/>
            </a:xfrm>
            <a:custGeom>
              <a:avLst/>
              <a:gdLst>
                <a:gd name="connsiteX0" fmla="*/ 113115 w 112912"/>
                <a:gd name="connsiteY0" fmla="*/ 90379 h 179588"/>
                <a:gd name="connsiteX1" fmla="*/ 102387 w 112912"/>
                <a:gd name="connsiteY1" fmla="*/ 29298 h 179588"/>
                <a:gd name="connsiteX2" fmla="*/ 56793 w 112912"/>
                <a:gd name="connsiteY2" fmla="*/ 63 h 179588"/>
                <a:gd name="connsiteX3" fmla="*/ 10125 w 112912"/>
                <a:gd name="connsiteY3" fmla="*/ 31125 h 179588"/>
                <a:gd name="connsiteX4" fmla="*/ 202 w 112912"/>
                <a:gd name="connsiteY4" fmla="*/ 90379 h 179588"/>
                <a:gd name="connsiteX5" fmla="*/ 12271 w 112912"/>
                <a:gd name="connsiteY5" fmla="*/ 153287 h 179588"/>
                <a:gd name="connsiteX6" fmla="*/ 56524 w 112912"/>
                <a:gd name="connsiteY6" fmla="*/ 179651 h 179588"/>
                <a:gd name="connsiteX7" fmla="*/ 103191 w 112912"/>
                <a:gd name="connsiteY7" fmla="*/ 149372 h 179588"/>
                <a:gd name="connsiteX8" fmla="*/ 113115 w 112912"/>
                <a:gd name="connsiteY8" fmla="*/ 90379 h 179588"/>
                <a:gd name="connsiteX9" fmla="*/ 56524 w 112912"/>
                <a:gd name="connsiteY9" fmla="*/ 173909 h 179588"/>
                <a:gd name="connsiteX10" fmla="*/ 25413 w 112912"/>
                <a:gd name="connsiteY10" fmla="*/ 142324 h 179588"/>
                <a:gd name="connsiteX11" fmla="*/ 22463 w 112912"/>
                <a:gd name="connsiteY11" fmla="*/ 87247 h 179588"/>
                <a:gd name="connsiteX12" fmla="*/ 24608 w 112912"/>
                <a:gd name="connsiteY12" fmla="*/ 39217 h 179588"/>
                <a:gd name="connsiteX13" fmla="*/ 56524 w 112912"/>
                <a:gd name="connsiteY13" fmla="*/ 5805 h 179588"/>
                <a:gd name="connsiteX14" fmla="*/ 88172 w 112912"/>
                <a:gd name="connsiteY14" fmla="*/ 36346 h 179588"/>
                <a:gd name="connsiteX15" fmla="*/ 90854 w 112912"/>
                <a:gd name="connsiteY15" fmla="*/ 87247 h 179588"/>
                <a:gd name="connsiteX16" fmla="*/ 87904 w 112912"/>
                <a:gd name="connsiteY16" fmla="*/ 141280 h 179588"/>
                <a:gd name="connsiteX17" fmla="*/ 56524 w 112912"/>
                <a:gd name="connsiteY17" fmla="*/ 173909 h 1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912" h="179588">
                  <a:moveTo>
                    <a:pt x="113115" y="90379"/>
                  </a:moveTo>
                  <a:cubicBezTo>
                    <a:pt x="113115" y="69497"/>
                    <a:pt x="111774" y="48614"/>
                    <a:pt x="102387" y="29298"/>
                  </a:cubicBezTo>
                  <a:cubicBezTo>
                    <a:pt x="90049" y="4239"/>
                    <a:pt x="68057" y="63"/>
                    <a:pt x="56793" y="63"/>
                  </a:cubicBezTo>
                  <a:cubicBezTo>
                    <a:pt x="40700" y="63"/>
                    <a:pt x="21122" y="6850"/>
                    <a:pt x="10125" y="31125"/>
                  </a:cubicBezTo>
                  <a:cubicBezTo>
                    <a:pt x="1543" y="49136"/>
                    <a:pt x="202" y="69497"/>
                    <a:pt x="202" y="90379"/>
                  </a:cubicBezTo>
                  <a:cubicBezTo>
                    <a:pt x="202" y="109956"/>
                    <a:pt x="1275" y="133449"/>
                    <a:pt x="12271" y="153287"/>
                  </a:cubicBezTo>
                  <a:cubicBezTo>
                    <a:pt x="23804" y="174431"/>
                    <a:pt x="43382" y="179651"/>
                    <a:pt x="56524" y="179651"/>
                  </a:cubicBezTo>
                  <a:cubicBezTo>
                    <a:pt x="71007" y="179651"/>
                    <a:pt x="91391" y="174170"/>
                    <a:pt x="103191" y="149372"/>
                  </a:cubicBezTo>
                  <a:cubicBezTo>
                    <a:pt x="111774" y="131361"/>
                    <a:pt x="113115" y="111001"/>
                    <a:pt x="113115" y="90379"/>
                  </a:cubicBezTo>
                  <a:close/>
                  <a:moveTo>
                    <a:pt x="56524" y="173909"/>
                  </a:moveTo>
                  <a:cubicBezTo>
                    <a:pt x="46064" y="173909"/>
                    <a:pt x="30241" y="167383"/>
                    <a:pt x="25413" y="142324"/>
                  </a:cubicBezTo>
                  <a:cubicBezTo>
                    <a:pt x="22463" y="126662"/>
                    <a:pt x="22463" y="102648"/>
                    <a:pt x="22463" y="87247"/>
                  </a:cubicBezTo>
                  <a:cubicBezTo>
                    <a:pt x="22463" y="70541"/>
                    <a:pt x="22463" y="53313"/>
                    <a:pt x="24608" y="39217"/>
                  </a:cubicBezTo>
                  <a:cubicBezTo>
                    <a:pt x="29704" y="8155"/>
                    <a:pt x="49819" y="5805"/>
                    <a:pt x="56524" y="5805"/>
                  </a:cubicBezTo>
                  <a:cubicBezTo>
                    <a:pt x="65375" y="5805"/>
                    <a:pt x="83076" y="10504"/>
                    <a:pt x="88172" y="36346"/>
                  </a:cubicBezTo>
                  <a:cubicBezTo>
                    <a:pt x="90854" y="50964"/>
                    <a:pt x="90854" y="70802"/>
                    <a:pt x="90854" y="87247"/>
                  </a:cubicBezTo>
                  <a:cubicBezTo>
                    <a:pt x="90854" y="106824"/>
                    <a:pt x="90854" y="124574"/>
                    <a:pt x="87904" y="141280"/>
                  </a:cubicBezTo>
                  <a:cubicBezTo>
                    <a:pt x="83881" y="166078"/>
                    <a:pt x="68593" y="173909"/>
                    <a:pt x="56524" y="173909"/>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8" name="Freeform: Shape 287">
              <a:extLst>
                <a:ext uri="{FF2B5EF4-FFF2-40B4-BE49-F238E27FC236}">
                  <a16:creationId xmlns:a16="http://schemas.microsoft.com/office/drawing/2014/main" id="{5B19FC8E-5204-22BB-17CB-4B2B5116A7D9}"/>
                </a:ext>
              </a:extLst>
            </p:cNvPr>
            <p:cNvSpPr/>
            <p:nvPr>
              <p:custDataLst>
                <p:tags r:id="rId24"/>
              </p:custDataLst>
            </p:nvPr>
          </p:nvSpPr>
          <p:spPr>
            <a:xfrm>
              <a:off x="12207748" y="6259111"/>
              <a:ext cx="111303" cy="179588"/>
            </a:xfrm>
            <a:custGeom>
              <a:avLst/>
              <a:gdLst>
                <a:gd name="connsiteX0" fmla="*/ 24345 w 111303"/>
                <a:gd name="connsiteY0" fmla="*/ 88291 h 179588"/>
                <a:gd name="connsiteX1" fmla="*/ 24345 w 111303"/>
                <a:gd name="connsiteY1" fmla="*/ 82026 h 179588"/>
                <a:gd name="connsiteX2" fmla="*/ 71280 w 111303"/>
                <a:gd name="connsiteY2" fmla="*/ 6589 h 179588"/>
                <a:gd name="connsiteX3" fmla="*/ 94882 w 111303"/>
                <a:gd name="connsiteY3" fmla="*/ 17030 h 179588"/>
                <a:gd name="connsiteX4" fmla="*/ 80131 w 111303"/>
                <a:gd name="connsiteY4" fmla="*/ 28776 h 179588"/>
                <a:gd name="connsiteX5" fmla="*/ 92468 w 111303"/>
                <a:gd name="connsiteY5" fmla="*/ 40783 h 179588"/>
                <a:gd name="connsiteX6" fmla="*/ 104806 w 111303"/>
                <a:gd name="connsiteY6" fmla="*/ 28254 h 179588"/>
                <a:gd name="connsiteX7" fmla="*/ 70744 w 111303"/>
                <a:gd name="connsiteY7" fmla="*/ 63 h 179588"/>
                <a:gd name="connsiteX8" fmla="*/ 207 w 111303"/>
                <a:gd name="connsiteY8" fmla="*/ 91423 h 179588"/>
                <a:gd name="connsiteX9" fmla="*/ 56261 w 111303"/>
                <a:gd name="connsiteY9" fmla="*/ 179651 h 179588"/>
                <a:gd name="connsiteX10" fmla="*/ 111511 w 111303"/>
                <a:gd name="connsiteY10" fmla="*/ 120659 h 179588"/>
                <a:gd name="connsiteX11" fmla="*/ 57870 w 111303"/>
                <a:gd name="connsiteY11" fmla="*/ 62449 h 179588"/>
                <a:gd name="connsiteX12" fmla="*/ 24345 w 111303"/>
                <a:gd name="connsiteY12" fmla="*/ 88291 h 179588"/>
                <a:gd name="connsiteX13" fmla="*/ 56261 w 111303"/>
                <a:gd name="connsiteY13" fmla="*/ 172343 h 179588"/>
                <a:gd name="connsiteX14" fmla="*/ 29709 w 111303"/>
                <a:gd name="connsiteY14" fmla="*/ 152765 h 179588"/>
                <a:gd name="connsiteX15" fmla="*/ 24882 w 111303"/>
                <a:gd name="connsiteY15" fmla="*/ 114916 h 179588"/>
                <a:gd name="connsiteX16" fmla="*/ 57602 w 111303"/>
                <a:gd name="connsiteY16" fmla="*/ 68453 h 179588"/>
                <a:gd name="connsiteX17" fmla="*/ 82545 w 111303"/>
                <a:gd name="connsiteY17" fmla="*/ 84637 h 179588"/>
                <a:gd name="connsiteX18" fmla="*/ 87372 w 111303"/>
                <a:gd name="connsiteY18" fmla="*/ 120398 h 179588"/>
                <a:gd name="connsiteX19" fmla="*/ 82813 w 111303"/>
                <a:gd name="connsiteY19" fmla="*/ 155376 h 179588"/>
                <a:gd name="connsiteX20" fmla="*/ 56261 w 111303"/>
                <a:gd name="connsiteY20" fmla="*/ 172343 h 1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1303" h="179588">
                  <a:moveTo>
                    <a:pt x="24345" y="88291"/>
                  </a:moveTo>
                  <a:lnTo>
                    <a:pt x="24345" y="82026"/>
                  </a:lnTo>
                  <a:cubicBezTo>
                    <a:pt x="24345" y="15986"/>
                    <a:pt x="57602" y="6589"/>
                    <a:pt x="71280" y="6589"/>
                  </a:cubicBezTo>
                  <a:cubicBezTo>
                    <a:pt x="77717" y="6589"/>
                    <a:pt x="88982" y="8155"/>
                    <a:pt x="94882" y="17030"/>
                  </a:cubicBezTo>
                  <a:cubicBezTo>
                    <a:pt x="90859" y="17030"/>
                    <a:pt x="80131" y="17030"/>
                    <a:pt x="80131" y="28776"/>
                  </a:cubicBezTo>
                  <a:cubicBezTo>
                    <a:pt x="80131" y="36868"/>
                    <a:pt x="86568" y="40783"/>
                    <a:pt x="92468" y="40783"/>
                  </a:cubicBezTo>
                  <a:cubicBezTo>
                    <a:pt x="96759" y="40783"/>
                    <a:pt x="104806" y="38434"/>
                    <a:pt x="104806" y="28254"/>
                  </a:cubicBezTo>
                  <a:cubicBezTo>
                    <a:pt x="104806" y="12592"/>
                    <a:pt x="93005" y="63"/>
                    <a:pt x="70744" y="63"/>
                  </a:cubicBezTo>
                  <a:cubicBezTo>
                    <a:pt x="36414" y="63"/>
                    <a:pt x="207" y="33736"/>
                    <a:pt x="207" y="91423"/>
                  </a:cubicBezTo>
                  <a:cubicBezTo>
                    <a:pt x="207" y="161118"/>
                    <a:pt x="31318" y="179651"/>
                    <a:pt x="56261" y="179651"/>
                  </a:cubicBezTo>
                  <a:cubicBezTo>
                    <a:pt x="86031" y="179651"/>
                    <a:pt x="111511" y="155115"/>
                    <a:pt x="111511" y="120659"/>
                  </a:cubicBezTo>
                  <a:cubicBezTo>
                    <a:pt x="111511" y="87508"/>
                    <a:pt x="87641" y="62449"/>
                    <a:pt x="57870" y="62449"/>
                  </a:cubicBezTo>
                  <a:cubicBezTo>
                    <a:pt x="39633" y="62449"/>
                    <a:pt x="29709" y="75761"/>
                    <a:pt x="24345" y="88291"/>
                  </a:cubicBezTo>
                  <a:close/>
                  <a:moveTo>
                    <a:pt x="56261" y="172343"/>
                  </a:moveTo>
                  <a:cubicBezTo>
                    <a:pt x="39364" y="172343"/>
                    <a:pt x="31318" y="156681"/>
                    <a:pt x="29709" y="152765"/>
                  </a:cubicBezTo>
                  <a:cubicBezTo>
                    <a:pt x="24882" y="140497"/>
                    <a:pt x="24882" y="119615"/>
                    <a:pt x="24882" y="114916"/>
                  </a:cubicBezTo>
                  <a:cubicBezTo>
                    <a:pt x="24882" y="94556"/>
                    <a:pt x="33464" y="68453"/>
                    <a:pt x="57602" y="68453"/>
                  </a:cubicBezTo>
                  <a:cubicBezTo>
                    <a:pt x="61893" y="68453"/>
                    <a:pt x="74231" y="68453"/>
                    <a:pt x="82545" y="84637"/>
                  </a:cubicBezTo>
                  <a:cubicBezTo>
                    <a:pt x="87372" y="94295"/>
                    <a:pt x="87372" y="107607"/>
                    <a:pt x="87372" y="120398"/>
                  </a:cubicBezTo>
                  <a:cubicBezTo>
                    <a:pt x="87372" y="132927"/>
                    <a:pt x="87372" y="145979"/>
                    <a:pt x="82813" y="155376"/>
                  </a:cubicBezTo>
                  <a:cubicBezTo>
                    <a:pt x="74767" y="171038"/>
                    <a:pt x="62430" y="172343"/>
                    <a:pt x="56261" y="172343"/>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9" name="Freeform: Shape 288">
              <a:extLst>
                <a:ext uri="{FF2B5EF4-FFF2-40B4-BE49-F238E27FC236}">
                  <a16:creationId xmlns:a16="http://schemas.microsoft.com/office/drawing/2014/main" id="{E0BACC96-C544-88D5-DFD0-E71978068000}"/>
                </a:ext>
              </a:extLst>
            </p:cNvPr>
            <p:cNvSpPr/>
            <p:nvPr>
              <p:custDataLst>
                <p:tags r:id="rId25"/>
              </p:custDataLst>
            </p:nvPr>
          </p:nvSpPr>
          <p:spPr>
            <a:xfrm>
              <a:off x="12343995" y="6259111"/>
              <a:ext cx="107012" cy="179588"/>
            </a:xfrm>
            <a:custGeom>
              <a:avLst/>
              <a:gdLst>
                <a:gd name="connsiteX0" fmla="*/ 107224 w 107012"/>
                <a:gd name="connsiteY0" fmla="*/ 121442 h 179588"/>
                <a:gd name="connsiteX1" fmla="*/ 56266 w 107012"/>
                <a:gd name="connsiteY1" fmla="*/ 64276 h 179588"/>
                <a:gd name="connsiteX2" fmla="*/ 22204 w 107012"/>
                <a:gd name="connsiteY2" fmla="*/ 77589 h 179588"/>
                <a:gd name="connsiteX3" fmla="*/ 22204 w 107012"/>
                <a:gd name="connsiteY3" fmla="*/ 26688 h 179588"/>
                <a:gd name="connsiteX4" fmla="*/ 45002 w 107012"/>
                <a:gd name="connsiteY4" fmla="*/ 30081 h 179588"/>
                <a:gd name="connsiteX5" fmla="*/ 96764 w 107012"/>
                <a:gd name="connsiteY5" fmla="*/ 2934 h 179588"/>
                <a:gd name="connsiteX6" fmla="*/ 94082 w 107012"/>
                <a:gd name="connsiteY6" fmla="*/ 63 h 179588"/>
                <a:gd name="connsiteX7" fmla="*/ 91937 w 107012"/>
                <a:gd name="connsiteY7" fmla="*/ 846 h 179588"/>
                <a:gd name="connsiteX8" fmla="*/ 55461 w 107012"/>
                <a:gd name="connsiteY8" fmla="*/ 8416 h 179588"/>
                <a:gd name="connsiteX9" fmla="*/ 19791 w 107012"/>
                <a:gd name="connsiteY9" fmla="*/ 1107 h 179588"/>
                <a:gd name="connsiteX10" fmla="*/ 16572 w 107012"/>
                <a:gd name="connsiteY10" fmla="*/ 324 h 179588"/>
                <a:gd name="connsiteX11" fmla="*/ 13890 w 107012"/>
                <a:gd name="connsiteY11" fmla="*/ 6589 h 179588"/>
                <a:gd name="connsiteX12" fmla="*/ 13890 w 107012"/>
                <a:gd name="connsiteY12" fmla="*/ 83853 h 179588"/>
                <a:gd name="connsiteX13" fmla="*/ 17645 w 107012"/>
                <a:gd name="connsiteY13" fmla="*/ 90640 h 179588"/>
                <a:gd name="connsiteX14" fmla="*/ 21132 w 107012"/>
                <a:gd name="connsiteY14" fmla="*/ 88291 h 179588"/>
                <a:gd name="connsiteX15" fmla="*/ 55730 w 107012"/>
                <a:gd name="connsiteY15" fmla="*/ 70019 h 179588"/>
                <a:gd name="connsiteX16" fmla="*/ 78527 w 107012"/>
                <a:gd name="connsiteY16" fmla="*/ 86725 h 179588"/>
                <a:gd name="connsiteX17" fmla="*/ 83354 w 107012"/>
                <a:gd name="connsiteY17" fmla="*/ 119615 h 179588"/>
                <a:gd name="connsiteX18" fmla="*/ 76918 w 107012"/>
                <a:gd name="connsiteY18" fmla="*/ 155376 h 179588"/>
                <a:gd name="connsiteX19" fmla="*/ 48220 w 107012"/>
                <a:gd name="connsiteY19" fmla="*/ 172343 h 179588"/>
                <a:gd name="connsiteX20" fmla="*/ 8794 w 107012"/>
                <a:gd name="connsiteY20" fmla="*/ 143107 h 179588"/>
                <a:gd name="connsiteX21" fmla="*/ 13354 w 107012"/>
                <a:gd name="connsiteY21" fmla="*/ 143629 h 179588"/>
                <a:gd name="connsiteX22" fmla="*/ 26764 w 107012"/>
                <a:gd name="connsiteY22" fmla="*/ 130839 h 179588"/>
                <a:gd name="connsiteX23" fmla="*/ 13354 w 107012"/>
                <a:gd name="connsiteY23" fmla="*/ 118048 h 179588"/>
                <a:gd name="connsiteX24" fmla="*/ 212 w 107012"/>
                <a:gd name="connsiteY24" fmla="*/ 131883 h 179588"/>
                <a:gd name="connsiteX25" fmla="*/ 48756 w 107012"/>
                <a:gd name="connsiteY25" fmla="*/ 179651 h 179588"/>
                <a:gd name="connsiteX26" fmla="*/ 107224 w 107012"/>
                <a:gd name="connsiteY26" fmla="*/ 121442 h 1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012" h="179588">
                  <a:moveTo>
                    <a:pt x="107224" y="121442"/>
                  </a:moveTo>
                  <a:cubicBezTo>
                    <a:pt x="107224" y="90379"/>
                    <a:pt x="85232" y="64276"/>
                    <a:pt x="56266" y="64276"/>
                  </a:cubicBezTo>
                  <a:cubicBezTo>
                    <a:pt x="43392" y="64276"/>
                    <a:pt x="31860" y="68453"/>
                    <a:pt x="22204" y="77589"/>
                  </a:cubicBezTo>
                  <a:lnTo>
                    <a:pt x="22204" y="26688"/>
                  </a:lnTo>
                  <a:cubicBezTo>
                    <a:pt x="27568" y="28254"/>
                    <a:pt x="36419" y="30081"/>
                    <a:pt x="45002" y="30081"/>
                  </a:cubicBezTo>
                  <a:cubicBezTo>
                    <a:pt x="77990" y="30081"/>
                    <a:pt x="96764" y="6327"/>
                    <a:pt x="96764" y="2934"/>
                  </a:cubicBezTo>
                  <a:cubicBezTo>
                    <a:pt x="96764" y="1368"/>
                    <a:pt x="95960" y="63"/>
                    <a:pt x="94082" y="63"/>
                  </a:cubicBezTo>
                  <a:cubicBezTo>
                    <a:pt x="93814" y="63"/>
                    <a:pt x="93278" y="63"/>
                    <a:pt x="91937" y="846"/>
                  </a:cubicBezTo>
                  <a:cubicBezTo>
                    <a:pt x="86573" y="3195"/>
                    <a:pt x="73431" y="8416"/>
                    <a:pt x="55461" y="8416"/>
                  </a:cubicBezTo>
                  <a:cubicBezTo>
                    <a:pt x="44733" y="8416"/>
                    <a:pt x="32396" y="6589"/>
                    <a:pt x="19791" y="1107"/>
                  </a:cubicBezTo>
                  <a:cubicBezTo>
                    <a:pt x="17645" y="324"/>
                    <a:pt x="17109" y="324"/>
                    <a:pt x="16572" y="324"/>
                  </a:cubicBezTo>
                  <a:cubicBezTo>
                    <a:pt x="13890" y="324"/>
                    <a:pt x="13890" y="2412"/>
                    <a:pt x="13890" y="6589"/>
                  </a:cubicBezTo>
                  <a:lnTo>
                    <a:pt x="13890" y="83853"/>
                  </a:lnTo>
                  <a:cubicBezTo>
                    <a:pt x="13890" y="88552"/>
                    <a:pt x="13890" y="90640"/>
                    <a:pt x="17645" y="90640"/>
                  </a:cubicBezTo>
                  <a:cubicBezTo>
                    <a:pt x="19522" y="90640"/>
                    <a:pt x="20059" y="89857"/>
                    <a:pt x="21132" y="88291"/>
                  </a:cubicBezTo>
                  <a:cubicBezTo>
                    <a:pt x="24082" y="84114"/>
                    <a:pt x="34005" y="70019"/>
                    <a:pt x="55730" y="70019"/>
                  </a:cubicBezTo>
                  <a:cubicBezTo>
                    <a:pt x="69676" y="70019"/>
                    <a:pt x="76381" y="82026"/>
                    <a:pt x="78527" y="86725"/>
                  </a:cubicBezTo>
                  <a:cubicBezTo>
                    <a:pt x="82818" y="96383"/>
                    <a:pt x="83354" y="106563"/>
                    <a:pt x="83354" y="119615"/>
                  </a:cubicBezTo>
                  <a:cubicBezTo>
                    <a:pt x="83354" y="128751"/>
                    <a:pt x="83354" y="144412"/>
                    <a:pt x="76918" y="155376"/>
                  </a:cubicBezTo>
                  <a:cubicBezTo>
                    <a:pt x="70481" y="165556"/>
                    <a:pt x="60557" y="172343"/>
                    <a:pt x="48220" y="172343"/>
                  </a:cubicBezTo>
                  <a:cubicBezTo>
                    <a:pt x="28641" y="172343"/>
                    <a:pt x="13354" y="158508"/>
                    <a:pt x="8794" y="143107"/>
                  </a:cubicBezTo>
                  <a:cubicBezTo>
                    <a:pt x="9599" y="143368"/>
                    <a:pt x="10404" y="143629"/>
                    <a:pt x="13354" y="143629"/>
                  </a:cubicBezTo>
                  <a:cubicBezTo>
                    <a:pt x="22204" y="143629"/>
                    <a:pt x="26764" y="137104"/>
                    <a:pt x="26764" y="130839"/>
                  </a:cubicBezTo>
                  <a:cubicBezTo>
                    <a:pt x="26764" y="124574"/>
                    <a:pt x="22204" y="118048"/>
                    <a:pt x="13354" y="118048"/>
                  </a:cubicBezTo>
                  <a:cubicBezTo>
                    <a:pt x="9599" y="118048"/>
                    <a:pt x="212" y="119876"/>
                    <a:pt x="212" y="131883"/>
                  </a:cubicBezTo>
                  <a:cubicBezTo>
                    <a:pt x="212" y="154332"/>
                    <a:pt x="18718" y="179651"/>
                    <a:pt x="48756" y="179651"/>
                  </a:cubicBezTo>
                  <a:cubicBezTo>
                    <a:pt x="79868" y="179651"/>
                    <a:pt x="107224" y="154593"/>
                    <a:pt x="107224" y="121442"/>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315" name="TextBox 314">
            <a:extLst>
              <a:ext uri="{FF2B5EF4-FFF2-40B4-BE49-F238E27FC236}">
                <a16:creationId xmlns:a16="http://schemas.microsoft.com/office/drawing/2014/main" id="{2E81EEC5-F944-F205-4E8E-7E65E50C84A6}"/>
              </a:ext>
            </a:extLst>
          </p:cNvPr>
          <p:cNvSpPr txBox="1"/>
          <p:nvPr/>
        </p:nvSpPr>
        <p:spPr>
          <a:xfrm>
            <a:off x="786893" y="1531533"/>
            <a:ext cx="4492348"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En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otras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palabras,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p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ejemplo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área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derecha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1.52,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el</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valor</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observado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del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estadístico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prueba</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en</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una</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distribución</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normal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estándar</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a:t>
            </a:r>
          </a:p>
        </p:txBody>
      </p:sp>
      <p:pic>
        <p:nvPicPr>
          <p:cNvPr id="7" name="Picture 6">
            <a:extLst>
              <a:ext uri="{FF2B5EF4-FFF2-40B4-BE49-F238E27FC236}">
                <a16:creationId xmlns:a16="http://schemas.microsoft.com/office/drawing/2014/main" id="{10B97B07-8CB0-C97E-AFCC-634E1085C70B}"/>
              </a:ext>
            </a:extLst>
          </p:cNvPr>
          <p:cNvPicPr>
            <a:picLocks noChangeAspect="1"/>
          </p:cNvPicPr>
          <p:nvPr/>
        </p:nvPicPr>
        <p:blipFill>
          <a:blip r:embed="rId48">
            <a:clrChange>
              <a:clrFrom>
                <a:srgbClr val="000000"/>
              </a:clrFrom>
              <a:clrTo>
                <a:srgbClr val="000000">
                  <a:alpha val="0"/>
                </a:srgbClr>
              </a:clrTo>
            </a:clrChange>
            <a:duotone>
              <a:schemeClr val="accent4">
                <a:shade val="45000"/>
                <a:satMod val="135000"/>
              </a:schemeClr>
              <a:prstClr val="white"/>
            </a:duotone>
            <a:extLst>
              <a:ext uri="{BEBA8EAE-BF5A-486C-A8C5-ECC9F3942E4B}">
                <a14:imgProps xmlns:a14="http://schemas.microsoft.com/office/drawing/2010/main">
                  <a14:imgLayer r:embed="rId49">
                    <a14:imgEffect>
                      <a14:brightnessContrast bright="-40000" contrast="-20000"/>
                    </a14:imgEffect>
                  </a14:imgLayer>
                </a14:imgProps>
              </a:ext>
            </a:extLst>
          </a:blip>
          <a:stretch>
            <a:fillRect/>
          </a:stretch>
        </p:blipFill>
        <p:spPr>
          <a:xfrm>
            <a:off x="762382" y="3415875"/>
            <a:ext cx="4424234" cy="2529998"/>
          </a:xfrm>
          <a:prstGeom prst="rect">
            <a:avLst/>
          </a:prstGeom>
        </p:spPr>
      </p:pic>
      <p:sp>
        <p:nvSpPr>
          <p:cNvPr id="10" name="TextBox 9">
            <a:extLst>
              <a:ext uri="{FF2B5EF4-FFF2-40B4-BE49-F238E27FC236}">
                <a16:creationId xmlns:a16="http://schemas.microsoft.com/office/drawing/2014/main" id="{0865AE8C-8C72-C66A-7C14-B31E42A0CFCC}"/>
              </a:ext>
            </a:extLst>
          </p:cNvPr>
          <p:cNvSpPr txBox="1"/>
          <p:nvPr/>
        </p:nvSpPr>
        <p:spPr>
          <a:xfrm>
            <a:off x="5563644" y="1531533"/>
            <a:ext cx="5613114" cy="2554545"/>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Generalmente</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los</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valores</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p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pequeños</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son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contra H0,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ya</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que</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indican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que</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el</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resultado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los</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datos</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se produce con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poca</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probabilidad</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si</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H0 es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cierta</a:t>
            </a:r>
            <a:r>
              <a:rPr kumimoji="0" lang="en-GB" sz="1600" b="0" i="0" u="none" strike="noStrike" kern="1200" cap="none" spc="0" normalizeH="0" baseline="0" noProof="0">
                <a:ln>
                  <a:noFill/>
                </a:ln>
                <a:solidFill>
                  <a:srgbClr val="EA2023"/>
                </a:solidFill>
                <a:effectLst/>
                <a:uLnTx/>
                <a:uFillTx/>
                <a:latin typeface="Aptos" panose="020B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En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ejemplo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anterior,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si</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hubiera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sido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un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mayor,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digamos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t = 2.85,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entonces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p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sería</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0.002</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Esto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significa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si</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la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hipótesis</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nula</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fuera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cierta</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observaríamos</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un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valor</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 T tan grande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como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2.85 con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probabilidad</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.002.</a:t>
            </a:r>
          </a:p>
        </p:txBody>
      </p:sp>
      <p:sp>
        <p:nvSpPr>
          <p:cNvPr id="12" name="TextBox 11">
            <a:extLst>
              <a:ext uri="{FF2B5EF4-FFF2-40B4-BE49-F238E27FC236}">
                <a16:creationId xmlns:a16="http://schemas.microsoft.com/office/drawing/2014/main" id="{3066653E-5599-9944-C68B-16F5BE0D1CF4}"/>
              </a:ext>
            </a:extLst>
          </p:cNvPr>
          <p:cNvSpPr txBox="1"/>
          <p:nvPr/>
        </p:nvSpPr>
        <p:spPr>
          <a:xfrm>
            <a:off x="5874707" y="4347256"/>
            <a:ext cx="5302052"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O bien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hemos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obtenido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muestra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muy</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poco habitual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O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hipótesis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nula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es falsa.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menos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que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tengamos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tolerancia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muy</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pequeña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al </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error de </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tipo</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I</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rechazaríamos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hipótesis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nula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a:t>
            </a:r>
          </a:p>
        </p:txBody>
      </p:sp>
    </p:spTree>
    <p:extLst>
      <p:ext uri="{BB962C8B-B14F-4D97-AF65-F5344CB8AC3E}">
        <p14:creationId xmlns:p14="http://schemas.microsoft.com/office/powerpoint/2010/main" val="18053485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5FC361-98A7-3A96-CB7D-6B59637607D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4CA765DB-7CCC-B355-2B80-E3D69346402F}"/>
              </a:ext>
            </a:extLst>
          </p:cNvPr>
          <p:cNvSpPr>
            <a:spLocks noGrp="1"/>
          </p:cNvSpPr>
          <p:nvPr>
            <p:ph type="dt" sz="half" idx="10"/>
          </p:nvPr>
        </p:nvSpPr>
        <p:spPr>
          <a:xfrm>
            <a:off x="11003616" y="136525"/>
            <a:ext cx="11175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25/03/2026</a:t>
            </a:fld>
            <a:endParaRPr kumimoji="0" lang="en-GB"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8" name="TextBox 7">
            <a:extLst>
              <a:ext uri="{FF2B5EF4-FFF2-40B4-BE49-F238E27FC236}">
                <a16:creationId xmlns:a16="http://schemas.microsoft.com/office/drawing/2014/main" id="{964F6F91-7753-2666-0C67-E83E1E1EBC72}"/>
              </a:ext>
            </a:extLst>
          </p:cNvPr>
          <p:cNvSpPr txBox="1"/>
          <p:nvPr/>
        </p:nvSpPr>
        <p:spPr>
          <a:xfrm>
            <a:off x="1777015" y="1124786"/>
            <a:ext cx="4200511" cy="369332"/>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Cálculo</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y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uso</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de </a:t>
            </a:r>
            <a:r>
              <a:rPr kumimoji="0" lang="en-GB" sz="1800" b="1" i="0" u="none" strike="noStrike" kern="1200" cap="none" spc="0" normalizeH="0" baseline="0" noProof="0" err="1">
                <a:ln>
                  <a:noFill/>
                </a:ln>
                <a:solidFill>
                  <a:srgbClr val="EA2023"/>
                </a:solidFill>
                <a:effectLst/>
                <a:uLnTx/>
                <a:uFillTx/>
                <a:latin typeface="Aptos" panose="020B0004020202020204"/>
                <a:ea typeface="+mn-ea"/>
                <a:cs typeface="+mn-cs"/>
              </a:rPr>
              <a:t>valores</a:t>
            </a:r>
            <a:r>
              <a:rPr kumimoji="0" lang="en-GB" sz="1800" b="1" i="0" u="none" strike="noStrike" kern="1200" cap="none" spc="0" normalizeH="0" baseline="0" noProof="0">
                <a:ln>
                  <a:noFill/>
                </a:ln>
                <a:solidFill>
                  <a:srgbClr val="EA2023"/>
                </a:solidFill>
                <a:effectLst/>
                <a:uLnTx/>
                <a:uFillTx/>
                <a:latin typeface="Aptos" panose="020B0004020202020204"/>
                <a:ea typeface="+mn-ea"/>
                <a:cs typeface="+mn-cs"/>
              </a:rPr>
              <a:t> P</a:t>
            </a:r>
          </a:p>
        </p:txBody>
      </p:sp>
      <p:grpSp>
        <p:nvGrpSpPr>
          <p:cNvPr id="321" name="Group 320">
            <a:extLst>
              <a:ext uri="{FF2B5EF4-FFF2-40B4-BE49-F238E27FC236}">
                <a16:creationId xmlns:a16="http://schemas.microsoft.com/office/drawing/2014/main" id="{015E234F-3DD3-D34F-3BA1-129E0645398D}"/>
              </a:ext>
            </a:extLst>
          </p:cNvPr>
          <p:cNvGrpSpPr>
            <a:grpSpLocks noChangeAspect="1"/>
          </p:cNvGrpSpPr>
          <p:nvPr>
            <p:custDataLst>
              <p:tags r:id="rId1"/>
            </p:custDataLst>
          </p:nvPr>
        </p:nvGrpSpPr>
        <p:grpSpPr>
          <a:xfrm>
            <a:off x="914400" y="3314700"/>
            <a:ext cx="2189337" cy="153558"/>
            <a:chOff x="2126145" y="4166946"/>
            <a:chExt cx="2189337" cy="153558"/>
          </a:xfrm>
        </p:grpSpPr>
        <p:sp>
          <p:nvSpPr>
            <p:cNvPr id="294" name="Freeform: Shape 293">
              <a:extLst>
                <a:ext uri="{FF2B5EF4-FFF2-40B4-BE49-F238E27FC236}">
                  <a16:creationId xmlns:a16="http://schemas.microsoft.com/office/drawing/2014/main" id="{086EB52C-BD45-565C-DC57-1D35C5582B59}"/>
                </a:ext>
              </a:extLst>
            </p:cNvPr>
            <p:cNvSpPr/>
            <p:nvPr>
              <p:custDataLst>
                <p:tags r:id="rId2"/>
              </p:custDataLst>
            </p:nvPr>
          </p:nvSpPr>
          <p:spPr>
            <a:xfrm>
              <a:off x="2126145" y="4177235"/>
              <a:ext cx="92271" cy="104880"/>
            </a:xfrm>
            <a:custGeom>
              <a:avLst/>
              <a:gdLst>
                <a:gd name="connsiteX0" fmla="*/ 30155 w 92271"/>
                <a:gd name="connsiteY0" fmla="*/ 56419 h 104880"/>
                <a:gd name="connsiteX1" fmla="*/ 56630 w 92271"/>
                <a:gd name="connsiteY1" fmla="*/ 56419 h 104880"/>
                <a:gd name="connsiteX2" fmla="*/ 92348 w 92271"/>
                <a:gd name="connsiteY2" fmla="*/ 28625 h 104880"/>
                <a:gd name="connsiteX3" fmla="*/ 55377 w 92271"/>
                <a:gd name="connsiteY3" fmla="*/ 63 h 104880"/>
                <a:gd name="connsiteX4" fmla="*/ 77 w 92271"/>
                <a:gd name="connsiteY4" fmla="*/ 63 h 104880"/>
                <a:gd name="connsiteX5" fmla="*/ 77 w 92271"/>
                <a:gd name="connsiteY5" fmla="*/ 4823 h 104880"/>
                <a:gd name="connsiteX6" fmla="*/ 3837 w 92271"/>
                <a:gd name="connsiteY6" fmla="*/ 4823 h 104880"/>
                <a:gd name="connsiteX7" fmla="*/ 16212 w 92271"/>
                <a:gd name="connsiteY7" fmla="*/ 12040 h 104880"/>
                <a:gd name="connsiteX8" fmla="*/ 16212 w 92271"/>
                <a:gd name="connsiteY8" fmla="*/ 92965 h 104880"/>
                <a:gd name="connsiteX9" fmla="*/ 3837 w 92271"/>
                <a:gd name="connsiteY9" fmla="*/ 100183 h 104880"/>
                <a:gd name="connsiteX10" fmla="*/ 77 w 92271"/>
                <a:gd name="connsiteY10" fmla="*/ 100183 h 104880"/>
                <a:gd name="connsiteX11" fmla="*/ 77 w 92271"/>
                <a:gd name="connsiteY11" fmla="*/ 104943 h 104880"/>
                <a:gd name="connsiteX12" fmla="*/ 23105 w 92271"/>
                <a:gd name="connsiteY12" fmla="*/ 104482 h 104880"/>
                <a:gd name="connsiteX13" fmla="*/ 46291 w 92271"/>
                <a:gd name="connsiteY13" fmla="*/ 104943 h 104880"/>
                <a:gd name="connsiteX14" fmla="*/ 46291 w 92271"/>
                <a:gd name="connsiteY14" fmla="*/ 100183 h 104880"/>
                <a:gd name="connsiteX15" fmla="*/ 42531 w 92271"/>
                <a:gd name="connsiteY15" fmla="*/ 100183 h 104880"/>
                <a:gd name="connsiteX16" fmla="*/ 30155 w 92271"/>
                <a:gd name="connsiteY16" fmla="*/ 92965 h 104880"/>
                <a:gd name="connsiteX17" fmla="*/ 30155 w 92271"/>
                <a:gd name="connsiteY17" fmla="*/ 56419 h 104880"/>
                <a:gd name="connsiteX18" fmla="*/ 29685 w 92271"/>
                <a:gd name="connsiteY18" fmla="*/ 52426 h 104880"/>
                <a:gd name="connsiteX19" fmla="*/ 29685 w 92271"/>
                <a:gd name="connsiteY19" fmla="*/ 10965 h 104880"/>
                <a:gd name="connsiteX20" fmla="*/ 37361 w 92271"/>
                <a:gd name="connsiteY20" fmla="*/ 4823 h 104880"/>
                <a:gd name="connsiteX21" fmla="*/ 51304 w 92271"/>
                <a:gd name="connsiteY21" fmla="*/ 4823 h 104880"/>
                <a:gd name="connsiteX22" fmla="*/ 76212 w 92271"/>
                <a:gd name="connsiteY22" fmla="*/ 28625 h 104880"/>
                <a:gd name="connsiteX23" fmla="*/ 51304 w 92271"/>
                <a:gd name="connsiteY23" fmla="*/ 52426 h 104880"/>
                <a:gd name="connsiteX24" fmla="*/ 29685 w 92271"/>
                <a:gd name="connsiteY24" fmla="*/ 52426 h 10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2271" h="104880">
                  <a:moveTo>
                    <a:pt x="30155" y="56419"/>
                  </a:moveTo>
                  <a:lnTo>
                    <a:pt x="56630" y="56419"/>
                  </a:lnTo>
                  <a:cubicBezTo>
                    <a:pt x="75429" y="56419"/>
                    <a:pt x="92348" y="43980"/>
                    <a:pt x="92348" y="28625"/>
                  </a:cubicBezTo>
                  <a:cubicBezTo>
                    <a:pt x="92348" y="13576"/>
                    <a:pt x="76839" y="63"/>
                    <a:pt x="55377" y="63"/>
                  </a:cubicBezTo>
                  <a:lnTo>
                    <a:pt x="77" y="63"/>
                  </a:lnTo>
                  <a:lnTo>
                    <a:pt x="77" y="4823"/>
                  </a:lnTo>
                  <a:lnTo>
                    <a:pt x="3837" y="4823"/>
                  </a:lnTo>
                  <a:cubicBezTo>
                    <a:pt x="15899" y="4823"/>
                    <a:pt x="16212" y="6512"/>
                    <a:pt x="16212" y="12040"/>
                  </a:cubicBezTo>
                  <a:lnTo>
                    <a:pt x="16212" y="92965"/>
                  </a:lnTo>
                  <a:cubicBezTo>
                    <a:pt x="16212" y="98494"/>
                    <a:pt x="15899" y="100183"/>
                    <a:pt x="3837" y="100183"/>
                  </a:cubicBezTo>
                  <a:lnTo>
                    <a:pt x="77" y="100183"/>
                  </a:lnTo>
                  <a:lnTo>
                    <a:pt x="77" y="104943"/>
                  </a:lnTo>
                  <a:cubicBezTo>
                    <a:pt x="5560" y="104482"/>
                    <a:pt x="17152" y="104482"/>
                    <a:pt x="23105" y="104482"/>
                  </a:cubicBezTo>
                  <a:cubicBezTo>
                    <a:pt x="29058" y="104482"/>
                    <a:pt x="40808" y="104482"/>
                    <a:pt x="46291" y="104943"/>
                  </a:cubicBezTo>
                  <a:lnTo>
                    <a:pt x="46291" y="100183"/>
                  </a:lnTo>
                  <a:lnTo>
                    <a:pt x="42531" y="100183"/>
                  </a:lnTo>
                  <a:cubicBezTo>
                    <a:pt x="30468" y="100183"/>
                    <a:pt x="30155" y="98494"/>
                    <a:pt x="30155" y="92965"/>
                  </a:cubicBezTo>
                  <a:lnTo>
                    <a:pt x="30155" y="56419"/>
                  </a:lnTo>
                  <a:close/>
                  <a:moveTo>
                    <a:pt x="29685" y="52426"/>
                  </a:moveTo>
                  <a:lnTo>
                    <a:pt x="29685" y="10965"/>
                  </a:lnTo>
                  <a:cubicBezTo>
                    <a:pt x="29685" y="5898"/>
                    <a:pt x="29998" y="4823"/>
                    <a:pt x="37361" y="4823"/>
                  </a:cubicBezTo>
                  <a:lnTo>
                    <a:pt x="51304" y="4823"/>
                  </a:lnTo>
                  <a:cubicBezTo>
                    <a:pt x="76212" y="4823"/>
                    <a:pt x="76212" y="21100"/>
                    <a:pt x="76212" y="28625"/>
                  </a:cubicBezTo>
                  <a:cubicBezTo>
                    <a:pt x="76212" y="35842"/>
                    <a:pt x="76212" y="52426"/>
                    <a:pt x="51304" y="52426"/>
                  </a:cubicBezTo>
                  <a:lnTo>
                    <a:pt x="29685" y="52426"/>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5" name="Freeform: Shape 294">
              <a:extLst>
                <a:ext uri="{FF2B5EF4-FFF2-40B4-BE49-F238E27FC236}">
                  <a16:creationId xmlns:a16="http://schemas.microsoft.com/office/drawing/2014/main" id="{21A48F3C-EDBA-5B4A-5689-852D30452E42}"/>
                </a:ext>
              </a:extLst>
            </p:cNvPr>
            <p:cNvSpPr/>
            <p:nvPr>
              <p:custDataLst>
                <p:tags r:id="rId3"/>
              </p:custDataLst>
            </p:nvPr>
          </p:nvSpPr>
          <p:spPr>
            <a:xfrm>
              <a:off x="2242786" y="4166946"/>
              <a:ext cx="36344" cy="153558"/>
            </a:xfrm>
            <a:custGeom>
              <a:avLst/>
              <a:gdLst>
                <a:gd name="connsiteX0" fmla="*/ 36428 w 36344"/>
                <a:gd name="connsiteY0" fmla="*/ 152085 h 153558"/>
                <a:gd name="connsiteX1" fmla="*/ 33765 w 36344"/>
                <a:gd name="connsiteY1" fmla="*/ 148707 h 153558"/>
                <a:gd name="connsiteX2" fmla="*/ 9170 w 36344"/>
                <a:gd name="connsiteY2" fmla="*/ 76842 h 153558"/>
                <a:gd name="connsiteX3" fmla="*/ 34392 w 36344"/>
                <a:gd name="connsiteY3" fmla="*/ 4209 h 153558"/>
                <a:gd name="connsiteX4" fmla="*/ 36428 w 36344"/>
                <a:gd name="connsiteY4" fmla="*/ 1598 h 153558"/>
                <a:gd name="connsiteX5" fmla="*/ 34861 w 36344"/>
                <a:gd name="connsiteY5" fmla="*/ 63 h 153558"/>
                <a:gd name="connsiteX6" fmla="*/ 9953 w 36344"/>
                <a:gd name="connsiteY6" fmla="*/ 30007 h 153558"/>
                <a:gd name="connsiteX7" fmla="*/ 83 w 36344"/>
                <a:gd name="connsiteY7" fmla="*/ 76842 h 153558"/>
                <a:gd name="connsiteX8" fmla="*/ 10423 w 36344"/>
                <a:gd name="connsiteY8" fmla="*/ 124752 h 153558"/>
                <a:gd name="connsiteX9" fmla="*/ 34861 w 36344"/>
                <a:gd name="connsiteY9" fmla="*/ 153621 h 153558"/>
                <a:gd name="connsiteX10" fmla="*/ 36428 w 36344"/>
                <a:gd name="connsiteY10" fmla="*/ 152085 h 153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344" h="153558">
                  <a:moveTo>
                    <a:pt x="36428" y="152085"/>
                  </a:moveTo>
                  <a:cubicBezTo>
                    <a:pt x="36428" y="151625"/>
                    <a:pt x="36428" y="151318"/>
                    <a:pt x="33765" y="148707"/>
                  </a:cubicBezTo>
                  <a:cubicBezTo>
                    <a:pt x="14183" y="129359"/>
                    <a:pt x="9170" y="100336"/>
                    <a:pt x="9170" y="76842"/>
                  </a:cubicBezTo>
                  <a:cubicBezTo>
                    <a:pt x="9170" y="50123"/>
                    <a:pt x="15123" y="23404"/>
                    <a:pt x="34392" y="4209"/>
                  </a:cubicBezTo>
                  <a:cubicBezTo>
                    <a:pt x="36428" y="2366"/>
                    <a:pt x="36428" y="2059"/>
                    <a:pt x="36428" y="1598"/>
                  </a:cubicBezTo>
                  <a:cubicBezTo>
                    <a:pt x="36428" y="523"/>
                    <a:pt x="35801" y="63"/>
                    <a:pt x="34861" y="63"/>
                  </a:cubicBezTo>
                  <a:cubicBezTo>
                    <a:pt x="33295" y="63"/>
                    <a:pt x="19196" y="10505"/>
                    <a:pt x="9953" y="30007"/>
                  </a:cubicBezTo>
                  <a:cubicBezTo>
                    <a:pt x="1963" y="46898"/>
                    <a:pt x="83" y="63943"/>
                    <a:pt x="83" y="76842"/>
                  </a:cubicBezTo>
                  <a:cubicBezTo>
                    <a:pt x="83" y="88819"/>
                    <a:pt x="1807" y="107400"/>
                    <a:pt x="10423" y="124752"/>
                  </a:cubicBezTo>
                  <a:cubicBezTo>
                    <a:pt x="19822" y="143640"/>
                    <a:pt x="33295" y="153621"/>
                    <a:pt x="34861" y="153621"/>
                  </a:cubicBezTo>
                  <a:cubicBezTo>
                    <a:pt x="35801" y="153621"/>
                    <a:pt x="36428" y="153160"/>
                    <a:pt x="36428" y="152085"/>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6" name="Freeform: Shape 295">
              <a:extLst>
                <a:ext uri="{FF2B5EF4-FFF2-40B4-BE49-F238E27FC236}">
                  <a16:creationId xmlns:a16="http://schemas.microsoft.com/office/drawing/2014/main" id="{13AD7453-3C39-4D78-4655-5BFF5CA51587}"/>
                </a:ext>
              </a:extLst>
            </p:cNvPr>
            <p:cNvSpPr/>
            <p:nvPr>
              <p:custDataLst>
                <p:tags r:id="rId4"/>
              </p:custDataLst>
            </p:nvPr>
          </p:nvSpPr>
          <p:spPr>
            <a:xfrm>
              <a:off x="2306842" y="4166946"/>
              <a:ext cx="6266" cy="153558"/>
            </a:xfrm>
            <a:custGeom>
              <a:avLst/>
              <a:gdLst>
                <a:gd name="connsiteX0" fmla="*/ 6354 w 6266"/>
                <a:gd name="connsiteY0" fmla="*/ 5591 h 153558"/>
                <a:gd name="connsiteX1" fmla="*/ 3221 w 6266"/>
                <a:gd name="connsiteY1" fmla="*/ 63 h 153558"/>
                <a:gd name="connsiteX2" fmla="*/ 87 w 6266"/>
                <a:gd name="connsiteY2" fmla="*/ 5591 h 153558"/>
                <a:gd name="connsiteX3" fmla="*/ 87 w 6266"/>
                <a:gd name="connsiteY3" fmla="*/ 148093 h 153558"/>
                <a:gd name="connsiteX4" fmla="*/ 3221 w 6266"/>
                <a:gd name="connsiteY4" fmla="*/ 153621 h 153558"/>
                <a:gd name="connsiteX5" fmla="*/ 6354 w 6266"/>
                <a:gd name="connsiteY5" fmla="*/ 148093 h 153558"/>
                <a:gd name="connsiteX6" fmla="*/ 6354 w 6266"/>
                <a:gd name="connsiteY6" fmla="*/ 5591 h 153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66" h="153558">
                  <a:moveTo>
                    <a:pt x="6354" y="5591"/>
                  </a:moveTo>
                  <a:cubicBezTo>
                    <a:pt x="6354" y="2827"/>
                    <a:pt x="6354" y="63"/>
                    <a:pt x="3221" y="63"/>
                  </a:cubicBezTo>
                  <a:cubicBezTo>
                    <a:pt x="87" y="63"/>
                    <a:pt x="87" y="2827"/>
                    <a:pt x="87" y="5591"/>
                  </a:cubicBezTo>
                  <a:lnTo>
                    <a:pt x="87" y="148093"/>
                  </a:lnTo>
                  <a:cubicBezTo>
                    <a:pt x="87" y="150857"/>
                    <a:pt x="87" y="153621"/>
                    <a:pt x="3221" y="153621"/>
                  </a:cubicBezTo>
                  <a:cubicBezTo>
                    <a:pt x="6354" y="153621"/>
                    <a:pt x="6354" y="150857"/>
                    <a:pt x="6354" y="148093"/>
                  </a:cubicBezTo>
                  <a:lnTo>
                    <a:pt x="6354" y="5591"/>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7" name="Freeform: Shape 296">
              <a:extLst>
                <a:ext uri="{FF2B5EF4-FFF2-40B4-BE49-F238E27FC236}">
                  <a16:creationId xmlns:a16="http://schemas.microsoft.com/office/drawing/2014/main" id="{9B180C1C-A16C-1D7D-8CDF-BD1D77653687}"/>
                </a:ext>
              </a:extLst>
            </p:cNvPr>
            <p:cNvSpPr/>
            <p:nvPr>
              <p:custDataLst>
                <p:tags r:id="rId5"/>
              </p:custDataLst>
            </p:nvPr>
          </p:nvSpPr>
          <p:spPr>
            <a:xfrm>
              <a:off x="2335475" y="4178156"/>
              <a:ext cx="106527" cy="103958"/>
            </a:xfrm>
            <a:custGeom>
              <a:avLst/>
              <a:gdLst>
                <a:gd name="connsiteX0" fmla="*/ 63223 w 106527"/>
                <a:gd name="connsiteY0" fmla="*/ 10812 h 103958"/>
                <a:gd name="connsiteX1" fmla="*/ 66826 w 106527"/>
                <a:gd name="connsiteY1" fmla="*/ 5130 h 103958"/>
                <a:gd name="connsiteX2" fmla="*/ 76696 w 106527"/>
                <a:gd name="connsiteY2" fmla="*/ 4823 h 103958"/>
                <a:gd name="connsiteX3" fmla="*/ 99568 w 106527"/>
                <a:gd name="connsiteY3" fmla="*/ 17415 h 103958"/>
                <a:gd name="connsiteX4" fmla="*/ 98314 w 106527"/>
                <a:gd name="connsiteY4" fmla="*/ 29699 h 103958"/>
                <a:gd name="connsiteX5" fmla="*/ 97845 w 106527"/>
                <a:gd name="connsiteY5" fmla="*/ 32617 h 103958"/>
                <a:gd name="connsiteX6" fmla="*/ 99724 w 106527"/>
                <a:gd name="connsiteY6" fmla="*/ 34613 h 103958"/>
                <a:gd name="connsiteX7" fmla="*/ 102074 w 106527"/>
                <a:gd name="connsiteY7" fmla="*/ 31082 h 103958"/>
                <a:gd name="connsiteX8" fmla="*/ 106304 w 106527"/>
                <a:gd name="connsiteY8" fmla="*/ 4362 h 103958"/>
                <a:gd name="connsiteX9" fmla="*/ 106617 w 106527"/>
                <a:gd name="connsiteY9" fmla="*/ 1752 h 103958"/>
                <a:gd name="connsiteX10" fmla="*/ 102388 w 106527"/>
                <a:gd name="connsiteY10" fmla="*/ 63 h 103958"/>
                <a:gd name="connsiteX11" fmla="*/ 15443 w 106527"/>
                <a:gd name="connsiteY11" fmla="*/ 63 h 103958"/>
                <a:gd name="connsiteX12" fmla="*/ 10430 w 106527"/>
                <a:gd name="connsiteY12" fmla="*/ 3134 h 103958"/>
                <a:gd name="connsiteX13" fmla="*/ 1030 w 106527"/>
                <a:gd name="connsiteY13" fmla="*/ 30160 h 103958"/>
                <a:gd name="connsiteX14" fmla="*/ 90 w 106527"/>
                <a:gd name="connsiteY14" fmla="*/ 32924 h 103958"/>
                <a:gd name="connsiteX15" fmla="*/ 1970 w 106527"/>
                <a:gd name="connsiteY15" fmla="*/ 34613 h 103958"/>
                <a:gd name="connsiteX16" fmla="*/ 4633 w 106527"/>
                <a:gd name="connsiteY16" fmla="*/ 31389 h 103958"/>
                <a:gd name="connsiteX17" fmla="*/ 40351 w 106527"/>
                <a:gd name="connsiteY17" fmla="*/ 4823 h 103958"/>
                <a:gd name="connsiteX18" fmla="*/ 46461 w 106527"/>
                <a:gd name="connsiteY18" fmla="*/ 4823 h 103958"/>
                <a:gd name="connsiteX19" fmla="*/ 50847 w 106527"/>
                <a:gd name="connsiteY19" fmla="*/ 6666 h 103958"/>
                <a:gd name="connsiteX20" fmla="*/ 50221 w 106527"/>
                <a:gd name="connsiteY20" fmla="*/ 9890 h 103958"/>
                <a:gd name="connsiteX21" fmla="*/ 29228 w 106527"/>
                <a:gd name="connsiteY21" fmla="*/ 91891 h 103958"/>
                <a:gd name="connsiteX22" fmla="*/ 10586 w 106527"/>
                <a:gd name="connsiteY22" fmla="*/ 99261 h 103958"/>
                <a:gd name="connsiteX23" fmla="*/ 4007 w 106527"/>
                <a:gd name="connsiteY23" fmla="*/ 102179 h 103958"/>
                <a:gd name="connsiteX24" fmla="*/ 6670 w 106527"/>
                <a:gd name="connsiteY24" fmla="*/ 104022 h 103958"/>
                <a:gd name="connsiteX25" fmla="*/ 19516 w 106527"/>
                <a:gd name="connsiteY25" fmla="*/ 103715 h 103958"/>
                <a:gd name="connsiteX26" fmla="*/ 32832 w 106527"/>
                <a:gd name="connsiteY26" fmla="*/ 103561 h 103958"/>
                <a:gd name="connsiteX27" fmla="*/ 45834 w 106527"/>
                <a:gd name="connsiteY27" fmla="*/ 103715 h 103958"/>
                <a:gd name="connsiteX28" fmla="*/ 59463 w 106527"/>
                <a:gd name="connsiteY28" fmla="*/ 104022 h 103958"/>
                <a:gd name="connsiteX29" fmla="*/ 62910 w 106527"/>
                <a:gd name="connsiteY29" fmla="*/ 100950 h 103958"/>
                <a:gd name="connsiteX30" fmla="*/ 57583 w 106527"/>
                <a:gd name="connsiteY30" fmla="*/ 99261 h 103958"/>
                <a:gd name="connsiteX31" fmla="*/ 47557 w 106527"/>
                <a:gd name="connsiteY31" fmla="*/ 98954 h 103958"/>
                <a:gd name="connsiteX32" fmla="*/ 41761 w 106527"/>
                <a:gd name="connsiteY32" fmla="*/ 95576 h 103958"/>
                <a:gd name="connsiteX33" fmla="*/ 42388 w 106527"/>
                <a:gd name="connsiteY33" fmla="*/ 92351 h 103958"/>
                <a:gd name="connsiteX34" fmla="*/ 63223 w 106527"/>
                <a:gd name="connsiteY34" fmla="*/ 10812 h 103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6527" h="103958">
                  <a:moveTo>
                    <a:pt x="63223" y="10812"/>
                  </a:moveTo>
                  <a:cubicBezTo>
                    <a:pt x="64320" y="6512"/>
                    <a:pt x="64946" y="5591"/>
                    <a:pt x="66826" y="5130"/>
                  </a:cubicBezTo>
                  <a:cubicBezTo>
                    <a:pt x="68236" y="4823"/>
                    <a:pt x="73406" y="4823"/>
                    <a:pt x="76696" y="4823"/>
                  </a:cubicBezTo>
                  <a:cubicBezTo>
                    <a:pt x="92518" y="4823"/>
                    <a:pt x="99568" y="5437"/>
                    <a:pt x="99568" y="17415"/>
                  </a:cubicBezTo>
                  <a:cubicBezTo>
                    <a:pt x="99568" y="19718"/>
                    <a:pt x="98941" y="25707"/>
                    <a:pt x="98314" y="29699"/>
                  </a:cubicBezTo>
                  <a:cubicBezTo>
                    <a:pt x="98158" y="30314"/>
                    <a:pt x="97845" y="32156"/>
                    <a:pt x="97845" y="32617"/>
                  </a:cubicBezTo>
                  <a:cubicBezTo>
                    <a:pt x="97845" y="33538"/>
                    <a:pt x="98314" y="34613"/>
                    <a:pt x="99724" y="34613"/>
                  </a:cubicBezTo>
                  <a:cubicBezTo>
                    <a:pt x="101448" y="34613"/>
                    <a:pt x="101761" y="33385"/>
                    <a:pt x="102074" y="31082"/>
                  </a:cubicBezTo>
                  <a:lnTo>
                    <a:pt x="106304" y="4362"/>
                  </a:lnTo>
                  <a:cubicBezTo>
                    <a:pt x="106461" y="3748"/>
                    <a:pt x="106617" y="2213"/>
                    <a:pt x="106617" y="1752"/>
                  </a:cubicBezTo>
                  <a:cubicBezTo>
                    <a:pt x="106617" y="63"/>
                    <a:pt x="105051" y="63"/>
                    <a:pt x="102388" y="63"/>
                  </a:cubicBezTo>
                  <a:lnTo>
                    <a:pt x="15443" y="63"/>
                  </a:lnTo>
                  <a:cubicBezTo>
                    <a:pt x="11683" y="63"/>
                    <a:pt x="11526" y="216"/>
                    <a:pt x="10430" y="3134"/>
                  </a:cubicBezTo>
                  <a:lnTo>
                    <a:pt x="1030" y="30160"/>
                  </a:lnTo>
                  <a:cubicBezTo>
                    <a:pt x="873" y="30467"/>
                    <a:pt x="90" y="32617"/>
                    <a:pt x="90" y="32924"/>
                  </a:cubicBezTo>
                  <a:cubicBezTo>
                    <a:pt x="90" y="33846"/>
                    <a:pt x="873" y="34613"/>
                    <a:pt x="1970" y="34613"/>
                  </a:cubicBezTo>
                  <a:cubicBezTo>
                    <a:pt x="3537" y="34613"/>
                    <a:pt x="3693" y="33846"/>
                    <a:pt x="4633" y="31389"/>
                  </a:cubicBezTo>
                  <a:cubicBezTo>
                    <a:pt x="13093" y="7587"/>
                    <a:pt x="17166" y="4823"/>
                    <a:pt x="40351" y="4823"/>
                  </a:cubicBezTo>
                  <a:lnTo>
                    <a:pt x="46461" y="4823"/>
                  </a:lnTo>
                  <a:cubicBezTo>
                    <a:pt x="50847" y="4823"/>
                    <a:pt x="50847" y="5437"/>
                    <a:pt x="50847" y="6666"/>
                  </a:cubicBezTo>
                  <a:cubicBezTo>
                    <a:pt x="50847" y="7587"/>
                    <a:pt x="50377" y="9430"/>
                    <a:pt x="50221" y="9890"/>
                  </a:cubicBezTo>
                  <a:lnTo>
                    <a:pt x="29228" y="91891"/>
                  </a:lnTo>
                  <a:cubicBezTo>
                    <a:pt x="27819" y="97572"/>
                    <a:pt x="27349" y="99261"/>
                    <a:pt x="10586" y="99261"/>
                  </a:cubicBezTo>
                  <a:cubicBezTo>
                    <a:pt x="4947" y="99261"/>
                    <a:pt x="4007" y="99261"/>
                    <a:pt x="4007" y="102179"/>
                  </a:cubicBezTo>
                  <a:cubicBezTo>
                    <a:pt x="4007" y="104022"/>
                    <a:pt x="5730" y="104022"/>
                    <a:pt x="6670" y="104022"/>
                  </a:cubicBezTo>
                  <a:cubicBezTo>
                    <a:pt x="10900" y="104022"/>
                    <a:pt x="15286" y="103715"/>
                    <a:pt x="19516" y="103715"/>
                  </a:cubicBezTo>
                  <a:cubicBezTo>
                    <a:pt x="23902" y="103715"/>
                    <a:pt x="28445" y="103561"/>
                    <a:pt x="32832" y="103561"/>
                  </a:cubicBezTo>
                  <a:cubicBezTo>
                    <a:pt x="37218" y="103561"/>
                    <a:pt x="41604" y="103715"/>
                    <a:pt x="45834" y="103715"/>
                  </a:cubicBezTo>
                  <a:cubicBezTo>
                    <a:pt x="50377" y="103715"/>
                    <a:pt x="55077" y="104022"/>
                    <a:pt x="59463" y="104022"/>
                  </a:cubicBezTo>
                  <a:cubicBezTo>
                    <a:pt x="61030" y="104022"/>
                    <a:pt x="62910" y="104022"/>
                    <a:pt x="62910" y="100950"/>
                  </a:cubicBezTo>
                  <a:cubicBezTo>
                    <a:pt x="62910" y="99261"/>
                    <a:pt x="61657" y="99261"/>
                    <a:pt x="57583" y="99261"/>
                  </a:cubicBezTo>
                  <a:cubicBezTo>
                    <a:pt x="53667" y="99261"/>
                    <a:pt x="51631" y="99261"/>
                    <a:pt x="47557" y="98954"/>
                  </a:cubicBezTo>
                  <a:cubicBezTo>
                    <a:pt x="43014" y="98494"/>
                    <a:pt x="41761" y="98033"/>
                    <a:pt x="41761" y="95576"/>
                  </a:cubicBezTo>
                  <a:cubicBezTo>
                    <a:pt x="41761" y="95422"/>
                    <a:pt x="41761" y="94655"/>
                    <a:pt x="42388" y="92351"/>
                  </a:cubicBezTo>
                  <a:lnTo>
                    <a:pt x="63223" y="10812"/>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8" name="Freeform: Shape 297">
              <a:extLst>
                <a:ext uri="{FF2B5EF4-FFF2-40B4-BE49-F238E27FC236}">
                  <a16:creationId xmlns:a16="http://schemas.microsoft.com/office/drawing/2014/main" id="{A3EBC22D-36B9-2735-E784-17B68F01281E}"/>
                </a:ext>
              </a:extLst>
            </p:cNvPr>
            <p:cNvSpPr/>
            <p:nvPr>
              <p:custDataLst>
                <p:tags r:id="rId6"/>
              </p:custDataLst>
            </p:nvPr>
          </p:nvSpPr>
          <p:spPr>
            <a:xfrm>
              <a:off x="2428417" y="4257745"/>
              <a:ext cx="67002" cy="48478"/>
            </a:xfrm>
            <a:custGeom>
              <a:avLst/>
              <a:gdLst>
                <a:gd name="connsiteX0" fmla="*/ 8320 w 67002"/>
                <a:gd name="connsiteY0" fmla="*/ 40696 h 48478"/>
                <a:gd name="connsiteX1" fmla="*/ 7224 w 67002"/>
                <a:gd name="connsiteY1" fmla="*/ 45103 h 48478"/>
                <a:gd name="connsiteX2" fmla="*/ 10952 w 67002"/>
                <a:gd name="connsiteY2" fmla="*/ 48543 h 48478"/>
                <a:gd name="connsiteX3" fmla="*/ 15229 w 67002"/>
                <a:gd name="connsiteY3" fmla="*/ 46178 h 48478"/>
                <a:gd name="connsiteX4" fmla="*/ 17203 w 67002"/>
                <a:gd name="connsiteY4" fmla="*/ 39513 h 48478"/>
                <a:gd name="connsiteX5" fmla="*/ 19615 w 67002"/>
                <a:gd name="connsiteY5" fmla="*/ 29839 h 48478"/>
                <a:gd name="connsiteX6" fmla="*/ 21480 w 67002"/>
                <a:gd name="connsiteY6" fmla="*/ 22637 h 48478"/>
                <a:gd name="connsiteX7" fmla="*/ 26085 w 67002"/>
                <a:gd name="connsiteY7" fmla="*/ 12963 h 48478"/>
                <a:gd name="connsiteX8" fmla="*/ 42535 w 67002"/>
                <a:gd name="connsiteY8" fmla="*/ 3074 h 48478"/>
                <a:gd name="connsiteX9" fmla="*/ 49004 w 67002"/>
                <a:gd name="connsiteY9" fmla="*/ 10598 h 48478"/>
                <a:gd name="connsiteX10" fmla="*/ 42535 w 67002"/>
                <a:gd name="connsiteY10" fmla="*/ 33494 h 48478"/>
                <a:gd name="connsiteX11" fmla="*/ 40890 w 67002"/>
                <a:gd name="connsiteY11" fmla="*/ 39298 h 48478"/>
                <a:gd name="connsiteX12" fmla="*/ 51307 w 67002"/>
                <a:gd name="connsiteY12" fmla="*/ 48543 h 48478"/>
                <a:gd name="connsiteX13" fmla="*/ 67098 w 67002"/>
                <a:gd name="connsiteY13" fmla="*/ 32096 h 48478"/>
                <a:gd name="connsiteX14" fmla="*/ 65344 w 67002"/>
                <a:gd name="connsiteY14" fmla="*/ 30699 h 48478"/>
                <a:gd name="connsiteX15" fmla="*/ 63260 w 67002"/>
                <a:gd name="connsiteY15" fmla="*/ 32526 h 48478"/>
                <a:gd name="connsiteX16" fmla="*/ 51636 w 67002"/>
                <a:gd name="connsiteY16" fmla="*/ 45533 h 48478"/>
                <a:gd name="connsiteX17" fmla="*/ 48895 w 67002"/>
                <a:gd name="connsiteY17" fmla="*/ 41771 h 48478"/>
                <a:gd name="connsiteX18" fmla="*/ 51417 w 67002"/>
                <a:gd name="connsiteY18" fmla="*/ 33064 h 48478"/>
                <a:gd name="connsiteX19" fmla="*/ 57229 w 67002"/>
                <a:gd name="connsiteY19" fmla="*/ 12318 h 48478"/>
                <a:gd name="connsiteX20" fmla="*/ 42973 w 67002"/>
                <a:gd name="connsiteY20" fmla="*/ 64 h 48478"/>
                <a:gd name="connsiteX21" fmla="*/ 24441 w 67002"/>
                <a:gd name="connsiteY21" fmla="*/ 9846 h 48478"/>
                <a:gd name="connsiteX22" fmla="*/ 12707 w 67002"/>
                <a:gd name="connsiteY22" fmla="*/ 64 h 48478"/>
                <a:gd name="connsiteX23" fmla="*/ 4044 w 67002"/>
                <a:gd name="connsiteY23" fmla="*/ 5869 h 48478"/>
                <a:gd name="connsiteX24" fmla="*/ 96 w 67002"/>
                <a:gd name="connsiteY24" fmla="*/ 16510 h 48478"/>
                <a:gd name="connsiteX25" fmla="*/ 1960 w 67002"/>
                <a:gd name="connsiteY25" fmla="*/ 17908 h 48478"/>
                <a:gd name="connsiteX26" fmla="*/ 4373 w 67002"/>
                <a:gd name="connsiteY26" fmla="*/ 14683 h 48478"/>
                <a:gd name="connsiteX27" fmla="*/ 12378 w 67002"/>
                <a:gd name="connsiteY27" fmla="*/ 3074 h 48478"/>
                <a:gd name="connsiteX28" fmla="*/ 15997 w 67002"/>
                <a:gd name="connsiteY28" fmla="*/ 8341 h 48478"/>
                <a:gd name="connsiteX29" fmla="*/ 14242 w 67002"/>
                <a:gd name="connsiteY29" fmla="*/ 17263 h 48478"/>
                <a:gd name="connsiteX30" fmla="*/ 11830 w 67002"/>
                <a:gd name="connsiteY30" fmla="*/ 26937 h 48478"/>
                <a:gd name="connsiteX31" fmla="*/ 8320 w 67002"/>
                <a:gd name="connsiteY31" fmla="*/ 40696 h 4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7002" h="48478">
                  <a:moveTo>
                    <a:pt x="8320" y="40696"/>
                  </a:moveTo>
                  <a:cubicBezTo>
                    <a:pt x="7882" y="42093"/>
                    <a:pt x="7224" y="44780"/>
                    <a:pt x="7224" y="45103"/>
                  </a:cubicBezTo>
                  <a:cubicBezTo>
                    <a:pt x="7224" y="47468"/>
                    <a:pt x="9198" y="48543"/>
                    <a:pt x="10952" y="48543"/>
                  </a:cubicBezTo>
                  <a:cubicBezTo>
                    <a:pt x="12926" y="48543"/>
                    <a:pt x="14681" y="47145"/>
                    <a:pt x="15229" y="46178"/>
                  </a:cubicBezTo>
                  <a:cubicBezTo>
                    <a:pt x="15777" y="45210"/>
                    <a:pt x="16655" y="41771"/>
                    <a:pt x="17203" y="39513"/>
                  </a:cubicBezTo>
                  <a:cubicBezTo>
                    <a:pt x="17751" y="37471"/>
                    <a:pt x="18958" y="32526"/>
                    <a:pt x="19615" y="29839"/>
                  </a:cubicBezTo>
                  <a:cubicBezTo>
                    <a:pt x="20273" y="27474"/>
                    <a:pt x="20931" y="25110"/>
                    <a:pt x="21480" y="22637"/>
                  </a:cubicBezTo>
                  <a:cubicBezTo>
                    <a:pt x="22686" y="18230"/>
                    <a:pt x="22905" y="17370"/>
                    <a:pt x="26085" y="12963"/>
                  </a:cubicBezTo>
                  <a:cubicBezTo>
                    <a:pt x="29156" y="8664"/>
                    <a:pt x="34310" y="3074"/>
                    <a:pt x="42535" y="3074"/>
                  </a:cubicBezTo>
                  <a:cubicBezTo>
                    <a:pt x="48895" y="3074"/>
                    <a:pt x="49004" y="8556"/>
                    <a:pt x="49004" y="10598"/>
                  </a:cubicBezTo>
                  <a:cubicBezTo>
                    <a:pt x="49004" y="17048"/>
                    <a:pt x="44289" y="28979"/>
                    <a:pt x="42535" y="33494"/>
                  </a:cubicBezTo>
                  <a:cubicBezTo>
                    <a:pt x="41328" y="36504"/>
                    <a:pt x="40890" y="37471"/>
                    <a:pt x="40890" y="39298"/>
                  </a:cubicBezTo>
                  <a:cubicBezTo>
                    <a:pt x="40890" y="44995"/>
                    <a:pt x="45715" y="48543"/>
                    <a:pt x="51307" y="48543"/>
                  </a:cubicBezTo>
                  <a:cubicBezTo>
                    <a:pt x="62273" y="48543"/>
                    <a:pt x="67098" y="33709"/>
                    <a:pt x="67098" y="32096"/>
                  </a:cubicBezTo>
                  <a:cubicBezTo>
                    <a:pt x="67098" y="30699"/>
                    <a:pt x="65673" y="30699"/>
                    <a:pt x="65344" y="30699"/>
                  </a:cubicBezTo>
                  <a:cubicBezTo>
                    <a:pt x="63809" y="30699"/>
                    <a:pt x="63699" y="31344"/>
                    <a:pt x="63260" y="32526"/>
                  </a:cubicBezTo>
                  <a:cubicBezTo>
                    <a:pt x="60738" y="41126"/>
                    <a:pt x="56023" y="45533"/>
                    <a:pt x="51636" y="45533"/>
                  </a:cubicBezTo>
                  <a:cubicBezTo>
                    <a:pt x="49333" y="45533"/>
                    <a:pt x="48895" y="44028"/>
                    <a:pt x="48895" y="41771"/>
                  </a:cubicBezTo>
                  <a:cubicBezTo>
                    <a:pt x="48895" y="39298"/>
                    <a:pt x="49443" y="37901"/>
                    <a:pt x="51417" y="33064"/>
                  </a:cubicBezTo>
                  <a:cubicBezTo>
                    <a:pt x="52733" y="29732"/>
                    <a:pt x="57229" y="18338"/>
                    <a:pt x="57229" y="12318"/>
                  </a:cubicBezTo>
                  <a:cubicBezTo>
                    <a:pt x="57229" y="1892"/>
                    <a:pt x="48785" y="64"/>
                    <a:pt x="42973" y="64"/>
                  </a:cubicBezTo>
                  <a:cubicBezTo>
                    <a:pt x="33871" y="64"/>
                    <a:pt x="27730" y="5546"/>
                    <a:pt x="24441" y="9846"/>
                  </a:cubicBezTo>
                  <a:cubicBezTo>
                    <a:pt x="23673" y="2429"/>
                    <a:pt x="17203" y="64"/>
                    <a:pt x="12707" y="64"/>
                  </a:cubicBezTo>
                  <a:cubicBezTo>
                    <a:pt x="7992" y="64"/>
                    <a:pt x="5469" y="3396"/>
                    <a:pt x="4044" y="5869"/>
                  </a:cubicBezTo>
                  <a:cubicBezTo>
                    <a:pt x="1631" y="9846"/>
                    <a:pt x="96" y="15973"/>
                    <a:pt x="96" y="16510"/>
                  </a:cubicBezTo>
                  <a:cubicBezTo>
                    <a:pt x="96" y="17908"/>
                    <a:pt x="1631" y="17908"/>
                    <a:pt x="1960" y="17908"/>
                  </a:cubicBezTo>
                  <a:cubicBezTo>
                    <a:pt x="3495" y="17908"/>
                    <a:pt x="3605" y="17585"/>
                    <a:pt x="4373" y="14683"/>
                  </a:cubicBezTo>
                  <a:cubicBezTo>
                    <a:pt x="6018" y="8341"/>
                    <a:pt x="8101" y="3074"/>
                    <a:pt x="12378" y="3074"/>
                  </a:cubicBezTo>
                  <a:cubicBezTo>
                    <a:pt x="15229" y="3074"/>
                    <a:pt x="15997" y="5439"/>
                    <a:pt x="15997" y="8341"/>
                  </a:cubicBezTo>
                  <a:cubicBezTo>
                    <a:pt x="15997" y="10383"/>
                    <a:pt x="15010" y="14361"/>
                    <a:pt x="14242" y="17263"/>
                  </a:cubicBezTo>
                  <a:cubicBezTo>
                    <a:pt x="13475" y="20165"/>
                    <a:pt x="12378" y="24572"/>
                    <a:pt x="11830" y="26937"/>
                  </a:cubicBezTo>
                  <a:lnTo>
                    <a:pt x="8320" y="40696"/>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9" name="Freeform: Shape 298">
              <a:extLst>
                <a:ext uri="{FF2B5EF4-FFF2-40B4-BE49-F238E27FC236}">
                  <a16:creationId xmlns:a16="http://schemas.microsoft.com/office/drawing/2014/main" id="{F9BA9997-EE8D-23F5-F76E-1B4750C661A1}"/>
                </a:ext>
              </a:extLst>
            </p:cNvPr>
            <p:cNvSpPr/>
            <p:nvPr>
              <p:custDataLst>
                <p:tags r:id="rId7"/>
              </p:custDataLst>
            </p:nvPr>
          </p:nvSpPr>
          <p:spPr>
            <a:xfrm>
              <a:off x="2512547" y="4275588"/>
              <a:ext cx="74130" cy="5267"/>
            </a:xfrm>
            <a:custGeom>
              <a:avLst/>
              <a:gdLst>
                <a:gd name="connsiteX0" fmla="*/ 69845 w 74130"/>
                <a:gd name="connsiteY0" fmla="*/ 5331 h 5267"/>
                <a:gd name="connsiteX1" fmla="*/ 74231 w 74130"/>
                <a:gd name="connsiteY1" fmla="*/ 2752 h 5267"/>
                <a:gd name="connsiteX2" fmla="*/ 69845 w 74130"/>
                <a:gd name="connsiteY2" fmla="*/ 64 h 5267"/>
                <a:gd name="connsiteX3" fmla="*/ 4487 w 74130"/>
                <a:gd name="connsiteY3" fmla="*/ 64 h 5267"/>
                <a:gd name="connsiteX4" fmla="*/ 101 w 74130"/>
                <a:gd name="connsiteY4" fmla="*/ 2644 h 5267"/>
                <a:gd name="connsiteX5" fmla="*/ 4487 w 74130"/>
                <a:gd name="connsiteY5" fmla="*/ 5331 h 5267"/>
                <a:gd name="connsiteX6" fmla="*/ 69845 w 74130"/>
                <a:gd name="connsiteY6" fmla="*/ 5331 h 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130" h="5267">
                  <a:moveTo>
                    <a:pt x="69845" y="5331"/>
                  </a:moveTo>
                  <a:cubicBezTo>
                    <a:pt x="71599" y="5331"/>
                    <a:pt x="74231" y="5331"/>
                    <a:pt x="74231" y="2752"/>
                  </a:cubicBezTo>
                  <a:cubicBezTo>
                    <a:pt x="74231" y="64"/>
                    <a:pt x="71709" y="64"/>
                    <a:pt x="69845" y="64"/>
                  </a:cubicBezTo>
                  <a:lnTo>
                    <a:pt x="4487" y="64"/>
                  </a:lnTo>
                  <a:cubicBezTo>
                    <a:pt x="2733" y="64"/>
                    <a:pt x="101" y="64"/>
                    <a:pt x="101" y="2644"/>
                  </a:cubicBezTo>
                  <a:cubicBezTo>
                    <a:pt x="101" y="5331"/>
                    <a:pt x="2623" y="5331"/>
                    <a:pt x="4487" y="5331"/>
                  </a:cubicBezTo>
                  <a:lnTo>
                    <a:pt x="69845" y="5331"/>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0" name="Freeform: Shape 299">
              <a:extLst>
                <a:ext uri="{FF2B5EF4-FFF2-40B4-BE49-F238E27FC236}">
                  <a16:creationId xmlns:a16="http://schemas.microsoft.com/office/drawing/2014/main" id="{F936A781-462B-002A-4D42-6B57075A1954}"/>
                </a:ext>
              </a:extLst>
            </p:cNvPr>
            <p:cNvSpPr/>
            <p:nvPr>
              <p:custDataLst>
                <p:tags r:id="rId8"/>
              </p:custDataLst>
            </p:nvPr>
          </p:nvSpPr>
          <p:spPr>
            <a:xfrm>
              <a:off x="2610568" y="4233775"/>
              <a:ext cx="39916" cy="71373"/>
            </a:xfrm>
            <a:custGeom>
              <a:avLst/>
              <a:gdLst>
                <a:gd name="connsiteX0" fmla="*/ 24890 w 39916"/>
                <a:gd name="connsiteY0" fmla="*/ 3074 h 71373"/>
                <a:gd name="connsiteX1" fmla="*/ 21601 w 39916"/>
                <a:gd name="connsiteY1" fmla="*/ 64 h 71373"/>
                <a:gd name="connsiteX2" fmla="*/ 107 w 39916"/>
                <a:gd name="connsiteY2" fmla="*/ 6944 h 71373"/>
                <a:gd name="connsiteX3" fmla="*/ 107 w 39916"/>
                <a:gd name="connsiteY3" fmla="*/ 10813 h 71373"/>
                <a:gd name="connsiteX4" fmla="*/ 16008 w 39916"/>
                <a:gd name="connsiteY4" fmla="*/ 7804 h 71373"/>
                <a:gd name="connsiteX5" fmla="*/ 16008 w 39916"/>
                <a:gd name="connsiteY5" fmla="*/ 62624 h 71373"/>
                <a:gd name="connsiteX6" fmla="*/ 5042 w 39916"/>
                <a:gd name="connsiteY6" fmla="*/ 67568 h 71373"/>
                <a:gd name="connsiteX7" fmla="*/ 875 w 39916"/>
                <a:gd name="connsiteY7" fmla="*/ 67568 h 71373"/>
                <a:gd name="connsiteX8" fmla="*/ 875 w 39916"/>
                <a:gd name="connsiteY8" fmla="*/ 71438 h 71373"/>
                <a:gd name="connsiteX9" fmla="*/ 20394 w 39916"/>
                <a:gd name="connsiteY9" fmla="*/ 71008 h 71373"/>
                <a:gd name="connsiteX10" fmla="*/ 40023 w 39916"/>
                <a:gd name="connsiteY10" fmla="*/ 71438 h 71373"/>
                <a:gd name="connsiteX11" fmla="*/ 40023 w 39916"/>
                <a:gd name="connsiteY11" fmla="*/ 67568 h 71373"/>
                <a:gd name="connsiteX12" fmla="*/ 35856 w 39916"/>
                <a:gd name="connsiteY12" fmla="*/ 67568 h 71373"/>
                <a:gd name="connsiteX13" fmla="*/ 24890 w 39916"/>
                <a:gd name="connsiteY13" fmla="*/ 62624 h 71373"/>
                <a:gd name="connsiteX14" fmla="*/ 24890 w 39916"/>
                <a:gd name="connsiteY14" fmla="*/ 3074 h 71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916" h="71373">
                  <a:moveTo>
                    <a:pt x="24890" y="3074"/>
                  </a:moveTo>
                  <a:cubicBezTo>
                    <a:pt x="24890" y="172"/>
                    <a:pt x="24671" y="64"/>
                    <a:pt x="21601" y="64"/>
                  </a:cubicBezTo>
                  <a:cubicBezTo>
                    <a:pt x="14582" y="6836"/>
                    <a:pt x="4603" y="6944"/>
                    <a:pt x="107" y="6944"/>
                  </a:cubicBezTo>
                  <a:lnTo>
                    <a:pt x="107" y="10813"/>
                  </a:lnTo>
                  <a:cubicBezTo>
                    <a:pt x="2739" y="10813"/>
                    <a:pt x="9977" y="10813"/>
                    <a:pt x="16008" y="7804"/>
                  </a:cubicBezTo>
                  <a:lnTo>
                    <a:pt x="16008" y="62624"/>
                  </a:lnTo>
                  <a:cubicBezTo>
                    <a:pt x="16008" y="66171"/>
                    <a:pt x="16008" y="67568"/>
                    <a:pt x="5042" y="67568"/>
                  </a:cubicBezTo>
                  <a:lnTo>
                    <a:pt x="875" y="67568"/>
                  </a:lnTo>
                  <a:lnTo>
                    <a:pt x="875" y="71438"/>
                  </a:lnTo>
                  <a:cubicBezTo>
                    <a:pt x="2849" y="71331"/>
                    <a:pt x="16337" y="71008"/>
                    <a:pt x="20394" y="71008"/>
                  </a:cubicBezTo>
                  <a:cubicBezTo>
                    <a:pt x="23794" y="71008"/>
                    <a:pt x="37611" y="71331"/>
                    <a:pt x="40023" y="71438"/>
                  </a:cubicBezTo>
                  <a:lnTo>
                    <a:pt x="40023" y="67568"/>
                  </a:lnTo>
                  <a:lnTo>
                    <a:pt x="35856" y="67568"/>
                  </a:lnTo>
                  <a:cubicBezTo>
                    <a:pt x="24890" y="67568"/>
                    <a:pt x="24890" y="66171"/>
                    <a:pt x="24890" y="62624"/>
                  </a:cubicBezTo>
                  <a:lnTo>
                    <a:pt x="24890" y="307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1" name="Freeform: Shape 300">
              <a:extLst>
                <a:ext uri="{FF2B5EF4-FFF2-40B4-BE49-F238E27FC236}">
                  <a16:creationId xmlns:a16="http://schemas.microsoft.com/office/drawing/2014/main" id="{1390D3EA-EEBD-59CC-5475-6438617A3F95}"/>
                </a:ext>
              </a:extLst>
            </p:cNvPr>
            <p:cNvSpPr/>
            <p:nvPr>
              <p:custDataLst>
                <p:tags r:id="rId9"/>
              </p:custDataLst>
            </p:nvPr>
          </p:nvSpPr>
          <p:spPr>
            <a:xfrm>
              <a:off x="2687536" y="4166946"/>
              <a:ext cx="6266" cy="153558"/>
            </a:xfrm>
            <a:custGeom>
              <a:avLst/>
              <a:gdLst>
                <a:gd name="connsiteX0" fmla="*/ 6378 w 6266"/>
                <a:gd name="connsiteY0" fmla="*/ 5591 h 153558"/>
                <a:gd name="connsiteX1" fmla="*/ 3245 w 6266"/>
                <a:gd name="connsiteY1" fmla="*/ 63 h 153558"/>
                <a:gd name="connsiteX2" fmla="*/ 112 w 6266"/>
                <a:gd name="connsiteY2" fmla="*/ 5591 h 153558"/>
                <a:gd name="connsiteX3" fmla="*/ 112 w 6266"/>
                <a:gd name="connsiteY3" fmla="*/ 148093 h 153558"/>
                <a:gd name="connsiteX4" fmla="*/ 3245 w 6266"/>
                <a:gd name="connsiteY4" fmla="*/ 153621 h 153558"/>
                <a:gd name="connsiteX5" fmla="*/ 6378 w 6266"/>
                <a:gd name="connsiteY5" fmla="*/ 148093 h 153558"/>
                <a:gd name="connsiteX6" fmla="*/ 6378 w 6266"/>
                <a:gd name="connsiteY6" fmla="*/ 5591 h 153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66" h="153558">
                  <a:moveTo>
                    <a:pt x="6378" y="5591"/>
                  </a:moveTo>
                  <a:cubicBezTo>
                    <a:pt x="6378" y="2827"/>
                    <a:pt x="6378" y="63"/>
                    <a:pt x="3245" y="63"/>
                  </a:cubicBezTo>
                  <a:cubicBezTo>
                    <a:pt x="112" y="63"/>
                    <a:pt x="112" y="2827"/>
                    <a:pt x="112" y="5591"/>
                  </a:cubicBezTo>
                  <a:lnTo>
                    <a:pt x="112" y="148093"/>
                  </a:lnTo>
                  <a:cubicBezTo>
                    <a:pt x="112" y="150857"/>
                    <a:pt x="112" y="153621"/>
                    <a:pt x="3245" y="153621"/>
                  </a:cubicBezTo>
                  <a:cubicBezTo>
                    <a:pt x="6378" y="153621"/>
                    <a:pt x="6378" y="150857"/>
                    <a:pt x="6378" y="148093"/>
                  </a:cubicBezTo>
                  <a:lnTo>
                    <a:pt x="6378" y="5591"/>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2" name="Freeform: Shape 301">
              <a:extLst>
                <a:ext uri="{FF2B5EF4-FFF2-40B4-BE49-F238E27FC236}">
                  <a16:creationId xmlns:a16="http://schemas.microsoft.com/office/drawing/2014/main" id="{69BBDEE6-7DCA-F99E-3985-E36642ACD6A0}"/>
                </a:ext>
              </a:extLst>
            </p:cNvPr>
            <p:cNvSpPr/>
            <p:nvPr>
              <p:custDataLst>
                <p:tags r:id="rId10"/>
              </p:custDataLst>
            </p:nvPr>
          </p:nvSpPr>
          <p:spPr>
            <a:xfrm>
              <a:off x="2768927" y="4199193"/>
              <a:ext cx="95717" cy="89063"/>
            </a:xfrm>
            <a:custGeom>
              <a:avLst/>
              <a:gdLst>
                <a:gd name="connsiteX0" fmla="*/ 92858 w 95717"/>
                <a:gd name="connsiteY0" fmla="*/ 47973 h 89063"/>
                <a:gd name="connsiteX1" fmla="*/ 95835 w 95717"/>
                <a:gd name="connsiteY1" fmla="*/ 44595 h 89063"/>
                <a:gd name="connsiteX2" fmla="*/ 92858 w 95717"/>
                <a:gd name="connsiteY2" fmla="*/ 41216 h 89063"/>
                <a:gd name="connsiteX3" fmla="*/ 6070 w 95717"/>
                <a:gd name="connsiteY3" fmla="*/ 1138 h 89063"/>
                <a:gd name="connsiteX4" fmla="*/ 3250 w 95717"/>
                <a:gd name="connsiteY4" fmla="*/ 63 h 89063"/>
                <a:gd name="connsiteX5" fmla="*/ 117 w 95717"/>
                <a:gd name="connsiteY5" fmla="*/ 3134 h 89063"/>
                <a:gd name="connsiteX6" fmla="*/ 3094 w 95717"/>
                <a:gd name="connsiteY6" fmla="*/ 6512 h 89063"/>
                <a:gd name="connsiteX7" fmla="*/ 85339 w 95717"/>
                <a:gd name="connsiteY7" fmla="*/ 44595 h 89063"/>
                <a:gd name="connsiteX8" fmla="*/ 3094 w 95717"/>
                <a:gd name="connsiteY8" fmla="*/ 82677 h 89063"/>
                <a:gd name="connsiteX9" fmla="*/ 117 w 95717"/>
                <a:gd name="connsiteY9" fmla="*/ 86055 h 89063"/>
                <a:gd name="connsiteX10" fmla="*/ 3250 w 95717"/>
                <a:gd name="connsiteY10" fmla="*/ 89127 h 89063"/>
                <a:gd name="connsiteX11" fmla="*/ 6070 w 95717"/>
                <a:gd name="connsiteY11" fmla="*/ 88052 h 89063"/>
                <a:gd name="connsiteX12" fmla="*/ 92858 w 95717"/>
                <a:gd name="connsiteY12" fmla="*/ 47973 h 89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717" h="89063">
                  <a:moveTo>
                    <a:pt x="92858" y="47973"/>
                  </a:moveTo>
                  <a:cubicBezTo>
                    <a:pt x="94582" y="47205"/>
                    <a:pt x="95835" y="46437"/>
                    <a:pt x="95835" y="44595"/>
                  </a:cubicBezTo>
                  <a:cubicBezTo>
                    <a:pt x="95835" y="42752"/>
                    <a:pt x="94582" y="41984"/>
                    <a:pt x="92858" y="41216"/>
                  </a:cubicBezTo>
                  <a:lnTo>
                    <a:pt x="6070" y="1138"/>
                  </a:lnTo>
                  <a:cubicBezTo>
                    <a:pt x="4034" y="63"/>
                    <a:pt x="3720" y="63"/>
                    <a:pt x="3250" y="63"/>
                  </a:cubicBezTo>
                  <a:cubicBezTo>
                    <a:pt x="1527" y="63"/>
                    <a:pt x="117" y="1445"/>
                    <a:pt x="117" y="3134"/>
                  </a:cubicBezTo>
                  <a:cubicBezTo>
                    <a:pt x="117" y="4516"/>
                    <a:pt x="900" y="5437"/>
                    <a:pt x="3094" y="6512"/>
                  </a:cubicBezTo>
                  <a:lnTo>
                    <a:pt x="85339" y="44595"/>
                  </a:lnTo>
                  <a:lnTo>
                    <a:pt x="3094" y="82677"/>
                  </a:lnTo>
                  <a:cubicBezTo>
                    <a:pt x="900" y="83752"/>
                    <a:pt x="117" y="84673"/>
                    <a:pt x="117" y="86055"/>
                  </a:cubicBezTo>
                  <a:cubicBezTo>
                    <a:pt x="117" y="87744"/>
                    <a:pt x="1527" y="89127"/>
                    <a:pt x="3250" y="89127"/>
                  </a:cubicBezTo>
                  <a:cubicBezTo>
                    <a:pt x="3720" y="89127"/>
                    <a:pt x="4034" y="89127"/>
                    <a:pt x="6070" y="88052"/>
                  </a:cubicBezTo>
                  <a:lnTo>
                    <a:pt x="92858" y="47973"/>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3" name="Freeform: Shape 302">
              <a:extLst>
                <a:ext uri="{FF2B5EF4-FFF2-40B4-BE49-F238E27FC236}">
                  <a16:creationId xmlns:a16="http://schemas.microsoft.com/office/drawing/2014/main" id="{72C57C2C-2C86-EE12-6940-0E392B062DE5}"/>
                </a:ext>
              </a:extLst>
            </p:cNvPr>
            <p:cNvSpPr/>
            <p:nvPr>
              <p:custDataLst>
                <p:tags r:id="rId11"/>
              </p:custDataLst>
            </p:nvPr>
          </p:nvSpPr>
          <p:spPr>
            <a:xfrm>
              <a:off x="2939927" y="4166946"/>
              <a:ext cx="6266" cy="153558"/>
            </a:xfrm>
            <a:custGeom>
              <a:avLst/>
              <a:gdLst>
                <a:gd name="connsiteX0" fmla="*/ 6394 w 6266"/>
                <a:gd name="connsiteY0" fmla="*/ 5591 h 153558"/>
                <a:gd name="connsiteX1" fmla="*/ 3261 w 6266"/>
                <a:gd name="connsiteY1" fmla="*/ 63 h 153558"/>
                <a:gd name="connsiteX2" fmla="*/ 128 w 6266"/>
                <a:gd name="connsiteY2" fmla="*/ 5591 h 153558"/>
                <a:gd name="connsiteX3" fmla="*/ 128 w 6266"/>
                <a:gd name="connsiteY3" fmla="*/ 148093 h 153558"/>
                <a:gd name="connsiteX4" fmla="*/ 3261 w 6266"/>
                <a:gd name="connsiteY4" fmla="*/ 153621 h 153558"/>
                <a:gd name="connsiteX5" fmla="*/ 6394 w 6266"/>
                <a:gd name="connsiteY5" fmla="*/ 148093 h 153558"/>
                <a:gd name="connsiteX6" fmla="*/ 6394 w 6266"/>
                <a:gd name="connsiteY6" fmla="*/ 5591 h 153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66" h="153558">
                  <a:moveTo>
                    <a:pt x="6394" y="5591"/>
                  </a:moveTo>
                  <a:cubicBezTo>
                    <a:pt x="6394" y="2827"/>
                    <a:pt x="6394" y="63"/>
                    <a:pt x="3261" y="63"/>
                  </a:cubicBezTo>
                  <a:cubicBezTo>
                    <a:pt x="128" y="63"/>
                    <a:pt x="128" y="2827"/>
                    <a:pt x="128" y="5591"/>
                  </a:cubicBezTo>
                  <a:lnTo>
                    <a:pt x="128" y="148093"/>
                  </a:lnTo>
                  <a:cubicBezTo>
                    <a:pt x="128" y="150857"/>
                    <a:pt x="128" y="153621"/>
                    <a:pt x="3261" y="153621"/>
                  </a:cubicBezTo>
                  <a:cubicBezTo>
                    <a:pt x="6394" y="153621"/>
                    <a:pt x="6394" y="150857"/>
                    <a:pt x="6394" y="148093"/>
                  </a:cubicBezTo>
                  <a:lnTo>
                    <a:pt x="6394" y="5591"/>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4" name="Freeform: Shape 303">
              <a:extLst>
                <a:ext uri="{FF2B5EF4-FFF2-40B4-BE49-F238E27FC236}">
                  <a16:creationId xmlns:a16="http://schemas.microsoft.com/office/drawing/2014/main" id="{97A78C29-CC3E-F4A8-E4F1-098FEB3E54F3}"/>
                </a:ext>
              </a:extLst>
            </p:cNvPr>
            <p:cNvSpPr/>
            <p:nvPr>
              <p:custDataLst>
                <p:tags r:id="rId12"/>
              </p:custDataLst>
            </p:nvPr>
          </p:nvSpPr>
          <p:spPr>
            <a:xfrm>
              <a:off x="2968404" y="4185987"/>
              <a:ext cx="48093" cy="97816"/>
            </a:xfrm>
            <a:custGeom>
              <a:avLst/>
              <a:gdLst>
                <a:gd name="connsiteX0" fmla="*/ 28799 w 48093"/>
                <a:gd name="connsiteY0" fmla="*/ 34767 h 97816"/>
                <a:gd name="connsiteX1" fmla="*/ 43525 w 48093"/>
                <a:gd name="connsiteY1" fmla="*/ 34767 h 97816"/>
                <a:gd name="connsiteX2" fmla="*/ 48224 w 48093"/>
                <a:gd name="connsiteY2" fmla="*/ 31696 h 97816"/>
                <a:gd name="connsiteX3" fmla="*/ 43838 w 48093"/>
                <a:gd name="connsiteY3" fmla="*/ 30007 h 97816"/>
                <a:gd name="connsiteX4" fmla="*/ 30052 w 48093"/>
                <a:gd name="connsiteY4" fmla="*/ 30007 h 97816"/>
                <a:gd name="connsiteX5" fmla="*/ 36475 w 48093"/>
                <a:gd name="connsiteY5" fmla="*/ 4209 h 97816"/>
                <a:gd name="connsiteX6" fmla="*/ 31932 w 48093"/>
                <a:gd name="connsiteY6" fmla="*/ 63 h 97816"/>
                <a:gd name="connsiteX7" fmla="*/ 25666 w 48093"/>
                <a:gd name="connsiteY7" fmla="*/ 5591 h 97816"/>
                <a:gd name="connsiteX8" fmla="*/ 19556 w 48093"/>
                <a:gd name="connsiteY8" fmla="*/ 30007 h 97816"/>
                <a:gd name="connsiteX9" fmla="*/ 4830 w 48093"/>
                <a:gd name="connsiteY9" fmla="*/ 30007 h 97816"/>
                <a:gd name="connsiteX10" fmla="*/ 130 w 48093"/>
                <a:gd name="connsiteY10" fmla="*/ 32924 h 97816"/>
                <a:gd name="connsiteX11" fmla="*/ 4517 w 48093"/>
                <a:gd name="connsiteY11" fmla="*/ 34767 h 97816"/>
                <a:gd name="connsiteX12" fmla="*/ 18303 w 48093"/>
                <a:gd name="connsiteY12" fmla="*/ 34767 h 97816"/>
                <a:gd name="connsiteX13" fmla="*/ 6397 w 48093"/>
                <a:gd name="connsiteY13" fmla="*/ 83752 h 97816"/>
                <a:gd name="connsiteX14" fmla="*/ 20809 w 48093"/>
                <a:gd name="connsiteY14" fmla="*/ 97879 h 97816"/>
                <a:gd name="connsiteX15" fmla="*/ 45718 w 48093"/>
                <a:gd name="connsiteY15" fmla="*/ 74231 h 97816"/>
                <a:gd name="connsiteX16" fmla="*/ 43838 w 48093"/>
                <a:gd name="connsiteY16" fmla="*/ 72696 h 97816"/>
                <a:gd name="connsiteX17" fmla="*/ 41488 w 48093"/>
                <a:gd name="connsiteY17" fmla="*/ 74846 h 97816"/>
                <a:gd name="connsiteX18" fmla="*/ 21123 w 48093"/>
                <a:gd name="connsiteY18" fmla="*/ 94501 h 97816"/>
                <a:gd name="connsiteX19" fmla="*/ 16266 w 48093"/>
                <a:gd name="connsiteY19" fmla="*/ 87437 h 97816"/>
                <a:gd name="connsiteX20" fmla="*/ 17206 w 48093"/>
                <a:gd name="connsiteY20" fmla="*/ 80067 h 97816"/>
                <a:gd name="connsiteX21" fmla="*/ 28799 w 48093"/>
                <a:gd name="connsiteY21" fmla="*/ 34767 h 97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093" h="97816">
                  <a:moveTo>
                    <a:pt x="28799" y="34767"/>
                  </a:moveTo>
                  <a:lnTo>
                    <a:pt x="43525" y="34767"/>
                  </a:lnTo>
                  <a:cubicBezTo>
                    <a:pt x="46658" y="34767"/>
                    <a:pt x="48224" y="34767"/>
                    <a:pt x="48224" y="31696"/>
                  </a:cubicBezTo>
                  <a:cubicBezTo>
                    <a:pt x="48224" y="30007"/>
                    <a:pt x="46658" y="30007"/>
                    <a:pt x="43838" y="30007"/>
                  </a:cubicBezTo>
                  <a:lnTo>
                    <a:pt x="30052" y="30007"/>
                  </a:lnTo>
                  <a:cubicBezTo>
                    <a:pt x="35692" y="8201"/>
                    <a:pt x="36475" y="5130"/>
                    <a:pt x="36475" y="4209"/>
                  </a:cubicBezTo>
                  <a:cubicBezTo>
                    <a:pt x="36475" y="1598"/>
                    <a:pt x="34595" y="63"/>
                    <a:pt x="31932" y="63"/>
                  </a:cubicBezTo>
                  <a:cubicBezTo>
                    <a:pt x="31462" y="63"/>
                    <a:pt x="27076" y="216"/>
                    <a:pt x="25666" y="5591"/>
                  </a:cubicBezTo>
                  <a:lnTo>
                    <a:pt x="19556" y="30007"/>
                  </a:lnTo>
                  <a:lnTo>
                    <a:pt x="4830" y="30007"/>
                  </a:lnTo>
                  <a:cubicBezTo>
                    <a:pt x="1697" y="30007"/>
                    <a:pt x="130" y="30007"/>
                    <a:pt x="130" y="32924"/>
                  </a:cubicBezTo>
                  <a:cubicBezTo>
                    <a:pt x="130" y="34767"/>
                    <a:pt x="1384" y="34767"/>
                    <a:pt x="4517" y="34767"/>
                  </a:cubicBezTo>
                  <a:lnTo>
                    <a:pt x="18303" y="34767"/>
                  </a:lnTo>
                  <a:cubicBezTo>
                    <a:pt x="7023" y="78377"/>
                    <a:pt x="6397" y="80988"/>
                    <a:pt x="6397" y="83752"/>
                  </a:cubicBezTo>
                  <a:cubicBezTo>
                    <a:pt x="6397" y="92044"/>
                    <a:pt x="12350" y="97879"/>
                    <a:pt x="20809" y="97879"/>
                  </a:cubicBezTo>
                  <a:cubicBezTo>
                    <a:pt x="36788" y="97879"/>
                    <a:pt x="45718" y="75460"/>
                    <a:pt x="45718" y="74231"/>
                  </a:cubicBezTo>
                  <a:cubicBezTo>
                    <a:pt x="45718" y="72696"/>
                    <a:pt x="44465" y="72696"/>
                    <a:pt x="43838" y="72696"/>
                  </a:cubicBezTo>
                  <a:cubicBezTo>
                    <a:pt x="42428" y="72696"/>
                    <a:pt x="42271" y="73156"/>
                    <a:pt x="41488" y="74846"/>
                  </a:cubicBezTo>
                  <a:cubicBezTo>
                    <a:pt x="34752" y="90816"/>
                    <a:pt x="26449" y="94501"/>
                    <a:pt x="21123" y="94501"/>
                  </a:cubicBezTo>
                  <a:cubicBezTo>
                    <a:pt x="17833" y="94501"/>
                    <a:pt x="16266" y="92505"/>
                    <a:pt x="16266" y="87437"/>
                  </a:cubicBezTo>
                  <a:cubicBezTo>
                    <a:pt x="16266" y="83752"/>
                    <a:pt x="16579" y="82677"/>
                    <a:pt x="17206" y="80067"/>
                  </a:cubicBezTo>
                  <a:lnTo>
                    <a:pt x="28799" y="34767"/>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5" name="Freeform: Shape 304">
              <a:extLst>
                <a:ext uri="{FF2B5EF4-FFF2-40B4-BE49-F238E27FC236}">
                  <a16:creationId xmlns:a16="http://schemas.microsoft.com/office/drawing/2014/main" id="{94F52C5E-6963-F426-8FD3-8DEA987A75A8}"/>
                </a:ext>
              </a:extLst>
            </p:cNvPr>
            <p:cNvSpPr/>
            <p:nvPr>
              <p:custDataLst>
                <p:tags r:id="rId13"/>
              </p:custDataLst>
            </p:nvPr>
          </p:nvSpPr>
          <p:spPr>
            <a:xfrm>
              <a:off x="3040014" y="4166946"/>
              <a:ext cx="6266" cy="153558"/>
            </a:xfrm>
            <a:custGeom>
              <a:avLst/>
              <a:gdLst>
                <a:gd name="connsiteX0" fmla="*/ 6400 w 6266"/>
                <a:gd name="connsiteY0" fmla="*/ 5591 h 153558"/>
                <a:gd name="connsiteX1" fmla="*/ 3267 w 6266"/>
                <a:gd name="connsiteY1" fmla="*/ 63 h 153558"/>
                <a:gd name="connsiteX2" fmla="*/ 134 w 6266"/>
                <a:gd name="connsiteY2" fmla="*/ 5591 h 153558"/>
                <a:gd name="connsiteX3" fmla="*/ 134 w 6266"/>
                <a:gd name="connsiteY3" fmla="*/ 148093 h 153558"/>
                <a:gd name="connsiteX4" fmla="*/ 3267 w 6266"/>
                <a:gd name="connsiteY4" fmla="*/ 153621 h 153558"/>
                <a:gd name="connsiteX5" fmla="*/ 6400 w 6266"/>
                <a:gd name="connsiteY5" fmla="*/ 148093 h 153558"/>
                <a:gd name="connsiteX6" fmla="*/ 6400 w 6266"/>
                <a:gd name="connsiteY6" fmla="*/ 5591 h 153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66" h="153558">
                  <a:moveTo>
                    <a:pt x="6400" y="5591"/>
                  </a:moveTo>
                  <a:cubicBezTo>
                    <a:pt x="6400" y="2827"/>
                    <a:pt x="6400" y="63"/>
                    <a:pt x="3267" y="63"/>
                  </a:cubicBezTo>
                  <a:cubicBezTo>
                    <a:pt x="134" y="63"/>
                    <a:pt x="134" y="2827"/>
                    <a:pt x="134" y="5591"/>
                  </a:cubicBezTo>
                  <a:lnTo>
                    <a:pt x="134" y="148093"/>
                  </a:lnTo>
                  <a:cubicBezTo>
                    <a:pt x="134" y="150857"/>
                    <a:pt x="134" y="153621"/>
                    <a:pt x="3267" y="153621"/>
                  </a:cubicBezTo>
                  <a:cubicBezTo>
                    <a:pt x="6400" y="153621"/>
                    <a:pt x="6400" y="150857"/>
                    <a:pt x="6400" y="148093"/>
                  </a:cubicBezTo>
                  <a:lnTo>
                    <a:pt x="6400" y="5591"/>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6" name="Freeform: Shape 305">
              <a:extLst>
                <a:ext uri="{FF2B5EF4-FFF2-40B4-BE49-F238E27FC236}">
                  <a16:creationId xmlns:a16="http://schemas.microsoft.com/office/drawing/2014/main" id="{BA07B94D-A702-EA41-0655-18401EF9FF47}"/>
                </a:ext>
              </a:extLst>
            </p:cNvPr>
            <p:cNvSpPr/>
            <p:nvPr>
              <p:custDataLst>
                <p:tags r:id="rId14"/>
              </p:custDataLst>
            </p:nvPr>
          </p:nvSpPr>
          <p:spPr>
            <a:xfrm>
              <a:off x="3073818" y="4166946"/>
              <a:ext cx="36344" cy="153558"/>
            </a:xfrm>
            <a:custGeom>
              <a:avLst/>
              <a:gdLst>
                <a:gd name="connsiteX0" fmla="*/ 36481 w 36344"/>
                <a:gd name="connsiteY0" fmla="*/ 76842 h 153558"/>
                <a:gd name="connsiteX1" fmla="*/ 26142 w 36344"/>
                <a:gd name="connsiteY1" fmla="*/ 28932 h 153558"/>
                <a:gd name="connsiteX2" fmla="*/ 1703 w 36344"/>
                <a:gd name="connsiteY2" fmla="*/ 63 h 153558"/>
                <a:gd name="connsiteX3" fmla="*/ 137 w 36344"/>
                <a:gd name="connsiteY3" fmla="*/ 1598 h 153558"/>
                <a:gd name="connsiteX4" fmla="*/ 3113 w 36344"/>
                <a:gd name="connsiteY4" fmla="*/ 5130 h 153558"/>
                <a:gd name="connsiteX5" fmla="*/ 27395 w 36344"/>
                <a:gd name="connsiteY5" fmla="*/ 76842 h 153558"/>
                <a:gd name="connsiteX6" fmla="*/ 2173 w 36344"/>
                <a:gd name="connsiteY6" fmla="*/ 149475 h 153558"/>
                <a:gd name="connsiteX7" fmla="*/ 137 w 36344"/>
                <a:gd name="connsiteY7" fmla="*/ 152085 h 153558"/>
                <a:gd name="connsiteX8" fmla="*/ 1703 w 36344"/>
                <a:gd name="connsiteY8" fmla="*/ 153621 h 153558"/>
                <a:gd name="connsiteX9" fmla="*/ 26612 w 36344"/>
                <a:gd name="connsiteY9" fmla="*/ 123677 h 153558"/>
                <a:gd name="connsiteX10" fmla="*/ 36481 w 36344"/>
                <a:gd name="connsiteY10" fmla="*/ 76842 h 153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344" h="153558">
                  <a:moveTo>
                    <a:pt x="36481" y="76842"/>
                  </a:moveTo>
                  <a:cubicBezTo>
                    <a:pt x="36481" y="64864"/>
                    <a:pt x="34758" y="46284"/>
                    <a:pt x="26142" y="28932"/>
                  </a:cubicBezTo>
                  <a:cubicBezTo>
                    <a:pt x="16742" y="10044"/>
                    <a:pt x="3270" y="63"/>
                    <a:pt x="1703" y="63"/>
                  </a:cubicBezTo>
                  <a:cubicBezTo>
                    <a:pt x="763" y="63"/>
                    <a:pt x="137" y="677"/>
                    <a:pt x="137" y="1598"/>
                  </a:cubicBezTo>
                  <a:cubicBezTo>
                    <a:pt x="137" y="2059"/>
                    <a:pt x="137" y="2366"/>
                    <a:pt x="3113" y="5130"/>
                  </a:cubicBezTo>
                  <a:cubicBezTo>
                    <a:pt x="18466" y="20332"/>
                    <a:pt x="27395" y="44748"/>
                    <a:pt x="27395" y="76842"/>
                  </a:cubicBezTo>
                  <a:cubicBezTo>
                    <a:pt x="27395" y="103100"/>
                    <a:pt x="21599" y="130127"/>
                    <a:pt x="2173" y="149475"/>
                  </a:cubicBezTo>
                  <a:cubicBezTo>
                    <a:pt x="137" y="151318"/>
                    <a:pt x="137" y="151625"/>
                    <a:pt x="137" y="152085"/>
                  </a:cubicBezTo>
                  <a:cubicBezTo>
                    <a:pt x="137" y="153007"/>
                    <a:pt x="763" y="153621"/>
                    <a:pt x="1703" y="153621"/>
                  </a:cubicBezTo>
                  <a:cubicBezTo>
                    <a:pt x="3270" y="153621"/>
                    <a:pt x="17369" y="143179"/>
                    <a:pt x="26612" y="123677"/>
                  </a:cubicBezTo>
                  <a:cubicBezTo>
                    <a:pt x="34601" y="106786"/>
                    <a:pt x="36481" y="89741"/>
                    <a:pt x="36481" y="76842"/>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7" name="Freeform: Shape 306">
              <a:extLst>
                <a:ext uri="{FF2B5EF4-FFF2-40B4-BE49-F238E27FC236}">
                  <a16:creationId xmlns:a16="http://schemas.microsoft.com/office/drawing/2014/main" id="{97B1EF58-5E9D-331A-72D5-EFF027FB2601}"/>
                </a:ext>
              </a:extLst>
            </p:cNvPr>
            <p:cNvSpPr/>
            <p:nvPr>
              <p:custDataLst>
                <p:tags r:id="rId15"/>
              </p:custDataLst>
            </p:nvPr>
          </p:nvSpPr>
          <p:spPr>
            <a:xfrm>
              <a:off x="3178099" y="4225759"/>
              <a:ext cx="104177" cy="35932"/>
            </a:xfrm>
            <a:custGeom>
              <a:avLst/>
              <a:gdLst>
                <a:gd name="connsiteX0" fmla="*/ 98994 w 104177"/>
                <a:gd name="connsiteY0" fmla="*/ 6205 h 35932"/>
                <a:gd name="connsiteX1" fmla="*/ 104321 w 104177"/>
                <a:gd name="connsiteY1" fmla="*/ 3134 h 35932"/>
                <a:gd name="connsiteX2" fmla="*/ 99151 w 104177"/>
                <a:gd name="connsiteY2" fmla="*/ 63 h 35932"/>
                <a:gd name="connsiteX3" fmla="*/ 5313 w 104177"/>
                <a:gd name="connsiteY3" fmla="*/ 63 h 35932"/>
                <a:gd name="connsiteX4" fmla="*/ 143 w 104177"/>
                <a:gd name="connsiteY4" fmla="*/ 3134 h 35932"/>
                <a:gd name="connsiteX5" fmla="*/ 5470 w 104177"/>
                <a:gd name="connsiteY5" fmla="*/ 6205 h 35932"/>
                <a:gd name="connsiteX6" fmla="*/ 98994 w 104177"/>
                <a:gd name="connsiteY6" fmla="*/ 6205 h 35932"/>
                <a:gd name="connsiteX7" fmla="*/ 99151 w 104177"/>
                <a:gd name="connsiteY7" fmla="*/ 35995 h 35932"/>
                <a:gd name="connsiteX8" fmla="*/ 104321 w 104177"/>
                <a:gd name="connsiteY8" fmla="*/ 32924 h 35932"/>
                <a:gd name="connsiteX9" fmla="*/ 98994 w 104177"/>
                <a:gd name="connsiteY9" fmla="*/ 29853 h 35932"/>
                <a:gd name="connsiteX10" fmla="*/ 5470 w 104177"/>
                <a:gd name="connsiteY10" fmla="*/ 29853 h 35932"/>
                <a:gd name="connsiteX11" fmla="*/ 143 w 104177"/>
                <a:gd name="connsiteY11" fmla="*/ 32924 h 35932"/>
                <a:gd name="connsiteX12" fmla="*/ 5313 w 104177"/>
                <a:gd name="connsiteY12" fmla="*/ 35995 h 35932"/>
                <a:gd name="connsiteX13" fmla="*/ 99151 w 104177"/>
                <a:gd name="connsiteY13" fmla="*/ 35995 h 3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177" h="35932">
                  <a:moveTo>
                    <a:pt x="98994" y="6205"/>
                  </a:moveTo>
                  <a:cubicBezTo>
                    <a:pt x="101344" y="6205"/>
                    <a:pt x="104321" y="6205"/>
                    <a:pt x="104321" y="3134"/>
                  </a:cubicBezTo>
                  <a:cubicBezTo>
                    <a:pt x="104321" y="63"/>
                    <a:pt x="101344" y="63"/>
                    <a:pt x="99151" y="63"/>
                  </a:cubicBezTo>
                  <a:lnTo>
                    <a:pt x="5313" y="63"/>
                  </a:lnTo>
                  <a:cubicBezTo>
                    <a:pt x="3120" y="63"/>
                    <a:pt x="143" y="63"/>
                    <a:pt x="143" y="3134"/>
                  </a:cubicBezTo>
                  <a:cubicBezTo>
                    <a:pt x="143" y="6205"/>
                    <a:pt x="3120" y="6205"/>
                    <a:pt x="5470" y="6205"/>
                  </a:cubicBezTo>
                  <a:lnTo>
                    <a:pt x="98994" y="6205"/>
                  </a:lnTo>
                  <a:close/>
                  <a:moveTo>
                    <a:pt x="99151" y="35995"/>
                  </a:moveTo>
                  <a:cubicBezTo>
                    <a:pt x="101344" y="35995"/>
                    <a:pt x="104321" y="35995"/>
                    <a:pt x="104321" y="32924"/>
                  </a:cubicBezTo>
                  <a:cubicBezTo>
                    <a:pt x="104321" y="29853"/>
                    <a:pt x="101344" y="29853"/>
                    <a:pt x="98994" y="29853"/>
                  </a:cubicBezTo>
                  <a:lnTo>
                    <a:pt x="5470" y="29853"/>
                  </a:lnTo>
                  <a:cubicBezTo>
                    <a:pt x="3120" y="29853"/>
                    <a:pt x="143" y="29853"/>
                    <a:pt x="143" y="32924"/>
                  </a:cubicBezTo>
                  <a:cubicBezTo>
                    <a:pt x="143" y="35995"/>
                    <a:pt x="3120" y="35995"/>
                    <a:pt x="5313" y="35995"/>
                  </a:cubicBezTo>
                  <a:lnTo>
                    <a:pt x="99151" y="35995"/>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8" name="Freeform: Shape 307">
              <a:extLst>
                <a:ext uri="{FF2B5EF4-FFF2-40B4-BE49-F238E27FC236}">
                  <a16:creationId xmlns:a16="http://schemas.microsoft.com/office/drawing/2014/main" id="{67D4191C-2D00-A77A-4A6C-3076810E3217}"/>
                </a:ext>
              </a:extLst>
            </p:cNvPr>
            <p:cNvSpPr/>
            <p:nvPr>
              <p:custDataLst>
                <p:tags r:id="rId16"/>
              </p:custDataLst>
            </p:nvPr>
          </p:nvSpPr>
          <p:spPr>
            <a:xfrm>
              <a:off x="3342519" y="4179845"/>
              <a:ext cx="62506" cy="102269"/>
            </a:xfrm>
            <a:custGeom>
              <a:avLst/>
              <a:gdLst>
                <a:gd name="connsiteX0" fmla="*/ 12217 w 62506"/>
                <a:gd name="connsiteY0" fmla="*/ 90509 h 102269"/>
                <a:gd name="connsiteX1" fmla="*/ 28822 w 62506"/>
                <a:gd name="connsiteY1" fmla="*/ 74692 h 102269"/>
                <a:gd name="connsiteX2" fmla="*/ 62660 w 62506"/>
                <a:gd name="connsiteY2" fmla="*/ 29853 h 102269"/>
                <a:gd name="connsiteX3" fmla="*/ 29449 w 62506"/>
                <a:gd name="connsiteY3" fmla="*/ 63 h 102269"/>
                <a:gd name="connsiteX4" fmla="*/ 154 w 62506"/>
                <a:gd name="connsiteY4" fmla="*/ 27857 h 102269"/>
                <a:gd name="connsiteX5" fmla="*/ 8457 w 62506"/>
                <a:gd name="connsiteY5" fmla="*/ 36456 h 102269"/>
                <a:gd name="connsiteX6" fmla="*/ 16603 w 62506"/>
                <a:gd name="connsiteY6" fmla="*/ 28317 h 102269"/>
                <a:gd name="connsiteX7" fmla="*/ 8300 w 62506"/>
                <a:gd name="connsiteY7" fmla="*/ 20332 h 102269"/>
                <a:gd name="connsiteX8" fmla="*/ 6264 w 62506"/>
                <a:gd name="connsiteY8" fmla="*/ 20486 h 102269"/>
                <a:gd name="connsiteX9" fmla="*/ 27412 w 62506"/>
                <a:gd name="connsiteY9" fmla="*/ 4823 h 102269"/>
                <a:gd name="connsiteX10" fmla="*/ 48404 w 62506"/>
                <a:gd name="connsiteY10" fmla="*/ 29853 h 102269"/>
                <a:gd name="connsiteX11" fmla="*/ 31955 w 62506"/>
                <a:gd name="connsiteY11" fmla="*/ 63789 h 102269"/>
                <a:gd name="connsiteX12" fmla="*/ 1877 w 62506"/>
                <a:gd name="connsiteY12" fmla="*/ 96651 h 102269"/>
                <a:gd name="connsiteX13" fmla="*/ 154 w 62506"/>
                <a:gd name="connsiteY13" fmla="*/ 102332 h 102269"/>
                <a:gd name="connsiteX14" fmla="*/ 58274 w 62506"/>
                <a:gd name="connsiteY14" fmla="*/ 102332 h 102269"/>
                <a:gd name="connsiteX15" fmla="*/ 62660 w 62506"/>
                <a:gd name="connsiteY15" fmla="*/ 75613 h 102269"/>
                <a:gd name="connsiteX16" fmla="*/ 58744 w 62506"/>
                <a:gd name="connsiteY16" fmla="*/ 75613 h 102269"/>
                <a:gd name="connsiteX17" fmla="*/ 55297 w 62506"/>
                <a:gd name="connsiteY17" fmla="*/ 89280 h 102269"/>
                <a:gd name="connsiteX18" fmla="*/ 40415 w 62506"/>
                <a:gd name="connsiteY18" fmla="*/ 90509 h 102269"/>
                <a:gd name="connsiteX19" fmla="*/ 12217 w 62506"/>
                <a:gd name="connsiteY19" fmla="*/ 90509 h 102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2506" h="102269">
                  <a:moveTo>
                    <a:pt x="12217" y="90509"/>
                  </a:moveTo>
                  <a:lnTo>
                    <a:pt x="28822" y="74692"/>
                  </a:lnTo>
                  <a:cubicBezTo>
                    <a:pt x="53261" y="53501"/>
                    <a:pt x="62660" y="45209"/>
                    <a:pt x="62660" y="29853"/>
                  </a:cubicBezTo>
                  <a:cubicBezTo>
                    <a:pt x="62660" y="12347"/>
                    <a:pt x="48561" y="63"/>
                    <a:pt x="29449" y="63"/>
                  </a:cubicBezTo>
                  <a:cubicBezTo>
                    <a:pt x="11747" y="63"/>
                    <a:pt x="154" y="14190"/>
                    <a:pt x="154" y="27857"/>
                  </a:cubicBezTo>
                  <a:cubicBezTo>
                    <a:pt x="154" y="36456"/>
                    <a:pt x="7987" y="36456"/>
                    <a:pt x="8457" y="36456"/>
                  </a:cubicBezTo>
                  <a:cubicBezTo>
                    <a:pt x="11120" y="36456"/>
                    <a:pt x="16603" y="34613"/>
                    <a:pt x="16603" y="28317"/>
                  </a:cubicBezTo>
                  <a:cubicBezTo>
                    <a:pt x="16603" y="24325"/>
                    <a:pt x="13783" y="20332"/>
                    <a:pt x="8300" y="20332"/>
                  </a:cubicBezTo>
                  <a:cubicBezTo>
                    <a:pt x="7047" y="20332"/>
                    <a:pt x="6734" y="20332"/>
                    <a:pt x="6264" y="20486"/>
                  </a:cubicBezTo>
                  <a:cubicBezTo>
                    <a:pt x="9867" y="10505"/>
                    <a:pt x="18326" y="4823"/>
                    <a:pt x="27412" y="4823"/>
                  </a:cubicBezTo>
                  <a:cubicBezTo>
                    <a:pt x="41668" y="4823"/>
                    <a:pt x="48404" y="17261"/>
                    <a:pt x="48404" y="29853"/>
                  </a:cubicBezTo>
                  <a:cubicBezTo>
                    <a:pt x="48404" y="42138"/>
                    <a:pt x="40572" y="54269"/>
                    <a:pt x="31955" y="63789"/>
                  </a:cubicBezTo>
                  <a:lnTo>
                    <a:pt x="1877" y="96651"/>
                  </a:lnTo>
                  <a:cubicBezTo>
                    <a:pt x="154" y="98340"/>
                    <a:pt x="154" y="98647"/>
                    <a:pt x="154" y="102332"/>
                  </a:cubicBezTo>
                  <a:lnTo>
                    <a:pt x="58274" y="102332"/>
                  </a:lnTo>
                  <a:lnTo>
                    <a:pt x="62660" y="75613"/>
                  </a:lnTo>
                  <a:lnTo>
                    <a:pt x="58744" y="75613"/>
                  </a:lnTo>
                  <a:cubicBezTo>
                    <a:pt x="57961" y="80220"/>
                    <a:pt x="56864" y="86977"/>
                    <a:pt x="55297" y="89280"/>
                  </a:cubicBezTo>
                  <a:cubicBezTo>
                    <a:pt x="54201" y="90509"/>
                    <a:pt x="43861" y="90509"/>
                    <a:pt x="40415" y="90509"/>
                  </a:cubicBezTo>
                  <a:lnTo>
                    <a:pt x="12217" y="90509"/>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9" name="Freeform: Shape 308">
              <a:extLst>
                <a:ext uri="{FF2B5EF4-FFF2-40B4-BE49-F238E27FC236}">
                  <a16:creationId xmlns:a16="http://schemas.microsoft.com/office/drawing/2014/main" id="{0F3068A0-3EA9-5ACF-E437-F4790A789CAD}"/>
                </a:ext>
              </a:extLst>
            </p:cNvPr>
            <p:cNvSpPr/>
            <p:nvPr>
              <p:custDataLst>
                <p:tags r:id="rId17"/>
              </p:custDataLst>
            </p:nvPr>
          </p:nvSpPr>
          <p:spPr>
            <a:xfrm>
              <a:off x="3418498" y="4177235"/>
              <a:ext cx="92271" cy="104880"/>
            </a:xfrm>
            <a:custGeom>
              <a:avLst/>
              <a:gdLst>
                <a:gd name="connsiteX0" fmla="*/ 30237 w 92271"/>
                <a:gd name="connsiteY0" fmla="*/ 56419 h 104880"/>
                <a:gd name="connsiteX1" fmla="*/ 56712 w 92271"/>
                <a:gd name="connsiteY1" fmla="*/ 56419 h 104880"/>
                <a:gd name="connsiteX2" fmla="*/ 92430 w 92271"/>
                <a:gd name="connsiteY2" fmla="*/ 28625 h 104880"/>
                <a:gd name="connsiteX3" fmla="*/ 55459 w 92271"/>
                <a:gd name="connsiteY3" fmla="*/ 63 h 104880"/>
                <a:gd name="connsiteX4" fmla="*/ 159 w 92271"/>
                <a:gd name="connsiteY4" fmla="*/ 63 h 104880"/>
                <a:gd name="connsiteX5" fmla="*/ 159 w 92271"/>
                <a:gd name="connsiteY5" fmla="*/ 4823 h 104880"/>
                <a:gd name="connsiteX6" fmla="*/ 3919 w 92271"/>
                <a:gd name="connsiteY6" fmla="*/ 4823 h 104880"/>
                <a:gd name="connsiteX7" fmla="*/ 16295 w 92271"/>
                <a:gd name="connsiteY7" fmla="*/ 12040 h 104880"/>
                <a:gd name="connsiteX8" fmla="*/ 16295 w 92271"/>
                <a:gd name="connsiteY8" fmla="*/ 92965 h 104880"/>
                <a:gd name="connsiteX9" fmla="*/ 3919 w 92271"/>
                <a:gd name="connsiteY9" fmla="*/ 100183 h 104880"/>
                <a:gd name="connsiteX10" fmla="*/ 159 w 92271"/>
                <a:gd name="connsiteY10" fmla="*/ 100183 h 104880"/>
                <a:gd name="connsiteX11" fmla="*/ 159 w 92271"/>
                <a:gd name="connsiteY11" fmla="*/ 104943 h 104880"/>
                <a:gd name="connsiteX12" fmla="*/ 23188 w 92271"/>
                <a:gd name="connsiteY12" fmla="*/ 104482 h 104880"/>
                <a:gd name="connsiteX13" fmla="*/ 46373 w 92271"/>
                <a:gd name="connsiteY13" fmla="*/ 104943 h 104880"/>
                <a:gd name="connsiteX14" fmla="*/ 46373 w 92271"/>
                <a:gd name="connsiteY14" fmla="*/ 100183 h 104880"/>
                <a:gd name="connsiteX15" fmla="*/ 42613 w 92271"/>
                <a:gd name="connsiteY15" fmla="*/ 100183 h 104880"/>
                <a:gd name="connsiteX16" fmla="*/ 30237 w 92271"/>
                <a:gd name="connsiteY16" fmla="*/ 92965 h 104880"/>
                <a:gd name="connsiteX17" fmla="*/ 30237 w 92271"/>
                <a:gd name="connsiteY17" fmla="*/ 56419 h 104880"/>
                <a:gd name="connsiteX18" fmla="*/ 29767 w 92271"/>
                <a:gd name="connsiteY18" fmla="*/ 52426 h 104880"/>
                <a:gd name="connsiteX19" fmla="*/ 29767 w 92271"/>
                <a:gd name="connsiteY19" fmla="*/ 10965 h 104880"/>
                <a:gd name="connsiteX20" fmla="*/ 37443 w 92271"/>
                <a:gd name="connsiteY20" fmla="*/ 4823 h 104880"/>
                <a:gd name="connsiteX21" fmla="*/ 51386 w 92271"/>
                <a:gd name="connsiteY21" fmla="*/ 4823 h 104880"/>
                <a:gd name="connsiteX22" fmla="*/ 76295 w 92271"/>
                <a:gd name="connsiteY22" fmla="*/ 28625 h 104880"/>
                <a:gd name="connsiteX23" fmla="*/ 51386 w 92271"/>
                <a:gd name="connsiteY23" fmla="*/ 52426 h 104880"/>
                <a:gd name="connsiteX24" fmla="*/ 29767 w 92271"/>
                <a:gd name="connsiteY24" fmla="*/ 52426 h 10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2271" h="104880">
                  <a:moveTo>
                    <a:pt x="30237" y="56419"/>
                  </a:moveTo>
                  <a:lnTo>
                    <a:pt x="56712" y="56419"/>
                  </a:lnTo>
                  <a:cubicBezTo>
                    <a:pt x="75511" y="56419"/>
                    <a:pt x="92430" y="43980"/>
                    <a:pt x="92430" y="28625"/>
                  </a:cubicBezTo>
                  <a:cubicBezTo>
                    <a:pt x="92430" y="13576"/>
                    <a:pt x="76921" y="63"/>
                    <a:pt x="55459" y="63"/>
                  </a:cubicBezTo>
                  <a:lnTo>
                    <a:pt x="159" y="63"/>
                  </a:lnTo>
                  <a:lnTo>
                    <a:pt x="159" y="4823"/>
                  </a:lnTo>
                  <a:lnTo>
                    <a:pt x="3919" y="4823"/>
                  </a:lnTo>
                  <a:cubicBezTo>
                    <a:pt x="15981" y="4823"/>
                    <a:pt x="16295" y="6512"/>
                    <a:pt x="16295" y="12040"/>
                  </a:cubicBezTo>
                  <a:lnTo>
                    <a:pt x="16295" y="92965"/>
                  </a:lnTo>
                  <a:cubicBezTo>
                    <a:pt x="16295" y="98494"/>
                    <a:pt x="15981" y="100183"/>
                    <a:pt x="3919" y="100183"/>
                  </a:cubicBezTo>
                  <a:lnTo>
                    <a:pt x="159" y="100183"/>
                  </a:lnTo>
                  <a:lnTo>
                    <a:pt x="159" y="104943"/>
                  </a:lnTo>
                  <a:cubicBezTo>
                    <a:pt x="5642" y="104482"/>
                    <a:pt x="17235" y="104482"/>
                    <a:pt x="23188" y="104482"/>
                  </a:cubicBezTo>
                  <a:cubicBezTo>
                    <a:pt x="29141" y="104482"/>
                    <a:pt x="40890" y="104482"/>
                    <a:pt x="46373" y="104943"/>
                  </a:cubicBezTo>
                  <a:lnTo>
                    <a:pt x="46373" y="100183"/>
                  </a:lnTo>
                  <a:lnTo>
                    <a:pt x="42613" y="100183"/>
                  </a:lnTo>
                  <a:cubicBezTo>
                    <a:pt x="30550" y="100183"/>
                    <a:pt x="30237" y="98494"/>
                    <a:pt x="30237" y="92965"/>
                  </a:cubicBezTo>
                  <a:lnTo>
                    <a:pt x="30237" y="56419"/>
                  </a:lnTo>
                  <a:close/>
                  <a:moveTo>
                    <a:pt x="29767" y="52426"/>
                  </a:moveTo>
                  <a:lnTo>
                    <a:pt x="29767" y="10965"/>
                  </a:lnTo>
                  <a:cubicBezTo>
                    <a:pt x="29767" y="5898"/>
                    <a:pt x="30081" y="4823"/>
                    <a:pt x="37443" y="4823"/>
                  </a:cubicBezTo>
                  <a:lnTo>
                    <a:pt x="51386" y="4823"/>
                  </a:lnTo>
                  <a:cubicBezTo>
                    <a:pt x="76295" y="4823"/>
                    <a:pt x="76295" y="21100"/>
                    <a:pt x="76295" y="28625"/>
                  </a:cubicBezTo>
                  <a:cubicBezTo>
                    <a:pt x="76295" y="35842"/>
                    <a:pt x="76295" y="52426"/>
                    <a:pt x="51386" y="52426"/>
                  </a:cubicBezTo>
                  <a:lnTo>
                    <a:pt x="29767" y="52426"/>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0" name="Freeform: Shape 309">
              <a:extLst>
                <a:ext uri="{FF2B5EF4-FFF2-40B4-BE49-F238E27FC236}">
                  <a16:creationId xmlns:a16="http://schemas.microsoft.com/office/drawing/2014/main" id="{0D453DF8-548D-68C1-CF72-62BE4485BD78}"/>
                </a:ext>
              </a:extLst>
            </p:cNvPr>
            <p:cNvSpPr/>
            <p:nvPr>
              <p:custDataLst>
                <p:tags r:id="rId18"/>
              </p:custDataLst>
            </p:nvPr>
          </p:nvSpPr>
          <p:spPr>
            <a:xfrm>
              <a:off x="3535139" y="4166946"/>
              <a:ext cx="36344" cy="153558"/>
            </a:xfrm>
            <a:custGeom>
              <a:avLst/>
              <a:gdLst>
                <a:gd name="connsiteX0" fmla="*/ 36510 w 36344"/>
                <a:gd name="connsiteY0" fmla="*/ 152085 h 153558"/>
                <a:gd name="connsiteX1" fmla="*/ 33847 w 36344"/>
                <a:gd name="connsiteY1" fmla="*/ 148707 h 153558"/>
                <a:gd name="connsiteX2" fmla="*/ 9252 w 36344"/>
                <a:gd name="connsiteY2" fmla="*/ 76842 h 153558"/>
                <a:gd name="connsiteX3" fmla="*/ 34474 w 36344"/>
                <a:gd name="connsiteY3" fmla="*/ 4209 h 153558"/>
                <a:gd name="connsiteX4" fmla="*/ 36510 w 36344"/>
                <a:gd name="connsiteY4" fmla="*/ 1598 h 153558"/>
                <a:gd name="connsiteX5" fmla="*/ 34944 w 36344"/>
                <a:gd name="connsiteY5" fmla="*/ 63 h 153558"/>
                <a:gd name="connsiteX6" fmla="*/ 10035 w 36344"/>
                <a:gd name="connsiteY6" fmla="*/ 30007 h 153558"/>
                <a:gd name="connsiteX7" fmla="*/ 166 w 36344"/>
                <a:gd name="connsiteY7" fmla="*/ 76842 h 153558"/>
                <a:gd name="connsiteX8" fmla="*/ 10505 w 36344"/>
                <a:gd name="connsiteY8" fmla="*/ 124752 h 153558"/>
                <a:gd name="connsiteX9" fmla="*/ 34944 w 36344"/>
                <a:gd name="connsiteY9" fmla="*/ 153621 h 153558"/>
                <a:gd name="connsiteX10" fmla="*/ 36510 w 36344"/>
                <a:gd name="connsiteY10" fmla="*/ 152085 h 153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344" h="153558">
                  <a:moveTo>
                    <a:pt x="36510" y="152085"/>
                  </a:moveTo>
                  <a:cubicBezTo>
                    <a:pt x="36510" y="151625"/>
                    <a:pt x="36510" y="151318"/>
                    <a:pt x="33847" y="148707"/>
                  </a:cubicBezTo>
                  <a:cubicBezTo>
                    <a:pt x="14265" y="129359"/>
                    <a:pt x="9252" y="100336"/>
                    <a:pt x="9252" y="76842"/>
                  </a:cubicBezTo>
                  <a:cubicBezTo>
                    <a:pt x="9252" y="50123"/>
                    <a:pt x="15205" y="23404"/>
                    <a:pt x="34474" y="4209"/>
                  </a:cubicBezTo>
                  <a:cubicBezTo>
                    <a:pt x="36510" y="2366"/>
                    <a:pt x="36510" y="2059"/>
                    <a:pt x="36510" y="1598"/>
                  </a:cubicBezTo>
                  <a:cubicBezTo>
                    <a:pt x="36510" y="523"/>
                    <a:pt x="35884" y="63"/>
                    <a:pt x="34944" y="63"/>
                  </a:cubicBezTo>
                  <a:cubicBezTo>
                    <a:pt x="33377" y="63"/>
                    <a:pt x="19278" y="10505"/>
                    <a:pt x="10035" y="30007"/>
                  </a:cubicBezTo>
                  <a:cubicBezTo>
                    <a:pt x="2046" y="46898"/>
                    <a:pt x="166" y="63943"/>
                    <a:pt x="166" y="76842"/>
                  </a:cubicBezTo>
                  <a:cubicBezTo>
                    <a:pt x="166" y="88819"/>
                    <a:pt x="1889" y="107400"/>
                    <a:pt x="10505" y="124752"/>
                  </a:cubicBezTo>
                  <a:cubicBezTo>
                    <a:pt x="19905" y="143640"/>
                    <a:pt x="33377" y="153621"/>
                    <a:pt x="34944" y="153621"/>
                  </a:cubicBezTo>
                  <a:cubicBezTo>
                    <a:pt x="35884" y="153621"/>
                    <a:pt x="36510" y="153160"/>
                    <a:pt x="36510" y="152085"/>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1" name="Freeform: Shape 310">
              <a:extLst>
                <a:ext uri="{FF2B5EF4-FFF2-40B4-BE49-F238E27FC236}">
                  <a16:creationId xmlns:a16="http://schemas.microsoft.com/office/drawing/2014/main" id="{068734AC-5BAA-A010-18DB-C184FB9FAD0A}"/>
                </a:ext>
              </a:extLst>
            </p:cNvPr>
            <p:cNvSpPr/>
            <p:nvPr>
              <p:custDataLst>
                <p:tags r:id="rId19"/>
              </p:custDataLst>
            </p:nvPr>
          </p:nvSpPr>
          <p:spPr>
            <a:xfrm>
              <a:off x="3584312" y="4178156"/>
              <a:ext cx="106527" cy="103958"/>
            </a:xfrm>
            <a:custGeom>
              <a:avLst/>
              <a:gdLst>
                <a:gd name="connsiteX0" fmla="*/ 63303 w 106527"/>
                <a:gd name="connsiteY0" fmla="*/ 10812 h 103958"/>
                <a:gd name="connsiteX1" fmla="*/ 66906 w 106527"/>
                <a:gd name="connsiteY1" fmla="*/ 5130 h 103958"/>
                <a:gd name="connsiteX2" fmla="*/ 76775 w 106527"/>
                <a:gd name="connsiteY2" fmla="*/ 4823 h 103958"/>
                <a:gd name="connsiteX3" fmla="*/ 99647 w 106527"/>
                <a:gd name="connsiteY3" fmla="*/ 17415 h 103958"/>
                <a:gd name="connsiteX4" fmla="*/ 98394 w 106527"/>
                <a:gd name="connsiteY4" fmla="*/ 29699 h 103958"/>
                <a:gd name="connsiteX5" fmla="*/ 97924 w 106527"/>
                <a:gd name="connsiteY5" fmla="*/ 32617 h 103958"/>
                <a:gd name="connsiteX6" fmla="*/ 99804 w 106527"/>
                <a:gd name="connsiteY6" fmla="*/ 34613 h 103958"/>
                <a:gd name="connsiteX7" fmla="*/ 102154 w 106527"/>
                <a:gd name="connsiteY7" fmla="*/ 31082 h 103958"/>
                <a:gd name="connsiteX8" fmla="*/ 106383 w 106527"/>
                <a:gd name="connsiteY8" fmla="*/ 4362 h 103958"/>
                <a:gd name="connsiteX9" fmla="*/ 106697 w 106527"/>
                <a:gd name="connsiteY9" fmla="*/ 1752 h 103958"/>
                <a:gd name="connsiteX10" fmla="*/ 102467 w 106527"/>
                <a:gd name="connsiteY10" fmla="*/ 63 h 103958"/>
                <a:gd name="connsiteX11" fmla="*/ 15522 w 106527"/>
                <a:gd name="connsiteY11" fmla="*/ 63 h 103958"/>
                <a:gd name="connsiteX12" fmla="*/ 10509 w 106527"/>
                <a:gd name="connsiteY12" fmla="*/ 3134 h 103958"/>
                <a:gd name="connsiteX13" fmla="*/ 1110 w 106527"/>
                <a:gd name="connsiteY13" fmla="*/ 30160 h 103958"/>
                <a:gd name="connsiteX14" fmla="*/ 170 w 106527"/>
                <a:gd name="connsiteY14" fmla="*/ 32924 h 103958"/>
                <a:gd name="connsiteX15" fmla="*/ 2049 w 106527"/>
                <a:gd name="connsiteY15" fmla="*/ 34613 h 103958"/>
                <a:gd name="connsiteX16" fmla="*/ 4713 w 106527"/>
                <a:gd name="connsiteY16" fmla="*/ 31389 h 103958"/>
                <a:gd name="connsiteX17" fmla="*/ 40431 w 106527"/>
                <a:gd name="connsiteY17" fmla="*/ 4823 h 103958"/>
                <a:gd name="connsiteX18" fmla="*/ 46540 w 106527"/>
                <a:gd name="connsiteY18" fmla="*/ 4823 h 103958"/>
                <a:gd name="connsiteX19" fmla="*/ 50927 w 106527"/>
                <a:gd name="connsiteY19" fmla="*/ 6666 h 103958"/>
                <a:gd name="connsiteX20" fmla="*/ 50300 w 106527"/>
                <a:gd name="connsiteY20" fmla="*/ 9890 h 103958"/>
                <a:gd name="connsiteX21" fmla="*/ 29308 w 106527"/>
                <a:gd name="connsiteY21" fmla="*/ 91891 h 103958"/>
                <a:gd name="connsiteX22" fmla="*/ 10666 w 106527"/>
                <a:gd name="connsiteY22" fmla="*/ 99261 h 103958"/>
                <a:gd name="connsiteX23" fmla="*/ 4086 w 106527"/>
                <a:gd name="connsiteY23" fmla="*/ 102179 h 103958"/>
                <a:gd name="connsiteX24" fmla="*/ 6749 w 106527"/>
                <a:gd name="connsiteY24" fmla="*/ 104022 h 103958"/>
                <a:gd name="connsiteX25" fmla="*/ 19595 w 106527"/>
                <a:gd name="connsiteY25" fmla="*/ 103715 h 103958"/>
                <a:gd name="connsiteX26" fmla="*/ 32911 w 106527"/>
                <a:gd name="connsiteY26" fmla="*/ 103561 h 103958"/>
                <a:gd name="connsiteX27" fmla="*/ 45914 w 106527"/>
                <a:gd name="connsiteY27" fmla="*/ 103715 h 103958"/>
                <a:gd name="connsiteX28" fmla="*/ 59543 w 106527"/>
                <a:gd name="connsiteY28" fmla="*/ 104022 h 103958"/>
                <a:gd name="connsiteX29" fmla="*/ 62989 w 106527"/>
                <a:gd name="connsiteY29" fmla="*/ 100950 h 103958"/>
                <a:gd name="connsiteX30" fmla="*/ 57663 w 106527"/>
                <a:gd name="connsiteY30" fmla="*/ 99261 h 103958"/>
                <a:gd name="connsiteX31" fmla="*/ 47637 w 106527"/>
                <a:gd name="connsiteY31" fmla="*/ 98954 h 103958"/>
                <a:gd name="connsiteX32" fmla="*/ 41841 w 106527"/>
                <a:gd name="connsiteY32" fmla="*/ 95576 h 103958"/>
                <a:gd name="connsiteX33" fmla="*/ 42467 w 106527"/>
                <a:gd name="connsiteY33" fmla="*/ 92351 h 103958"/>
                <a:gd name="connsiteX34" fmla="*/ 63303 w 106527"/>
                <a:gd name="connsiteY34" fmla="*/ 10812 h 103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6527" h="103958">
                  <a:moveTo>
                    <a:pt x="63303" y="10812"/>
                  </a:moveTo>
                  <a:cubicBezTo>
                    <a:pt x="64399" y="6512"/>
                    <a:pt x="65026" y="5591"/>
                    <a:pt x="66906" y="5130"/>
                  </a:cubicBezTo>
                  <a:cubicBezTo>
                    <a:pt x="68316" y="4823"/>
                    <a:pt x="73485" y="4823"/>
                    <a:pt x="76775" y="4823"/>
                  </a:cubicBezTo>
                  <a:cubicBezTo>
                    <a:pt x="92598" y="4823"/>
                    <a:pt x="99647" y="5437"/>
                    <a:pt x="99647" y="17415"/>
                  </a:cubicBezTo>
                  <a:cubicBezTo>
                    <a:pt x="99647" y="19718"/>
                    <a:pt x="99021" y="25707"/>
                    <a:pt x="98394" y="29699"/>
                  </a:cubicBezTo>
                  <a:cubicBezTo>
                    <a:pt x="98237" y="30314"/>
                    <a:pt x="97924" y="32156"/>
                    <a:pt x="97924" y="32617"/>
                  </a:cubicBezTo>
                  <a:cubicBezTo>
                    <a:pt x="97924" y="33538"/>
                    <a:pt x="98394" y="34613"/>
                    <a:pt x="99804" y="34613"/>
                  </a:cubicBezTo>
                  <a:cubicBezTo>
                    <a:pt x="101527" y="34613"/>
                    <a:pt x="101840" y="33385"/>
                    <a:pt x="102154" y="31082"/>
                  </a:cubicBezTo>
                  <a:lnTo>
                    <a:pt x="106383" y="4362"/>
                  </a:lnTo>
                  <a:cubicBezTo>
                    <a:pt x="106540" y="3748"/>
                    <a:pt x="106697" y="2213"/>
                    <a:pt x="106697" y="1752"/>
                  </a:cubicBezTo>
                  <a:cubicBezTo>
                    <a:pt x="106697" y="63"/>
                    <a:pt x="105130" y="63"/>
                    <a:pt x="102467" y="63"/>
                  </a:cubicBezTo>
                  <a:lnTo>
                    <a:pt x="15522" y="63"/>
                  </a:lnTo>
                  <a:cubicBezTo>
                    <a:pt x="11762" y="63"/>
                    <a:pt x="11606" y="216"/>
                    <a:pt x="10509" y="3134"/>
                  </a:cubicBezTo>
                  <a:lnTo>
                    <a:pt x="1110" y="30160"/>
                  </a:lnTo>
                  <a:cubicBezTo>
                    <a:pt x="953" y="30467"/>
                    <a:pt x="170" y="32617"/>
                    <a:pt x="170" y="32924"/>
                  </a:cubicBezTo>
                  <a:cubicBezTo>
                    <a:pt x="170" y="33846"/>
                    <a:pt x="953" y="34613"/>
                    <a:pt x="2049" y="34613"/>
                  </a:cubicBezTo>
                  <a:cubicBezTo>
                    <a:pt x="3616" y="34613"/>
                    <a:pt x="3773" y="33846"/>
                    <a:pt x="4713" y="31389"/>
                  </a:cubicBezTo>
                  <a:cubicBezTo>
                    <a:pt x="13172" y="7587"/>
                    <a:pt x="17245" y="4823"/>
                    <a:pt x="40431" y="4823"/>
                  </a:cubicBezTo>
                  <a:lnTo>
                    <a:pt x="46540" y="4823"/>
                  </a:lnTo>
                  <a:cubicBezTo>
                    <a:pt x="50927" y="4823"/>
                    <a:pt x="50927" y="5437"/>
                    <a:pt x="50927" y="6666"/>
                  </a:cubicBezTo>
                  <a:cubicBezTo>
                    <a:pt x="50927" y="7587"/>
                    <a:pt x="50457" y="9430"/>
                    <a:pt x="50300" y="9890"/>
                  </a:cubicBezTo>
                  <a:lnTo>
                    <a:pt x="29308" y="91891"/>
                  </a:lnTo>
                  <a:cubicBezTo>
                    <a:pt x="27898" y="97572"/>
                    <a:pt x="27428" y="99261"/>
                    <a:pt x="10666" y="99261"/>
                  </a:cubicBezTo>
                  <a:cubicBezTo>
                    <a:pt x="5026" y="99261"/>
                    <a:pt x="4086" y="99261"/>
                    <a:pt x="4086" y="102179"/>
                  </a:cubicBezTo>
                  <a:cubicBezTo>
                    <a:pt x="4086" y="104022"/>
                    <a:pt x="5809" y="104022"/>
                    <a:pt x="6749" y="104022"/>
                  </a:cubicBezTo>
                  <a:cubicBezTo>
                    <a:pt x="10979" y="104022"/>
                    <a:pt x="15365" y="103715"/>
                    <a:pt x="19595" y="103715"/>
                  </a:cubicBezTo>
                  <a:cubicBezTo>
                    <a:pt x="23982" y="103715"/>
                    <a:pt x="28525" y="103561"/>
                    <a:pt x="32911" y="103561"/>
                  </a:cubicBezTo>
                  <a:cubicBezTo>
                    <a:pt x="37297" y="103561"/>
                    <a:pt x="41684" y="103715"/>
                    <a:pt x="45914" y="103715"/>
                  </a:cubicBezTo>
                  <a:cubicBezTo>
                    <a:pt x="50457" y="103715"/>
                    <a:pt x="55156" y="104022"/>
                    <a:pt x="59543" y="104022"/>
                  </a:cubicBezTo>
                  <a:cubicBezTo>
                    <a:pt x="61109" y="104022"/>
                    <a:pt x="62989" y="104022"/>
                    <a:pt x="62989" y="100950"/>
                  </a:cubicBezTo>
                  <a:cubicBezTo>
                    <a:pt x="62989" y="99261"/>
                    <a:pt x="61736" y="99261"/>
                    <a:pt x="57663" y="99261"/>
                  </a:cubicBezTo>
                  <a:cubicBezTo>
                    <a:pt x="53746" y="99261"/>
                    <a:pt x="51710" y="99261"/>
                    <a:pt x="47637" y="98954"/>
                  </a:cubicBezTo>
                  <a:cubicBezTo>
                    <a:pt x="43094" y="98494"/>
                    <a:pt x="41841" y="98033"/>
                    <a:pt x="41841" y="95576"/>
                  </a:cubicBezTo>
                  <a:cubicBezTo>
                    <a:pt x="41841" y="95422"/>
                    <a:pt x="41841" y="94655"/>
                    <a:pt x="42467" y="92351"/>
                  </a:cubicBezTo>
                  <a:lnTo>
                    <a:pt x="63303" y="10812"/>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2" name="Freeform: Shape 311">
              <a:extLst>
                <a:ext uri="{FF2B5EF4-FFF2-40B4-BE49-F238E27FC236}">
                  <a16:creationId xmlns:a16="http://schemas.microsoft.com/office/drawing/2014/main" id="{B7CD6116-307B-06C9-5F71-57D61DD5967B}"/>
                </a:ext>
              </a:extLst>
            </p:cNvPr>
            <p:cNvSpPr/>
            <p:nvPr>
              <p:custDataLst>
                <p:tags r:id="rId20"/>
              </p:custDataLst>
            </p:nvPr>
          </p:nvSpPr>
          <p:spPr>
            <a:xfrm>
              <a:off x="3677253" y="4257745"/>
              <a:ext cx="67002" cy="48478"/>
            </a:xfrm>
            <a:custGeom>
              <a:avLst/>
              <a:gdLst>
                <a:gd name="connsiteX0" fmla="*/ 8400 w 67002"/>
                <a:gd name="connsiteY0" fmla="*/ 40696 h 48478"/>
                <a:gd name="connsiteX1" fmla="*/ 7303 w 67002"/>
                <a:gd name="connsiteY1" fmla="*/ 45103 h 48478"/>
                <a:gd name="connsiteX2" fmla="*/ 11032 w 67002"/>
                <a:gd name="connsiteY2" fmla="*/ 48543 h 48478"/>
                <a:gd name="connsiteX3" fmla="*/ 15309 w 67002"/>
                <a:gd name="connsiteY3" fmla="*/ 46178 h 48478"/>
                <a:gd name="connsiteX4" fmla="*/ 17282 w 67002"/>
                <a:gd name="connsiteY4" fmla="*/ 39513 h 48478"/>
                <a:gd name="connsiteX5" fmla="*/ 19695 w 67002"/>
                <a:gd name="connsiteY5" fmla="*/ 29839 h 48478"/>
                <a:gd name="connsiteX6" fmla="*/ 21559 w 67002"/>
                <a:gd name="connsiteY6" fmla="*/ 22637 h 48478"/>
                <a:gd name="connsiteX7" fmla="*/ 26165 w 67002"/>
                <a:gd name="connsiteY7" fmla="*/ 12963 h 48478"/>
                <a:gd name="connsiteX8" fmla="*/ 42614 w 67002"/>
                <a:gd name="connsiteY8" fmla="*/ 3074 h 48478"/>
                <a:gd name="connsiteX9" fmla="*/ 49084 w 67002"/>
                <a:gd name="connsiteY9" fmla="*/ 10598 h 48478"/>
                <a:gd name="connsiteX10" fmla="*/ 42614 w 67002"/>
                <a:gd name="connsiteY10" fmla="*/ 33494 h 48478"/>
                <a:gd name="connsiteX11" fmla="*/ 40969 w 67002"/>
                <a:gd name="connsiteY11" fmla="*/ 39298 h 48478"/>
                <a:gd name="connsiteX12" fmla="*/ 51387 w 67002"/>
                <a:gd name="connsiteY12" fmla="*/ 48543 h 48478"/>
                <a:gd name="connsiteX13" fmla="*/ 67178 w 67002"/>
                <a:gd name="connsiteY13" fmla="*/ 32096 h 48478"/>
                <a:gd name="connsiteX14" fmla="*/ 65423 w 67002"/>
                <a:gd name="connsiteY14" fmla="*/ 30699 h 48478"/>
                <a:gd name="connsiteX15" fmla="*/ 63340 w 67002"/>
                <a:gd name="connsiteY15" fmla="*/ 32526 h 48478"/>
                <a:gd name="connsiteX16" fmla="*/ 51716 w 67002"/>
                <a:gd name="connsiteY16" fmla="*/ 45533 h 48478"/>
                <a:gd name="connsiteX17" fmla="*/ 48974 w 67002"/>
                <a:gd name="connsiteY17" fmla="*/ 41771 h 48478"/>
                <a:gd name="connsiteX18" fmla="*/ 51496 w 67002"/>
                <a:gd name="connsiteY18" fmla="*/ 33064 h 48478"/>
                <a:gd name="connsiteX19" fmla="*/ 57308 w 67002"/>
                <a:gd name="connsiteY19" fmla="*/ 12318 h 48478"/>
                <a:gd name="connsiteX20" fmla="*/ 43053 w 67002"/>
                <a:gd name="connsiteY20" fmla="*/ 64 h 48478"/>
                <a:gd name="connsiteX21" fmla="*/ 24520 w 67002"/>
                <a:gd name="connsiteY21" fmla="*/ 9846 h 48478"/>
                <a:gd name="connsiteX22" fmla="*/ 12786 w 67002"/>
                <a:gd name="connsiteY22" fmla="*/ 64 h 48478"/>
                <a:gd name="connsiteX23" fmla="*/ 4123 w 67002"/>
                <a:gd name="connsiteY23" fmla="*/ 5869 h 48478"/>
                <a:gd name="connsiteX24" fmla="*/ 175 w 67002"/>
                <a:gd name="connsiteY24" fmla="*/ 16510 h 48478"/>
                <a:gd name="connsiteX25" fmla="*/ 2040 w 67002"/>
                <a:gd name="connsiteY25" fmla="*/ 17908 h 48478"/>
                <a:gd name="connsiteX26" fmla="*/ 4452 w 67002"/>
                <a:gd name="connsiteY26" fmla="*/ 14683 h 48478"/>
                <a:gd name="connsiteX27" fmla="*/ 12457 w 67002"/>
                <a:gd name="connsiteY27" fmla="*/ 3074 h 48478"/>
                <a:gd name="connsiteX28" fmla="*/ 16076 w 67002"/>
                <a:gd name="connsiteY28" fmla="*/ 8341 h 48478"/>
                <a:gd name="connsiteX29" fmla="*/ 14322 w 67002"/>
                <a:gd name="connsiteY29" fmla="*/ 17263 h 48478"/>
                <a:gd name="connsiteX30" fmla="*/ 11909 w 67002"/>
                <a:gd name="connsiteY30" fmla="*/ 26937 h 48478"/>
                <a:gd name="connsiteX31" fmla="*/ 8400 w 67002"/>
                <a:gd name="connsiteY31" fmla="*/ 40696 h 4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7002" h="48478">
                  <a:moveTo>
                    <a:pt x="8400" y="40696"/>
                  </a:moveTo>
                  <a:cubicBezTo>
                    <a:pt x="7961" y="42093"/>
                    <a:pt x="7303" y="44780"/>
                    <a:pt x="7303" y="45103"/>
                  </a:cubicBezTo>
                  <a:cubicBezTo>
                    <a:pt x="7303" y="47468"/>
                    <a:pt x="9277" y="48543"/>
                    <a:pt x="11032" y="48543"/>
                  </a:cubicBezTo>
                  <a:cubicBezTo>
                    <a:pt x="13006" y="48543"/>
                    <a:pt x="14760" y="47145"/>
                    <a:pt x="15309" y="46178"/>
                  </a:cubicBezTo>
                  <a:cubicBezTo>
                    <a:pt x="15857" y="45210"/>
                    <a:pt x="16734" y="41771"/>
                    <a:pt x="17282" y="39513"/>
                  </a:cubicBezTo>
                  <a:cubicBezTo>
                    <a:pt x="17831" y="37471"/>
                    <a:pt x="19037" y="32526"/>
                    <a:pt x="19695" y="29839"/>
                  </a:cubicBezTo>
                  <a:cubicBezTo>
                    <a:pt x="20353" y="27474"/>
                    <a:pt x="21011" y="25110"/>
                    <a:pt x="21559" y="22637"/>
                  </a:cubicBezTo>
                  <a:cubicBezTo>
                    <a:pt x="22765" y="18230"/>
                    <a:pt x="22985" y="17370"/>
                    <a:pt x="26165" y="12963"/>
                  </a:cubicBezTo>
                  <a:cubicBezTo>
                    <a:pt x="29235" y="8664"/>
                    <a:pt x="34389" y="3074"/>
                    <a:pt x="42614" y="3074"/>
                  </a:cubicBezTo>
                  <a:cubicBezTo>
                    <a:pt x="48974" y="3074"/>
                    <a:pt x="49084" y="8556"/>
                    <a:pt x="49084" y="10598"/>
                  </a:cubicBezTo>
                  <a:cubicBezTo>
                    <a:pt x="49084" y="17048"/>
                    <a:pt x="44369" y="28979"/>
                    <a:pt x="42614" y="33494"/>
                  </a:cubicBezTo>
                  <a:cubicBezTo>
                    <a:pt x="41408" y="36504"/>
                    <a:pt x="40969" y="37471"/>
                    <a:pt x="40969" y="39298"/>
                  </a:cubicBezTo>
                  <a:cubicBezTo>
                    <a:pt x="40969" y="44995"/>
                    <a:pt x="45794" y="48543"/>
                    <a:pt x="51387" y="48543"/>
                  </a:cubicBezTo>
                  <a:cubicBezTo>
                    <a:pt x="62353" y="48543"/>
                    <a:pt x="67178" y="33709"/>
                    <a:pt x="67178" y="32096"/>
                  </a:cubicBezTo>
                  <a:cubicBezTo>
                    <a:pt x="67178" y="30699"/>
                    <a:pt x="65752" y="30699"/>
                    <a:pt x="65423" y="30699"/>
                  </a:cubicBezTo>
                  <a:cubicBezTo>
                    <a:pt x="63888" y="30699"/>
                    <a:pt x="63778" y="31344"/>
                    <a:pt x="63340" y="32526"/>
                  </a:cubicBezTo>
                  <a:cubicBezTo>
                    <a:pt x="60818" y="41126"/>
                    <a:pt x="56102" y="45533"/>
                    <a:pt x="51716" y="45533"/>
                  </a:cubicBezTo>
                  <a:cubicBezTo>
                    <a:pt x="49413" y="45533"/>
                    <a:pt x="48974" y="44028"/>
                    <a:pt x="48974" y="41771"/>
                  </a:cubicBezTo>
                  <a:cubicBezTo>
                    <a:pt x="48974" y="39298"/>
                    <a:pt x="49523" y="37901"/>
                    <a:pt x="51496" y="33064"/>
                  </a:cubicBezTo>
                  <a:cubicBezTo>
                    <a:pt x="52812" y="29732"/>
                    <a:pt x="57308" y="18338"/>
                    <a:pt x="57308" y="12318"/>
                  </a:cubicBezTo>
                  <a:cubicBezTo>
                    <a:pt x="57308" y="1892"/>
                    <a:pt x="48865" y="64"/>
                    <a:pt x="43053" y="64"/>
                  </a:cubicBezTo>
                  <a:cubicBezTo>
                    <a:pt x="33951" y="64"/>
                    <a:pt x="27810" y="5546"/>
                    <a:pt x="24520" y="9846"/>
                  </a:cubicBezTo>
                  <a:cubicBezTo>
                    <a:pt x="23752" y="2429"/>
                    <a:pt x="17282" y="64"/>
                    <a:pt x="12786" y="64"/>
                  </a:cubicBezTo>
                  <a:cubicBezTo>
                    <a:pt x="8071" y="64"/>
                    <a:pt x="5549" y="3396"/>
                    <a:pt x="4123" y="5869"/>
                  </a:cubicBezTo>
                  <a:cubicBezTo>
                    <a:pt x="1711" y="9846"/>
                    <a:pt x="175" y="15973"/>
                    <a:pt x="175" y="16510"/>
                  </a:cubicBezTo>
                  <a:cubicBezTo>
                    <a:pt x="175" y="17908"/>
                    <a:pt x="1711" y="17908"/>
                    <a:pt x="2040" y="17908"/>
                  </a:cubicBezTo>
                  <a:cubicBezTo>
                    <a:pt x="3575" y="17908"/>
                    <a:pt x="3685" y="17585"/>
                    <a:pt x="4452" y="14683"/>
                  </a:cubicBezTo>
                  <a:cubicBezTo>
                    <a:pt x="6097" y="8341"/>
                    <a:pt x="8181" y="3074"/>
                    <a:pt x="12457" y="3074"/>
                  </a:cubicBezTo>
                  <a:cubicBezTo>
                    <a:pt x="15309" y="3074"/>
                    <a:pt x="16076" y="5439"/>
                    <a:pt x="16076" y="8341"/>
                  </a:cubicBezTo>
                  <a:cubicBezTo>
                    <a:pt x="16076" y="10383"/>
                    <a:pt x="15089" y="14361"/>
                    <a:pt x="14322" y="17263"/>
                  </a:cubicBezTo>
                  <a:cubicBezTo>
                    <a:pt x="13554" y="20165"/>
                    <a:pt x="12457" y="24572"/>
                    <a:pt x="11909" y="26937"/>
                  </a:cubicBezTo>
                  <a:lnTo>
                    <a:pt x="8400" y="40696"/>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3" name="Freeform: Shape 312">
              <a:extLst>
                <a:ext uri="{FF2B5EF4-FFF2-40B4-BE49-F238E27FC236}">
                  <a16:creationId xmlns:a16="http://schemas.microsoft.com/office/drawing/2014/main" id="{FD97A7A0-B48A-15CD-FAFC-82574FB5D7F3}"/>
                </a:ext>
              </a:extLst>
            </p:cNvPr>
            <p:cNvSpPr/>
            <p:nvPr>
              <p:custDataLst>
                <p:tags r:id="rId21"/>
              </p:custDataLst>
            </p:nvPr>
          </p:nvSpPr>
          <p:spPr>
            <a:xfrm>
              <a:off x="3761384" y="4275588"/>
              <a:ext cx="74130" cy="5267"/>
            </a:xfrm>
            <a:custGeom>
              <a:avLst/>
              <a:gdLst>
                <a:gd name="connsiteX0" fmla="*/ 69924 w 74130"/>
                <a:gd name="connsiteY0" fmla="*/ 5331 h 5267"/>
                <a:gd name="connsiteX1" fmla="*/ 74311 w 74130"/>
                <a:gd name="connsiteY1" fmla="*/ 2752 h 5267"/>
                <a:gd name="connsiteX2" fmla="*/ 69924 w 74130"/>
                <a:gd name="connsiteY2" fmla="*/ 64 h 5267"/>
                <a:gd name="connsiteX3" fmla="*/ 4567 w 74130"/>
                <a:gd name="connsiteY3" fmla="*/ 64 h 5267"/>
                <a:gd name="connsiteX4" fmla="*/ 180 w 74130"/>
                <a:gd name="connsiteY4" fmla="*/ 2644 h 5267"/>
                <a:gd name="connsiteX5" fmla="*/ 4567 w 74130"/>
                <a:gd name="connsiteY5" fmla="*/ 5331 h 5267"/>
                <a:gd name="connsiteX6" fmla="*/ 69924 w 74130"/>
                <a:gd name="connsiteY6" fmla="*/ 5331 h 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130" h="5267">
                  <a:moveTo>
                    <a:pt x="69924" y="5331"/>
                  </a:moveTo>
                  <a:cubicBezTo>
                    <a:pt x="71679" y="5331"/>
                    <a:pt x="74311" y="5331"/>
                    <a:pt x="74311" y="2752"/>
                  </a:cubicBezTo>
                  <a:cubicBezTo>
                    <a:pt x="74311" y="64"/>
                    <a:pt x="71788" y="64"/>
                    <a:pt x="69924" y="64"/>
                  </a:cubicBezTo>
                  <a:lnTo>
                    <a:pt x="4567" y="64"/>
                  </a:lnTo>
                  <a:cubicBezTo>
                    <a:pt x="2812" y="64"/>
                    <a:pt x="180" y="64"/>
                    <a:pt x="180" y="2644"/>
                  </a:cubicBezTo>
                  <a:cubicBezTo>
                    <a:pt x="180" y="5331"/>
                    <a:pt x="2702" y="5331"/>
                    <a:pt x="4567" y="5331"/>
                  </a:cubicBezTo>
                  <a:lnTo>
                    <a:pt x="69924" y="5331"/>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4" name="Freeform: Shape 313">
              <a:extLst>
                <a:ext uri="{FF2B5EF4-FFF2-40B4-BE49-F238E27FC236}">
                  <a16:creationId xmlns:a16="http://schemas.microsoft.com/office/drawing/2014/main" id="{99CC4E58-76B7-FFAD-D45B-0E475F2DC753}"/>
                </a:ext>
              </a:extLst>
            </p:cNvPr>
            <p:cNvSpPr/>
            <p:nvPr>
              <p:custDataLst>
                <p:tags r:id="rId22"/>
              </p:custDataLst>
            </p:nvPr>
          </p:nvSpPr>
          <p:spPr>
            <a:xfrm>
              <a:off x="3859405" y="4233775"/>
              <a:ext cx="39916" cy="71373"/>
            </a:xfrm>
            <a:custGeom>
              <a:avLst/>
              <a:gdLst>
                <a:gd name="connsiteX0" fmla="*/ 24970 w 39916"/>
                <a:gd name="connsiteY0" fmla="*/ 3074 h 71373"/>
                <a:gd name="connsiteX1" fmla="*/ 21680 w 39916"/>
                <a:gd name="connsiteY1" fmla="*/ 64 h 71373"/>
                <a:gd name="connsiteX2" fmla="*/ 187 w 39916"/>
                <a:gd name="connsiteY2" fmla="*/ 6944 h 71373"/>
                <a:gd name="connsiteX3" fmla="*/ 187 w 39916"/>
                <a:gd name="connsiteY3" fmla="*/ 10813 h 71373"/>
                <a:gd name="connsiteX4" fmla="*/ 16087 w 39916"/>
                <a:gd name="connsiteY4" fmla="*/ 7804 h 71373"/>
                <a:gd name="connsiteX5" fmla="*/ 16087 w 39916"/>
                <a:gd name="connsiteY5" fmla="*/ 62624 h 71373"/>
                <a:gd name="connsiteX6" fmla="*/ 5121 w 39916"/>
                <a:gd name="connsiteY6" fmla="*/ 67568 h 71373"/>
                <a:gd name="connsiteX7" fmla="*/ 954 w 39916"/>
                <a:gd name="connsiteY7" fmla="*/ 67568 h 71373"/>
                <a:gd name="connsiteX8" fmla="*/ 954 w 39916"/>
                <a:gd name="connsiteY8" fmla="*/ 71438 h 71373"/>
                <a:gd name="connsiteX9" fmla="*/ 20474 w 39916"/>
                <a:gd name="connsiteY9" fmla="*/ 71008 h 71373"/>
                <a:gd name="connsiteX10" fmla="*/ 40103 w 39916"/>
                <a:gd name="connsiteY10" fmla="*/ 71438 h 71373"/>
                <a:gd name="connsiteX11" fmla="*/ 40103 w 39916"/>
                <a:gd name="connsiteY11" fmla="*/ 67568 h 71373"/>
                <a:gd name="connsiteX12" fmla="*/ 35936 w 39916"/>
                <a:gd name="connsiteY12" fmla="*/ 67568 h 71373"/>
                <a:gd name="connsiteX13" fmla="*/ 24970 w 39916"/>
                <a:gd name="connsiteY13" fmla="*/ 62624 h 71373"/>
                <a:gd name="connsiteX14" fmla="*/ 24970 w 39916"/>
                <a:gd name="connsiteY14" fmla="*/ 3074 h 71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916" h="71373">
                  <a:moveTo>
                    <a:pt x="24970" y="3074"/>
                  </a:moveTo>
                  <a:cubicBezTo>
                    <a:pt x="24970" y="172"/>
                    <a:pt x="24750" y="64"/>
                    <a:pt x="21680" y="64"/>
                  </a:cubicBezTo>
                  <a:cubicBezTo>
                    <a:pt x="14662" y="6836"/>
                    <a:pt x="4683" y="6944"/>
                    <a:pt x="187" y="6944"/>
                  </a:cubicBezTo>
                  <a:lnTo>
                    <a:pt x="187" y="10813"/>
                  </a:lnTo>
                  <a:cubicBezTo>
                    <a:pt x="2818" y="10813"/>
                    <a:pt x="10056" y="10813"/>
                    <a:pt x="16087" y="7804"/>
                  </a:cubicBezTo>
                  <a:lnTo>
                    <a:pt x="16087" y="62624"/>
                  </a:lnTo>
                  <a:cubicBezTo>
                    <a:pt x="16087" y="66171"/>
                    <a:pt x="16087" y="67568"/>
                    <a:pt x="5121" y="67568"/>
                  </a:cubicBezTo>
                  <a:lnTo>
                    <a:pt x="954" y="67568"/>
                  </a:lnTo>
                  <a:lnTo>
                    <a:pt x="954" y="71438"/>
                  </a:lnTo>
                  <a:cubicBezTo>
                    <a:pt x="2928" y="71331"/>
                    <a:pt x="16416" y="71008"/>
                    <a:pt x="20474" y="71008"/>
                  </a:cubicBezTo>
                  <a:cubicBezTo>
                    <a:pt x="23873" y="71008"/>
                    <a:pt x="37690" y="71331"/>
                    <a:pt x="40103" y="71438"/>
                  </a:cubicBezTo>
                  <a:lnTo>
                    <a:pt x="40103" y="67568"/>
                  </a:lnTo>
                  <a:lnTo>
                    <a:pt x="35936" y="67568"/>
                  </a:lnTo>
                  <a:cubicBezTo>
                    <a:pt x="24970" y="67568"/>
                    <a:pt x="24970" y="66171"/>
                    <a:pt x="24970" y="62624"/>
                  </a:cubicBezTo>
                  <a:lnTo>
                    <a:pt x="24970" y="3074"/>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6" name="Freeform: Shape 315">
              <a:extLst>
                <a:ext uri="{FF2B5EF4-FFF2-40B4-BE49-F238E27FC236}">
                  <a16:creationId xmlns:a16="http://schemas.microsoft.com/office/drawing/2014/main" id="{C05A374C-D264-6777-F337-BCEE6B33F8E5}"/>
                </a:ext>
              </a:extLst>
            </p:cNvPr>
            <p:cNvSpPr/>
            <p:nvPr>
              <p:custDataLst>
                <p:tags r:id="rId23"/>
              </p:custDataLst>
            </p:nvPr>
          </p:nvSpPr>
          <p:spPr>
            <a:xfrm>
              <a:off x="3974248" y="4199193"/>
              <a:ext cx="95717" cy="89063"/>
            </a:xfrm>
            <a:custGeom>
              <a:avLst/>
              <a:gdLst>
                <a:gd name="connsiteX0" fmla="*/ 92935 w 95717"/>
                <a:gd name="connsiteY0" fmla="*/ 47973 h 89063"/>
                <a:gd name="connsiteX1" fmla="*/ 95912 w 95717"/>
                <a:gd name="connsiteY1" fmla="*/ 44595 h 89063"/>
                <a:gd name="connsiteX2" fmla="*/ 92935 w 95717"/>
                <a:gd name="connsiteY2" fmla="*/ 41216 h 89063"/>
                <a:gd name="connsiteX3" fmla="*/ 6147 w 95717"/>
                <a:gd name="connsiteY3" fmla="*/ 1138 h 89063"/>
                <a:gd name="connsiteX4" fmla="*/ 3327 w 95717"/>
                <a:gd name="connsiteY4" fmla="*/ 63 h 89063"/>
                <a:gd name="connsiteX5" fmla="*/ 194 w 95717"/>
                <a:gd name="connsiteY5" fmla="*/ 3134 h 89063"/>
                <a:gd name="connsiteX6" fmla="*/ 3170 w 95717"/>
                <a:gd name="connsiteY6" fmla="*/ 6512 h 89063"/>
                <a:gd name="connsiteX7" fmla="*/ 85416 w 95717"/>
                <a:gd name="connsiteY7" fmla="*/ 44595 h 89063"/>
                <a:gd name="connsiteX8" fmla="*/ 3170 w 95717"/>
                <a:gd name="connsiteY8" fmla="*/ 82677 h 89063"/>
                <a:gd name="connsiteX9" fmla="*/ 194 w 95717"/>
                <a:gd name="connsiteY9" fmla="*/ 86055 h 89063"/>
                <a:gd name="connsiteX10" fmla="*/ 3327 w 95717"/>
                <a:gd name="connsiteY10" fmla="*/ 89127 h 89063"/>
                <a:gd name="connsiteX11" fmla="*/ 6147 w 95717"/>
                <a:gd name="connsiteY11" fmla="*/ 88052 h 89063"/>
                <a:gd name="connsiteX12" fmla="*/ 92935 w 95717"/>
                <a:gd name="connsiteY12" fmla="*/ 47973 h 89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717" h="89063">
                  <a:moveTo>
                    <a:pt x="92935" y="47973"/>
                  </a:moveTo>
                  <a:cubicBezTo>
                    <a:pt x="94658" y="47205"/>
                    <a:pt x="95912" y="46437"/>
                    <a:pt x="95912" y="44595"/>
                  </a:cubicBezTo>
                  <a:cubicBezTo>
                    <a:pt x="95912" y="42752"/>
                    <a:pt x="94658" y="41984"/>
                    <a:pt x="92935" y="41216"/>
                  </a:cubicBezTo>
                  <a:lnTo>
                    <a:pt x="6147" y="1138"/>
                  </a:lnTo>
                  <a:cubicBezTo>
                    <a:pt x="4110" y="63"/>
                    <a:pt x="3797" y="63"/>
                    <a:pt x="3327" y="63"/>
                  </a:cubicBezTo>
                  <a:cubicBezTo>
                    <a:pt x="1604" y="63"/>
                    <a:pt x="194" y="1445"/>
                    <a:pt x="194" y="3134"/>
                  </a:cubicBezTo>
                  <a:cubicBezTo>
                    <a:pt x="194" y="4516"/>
                    <a:pt x="977" y="5437"/>
                    <a:pt x="3170" y="6512"/>
                  </a:cubicBezTo>
                  <a:lnTo>
                    <a:pt x="85416" y="44595"/>
                  </a:lnTo>
                  <a:lnTo>
                    <a:pt x="3170" y="82677"/>
                  </a:lnTo>
                  <a:cubicBezTo>
                    <a:pt x="977" y="83752"/>
                    <a:pt x="194" y="84673"/>
                    <a:pt x="194" y="86055"/>
                  </a:cubicBezTo>
                  <a:cubicBezTo>
                    <a:pt x="194" y="87744"/>
                    <a:pt x="1604" y="89127"/>
                    <a:pt x="3327" y="89127"/>
                  </a:cubicBezTo>
                  <a:cubicBezTo>
                    <a:pt x="3797" y="89127"/>
                    <a:pt x="4110" y="89127"/>
                    <a:pt x="6147" y="88052"/>
                  </a:cubicBezTo>
                  <a:lnTo>
                    <a:pt x="92935" y="47973"/>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7" name="Freeform: Shape 316">
              <a:extLst>
                <a:ext uri="{FF2B5EF4-FFF2-40B4-BE49-F238E27FC236}">
                  <a16:creationId xmlns:a16="http://schemas.microsoft.com/office/drawing/2014/main" id="{CE60622B-0E14-6B9D-012F-387BB7CD3A6A}"/>
                </a:ext>
              </a:extLst>
            </p:cNvPr>
            <p:cNvSpPr/>
            <p:nvPr>
              <p:custDataLst>
                <p:tags r:id="rId24"/>
              </p:custDataLst>
            </p:nvPr>
          </p:nvSpPr>
          <p:spPr>
            <a:xfrm>
              <a:off x="4145248" y="4166946"/>
              <a:ext cx="6266" cy="153558"/>
            </a:xfrm>
            <a:custGeom>
              <a:avLst/>
              <a:gdLst>
                <a:gd name="connsiteX0" fmla="*/ 6471 w 6266"/>
                <a:gd name="connsiteY0" fmla="*/ 5591 h 153558"/>
                <a:gd name="connsiteX1" fmla="*/ 3337 w 6266"/>
                <a:gd name="connsiteY1" fmla="*/ 63 h 153558"/>
                <a:gd name="connsiteX2" fmla="*/ 204 w 6266"/>
                <a:gd name="connsiteY2" fmla="*/ 5591 h 153558"/>
                <a:gd name="connsiteX3" fmla="*/ 204 w 6266"/>
                <a:gd name="connsiteY3" fmla="*/ 148093 h 153558"/>
                <a:gd name="connsiteX4" fmla="*/ 3337 w 6266"/>
                <a:gd name="connsiteY4" fmla="*/ 153621 h 153558"/>
                <a:gd name="connsiteX5" fmla="*/ 6471 w 6266"/>
                <a:gd name="connsiteY5" fmla="*/ 148093 h 153558"/>
                <a:gd name="connsiteX6" fmla="*/ 6471 w 6266"/>
                <a:gd name="connsiteY6" fmla="*/ 5591 h 153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66" h="153558">
                  <a:moveTo>
                    <a:pt x="6471" y="5591"/>
                  </a:moveTo>
                  <a:cubicBezTo>
                    <a:pt x="6471" y="2827"/>
                    <a:pt x="6471" y="63"/>
                    <a:pt x="3337" y="63"/>
                  </a:cubicBezTo>
                  <a:cubicBezTo>
                    <a:pt x="204" y="63"/>
                    <a:pt x="204" y="2827"/>
                    <a:pt x="204" y="5591"/>
                  </a:cubicBezTo>
                  <a:lnTo>
                    <a:pt x="204" y="148093"/>
                  </a:lnTo>
                  <a:cubicBezTo>
                    <a:pt x="204" y="150857"/>
                    <a:pt x="204" y="153621"/>
                    <a:pt x="3337" y="153621"/>
                  </a:cubicBezTo>
                  <a:cubicBezTo>
                    <a:pt x="6471" y="153621"/>
                    <a:pt x="6471" y="150857"/>
                    <a:pt x="6471" y="148093"/>
                  </a:cubicBezTo>
                  <a:lnTo>
                    <a:pt x="6471" y="5591"/>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8" name="Freeform: Shape 317">
              <a:extLst>
                <a:ext uri="{FF2B5EF4-FFF2-40B4-BE49-F238E27FC236}">
                  <a16:creationId xmlns:a16="http://schemas.microsoft.com/office/drawing/2014/main" id="{7B1D5456-F62A-E4BC-5D1A-AA417A7D9EB1}"/>
                </a:ext>
              </a:extLst>
            </p:cNvPr>
            <p:cNvSpPr/>
            <p:nvPr>
              <p:custDataLst>
                <p:tags r:id="rId25"/>
              </p:custDataLst>
            </p:nvPr>
          </p:nvSpPr>
          <p:spPr>
            <a:xfrm>
              <a:off x="4173725" y="4185987"/>
              <a:ext cx="48093" cy="97816"/>
            </a:xfrm>
            <a:custGeom>
              <a:avLst/>
              <a:gdLst>
                <a:gd name="connsiteX0" fmla="*/ 28875 w 48093"/>
                <a:gd name="connsiteY0" fmla="*/ 34767 h 97816"/>
                <a:gd name="connsiteX1" fmla="*/ 43601 w 48093"/>
                <a:gd name="connsiteY1" fmla="*/ 34767 h 97816"/>
                <a:gd name="connsiteX2" fmla="*/ 48301 w 48093"/>
                <a:gd name="connsiteY2" fmla="*/ 31696 h 97816"/>
                <a:gd name="connsiteX3" fmla="*/ 43915 w 48093"/>
                <a:gd name="connsiteY3" fmla="*/ 30007 h 97816"/>
                <a:gd name="connsiteX4" fmla="*/ 30129 w 48093"/>
                <a:gd name="connsiteY4" fmla="*/ 30007 h 97816"/>
                <a:gd name="connsiteX5" fmla="*/ 36552 w 48093"/>
                <a:gd name="connsiteY5" fmla="*/ 4209 h 97816"/>
                <a:gd name="connsiteX6" fmla="*/ 32009 w 48093"/>
                <a:gd name="connsiteY6" fmla="*/ 63 h 97816"/>
                <a:gd name="connsiteX7" fmla="*/ 25742 w 48093"/>
                <a:gd name="connsiteY7" fmla="*/ 5591 h 97816"/>
                <a:gd name="connsiteX8" fmla="*/ 19633 w 48093"/>
                <a:gd name="connsiteY8" fmla="*/ 30007 h 97816"/>
                <a:gd name="connsiteX9" fmla="*/ 4907 w 48093"/>
                <a:gd name="connsiteY9" fmla="*/ 30007 h 97816"/>
                <a:gd name="connsiteX10" fmla="*/ 207 w 48093"/>
                <a:gd name="connsiteY10" fmla="*/ 32924 h 97816"/>
                <a:gd name="connsiteX11" fmla="*/ 4593 w 48093"/>
                <a:gd name="connsiteY11" fmla="*/ 34767 h 97816"/>
                <a:gd name="connsiteX12" fmla="*/ 18379 w 48093"/>
                <a:gd name="connsiteY12" fmla="*/ 34767 h 97816"/>
                <a:gd name="connsiteX13" fmla="*/ 6473 w 48093"/>
                <a:gd name="connsiteY13" fmla="*/ 83752 h 97816"/>
                <a:gd name="connsiteX14" fmla="*/ 20886 w 48093"/>
                <a:gd name="connsiteY14" fmla="*/ 97879 h 97816"/>
                <a:gd name="connsiteX15" fmla="*/ 45794 w 48093"/>
                <a:gd name="connsiteY15" fmla="*/ 74231 h 97816"/>
                <a:gd name="connsiteX16" fmla="*/ 43915 w 48093"/>
                <a:gd name="connsiteY16" fmla="*/ 72696 h 97816"/>
                <a:gd name="connsiteX17" fmla="*/ 41565 w 48093"/>
                <a:gd name="connsiteY17" fmla="*/ 74846 h 97816"/>
                <a:gd name="connsiteX18" fmla="*/ 21199 w 48093"/>
                <a:gd name="connsiteY18" fmla="*/ 94501 h 97816"/>
                <a:gd name="connsiteX19" fmla="*/ 16343 w 48093"/>
                <a:gd name="connsiteY19" fmla="*/ 87437 h 97816"/>
                <a:gd name="connsiteX20" fmla="*/ 17283 w 48093"/>
                <a:gd name="connsiteY20" fmla="*/ 80067 h 97816"/>
                <a:gd name="connsiteX21" fmla="*/ 28875 w 48093"/>
                <a:gd name="connsiteY21" fmla="*/ 34767 h 97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093" h="97816">
                  <a:moveTo>
                    <a:pt x="28875" y="34767"/>
                  </a:moveTo>
                  <a:lnTo>
                    <a:pt x="43601" y="34767"/>
                  </a:lnTo>
                  <a:cubicBezTo>
                    <a:pt x="46734" y="34767"/>
                    <a:pt x="48301" y="34767"/>
                    <a:pt x="48301" y="31696"/>
                  </a:cubicBezTo>
                  <a:cubicBezTo>
                    <a:pt x="48301" y="30007"/>
                    <a:pt x="46734" y="30007"/>
                    <a:pt x="43915" y="30007"/>
                  </a:cubicBezTo>
                  <a:lnTo>
                    <a:pt x="30129" y="30007"/>
                  </a:lnTo>
                  <a:cubicBezTo>
                    <a:pt x="35768" y="8201"/>
                    <a:pt x="36552" y="5130"/>
                    <a:pt x="36552" y="4209"/>
                  </a:cubicBezTo>
                  <a:cubicBezTo>
                    <a:pt x="36552" y="1598"/>
                    <a:pt x="34672" y="63"/>
                    <a:pt x="32009" y="63"/>
                  </a:cubicBezTo>
                  <a:cubicBezTo>
                    <a:pt x="31539" y="63"/>
                    <a:pt x="27152" y="216"/>
                    <a:pt x="25742" y="5591"/>
                  </a:cubicBezTo>
                  <a:lnTo>
                    <a:pt x="19633" y="30007"/>
                  </a:lnTo>
                  <a:lnTo>
                    <a:pt x="4907" y="30007"/>
                  </a:lnTo>
                  <a:cubicBezTo>
                    <a:pt x="1774" y="30007"/>
                    <a:pt x="207" y="30007"/>
                    <a:pt x="207" y="32924"/>
                  </a:cubicBezTo>
                  <a:cubicBezTo>
                    <a:pt x="207" y="34767"/>
                    <a:pt x="1460" y="34767"/>
                    <a:pt x="4593" y="34767"/>
                  </a:cubicBezTo>
                  <a:lnTo>
                    <a:pt x="18379" y="34767"/>
                  </a:lnTo>
                  <a:cubicBezTo>
                    <a:pt x="7100" y="78377"/>
                    <a:pt x="6473" y="80988"/>
                    <a:pt x="6473" y="83752"/>
                  </a:cubicBezTo>
                  <a:cubicBezTo>
                    <a:pt x="6473" y="92044"/>
                    <a:pt x="12426" y="97879"/>
                    <a:pt x="20886" y="97879"/>
                  </a:cubicBezTo>
                  <a:cubicBezTo>
                    <a:pt x="36865" y="97879"/>
                    <a:pt x="45794" y="75460"/>
                    <a:pt x="45794" y="74231"/>
                  </a:cubicBezTo>
                  <a:cubicBezTo>
                    <a:pt x="45794" y="72696"/>
                    <a:pt x="44541" y="72696"/>
                    <a:pt x="43915" y="72696"/>
                  </a:cubicBezTo>
                  <a:cubicBezTo>
                    <a:pt x="42505" y="72696"/>
                    <a:pt x="42348" y="73156"/>
                    <a:pt x="41565" y="74846"/>
                  </a:cubicBezTo>
                  <a:cubicBezTo>
                    <a:pt x="34828" y="90816"/>
                    <a:pt x="26526" y="94501"/>
                    <a:pt x="21199" y="94501"/>
                  </a:cubicBezTo>
                  <a:cubicBezTo>
                    <a:pt x="17909" y="94501"/>
                    <a:pt x="16343" y="92505"/>
                    <a:pt x="16343" y="87437"/>
                  </a:cubicBezTo>
                  <a:cubicBezTo>
                    <a:pt x="16343" y="83752"/>
                    <a:pt x="16656" y="82677"/>
                    <a:pt x="17283" y="80067"/>
                  </a:cubicBezTo>
                  <a:lnTo>
                    <a:pt x="28875" y="34767"/>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9" name="Freeform: Shape 318">
              <a:extLst>
                <a:ext uri="{FF2B5EF4-FFF2-40B4-BE49-F238E27FC236}">
                  <a16:creationId xmlns:a16="http://schemas.microsoft.com/office/drawing/2014/main" id="{0F925547-EDD8-8EF6-B671-8864F0CA0F2C}"/>
                </a:ext>
              </a:extLst>
            </p:cNvPr>
            <p:cNvSpPr/>
            <p:nvPr>
              <p:custDataLst>
                <p:tags r:id="rId26"/>
              </p:custDataLst>
            </p:nvPr>
          </p:nvSpPr>
          <p:spPr>
            <a:xfrm>
              <a:off x="4245335" y="4166946"/>
              <a:ext cx="6266" cy="153558"/>
            </a:xfrm>
            <a:custGeom>
              <a:avLst/>
              <a:gdLst>
                <a:gd name="connsiteX0" fmla="*/ 6477 w 6266"/>
                <a:gd name="connsiteY0" fmla="*/ 5591 h 153558"/>
                <a:gd name="connsiteX1" fmla="*/ 3344 w 6266"/>
                <a:gd name="connsiteY1" fmla="*/ 63 h 153558"/>
                <a:gd name="connsiteX2" fmla="*/ 211 w 6266"/>
                <a:gd name="connsiteY2" fmla="*/ 5591 h 153558"/>
                <a:gd name="connsiteX3" fmla="*/ 211 w 6266"/>
                <a:gd name="connsiteY3" fmla="*/ 148093 h 153558"/>
                <a:gd name="connsiteX4" fmla="*/ 3344 w 6266"/>
                <a:gd name="connsiteY4" fmla="*/ 153621 h 153558"/>
                <a:gd name="connsiteX5" fmla="*/ 6477 w 6266"/>
                <a:gd name="connsiteY5" fmla="*/ 148093 h 153558"/>
                <a:gd name="connsiteX6" fmla="*/ 6477 w 6266"/>
                <a:gd name="connsiteY6" fmla="*/ 5591 h 153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66" h="153558">
                  <a:moveTo>
                    <a:pt x="6477" y="5591"/>
                  </a:moveTo>
                  <a:cubicBezTo>
                    <a:pt x="6477" y="2827"/>
                    <a:pt x="6477" y="63"/>
                    <a:pt x="3344" y="63"/>
                  </a:cubicBezTo>
                  <a:cubicBezTo>
                    <a:pt x="211" y="63"/>
                    <a:pt x="211" y="2827"/>
                    <a:pt x="211" y="5591"/>
                  </a:cubicBezTo>
                  <a:lnTo>
                    <a:pt x="211" y="148093"/>
                  </a:lnTo>
                  <a:cubicBezTo>
                    <a:pt x="211" y="150857"/>
                    <a:pt x="211" y="153621"/>
                    <a:pt x="3344" y="153621"/>
                  </a:cubicBezTo>
                  <a:cubicBezTo>
                    <a:pt x="6477" y="153621"/>
                    <a:pt x="6477" y="150857"/>
                    <a:pt x="6477" y="148093"/>
                  </a:cubicBezTo>
                  <a:lnTo>
                    <a:pt x="6477" y="5591"/>
                  </a:ln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0" name="Freeform: Shape 319">
              <a:extLst>
                <a:ext uri="{FF2B5EF4-FFF2-40B4-BE49-F238E27FC236}">
                  <a16:creationId xmlns:a16="http://schemas.microsoft.com/office/drawing/2014/main" id="{F0560482-6628-6526-63D8-4E92B45AC596}"/>
                </a:ext>
              </a:extLst>
            </p:cNvPr>
            <p:cNvSpPr/>
            <p:nvPr>
              <p:custDataLst>
                <p:tags r:id="rId27"/>
              </p:custDataLst>
            </p:nvPr>
          </p:nvSpPr>
          <p:spPr>
            <a:xfrm>
              <a:off x="4279138" y="4166946"/>
              <a:ext cx="36344" cy="153558"/>
            </a:xfrm>
            <a:custGeom>
              <a:avLst/>
              <a:gdLst>
                <a:gd name="connsiteX0" fmla="*/ 36558 w 36344"/>
                <a:gd name="connsiteY0" fmla="*/ 76842 h 153558"/>
                <a:gd name="connsiteX1" fmla="*/ 26219 w 36344"/>
                <a:gd name="connsiteY1" fmla="*/ 28932 h 153558"/>
                <a:gd name="connsiteX2" fmla="*/ 1780 w 36344"/>
                <a:gd name="connsiteY2" fmla="*/ 63 h 153558"/>
                <a:gd name="connsiteX3" fmla="*/ 213 w 36344"/>
                <a:gd name="connsiteY3" fmla="*/ 1598 h 153558"/>
                <a:gd name="connsiteX4" fmla="*/ 3190 w 36344"/>
                <a:gd name="connsiteY4" fmla="*/ 5130 h 153558"/>
                <a:gd name="connsiteX5" fmla="*/ 27472 w 36344"/>
                <a:gd name="connsiteY5" fmla="*/ 76842 h 153558"/>
                <a:gd name="connsiteX6" fmla="*/ 2250 w 36344"/>
                <a:gd name="connsiteY6" fmla="*/ 149475 h 153558"/>
                <a:gd name="connsiteX7" fmla="*/ 213 w 36344"/>
                <a:gd name="connsiteY7" fmla="*/ 152085 h 153558"/>
                <a:gd name="connsiteX8" fmla="*/ 1780 w 36344"/>
                <a:gd name="connsiteY8" fmla="*/ 153621 h 153558"/>
                <a:gd name="connsiteX9" fmla="*/ 26689 w 36344"/>
                <a:gd name="connsiteY9" fmla="*/ 123677 h 153558"/>
                <a:gd name="connsiteX10" fmla="*/ 36558 w 36344"/>
                <a:gd name="connsiteY10" fmla="*/ 76842 h 153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344" h="153558">
                  <a:moveTo>
                    <a:pt x="36558" y="76842"/>
                  </a:moveTo>
                  <a:cubicBezTo>
                    <a:pt x="36558" y="64864"/>
                    <a:pt x="34835" y="46284"/>
                    <a:pt x="26219" y="28932"/>
                  </a:cubicBezTo>
                  <a:cubicBezTo>
                    <a:pt x="16819" y="10044"/>
                    <a:pt x="3347" y="63"/>
                    <a:pt x="1780" y="63"/>
                  </a:cubicBezTo>
                  <a:cubicBezTo>
                    <a:pt x="840" y="63"/>
                    <a:pt x="213" y="677"/>
                    <a:pt x="213" y="1598"/>
                  </a:cubicBezTo>
                  <a:cubicBezTo>
                    <a:pt x="213" y="2059"/>
                    <a:pt x="213" y="2366"/>
                    <a:pt x="3190" y="5130"/>
                  </a:cubicBezTo>
                  <a:cubicBezTo>
                    <a:pt x="18542" y="20332"/>
                    <a:pt x="27472" y="44748"/>
                    <a:pt x="27472" y="76842"/>
                  </a:cubicBezTo>
                  <a:cubicBezTo>
                    <a:pt x="27472" y="103100"/>
                    <a:pt x="21676" y="130127"/>
                    <a:pt x="2250" y="149475"/>
                  </a:cubicBezTo>
                  <a:cubicBezTo>
                    <a:pt x="213" y="151318"/>
                    <a:pt x="213" y="151625"/>
                    <a:pt x="213" y="152085"/>
                  </a:cubicBezTo>
                  <a:cubicBezTo>
                    <a:pt x="213" y="153007"/>
                    <a:pt x="840" y="153621"/>
                    <a:pt x="1780" y="153621"/>
                  </a:cubicBezTo>
                  <a:cubicBezTo>
                    <a:pt x="3347" y="153621"/>
                    <a:pt x="17446" y="143179"/>
                    <a:pt x="26689" y="123677"/>
                  </a:cubicBezTo>
                  <a:cubicBezTo>
                    <a:pt x="34678" y="106786"/>
                    <a:pt x="36558" y="89741"/>
                    <a:pt x="36558" y="76842"/>
                  </a:cubicBezTo>
                  <a:close/>
                </a:path>
              </a:pathLst>
            </a:custGeom>
            <a:solidFill>
              <a:schemeClr val="tx1"/>
            </a:solidFill>
            <a:ln w="2303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315" name="TextBox 314">
            <a:extLst>
              <a:ext uri="{FF2B5EF4-FFF2-40B4-BE49-F238E27FC236}">
                <a16:creationId xmlns:a16="http://schemas.microsoft.com/office/drawing/2014/main" id="{2E81EEC5-F944-F205-4E8E-7E65E50C84A6}"/>
              </a:ext>
            </a:extLst>
          </p:cNvPr>
          <p:cNvSpPr txBox="1"/>
          <p:nvPr/>
        </p:nvSpPr>
        <p:spPr>
          <a:xfrm>
            <a:off x="694268" y="1742102"/>
            <a:ext cx="4492348"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El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cálculo</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de un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valor</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p para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una</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a:t>
            </a:r>
            <a:r>
              <a:rPr kumimoji="0" lang="en-GB" sz="1600" b="1" i="0" u="none" strike="noStrike" kern="1200" cap="none" spc="0" normalizeH="0" baseline="0" noProof="0" err="1">
                <a:ln>
                  <a:noFill/>
                </a:ln>
                <a:solidFill>
                  <a:srgbClr val="EA2023"/>
                </a:solidFill>
                <a:effectLst/>
                <a:uLnTx/>
                <a:uFillTx/>
                <a:latin typeface="Aptos" panose="020B0004020202020204"/>
                <a:ea typeface="+mn-ea"/>
                <a:cs typeface="+mn-cs"/>
              </a:rPr>
              <a:t>prueba</a:t>
            </a:r>
            <a:r>
              <a:rPr kumimoji="0" lang="en-GB" sz="1600" b="1" i="0" u="none" strike="noStrike" kern="1200" cap="none" spc="0" normalizeH="0" baseline="0" noProof="0">
                <a:ln>
                  <a:noFill/>
                </a:ln>
                <a:solidFill>
                  <a:srgbClr val="EA2023"/>
                </a:solidFill>
                <a:effectLst/>
                <a:uLnTx/>
                <a:uFillTx/>
                <a:latin typeface="Aptos" panose="020B0004020202020204"/>
                <a:ea typeface="+mn-ea"/>
                <a:cs typeface="+mn-cs"/>
              </a:rPr>
              <a:t> bilateral es similar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pero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debemos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tener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cuenta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naturaleza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dos colas de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regla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rechazo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Para las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pruebas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sobre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medias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poblacionales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p se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calcula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como</a:t>
            </a:r>
            <a:endParaRPr kumimoji="0" lang="en-GB" sz="1600" b="1" i="0" u="none" strike="noStrike" kern="1200" cap="none" spc="0" normalizeH="0" baseline="0" noProof="0">
              <a:ln>
                <a:noFill/>
              </a:ln>
              <a:solidFill>
                <a:srgbClr val="9F2A63"/>
              </a:solidFill>
              <a:effectLst/>
              <a:uLnTx/>
              <a:uFillTx/>
              <a:latin typeface="Aptos" panose="020B0004020202020204"/>
              <a:ea typeface="+mn-ea"/>
              <a:cs typeface="+mn-cs"/>
            </a:endParaRPr>
          </a:p>
        </p:txBody>
      </p:sp>
      <p:sp>
        <p:nvSpPr>
          <p:cNvPr id="349" name="TextBox 348">
            <a:extLst>
              <a:ext uri="{FF2B5EF4-FFF2-40B4-BE49-F238E27FC236}">
                <a16:creationId xmlns:a16="http://schemas.microsoft.com/office/drawing/2014/main" id="{14E258D5-5A11-C066-B133-D0FC6D854DA2}"/>
              </a:ext>
            </a:extLst>
          </p:cNvPr>
          <p:cNvSpPr txBox="1"/>
          <p:nvPr/>
        </p:nvSpPr>
        <p:spPr>
          <a:xfrm>
            <a:off x="678277" y="3767246"/>
            <a:ext cx="4492348" cy="2062103"/>
          </a:xfrm>
          <a:prstGeom prst="rect">
            <a:avLst/>
          </a:prstGeom>
          <a:noFill/>
        </p:spPr>
        <p:txBody>
          <a:bodyPr wrap="square">
            <a:spAutoFit/>
          </a:bodyPr>
          <a:lstStyle>
            <a:defPPr>
              <a:defRPr lang="en-US"/>
            </a:defPPr>
            <a:lvl1pPr>
              <a:defRPr sz="1600" b="1">
                <a:solidFill>
                  <a:schemeClr val="accent5"/>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Donde t es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del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estadístico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y T es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variable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aleatoria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t. (Para n grande,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sustituya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variable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aleatoria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normal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estándar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Así</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calcule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absoluto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del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estadístico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encuentre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área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derecha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una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distribución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t y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multiplique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área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dos.</a:t>
            </a:r>
          </a:p>
        </p:txBody>
      </p:sp>
      <p:sp>
        <p:nvSpPr>
          <p:cNvPr id="350" name="TextBox 349">
            <a:extLst>
              <a:ext uri="{FF2B5EF4-FFF2-40B4-BE49-F238E27FC236}">
                <a16:creationId xmlns:a16="http://schemas.microsoft.com/office/drawing/2014/main" id="{1BC8ADF8-7E12-9DF5-60AD-8B481F150E41}"/>
              </a:ext>
            </a:extLst>
          </p:cNvPr>
          <p:cNvSpPr txBox="1"/>
          <p:nvPr/>
        </p:nvSpPr>
        <p:spPr>
          <a:xfrm>
            <a:off x="5979557" y="1462194"/>
            <a:ext cx="5339930" cy="1815882"/>
          </a:xfrm>
          <a:prstGeom prst="rect">
            <a:avLst/>
          </a:prstGeom>
          <a:noFill/>
        </p:spPr>
        <p:txBody>
          <a:bodyPr wrap="square">
            <a:spAutoFit/>
          </a:bodyPr>
          <a:lstStyle>
            <a:defPPr>
              <a:defRPr lang="en-US"/>
            </a:defPPr>
            <a:lvl1pPr>
              <a:defRPr sz="16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Elija un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estadístico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T y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decida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naturaleza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hipótesis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alternativa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Esto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determina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si</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regla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rechazo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t &gt; c</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t&lt;-c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|t| &gt; c</a:t>
            </a:r>
            <a:endParaRPr kumimoji="0" lang="en-GB" sz="1600" b="0" i="0" u="none" strike="noStrike" kern="1200" cap="none" spc="0" normalizeH="0" baseline="0" noProof="0">
              <a:ln>
                <a:noFill/>
              </a:ln>
              <a:solidFill>
                <a:srgbClr val="9F2A63"/>
              </a:solidFill>
              <a:effectLst/>
              <a:uLnTx/>
              <a:uFillTx/>
              <a:latin typeface="Aptos" panose="020B0004020202020204"/>
              <a:ea typeface="+mn-ea"/>
              <a:cs typeface="+mn-cs"/>
            </a:endParaRPr>
          </a:p>
        </p:txBody>
      </p:sp>
      <p:sp>
        <p:nvSpPr>
          <p:cNvPr id="351" name="Oval 350">
            <a:extLst>
              <a:ext uri="{FF2B5EF4-FFF2-40B4-BE49-F238E27FC236}">
                <a16:creationId xmlns:a16="http://schemas.microsoft.com/office/drawing/2014/main" id="{F6880122-3E04-38F5-74C5-3171FBBB9BF3}"/>
              </a:ext>
            </a:extLst>
          </p:cNvPr>
          <p:cNvSpPr/>
          <p:nvPr/>
        </p:nvSpPr>
        <p:spPr>
          <a:xfrm>
            <a:off x="5410302" y="1549054"/>
            <a:ext cx="453397" cy="451749"/>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Aptos Black" panose="020B0004020202020204" pitchFamily="34" charset="0"/>
                <a:ea typeface="+mn-ea"/>
                <a:cs typeface="+mn-cs"/>
              </a:rPr>
              <a:t>1</a:t>
            </a:r>
          </a:p>
        </p:txBody>
      </p:sp>
      <p:sp>
        <p:nvSpPr>
          <p:cNvPr id="352" name="Oval 351">
            <a:extLst>
              <a:ext uri="{FF2B5EF4-FFF2-40B4-BE49-F238E27FC236}">
                <a16:creationId xmlns:a16="http://schemas.microsoft.com/office/drawing/2014/main" id="{44099F81-2C5A-C189-8F1D-C7DF3DC67104}"/>
              </a:ext>
            </a:extLst>
          </p:cNvPr>
          <p:cNvSpPr/>
          <p:nvPr/>
        </p:nvSpPr>
        <p:spPr>
          <a:xfrm>
            <a:off x="5399526" y="3316991"/>
            <a:ext cx="453397" cy="451749"/>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Aptos Black" panose="020B0004020202020204" pitchFamily="34" charset="0"/>
                <a:ea typeface="+mn-ea"/>
                <a:cs typeface="+mn-cs"/>
              </a:rPr>
              <a:t>2</a:t>
            </a:r>
          </a:p>
        </p:txBody>
      </p:sp>
      <p:sp>
        <p:nvSpPr>
          <p:cNvPr id="354" name="TextBox 353">
            <a:extLst>
              <a:ext uri="{FF2B5EF4-FFF2-40B4-BE49-F238E27FC236}">
                <a16:creationId xmlns:a16="http://schemas.microsoft.com/office/drawing/2014/main" id="{541681DC-84C1-0B0D-1278-04799C32B391}"/>
              </a:ext>
            </a:extLst>
          </p:cNvPr>
          <p:cNvSpPr txBox="1"/>
          <p:nvPr/>
        </p:nvSpPr>
        <p:spPr>
          <a:xfrm>
            <a:off x="5979557" y="3333883"/>
            <a:ext cx="5536197" cy="181588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Utilice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observado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estadística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como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crítico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y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calcule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correspondiente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significación</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prueba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Éste</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es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p. Si la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regla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rechazo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es de la forma: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t &gt; c,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entonces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p-</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  P(T&gt;t)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t &lt; -c,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entonces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p-</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 P(T&lt;t)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|t| &gt; c,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entonces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p-</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 P(|T|&gt;|t|)</a:t>
            </a:r>
          </a:p>
        </p:txBody>
      </p:sp>
      <p:sp>
        <p:nvSpPr>
          <p:cNvPr id="355" name="Oval 354">
            <a:extLst>
              <a:ext uri="{FF2B5EF4-FFF2-40B4-BE49-F238E27FC236}">
                <a16:creationId xmlns:a16="http://schemas.microsoft.com/office/drawing/2014/main" id="{66DEDF5B-13EB-974B-2938-3BE337BD3C4E}"/>
              </a:ext>
            </a:extLst>
          </p:cNvPr>
          <p:cNvSpPr/>
          <p:nvPr/>
        </p:nvSpPr>
        <p:spPr>
          <a:xfrm>
            <a:off x="5518000" y="5224450"/>
            <a:ext cx="453397" cy="451749"/>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Aptos Black" panose="020B0004020202020204" pitchFamily="34" charset="0"/>
                <a:ea typeface="+mn-ea"/>
                <a:cs typeface="+mn-cs"/>
              </a:rPr>
              <a:t>3</a:t>
            </a:r>
          </a:p>
        </p:txBody>
      </p:sp>
      <p:sp>
        <p:nvSpPr>
          <p:cNvPr id="356" name="TextBox 355">
            <a:extLst>
              <a:ext uri="{FF2B5EF4-FFF2-40B4-BE49-F238E27FC236}">
                <a16:creationId xmlns:a16="http://schemas.microsoft.com/office/drawing/2014/main" id="{D9D29161-CB62-8E06-5F0E-718159FC34FE}"/>
              </a:ext>
            </a:extLst>
          </p:cNvPr>
          <p:cNvSpPr txBox="1"/>
          <p:nvPr/>
        </p:nvSpPr>
        <p:spPr>
          <a:xfrm>
            <a:off x="6098031" y="5241342"/>
            <a:ext cx="5536197"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Si se ha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elegido</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un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de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significancia</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entonces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no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rechazamos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H0 a ese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si</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p-</a:t>
            </a:r>
            <a:r>
              <a:rPr kumimoji="0" lang="en-GB" sz="1600" b="1"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&gt; ɑ</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 Si p-</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valor</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&lt; </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ɑ</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entonces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rechazamos</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H0 al </a:t>
            </a:r>
            <a:r>
              <a:rPr kumimoji="0" lang="en-GB" sz="1600" b="0" i="0" u="none" strike="noStrike" kern="1200" cap="none" spc="0" normalizeH="0" baseline="0" noProof="0" err="1">
                <a:ln>
                  <a:noFill/>
                </a:ln>
                <a:solidFill>
                  <a:prstClr val="black"/>
                </a:solidFill>
                <a:effectLst/>
                <a:uLnTx/>
                <a:uFillTx/>
                <a:latin typeface="Aptos" panose="020B0004020202020204"/>
                <a:ea typeface="+mn-ea"/>
                <a:cs typeface="+mn-cs"/>
              </a:rPr>
              <a:t>nivel</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100 ɑ %</a:t>
            </a:r>
            <a:r>
              <a:rPr kumimoji="0" lang="en-GB" sz="1600" b="0" i="0" u="none" strike="noStrike" kern="1200" cap="none" spc="0" normalizeH="0" baseline="0" noProof="0">
                <a:ln>
                  <a:noFill/>
                </a:ln>
                <a:solidFill>
                  <a:prstClr val="black"/>
                </a:solidFill>
                <a:effectLst/>
                <a:uLnTx/>
                <a:uFillTx/>
                <a:latin typeface="Aptos" panose="020B0004020202020204"/>
                <a:ea typeface="+mn-ea"/>
                <a:cs typeface="+mn-cs"/>
              </a:rPr>
              <a:t>. </a:t>
            </a:r>
          </a:p>
        </p:txBody>
      </p:sp>
    </p:spTree>
    <p:extLst>
      <p:ext uri="{BB962C8B-B14F-4D97-AF65-F5344CB8AC3E}">
        <p14:creationId xmlns:p14="http://schemas.microsoft.com/office/powerpoint/2010/main" val="4454911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50"/>
                                        </p:tgtEl>
                                        <p:attrNameLst>
                                          <p:attrName>style.visibility</p:attrName>
                                        </p:attrNameLst>
                                      </p:cBhvr>
                                      <p:to>
                                        <p:strVal val="visible"/>
                                      </p:to>
                                    </p:set>
                                    <p:animEffect transition="in" filter="fade">
                                      <p:cBhvr>
                                        <p:cTn id="10" dur="500"/>
                                        <p:tgtEl>
                                          <p:spTgt spid="35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51"/>
                                        </p:tgtEl>
                                        <p:attrNameLst>
                                          <p:attrName>style.visibility</p:attrName>
                                        </p:attrNameLst>
                                      </p:cBhvr>
                                      <p:to>
                                        <p:strVal val="visible"/>
                                      </p:to>
                                    </p:set>
                                    <p:animEffect transition="in" filter="fade">
                                      <p:cBhvr>
                                        <p:cTn id="15" dur="500"/>
                                        <p:tgtEl>
                                          <p:spTgt spid="35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52"/>
                                        </p:tgtEl>
                                        <p:attrNameLst>
                                          <p:attrName>style.visibility</p:attrName>
                                        </p:attrNameLst>
                                      </p:cBhvr>
                                      <p:to>
                                        <p:strVal val="visible"/>
                                      </p:to>
                                    </p:set>
                                    <p:animEffect transition="in" filter="fade">
                                      <p:cBhvr>
                                        <p:cTn id="20" dur="500"/>
                                        <p:tgtEl>
                                          <p:spTgt spid="35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55"/>
                                        </p:tgtEl>
                                        <p:attrNameLst>
                                          <p:attrName>style.visibility</p:attrName>
                                        </p:attrNameLst>
                                      </p:cBhvr>
                                      <p:to>
                                        <p:strVal val="visible"/>
                                      </p:to>
                                    </p:set>
                                    <p:animEffect transition="in" filter="fade">
                                      <p:cBhvr>
                                        <p:cTn id="25" dur="500"/>
                                        <p:tgtEl>
                                          <p:spTgt spid="3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50" grpId="0"/>
      <p:bldP spid="351" grpId="0" animBg="1"/>
      <p:bldP spid="352" grpId="0" animBg="1"/>
      <p:bldP spid="355" grpId="0" animBg="1"/>
    </p:bldLst>
  </p:timing>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2C81087-F928-4659-864A-78C378705B8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069FBC1-2A23-8CF6-47D7-328AF066D62F}"/>
              </a:ext>
            </a:extLst>
          </p:cNvPr>
          <p:cNvSpPr>
            <a:spLocks noGrp="1"/>
          </p:cNvSpPr>
          <p:nvPr>
            <p:ph type="sldNum" sz="quarter" idx="12"/>
          </p:nvPr>
        </p:nvSpPr>
        <p:spPr>
          <a:xfrm>
            <a:off x="8610600" y="6356350"/>
            <a:ext cx="2743200" cy="365125"/>
          </a:xfrm>
        </p:spPr>
        <p:txBody>
          <a:bodyPr/>
          <a:lstStyle/>
          <a:p>
            <a:fld id="{330EA680-D336-4FF7-8B7A-9848BB0A1C32}" type="slidenum">
              <a:rPr lang="en-GB" noProof="0" smtClean="0"/>
              <a:t>77</a:t>
            </a:fld>
            <a:endParaRPr lang="en-GB" noProof="0"/>
          </a:p>
        </p:txBody>
      </p:sp>
      <p:sp>
        <p:nvSpPr>
          <p:cNvPr id="4" name="Date Placeholder 3">
            <a:extLst>
              <a:ext uri="{FF2B5EF4-FFF2-40B4-BE49-F238E27FC236}">
                <a16:creationId xmlns:a16="http://schemas.microsoft.com/office/drawing/2014/main" id="{9D1A9D36-9E18-7B9A-0F68-A7102C4610E0}"/>
              </a:ext>
            </a:extLst>
          </p:cNvPr>
          <p:cNvSpPr>
            <a:spLocks noGrp="1"/>
          </p:cNvSpPr>
          <p:nvPr>
            <p:ph type="dt" sz="half" idx="10"/>
          </p:nvPr>
        </p:nvSpPr>
        <p:spPr>
          <a:xfrm>
            <a:off x="11003616" y="136525"/>
            <a:ext cx="1117563" cy="365125"/>
          </a:xfrm>
          <a:prstGeom prst="rect">
            <a:avLst/>
          </a:prstGeom>
        </p:spPr>
        <p:txBody>
          <a:bodyPr/>
          <a:lstStyle/>
          <a:p>
            <a:fld id="{26E845D0-70B0-405D-A6BF-798C9CBE9027}" type="datetime1">
              <a:rPr lang="en-GB" noProof="0" smtClean="0"/>
              <a:t>25/03/2026</a:t>
            </a:fld>
            <a:endParaRPr lang="en-GB" noProof="0"/>
          </a:p>
        </p:txBody>
      </p:sp>
      <p:pic>
        <p:nvPicPr>
          <p:cNvPr id="7" name="object 3">
            <a:extLst>
              <a:ext uri="{FF2B5EF4-FFF2-40B4-BE49-F238E27FC236}">
                <a16:creationId xmlns:a16="http://schemas.microsoft.com/office/drawing/2014/main" id="{6A4AD0D7-BA27-0C31-BD85-75D4615B1E7D}"/>
              </a:ext>
            </a:extLst>
          </p:cNvPr>
          <p:cNvPicPr/>
          <p:nvPr/>
        </p:nvPicPr>
        <p:blipFill>
          <a:blip r:embed="rId2" cstate="print">
            <a:grayscl/>
          </a:blip>
          <a:stretch>
            <a:fillRect/>
          </a:stretch>
        </p:blipFill>
        <p:spPr>
          <a:xfrm>
            <a:off x="1525417" y="1918087"/>
            <a:ext cx="3017074" cy="3231639"/>
          </a:xfrm>
          <a:prstGeom prst="rect">
            <a:avLst/>
          </a:prstGeom>
        </p:spPr>
      </p:pic>
      <p:sp>
        <p:nvSpPr>
          <p:cNvPr id="11" name="object 4">
            <a:extLst>
              <a:ext uri="{FF2B5EF4-FFF2-40B4-BE49-F238E27FC236}">
                <a16:creationId xmlns:a16="http://schemas.microsoft.com/office/drawing/2014/main" id="{5408E102-FD52-44F2-8452-8DA937F65B44}"/>
              </a:ext>
            </a:extLst>
          </p:cNvPr>
          <p:cNvSpPr txBox="1"/>
          <p:nvPr/>
        </p:nvSpPr>
        <p:spPr>
          <a:xfrm>
            <a:off x="1485263" y="5409216"/>
            <a:ext cx="3097382" cy="333525"/>
          </a:xfrm>
          <a:prstGeom prst="rect">
            <a:avLst/>
          </a:prstGeom>
        </p:spPr>
        <p:txBody>
          <a:bodyPr vert="horz" wrap="square" lIns="0" tIns="25499" rIns="0" bIns="0" rtlCol="0">
            <a:spAutoFit/>
          </a:bodyPr>
          <a:lstStyle/>
          <a:p>
            <a:pPr marL="26841">
              <a:spcBef>
                <a:spcPts val="201"/>
              </a:spcBef>
            </a:pPr>
            <a:r>
              <a:rPr lang="en-GB" sz="1000" spc="-21"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Kahneman,</a:t>
            </a:r>
            <a:r>
              <a:rPr lang="en-GB" sz="1000" spc="-42"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 </a:t>
            </a:r>
            <a:r>
              <a:rPr lang="en-GB" sz="1000" spc="-11"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D.,</a:t>
            </a:r>
            <a:r>
              <a:rPr lang="en-GB" sz="1000" spc="-42"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 </a:t>
            </a:r>
            <a:r>
              <a:rPr lang="en-GB" sz="1000" spc="-11"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Sibony,</a:t>
            </a:r>
            <a:r>
              <a:rPr lang="en-GB" sz="1000" spc="-42"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 </a:t>
            </a:r>
            <a:r>
              <a:rPr lang="en-GB" sz="1000" spc="-11"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O.,</a:t>
            </a:r>
            <a:r>
              <a:rPr lang="en-GB" sz="1000" spc="-42"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 </a:t>
            </a:r>
            <a:r>
              <a:rPr lang="en-GB" sz="1000" spc="32"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&amp;</a:t>
            </a:r>
            <a:r>
              <a:rPr lang="en-GB" sz="1000" spc="-42"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 </a:t>
            </a:r>
            <a:r>
              <a:rPr lang="en-GB" sz="1000" spc="-11"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Sunstein,</a:t>
            </a:r>
            <a:r>
              <a:rPr lang="en-GB" sz="1000" spc="-42"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 C.</a:t>
            </a:r>
            <a:r>
              <a:rPr lang="en-GB" sz="1000" spc="-32"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 </a:t>
            </a:r>
            <a:r>
              <a:rPr lang="en-GB" sz="1000" spc="-53"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R.</a:t>
            </a:r>
            <a:r>
              <a:rPr lang="en-GB" sz="1000" spc="-42"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 </a:t>
            </a:r>
            <a:r>
              <a:rPr lang="en-GB" sz="1000" spc="127"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a:t>
            </a:r>
            <a:r>
              <a:rPr lang="en-GB" sz="1000" spc="-42"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 </a:t>
            </a:r>
            <a:r>
              <a:rPr lang="en-GB" sz="1000"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Noise:</a:t>
            </a:r>
            <a:r>
              <a:rPr lang="en-GB" sz="1000" spc="32"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 </a:t>
            </a:r>
            <a:r>
              <a:rPr lang="en-GB" sz="1000"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A</a:t>
            </a:r>
            <a:r>
              <a:rPr lang="en-GB" sz="1000" spc="-42"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 </a:t>
            </a:r>
            <a:r>
              <a:rPr lang="en-GB" sz="1000" spc="21"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flaw</a:t>
            </a:r>
            <a:r>
              <a:rPr lang="en-GB" sz="1000" spc="-32"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 </a:t>
            </a:r>
            <a:r>
              <a:rPr lang="en-GB" sz="1000" spc="11"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in</a:t>
            </a:r>
            <a:r>
              <a:rPr lang="en-GB" sz="1000" spc="-42"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 </a:t>
            </a:r>
            <a:r>
              <a:rPr lang="en-GB" sz="1000"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human</a:t>
            </a:r>
            <a:r>
              <a:rPr lang="en-GB" sz="1000" spc="-42"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 </a:t>
            </a:r>
            <a:r>
              <a:rPr lang="en-GB" sz="1000" spc="11" noProof="0">
                <a:solidFill>
                  <a:srgbClr val="00B0F0"/>
                </a:solidFill>
                <a:latin typeface="Microsoft Sans Serif"/>
                <a:cs typeface="Microsoft Sans Serif"/>
                <a:hlinkClick r:id="rId3">
                  <a:extLst>
                    <a:ext uri="{A12FA001-AC4F-418D-AE19-62706E023703}">
                      <ahyp:hlinkClr xmlns:ahyp="http://schemas.microsoft.com/office/drawing/2018/hyperlinkcolor" val="tx"/>
                    </a:ext>
                  </a:extLst>
                </a:hlinkClick>
              </a:rPr>
              <a:t>judgment</a:t>
            </a:r>
            <a:endParaRPr lang="en-GB" sz="1000" noProof="0">
              <a:solidFill>
                <a:srgbClr val="00B0F0"/>
              </a:solidFill>
              <a:latin typeface="Microsoft Sans Serif"/>
              <a:cs typeface="Microsoft Sans Serif"/>
            </a:endParaRPr>
          </a:p>
        </p:txBody>
      </p:sp>
      <p:sp>
        <p:nvSpPr>
          <p:cNvPr id="17" name="Título 1">
            <a:extLst>
              <a:ext uri="{FF2B5EF4-FFF2-40B4-BE49-F238E27FC236}">
                <a16:creationId xmlns:a16="http://schemas.microsoft.com/office/drawing/2014/main" id="{8886D686-7018-6EEB-1E47-E35890D7B9DD}"/>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err="1">
                <a:ln>
                  <a:noFill/>
                </a:ln>
                <a:solidFill>
                  <a:srgbClr val="FF0000"/>
                </a:solidFill>
                <a:effectLst/>
                <a:uLnTx/>
                <a:uFillTx/>
                <a:latin typeface="Aptos SemiBold" panose="020F0502020204030204" pitchFamily="34" charset="0"/>
                <a:ea typeface="+mj-ea"/>
                <a:cs typeface="+mj-cs"/>
              </a:rPr>
              <a:t>Diseños</a:t>
            </a: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 </a:t>
            </a:r>
            <a:r>
              <a:rPr kumimoji="0" lang="en-GB" sz="3200" b="1" i="0" u="none" strike="noStrike" kern="1200" cap="none" spc="0" normalizeH="0" baseline="0" noProof="0" err="1">
                <a:ln>
                  <a:noFill/>
                </a:ln>
                <a:solidFill>
                  <a:srgbClr val="FF0000"/>
                </a:solidFill>
                <a:effectLst/>
                <a:uLnTx/>
                <a:uFillTx/>
                <a:latin typeface="Aptos SemiBold" panose="020F0502020204030204" pitchFamily="34" charset="0"/>
                <a:ea typeface="+mj-ea"/>
                <a:cs typeface="+mj-cs"/>
              </a:rPr>
              <a:t>cuantitativos</a:t>
            </a:r>
            <a:endPar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endParaRPr>
          </a:p>
        </p:txBody>
      </p:sp>
      <p:grpSp>
        <p:nvGrpSpPr>
          <p:cNvPr id="18" name="Group 17">
            <a:extLst>
              <a:ext uri="{FF2B5EF4-FFF2-40B4-BE49-F238E27FC236}">
                <a16:creationId xmlns:a16="http://schemas.microsoft.com/office/drawing/2014/main" id="{C45EA027-BF36-C8AF-E4D3-433943E6B3F5}"/>
              </a:ext>
            </a:extLst>
          </p:cNvPr>
          <p:cNvGrpSpPr/>
          <p:nvPr/>
        </p:nvGrpSpPr>
        <p:grpSpPr>
          <a:xfrm>
            <a:off x="891589" y="977005"/>
            <a:ext cx="2333526" cy="646331"/>
            <a:chOff x="1217680" y="3449509"/>
            <a:chExt cx="2333526" cy="646331"/>
          </a:xfrm>
        </p:grpSpPr>
        <p:sp>
          <p:nvSpPr>
            <p:cNvPr id="19" name="TextBox 18">
              <a:extLst>
                <a:ext uri="{FF2B5EF4-FFF2-40B4-BE49-F238E27FC236}">
                  <a16:creationId xmlns:a16="http://schemas.microsoft.com/office/drawing/2014/main" id="{541CE21A-314D-6C93-5A09-49FF19F8B4CD}"/>
                </a:ext>
              </a:extLst>
            </p:cNvPr>
            <p:cNvSpPr txBox="1"/>
            <p:nvPr/>
          </p:nvSpPr>
          <p:spPr>
            <a:xfrm>
              <a:off x="1811354" y="3555926"/>
              <a:ext cx="1739852" cy="507639"/>
            </a:xfrm>
            <a:prstGeom prst="rect">
              <a:avLst/>
            </a:prstGeom>
            <a:noFill/>
          </p:spPr>
          <p:txBody>
            <a:bodyPr wrap="square">
              <a:spAutoFit/>
            </a:bodyPr>
            <a:lstStyle/>
            <a:p>
              <a:pPr>
                <a:lnSpc>
                  <a:spcPts val="1600"/>
                </a:lnSpc>
              </a:pPr>
              <a:r>
                <a:rPr lang="en-GB" sz="1600" b="1" noProof="0" err="1"/>
                <a:t>Diseño</a:t>
              </a:r>
              <a:r>
                <a:rPr lang="en-GB" sz="1600" b="1" noProof="0"/>
                <a:t> de </a:t>
              </a:r>
              <a:r>
                <a:rPr lang="en-GB" sz="1600" b="1" noProof="0" err="1"/>
                <a:t>encuestas</a:t>
              </a:r>
              <a:endParaRPr lang="en-GB" sz="1600" b="1" noProof="0">
                <a:solidFill>
                  <a:schemeClr val="accent5"/>
                </a:solidFill>
                <a:latin typeface="Corbel" panose="020B0503020204020204" pitchFamily="34" charset="0"/>
              </a:endParaRPr>
            </a:p>
          </p:txBody>
        </p:sp>
        <p:sp>
          <p:nvSpPr>
            <p:cNvPr id="20" name="TextBox 19">
              <a:extLst>
                <a:ext uri="{FF2B5EF4-FFF2-40B4-BE49-F238E27FC236}">
                  <a16:creationId xmlns:a16="http://schemas.microsoft.com/office/drawing/2014/main" id="{4254A236-5359-67AF-17E9-480CA2A79C5B}"/>
                </a:ext>
              </a:extLst>
            </p:cNvPr>
            <p:cNvSpPr txBox="1"/>
            <p:nvPr/>
          </p:nvSpPr>
          <p:spPr>
            <a:xfrm>
              <a:off x="1217680" y="3449509"/>
              <a:ext cx="593674" cy="646331"/>
            </a:xfrm>
            <a:prstGeom prst="rect">
              <a:avLst/>
            </a:prstGeom>
            <a:noFill/>
          </p:spPr>
          <p:txBody>
            <a:bodyPr wrap="square">
              <a:spAutoFit/>
            </a:bodyPr>
            <a:lstStyle/>
            <a:p>
              <a:r>
                <a:rPr lang="en-GB" sz="3600" noProof="0">
                  <a:solidFill>
                    <a:srgbClr val="FF0000"/>
                  </a:solidFill>
                  <a:latin typeface="Aptos Black" panose="020B0004020202020204" pitchFamily="34" charset="0"/>
                </a:rPr>
                <a:t>1.</a:t>
              </a:r>
              <a:endParaRPr lang="en-GB" sz="3600" b="1" noProof="0">
                <a:solidFill>
                  <a:srgbClr val="FF0000"/>
                </a:solidFill>
                <a:latin typeface="Aptos Black" panose="020B0004020202020204" pitchFamily="34" charset="0"/>
              </a:endParaRPr>
            </a:p>
          </p:txBody>
        </p:sp>
      </p:grpSp>
      <p:sp>
        <p:nvSpPr>
          <p:cNvPr id="25" name="TextBox 24">
            <a:extLst>
              <a:ext uri="{FF2B5EF4-FFF2-40B4-BE49-F238E27FC236}">
                <a16:creationId xmlns:a16="http://schemas.microsoft.com/office/drawing/2014/main" id="{C2CF8D37-9BF3-20AD-2400-8FFFB25553AA}"/>
              </a:ext>
            </a:extLst>
          </p:cNvPr>
          <p:cNvSpPr txBox="1"/>
          <p:nvPr/>
        </p:nvSpPr>
        <p:spPr>
          <a:xfrm>
            <a:off x="5463588" y="1918087"/>
            <a:ext cx="5471111" cy="3631763"/>
          </a:xfrm>
          <a:prstGeom prst="rect">
            <a:avLst/>
          </a:prstGeom>
          <a:noFill/>
        </p:spPr>
        <p:txBody>
          <a:bodyPr wrap="square">
            <a:spAutoFit/>
          </a:bodyPr>
          <a:lstStyle/>
          <a:p>
            <a:r>
              <a:rPr lang="en-GB" sz="1600" noProof="0"/>
              <a:t>Si  se </a:t>
            </a:r>
            <a:r>
              <a:rPr lang="en-GB" sz="1600" noProof="0" err="1"/>
              <a:t>quiere</a:t>
            </a:r>
            <a:r>
              <a:rPr lang="en-GB" sz="1600" noProof="0"/>
              <a:t> </a:t>
            </a:r>
            <a:r>
              <a:rPr lang="en-GB" sz="1600" b="1" noProof="0" err="1">
                <a:solidFill>
                  <a:srgbClr val="FF0000"/>
                </a:solidFill>
              </a:rPr>
              <a:t>estimar</a:t>
            </a:r>
            <a:r>
              <a:rPr lang="en-GB" sz="1600" b="1" noProof="0">
                <a:solidFill>
                  <a:srgbClr val="FF0000"/>
                </a:solidFill>
              </a:rPr>
              <a:t> </a:t>
            </a:r>
            <a:r>
              <a:rPr lang="en-GB" sz="1600" b="1" noProof="0" err="1">
                <a:solidFill>
                  <a:srgbClr val="FF0000"/>
                </a:solidFill>
              </a:rPr>
              <a:t>el</a:t>
            </a:r>
            <a:r>
              <a:rPr lang="en-GB" sz="1600" b="1" noProof="0">
                <a:solidFill>
                  <a:srgbClr val="FF0000"/>
                </a:solidFill>
              </a:rPr>
              <a:t> </a:t>
            </a:r>
            <a:r>
              <a:rPr lang="en-GB" sz="1600" b="1" noProof="0" err="1">
                <a:solidFill>
                  <a:srgbClr val="FF0000"/>
                </a:solidFill>
              </a:rPr>
              <a:t>valor</a:t>
            </a:r>
            <a:r>
              <a:rPr lang="en-GB" sz="1600" b="1" noProof="0">
                <a:solidFill>
                  <a:srgbClr val="FF0000"/>
                </a:solidFill>
              </a:rPr>
              <a:t> medio de </a:t>
            </a:r>
            <a:r>
              <a:rPr lang="en-GB" sz="1600" b="1" noProof="0" err="1">
                <a:solidFill>
                  <a:srgbClr val="FF0000"/>
                </a:solidFill>
              </a:rPr>
              <a:t>una</a:t>
            </a:r>
            <a:r>
              <a:rPr lang="en-GB" sz="1600" b="1" noProof="0">
                <a:solidFill>
                  <a:srgbClr val="FF0000"/>
                </a:solidFill>
              </a:rPr>
              <a:t> variable </a:t>
            </a:r>
            <a:r>
              <a:rPr lang="en-GB" sz="1600" b="1" noProof="0" err="1">
                <a:solidFill>
                  <a:srgbClr val="FF0000"/>
                </a:solidFill>
              </a:rPr>
              <a:t>relevante</a:t>
            </a:r>
            <a:r>
              <a:rPr lang="en-GB" sz="1600" b="1" noProof="0">
                <a:solidFill>
                  <a:srgbClr val="FF0000"/>
                </a:solidFill>
              </a:rPr>
              <a:t> </a:t>
            </a:r>
            <a:r>
              <a:rPr lang="en-GB" sz="1600" b="1" noProof="0" err="1">
                <a:solidFill>
                  <a:srgbClr val="FF0000"/>
                </a:solidFill>
              </a:rPr>
              <a:t>en</a:t>
            </a:r>
            <a:r>
              <a:rPr lang="en-GB" sz="1600" b="1" noProof="0">
                <a:solidFill>
                  <a:srgbClr val="FF0000"/>
                </a:solidFill>
              </a:rPr>
              <a:t> </a:t>
            </a:r>
            <a:r>
              <a:rPr lang="en-GB" sz="1600" b="1" noProof="0" err="1">
                <a:solidFill>
                  <a:srgbClr val="FF0000"/>
                </a:solidFill>
              </a:rPr>
              <a:t>una</a:t>
            </a:r>
            <a:r>
              <a:rPr lang="en-GB" sz="1600" b="1" noProof="0">
                <a:solidFill>
                  <a:srgbClr val="FF0000"/>
                </a:solidFill>
              </a:rPr>
              <a:t> población</a:t>
            </a:r>
            <a:r>
              <a:rPr lang="en-GB" sz="1600" noProof="0"/>
              <a:t>, se </a:t>
            </a:r>
            <a:r>
              <a:rPr lang="en-GB" sz="1600" noProof="0" err="1"/>
              <a:t>pueden</a:t>
            </a:r>
            <a:r>
              <a:rPr lang="en-GB" sz="1600" noProof="0"/>
              <a:t> </a:t>
            </a:r>
            <a:r>
              <a:rPr lang="en-GB" sz="1600" noProof="0" err="1"/>
              <a:t>aplicar</a:t>
            </a:r>
            <a:r>
              <a:rPr lang="en-GB" sz="1600" noProof="0"/>
              <a:t> </a:t>
            </a:r>
            <a:r>
              <a:rPr lang="en-GB" sz="1600" noProof="0" err="1"/>
              <a:t>métodos</a:t>
            </a:r>
            <a:r>
              <a:rPr lang="en-GB" sz="1600" noProof="0"/>
              <a:t> de </a:t>
            </a:r>
            <a:r>
              <a:rPr lang="en-GB" sz="1600" noProof="0" err="1"/>
              <a:t>muestreo</a:t>
            </a:r>
            <a:r>
              <a:rPr lang="en-GB" sz="1600" noProof="0"/>
              <a:t>.</a:t>
            </a:r>
          </a:p>
          <a:p>
            <a:endParaRPr lang="en-GB" sz="1600" noProof="0"/>
          </a:p>
          <a:p>
            <a:r>
              <a:rPr lang="en-GB" sz="1600" noProof="0"/>
              <a:t> </a:t>
            </a:r>
            <a:r>
              <a:rPr lang="en-GB" sz="1600" noProof="0" err="1"/>
              <a:t>Debido</a:t>
            </a:r>
            <a:r>
              <a:rPr lang="en-GB" sz="1600" noProof="0"/>
              <a:t> </a:t>
            </a:r>
            <a:r>
              <a:rPr lang="en-GB" sz="1600" b="1" noProof="0">
                <a:solidFill>
                  <a:srgbClr val="FF0000"/>
                </a:solidFill>
              </a:rPr>
              <a:t>a la </a:t>
            </a:r>
            <a:r>
              <a:rPr lang="en-GB" sz="1600" b="1" noProof="0" err="1">
                <a:solidFill>
                  <a:srgbClr val="FF0000"/>
                </a:solidFill>
              </a:rPr>
              <a:t>naturaleza</a:t>
            </a:r>
            <a:r>
              <a:rPr lang="en-GB" sz="1600" b="1" noProof="0">
                <a:solidFill>
                  <a:srgbClr val="FF0000"/>
                </a:solidFill>
              </a:rPr>
              <a:t> </a:t>
            </a:r>
            <a:r>
              <a:rPr lang="en-GB" sz="1600" b="1" noProof="0" err="1">
                <a:solidFill>
                  <a:srgbClr val="FF0000"/>
                </a:solidFill>
              </a:rPr>
              <a:t>estocástica</a:t>
            </a:r>
            <a:r>
              <a:rPr lang="en-GB" sz="1600" b="1" noProof="0">
                <a:solidFill>
                  <a:srgbClr val="FF0000"/>
                </a:solidFill>
              </a:rPr>
              <a:t> del </a:t>
            </a:r>
            <a:r>
              <a:rPr lang="en-GB" sz="1600" b="1" noProof="0" err="1">
                <a:solidFill>
                  <a:srgbClr val="FF0000"/>
                </a:solidFill>
              </a:rPr>
              <a:t>proceso</a:t>
            </a:r>
            <a:r>
              <a:rPr lang="en-GB" sz="1600" b="1" noProof="0">
                <a:solidFill>
                  <a:srgbClr val="FF0000"/>
                </a:solidFill>
              </a:rPr>
              <a:t> de </a:t>
            </a:r>
            <a:r>
              <a:rPr lang="en-GB" sz="1600" b="1" noProof="0" err="1">
                <a:solidFill>
                  <a:srgbClr val="FF0000"/>
                </a:solidFill>
              </a:rPr>
              <a:t>selección</a:t>
            </a:r>
            <a:r>
              <a:rPr lang="en-GB" sz="1600" b="1" noProof="0">
                <a:solidFill>
                  <a:srgbClr val="FF0000"/>
                </a:solidFill>
              </a:rPr>
              <a:t> de la </a:t>
            </a:r>
            <a:r>
              <a:rPr lang="en-GB" sz="1600" b="1" noProof="0" err="1">
                <a:solidFill>
                  <a:srgbClr val="FF0000"/>
                </a:solidFill>
              </a:rPr>
              <a:t>muestra</a:t>
            </a:r>
            <a:r>
              <a:rPr lang="en-GB" sz="1600" noProof="0"/>
              <a:t>, </a:t>
            </a:r>
            <a:r>
              <a:rPr lang="en-GB" sz="1600" noProof="0" err="1"/>
              <a:t>algunas</a:t>
            </a:r>
            <a:r>
              <a:rPr lang="en-GB" sz="1600" noProof="0"/>
              <a:t> </a:t>
            </a:r>
            <a:r>
              <a:rPr lang="en-GB" sz="1600" noProof="0" err="1"/>
              <a:t>observaciones</a:t>
            </a:r>
            <a:r>
              <a:rPr lang="en-GB" sz="1600" noProof="0"/>
              <a:t> </a:t>
            </a:r>
            <a:r>
              <a:rPr lang="en-GB" sz="1600" noProof="0" err="1"/>
              <a:t>estarán</a:t>
            </a:r>
            <a:r>
              <a:rPr lang="en-GB" sz="1600" noProof="0"/>
              <a:t> </a:t>
            </a:r>
            <a:r>
              <a:rPr lang="en-GB" sz="1600" noProof="0" err="1"/>
              <a:t>por</a:t>
            </a:r>
            <a:r>
              <a:rPr lang="en-GB" sz="1600" noProof="0"/>
              <a:t> </a:t>
            </a:r>
            <a:r>
              <a:rPr lang="en-GB" sz="1600" noProof="0" err="1"/>
              <a:t>encima</a:t>
            </a:r>
            <a:r>
              <a:rPr lang="en-GB" sz="1600" noProof="0"/>
              <a:t> o </a:t>
            </a:r>
            <a:r>
              <a:rPr lang="en-GB" sz="1600" noProof="0" err="1"/>
              <a:t>por</a:t>
            </a:r>
            <a:r>
              <a:rPr lang="en-GB" sz="1600" noProof="0"/>
              <a:t> </a:t>
            </a:r>
            <a:r>
              <a:rPr lang="en-GB" sz="1600" noProof="0" err="1"/>
              <a:t>debajo</a:t>
            </a:r>
            <a:r>
              <a:rPr lang="en-GB" sz="1600" noProof="0"/>
              <a:t> del </a:t>
            </a:r>
            <a:r>
              <a:rPr lang="en-GB" sz="1600" noProof="0" err="1"/>
              <a:t>promedio</a:t>
            </a:r>
            <a:r>
              <a:rPr lang="en-GB" sz="1600" noProof="0"/>
              <a:t> general.</a:t>
            </a:r>
          </a:p>
          <a:p>
            <a:endParaRPr lang="en-GB" sz="1600" noProof="0"/>
          </a:p>
          <a:p>
            <a:r>
              <a:rPr lang="en-GB" sz="1600" noProof="0"/>
              <a:t>Por lo tanto, </a:t>
            </a:r>
            <a:r>
              <a:rPr lang="en-GB" sz="1600" b="1" noProof="0">
                <a:solidFill>
                  <a:srgbClr val="FF0000"/>
                </a:solidFill>
              </a:rPr>
              <a:t>no </a:t>
            </a:r>
            <a:r>
              <a:rPr lang="en-GB" sz="1600" b="1" noProof="0" err="1">
                <a:solidFill>
                  <a:srgbClr val="FF0000"/>
                </a:solidFill>
              </a:rPr>
              <a:t>todas</a:t>
            </a:r>
            <a:r>
              <a:rPr lang="en-GB" sz="1600" b="1" noProof="0">
                <a:solidFill>
                  <a:srgbClr val="FF0000"/>
                </a:solidFill>
              </a:rPr>
              <a:t> las </a:t>
            </a:r>
            <a:r>
              <a:rPr lang="en-GB" sz="1600" b="1" noProof="0" err="1">
                <a:solidFill>
                  <a:srgbClr val="FF0000"/>
                </a:solidFill>
              </a:rPr>
              <a:t>estimaciones</a:t>
            </a:r>
            <a:r>
              <a:rPr lang="en-GB" sz="1600" b="1" noProof="0">
                <a:solidFill>
                  <a:srgbClr val="FF0000"/>
                </a:solidFill>
              </a:rPr>
              <a:t> de la </a:t>
            </a:r>
            <a:r>
              <a:rPr lang="en-GB" sz="1600" b="1" noProof="0" err="1">
                <a:solidFill>
                  <a:srgbClr val="FF0000"/>
                </a:solidFill>
              </a:rPr>
              <a:t>muestra</a:t>
            </a:r>
            <a:r>
              <a:rPr lang="en-GB" sz="1600" b="1" noProof="0">
                <a:solidFill>
                  <a:srgbClr val="FF0000"/>
                </a:solidFill>
              </a:rPr>
              <a:t> </a:t>
            </a:r>
            <a:r>
              <a:rPr lang="en-GB" sz="1600" b="1" noProof="0" err="1">
                <a:solidFill>
                  <a:srgbClr val="FF0000"/>
                </a:solidFill>
              </a:rPr>
              <a:t>serán</a:t>
            </a:r>
            <a:r>
              <a:rPr lang="en-GB" sz="1600" b="1" noProof="0">
                <a:solidFill>
                  <a:srgbClr val="FF0000"/>
                </a:solidFill>
              </a:rPr>
              <a:t> </a:t>
            </a:r>
            <a:r>
              <a:rPr lang="en-GB" sz="1600" b="1" noProof="0" err="1">
                <a:solidFill>
                  <a:srgbClr val="FF0000"/>
                </a:solidFill>
              </a:rPr>
              <a:t>exactamente</a:t>
            </a:r>
            <a:r>
              <a:rPr lang="en-GB" sz="1600" b="1" noProof="0">
                <a:solidFill>
                  <a:srgbClr val="FF0000"/>
                </a:solidFill>
              </a:rPr>
              <a:t> </a:t>
            </a:r>
            <a:r>
              <a:rPr lang="en-GB" sz="1600" b="1" noProof="0" err="1">
                <a:solidFill>
                  <a:srgbClr val="FF0000"/>
                </a:solidFill>
              </a:rPr>
              <a:t>iguales</a:t>
            </a:r>
            <a:r>
              <a:rPr lang="en-GB" sz="1600" b="1" noProof="0">
                <a:solidFill>
                  <a:srgbClr val="FF0000"/>
                </a:solidFill>
              </a:rPr>
              <a:t> al </a:t>
            </a:r>
            <a:r>
              <a:rPr lang="en-GB" sz="1600" b="1" noProof="0" err="1">
                <a:solidFill>
                  <a:srgbClr val="FF0000"/>
                </a:solidFill>
              </a:rPr>
              <a:t>promedio</a:t>
            </a:r>
            <a:r>
              <a:rPr lang="en-GB" sz="1600" b="1" noProof="0">
                <a:solidFill>
                  <a:srgbClr val="FF0000"/>
                </a:solidFill>
              </a:rPr>
              <a:t> </a:t>
            </a:r>
            <a:r>
              <a:rPr lang="en-GB" sz="1600" b="1" noProof="0" err="1">
                <a:solidFill>
                  <a:srgbClr val="FF0000"/>
                </a:solidFill>
              </a:rPr>
              <a:t>verdadero</a:t>
            </a:r>
            <a:r>
              <a:rPr lang="en-GB" sz="1600" b="1" noProof="0">
                <a:solidFill>
                  <a:srgbClr val="FF0000"/>
                </a:solidFill>
              </a:rPr>
              <a:t> de la población</a:t>
            </a:r>
            <a:r>
              <a:rPr lang="en-GB" sz="1600" noProof="0"/>
              <a:t>.</a:t>
            </a:r>
          </a:p>
          <a:p>
            <a:endParaRPr lang="en-GB" sz="1600" noProof="0"/>
          </a:p>
          <a:p>
            <a:pPr marL="742950" lvl="1" indent="-285750">
              <a:buFont typeface="Arial" panose="020B0604020202020204" pitchFamily="34" charset="0"/>
              <a:buChar char="•"/>
            </a:pPr>
            <a:r>
              <a:rPr lang="en-GB" sz="1400" noProof="0" err="1"/>
              <a:t>Estas</a:t>
            </a:r>
            <a:r>
              <a:rPr lang="en-GB" sz="1400" noProof="0"/>
              <a:t> </a:t>
            </a:r>
            <a:r>
              <a:rPr lang="en-GB" sz="1400" noProof="0" err="1"/>
              <a:t>diferencias</a:t>
            </a:r>
            <a:r>
              <a:rPr lang="en-GB" sz="1400" noProof="0"/>
              <a:t> con </a:t>
            </a:r>
            <a:r>
              <a:rPr lang="en-GB" sz="1400" noProof="0" err="1"/>
              <a:t>respecto</a:t>
            </a:r>
            <a:r>
              <a:rPr lang="en-GB" sz="1400" noProof="0"/>
              <a:t> a la media de la población son </a:t>
            </a:r>
            <a:r>
              <a:rPr lang="en-GB" sz="1400" noProof="0" err="1"/>
              <a:t>los</a:t>
            </a:r>
            <a:r>
              <a:rPr lang="en-GB" sz="1400" noProof="0"/>
              <a:t> </a:t>
            </a:r>
            <a:r>
              <a:rPr lang="en-GB" sz="1400" noProof="0" err="1"/>
              <a:t>errores</a:t>
            </a:r>
            <a:r>
              <a:rPr lang="en-GB" sz="1400" noProof="0"/>
              <a:t>.</a:t>
            </a:r>
          </a:p>
          <a:p>
            <a:pPr marL="742950" lvl="1" indent="-285750">
              <a:buFont typeface="Arial" panose="020B0604020202020204" pitchFamily="34" charset="0"/>
              <a:buChar char="•"/>
            </a:pPr>
            <a:r>
              <a:rPr lang="en-GB" sz="1400" noProof="0"/>
              <a:t> Con </a:t>
            </a:r>
            <a:r>
              <a:rPr lang="en-GB" sz="1400" noProof="0" err="1"/>
              <a:t>suficientes</a:t>
            </a:r>
            <a:r>
              <a:rPr lang="en-GB" sz="1400" noProof="0"/>
              <a:t> </a:t>
            </a:r>
            <a:r>
              <a:rPr lang="en-GB" sz="1400" noProof="0" err="1"/>
              <a:t>observaciones</a:t>
            </a:r>
            <a:r>
              <a:rPr lang="en-GB" sz="1400" noProof="0"/>
              <a:t> de la </a:t>
            </a:r>
            <a:r>
              <a:rPr lang="en-GB" sz="1400" noProof="0" err="1"/>
              <a:t>muestra</a:t>
            </a:r>
            <a:r>
              <a:rPr lang="en-GB" sz="1400" noProof="0"/>
              <a:t>, </a:t>
            </a:r>
            <a:r>
              <a:rPr lang="en-GB" sz="1400" noProof="0" err="1"/>
              <a:t>este</a:t>
            </a:r>
            <a:r>
              <a:rPr lang="en-GB" sz="1400" noProof="0"/>
              <a:t> error </a:t>
            </a:r>
            <a:r>
              <a:rPr lang="en-GB" sz="1400" noProof="0" err="1"/>
              <a:t>tiende</a:t>
            </a:r>
            <a:r>
              <a:rPr lang="en-GB" sz="1400" noProof="0"/>
              <a:t> a cero, </a:t>
            </a:r>
            <a:r>
              <a:rPr lang="en-GB" sz="1400" noProof="0" err="1"/>
              <a:t>esperamos</a:t>
            </a:r>
            <a:r>
              <a:rPr lang="en-GB" sz="1400" noProof="0"/>
              <a:t> </a:t>
            </a:r>
            <a:r>
              <a:rPr lang="en-GB" sz="1400" noProof="0" err="1"/>
              <a:t>que</a:t>
            </a:r>
            <a:r>
              <a:rPr lang="en-GB" sz="1400" noProof="0"/>
              <a:t> </a:t>
            </a:r>
            <a:r>
              <a:rPr lang="en-GB" sz="1400" noProof="0" err="1"/>
              <a:t>los</a:t>
            </a:r>
            <a:r>
              <a:rPr lang="en-GB" sz="1400" noProof="0"/>
              <a:t> </a:t>
            </a:r>
            <a:r>
              <a:rPr lang="en-GB" sz="1400" noProof="0" err="1"/>
              <a:t>errores</a:t>
            </a:r>
            <a:r>
              <a:rPr lang="en-GB" sz="1400" noProof="0"/>
              <a:t> </a:t>
            </a:r>
            <a:r>
              <a:rPr lang="en-GB" sz="1400" noProof="0" err="1"/>
              <a:t>sean</a:t>
            </a:r>
            <a:r>
              <a:rPr lang="en-GB" sz="1400" noProof="0"/>
              <a:t> </a:t>
            </a:r>
            <a:r>
              <a:rPr lang="en-GB" sz="1400" noProof="0" err="1"/>
              <a:t>aleatorios</a:t>
            </a:r>
            <a:r>
              <a:rPr lang="en-GB" sz="1400" noProof="0"/>
              <a:t>, no </a:t>
            </a:r>
            <a:r>
              <a:rPr lang="en-GB" sz="1400" noProof="0" err="1"/>
              <a:t>sistemáticos</a:t>
            </a:r>
            <a:r>
              <a:rPr lang="en-GB" sz="1400" noProof="0"/>
              <a:t>.</a:t>
            </a:r>
          </a:p>
        </p:txBody>
      </p:sp>
    </p:spTree>
    <p:extLst>
      <p:ext uri="{BB962C8B-B14F-4D97-AF65-F5344CB8AC3E}">
        <p14:creationId xmlns:p14="http://schemas.microsoft.com/office/powerpoint/2010/main" val="40167902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5">
                                            <p:txEl>
                                              <p:pRg st="0" end="0"/>
                                            </p:txEl>
                                          </p:spTgt>
                                        </p:tgtEl>
                                        <p:attrNameLst>
                                          <p:attrName>style.visibility</p:attrName>
                                        </p:attrNameLst>
                                      </p:cBhvr>
                                      <p:to>
                                        <p:strVal val="visible"/>
                                      </p:to>
                                    </p:set>
                                    <p:animEffect transition="in" filter="fade">
                                      <p:cBhvr>
                                        <p:cTn id="20" dur="500"/>
                                        <p:tgtEl>
                                          <p:spTgt spid="25">
                                            <p:txEl>
                                              <p:pRg st="0" end="0"/>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5">
                                            <p:txEl>
                                              <p:pRg st="2" end="2"/>
                                            </p:txEl>
                                          </p:spTgt>
                                        </p:tgtEl>
                                        <p:attrNameLst>
                                          <p:attrName>style.visibility</p:attrName>
                                        </p:attrNameLst>
                                      </p:cBhvr>
                                      <p:to>
                                        <p:strVal val="visible"/>
                                      </p:to>
                                    </p:set>
                                    <p:animEffect transition="in" filter="fade">
                                      <p:cBhvr>
                                        <p:cTn id="23" dur="500"/>
                                        <p:tgtEl>
                                          <p:spTgt spid="25">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5">
                                            <p:txEl>
                                              <p:pRg st="4" end="4"/>
                                            </p:txEl>
                                          </p:spTgt>
                                        </p:tgtEl>
                                        <p:attrNameLst>
                                          <p:attrName>style.visibility</p:attrName>
                                        </p:attrNameLst>
                                      </p:cBhvr>
                                      <p:to>
                                        <p:strVal val="visible"/>
                                      </p:to>
                                    </p:set>
                                    <p:animEffect transition="in" filter="fade">
                                      <p:cBhvr>
                                        <p:cTn id="28" dur="500"/>
                                        <p:tgtEl>
                                          <p:spTgt spid="25">
                                            <p:txEl>
                                              <p:pRg st="4" end="4"/>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5">
                                            <p:txEl>
                                              <p:pRg st="6" end="6"/>
                                            </p:txEl>
                                          </p:spTgt>
                                        </p:tgtEl>
                                        <p:attrNameLst>
                                          <p:attrName>style.visibility</p:attrName>
                                        </p:attrNameLst>
                                      </p:cBhvr>
                                      <p:to>
                                        <p:strVal val="visible"/>
                                      </p:to>
                                    </p:set>
                                    <p:animEffect transition="in" filter="fade">
                                      <p:cBhvr>
                                        <p:cTn id="31" dur="500"/>
                                        <p:tgtEl>
                                          <p:spTgt spid="25">
                                            <p:txEl>
                                              <p:pRg st="6" end="6"/>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xEl>
                                              <p:pRg st="7" end="7"/>
                                            </p:txEl>
                                          </p:spTgt>
                                        </p:tgtEl>
                                        <p:attrNameLst>
                                          <p:attrName>style.visibility</p:attrName>
                                        </p:attrNameLst>
                                      </p:cBhvr>
                                      <p:to>
                                        <p:strVal val="visible"/>
                                      </p:to>
                                    </p:set>
                                    <p:animEffect transition="in" filter="fade">
                                      <p:cBhvr>
                                        <p:cTn id="34" dur="500"/>
                                        <p:tgtEl>
                                          <p:spTgt spid="2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tags/tag1.xml><?xml version="1.0" encoding="utf-8"?>
<p:tagLst xmlns:a="http://schemas.openxmlformats.org/drawingml/2006/main" xmlns:r="http://schemas.openxmlformats.org/officeDocument/2006/relationships" xmlns:p="http://schemas.openxmlformats.org/presentationml/2006/main">
  <p:tag name="BITMAPVECTOR" val="0"/>
  <p:tag name="IGUANATEXCURSOR" val="102"/>
  <p:tag name="IGUANATEXSIZE" val="20"/>
  <p:tag name="IGUANATEXVERSION" val="161"/>
  <p:tag name="LATEXADDIN" val="\documentclass{article}&#10;\usepackage{amsmath}&#10;\pagestyle{empty}&#10;\begin{document}&#10;&#10;$ = Avg[Y_i] = \bar{Y}$&#10;&#10;&#10;&#10;\end{document}"/>
  <p:tag name="LATEXENGINEID" val="0"/>
  <p:tag name="LATEXFORMHEIGHT" val="320"/>
  <p:tag name="LATEXFORMWIDTH" val="385"/>
  <p:tag name="LATEXFORMWRAP" val="True"/>
  <p:tag name="ORIGINALHEIGHT" val="136.4829"/>
  <p:tag name="ORIGINALWIDTH" val="791.1511"/>
  <p:tag name="OUTPUTDPI" val="1200"/>
  <p:tag name="OUTPUTTYPE" val="PNG"/>
  <p:tag name="TEMPFOLDER" val="c:\temp\"/>
  <p:tag name="TRANSPARENCY" val="True"/>
</p:tagLst>
</file>

<file path=ppt/tags/tag2.xml><?xml version="1.0" encoding="utf-8"?>
<p:tagLst xmlns:a="http://schemas.openxmlformats.org/drawingml/2006/main" xmlns:r="http://schemas.openxmlformats.org/officeDocument/2006/relationships" xmlns:p="http://schemas.openxmlformats.org/presentationml/2006/main">
  <p:tag name="BITMAPVECTOR" val="0"/>
  <p:tag name="IGUANATEXCURSOR" val="110"/>
  <p:tag name="IGUANATEXSIZE" val="20"/>
  <p:tag name="IGUANATEXVERSION" val="161"/>
  <p:tag name="LATEXADDIN" val="\documentclass{article}&#10;\usepackage{amsmath}&#10;\pagestyle{empty}&#10;\begin{document}&#10;&#10;$ = E[Y_i]$&#10;&#10;&#10;&#10;\end{document}"/>
  <p:tag name="LATEXENGINEID" val="0"/>
  <p:tag name="LATEXFORMHEIGHT" val="320"/>
  <p:tag name="LATEXFORMWIDTH" val="385"/>
  <p:tag name="LATEXFORMWRAP" val="True"/>
  <p:tag name="ORIGINALHEIGHT" val="125.2343"/>
  <p:tag name="ORIGINALWIDTH" val="392.201"/>
  <p:tag name="OUTPUTDPI" val="1200"/>
  <p:tag name="OUTPUTTYPE" val="PNG"/>
  <p:tag name="TEMPFOLDER" val="c:\temp\"/>
  <p:tag name="TRANSPARENCY" val="True"/>
</p:tagLst>
</file>

<file path=ppt/tags/tag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92"/>
  <p:tag name="IGUANATEXSIZE" val="18"/>
  <p:tag name="IGUANATEXVERSION" val="162"/>
  <p:tag name="LATEXADDIN" val="\documentclass{article}&#10;\usepackage{amsmath}&#10;\pagestyle{empty}&#10;\begin{document}&#10;&#10;&#10;$\sigma^{2}$&#10;&#10;\end{document}"/>
  <p:tag name="LATEXENGINEID" val="0"/>
  <p:tag name="LATEXFORMHEIGHT" val=" 320"/>
  <p:tag name="LATEXFORMWIDTH" val=" 385"/>
  <p:tag name="LATEXFORMWRAP" val="True"/>
  <p:tag name="ORIGINALHEIGHT" val=" 8.616683"/>
  <p:tag name="ORIGINALWIDTH" val=" 8.963566"/>
  <p:tag name="OUTPUTTYPE" val="SVG"/>
  <p:tag name="TEMPFOLDER" val="C:\Users\luisc\Documents\Custom Office Templates\iguana temp\"/>
  <p:tag name="TRANSPARENCY" val="True"/>
</p:tagLst>
</file>

<file path=ppt/tags/tag4.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7"/>
  <p:tag name="IGUANATEXSIZE" val="18"/>
  <p:tag name="IGUANATEXVERSION" val="162"/>
  <p:tag name="LATEXADDIN" val="\documentclass{article}&#10;\usepackage{amsmath}&#10;\pagestyle{empty}&#10;\begin{document}&#10;&#10;&#10;$s^{2}$&#10;&#10;\end{document}"/>
  <p:tag name="LATEXENGINEID" val="0"/>
  <p:tag name="LATEXFORMHEIGHT" val=" 320"/>
  <p:tag name="LATEXFORMWIDTH" val=" 385"/>
  <p:tag name="LATEXFORMWRAP" val="True"/>
  <p:tag name="ORIGINALHEIGHT" val=" 8.616688"/>
  <p:tag name="ORIGINALWIDTH" val=" 7.673727"/>
  <p:tag name="OUTPUTTYPE" val="SVG"/>
  <p:tag name="TEMPFOLDER" val="C:\Users\luisc\Documents\Custom Office Templates\iguana temp\"/>
  <p:tag name="TRANSPARENCY" val="True"/>
</p:tagLst>
</file>

<file path=ppt/tags/tag5.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9"/>
  <p:tag name="IGUANATEXSIZE" val="18"/>
  <p:tag name="IGUANATEXVERSION" val="162"/>
  <p:tag name="LATEXADDIN" val="\documentclass{article}&#10;\usepackage{amsmath}&#10;\pagestyle{empty}&#10;\begin{document}&#10;&#10;&#10;$\sigma$&#10;&#10;\end{document}"/>
  <p:tag name="LATEXENGINEID" val="0"/>
  <p:tag name="LATEXFORMHEIGHT" val=" 320"/>
  <p:tag name="LATEXFORMWIDTH" val=" 385"/>
  <p:tag name="LATEXFORMWRAP" val="True"/>
  <p:tag name="ORIGINALHEIGHT" val=" 4.953906"/>
  <p:tag name="ORIGINALWIDTH" val=" 5.270219"/>
  <p:tag name="OUTPUTTYPE" val="SVG"/>
  <p:tag name="TEMPFOLDER" val="C:\Users\luisc\Documents\Custom Office Templates\iguana temp\"/>
  <p:tag name="TRANSPARENCY" val="True"/>
</p:tagLst>
</file>

<file path=ppt/tags/tag6.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4"/>
  <p:tag name="IGUANATEXSIZE" val="18"/>
  <p:tag name="IGUANATEXVERSION" val="162"/>
  <p:tag name="LATEXADDIN" val="\documentclass{article}&#10;\usepackage{amsmath}&#10;\pagestyle{empty}&#10;\begin{document}&#10;&#10;&#10;$s$&#10;&#10;\end{document}"/>
  <p:tag name="LATEXENGINEID" val="0"/>
  <p:tag name="LATEXFORMHEIGHT" val=" 320"/>
  <p:tag name="LATEXFORMWIDTH" val=" 385"/>
  <p:tag name="LATEXFORMWRAP" val="True"/>
  <p:tag name="ORIGINALHEIGHT" val=" 5.077185"/>
  <p:tag name="ORIGINALWIDTH" val=" 3.299615"/>
  <p:tag name="OUTPUTTYPE" val="SVG"/>
  <p:tag name="TEMPFOLDER" val="C:\Users\luisc\Documents\Custom Office Templates\iguana temp\"/>
  <p:tag name="TRANSPARENCY" val="True"/>
</p:tagLst>
</file>

<file path=ppt/tags/tag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5"/>
  <p:tag name="IGUANATEXSIZE" val="18"/>
  <p:tag name="IGUANATEXVERSION" val="162"/>
  <p:tag name="LATEXADDIN" val="\documentclass{article}&#10;\usepackage{amsmath}&#10;\pagestyle{empty}&#10;\begin{document}&#10;&#10;&#10;$CV$&#10;&#10;\end{document}"/>
  <p:tag name="LATEXENGINEID" val="0"/>
  <p:tag name="LATEXFORMHEIGHT" val=" 320"/>
  <p:tag name="LATEXFORMWIDTH" val=" 385"/>
  <p:tag name="LATEXFORMWRAP" val="True"/>
  <p:tag name="ORIGINALHEIGHT" val=" 6.984166"/>
  <p:tag name="ORIGINALWIDTH" val=" 14.76191"/>
  <p:tag name="OUTPUTTYPE" val="SVG"/>
  <p:tag name="TEMPFOLDER" val="C:\Users\luisc\Documents\Custom Office Templates\iguana temp\"/>
  <p:tag name="TRANSPARENCY" val="True"/>
</p:tagLst>
</file>

<file path=ppt/tags/tag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5"/>
  <p:tag name="IGUANATEXSIZE" val="18"/>
  <p:tag name="IGUANATEXVERSION" val="162"/>
  <p:tag name="LATEXADDIN" val="\documentclass{article}&#10;\usepackage{amsmath}&#10;\pagestyle{empty}&#10;\begin{document}&#10;&#10;&#10;$cv$&#10;&#10;\end{document}"/>
  <p:tag name="LATEXENGINEID" val="0"/>
  <p:tag name="LATEXFORMHEIGHT" val=" 320"/>
  <p:tag name="LATEXFORMWIDTH" val=" 385"/>
  <p:tag name="LATEXFORMWRAP" val="True"/>
  <p:tag name="ORIGINALHEIGHT" val=" 5.077185"/>
  <p:tag name="ORIGINALWIDTH" val=" 9.279227"/>
  <p:tag name="OUTPUTTYPE" val="SVG"/>
  <p:tag name="TEMPFOLDER" val="C:\Users\luisc\Documents\Custom Office Templates\iguana temp\"/>
  <p:tag name="TRANSPARENCY" val="True"/>
</p:tagLst>
</file>

<file path=ppt/tags/tag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4"/>
  <p:tag name="IGUANATEXSIZE" val="18"/>
  <p:tag name="IGUANATEXVERSION" val="162"/>
  <p:tag name="LATEXADDIN" val="\documentclass{article}&#10;\usepackage{amsmath}&#10;\pagestyle{empty}&#10;\begin{document}&#10;&#10;&#10;$\mu$&#10;&#10;\end{document}"/>
  <p:tag name="LATEXENGINEID" val="0"/>
  <p:tag name="LATEXFORMHEIGHT" val=" 320"/>
  <p:tag name="LATEXFORMWIDTH" val=" 385"/>
  <p:tag name="LATEXFORMWRAP" val="True"/>
  <p:tag name="ORIGINALHEIGHT" val=" 6.555424"/>
  <p:tag name="ORIGINALWIDTH" val=" 5.399752"/>
  <p:tag name="OUTPUTTYPE" val="SVG"/>
  <p:tag name="TEMPFOLDER" val="C:\Users\luisc\Documents\Custom Office Templates\iguana temp\"/>
  <p:tag name="TRANSPARENCY" val="True"/>
</p:tagLst>
</file>

<file path=ppt/tags/tag1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90"/>
  <p:tag name="IGUANATEXSIZE" val="18"/>
  <p:tag name="IGUANATEXVERSION" val="162"/>
  <p:tag name="LATEXADDIN" val="\documentclass{article}&#10;\usepackage{amsmath}&#10;\pagestyle{empty}&#10;\begin{document}&#10;&#10;&#10;$\bar{X}$&#10;&#10;\end{document}"/>
  <p:tag name="LATEXENGINEID" val="0"/>
  <p:tag name="LATEXFORMHEIGHT" val=" 320"/>
  <p:tag name="LATEXFORMWIDTH" val=" 385"/>
  <p:tag name="LATEXFORMWRAP" val="True"/>
  <p:tag name="ORIGINALHEIGHT" val=" 8.658611"/>
  <p:tag name="ORIGINALWIDTH" val=" 8.209175"/>
  <p:tag name="OUTPUTTYPE" val="SVG"/>
  <p:tag name="TEMPFOLDER" val="C:\Users\luisc\Documents\Custom Office Templates\iguana temp\"/>
  <p:tag name="TRANSPARENCY" val="True"/>
</p:tagLst>
</file>

<file path=ppt/tags/tag1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4"/>
  <p:tag name="IGUANATEXSIZE" val="18"/>
  <p:tag name="IGUANATEXVERSION" val="162"/>
  <p:tag name="LATEXADDIN" val="\documentclass{article}&#10;\usepackage{amsmath}&#10;\pagestyle{empty}&#10;\begin{document}&#10;&#10;&#10;$N$&#10;&#10;\end{document}"/>
  <p:tag name="LATEXENGINEID" val="0"/>
  <p:tag name="LATEXFORMHEIGHT" val=" 320"/>
  <p:tag name="LATEXFORMWIDTH" val=" 385"/>
  <p:tag name="LATEXFORMWRAP" val="True"/>
  <p:tag name="ORIGINALHEIGHT" val=" 6.561448"/>
  <p:tag name="ORIGINALWIDTH" val=" 8.388512"/>
  <p:tag name="OUTPUTTYPE" val="SVG"/>
  <p:tag name="TEMPFOLDER" val="C:\Users\luisc\Documents\Custom Office Templates\iguana temp\"/>
  <p:tag name="TRANSPARENCY" val="True"/>
</p:tagLst>
</file>

<file path=ppt/tags/tag12.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4"/>
  <p:tag name="IGUANATEXSIZE" val="18"/>
  <p:tag name="IGUANATEXVERSION" val="162"/>
  <p:tag name="LATEXADDIN" val="\documentclass{article}&#10;\usepackage{amsmath}&#10;\pagestyle{empty}&#10;\begin{document}&#10;&#10;&#10;$n$&#10;&#10;\end{document}"/>
  <p:tag name="LATEXENGINEID" val="0"/>
  <p:tag name="LATEXFORMHEIGHT" val=" 320"/>
  <p:tag name="LATEXFORMWIDTH" val=" 385"/>
  <p:tag name="LATEXFORMWRAP" val="True"/>
  <p:tag name="ORIGINALHEIGHT" val=" 5.077196"/>
  <p:tag name="ORIGINALWIDTH" val=" 5.399743"/>
  <p:tag name="OUTPUTTYPE" val="SVG"/>
  <p:tag name="TEMPFOLDER" val="C:\Users\luisc\Documents\Custom Office Templates\iguana temp\"/>
  <p:tag name="TRANSPARENCY" val="True"/>
</p:tagLst>
</file>

<file path=ppt/tags/tag1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90"/>
  <p:tag name="IGUANATEXSIZE" val="18"/>
  <p:tag name="LATEXADDIN" val="\documentclass{article}&#10;\usepackage{amsmath}&#10;\pagestyle{empty}&#10;\begin{document}&#10;&#10;&#10;$\bar{X}$&#10;&#10;\end{document}"/>
  <p:tag name="LATEXENGINEID" val="0"/>
  <p:tag name="LATEXFORMHEIGHT" val=" 320"/>
  <p:tag name="LATEXFORMWIDTH" val=" 385"/>
  <p:tag name="LATEXFORMWRAP" val="True"/>
  <p:tag name="ORIGINALHEIGHT" val=" .3184603"/>
  <p:tag name="ORIGINALWIDTH" val=" 3.596474"/>
  <p:tag name="TEMPFOLDER" val="C:\Users\luisc\Documents\Custom Office Templates\iguana temp\"/>
  <p:tag name="TRANSPARENCY" val="True"/>
</p:tagLst>
</file>

<file path=ppt/tags/tag14.xml><?xml version="1.0" encoding="utf-8"?>
<p:tagLst xmlns:a="http://schemas.openxmlformats.org/drawingml/2006/main" xmlns:r="http://schemas.openxmlformats.org/officeDocument/2006/relationships" xmlns:p="http://schemas.openxmlformats.org/presentationml/2006/main">
  <p:tag name="EMFCHILD" val="True"/>
  <p:tag name="ORIGINALHEIGHT" val=" 7.017083"/>
  <p:tag name="ORIGINALWIDTH" val=" 8.209175"/>
</p:tagLst>
</file>

<file path=ppt/tags/tag15.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5"/>
  <p:tag name="IGUANATEXSIZE" val="18"/>
  <p:tag name="LATEXADDIN" val="\documentclass{article}&#10;\usepackage{amsmath}&#10;\pagestyle{empty}&#10;\begin{document}&#10;&#10;&#10;$cv$&#10;&#10;\end{document}"/>
  <p:tag name="LATEXENGINEID" val="0"/>
  <p:tag name="LATEXFORMHEIGHT" val=" 320"/>
  <p:tag name="LATEXFORMWIDTH" val=" 385"/>
  <p:tag name="LATEXFORMWRAP" val="True"/>
  <p:tag name="ORIGINALHEIGHT" val=" 5.077185"/>
  <p:tag name="ORIGINALWIDTH" val=" 4.198416"/>
  <p:tag name="TEMPFOLDER" val="C:\Users\luisc\Documents\Custom Office Templates\iguana temp\"/>
  <p:tag name="TRANSPARENCY" val="True"/>
</p:tagLst>
</file>

<file path=ppt/tags/tag16.xml><?xml version="1.0" encoding="utf-8"?>
<p:tagLst xmlns:a="http://schemas.openxmlformats.org/drawingml/2006/main" xmlns:r="http://schemas.openxmlformats.org/officeDocument/2006/relationships" xmlns:p="http://schemas.openxmlformats.org/presentationml/2006/main">
  <p:tag name="EMFCHILD" val="True"/>
  <p:tag name="ORIGINALHEIGHT" val=" 5.077185"/>
  <p:tag name="ORIGINALWIDTH" val=" 4.738061"/>
</p:tagLst>
</file>

<file path=ppt/tags/tag1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5"/>
  <p:tag name="IGUANATEXSIZE" val="18"/>
  <p:tag name="LATEXADDIN" val="\documentclass{article}&#10;\usepackage{amsmath}&#10;\pagestyle{empty}&#10;\begin{document}&#10;&#10;&#10;$CV$&#10;&#10;\end{document}"/>
  <p:tag name="LATEXENGINEID" val="0"/>
  <p:tag name="LATEXFORMHEIGHT" val=" 320"/>
  <p:tag name="LATEXFORMWIDTH" val=" 385"/>
  <p:tag name="LATEXFORMWRAP" val="True"/>
  <p:tag name="ORIGINALHEIGHT" val=" 6.984133"/>
  <p:tag name="ORIGINALWIDTH" val=" 6.962936"/>
  <p:tag name="TEMPFOLDER" val="C:\Users\luisc\Documents\Custom Office Templates\iguana temp\"/>
  <p:tag name="TRANSPARENCY" val="True"/>
</p:tagLst>
</file>

<file path=ppt/tags/tag18.xml><?xml version="1.0" encoding="utf-8"?>
<p:tagLst xmlns:a="http://schemas.openxmlformats.org/drawingml/2006/main" xmlns:r="http://schemas.openxmlformats.org/officeDocument/2006/relationships" xmlns:p="http://schemas.openxmlformats.org/presentationml/2006/main">
  <p:tag name="EMFCHILD" val="True"/>
  <p:tag name="ORIGINALHEIGHT" val=" 6.772799"/>
  <p:tag name="ORIGINALWIDTH" val=" 6.992345"/>
</p:tagLst>
</file>

<file path=ppt/tags/tag1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7"/>
  <p:tag name="IGUANATEXSIZE" val="18"/>
  <p:tag name="LATEXADDIN" val="\documentclass{article}&#10;\usepackage{amsmath}&#10;\pagestyle{empty}&#10;\begin{document}&#10;&#10;&#10;$s^{2}$&#10;&#10;\end{document}"/>
  <p:tag name="LATEXENGINEID" val="0"/>
  <p:tag name="LATEXFORMHEIGHT" val=" 320"/>
  <p:tag name="LATEXFORMWIDTH" val=" 385"/>
  <p:tag name="LATEXFORMWRAP" val="True"/>
  <p:tag name="ORIGINALHEIGHT" val=" 4.654101"/>
  <p:tag name="ORIGINALWIDTH" val=" 3.666252"/>
  <p:tag name="TEMPFOLDER" val="C:\Users\luisc\Documents\Custom Office Templates\iguana temp\"/>
  <p:tag name="TRANSPARENCY" val="True"/>
</p:tagLst>
</file>

<file path=ppt/tags/tag20.xml><?xml version="1.0" encoding="utf-8"?>
<p:tagLst xmlns:a="http://schemas.openxmlformats.org/drawingml/2006/main" xmlns:r="http://schemas.openxmlformats.org/officeDocument/2006/relationships" xmlns:p="http://schemas.openxmlformats.org/presentationml/2006/main">
  <p:tag name="EMFCHILD" val="True"/>
  <p:tag name="ORIGINALHEIGHT" val=" 4.775332"/>
  <p:tag name="ORIGINALWIDTH" val=" 3.082441"/>
</p:tagLst>
</file>

<file path=ppt/tags/tag2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92"/>
  <p:tag name="IGUANATEXSIZE" val="18"/>
  <p:tag name="LATEXADDIN" val="\documentclass{article}&#10;\usepackage{amsmath}&#10;\pagestyle{empty}&#10;\begin{document}&#10;&#10;&#10;$\sigma^{2}$&#10;&#10;\end{document}"/>
  <p:tag name="LATEXENGINEID" val="0"/>
  <p:tag name="LATEXFORMHEIGHT" val=" 320"/>
  <p:tag name="LATEXFORMWIDTH" val=" 385"/>
  <p:tag name="LATEXFORMWRAP" val="True"/>
  <p:tag name="ORIGINALHEIGHT" val=" 4.54107"/>
  <p:tag name="ORIGINALWIDTH" val=" 5.138469"/>
  <p:tag name="TEMPFOLDER" val="C:\Users\luisc\Documents\Custom Office Templates\iguana temp\"/>
  <p:tag name="TRANSPARENCY" val="True"/>
</p:tagLst>
</file>

<file path=ppt/tags/tag22.xml><?xml version="1.0" encoding="utf-8"?>
<p:tagLst xmlns:a="http://schemas.openxmlformats.org/drawingml/2006/main" xmlns:r="http://schemas.openxmlformats.org/officeDocument/2006/relationships" xmlns:p="http://schemas.openxmlformats.org/presentationml/2006/main">
  <p:tag name="EMFCHILD" val="True"/>
  <p:tag name="ORIGINALHEIGHT" val=" 4.775332"/>
  <p:tag name="ORIGINALWIDTH" val=" 3.005356"/>
</p:tagLst>
</file>

<file path=ppt/tags/tag23.xml><?xml version="1.0" encoding="utf-8"?>
<p:tagLst xmlns:a="http://schemas.openxmlformats.org/drawingml/2006/main" xmlns:r="http://schemas.openxmlformats.org/officeDocument/2006/relationships" xmlns:p="http://schemas.openxmlformats.org/presentationml/2006/main">
  <p:tag name="BITMAPVECTOR" val="0"/>
  <p:tag name="IGUANATEXCURSOR" val="83"/>
  <p:tag name="IGUANATEXSIZE" val="20"/>
  <p:tag name="IGUANATEXVERSION" val="161"/>
  <p:tag name="LATEXADDIN" val="\documentclass{article}&#10;\usepackage{amsmath}&#10;\pagestyle{empty}&#10;\begin{document}&#10;&#10;$Y$&#10;&#10;&#10;&#10;\end{document}"/>
  <p:tag name="LATEXENGINEID" val="0"/>
  <p:tag name="LATEXFORMHEIGHT" val="320"/>
  <p:tag name="LATEXFORMWIDTH" val="385"/>
  <p:tag name="LATEXFORMWRAP" val="True"/>
  <p:tag name="ORIGINALHEIGHT" val="84.73937"/>
  <p:tag name="ORIGINALWIDTH" val="91.48859"/>
  <p:tag name="OUTPUTDPI" val="1200"/>
  <p:tag name="OUTPUTTYPE" val="PNG"/>
  <p:tag name="TEMPFOLDER" val="c:\temp\"/>
  <p:tag name="TRANSPARENCY" val="True"/>
</p:tagLst>
</file>

<file path=ppt/tags/tag24.xml><?xml version="1.0" encoding="utf-8"?>
<p:tagLst xmlns:a="http://schemas.openxmlformats.org/drawingml/2006/main" xmlns:r="http://schemas.openxmlformats.org/officeDocument/2006/relationships" xmlns:p="http://schemas.openxmlformats.org/presentationml/2006/main">
  <p:tag name="BITMAPVECTOR" val="0"/>
  <p:tag name="IGUANATEXCURSOR" val="85"/>
  <p:tag name="IGUANATEXSIZE" val="20"/>
  <p:tag name="IGUANATEXVERSION" val="161"/>
  <p:tag name="LATEXADDIN" val="\documentclass{article}&#10;\usepackage{amsmath}&#10;\pagestyle{empty}&#10;\begin{document}&#10;&#10;$Y_2$&#10;&#10;&#10;&#10;\end{document}"/>
  <p:tag name="LATEXENGINEID" val="0"/>
  <p:tag name="LATEXFORMHEIGHT" val="320"/>
  <p:tag name="LATEXFORMWIDTH" val="385"/>
  <p:tag name="LATEXFORMWRAP" val="True"/>
  <p:tag name="ORIGINALHEIGHT" val="103.4871"/>
  <p:tag name="ORIGINALWIDTH" val="112.4859"/>
  <p:tag name="OUTPUTDPI" val="1200"/>
  <p:tag name="OUTPUTTYPE" val="PNG"/>
  <p:tag name="TEMPFOLDER" val="c:\temp\"/>
  <p:tag name="TRANSPARENCY" val="True"/>
</p:tagLst>
</file>

<file path=ppt/tags/tag25.xml><?xml version="1.0" encoding="utf-8"?>
<p:tagLst xmlns:a="http://schemas.openxmlformats.org/drawingml/2006/main" xmlns:r="http://schemas.openxmlformats.org/officeDocument/2006/relationships" xmlns:p="http://schemas.openxmlformats.org/presentationml/2006/main">
  <p:tag name="BITMAPVECTOR" val="0"/>
  <p:tag name="IGUANATEXCURSOR" val="85"/>
  <p:tag name="IGUANATEXSIZE" val="20"/>
  <p:tag name="IGUANATEXVERSION" val="161"/>
  <p:tag name="LATEXADDIN" val="\documentclass{article}&#10;\usepackage{amsmath}&#10;\pagestyle{empty}&#10;\begin{document}&#10;&#10;$Y_6$&#10;&#10;&#10;&#10;\end{document}"/>
  <p:tag name="LATEXENGINEID" val="0"/>
  <p:tag name="LATEXFORMHEIGHT" val="320"/>
  <p:tag name="LATEXFORMWIDTH" val="385"/>
  <p:tag name="LATEXFORMWRAP" val="True"/>
  <p:tag name="ORIGINALHEIGHT" val="104.9868"/>
  <p:tag name="ORIGINALWIDTH" val="113.2358"/>
  <p:tag name="OUTPUTDPI" val="1200"/>
  <p:tag name="OUTPUTTYPE" val="PNG"/>
  <p:tag name="TEMPFOLDER" val="c:\temp\"/>
  <p:tag name="TRANSPARENCY" val="True"/>
</p:tagLst>
</file>

<file path=ppt/tags/tag26.xml><?xml version="1.0" encoding="utf-8"?>
<p:tagLst xmlns:a="http://schemas.openxmlformats.org/drawingml/2006/main" xmlns:r="http://schemas.openxmlformats.org/officeDocument/2006/relationships" xmlns:p="http://schemas.openxmlformats.org/presentationml/2006/main">
  <p:tag name="BITMAPVECTOR" val="0"/>
  <p:tag name="IGUANATEXCURSOR" val="85"/>
  <p:tag name="IGUANATEXSIZE" val="20"/>
  <p:tag name="IGUANATEXVERSION" val="161"/>
  <p:tag name="LATEXADDIN" val="\documentclass{article}&#10;\usepackage{amsmath}&#10;\pagestyle{empty}&#10;\begin{document}&#10;&#10;$Y_7$&#10;&#10;&#10;&#10;\end{document}"/>
  <p:tag name="LATEXENGINEID" val="0"/>
  <p:tag name="LATEXFORMHEIGHT" val="320"/>
  <p:tag name="LATEXFORMWIDTH" val="385"/>
  <p:tag name="LATEXFORMWRAP" val="True"/>
  <p:tag name="ORIGINALHEIGHT" val="104.9868"/>
  <p:tag name="ORIGINALWIDTH" val="116.2354"/>
  <p:tag name="OUTPUTDPI" val="1200"/>
  <p:tag name="OUTPUTTYPE" val="PNG"/>
  <p:tag name="TEMPFOLDER" val="c:\temp\"/>
  <p:tag name="TRANSPARENCY" val="True"/>
</p:tagLst>
</file>

<file path=ppt/tags/tag27.xml><?xml version="1.0" encoding="utf-8"?>
<p:tagLst xmlns:a="http://schemas.openxmlformats.org/drawingml/2006/main" xmlns:r="http://schemas.openxmlformats.org/officeDocument/2006/relationships" xmlns:p="http://schemas.openxmlformats.org/presentationml/2006/main">
  <p:tag name="BITMAPVECTOR" val="0"/>
  <p:tag name="IGUANATEXCURSOR" val="85"/>
  <p:tag name="IGUANATEXSIZE" val="20"/>
  <p:tag name="IGUANATEXVERSION" val="161"/>
  <p:tag name="LATEXADDIN" val="\documentclass{article}&#10;\usepackage{amsmath}&#10;\pagestyle{empty}&#10;\begin{document}&#10;&#10;$Y_5$&#10;&#10;&#10;&#10;\end{document}"/>
  <p:tag name="LATEXENGINEID" val="0"/>
  <p:tag name="LATEXFORMHEIGHT" val="320"/>
  <p:tag name="LATEXFORMWIDTH" val="385"/>
  <p:tag name="LATEXFORMWRAP" val="True"/>
  <p:tag name="ORIGINALHEIGHT" val="104.9868"/>
  <p:tag name="ORIGINALWIDTH" val="112.4859"/>
  <p:tag name="OUTPUTDPI" val="1200"/>
  <p:tag name="OUTPUTTYPE" val="PNG"/>
  <p:tag name="TEMPFOLDER" val="c:\temp\"/>
  <p:tag name="TRANSPARENCY" val="True"/>
</p:tagLst>
</file>

<file path=ppt/tags/tag28.xml><?xml version="1.0" encoding="utf-8"?>
<p:tagLst xmlns:a="http://schemas.openxmlformats.org/drawingml/2006/main" xmlns:r="http://schemas.openxmlformats.org/officeDocument/2006/relationships" xmlns:p="http://schemas.openxmlformats.org/presentationml/2006/main">
  <p:tag name="BITMAPVECTOR" val="0"/>
  <p:tag name="IGUANATEXCURSOR" val="85"/>
  <p:tag name="IGUANATEXSIZE" val="20"/>
  <p:tag name="IGUANATEXVERSION" val="161"/>
  <p:tag name="LATEXADDIN" val="\documentclass{article}&#10;\usepackage{amsmath}&#10;\pagestyle{empty}&#10;\begin{document}&#10;&#10;$Y_4$&#10;&#10;&#10;&#10;\end{document}"/>
  <p:tag name="LATEXENGINEID" val="0"/>
  <p:tag name="LATEXFORMHEIGHT" val="320"/>
  <p:tag name="LATEXFORMWIDTH" val="385"/>
  <p:tag name="LATEXFORMWRAP" val="True"/>
  <p:tag name="ORIGINALHEIGHT" val="103.4871"/>
  <p:tag name="ORIGINALWIDTH" val="114.7357"/>
  <p:tag name="OUTPUTDPI" val="1200"/>
  <p:tag name="OUTPUTTYPE" val="PNG"/>
  <p:tag name="TEMPFOLDER" val="c:\temp\"/>
  <p:tag name="TRANSPARENCY" val="True"/>
</p:tagLst>
</file>

<file path=ppt/tags/tag29.xml><?xml version="1.0" encoding="utf-8"?>
<p:tagLst xmlns:a="http://schemas.openxmlformats.org/drawingml/2006/main" xmlns:r="http://schemas.openxmlformats.org/officeDocument/2006/relationships" xmlns:p="http://schemas.openxmlformats.org/presentationml/2006/main">
  <p:tag name="BITMAPVECTOR" val="0"/>
  <p:tag name="IGUANATEXCURSOR" val="85"/>
  <p:tag name="IGUANATEXSIZE" val="20"/>
  <p:tag name="IGUANATEXVERSION" val="161"/>
  <p:tag name="LATEXADDIN" val="\documentclass{article}&#10;\usepackage{amsmath}&#10;\pagestyle{empty}&#10;\begin{document}&#10;&#10;$Y_3$&#10;&#10;&#10;&#10;\end{document}"/>
  <p:tag name="LATEXENGINEID" val="0"/>
  <p:tag name="LATEXFORMHEIGHT" val="320"/>
  <p:tag name="LATEXFORMWIDTH" val="385"/>
  <p:tag name="LATEXFORMWRAP" val="True"/>
  <p:tag name="ORIGINALHEIGHT" val="104.9868"/>
  <p:tag name="ORIGINALWIDTH" val="113.2358"/>
  <p:tag name="OUTPUTDPI" val="1200"/>
  <p:tag name="OUTPUTTYPE" val="PNG"/>
  <p:tag name="TEMPFOLDER" val="c:\temp\"/>
  <p:tag name="TRANSPARENCY" val="True"/>
</p:tagLst>
</file>

<file path=ppt/tags/tag30.xml><?xml version="1.0" encoding="utf-8"?>
<p:tagLst xmlns:a="http://schemas.openxmlformats.org/drawingml/2006/main" xmlns:r="http://schemas.openxmlformats.org/officeDocument/2006/relationships" xmlns:p="http://schemas.openxmlformats.org/presentationml/2006/main">
  <p:tag name="BITMAPVECTOR" val="0"/>
  <p:tag name="IGUANATEXCURSOR" val="85"/>
  <p:tag name="IGUANATEXSIZE" val="20"/>
  <p:tag name="IGUANATEXVERSION" val="161"/>
  <p:tag name="LATEXADDIN" val="\documentclass{article}&#10;\usepackage{amsmath}&#10;\pagestyle{empty}&#10;\begin{document}&#10;&#10;$Y_1$&#10;&#10;&#10;&#10;\end{document}"/>
  <p:tag name="LATEXENGINEID" val="0"/>
  <p:tag name="LATEXFORMHEIGHT" val="320"/>
  <p:tag name="LATEXFORMWIDTH" val="385"/>
  <p:tag name="LATEXFORMWRAP" val="True"/>
  <p:tag name="ORIGINALHEIGHT" val="103.4871"/>
  <p:tag name="ORIGINALWIDTH" val="109.4863"/>
  <p:tag name="OUTPUTDPI" val="1200"/>
  <p:tag name="OUTPUTTYPE" val="PNG"/>
  <p:tag name="TEMPFOLDER" val="c:\temp\"/>
  <p:tag name="TRANSPARENCY" val="True"/>
</p:tagLst>
</file>

<file path=ppt/tags/tag31.xml><?xml version="1.0" encoding="utf-8"?>
<p:tagLst xmlns:a="http://schemas.openxmlformats.org/drawingml/2006/main" xmlns:r="http://schemas.openxmlformats.org/officeDocument/2006/relationships" xmlns:p="http://schemas.openxmlformats.org/presentationml/2006/main">
  <p:tag name="BITMAPVECTOR" val="0"/>
  <p:tag name="IGUANATEXCURSOR" val="83"/>
  <p:tag name="IGUANATEXSIZE" val="20"/>
  <p:tag name="IGUANATEXVERSION" val="161"/>
  <p:tag name="LATEXADDIN" val="\documentclass{article}&#10;\usepackage{amsmath}&#10;\pagestyle{empty}&#10;\begin{document}&#10;&#10;$Y$&#10;&#10;&#10;&#10;\end{document}"/>
  <p:tag name="LATEXENGINEID" val="0"/>
  <p:tag name="LATEXFORMHEIGHT" val="320"/>
  <p:tag name="LATEXFORMWIDTH" val="385"/>
  <p:tag name="LATEXFORMWRAP" val="True"/>
  <p:tag name="ORIGINALHEIGHT" val="84.73937"/>
  <p:tag name="ORIGINALWIDTH" val="91.48859"/>
  <p:tag name="OUTPUTDPI" val="1200"/>
  <p:tag name="OUTPUTTYPE" val="PNG"/>
  <p:tag name="TEMPFOLDER" val="c:\temp\"/>
  <p:tag name="TRANSPARENCY" val="True"/>
</p:tagLst>
</file>

<file path=ppt/tags/tag32.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2"/>
  <p:tag name="IGUANATEXSIZE" val="20"/>
  <p:tag name="IGUANATEXVERSION" val="162"/>
  <p:tag name="LATEXADDIN" val="\documentclass{article}&#10;\usepackage{amsmath}&#10;\pagestyle{empty}&#10;\begin{document}&#10;&#10;$E[Y_i]$&#10;&#10;&#10;&#10;\end{document}"/>
  <p:tag name="LATEXENGINEID" val="0"/>
  <p:tag name="LATEXFORMHEIGHT" val=" 320"/>
  <p:tag name="LATEXFORMWIDTH" val=" 385"/>
  <p:tag name="LATEXFORMWRAP" val="True"/>
  <p:tag name="ORIGINALHEIGHT" val=" 9.713554"/>
  <p:tag name="ORIGINALWIDTH" val=" 20.54562"/>
  <p:tag name="OUTPUTTYPE" val="SVG"/>
  <p:tag name="TEMPFOLDER" val="C:\Users\luisc\Documents\Custom Office Templates\iguana temp\"/>
  <p:tag name="TRANSPARENCY" val="True"/>
</p:tagLst>
</file>

<file path=ppt/tags/tag3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9"/>
  <p:tag name="IGUANATEXSIZE" val="20"/>
  <p:tag name="IGUANATEXVERSION" val="162"/>
  <p:tag name="LATEXADDIN" val="\documentclass{article}&#10;\usepackage{amsmath}&#10;\pagestyle{empty}&#10;\begin{document}&#10;&#10;$Avg[Y_3]$&#10;&#10;&#10;&#10;\end{document}"/>
  <p:tag name="LATEXENGINEID" val="0"/>
  <p:tag name="LATEXFORMHEIGHT" val=" 320"/>
  <p:tag name="LATEXFORMWIDTH" val=" 385"/>
  <p:tag name="LATEXFORMWRAP" val="True"/>
  <p:tag name="ORIGINALHEIGHT" val=" 9.713554"/>
  <p:tag name="ORIGINALWIDTH" val=" 31.7884"/>
  <p:tag name="OUTPUTTYPE" val="SVG"/>
  <p:tag name="TEMPFOLDER" val="C:\Users\luisc\Documents\Custom Office Templates\iguana temp\"/>
  <p:tag name="TRANSPARENCY" val="True"/>
</p:tagLst>
</file>

<file path=ppt/tags/tag34.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5"/>
  <p:tag name="IGUANATEXSIZE" val="20"/>
  <p:tag name="IGUANATEXVERSION" val="162"/>
  <p:tag name="LATEXADDIN" val="\documentclass{article}&#10;\usepackage{amsmath}&#10;\pagestyle{empty}&#10;\begin{document}&#10;&#10;$Y_3$&#10;&#10;&#10;&#10;\end{document}"/>
  <p:tag name="LATEXENGINEID" val="0"/>
  <p:tag name="LATEXFORMHEIGHT" val=" 320"/>
  <p:tag name="LATEXFORMWIDTH" val=" 385"/>
  <p:tag name="LATEXFORMWRAP" val="True"/>
  <p:tag name="ORIGINALHEIGHT" val=" 8.702024"/>
  <p:tag name="ORIGINALWIDTH" val=" 8.794222"/>
  <p:tag name="OUTPUTTYPE" val="SVG"/>
  <p:tag name="TEMPFOLDER" val="C:\Users\luisc\Documents\Custom Office Templates\iguana temp\"/>
  <p:tag name="TRANSPARENCY" val="True"/>
</p:tagLst>
</file>

<file path=ppt/tags/tag35.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5"/>
  <p:tag name="IGUANATEXSIZE" val="20"/>
  <p:tag name="LATEXADDIN" val="\documentclass{article}&#10;\usepackage{amsmath}&#10;\pagestyle{empty}&#10;\begin{document}&#10;&#10;$Y_3$&#10;&#10;&#10;&#10;\end{document}"/>
  <p:tag name="LATEXENGINEID" val="0"/>
  <p:tag name="LATEXFORMHEIGHT" val=" 320"/>
  <p:tag name="LATEXFORMWIDTH" val=" 385"/>
  <p:tag name="LATEXFORMWRAP" val="True"/>
  <p:tag name="ORIGINALHEIGHT" val=" 7.01711"/>
  <p:tag name="ORIGINALWIDTH" val=" 7.061712"/>
  <p:tag name="TEMPFOLDER" val="C:\Users\luisc\Documents\Custom Office Templates\iguana temp\"/>
  <p:tag name="TRANSPARENCY" val="True"/>
</p:tagLst>
</file>

<file path=ppt/tags/tag36.xml><?xml version="1.0" encoding="utf-8"?>
<p:tagLst xmlns:a="http://schemas.openxmlformats.org/drawingml/2006/main" xmlns:r="http://schemas.openxmlformats.org/officeDocument/2006/relationships" xmlns:p="http://schemas.openxmlformats.org/presentationml/2006/main">
  <p:tag name="EMFCHILD" val="True"/>
  <p:tag name="ORIGINALHEIGHT" val=" 4.919153"/>
  <p:tag name="ORIGINALWIDTH" val=" 3.12774"/>
</p:tagLst>
</file>

<file path=ppt/tags/tag3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9"/>
  <p:tag name="IGUANATEXSIZE" val="20"/>
  <p:tag name="LATEXADDIN" val="\documentclass{article}&#10;\usepackage{amsmath}&#10;\pagestyle{empty}&#10;\begin{document}&#10;&#10;$Avg[Y_3]$&#10;&#10;&#10;&#10;\end{document}"/>
  <p:tag name="LATEXENGINEID" val="0"/>
  <p:tag name="LATEXFORMHEIGHT" val=" 320"/>
  <p:tag name="LATEXFORMWIDTH" val=" 385"/>
  <p:tag name="LATEXFORMWRAP" val="True"/>
  <p:tag name="ORIGINALHEIGHT" val=" 6.954887"/>
  <p:tag name="ORIGINALWIDTH" val=" 6.784082"/>
  <p:tag name="TEMPFOLDER" val="C:\Users\luisc\Documents\Custom Office Templates\iguana temp\"/>
  <p:tag name="TRANSPARENCY" val="True"/>
</p:tagLst>
</file>

<file path=ppt/tags/tag38.xml><?xml version="1.0" encoding="utf-8"?>
<p:tagLst xmlns:a="http://schemas.openxmlformats.org/drawingml/2006/main" xmlns:r="http://schemas.openxmlformats.org/officeDocument/2006/relationships" xmlns:p="http://schemas.openxmlformats.org/presentationml/2006/main">
  <p:tag name="EMFCHILD" val="True"/>
  <p:tag name="ORIGINALHEIGHT" val=" 4.400214"/>
  <p:tag name="ORIGINALWIDTH" val=" 4.341396"/>
</p:tagLst>
</file>

<file path=ppt/tags/tag39.xml><?xml version="1.0" encoding="utf-8"?>
<p:tagLst xmlns:a="http://schemas.openxmlformats.org/drawingml/2006/main" xmlns:r="http://schemas.openxmlformats.org/officeDocument/2006/relationships" xmlns:p="http://schemas.openxmlformats.org/presentationml/2006/main">
  <p:tag name="EMFCHILD" val="True"/>
  <p:tag name="ORIGINALHEIGHT" val=" 6.284639"/>
  <p:tag name="ORIGINALWIDTH" val=" 4.539209"/>
</p:tagLst>
</file>

<file path=ppt/tags/tag40.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54822"/>
</p:tagLst>
</file>

<file path=ppt/tags/tag41.xml><?xml version="1.0" encoding="utf-8"?>
<p:tagLst xmlns:a="http://schemas.openxmlformats.org/drawingml/2006/main" xmlns:r="http://schemas.openxmlformats.org/officeDocument/2006/relationships" xmlns:p="http://schemas.openxmlformats.org/presentationml/2006/main">
  <p:tag name="EMFCHILD" val="True"/>
  <p:tag name="ORIGINALHEIGHT" val=" 6.634328"/>
  <p:tag name="ORIGINALWIDTH" val=" 7.189549"/>
</p:tagLst>
</file>

<file path=ppt/tags/tag42.xml><?xml version="1.0" encoding="utf-8"?>
<p:tagLst xmlns:a="http://schemas.openxmlformats.org/drawingml/2006/main" xmlns:r="http://schemas.openxmlformats.org/officeDocument/2006/relationships" xmlns:p="http://schemas.openxmlformats.org/presentationml/2006/main">
  <p:tag name="EMFCHILD" val="True"/>
  <p:tag name="ORIGINALHEIGHT" val=" 4.650844"/>
  <p:tag name="ORIGINALWIDTH" val=" 3.184344"/>
</p:tagLst>
</file>

<file path=ppt/tags/tag43.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54822"/>
</p:tagLst>
</file>

<file path=ppt/tags/tag44.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2"/>
  <p:tag name="IGUANATEXSIZE" val="20"/>
  <p:tag name="LATEXADDIN" val="\documentclass{article}&#10;\usepackage{amsmath}&#10;\pagestyle{empty}&#10;\begin{document}&#10;&#10;$E[Y_i]$&#10;&#10;&#10;&#10;\end{document}"/>
  <p:tag name="LATEXENGINEID" val="0"/>
  <p:tag name="LATEXFORMHEIGHT" val=" 320"/>
  <p:tag name="LATEXFORMWIDTH" val=" 385"/>
  <p:tag name="LATEXFORMWRAP" val="True"/>
  <p:tag name="ORIGINALHEIGHT" val=" 6.605198"/>
  <p:tag name="ORIGINALWIDTH" val=" 7.073479"/>
  <p:tag name="TEMPFOLDER" val="C:\Users\luisc\Documents\Custom Office Templates\iguana temp\"/>
  <p:tag name="TRANSPARENCY" val="True"/>
</p:tagLst>
</file>

<file path=ppt/tags/tag45.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35187"/>
</p:tagLst>
</file>

<file path=ppt/tags/tag46.xml><?xml version="1.0" encoding="utf-8"?>
<p:tagLst xmlns:a="http://schemas.openxmlformats.org/drawingml/2006/main" xmlns:r="http://schemas.openxmlformats.org/officeDocument/2006/relationships" xmlns:p="http://schemas.openxmlformats.org/presentationml/2006/main">
  <p:tag name="EMFCHILD" val="True"/>
  <p:tag name="ORIGINALHEIGHT" val=" 6.634328"/>
  <p:tag name="ORIGINALWIDTH" val=" 7.085366"/>
</p:tagLst>
</file>

<file path=ppt/tags/tag47.xml><?xml version="1.0" encoding="utf-8"?>
<p:tagLst xmlns:a="http://schemas.openxmlformats.org/drawingml/2006/main" xmlns:r="http://schemas.openxmlformats.org/officeDocument/2006/relationships" xmlns:p="http://schemas.openxmlformats.org/presentationml/2006/main">
  <p:tag name="EMFCHILD" val="True"/>
  <p:tag name="ORIGINALHEIGHT" val=" 4.576038"/>
  <p:tag name="ORIGINALWIDTH" val=" 2.067137"/>
</p:tagLst>
</file>

<file path=ppt/tags/tag48.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35187"/>
</p:tagLst>
</file>

<file path=ppt/tags/tag4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9"/>
  <p:tag name="IGUANATEXSIZE" val="20"/>
  <p:tag name="IGUANATEXVERSION" val="162"/>
  <p:tag name="LATEXADDIN" val="\documentclass{article}&#10;\usepackage{amsmath}&#10;\pagestyle{empty}&#10;\begin{document}&#10;&#10;$Avg[Y_4]$&#10;&#10;&#10;&#10;\end{document}"/>
  <p:tag name="LATEXENGINEID" val="0"/>
  <p:tag name="LATEXFORMHEIGHT" val=" 320"/>
  <p:tag name="LATEXFORMWIDTH" val=" 385"/>
  <p:tag name="LATEXFORMWRAP" val="True"/>
  <p:tag name="ORIGINALHEIGHT" val=" 9.713554"/>
  <p:tag name="ORIGINALWIDTH" val=" 31.7884"/>
  <p:tag name="OUTPUTTYPE" val="SVG"/>
  <p:tag name="TEMPFOLDER" val="C:\Users\luisc\Documents\Custom Office Templates\iguana temp\"/>
  <p:tag name="TRANSPARENCY" val="True"/>
</p:tagLst>
</file>

<file path=ppt/tags/tag5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9"/>
  <p:tag name="IGUANATEXSIZE" val="20"/>
  <p:tag name="LATEXADDIN" val="\documentclass{article}&#10;\usepackage{amsmath}&#10;\pagestyle{empty}&#10;\begin{document}&#10;&#10;$Avg[Y_4]$&#10;&#10;&#10;&#10;\end{document}"/>
  <p:tag name="LATEXENGINEID" val="0"/>
  <p:tag name="LATEXFORMHEIGHT" val=" 320"/>
  <p:tag name="LATEXFORMWIDTH" val=" 385"/>
  <p:tag name="LATEXFORMWRAP" val="True"/>
  <p:tag name="ORIGINALHEIGHT" val=" 6.954887"/>
  <p:tag name="ORIGINALWIDTH" val=" 6.784082"/>
  <p:tag name="TEMPFOLDER" val="C:\Users\luisc\Documents\Custom Office Templates\iguana temp\"/>
  <p:tag name="TRANSPARENCY" val="True"/>
</p:tagLst>
</file>

<file path=ppt/tags/tag51.xml><?xml version="1.0" encoding="utf-8"?>
<p:tagLst xmlns:a="http://schemas.openxmlformats.org/drawingml/2006/main" xmlns:r="http://schemas.openxmlformats.org/officeDocument/2006/relationships" xmlns:p="http://schemas.openxmlformats.org/presentationml/2006/main">
  <p:tag name="EMFCHILD" val="True"/>
  <p:tag name="ORIGINALHEIGHT" val=" 4.400214"/>
  <p:tag name="ORIGINALWIDTH" val=" 4.341396"/>
</p:tagLst>
</file>

<file path=ppt/tags/tag52.xml><?xml version="1.0" encoding="utf-8"?>
<p:tagLst xmlns:a="http://schemas.openxmlformats.org/drawingml/2006/main" xmlns:r="http://schemas.openxmlformats.org/officeDocument/2006/relationships" xmlns:p="http://schemas.openxmlformats.org/presentationml/2006/main">
  <p:tag name="EMFCHILD" val="True"/>
  <p:tag name="ORIGINALHEIGHT" val=" 6.284639"/>
  <p:tag name="ORIGINALWIDTH" val=" 4.539209"/>
</p:tagLst>
</file>

<file path=ppt/tags/tag53.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54822"/>
</p:tagLst>
</file>

<file path=ppt/tags/tag54.xml><?xml version="1.0" encoding="utf-8"?>
<p:tagLst xmlns:a="http://schemas.openxmlformats.org/drawingml/2006/main" xmlns:r="http://schemas.openxmlformats.org/officeDocument/2006/relationships" xmlns:p="http://schemas.openxmlformats.org/presentationml/2006/main">
  <p:tag name="EMFCHILD" val="True"/>
  <p:tag name="ORIGINALHEIGHT" val=" 6.634328"/>
  <p:tag name="ORIGINALWIDTH" val=" 7.189549"/>
</p:tagLst>
</file>

<file path=ppt/tags/tag55.xml><?xml version="1.0" encoding="utf-8"?>
<p:tagLst xmlns:a="http://schemas.openxmlformats.org/drawingml/2006/main" xmlns:r="http://schemas.openxmlformats.org/officeDocument/2006/relationships" xmlns:p="http://schemas.openxmlformats.org/presentationml/2006/main">
  <p:tag name="EMFCHILD" val="True"/>
  <p:tag name="ORIGINALHEIGHT" val=" 4.582831"/>
  <p:tag name="ORIGINALWIDTH" val=" 3.392041"/>
</p:tagLst>
</file>

<file path=ppt/tags/tag56.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54822"/>
</p:tagLst>
</file>

<file path=ppt/tags/tag57.xml><?xml version="1.0" encoding="utf-8"?>
<p:tagLst xmlns:a="http://schemas.openxmlformats.org/drawingml/2006/main" xmlns:r="http://schemas.openxmlformats.org/officeDocument/2006/relationships" xmlns:p="http://schemas.openxmlformats.org/presentationml/2006/main">
  <p:tag name="BITMAPVECTOR" val="0"/>
  <p:tag name="IGUANATEXCURSOR" val="85"/>
  <p:tag name="IGUANATEXSIZE" val="20"/>
  <p:tag name="IGUANATEXVERSION" val="161"/>
  <p:tag name="LATEXADDIN" val="\documentclass{article}&#10;\usepackage{amsmath}&#10;\pagestyle{empty}&#10;\begin{document}&#10;&#10;$Y_4$&#10;&#10;&#10;&#10;\end{document}"/>
  <p:tag name="LATEXENGINEID" val="0"/>
  <p:tag name="LATEXFORMHEIGHT" val="320"/>
  <p:tag name="LATEXFORMWIDTH" val="385"/>
  <p:tag name="LATEXFORMWRAP" val="True"/>
  <p:tag name="ORIGINALHEIGHT" val="103.4871"/>
  <p:tag name="ORIGINALWIDTH" val="114.7357"/>
  <p:tag name="OUTPUTDPI" val="1200"/>
  <p:tag name="OUTPUTTYPE" val="PNG"/>
  <p:tag name="TEMPFOLDER" val="c:\temp\"/>
  <p:tag name="TRANSPARENCY" val="True"/>
</p:tagLst>
</file>

<file path=ppt/tags/tag5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5"/>
  <p:tag name="IGUANATEXSIZE" val="20"/>
  <p:tag name="IGUANATEXVERSION" val="162"/>
  <p:tag name="LATEXADDIN" val="\documentclass{article}&#10;\usepackage{amsmath}&#10;\pagestyle{empty}&#10;\begin{document}&#10;&#10;$Y_2$&#10;&#10;&#10;&#10;\end{document}"/>
  <p:tag name="LATEXENGINEID" val="0"/>
  <p:tag name="LATEXFORMHEIGHT" val=" 320"/>
  <p:tag name="LATEXFORMWIDTH" val=" 385"/>
  <p:tag name="LATEXFORMWRAP" val="True"/>
  <p:tag name="LAYER" val="1"/>
  <p:tag name="ORIGINALHEIGHT" val=" 8.558205"/>
  <p:tag name="ORIGINALWIDTH" val=" 8.733002"/>
  <p:tag name="OUTPUTTYPE" val="SVG"/>
  <p:tag name="SELECTIONNAME" val="Group 97"/>
  <p:tag name="TEMPFOLDER" val="C:\Users\luisc\Documents\Custom Office Templates\iguana temp\"/>
  <p:tag name="TRANSPARENCY" val="True"/>
</p:tagLst>
</file>

<file path=ppt/tags/tag5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9"/>
  <p:tag name="IGUANATEXSIZE" val="20"/>
  <p:tag name="IGUANATEXVERSION" val="162"/>
  <p:tag name="LATEXADDIN" val="\documentclass{article}&#10;\usepackage{amsmath}&#10;\pagestyle{empty}&#10;\begin{document}&#10;&#10;$Avg[Y_2]$&#10;&#10;&#10;&#10;\end{document}"/>
  <p:tag name="LATEXENGINEID" val="0"/>
  <p:tag name="LATEXFORMHEIGHT" val=" 320"/>
  <p:tag name="LATEXFORMWIDTH" val=" 385"/>
  <p:tag name="LATEXFORMWRAP" val="True"/>
  <p:tag name="ORIGINALHEIGHT" val=" 9.713554"/>
  <p:tag name="ORIGINALWIDTH" val=" 31.7884"/>
  <p:tag name="OUTPUTTYPE" val="SVG"/>
  <p:tag name="TEMPFOLDER" val="C:\Users\luisc\Documents\Custom Office Templates\iguana temp\"/>
  <p:tag name="TRANSPARENCY" val="True"/>
</p:tagLst>
</file>

<file path=ppt/tags/tag6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9"/>
  <p:tag name="IGUANATEXSIZE" val="20"/>
  <p:tag name="LATEXADDIN" val="\documentclass{article}&#10;\usepackage{amsmath}&#10;\pagestyle{empty}&#10;\begin{document}&#10;&#10;$Avg[Y_2]$&#10;&#10;&#10;&#10;\end{document}"/>
  <p:tag name="LATEXENGINEID" val="0"/>
  <p:tag name="LATEXFORMHEIGHT" val=" 320"/>
  <p:tag name="LATEXFORMWIDTH" val=" 385"/>
  <p:tag name="LATEXFORMWRAP" val="True"/>
  <p:tag name="ORIGINALHEIGHT" val=" 6.954887"/>
  <p:tag name="ORIGINALWIDTH" val=" 6.784082"/>
  <p:tag name="TEMPFOLDER" val="C:\Users\luisc\Documents\Custom Office Templates\iguana temp\"/>
  <p:tag name="TRANSPARENCY" val="True"/>
</p:tagLst>
</file>

<file path=ppt/tags/tag61.xml><?xml version="1.0" encoding="utf-8"?>
<p:tagLst xmlns:a="http://schemas.openxmlformats.org/drawingml/2006/main" xmlns:r="http://schemas.openxmlformats.org/officeDocument/2006/relationships" xmlns:p="http://schemas.openxmlformats.org/presentationml/2006/main">
  <p:tag name="EMFCHILD" val="True"/>
  <p:tag name="ORIGINALHEIGHT" val=" 4.400214"/>
  <p:tag name="ORIGINALWIDTH" val=" 4.341396"/>
</p:tagLst>
</file>

<file path=ppt/tags/tag62.xml><?xml version="1.0" encoding="utf-8"?>
<p:tagLst xmlns:a="http://schemas.openxmlformats.org/drawingml/2006/main" xmlns:r="http://schemas.openxmlformats.org/officeDocument/2006/relationships" xmlns:p="http://schemas.openxmlformats.org/presentationml/2006/main">
  <p:tag name="EMFCHILD" val="True"/>
  <p:tag name="ORIGINALHEIGHT" val=" 6.284639"/>
  <p:tag name="ORIGINALWIDTH" val=" 4.539209"/>
</p:tagLst>
</file>

<file path=ppt/tags/tag63.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54822"/>
</p:tagLst>
</file>

<file path=ppt/tags/tag64.xml><?xml version="1.0" encoding="utf-8"?>
<p:tagLst xmlns:a="http://schemas.openxmlformats.org/drawingml/2006/main" xmlns:r="http://schemas.openxmlformats.org/officeDocument/2006/relationships" xmlns:p="http://schemas.openxmlformats.org/presentationml/2006/main">
  <p:tag name="EMFCHILD" val="True"/>
  <p:tag name="ORIGINALHEIGHT" val=" 6.634328"/>
  <p:tag name="ORIGINALWIDTH" val=" 7.189549"/>
</p:tagLst>
</file>

<file path=ppt/tags/tag65.xml><?xml version="1.0" encoding="utf-8"?>
<p:tagLst xmlns:a="http://schemas.openxmlformats.org/drawingml/2006/main" xmlns:r="http://schemas.openxmlformats.org/officeDocument/2006/relationships" xmlns:p="http://schemas.openxmlformats.org/presentationml/2006/main">
  <p:tag name="EMFCHILD" val="True"/>
  <p:tag name="ORIGINALHEIGHT" val=" 4.514861"/>
  <p:tag name="ORIGINALWIDTH" val=" 3.059769"/>
</p:tagLst>
</file>

<file path=ppt/tags/tag66.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54822"/>
</p:tagLst>
</file>

<file path=ppt/tags/tag6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5"/>
  <p:tag name="IGUANATEXSIZE" val="20"/>
  <p:tag name="LATEXADDIN" val="\documentclass{article}&#10;\usepackage{amsmath}&#10;\pagestyle{empty}&#10;\begin{document}&#10;&#10;$Y_2$&#10;&#10;&#10;&#10;\end{document}"/>
  <p:tag name="LATEXENGINEID" val="0"/>
  <p:tag name="LATEXFORMHEIGHT" val=" 320"/>
  <p:tag name="LATEXFORMWIDTH" val=" 385"/>
  <p:tag name="LATEXFORMWRAP" val="True"/>
  <p:tag name="ORIGINALHEIGHT" val=" 7.01711"/>
  <p:tag name="ORIGINALWIDTH" val=" 7.061712"/>
  <p:tag name="TEMPFOLDER" val="C:\Users\luisc\Documents\Custom Office Templates\iguana temp\"/>
  <p:tag name="TRANSPARENCY" val="True"/>
</p:tagLst>
</file>

<file path=ppt/tags/tag68.xml><?xml version="1.0" encoding="utf-8"?>
<p:tagLst xmlns:a="http://schemas.openxmlformats.org/drawingml/2006/main" xmlns:r="http://schemas.openxmlformats.org/officeDocument/2006/relationships" xmlns:p="http://schemas.openxmlformats.org/presentationml/2006/main">
  <p:tag name="EMFCHILD" val="True"/>
  <p:tag name="ORIGINALHEIGHT" val=" 4.775332"/>
  <p:tag name="ORIGINALWIDTH" val=" 3.005342"/>
</p:tagLst>
</file>

<file path=ppt/tags/tag6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5"/>
  <p:tag name="IGUANATEXSIZE" val="20"/>
  <p:tag name="IGUANATEXVERSION" val="162"/>
  <p:tag name="LATEXADDIN" val="\documentclass{article}&#10;\usepackage{amsmath}&#10;\pagestyle{empty}&#10;\begin{document}&#10;&#10;$Y_1$&#10;&#10;&#10;&#10;\end{document}"/>
  <p:tag name="LATEXENGINEID" val="0"/>
  <p:tag name="LATEXFORMHEIGHT" val=" 320"/>
  <p:tag name="LATEXFORMWIDTH" val=" 385"/>
  <p:tag name="LATEXFORMWRAP" val="True"/>
  <p:tag name="LAYER" val="1"/>
  <p:tag name="ORIGINALHEIGHT" val=" 8.558205"/>
  <p:tag name="ORIGINALWIDTH" val=" 8.515458"/>
  <p:tag name="OUTPUTTYPE" val="SVG"/>
  <p:tag name="SELECTIONNAME" val="Group 105"/>
  <p:tag name="TEMPFOLDER" val="C:\Users\luisc\Documents\Custom Office Templates\iguana temp\"/>
  <p:tag name="TRANSPARENCY" val="True"/>
</p:tagLst>
</file>

<file path=ppt/tags/tag7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90"/>
  <p:tag name="IGUANATEXSIZE" val="20"/>
  <p:tag name="IGUANATEXVERSION" val="162"/>
  <p:tag name="LATEXADDIN" val="\documentclass{article}&#10;\usepackage{amsmath}&#10;\pagestyle{empty}&#10;\begin{document}&#10;&#10;$Avg[Y_1]$&#10;&#10;&#10;&#10;\end{document}"/>
  <p:tag name="LATEXENGINEID" val="0"/>
  <p:tag name="LATEXFORMHEIGHT" val=" 320"/>
  <p:tag name="LATEXFORMWIDTH" val=" 385"/>
  <p:tag name="LATEXFORMWRAP" val="True"/>
  <p:tag name="ORIGINALHEIGHT" val=" 9.713554"/>
  <p:tag name="ORIGINALWIDTH" val=" 31.7884"/>
  <p:tag name="OUTPUTTYPE" val="SVG"/>
  <p:tag name="TEMPFOLDER" val="C:\Users\luisc\Documents\Custom Office Templates\iguana temp\"/>
  <p:tag name="TRANSPARENCY" val="True"/>
</p:tagLst>
</file>

<file path=ppt/tags/tag7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90"/>
  <p:tag name="IGUANATEXSIZE" val="20"/>
  <p:tag name="LATEXADDIN" val="\documentclass{article}&#10;\usepackage{amsmath}&#10;\pagestyle{empty}&#10;\begin{document}&#10;&#10;$Avg[Y_1]$&#10;&#10;&#10;&#10;\end{document}"/>
  <p:tag name="LATEXENGINEID" val="0"/>
  <p:tag name="LATEXFORMHEIGHT" val=" 320"/>
  <p:tag name="LATEXFORMWIDTH" val=" 385"/>
  <p:tag name="LATEXFORMWRAP" val="True"/>
  <p:tag name="ORIGINALHEIGHT" val=" 6.954887"/>
  <p:tag name="ORIGINALWIDTH" val=" 6.784082"/>
  <p:tag name="TEMPFOLDER" val="C:\Users\luisc\Documents\Custom Office Templates\iguana temp\"/>
  <p:tag name="TRANSPARENCY" val="True"/>
</p:tagLst>
</file>

<file path=ppt/tags/tag72.xml><?xml version="1.0" encoding="utf-8"?>
<p:tagLst xmlns:a="http://schemas.openxmlformats.org/drawingml/2006/main" xmlns:r="http://schemas.openxmlformats.org/officeDocument/2006/relationships" xmlns:p="http://schemas.openxmlformats.org/presentationml/2006/main">
  <p:tag name="EMFCHILD" val="True"/>
  <p:tag name="ORIGINALHEIGHT" val=" 4.400214"/>
  <p:tag name="ORIGINALWIDTH" val=" 4.341396"/>
</p:tagLst>
</file>

<file path=ppt/tags/tag73.xml><?xml version="1.0" encoding="utf-8"?>
<p:tagLst xmlns:a="http://schemas.openxmlformats.org/drawingml/2006/main" xmlns:r="http://schemas.openxmlformats.org/officeDocument/2006/relationships" xmlns:p="http://schemas.openxmlformats.org/presentationml/2006/main">
  <p:tag name="EMFCHILD" val="True"/>
  <p:tag name="ORIGINALHEIGHT" val=" 6.284639"/>
  <p:tag name="ORIGINALWIDTH" val=" 4.539209"/>
</p:tagLst>
</file>

<file path=ppt/tags/tag74.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54822"/>
</p:tagLst>
</file>

<file path=ppt/tags/tag75.xml><?xml version="1.0" encoding="utf-8"?>
<p:tagLst xmlns:a="http://schemas.openxmlformats.org/drawingml/2006/main" xmlns:r="http://schemas.openxmlformats.org/officeDocument/2006/relationships" xmlns:p="http://schemas.openxmlformats.org/presentationml/2006/main">
  <p:tag name="EMFCHILD" val="True"/>
  <p:tag name="ORIGINALHEIGHT" val=" 6.634328"/>
  <p:tag name="ORIGINALWIDTH" val=" 7.189549"/>
</p:tagLst>
</file>

<file path=ppt/tags/tag76.xml><?xml version="1.0" encoding="utf-8"?>
<p:tagLst xmlns:a="http://schemas.openxmlformats.org/drawingml/2006/main" xmlns:r="http://schemas.openxmlformats.org/officeDocument/2006/relationships" xmlns:p="http://schemas.openxmlformats.org/presentationml/2006/main">
  <p:tag name="EMFCHILD" val="True"/>
  <p:tag name="ORIGINALHEIGHT" val=" 4.514861"/>
  <p:tag name="ORIGINALWIDTH" val=" 2.519799"/>
</p:tagLst>
</file>

<file path=ppt/tags/tag77.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54822"/>
</p:tagLst>
</file>

<file path=ppt/tags/tag7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5"/>
  <p:tag name="IGUANATEXSIZE" val="20"/>
  <p:tag name="LATEXADDIN" val="\documentclass{article}&#10;\usepackage{amsmath}&#10;\pagestyle{empty}&#10;\begin{document}&#10;&#10;$Y_1$&#10;&#10;&#10;&#10;\end{document}"/>
  <p:tag name="LATEXENGINEID" val="0"/>
  <p:tag name="LATEXFORMHEIGHT" val=" 320"/>
  <p:tag name="LATEXFORMWIDTH" val=" 385"/>
  <p:tag name="LATEXFORMWRAP" val="True"/>
  <p:tag name="ORIGINALHEIGHT" val=" 7.01711"/>
  <p:tag name="ORIGINALWIDTH" val=" 7.061751"/>
  <p:tag name="TEMPFOLDER" val="C:\Users\luisc\Documents\Custom Office Templates\iguana temp\"/>
  <p:tag name="TRANSPARENCY" val="True"/>
</p:tagLst>
</file>

<file path=ppt/tags/tag79.xml><?xml version="1.0" encoding="utf-8"?>
<p:tagLst xmlns:a="http://schemas.openxmlformats.org/drawingml/2006/main" xmlns:r="http://schemas.openxmlformats.org/officeDocument/2006/relationships" xmlns:p="http://schemas.openxmlformats.org/presentationml/2006/main">
  <p:tag name="EMFCHILD" val="True"/>
  <p:tag name="ORIGINALHEIGHT" val=" 4.775332"/>
  <p:tag name="ORIGINALWIDTH" val=" 2.474994"/>
</p:tagLst>
</file>

<file path=ppt/tags/tag8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98"/>
  <p:tag name="IGUANATEXSIZE" val="20"/>
  <p:tag name="IGUANATEXVERSION" val="162"/>
  <p:tag name="LATEXADDIN" val="\documentclass{article}&#10;\usepackage{amsmath}&#10;\pagestyle{empty}&#10;\begin{document}&#10;&#10;$E[Y_i] = E[Avg[Y_i]]$&#10;&#10;&#10;&#10;\end{document}"/>
  <p:tag name="LATEXENGINEID" val="0"/>
  <p:tag name="LATEXFORMHEIGHT" val=" 320"/>
  <p:tag name="LATEXFORMWIDTH" val=" 385"/>
  <p:tag name="LATEXFORMWRAP" val="True"/>
  <p:tag name="ORIGINALHEIGHT" val=" 9.713554"/>
  <p:tag name="ORIGINALWIDTH" val=" 79.90803"/>
  <p:tag name="OUTPUTTYPE" val="SVG"/>
  <p:tag name="TEMPFOLDER" val="C:\Users\luisc\Documents\Custom Office Templates\iguana temp\"/>
  <p:tag name="TRANSPARENCY" val="True"/>
</p:tagLst>
</file>

<file path=ppt/tags/tag8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98"/>
  <p:tag name="IGUANATEXSIZE" val="20"/>
  <p:tag name="LATEXADDIN" val="\documentclass{article}&#10;\usepackage{amsmath}&#10;\pagestyle{empty}&#10;\begin{document}&#10;&#10;$E[Y_i] = E[Avg[Y_i]]$&#10;&#10;&#10;&#10;\end{document}"/>
  <p:tag name="LATEXENGINEID" val="0"/>
  <p:tag name="LATEXFORMHEIGHT" val=" 320"/>
  <p:tag name="LATEXFORMWIDTH" val=" 385"/>
  <p:tag name="LATEXFORMWRAP" val="True"/>
  <p:tag name="ORIGINALHEIGHT" val=" 6.605198"/>
  <p:tag name="ORIGINALWIDTH" val=" 7.20858"/>
  <p:tag name="TEMPFOLDER" val="C:\Users\luisc\Documents\Custom Office Templates\iguana temp\"/>
  <p:tag name="TRANSPARENCY" val="True"/>
</p:tagLst>
</file>

<file path=ppt/tags/tag82.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60701"/>
</p:tagLst>
</file>

<file path=ppt/tags/tag83.xml><?xml version="1.0" encoding="utf-8"?>
<p:tagLst xmlns:a="http://schemas.openxmlformats.org/drawingml/2006/main" xmlns:r="http://schemas.openxmlformats.org/officeDocument/2006/relationships" xmlns:p="http://schemas.openxmlformats.org/presentationml/2006/main">
  <p:tag name="EMFCHILD" val="True"/>
  <p:tag name="ORIGINALHEIGHT" val=" 6.634328"/>
  <p:tag name="ORIGINALWIDTH" val=" 7.220729"/>
</p:tagLst>
</file>

<file path=ppt/tags/tag84.xml><?xml version="1.0" encoding="utf-8"?>
<p:tagLst xmlns:a="http://schemas.openxmlformats.org/drawingml/2006/main" xmlns:r="http://schemas.openxmlformats.org/officeDocument/2006/relationships" xmlns:p="http://schemas.openxmlformats.org/presentationml/2006/main">
  <p:tag name="EMFCHILD" val="True"/>
  <p:tag name="ORIGINALHEIGHT" val=" 4.576038"/>
  <p:tag name="ORIGINALWIDTH" val=" 2.106627"/>
</p:tagLst>
</file>

<file path=ppt/tags/tag85.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60701"/>
</p:tagLst>
</file>

<file path=ppt/tags/tag86.xml><?xml version="1.0" encoding="utf-8"?>
<p:tagLst xmlns:a="http://schemas.openxmlformats.org/drawingml/2006/main" xmlns:r="http://schemas.openxmlformats.org/officeDocument/2006/relationships" xmlns:p="http://schemas.openxmlformats.org/presentationml/2006/main">
  <p:tag name="EMFCHILD" val="True"/>
  <p:tag name="ORIGINALHEIGHT" val=" 2.272954"/>
  <p:tag name="ORIGINALWIDTH" val=" 6.604952"/>
</p:tagLst>
</file>

<file path=ppt/tags/tag87.xml><?xml version="1.0" encoding="utf-8"?>
<p:tagLst xmlns:a="http://schemas.openxmlformats.org/drawingml/2006/main" xmlns:r="http://schemas.openxmlformats.org/officeDocument/2006/relationships" xmlns:p="http://schemas.openxmlformats.org/presentationml/2006/main">
  <p:tag name="EMFCHILD" val="True"/>
  <p:tag name="ORIGINALHEIGHT" val=" 6.605198"/>
  <p:tag name="ORIGINALWIDTH" val=" 7.20858"/>
</p:tagLst>
</file>

<file path=ppt/tags/tag88.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60701"/>
</p:tagLst>
</file>

<file path=ppt/tags/tag89.xml><?xml version="1.0" encoding="utf-8"?>
<p:tagLst xmlns:a="http://schemas.openxmlformats.org/drawingml/2006/main" xmlns:r="http://schemas.openxmlformats.org/officeDocument/2006/relationships" xmlns:p="http://schemas.openxmlformats.org/presentationml/2006/main">
  <p:tag name="EMFCHILD" val="True"/>
  <p:tag name="ORIGINALHEIGHT" val=" 6.954887"/>
  <p:tag name="ORIGINALWIDTH" val=" 6.81352"/>
</p:tagLst>
</file>

<file path=ppt/tags/tag90.xml><?xml version="1.0" encoding="utf-8"?>
<p:tagLst xmlns:a="http://schemas.openxmlformats.org/drawingml/2006/main" xmlns:r="http://schemas.openxmlformats.org/officeDocument/2006/relationships" xmlns:p="http://schemas.openxmlformats.org/presentationml/2006/main">
  <p:tag name="EMFCHILD" val="True"/>
  <p:tag name="ORIGINALHEIGHT" val=" 4.400214"/>
  <p:tag name="ORIGINALWIDTH" val=" 4.360252"/>
</p:tagLst>
</file>

<file path=ppt/tags/tag91.xml><?xml version="1.0" encoding="utf-8"?>
<p:tagLst xmlns:a="http://schemas.openxmlformats.org/drawingml/2006/main" xmlns:r="http://schemas.openxmlformats.org/officeDocument/2006/relationships" xmlns:p="http://schemas.openxmlformats.org/presentationml/2006/main">
  <p:tag name="EMFCHILD" val="True"/>
  <p:tag name="ORIGINALHEIGHT" val=" 6.284639"/>
  <p:tag name="ORIGINALWIDTH" val=" 4.558893"/>
</p:tagLst>
</file>

<file path=ppt/tags/tag92.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60701"/>
</p:tagLst>
</file>

<file path=ppt/tags/tag93.xml><?xml version="1.0" encoding="utf-8"?>
<p:tagLst xmlns:a="http://schemas.openxmlformats.org/drawingml/2006/main" xmlns:r="http://schemas.openxmlformats.org/officeDocument/2006/relationships" xmlns:p="http://schemas.openxmlformats.org/presentationml/2006/main">
  <p:tag name="EMFCHILD" val="True"/>
  <p:tag name="ORIGINALHEIGHT" val=" 6.634328"/>
  <p:tag name="ORIGINALWIDTH" val=" 7.220729"/>
</p:tagLst>
</file>

<file path=ppt/tags/tag94.xml><?xml version="1.0" encoding="utf-8"?>
<p:tagLst xmlns:a="http://schemas.openxmlformats.org/drawingml/2006/main" xmlns:r="http://schemas.openxmlformats.org/officeDocument/2006/relationships" xmlns:p="http://schemas.openxmlformats.org/presentationml/2006/main">
  <p:tag name="EMFCHILD" val="True"/>
  <p:tag name="ORIGINALHEIGHT" val=" 4.576038"/>
  <p:tag name="ORIGINALWIDTH" val=" 2.106627"/>
</p:tagLst>
</file>

<file path=ppt/tags/tag95.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60701"/>
</p:tagLst>
</file>

<file path=ppt/tags/tag96.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60701"/>
</p:tagLst>
</file>

<file path=ppt/tags/tag9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9"/>
  <p:tag name="IGUANATEXSIZE" val="20"/>
  <p:tag name="IGUANATEXVERSION" val="162"/>
  <p:tag name="LATEXADDIN" val="\documentclass{article}&#10;\usepackage{amsmath}&#10;\pagestyle{empty}&#10;\begin{document}&#10;&#10;$Avg[Y_3]$&#10;&#10;&#10;&#10;\end{document}"/>
  <p:tag name="LATEXENGINEID" val="0"/>
  <p:tag name="LATEXFORMHEIGHT" val=" 320"/>
  <p:tag name="LATEXFORMWIDTH" val=" 385"/>
  <p:tag name="LATEXFORMWRAP" val="True"/>
  <p:tag name="ORIGINALHEIGHT" val=" 9.713554"/>
  <p:tag name="ORIGINALWIDTH" val=" 31.7884"/>
  <p:tag name="OUTPUTTYPE" val="SVG"/>
  <p:tag name="TEMPFOLDER" val="C:\Users\luisc\Documents\Custom Office Templates\iguana temp\"/>
  <p:tag name="TRANSPARENCY" val="True"/>
</p:tagLst>
</file>

<file path=ppt/tags/tag9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5"/>
  <p:tag name="IGUANATEXSIZE" val="20"/>
  <p:tag name="IGUANATEXVERSION" val="162"/>
  <p:tag name="LATEXADDIN" val="\documentclass{article}&#10;\usepackage{amsmath}&#10;\pagestyle{empty}&#10;\begin{document}&#10;&#10;$Y_3$&#10;&#10;&#10;&#10;\end{document}"/>
  <p:tag name="LATEXENGINEID" val="0"/>
  <p:tag name="LATEXFORMHEIGHT" val=" 320"/>
  <p:tag name="LATEXFORMWIDTH" val=" 385"/>
  <p:tag name="LATEXFORMWRAP" val="True"/>
  <p:tag name="ORIGINALHEIGHT" val=" 8.702024"/>
  <p:tag name="ORIGINALWIDTH" val=" 8.794222"/>
  <p:tag name="OUTPUTTYPE" val="SVG"/>
  <p:tag name="TEMPFOLDER" val="C:\Users\luisc\Documents\Custom Office Templates\iguana temp\"/>
  <p:tag name="TRANSPARENCY" val="True"/>
</p:tagLst>
</file>

<file path=ppt/tags/tag9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5"/>
  <p:tag name="IGUANATEXSIZE" val="20"/>
  <p:tag name="LATEXADDIN" val="\documentclass{article}&#10;\usepackage{amsmath}&#10;\pagestyle{empty}&#10;\begin{document}&#10;&#10;$Y_3$&#10;&#10;&#10;&#10;\end{document}"/>
  <p:tag name="LATEXENGINEID" val="0"/>
  <p:tag name="LATEXFORMHEIGHT" val=" 320"/>
  <p:tag name="LATEXFORMWIDTH" val=" 385"/>
  <p:tag name="LATEXFORMWRAP" val="True"/>
  <p:tag name="ORIGINALHEIGHT" val=" 7.01711"/>
  <p:tag name="ORIGINALWIDTH" val=" 7.061712"/>
  <p:tag name="TEMPFOLDER" val="C:\Users\luisc\Documents\Custom Office Templates\iguana temp\"/>
  <p:tag name="TRANSPARENCY" val="True"/>
</p:tagLst>
</file>

<file path=ppt/tags/tag100.xml><?xml version="1.0" encoding="utf-8"?>
<p:tagLst xmlns:a="http://schemas.openxmlformats.org/drawingml/2006/main" xmlns:r="http://schemas.openxmlformats.org/officeDocument/2006/relationships" xmlns:p="http://schemas.openxmlformats.org/presentationml/2006/main">
  <p:tag name="EMFCHILD" val="True"/>
  <p:tag name="ORIGINALHEIGHT" val=" 4.919153"/>
  <p:tag name="ORIGINALWIDTH" val=" 3.12774"/>
</p:tagLst>
</file>

<file path=ppt/tags/tag10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9"/>
  <p:tag name="IGUANATEXSIZE" val="20"/>
  <p:tag name="LATEXADDIN" val="\documentclass{article}&#10;\usepackage{amsmath}&#10;\pagestyle{empty}&#10;\begin{document}&#10;&#10;$Avg[Y_3]$&#10;&#10;&#10;&#10;\end{document}"/>
  <p:tag name="LATEXENGINEID" val="0"/>
  <p:tag name="LATEXFORMHEIGHT" val=" 320"/>
  <p:tag name="LATEXFORMWIDTH" val=" 385"/>
  <p:tag name="LATEXFORMWRAP" val="True"/>
  <p:tag name="ORIGINALHEIGHT" val=" 6.954887"/>
  <p:tag name="ORIGINALWIDTH" val=" 6.784082"/>
  <p:tag name="TEMPFOLDER" val="C:\Users\luisc\Documents\Custom Office Templates\iguana temp\"/>
  <p:tag name="TRANSPARENCY" val="True"/>
</p:tagLst>
</file>

<file path=ppt/tags/tag102.xml><?xml version="1.0" encoding="utf-8"?>
<p:tagLst xmlns:a="http://schemas.openxmlformats.org/drawingml/2006/main" xmlns:r="http://schemas.openxmlformats.org/officeDocument/2006/relationships" xmlns:p="http://schemas.openxmlformats.org/presentationml/2006/main">
  <p:tag name="EMFCHILD" val="True"/>
  <p:tag name="ORIGINALHEIGHT" val=" 4.400214"/>
  <p:tag name="ORIGINALWIDTH" val=" 4.341396"/>
</p:tagLst>
</file>

<file path=ppt/tags/tag103.xml><?xml version="1.0" encoding="utf-8"?>
<p:tagLst xmlns:a="http://schemas.openxmlformats.org/drawingml/2006/main" xmlns:r="http://schemas.openxmlformats.org/officeDocument/2006/relationships" xmlns:p="http://schemas.openxmlformats.org/presentationml/2006/main">
  <p:tag name="EMFCHILD" val="True"/>
  <p:tag name="ORIGINALHEIGHT" val=" 6.284639"/>
  <p:tag name="ORIGINALWIDTH" val=" 4.539209"/>
</p:tagLst>
</file>

<file path=ppt/tags/tag104.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54822"/>
</p:tagLst>
</file>

<file path=ppt/tags/tag105.xml><?xml version="1.0" encoding="utf-8"?>
<p:tagLst xmlns:a="http://schemas.openxmlformats.org/drawingml/2006/main" xmlns:r="http://schemas.openxmlformats.org/officeDocument/2006/relationships" xmlns:p="http://schemas.openxmlformats.org/presentationml/2006/main">
  <p:tag name="EMFCHILD" val="True"/>
  <p:tag name="ORIGINALHEIGHT" val=" 6.634328"/>
  <p:tag name="ORIGINALWIDTH" val=" 7.189549"/>
</p:tagLst>
</file>

<file path=ppt/tags/tag106.xml><?xml version="1.0" encoding="utf-8"?>
<p:tagLst xmlns:a="http://schemas.openxmlformats.org/drawingml/2006/main" xmlns:r="http://schemas.openxmlformats.org/officeDocument/2006/relationships" xmlns:p="http://schemas.openxmlformats.org/presentationml/2006/main">
  <p:tag name="EMFCHILD" val="True"/>
  <p:tag name="ORIGINALHEIGHT" val=" 4.650844"/>
  <p:tag name="ORIGINALWIDTH" val=" 3.184344"/>
</p:tagLst>
</file>

<file path=ppt/tags/tag107.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54822"/>
</p:tagLst>
</file>

<file path=ppt/tags/tag10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9"/>
  <p:tag name="IGUANATEXSIZE" val="20"/>
  <p:tag name="IGUANATEXVERSION" val="162"/>
  <p:tag name="LATEXADDIN" val="\documentclass{article}&#10;\usepackage{amsmath}&#10;\pagestyle{empty}&#10;\begin{document}&#10;&#10;$Avg[Y_4]$&#10;&#10;&#10;&#10;\end{document}"/>
  <p:tag name="LATEXENGINEID" val="0"/>
  <p:tag name="LATEXFORMHEIGHT" val=" 320"/>
  <p:tag name="LATEXFORMWIDTH" val=" 385"/>
  <p:tag name="LATEXFORMWRAP" val="True"/>
  <p:tag name="ORIGINALHEIGHT" val=" 9.713554"/>
  <p:tag name="ORIGINALWIDTH" val=" 31.7884"/>
  <p:tag name="OUTPUTTYPE" val="SVG"/>
  <p:tag name="TEMPFOLDER" val="C:\Users\luisc\Documents\Custom Office Templates\iguana temp\"/>
  <p:tag name="TRANSPARENCY" val="True"/>
</p:tagLst>
</file>

<file path=ppt/tags/tag10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9"/>
  <p:tag name="IGUANATEXSIZE" val="20"/>
  <p:tag name="LATEXADDIN" val="\documentclass{article}&#10;\usepackage{amsmath}&#10;\pagestyle{empty}&#10;\begin{document}&#10;&#10;$Avg[Y_4]$&#10;&#10;&#10;&#10;\end{document}"/>
  <p:tag name="LATEXENGINEID" val="0"/>
  <p:tag name="LATEXFORMHEIGHT" val=" 320"/>
  <p:tag name="LATEXFORMWIDTH" val=" 385"/>
  <p:tag name="LATEXFORMWRAP" val="True"/>
  <p:tag name="ORIGINALHEIGHT" val=" 6.954887"/>
  <p:tag name="ORIGINALWIDTH" val=" 6.784082"/>
  <p:tag name="TEMPFOLDER" val="C:\Users\luisc\Documents\Custom Office Templates\iguana temp\"/>
  <p:tag name="TRANSPARENCY" val="True"/>
</p:tagLst>
</file>

<file path=ppt/tags/tag110.xml><?xml version="1.0" encoding="utf-8"?>
<p:tagLst xmlns:a="http://schemas.openxmlformats.org/drawingml/2006/main" xmlns:r="http://schemas.openxmlformats.org/officeDocument/2006/relationships" xmlns:p="http://schemas.openxmlformats.org/presentationml/2006/main">
  <p:tag name="EMFCHILD" val="True"/>
  <p:tag name="ORIGINALHEIGHT" val=" 4.400214"/>
  <p:tag name="ORIGINALWIDTH" val=" 4.341396"/>
</p:tagLst>
</file>

<file path=ppt/tags/tag111.xml><?xml version="1.0" encoding="utf-8"?>
<p:tagLst xmlns:a="http://schemas.openxmlformats.org/drawingml/2006/main" xmlns:r="http://schemas.openxmlformats.org/officeDocument/2006/relationships" xmlns:p="http://schemas.openxmlformats.org/presentationml/2006/main">
  <p:tag name="EMFCHILD" val="True"/>
  <p:tag name="ORIGINALHEIGHT" val=" 6.284639"/>
  <p:tag name="ORIGINALWIDTH" val=" 4.539209"/>
</p:tagLst>
</file>

<file path=ppt/tags/tag112.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54822"/>
</p:tagLst>
</file>

<file path=ppt/tags/tag113.xml><?xml version="1.0" encoding="utf-8"?>
<p:tagLst xmlns:a="http://schemas.openxmlformats.org/drawingml/2006/main" xmlns:r="http://schemas.openxmlformats.org/officeDocument/2006/relationships" xmlns:p="http://schemas.openxmlformats.org/presentationml/2006/main">
  <p:tag name="EMFCHILD" val="True"/>
  <p:tag name="ORIGINALHEIGHT" val=" 6.634328"/>
  <p:tag name="ORIGINALWIDTH" val=" 7.189549"/>
</p:tagLst>
</file>

<file path=ppt/tags/tag114.xml><?xml version="1.0" encoding="utf-8"?>
<p:tagLst xmlns:a="http://schemas.openxmlformats.org/drawingml/2006/main" xmlns:r="http://schemas.openxmlformats.org/officeDocument/2006/relationships" xmlns:p="http://schemas.openxmlformats.org/presentationml/2006/main">
  <p:tag name="EMFCHILD" val="True"/>
  <p:tag name="ORIGINALHEIGHT" val=" 4.582831"/>
  <p:tag name="ORIGINALWIDTH" val=" 3.392041"/>
</p:tagLst>
</file>

<file path=ppt/tags/tag115.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54822"/>
</p:tagLst>
</file>

<file path=ppt/tags/tag116.xml><?xml version="1.0" encoding="utf-8"?>
<p:tagLst xmlns:a="http://schemas.openxmlformats.org/drawingml/2006/main" xmlns:r="http://schemas.openxmlformats.org/officeDocument/2006/relationships" xmlns:p="http://schemas.openxmlformats.org/presentationml/2006/main">
  <p:tag name="BITMAPVECTOR" val="0"/>
  <p:tag name="IGUANATEXCURSOR" val="85"/>
  <p:tag name="IGUANATEXSIZE" val="20"/>
  <p:tag name="IGUANATEXVERSION" val="161"/>
  <p:tag name="LATEXADDIN" val="\documentclass{article}&#10;\usepackage{amsmath}&#10;\pagestyle{empty}&#10;\begin{document}&#10;&#10;$Y_4$&#10;&#10;&#10;&#10;\end{document}"/>
  <p:tag name="LATEXENGINEID" val="0"/>
  <p:tag name="LATEXFORMHEIGHT" val="320"/>
  <p:tag name="LATEXFORMWIDTH" val="385"/>
  <p:tag name="LATEXFORMWRAP" val="True"/>
  <p:tag name="ORIGINALHEIGHT" val="103.4871"/>
  <p:tag name="ORIGINALWIDTH" val="114.7357"/>
  <p:tag name="OUTPUTDPI" val="1200"/>
  <p:tag name="OUTPUTTYPE" val="PNG"/>
  <p:tag name="TEMPFOLDER" val="c:\temp\"/>
  <p:tag name="TRANSPARENCY" val="True"/>
</p:tagLst>
</file>

<file path=ppt/tags/tag11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5"/>
  <p:tag name="IGUANATEXSIZE" val="20"/>
  <p:tag name="IGUANATEXVERSION" val="162"/>
  <p:tag name="LATEXADDIN" val="\documentclass{article}&#10;\usepackage{amsmath}&#10;\pagestyle{empty}&#10;\begin{document}&#10;&#10;$Y_2$&#10;&#10;&#10;&#10;\end{document}"/>
  <p:tag name="LATEXENGINEID" val="0"/>
  <p:tag name="LATEXFORMHEIGHT" val=" 320"/>
  <p:tag name="LATEXFORMWIDTH" val=" 385"/>
  <p:tag name="LATEXFORMWRAP" val="True"/>
  <p:tag name="LAYER" val="1"/>
  <p:tag name="ORIGINALHEIGHT" val=" 8.558205"/>
  <p:tag name="ORIGINALWIDTH" val=" 8.733002"/>
  <p:tag name="OUTPUTTYPE" val="SVG"/>
  <p:tag name="SELECTIONNAME" val="Group 97"/>
  <p:tag name="TEMPFOLDER" val="C:\Users\luisc\Documents\Custom Office Templates\iguana temp\"/>
  <p:tag name="TRANSPARENCY" val="True"/>
</p:tagLst>
</file>

<file path=ppt/tags/tag11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9"/>
  <p:tag name="IGUANATEXSIZE" val="20"/>
  <p:tag name="IGUANATEXVERSION" val="162"/>
  <p:tag name="LATEXADDIN" val="\documentclass{article}&#10;\usepackage{amsmath}&#10;\pagestyle{empty}&#10;\begin{document}&#10;&#10;$Avg[Y_2]$&#10;&#10;&#10;&#10;\end{document}"/>
  <p:tag name="LATEXENGINEID" val="0"/>
  <p:tag name="LATEXFORMHEIGHT" val=" 320"/>
  <p:tag name="LATEXFORMWIDTH" val=" 385"/>
  <p:tag name="LATEXFORMWRAP" val="True"/>
  <p:tag name="ORIGINALHEIGHT" val=" 9.713554"/>
  <p:tag name="ORIGINALWIDTH" val=" 31.7884"/>
  <p:tag name="OUTPUTTYPE" val="SVG"/>
  <p:tag name="TEMPFOLDER" val="C:\Users\luisc\Documents\Custom Office Templates\iguana temp\"/>
  <p:tag name="TRANSPARENCY" val="True"/>
</p:tagLst>
</file>

<file path=ppt/tags/tag11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9"/>
  <p:tag name="IGUANATEXSIZE" val="20"/>
  <p:tag name="LATEXADDIN" val="\documentclass{article}&#10;\usepackage{amsmath}&#10;\pagestyle{empty}&#10;\begin{document}&#10;&#10;$Avg[Y_2]$&#10;&#10;&#10;&#10;\end{document}"/>
  <p:tag name="LATEXENGINEID" val="0"/>
  <p:tag name="LATEXFORMHEIGHT" val=" 320"/>
  <p:tag name="LATEXFORMWIDTH" val=" 385"/>
  <p:tag name="LATEXFORMWRAP" val="True"/>
  <p:tag name="ORIGINALHEIGHT" val=" 6.954887"/>
  <p:tag name="ORIGINALWIDTH" val=" 6.784082"/>
  <p:tag name="TEMPFOLDER" val="C:\Users\luisc\Documents\Custom Office Templates\iguana temp\"/>
  <p:tag name="TRANSPARENCY" val="True"/>
</p:tagLst>
</file>

<file path=ppt/tags/tag120.xml><?xml version="1.0" encoding="utf-8"?>
<p:tagLst xmlns:a="http://schemas.openxmlformats.org/drawingml/2006/main" xmlns:r="http://schemas.openxmlformats.org/officeDocument/2006/relationships" xmlns:p="http://schemas.openxmlformats.org/presentationml/2006/main">
  <p:tag name="EMFCHILD" val="True"/>
  <p:tag name="ORIGINALHEIGHT" val=" 4.400214"/>
  <p:tag name="ORIGINALWIDTH" val=" 4.341396"/>
</p:tagLst>
</file>

<file path=ppt/tags/tag121.xml><?xml version="1.0" encoding="utf-8"?>
<p:tagLst xmlns:a="http://schemas.openxmlformats.org/drawingml/2006/main" xmlns:r="http://schemas.openxmlformats.org/officeDocument/2006/relationships" xmlns:p="http://schemas.openxmlformats.org/presentationml/2006/main">
  <p:tag name="EMFCHILD" val="True"/>
  <p:tag name="ORIGINALHEIGHT" val=" 6.284639"/>
  <p:tag name="ORIGINALWIDTH" val=" 4.539209"/>
</p:tagLst>
</file>

<file path=ppt/tags/tag122.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54822"/>
</p:tagLst>
</file>

<file path=ppt/tags/tag123.xml><?xml version="1.0" encoding="utf-8"?>
<p:tagLst xmlns:a="http://schemas.openxmlformats.org/drawingml/2006/main" xmlns:r="http://schemas.openxmlformats.org/officeDocument/2006/relationships" xmlns:p="http://schemas.openxmlformats.org/presentationml/2006/main">
  <p:tag name="EMFCHILD" val="True"/>
  <p:tag name="ORIGINALHEIGHT" val=" 6.634328"/>
  <p:tag name="ORIGINALWIDTH" val=" 7.189549"/>
</p:tagLst>
</file>

<file path=ppt/tags/tag124.xml><?xml version="1.0" encoding="utf-8"?>
<p:tagLst xmlns:a="http://schemas.openxmlformats.org/drawingml/2006/main" xmlns:r="http://schemas.openxmlformats.org/officeDocument/2006/relationships" xmlns:p="http://schemas.openxmlformats.org/presentationml/2006/main">
  <p:tag name="EMFCHILD" val="True"/>
  <p:tag name="ORIGINALHEIGHT" val=" 4.514861"/>
  <p:tag name="ORIGINALWIDTH" val=" 3.059769"/>
</p:tagLst>
</file>

<file path=ppt/tags/tag125.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54822"/>
</p:tagLst>
</file>

<file path=ppt/tags/tag126.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5"/>
  <p:tag name="IGUANATEXSIZE" val="20"/>
  <p:tag name="LATEXADDIN" val="\documentclass{article}&#10;\usepackage{amsmath}&#10;\pagestyle{empty}&#10;\begin{document}&#10;&#10;$Y_2$&#10;&#10;&#10;&#10;\end{document}"/>
  <p:tag name="LATEXENGINEID" val="0"/>
  <p:tag name="LATEXFORMHEIGHT" val=" 320"/>
  <p:tag name="LATEXFORMWIDTH" val=" 385"/>
  <p:tag name="LATEXFORMWRAP" val="True"/>
  <p:tag name="ORIGINALHEIGHT" val=" 7.01711"/>
  <p:tag name="ORIGINALWIDTH" val=" 7.061712"/>
  <p:tag name="TEMPFOLDER" val="C:\Users\luisc\Documents\Custom Office Templates\iguana temp\"/>
  <p:tag name="TRANSPARENCY" val="True"/>
</p:tagLst>
</file>

<file path=ppt/tags/tag127.xml><?xml version="1.0" encoding="utf-8"?>
<p:tagLst xmlns:a="http://schemas.openxmlformats.org/drawingml/2006/main" xmlns:r="http://schemas.openxmlformats.org/officeDocument/2006/relationships" xmlns:p="http://schemas.openxmlformats.org/presentationml/2006/main">
  <p:tag name="EMFCHILD" val="True"/>
  <p:tag name="ORIGINALHEIGHT" val=" 4.775332"/>
  <p:tag name="ORIGINALWIDTH" val=" 3.005342"/>
</p:tagLst>
</file>

<file path=ppt/tags/tag12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5"/>
  <p:tag name="IGUANATEXSIZE" val="20"/>
  <p:tag name="IGUANATEXVERSION" val="162"/>
  <p:tag name="LATEXADDIN" val="\documentclass{article}&#10;\usepackage{amsmath}&#10;\pagestyle{empty}&#10;\begin{document}&#10;&#10;$Y_1$&#10;&#10;&#10;&#10;\end{document}"/>
  <p:tag name="LATEXENGINEID" val="0"/>
  <p:tag name="LATEXFORMHEIGHT" val=" 320"/>
  <p:tag name="LATEXFORMWIDTH" val=" 385"/>
  <p:tag name="LATEXFORMWRAP" val="True"/>
  <p:tag name="LAYER" val="1"/>
  <p:tag name="ORIGINALHEIGHT" val=" 8.558205"/>
  <p:tag name="ORIGINALWIDTH" val=" 8.515458"/>
  <p:tag name="OUTPUTTYPE" val="SVG"/>
  <p:tag name="SELECTIONNAME" val="Group 105"/>
  <p:tag name="TEMPFOLDER" val="C:\Users\luisc\Documents\Custom Office Templates\iguana temp\"/>
  <p:tag name="TRANSPARENCY" val="True"/>
</p:tagLst>
</file>

<file path=ppt/tags/tag12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90"/>
  <p:tag name="IGUANATEXSIZE" val="20"/>
  <p:tag name="IGUANATEXVERSION" val="162"/>
  <p:tag name="LATEXADDIN" val="\documentclass{article}&#10;\usepackage{amsmath}&#10;\pagestyle{empty}&#10;\begin{document}&#10;&#10;$Avg[Y_1]$&#10;&#10;&#10;&#10;\end{document}"/>
  <p:tag name="LATEXENGINEID" val="0"/>
  <p:tag name="LATEXFORMHEIGHT" val=" 320"/>
  <p:tag name="LATEXFORMWIDTH" val=" 385"/>
  <p:tag name="LATEXFORMWRAP" val="True"/>
  <p:tag name="ORIGINALHEIGHT" val=" 9.713554"/>
  <p:tag name="ORIGINALWIDTH" val=" 31.7884"/>
  <p:tag name="OUTPUTTYPE" val="SVG"/>
  <p:tag name="TEMPFOLDER" val="C:\Users\luisc\Documents\Custom Office Templates\iguana temp\"/>
  <p:tag name="TRANSPARENCY" val="True"/>
</p:tagLst>
</file>

<file path=ppt/tags/tag13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90"/>
  <p:tag name="IGUANATEXSIZE" val="20"/>
  <p:tag name="LATEXADDIN" val="\documentclass{article}&#10;\usepackage{amsmath}&#10;\pagestyle{empty}&#10;\begin{document}&#10;&#10;$Avg[Y_1]$&#10;&#10;&#10;&#10;\end{document}"/>
  <p:tag name="LATEXENGINEID" val="0"/>
  <p:tag name="LATEXFORMHEIGHT" val=" 320"/>
  <p:tag name="LATEXFORMWIDTH" val=" 385"/>
  <p:tag name="LATEXFORMWRAP" val="True"/>
  <p:tag name="ORIGINALHEIGHT" val=" 6.954887"/>
  <p:tag name="ORIGINALWIDTH" val=" 6.784082"/>
  <p:tag name="TEMPFOLDER" val="C:\Users\luisc\Documents\Custom Office Templates\iguana temp\"/>
  <p:tag name="TRANSPARENCY" val="True"/>
</p:tagLst>
</file>

<file path=ppt/tags/tag131.xml><?xml version="1.0" encoding="utf-8"?>
<p:tagLst xmlns:a="http://schemas.openxmlformats.org/drawingml/2006/main" xmlns:r="http://schemas.openxmlformats.org/officeDocument/2006/relationships" xmlns:p="http://schemas.openxmlformats.org/presentationml/2006/main">
  <p:tag name="EMFCHILD" val="True"/>
  <p:tag name="ORIGINALHEIGHT" val=" 4.400214"/>
  <p:tag name="ORIGINALWIDTH" val=" 4.341396"/>
</p:tagLst>
</file>

<file path=ppt/tags/tag132.xml><?xml version="1.0" encoding="utf-8"?>
<p:tagLst xmlns:a="http://schemas.openxmlformats.org/drawingml/2006/main" xmlns:r="http://schemas.openxmlformats.org/officeDocument/2006/relationships" xmlns:p="http://schemas.openxmlformats.org/presentationml/2006/main">
  <p:tag name="EMFCHILD" val="True"/>
  <p:tag name="ORIGINALHEIGHT" val=" 6.284639"/>
  <p:tag name="ORIGINALWIDTH" val=" 4.539209"/>
</p:tagLst>
</file>

<file path=ppt/tags/tag133.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54822"/>
</p:tagLst>
</file>

<file path=ppt/tags/tag134.xml><?xml version="1.0" encoding="utf-8"?>
<p:tagLst xmlns:a="http://schemas.openxmlformats.org/drawingml/2006/main" xmlns:r="http://schemas.openxmlformats.org/officeDocument/2006/relationships" xmlns:p="http://schemas.openxmlformats.org/presentationml/2006/main">
  <p:tag name="EMFCHILD" val="True"/>
  <p:tag name="ORIGINALHEIGHT" val=" 6.634328"/>
  <p:tag name="ORIGINALWIDTH" val=" 7.189549"/>
</p:tagLst>
</file>

<file path=ppt/tags/tag135.xml><?xml version="1.0" encoding="utf-8"?>
<p:tagLst xmlns:a="http://schemas.openxmlformats.org/drawingml/2006/main" xmlns:r="http://schemas.openxmlformats.org/officeDocument/2006/relationships" xmlns:p="http://schemas.openxmlformats.org/presentationml/2006/main">
  <p:tag name="EMFCHILD" val="True"/>
  <p:tag name="ORIGINALHEIGHT" val=" 4.514861"/>
  <p:tag name="ORIGINALWIDTH" val=" 2.519799"/>
</p:tagLst>
</file>

<file path=ppt/tags/tag136.xml><?xml version="1.0" encoding="utf-8"?>
<p:tagLst xmlns:a="http://schemas.openxmlformats.org/drawingml/2006/main" xmlns:r="http://schemas.openxmlformats.org/officeDocument/2006/relationships" xmlns:p="http://schemas.openxmlformats.org/presentationml/2006/main">
  <p:tag name="EMFCHILD" val="True"/>
  <p:tag name="ORIGINALHEIGHT" val=" 9.713554"/>
  <p:tag name="ORIGINALWIDTH" val=" 1.354822"/>
</p:tagLst>
</file>

<file path=ppt/tags/tag13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5"/>
  <p:tag name="IGUANATEXSIZE" val="20"/>
  <p:tag name="LATEXADDIN" val="\documentclass{article}&#10;\usepackage{amsmath}&#10;\pagestyle{empty}&#10;\begin{document}&#10;&#10;$Y_1$&#10;&#10;&#10;&#10;\end{document}"/>
  <p:tag name="LATEXENGINEID" val="0"/>
  <p:tag name="LATEXFORMHEIGHT" val=" 320"/>
  <p:tag name="LATEXFORMWIDTH" val=" 385"/>
  <p:tag name="LATEXFORMWRAP" val="True"/>
  <p:tag name="ORIGINALHEIGHT" val=" 7.01711"/>
  <p:tag name="ORIGINALWIDTH" val=" 7.061751"/>
  <p:tag name="TEMPFOLDER" val="C:\Users\luisc\Documents\Custom Office Templates\iguana temp\"/>
  <p:tag name="TRANSPARENCY" val="True"/>
</p:tagLst>
</file>

<file path=ppt/tags/tag138.xml><?xml version="1.0" encoding="utf-8"?>
<p:tagLst xmlns:a="http://schemas.openxmlformats.org/drawingml/2006/main" xmlns:r="http://schemas.openxmlformats.org/officeDocument/2006/relationships" xmlns:p="http://schemas.openxmlformats.org/presentationml/2006/main">
  <p:tag name="EMFCHILD" val="True"/>
  <p:tag name="ORIGINALHEIGHT" val=" 4.775332"/>
  <p:tag name="ORIGINALWIDTH" val=" 2.474994"/>
</p:tagLst>
</file>

<file path=ppt/tags/tag139.xml><?xml version="1.0" encoding="utf-8"?>
<p:tagLst xmlns:a="http://schemas.openxmlformats.org/drawingml/2006/main" xmlns:r="http://schemas.openxmlformats.org/officeDocument/2006/relationships" xmlns:p="http://schemas.openxmlformats.org/presentationml/2006/main">
  <p:tag name="BITMAPVECTOR" val="1"/>
  <p:tag name="IGUANATEXCURSOR" val="90"/>
  <p:tag name="IGUANATEXSIZE" val="18"/>
  <p:tag name="IGUANATEXVERSION" val="161"/>
  <p:tag name="LATEXADDIN" val="\documentclass{article}&#10;\usepackage{amsmath}&#10;\pagestyle{empty}&#10;\begin{document}&#10;&#10;&#10;$ \alpha$&#10;\end{document}"/>
  <p:tag name="LATEXENGINEID" val="0"/>
  <p:tag name="LATEXFORMHEIGHT" val="320"/>
  <p:tag name="LATEXFORMWIDTH" val="385"/>
  <p:tag name="LATEXFORMWRAP" val="True"/>
  <p:tag name="ORIGINALHEIGHT" val="5.077209"/>
  <p:tag name="ORIGINALWIDTH" val="6.287664"/>
  <p:tag name="OUTPUTTYPE" val="SVG"/>
  <p:tag name="TEMPFOLDER" val="c:\temp\"/>
  <p:tag name="TRANSPARENCY" val="True"/>
</p:tagLst>
</file>

<file path=ppt/tags/tag140.xml><?xml version="1.0" encoding="utf-8"?>
<p:tagLst xmlns:a="http://schemas.openxmlformats.org/drawingml/2006/main" xmlns:r="http://schemas.openxmlformats.org/officeDocument/2006/relationships" xmlns:p="http://schemas.openxmlformats.org/presentationml/2006/main">
  <p:tag name="BITMAPVECTOR" val="1"/>
  <p:tag name="IGUANATEXCURSOR" val="91"/>
  <p:tag name="IGUANATEXSIZE" val="18"/>
  <p:tag name="IGUANATEXVERSION" val="161"/>
  <p:tag name="LATEXADDIN" val="\documentclass{article}&#10;\usepackage{amsmath}&#10;\pagestyle{empty}&#10;\begin{document}&#10;&#10;&#10;$ \text{H0:}  \mu_1 = \mu_2 $&#10;\end{document}"/>
  <p:tag name="LATEXENGINEID" val="0"/>
  <p:tag name="LATEXFORMHEIGHT" val="320"/>
  <p:tag name="LATEXFORMWIDTH" val="385"/>
  <p:tag name="LATEXFORMWRAP" val="True"/>
  <p:tag name="ORIGINALHEIGHT" val="8.956344"/>
  <p:tag name="ORIGINALWIDTH" val="47.92677"/>
  <p:tag name="OUTPUTTYPE" val="SVG"/>
  <p:tag name="TEMPFOLDER" val="c:\temp\"/>
  <p:tag name="TRANSPARENCY" val="True"/>
</p:tagLst>
</file>

<file path=ppt/tags/tag141.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1"/>
  <p:tag name="IGUANATEXSIZE" val="18"/>
  <p:tag name="LATEXADDIN" val="\documentclass{article}&#10;\usepackage{amsmath}&#10;\pagestyle{empty}&#10;\begin{document}&#10;&#10;&#10;$ \text{H0:}  \mu_1 = \mu_2 $&#10;\end{document}"/>
  <p:tag name="LATEXENGINEID" val="0"/>
  <p:tag name="LATEXFORMHEIGHT" val="320"/>
  <p:tag name="LATEXFORMWIDTH" val="385"/>
  <p:tag name="LATEXFORMWRAP" val="True"/>
  <p:tag name="ORIGINALHEIGHT" val="6.804462"/>
  <p:tag name="ORIGINALWIDTH" val="6.769729"/>
  <p:tag name="TEMPFOLDER" val="c:\temp\"/>
  <p:tag name="TRANSPARENCY" val="True"/>
</p:tagLst>
</file>

<file path=ppt/tags/tag142.xml><?xml version="1.0" encoding="utf-8"?>
<p:tagLst xmlns:a="http://schemas.openxmlformats.org/drawingml/2006/main" xmlns:r="http://schemas.openxmlformats.org/officeDocument/2006/relationships" xmlns:p="http://schemas.openxmlformats.org/presentationml/2006/main">
  <p:tag name="EMFCHILD" val="True"/>
  <p:tag name="ORIGINALHEIGHT" val="6.854287"/>
  <p:tag name="ORIGINALWIDTH" val="4.172835"/>
</p:tagLst>
</file>

<file path=ppt/tags/tag143.xml><?xml version="1.0" encoding="utf-8"?>
<p:tagLst xmlns:a="http://schemas.openxmlformats.org/drawingml/2006/main" xmlns:r="http://schemas.openxmlformats.org/officeDocument/2006/relationships" xmlns:p="http://schemas.openxmlformats.org/presentationml/2006/main">
  <p:tag name="EMFCHILD" val="True"/>
  <p:tag name="ORIGINALHEIGHT" val="4.293876"/>
  <p:tag name="ORIGINALWIDTH" val="1.050612"/>
</p:tagLst>
</file>

<file path=ppt/tags/tag144.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72179"/>
</p:tagLst>
</file>

<file path=ppt/tags/tag145.xml><?xml version="1.0" encoding="utf-8"?>
<p:tagLst xmlns:a="http://schemas.openxmlformats.org/drawingml/2006/main" xmlns:r="http://schemas.openxmlformats.org/officeDocument/2006/relationships" xmlns:p="http://schemas.openxmlformats.org/presentationml/2006/main">
  <p:tag name="EMFCHILD" val="True"/>
  <p:tag name="ORIGINALHEIGHT" val="4.630621"/>
  <p:tag name="ORIGINALWIDTH" val="2.525503"/>
</p:tagLst>
</file>

<file path=ppt/tags/tag146.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591339"/>
</p:tagLst>
</file>

<file path=ppt/tags/tag147.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72179"/>
</p:tagLst>
</file>

<file path=ppt/tags/tag148.xml><?xml version="1.0" encoding="utf-8"?>
<p:tagLst xmlns:a="http://schemas.openxmlformats.org/drawingml/2006/main" xmlns:r="http://schemas.openxmlformats.org/officeDocument/2006/relationships" xmlns:p="http://schemas.openxmlformats.org/presentationml/2006/main">
  <p:tag name="EMFCHILD" val="True"/>
  <p:tag name="ORIGINALHEIGHT" val="4.630621"/>
  <p:tag name="ORIGINALWIDTH" val="3.06671"/>
</p:tagLst>
</file>

<file path=ppt/tags/tag149.xml><?xml version="1.0" encoding="utf-8"?>
<p:tagLst xmlns:a="http://schemas.openxmlformats.org/drawingml/2006/main" xmlns:r="http://schemas.openxmlformats.org/officeDocument/2006/relationships" xmlns:p="http://schemas.openxmlformats.org/presentationml/2006/main">
  <p:tag name="BITMAPVECTOR" val="1"/>
  <p:tag name="IGUANATEXCURSOR" val="146"/>
  <p:tag name="IGUANATEXSIZE" val="18"/>
  <p:tag name="IGUANATEXVERSION" val="161"/>
  <p:tag name="LATEXADDIN" val="\documentclass{article}&#10;\usepackage{amsmath}&#10;\pagestyle{empty}&#10;\begin{document}&#10;&#10;&#10;$ \text{SES} = MDE/SD = \frac{\bar{y_t} - \bar{y_c}}{\sigma_c} $&#10;\end{document}"/>
  <p:tag name="LATEXENGINEID" val="0"/>
  <p:tag name="LATEXFORMHEIGHT" val="320"/>
  <p:tag name="LATEXFORMWIDTH" val="385"/>
  <p:tag name="LATEXFORMWRAP" val="True"/>
  <p:tag name="ORIGINALHEIGHT" val="13.57625"/>
  <p:tag name="ORIGINALWIDTH" val="113.7953"/>
  <p:tag name="OUTPUTTYPE" val="SVG"/>
  <p:tag name="TEMPFOLDER" val="c:\temp\"/>
  <p:tag name="TRANSPARENCY" val="True"/>
</p:tagLst>
</file>

<file path=ppt/tags/tag150.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46"/>
  <p:tag name="IGUANATEXSIZE" val="18"/>
  <p:tag name="LATEXADDIN" val="\documentclass{article}&#10;\usepackage{amsmath}&#10;\pagestyle{empty}&#10;\begin{document}&#10;&#10;&#10;$ \text{SES} = MDE/SD = \frac{\bar{y_t} - \bar{y_c}}{\sigma_c} $&#10;\end{document}"/>
  <p:tag name="LATEXENGINEID" val="0"/>
  <p:tag name="LATEXFORMHEIGHT" val="320"/>
  <p:tag name="LATEXFORMWIDTH" val="385"/>
  <p:tag name="LATEXFORMWRAP" val="True"/>
  <p:tag name="ORIGINALHEIGHT" val="7.521391"/>
  <p:tag name="ORIGINALWIDTH" val="4.41343"/>
  <p:tag name="TEMPFOLDER" val="c:\temp\"/>
  <p:tag name="TRANSPARENCY" val="True"/>
</p:tagLst>
</file>

<file path=ppt/tags/tag151.xml><?xml version="1.0" encoding="utf-8"?>
<p:tagLst xmlns:a="http://schemas.openxmlformats.org/drawingml/2006/main" xmlns:r="http://schemas.openxmlformats.org/officeDocument/2006/relationships" xmlns:p="http://schemas.openxmlformats.org/presentationml/2006/main">
  <p:tag name="EMFCHILD" val="True"/>
  <p:tag name="ORIGINALHEIGHT" val="7.035127"/>
  <p:tag name="ORIGINALWIDTH" val="6.166842"/>
</p:tagLst>
</file>

<file path=ppt/tags/tag152.xml><?xml version="1.0" encoding="utf-8"?>
<p:tagLst xmlns:a="http://schemas.openxmlformats.org/drawingml/2006/main" xmlns:r="http://schemas.openxmlformats.org/officeDocument/2006/relationships" xmlns:p="http://schemas.openxmlformats.org/presentationml/2006/main">
  <p:tag name="EMFCHILD" val="True"/>
  <p:tag name="ORIGINALHEIGHT" val="7.521391"/>
  <p:tag name="ORIGINALWIDTH" val="4.41343"/>
</p:tagLst>
</file>

<file path=ppt/tags/tag153.xml><?xml version="1.0" encoding="utf-8"?>
<p:tagLst xmlns:a="http://schemas.openxmlformats.org/drawingml/2006/main" xmlns:r="http://schemas.openxmlformats.org/officeDocument/2006/relationships" xmlns:p="http://schemas.openxmlformats.org/presentationml/2006/main">
  <p:tag name="EMFCHILD" val="True"/>
  <p:tag name="ORIGINALHEIGHT" val="2.42091"/>
  <p:tag name="ORIGINALWIDTH" val="6.625154"/>
</p:tagLst>
</file>

<file path=ppt/tags/tag154.xml><?xml version="1.0" encoding="utf-8"?>
<p:tagLst xmlns:a="http://schemas.openxmlformats.org/drawingml/2006/main" xmlns:r="http://schemas.openxmlformats.org/officeDocument/2006/relationships" xmlns:p="http://schemas.openxmlformats.org/presentationml/2006/main">
  <p:tag name="EMFCHILD" val="True"/>
  <p:tag name="ORIGINALHEIGHT" val="7.066186"/>
  <p:tag name="ORIGINALWIDTH" val="9.982546"/>
</p:tagLst>
</file>

<file path=ppt/tags/tag155.xml><?xml version="1.0" encoding="utf-8"?>
<p:tagLst xmlns:a="http://schemas.openxmlformats.org/drawingml/2006/main" xmlns:r="http://schemas.openxmlformats.org/officeDocument/2006/relationships" xmlns:p="http://schemas.openxmlformats.org/presentationml/2006/main">
  <p:tag name="EMFCHILD" val="True"/>
  <p:tag name="ORIGINALHEIGHT" val="7.066186"/>
  <p:tag name="ORIGINALWIDTH" val="7.611417"/>
</p:tagLst>
</file>

<file path=ppt/tags/tag156.xml><?xml version="1.0" encoding="utf-8"?>
<p:tagLst xmlns:a="http://schemas.openxmlformats.org/drawingml/2006/main" xmlns:r="http://schemas.openxmlformats.org/officeDocument/2006/relationships" xmlns:p="http://schemas.openxmlformats.org/presentationml/2006/main">
  <p:tag name="EMFCHILD" val="True"/>
  <p:tag name="ORIGINALHEIGHT" val="7.035127"/>
  <p:tag name="ORIGINALWIDTH" val="7.230621"/>
</p:tagLst>
</file>

<file path=ppt/tags/tag157.xml><?xml version="1.0" encoding="utf-8"?>
<p:tagLst xmlns:a="http://schemas.openxmlformats.org/drawingml/2006/main" xmlns:r="http://schemas.openxmlformats.org/officeDocument/2006/relationships" xmlns:p="http://schemas.openxmlformats.org/presentationml/2006/main">
  <p:tag name="EMFCHILD" val="True"/>
  <p:tag name="ORIGINALHEIGHT" val="10.3458"/>
  <p:tag name="ORIGINALWIDTH" val="3.875459"/>
</p:tagLst>
</file>

<file path=ppt/tags/tag158.xml><?xml version="1.0" encoding="utf-8"?>
<p:tagLst xmlns:a="http://schemas.openxmlformats.org/drawingml/2006/main" xmlns:r="http://schemas.openxmlformats.org/officeDocument/2006/relationships" xmlns:p="http://schemas.openxmlformats.org/presentationml/2006/main">
  <p:tag name="EMFCHILD" val="True"/>
  <p:tag name="ORIGINALHEIGHT" val="7.521391"/>
  <p:tag name="ORIGINALWIDTH" val="5.90783"/>
</p:tagLst>
</file>

<file path=ppt/tags/tag159.xml><?xml version="1.0" encoding="utf-8"?>
<p:tagLst xmlns:a="http://schemas.openxmlformats.org/drawingml/2006/main" xmlns:r="http://schemas.openxmlformats.org/officeDocument/2006/relationships" xmlns:p="http://schemas.openxmlformats.org/presentationml/2006/main">
  <p:tag name="EMFCHILD" val="True"/>
  <p:tag name="ORIGINALHEIGHT" val="7.066186"/>
  <p:tag name="ORIGINALWIDTH" val="7.611417"/>
</p:tagLst>
</file>

<file path=ppt/tags/tag160.xml><?xml version="1.0" encoding="utf-8"?>
<p:tagLst xmlns:a="http://schemas.openxmlformats.org/drawingml/2006/main" xmlns:r="http://schemas.openxmlformats.org/officeDocument/2006/relationships" xmlns:p="http://schemas.openxmlformats.org/presentationml/2006/main">
  <p:tag name="EMFCHILD" val="True"/>
  <p:tag name="ORIGINALHEIGHT" val="2.42091"/>
  <p:tag name="ORIGINALWIDTH" val="6.625154"/>
</p:tagLst>
</file>

<file path=ppt/tags/tag161.xml><?xml version="1.0" encoding="utf-8"?>
<p:tagLst xmlns:a="http://schemas.openxmlformats.org/drawingml/2006/main" xmlns:r="http://schemas.openxmlformats.org/officeDocument/2006/relationships" xmlns:p="http://schemas.openxmlformats.org/presentationml/2006/main">
  <p:tag name="EMFCHILD" val="True"/>
  <p:tag name="ORIGINALHEIGHT" val="0.2751969"/>
  <p:tag name="ORIGINALWIDTH" val="2.77559"/>
</p:tagLst>
</file>

<file path=ppt/tags/tag162.xml><?xml version="1.0" encoding="utf-8"?>
<p:tagLst xmlns:a="http://schemas.openxmlformats.org/drawingml/2006/main" xmlns:r="http://schemas.openxmlformats.org/officeDocument/2006/relationships" xmlns:p="http://schemas.openxmlformats.org/presentationml/2006/main">
  <p:tag name="EMFCHILD" val="True"/>
  <p:tag name="ORIGINALHEIGHT" val="4.671129"/>
  <p:tag name="ORIGINALWIDTH" val="3.577559"/>
</p:tagLst>
</file>

<file path=ppt/tags/tag163.xml><?xml version="1.0" encoding="utf-8"?>
<p:tagLst xmlns:a="http://schemas.openxmlformats.org/drawingml/2006/main" xmlns:r="http://schemas.openxmlformats.org/officeDocument/2006/relationships" xmlns:p="http://schemas.openxmlformats.org/presentationml/2006/main">
  <p:tag name="EMFCHILD" val="True"/>
  <p:tag name="ORIGINALHEIGHT" val="3.295101"/>
  <p:tag name="ORIGINALWIDTH" val="1.937708"/>
</p:tagLst>
</file>

<file path=ppt/tags/tag164.xml><?xml version="1.0" encoding="utf-8"?>
<p:tagLst xmlns:a="http://schemas.openxmlformats.org/drawingml/2006/main" xmlns:r="http://schemas.openxmlformats.org/officeDocument/2006/relationships" xmlns:p="http://schemas.openxmlformats.org/presentationml/2006/main">
  <p:tag name="EMFCHILD" val="True"/>
  <p:tag name="ORIGINALHEIGHT" val="0.3548557"/>
  <p:tag name="ORIGINALWIDTH" val="4.714305"/>
</p:tagLst>
</file>

<file path=ppt/tags/tag165.xml><?xml version="1.0" encoding="utf-8"?>
<p:tagLst xmlns:a="http://schemas.openxmlformats.org/drawingml/2006/main" xmlns:r="http://schemas.openxmlformats.org/officeDocument/2006/relationships" xmlns:p="http://schemas.openxmlformats.org/presentationml/2006/main">
  <p:tag name="EMFCHILD" val="True"/>
  <p:tag name="ORIGINALHEIGHT" val="0.2751969"/>
  <p:tag name="ORIGINALWIDTH" val="2.77559"/>
</p:tagLst>
</file>

<file path=ppt/tags/tag166.xml><?xml version="1.0" encoding="utf-8"?>
<p:tagLst xmlns:a="http://schemas.openxmlformats.org/drawingml/2006/main" xmlns:r="http://schemas.openxmlformats.org/officeDocument/2006/relationships" xmlns:p="http://schemas.openxmlformats.org/presentationml/2006/main">
  <p:tag name="EMFCHILD" val="True"/>
  <p:tag name="ORIGINALHEIGHT" val="4.671129"/>
  <p:tag name="ORIGINALWIDTH" val="3.577559"/>
</p:tagLst>
</file>

<file path=ppt/tags/tag167.xml><?xml version="1.0" encoding="utf-8"?>
<p:tagLst xmlns:a="http://schemas.openxmlformats.org/drawingml/2006/main" xmlns:r="http://schemas.openxmlformats.org/officeDocument/2006/relationships" xmlns:p="http://schemas.openxmlformats.org/presentationml/2006/main">
  <p:tag name="EMFCHILD" val="True"/>
  <p:tag name="ORIGINALHEIGHT" val="2.343307"/>
  <p:tag name="ORIGINALWIDTH" val="2.435827"/>
</p:tagLst>
</file>

<file path=ppt/tags/tag168.xml><?xml version="1.0" encoding="utf-8"?>
<p:tagLst xmlns:a="http://schemas.openxmlformats.org/drawingml/2006/main" xmlns:r="http://schemas.openxmlformats.org/officeDocument/2006/relationships" xmlns:p="http://schemas.openxmlformats.org/presentationml/2006/main">
  <p:tag name="EMFCHILD" val="True"/>
  <p:tag name="ORIGINALHEIGHT" val="0.4137795"/>
  <p:tag name="ORIGINALWIDTH" val="21.34654"/>
</p:tagLst>
</file>

<file path=ppt/tags/tag169.xml><?xml version="1.0" encoding="utf-8"?>
<p:tagLst xmlns:a="http://schemas.openxmlformats.org/drawingml/2006/main" xmlns:r="http://schemas.openxmlformats.org/officeDocument/2006/relationships" xmlns:p="http://schemas.openxmlformats.org/presentationml/2006/main">
  <p:tag name="EMFCHILD" val="True"/>
  <p:tag name="ORIGINALHEIGHT" val="3.193745"/>
  <p:tag name="ORIGINALWIDTH" val="4.037839"/>
</p:tagLst>
</file>

<file path=ppt/tags/tag170.xml><?xml version="1.0" encoding="utf-8"?>
<p:tagLst xmlns:a="http://schemas.openxmlformats.org/drawingml/2006/main" xmlns:r="http://schemas.openxmlformats.org/officeDocument/2006/relationships" xmlns:p="http://schemas.openxmlformats.org/presentationml/2006/main">
  <p:tag name="EMFCHILD" val="True"/>
  <p:tag name="ORIGINALHEIGHT" val="2.343307"/>
  <p:tag name="ORIGINALWIDTH" val="2.435827"/>
</p:tagLst>
</file>

<file path=ppt/tags/tag171.xml><?xml version="1.0" encoding="utf-8"?>
<p:tagLst xmlns:a="http://schemas.openxmlformats.org/drawingml/2006/main" xmlns:r="http://schemas.openxmlformats.org/officeDocument/2006/relationships" xmlns:p="http://schemas.openxmlformats.org/presentationml/2006/main">
  <p:tag name="BITMAPVECTOR" val="1"/>
  <p:tag name="IGUANATEXCURSOR" val="109"/>
  <p:tag name="IGUANATEXSIZE" val="18"/>
  <p:tag name="IGUANATEXVERSION" val="161"/>
  <p:tag name="LATEXADDIN" val="\documentclass{article}&#10;\usepackage{amsmath}&#10;\pagestyle{empty}&#10;\begin{document}&#10;&#10;&#10;$ f^2 = \frac{R^2}{1 - R^2}$&#10;\end{document}"/>
  <p:tag name="LATEXENGINEID" val="0"/>
  <p:tag name="LATEXFORMHEIGHT" val="320"/>
  <p:tag name="LATEXFORMWIDTH" val="385"/>
  <p:tag name="LATEXFORMWRAP" val="True"/>
  <p:tag name="ORIGINALHEIGHT" val="14.06846"/>
  <p:tag name="ORIGINALWIDTH" val="44.49379"/>
  <p:tag name="OUTPUTTYPE" val="SVG"/>
  <p:tag name="TEMPFOLDER" val="c:\temp\"/>
  <p:tag name="TRANSPARENCY" val="True"/>
</p:tagLst>
</file>

<file path=ppt/tags/tag172.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09"/>
  <p:tag name="IGUANATEXSIZE" val="18"/>
  <p:tag name="LATEXADDIN" val="\documentclass{article}&#10;\usepackage{amsmath}&#10;\pagestyle{empty}&#10;\begin{document}&#10;&#10;&#10;$ f^2 = \frac{R^2}{1 - R^2}$&#10;\end{document}"/>
  <p:tag name="LATEXENGINEID" val="0"/>
  <p:tag name="LATEXFORMHEIGHT" val="320"/>
  <p:tag name="LATEXFORMWIDTH" val="385"/>
  <p:tag name="LATEXFORMWRAP" val="True"/>
  <p:tag name="ORIGINALHEIGHT" val="9.227879"/>
  <p:tag name="ORIGINALWIDTH" val="4.971308"/>
  <p:tag name="TEMPFOLDER" val="c:\temp\"/>
  <p:tag name="TRANSPARENCY" val="True"/>
</p:tagLst>
</file>

<file path=ppt/tags/tag173.xml><?xml version="1.0" encoding="utf-8"?>
<p:tagLst xmlns:a="http://schemas.openxmlformats.org/drawingml/2006/main" xmlns:r="http://schemas.openxmlformats.org/officeDocument/2006/relationships" xmlns:p="http://schemas.openxmlformats.org/presentationml/2006/main">
  <p:tag name="EMFCHILD" val="True"/>
  <p:tag name="ORIGINALHEIGHT" val="4.713285"/>
  <p:tag name="ORIGINALWIDTH" val="3.08239"/>
</p:tagLst>
</file>

<file path=ppt/tags/tag174.xml><?xml version="1.0" encoding="utf-8"?>
<p:tagLst xmlns:a="http://schemas.openxmlformats.org/drawingml/2006/main" xmlns:r="http://schemas.openxmlformats.org/officeDocument/2006/relationships" xmlns:p="http://schemas.openxmlformats.org/presentationml/2006/main">
  <p:tag name="EMFCHILD" val="True"/>
  <p:tag name="ORIGINALHEIGHT" val="2.372879"/>
  <p:tag name="ORIGINALWIDTH" val="6.625149"/>
</p:tagLst>
</file>

<file path=ppt/tags/tag175.xml><?xml version="1.0" encoding="utf-8"?>
<p:tagLst xmlns:a="http://schemas.openxmlformats.org/drawingml/2006/main" xmlns:r="http://schemas.openxmlformats.org/officeDocument/2006/relationships" xmlns:p="http://schemas.openxmlformats.org/presentationml/2006/main">
  <p:tag name="EMFCHILD" val="True"/>
  <p:tag name="ORIGINALHEIGHT" val="4.990142"/>
  <p:tag name="ORIGINALWIDTH" val="5.42565"/>
</p:tagLst>
</file>

<file path=ppt/tags/tag176.xml><?xml version="1.0" encoding="utf-8"?>
<p:tagLst xmlns:a="http://schemas.openxmlformats.org/drawingml/2006/main" xmlns:r="http://schemas.openxmlformats.org/officeDocument/2006/relationships" xmlns:p="http://schemas.openxmlformats.org/presentationml/2006/main">
  <p:tag name="EMFCHILD" val="True"/>
  <p:tag name="ORIGINALHEIGHT" val="3.376756"/>
  <p:tag name="ORIGINALWIDTH" val="2.480656"/>
</p:tagLst>
</file>

<file path=ppt/tags/tag177.xml><?xml version="1.0" encoding="utf-8"?>
<p:tagLst xmlns:a="http://schemas.openxmlformats.org/drawingml/2006/main" xmlns:r="http://schemas.openxmlformats.org/officeDocument/2006/relationships" xmlns:p="http://schemas.openxmlformats.org/presentationml/2006/main">
  <p:tag name="EMFCHILD" val="True"/>
  <p:tag name="ORIGINALHEIGHT" val="0.405581"/>
  <p:tag name="ORIGINALWIDTH" val="20.12359"/>
</p:tagLst>
</file>

<file path=ppt/tags/tag178.xml><?xml version="1.0" encoding="utf-8"?>
<p:tagLst xmlns:a="http://schemas.openxmlformats.org/drawingml/2006/main" xmlns:r="http://schemas.openxmlformats.org/officeDocument/2006/relationships" xmlns:p="http://schemas.openxmlformats.org/presentationml/2006/main">
  <p:tag name="EMFCHILD" val="True"/>
  <p:tag name="ORIGINALHEIGHT" val="4.713285"/>
  <p:tag name="ORIGINALWIDTH" val="2.53846"/>
</p:tagLst>
</file>

<file path=ppt/tags/tag179.xml><?xml version="1.0" encoding="utf-8"?>
<p:tagLst xmlns:a="http://schemas.openxmlformats.org/drawingml/2006/main" xmlns:r="http://schemas.openxmlformats.org/officeDocument/2006/relationships" xmlns:p="http://schemas.openxmlformats.org/presentationml/2006/main">
  <p:tag name="EMFCHILD" val="True"/>
  <p:tag name="ORIGINALHEIGHT" val="0.3477768"/>
  <p:tag name="ORIGINALWIDTH" val="4.714283"/>
</p:tagLst>
</file>

<file path=ppt/tags/tag180.xml><?xml version="1.0" encoding="utf-8"?>
<p:tagLst xmlns:a="http://schemas.openxmlformats.org/drawingml/2006/main" xmlns:r="http://schemas.openxmlformats.org/officeDocument/2006/relationships" xmlns:p="http://schemas.openxmlformats.org/presentationml/2006/main">
  <p:tag name="EMFCHILD" val="True"/>
  <p:tag name="ORIGINALHEIGHT" val="4.990142"/>
  <p:tag name="ORIGINALWIDTH" val="5.42565"/>
</p:tagLst>
</file>

<file path=ppt/tags/tag181.xml><?xml version="1.0" encoding="utf-8"?>
<p:tagLst xmlns:a="http://schemas.openxmlformats.org/drawingml/2006/main" xmlns:r="http://schemas.openxmlformats.org/officeDocument/2006/relationships" xmlns:p="http://schemas.openxmlformats.org/presentationml/2006/main">
  <p:tag name="EMFCHILD" val="True"/>
  <p:tag name="ORIGINALHEIGHT" val="3.376756"/>
  <p:tag name="ORIGINALWIDTH" val="2.480656"/>
</p:tagLst>
</file>

<file path=ppt/tags/tag182.xml><?xml version="1.0" encoding="utf-8"?>
<p:tagLst xmlns:a="http://schemas.openxmlformats.org/drawingml/2006/main" xmlns:r="http://schemas.openxmlformats.org/officeDocument/2006/relationships" xmlns:p="http://schemas.openxmlformats.org/presentationml/2006/main">
  <p:tag name="BITMAPVECTOR" val="1"/>
  <p:tag name="IGUANATEXCURSOR" val="88"/>
  <p:tag name="IGUANATEXSIZE" val="18"/>
  <p:tag name="IGUANATEXVERSION" val="161"/>
  <p:tag name="LATEXADDIN" val="\documentclass{article}&#10;\usepackage{amsmath}&#10;\pagestyle{empty}&#10;\begin{document}&#10;&#10;&#10;$ H_0: \mu = \mu_0$&#10;\end{document}"/>
  <p:tag name="LATEXENGINEID" val="0"/>
  <p:tag name="LATEXFORMHEIGHT" val="320"/>
  <p:tag name="LATEXFORMWIDTH" val="385"/>
  <p:tag name="LATEXFORMWRAP" val="True"/>
  <p:tag name="ORIGINALHEIGHT" val="8.956344"/>
  <p:tag name="ORIGINALWIDTH" val="49.79995"/>
  <p:tag name="OUTPUTTYPE" val="SVG"/>
  <p:tag name="TEMPFOLDER" val="c:\temp\"/>
  <p:tag name="TRANSPARENCY" val="True"/>
</p:tagLst>
</file>

<file path=ppt/tags/tag183.xml><?xml version="1.0" encoding="utf-8"?>
<p:tagLst xmlns:a="http://schemas.openxmlformats.org/drawingml/2006/main" xmlns:r="http://schemas.openxmlformats.org/officeDocument/2006/relationships" xmlns:p="http://schemas.openxmlformats.org/presentationml/2006/main">
  <p:tag name="BITMAPVECTOR" val="1"/>
  <p:tag name="IGUANATEXCURSOR" val="102"/>
  <p:tag name="IGUANATEXSIZE" val="18"/>
  <p:tag name="IGUANATEXVERSION" val="161"/>
  <p:tag name="LATEXADDIN" val="\documentclass{article}&#10;\usepackage{amsmath}&#10;\pagestyle{empty}&#10;\begin{document}&#10;&#10;&#10;$ \text{Normal} (\mu, \sigma^2)$&#10;&#10;\end{document}"/>
  <p:tag name="LATEXENGINEID" val="0"/>
  <p:tag name="LATEXFORMHEIGHT" val="320"/>
  <p:tag name="LATEXFORMWIDTH" val="385"/>
  <p:tag name="LATEXFORMWRAP" val="True"/>
  <p:tag name="ORIGINALHEIGHT" val="10.24856"/>
  <p:tag name="ORIGINALWIDTH" val="59.53653"/>
  <p:tag name="OUTPUTTYPE" val="SVG"/>
  <p:tag name="TEMPFOLDER" val="c:\temp\"/>
  <p:tag name="TRANSPARENCY" val="True"/>
</p:tagLst>
</file>

<file path=ppt/tags/tag184.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02"/>
  <p:tag name="IGUANATEXSIZE" val="18"/>
  <p:tag name="LATEXADDIN" val="\documentclass{article}&#10;\usepackage{amsmath}&#10;\pagestyle{empty}&#10;\begin{document}&#10;&#10;&#10;$ \text{Normal} (\mu, \sigma^2)$&#10;&#10;\end{document}"/>
  <p:tag name="LATEXENGINEID" val="0"/>
  <p:tag name="LATEXFORMHEIGHT" val="320"/>
  <p:tag name="LATEXFORMWIDTH" val="385"/>
  <p:tag name="LATEXFORMWRAP" val="True"/>
  <p:tag name="ORIGINALHEIGHT" val="6.495191"/>
  <p:tag name="ORIGINALWIDTH" val="6.776553"/>
  <p:tag name="TEMPFOLDER" val="c:\temp\"/>
  <p:tag name="TRANSPARENCY" val="True"/>
</p:tagLst>
</file>

<file path=ppt/tags/tag185.xml><?xml version="1.0" encoding="utf-8"?>
<p:tagLst xmlns:a="http://schemas.openxmlformats.org/drawingml/2006/main" xmlns:r="http://schemas.openxmlformats.org/officeDocument/2006/relationships" xmlns:p="http://schemas.openxmlformats.org/presentationml/2006/main">
  <p:tag name="EMFCHILD" val="True"/>
  <p:tag name="ORIGINALHEIGHT" val="4.364962"/>
  <p:tag name="ORIGINALWIDTH" val="4.39532"/>
</p:tagLst>
</file>

<file path=ppt/tags/tag186.xml><?xml version="1.0" encoding="utf-8"?>
<p:tagLst xmlns:a="http://schemas.openxmlformats.org/drawingml/2006/main" xmlns:r="http://schemas.openxmlformats.org/officeDocument/2006/relationships" xmlns:p="http://schemas.openxmlformats.org/presentationml/2006/main">
  <p:tag name="EMFCHILD" val="True"/>
  <p:tag name="ORIGINALHEIGHT" val="4.203326"/>
  <p:tag name="ORIGINALWIDTH" val="3.333727"/>
</p:tagLst>
</file>

<file path=ppt/tags/tag187.xml><?xml version="1.0" encoding="utf-8"?>
<p:tagLst xmlns:a="http://schemas.openxmlformats.org/drawingml/2006/main" xmlns:r="http://schemas.openxmlformats.org/officeDocument/2006/relationships" xmlns:p="http://schemas.openxmlformats.org/presentationml/2006/main">
  <p:tag name="EMFCHILD" val="True"/>
  <p:tag name="ORIGINALHEIGHT" val="4.203326"/>
  <p:tag name="ORIGINALWIDTH" val="7.748907"/>
</p:tagLst>
</file>

<file path=ppt/tags/tag188.xml><?xml version="1.0" encoding="utf-8"?>
<p:tagLst xmlns:a="http://schemas.openxmlformats.org/drawingml/2006/main" xmlns:r="http://schemas.openxmlformats.org/officeDocument/2006/relationships" xmlns:p="http://schemas.openxmlformats.org/presentationml/2006/main">
  <p:tag name="EMFCHILD" val="True"/>
  <p:tag name="ORIGINALHEIGHT" val="4.364962"/>
  <p:tag name="ORIGINALWIDTH" val="4.474716"/>
</p:tagLst>
</file>

<file path=ppt/tags/tag189.xml><?xml version="1.0" encoding="utf-8"?>
<p:tagLst xmlns:a="http://schemas.openxmlformats.org/drawingml/2006/main" xmlns:r="http://schemas.openxmlformats.org/officeDocument/2006/relationships" xmlns:p="http://schemas.openxmlformats.org/presentationml/2006/main">
  <p:tag name="EMFCHILD" val="True"/>
  <p:tag name="ORIGINALHEIGHT" val="6.599783"/>
  <p:tag name="ORIGINALWIDTH" val="2.202625"/>
</p:tagLst>
</file>

<file path=ppt/tags/tag190.xml><?xml version="1.0" encoding="utf-8"?>
<p:tagLst xmlns:a="http://schemas.openxmlformats.org/drawingml/2006/main" xmlns:r="http://schemas.openxmlformats.org/officeDocument/2006/relationships" xmlns:p="http://schemas.openxmlformats.org/presentationml/2006/main">
  <p:tag name="EMFCHILD" val="True"/>
  <p:tag name="ORIGINALHEIGHT" val="9.509759"/>
  <p:tag name="ORIGINALWIDTH" val="2.301837"/>
</p:tagLst>
</file>

<file path=ppt/tags/tag191.xml><?xml version="1.0" encoding="utf-8"?>
<p:tagLst xmlns:a="http://schemas.openxmlformats.org/drawingml/2006/main" xmlns:r="http://schemas.openxmlformats.org/officeDocument/2006/relationships" xmlns:p="http://schemas.openxmlformats.org/presentationml/2006/main">
  <p:tag name="EMFCHILD" val="True"/>
  <p:tag name="ORIGINALHEIGHT" val="6.257439"/>
  <p:tag name="ORIGINALWIDTH" val="5.377603"/>
</p:tagLst>
</file>

<file path=ppt/tags/tag192.xml><?xml version="1.0" encoding="utf-8"?>
<p:tagLst xmlns:a="http://schemas.openxmlformats.org/drawingml/2006/main" xmlns:r="http://schemas.openxmlformats.org/officeDocument/2006/relationships" xmlns:p="http://schemas.openxmlformats.org/presentationml/2006/main">
  <p:tag name="EMFCHILD" val="True"/>
  <p:tag name="ORIGINALHEIGHT" val="2.843395"/>
  <p:tag name="ORIGINALWIDTH" val="1.160849"/>
</p:tagLst>
</file>

<file path=ppt/tags/tag193.xml><?xml version="1.0" encoding="utf-8"?>
<p:tagLst xmlns:a="http://schemas.openxmlformats.org/drawingml/2006/main" xmlns:r="http://schemas.openxmlformats.org/officeDocument/2006/relationships" xmlns:p="http://schemas.openxmlformats.org/presentationml/2006/main">
  <p:tag name="EMFCHILD" val="True"/>
  <p:tag name="ORIGINALHEIGHT" val="4.203326"/>
  <p:tag name="ORIGINALWIDTH" val="5.2486"/>
</p:tagLst>
</file>

<file path=ppt/tags/tag194.xml><?xml version="1.0" encoding="utf-8"?>
<p:tagLst xmlns:a="http://schemas.openxmlformats.org/drawingml/2006/main" xmlns:r="http://schemas.openxmlformats.org/officeDocument/2006/relationships" xmlns:p="http://schemas.openxmlformats.org/presentationml/2006/main">
  <p:tag name="EMFCHILD" val="True"/>
  <p:tag name="ORIGINALHEIGHT" val="4.420124"/>
  <p:tag name="ORIGINALWIDTH" val="3.069773"/>
</p:tagLst>
</file>

<file path=ppt/tags/tag195.xml><?xml version="1.0" encoding="utf-8"?>
<p:tagLst xmlns:a="http://schemas.openxmlformats.org/drawingml/2006/main" xmlns:r="http://schemas.openxmlformats.org/officeDocument/2006/relationships" xmlns:p="http://schemas.openxmlformats.org/presentationml/2006/main">
  <p:tag name="EMFCHILD" val="True"/>
  <p:tag name="ORIGINALHEIGHT" val="9.509759"/>
  <p:tag name="ORIGINALWIDTH" val="2.301837"/>
</p:tagLst>
</file>

<file path=ppt/tags/tag196.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88"/>
  <p:tag name="IGUANATEXSIZE" val="18"/>
  <p:tag name="LATEXADDIN" val="\documentclass{article}&#10;\usepackage{amsmath}&#10;\pagestyle{empty}&#10;\begin{document}&#10;&#10;&#10;$ H_0: \mu = \mu_0$&#10;\end{document}"/>
  <p:tag name="LATEXENGINEID" val="0"/>
  <p:tag name="LATEXFORMHEIGHT" val="320"/>
  <p:tag name="LATEXFORMWIDTH" val="385"/>
  <p:tag name="LATEXFORMWRAP" val="True"/>
  <p:tag name="ORIGINALHEIGHT" val="6.804462"/>
  <p:tag name="ORIGINALWIDTH" val="8.430446"/>
  <p:tag name="TEMPFOLDER" val="c:\temp\"/>
  <p:tag name="TRANSPARENCY" val="True"/>
</p:tagLst>
</file>

<file path=ppt/tags/tag197.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52012"/>
</p:tagLst>
</file>

<file path=ppt/tags/tag198.xml><?xml version="1.0" encoding="utf-8"?>
<p:tagLst xmlns:a="http://schemas.openxmlformats.org/drawingml/2006/main" xmlns:r="http://schemas.openxmlformats.org/officeDocument/2006/relationships" xmlns:p="http://schemas.openxmlformats.org/presentationml/2006/main">
  <p:tag name="EMFCHILD" val="True"/>
  <p:tag name="ORIGINALHEIGHT" val="4.293876"/>
  <p:tag name="ORIGINALWIDTH" val="1.061286"/>
</p:tagLst>
</file>

<file path=ppt/tags/tag199.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426728"/>
</p:tagLst>
</file>

<file path=ppt/tags/tag200.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658267"/>
</p:tagLst>
</file>

<file path=ppt/tags/tag201.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426728"/>
</p:tagLst>
</file>

<file path=ppt/tags/tag202.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52012"/>
</p:tagLst>
</file>

<file path=ppt/tags/tag203.xml><?xml version="1.0" encoding="utf-8"?>
<p:tagLst xmlns:a="http://schemas.openxmlformats.org/drawingml/2006/main" xmlns:r="http://schemas.openxmlformats.org/officeDocument/2006/relationships" xmlns:p="http://schemas.openxmlformats.org/presentationml/2006/main">
  <p:tag name="BITMAPVECTOR" val="1"/>
  <p:tag name="IGUANATEXCURSOR" val="93"/>
  <p:tag name="IGUANATEXSIZE" val="18"/>
  <p:tag name="IGUANATEXVERSION" val="161"/>
  <p:tag name="LATEXADDIN" val="\documentclass{article}&#10;\usepackage{amsmath}&#10;\pagestyle{empty}&#10;\begin{document}&#10;&#10;&#10;$\text{H}_1: \mu &gt; \mu_0$&#10;\end{document}"/>
  <p:tag name="LATEXENGINEID" val="0"/>
  <p:tag name="LATEXFORMHEIGHT" val="320"/>
  <p:tag name="LATEXFORMWIDTH" val="385"/>
  <p:tag name="LATEXFORMWRAP" val="True"/>
  <p:tag name="ORIGINALHEIGHT" val="8.956344"/>
  <p:tag name="ORIGINALWIDTH" val="48.31451"/>
  <p:tag name="OUTPUTTYPE" val="SVG"/>
  <p:tag name="TEMPFOLDER" val="c:\temp\"/>
  <p:tag name="TRANSPARENCY" val="True"/>
</p:tagLst>
</file>

<file path=ppt/tags/tag204.xml><?xml version="1.0" encoding="utf-8"?>
<p:tagLst xmlns:a="http://schemas.openxmlformats.org/drawingml/2006/main" xmlns:r="http://schemas.openxmlformats.org/officeDocument/2006/relationships" xmlns:p="http://schemas.openxmlformats.org/presentationml/2006/main">
  <p:tag name="BITMAPVECTOR" val="1"/>
  <p:tag name="IGUANATEXCURSOR" val="121"/>
  <p:tag name="IGUANATEXSIZE" val="18"/>
  <p:tag name="IGUANATEXVERSION" val="161"/>
  <p:tag name="LATEXADDIN" val="\documentclass{article}&#10;\usepackage{amsmath}&#10;\pagestyle{empty}&#10;\begin{document}&#10;&#10;&#10;$t = \frac{\sqrt{n}(\bar{y} - \mu_0)}{s}$&#10;\end{document}"/>
  <p:tag name="LATEXENGINEID" val="0"/>
  <p:tag name="LATEXFORMHEIGHT" val="320"/>
  <p:tag name="LATEXFORMWIDTH" val="385"/>
  <p:tag name="LATEXFORMWRAP" val="True"/>
  <p:tag name="ORIGINALHEIGHT" val="13.21977"/>
  <p:tag name="ORIGINALWIDTH" val="54.54452"/>
  <p:tag name="OUTPUTTYPE" val="SVG"/>
  <p:tag name="TEMPFOLDER" val="c:\temp\"/>
  <p:tag name="TRANSPARENCY" val="True"/>
</p:tagLst>
</file>

<file path=ppt/tags/tag205.xml><?xml version="1.0" encoding="utf-8"?>
<p:tagLst xmlns:a="http://schemas.openxmlformats.org/drawingml/2006/main" xmlns:r="http://schemas.openxmlformats.org/officeDocument/2006/relationships" xmlns:p="http://schemas.openxmlformats.org/presentationml/2006/main">
  <p:tag name="BITMAPVECTOR" val="1"/>
  <p:tag name="IGUANATEXCURSOR" val="128"/>
  <p:tag name="IGUANATEXSIZE" val="18"/>
  <p:tag name="IGUANATEXVERSION" val="161"/>
  <p:tag name="LATEXADDIN" val="\documentclass{article}&#10;\usepackage{amsmath}&#10;\pagestyle{empty}&#10;\begin{document}&#10;&#10;&#10;$t = \frac{(\bar{y} - \mu_0)}{\frac{s}{\sqrt{n}}}$&#10;\end{document}"/>
  <p:tag name="LATEXENGINEID" val="0"/>
  <p:tag name="LATEXFORMHEIGHT" val="320"/>
  <p:tag name="LATEXFORMWIDTH" val="385"/>
  <p:tag name="LATEXFORMWRAP" val="True"/>
  <p:tag name="ORIGINALHEIGHT" val="16.79251"/>
  <p:tag name="ORIGINALWIDTH" val="42.83151"/>
  <p:tag name="OUTPUTTYPE" val="SVG"/>
  <p:tag name="TEMPFOLDER" val="c:\temp\"/>
  <p:tag name="TRANSPARENCY" val="True"/>
</p:tagLst>
</file>

<file path=ppt/tags/tag206.xml><?xml version="1.0" encoding="utf-8"?>
<p:tagLst xmlns:a="http://schemas.openxmlformats.org/drawingml/2006/main" xmlns:r="http://schemas.openxmlformats.org/officeDocument/2006/relationships" xmlns:p="http://schemas.openxmlformats.org/presentationml/2006/main">
  <p:tag name="BITMAPVECTOR" val="1"/>
  <p:tag name="IGUANATEXCURSOR" val="134"/>
  <p:tag name="IGUANATEXSIZE" val="18"/>
  <p:tag name="IGUANATEXVERSION" val="161"/>
  <p:tag name="LATEXADDIN" val="\documentclass{article}&#10;\usepackage{amsmath}&#10;\pagestyle{empty}&#10;\begin{document}&#10;&#10;&#10;$T = \frac{\sqrt{n}(\bar{Y} - \mu_0)}{S} \sim t_{n-1}$&#10;\end{document}"/>
  <p:tag name="LATEXENGINEID" val="0"/>
  <p:tag name="LATEXFORMHEIGHT" val="320"/>
  <p:tag name="LATEXFORMWIDTH" val="385"/>
  <p:tag name="LATEXFORMWRAP" val="True"/>
  <p:tag name="ORIGINALHEIGHT" val="14.56773"/>
  <p:tag name="ORIGINALWIDTH" val="92.77928"/>
  <p:tag name="OUTPUTTYPE" val="SVG"/>
  <p:tag name="TEMPFOLDER" val="c:\temp\"/>
  <p:tag name="TRANSPARENCY" val="True"/>
</p:tagLst>
</file>

<file path=ppt/tags/tag207.xml><?xml version="1.0" encoding="utf-8"?>
<p:tagLst xmlns:a="http://schemas.openxmlformats.org/drawingml/2006/main" xmlns:r="http://schemas.openxmlformats.org/officeDocument/2006/relationships" xmlns:p="http://schemas.openxmlformats.org/presentationml/2006/main">
  <p:tag name="BITMAPVECTOR" val="1"/>
  <p:tag name="IGUANATEXCURSOR" val="93"/>
  <p:tag name="IGUANATEXSIZE" val="18"/>
  <p:tag name="IGUANATEXVERSION" val="161"/>
  <p:tag name="LATEXADDIN" val="\documentclass{article}&#10;\usepackage{amsmath}&#10;\pagestyle{empty}&#10;\begin{document}&#10;&#10;&#10;$\text{H}_0: \mu \leq  \mu_0$&#10;\end{document}"/>
  <p:tag name="LATEXENGINEID" val="0"/>
  <p:tag name="LATEXFORMHEIGHT" val="320"/>
  <p:tag name="LATEXFORMWIDTH" val="385"/>
  <p:tag name="LATEXFORMWRAP" val="True"/>
  <p:tag name="ORIGINALHEIGHT" val="8.956344"/>
  <p:tag name="ORIGINALWIDTH" val="48.31451"/>
  <p:tag name="OUTPUTTYPE" val="SVG"/>
  <p:tag name="TEMPFOLDER" val="c:\temp\"/>
  <p:tag name="TRANSPARENCY" val="True"/>
</p:tagLst>
</file>

<file path=ppt/tags/tag208.xml><?xml version="1.0" encoding="utf-8"?>
<p:tagLst xmlns:a="http://schemas.openxmlformats.org/drawingml/2006/main" xmlns:r="http://schemas.openxmlformats.org/officeDocument/2006/relationships" xmlns:p="http://schemas.openxmlformats.org/presentationml/2006/main">
  <p:tag name="BITMAPVECTOR" val="1"/>
  <p:tag name="IGUANATEXCURSOR" val="119"/>
  <p:tag name="IGUANATEXSIZE" val="18"/>
  <p:tag name="IGUANATEXVERSION" val="161"/>
  <p:tag name="LATEXADDIN" val="\documentclass{article}&#10;\usepackage{amsmath}&#10;\pagestyle{empty}&#10;\begin{document}&#10;&#10;&#10;$\text{P}(T &gt; c | \text{H}_0) = 0.05 $&#10;\end{document}"/>
  <p:tag name="LATEXENGINEID" val="0"/>
  <p:tag name="LATEXFORMHEIGHT" val="320"/>
  <p:tag name="LATEXFORMWIDTH" val="385"/>
  <p:tag name="LATEXFORMWRAP" val="True"/>
  <p:tag name="ORIGINALHEIGHT" val="9.713561"/>
  <p:tag name="ORIGINALWIDTH" val="83.92854"/>
  <p:tag name="OUTPUTTYPE" val="SVG"/>
  <p:tag name="TEMPFOLDER" val="c:\temp\"/>
  <p:tag name="TRANSPARENCY" val="True"/>
</p:tagLst>
</file>

<file path=ppt/tags/tag209.xml><?xml version="1.0" encoding="utf-8"?>
<p:tagLst xmlns:a="http://schemas.openxmlformats.org/drawingml/2006/main" xmlns:r="http://schemas.openxmlformats.org/officeDocument/2006/relationships" xmlns:p="http://schemas.openxmlformats.org/presentationml/2006/main">
  <p:tag name="BITMAPVECTOR" val="1"/>
  <p:tag name="IGUANATEXCURSOR" val="88"/>
  <p:tag name="IGUANATEXSIZE" val="18"/>
  <p:tag name="IGUANATEXVERSION" val="161"/>
  <p:tag name="LATEXADDIN" val="\documentclass{article}&#10;\usepackage{amsmath}&#10;\pagestyle{empty}&#10;\begin{document}&#10;&#10;&#10;$t &gt; c$&#10;\end{document}"/>
  <p:tag name="LATEXENGINEID" val="0"/>
  <p:tag name="LATEXFORMHEIGHT" val="320"/>
  <p:tag name="LATEXFORMWIDTH" val="385"/>
  <p:tag name="LATEXFORMWRAP" val="True"/>
  <p:tag name="ORIGINALHEIGHT" val="6.398163"/>
  <p:tag name="ORIGINALWIDTH" val="20.93582"/>
  <p:tag name="OUTPUTTYPE" val="SVG"/>
  <p:tag name="TEMPFOLDER" val="c:\temp\"/>
  <p:tag name="TRANSPARENCY" val="True"/>
</p:tagLst>
</file>

<file path=ppt/tags/tag210.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88"/>
  <p:tag name="IGUANATEXSIZE" val="18"/>
  <p:tag name="LATEXADDIN" val="\documentclass{article}&#10;\usepackage{amsmath}&#10;\pagestyle{empty}&#10;\begin{document}&#10;&#10;&#10;$t &gt; c$&#10;\end{document}"/>
  <p:tag name="LATEXENGINEID" val="0"/>
  <p:tag name="LATEXFORMHEIGHT" val="320"/>
  <p:tag name="LATEXFORMWIDTH" val="385"/>
  <p:tag name="LATEXFORMWRAP" val="True"/>
  <p:tag name="ORIGINALHEIGHT" val="6.11951"/>
  <p:tag name="ORIGINALWIDTH" val="3.058486"/>
  <p:tag name="TEMPFOLDER" val="c:\temp\"/>
  <p:tag name="TRANSPARENCY" val="True"/>
</p:tagLst>
</file>

<file path=ppt/tags/tag211.xml><?xml version="1.0" encoding="utf-8"?>
<p:tagLst xmlns:a="http://schemas.openxmlformats.org/drawingml/2006/main" xmlns:r="http://schemas.openxmlformats.org/officeDocument/2006/relationships" xmlns:p="http://schemas.openxmlformats.org/presentationml/2006/main">
  <p:tag name="EMFCHILD" val="True"/>
  <p:tag name="ORIGINALHEIGHT" val="5.57196"/>
  <p:tag name="ORIGINALWIDTH" val="6.087138"/>
</p:tagLst>
</file>

<file path=ppt/tags/tag212.xml><?xml version="1.0" encoding="utf-8"?>
<p:tagLst xmlns:a="http://schemas.openxmlformats.org/drawingml/2006/main" xmlns:r="http://schemas.openxmlformats.org/officeDocument/2006/relationships" xmlns:p="http://schemas.openxmlformats.org/presentationml/2006/main">
  <p:tag name="EMFCHILD" val="True"/>
  <p:tag name="ORIGINALHEIGHT" val="4.351881"/>
  <p:tag name="ORIGINALWIDTH" val="3.875458"/>
</p:tagLst>
</file>

<file path=ppt/tags/tag213.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9"/>
  <p:tag name="IGUANATEXSIZE" val="18"/>
  <p:tag name="LATEXADDIN" val="\documentclass{article}&#10;\usepackage{amsmath}&#10;\pagestyle{empty}&#10;\begin{document}&#10;&#10;&#10;$\text{P}(T &gt; c | \text{H}_0) = 0.05 $&#10;\end{document}"/>
  <p:tag name="LATEXENGINEID" val="0"/>
  <p:tag name="LATEXFORMHEIGHT" val="320"/>
  <p:tag name="LATEXFORMWIDTH" val="385"/>
  <p:tag name="LATEXFORMWRAP" val="True"/>
  <p:tag name="ORIGINALHEIGHT" val="6.634339"/>
  <p:tag name="ORIGINALWIDTH" val="5.850698"/>
  <p:tag name="TEMPFOLDER" val="c:\temp\"/>
  <p:tag name="TRANSPARENCY" val="True"/>
</p:tagLst>
</file>

<file path=ppt/tags/tag214.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4505"/>
</p:tagLst>
</file>

<file path=ppt/tags/tag215.xml><?xml version="1.0" encoding="utf-8"?>
<p:tagLst xmlns:a="http://schemas.openxmlformats.org/drawingml/2006/main" xmlns:r="http://schemas.openxmlformats.org/officeDocument/2006/relationships" xmlns:p="http://schemas.openxmlformats.org/presentationml/2006/main">
  <p:tag name="EMFCHILD" val="True"/>
  <p:tag name="ORIGINALHEIGHT" val="6.576072"/>
  <p:tag name="ORIGINALWIDTH" val="6.754635"/>
</p:tagLst>
</file>

<file path=ppt/tags/tag216.xml><?xml version="1.0" encoding="utf-8"?>
<p:tagLst xmlns:a="http://schemas.openxmlformats.org/drawingml/2006/main" xmlns:r="http://schemas.openxmlformats.org/officeDocument/2006/relationships" xmlns:p="http://schemas.openxmlformats.org/presentationml/2006/main">
  <p:tag name="EMFCHILD" val="True"/>
  <p:tag name="ORIGINALHEIGHT" val="5.633858"/>
  <p:tag name="ORIGINALWIDTH" val="6.069246"/>
</p:tagLst>
</file>

<file path=ppt/tags/tag217.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3.864041"/>
</p:tagLst>
</file>

<file path=ppt/tags/tag218.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73315"/>
</p:tagLst>
</file>

<file path=ppt/tags/tag219.xml><?xml version="1.0" encoding="utf-8"?>
<p:tagLst xmlns:a="http://schemas.openxmlformats.org/drawingml/2006/main" xmlns:r="http://schemas.openxmlformats.org/officeDocument/2006/relationships" xmlns:p="http://schemas.openxmlformats.org/presentationml/2006/main">
  <p:tag name="EMFCHILD" val="True"/>
  <p:tag name="ORIGINALHEIGHT" val="6.634339"/>
  <p:tag name="ORIGINALWIDTH" val="6.784425"/>
</p:tagLst>
</file>

<file path=ppt/tags/tag220.xml><?xml version="1.0" encoding="utf-8"?>
<p:tagLst xmlns:a="http://schemas.openxmlformats.org/drawingml/2006/main" xmlns:r="http://schemas.openxmlformats.org/officeDocument/2006/relationships" xmlns:p="http://schemas.openxmlformats.org/presentationml/2006/main">
  <p:tag name="EMFCHILD" val="True"/>
  <p:tag name="ORIGINALHEIGHT" val="4.650831"/>
  <p:tag name="ORIGINALWIDTH" val="3.226333"/>
</p:tagLst>
</file>

<file path=ppt/tags/tag221.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4505"/>
</p:tagLst>
</file>

<file path=ppt/tags/tag222.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05641"/>
</p:tagLst>
</file>

<file path=ppt/tags/tag223.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4.181932"/>
</p:tagLst>
</file>

<file path=ppt/tags/tag224.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2931"/>
</p:tagLst>
</file>

<file path=ppt/tags/tag225.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4.181932"/>
</p:tagLst>
</file>

<file path=ppt/tags/tag226.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3.963385"/>
</p:tagLst>
</file>

<file path=ppt/tags/tag227.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3"/>
  <p:tag name="IGUANATEXSIZE" val="18"/>
  <p:tag name="LATEXADDIN" val="\documentclass{article}&#10;\usepackage{amsmath}&#10;\pagestyle{empty}&#10;\begin{document}&#10;&#10;&#10;$\text{H}_0: \mu \leq  \mu_0$&#10;\end{document}"/>
  <p:tag name="LATEXENGINEID" val="0"/>
  <p:tag name="LATEXFORMHEIGHT" val="320"/>
  <p:tag name="LATEXFORMWIDTH" val="385"/>
  <p:tag name="LATEXFORMWRAP" val="True"/>
  <p:tag name="ORIGINALHEIGHT" val="6.804462"/>
  <p:tag name="ORIGINALWIDTH" val="6.736394"/>
  <p:tag name="TEMPFOLDER" val="c:\temp\"/>
  <p:tag name="TRANSPARENCY" val="True"/>
</p:tagLst>
</file>

<file path=ppt/tags/tag228.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03499"/>
</p:tagLst>
</file>

<file path=ppt/tags/tag229.xml><?xml version="1.0" encoding="utf-8"?>
<p:tagLst xmlns:a="http://schemas.openxmlformats.org/drawingml/2006/main" xmlns:r="http://schemas.openxmlformats.org/officeDocument/2006/relationships" xmlns:p="http://schemas.openxmlformats.org/presentationml/2006/main">
  <p:tag name="EMFCHILD" val="True"/>
  <p:tag name="ORIGINALHEIGHT" val="4.293876"/>
  <p:tag name="ORIGINALWIDTH" val="1.04545"/>
</p:tagLst>
</file>

<file path=ppt/tags/tag230.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231.xml><?xml version="1.0" encoding="utf-8"?>
<p:tagLst xmlns:a="http://schemas.openxmlformats.org/drawingml/2006/main" xmlns:r="http://schemas.openxmlformats.org/officeDocument/2006/relationships" xmlns:p="http://schemas.openxmlformats.org/presentationml/2006/main">
  <p:tag name="EMFCHILD" val="True"/>
  <p:tag name="ORIGINALHEIGHT" val="7.701094"/>
  <p:tag name="ORIGINALWIDTH" val="6.026289"/>
</p:tagLst>
</file>

<file path=ppt/tags/tag232.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233.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03499"/>
</p:tagLst>
</file>

<file path=ppt/tags/tag234.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34"/>
  <p:tag name="IGUANATEXSIZE" val="18"/>
  <p:tag name="LATEXADDIN" val="\documentclass{article}&#10;\usepackage{amsmath}&#10;\pagestyle{empty}&#10;\begin{document}&#10;&#10;&#10;$T = \frac{\sqrt{n}(\bar{Y} - \mu_0)}{S} \sim t_{n-1}$&#10;\end{document}"/>
  <p:tag name="LATEXENGINEID" val="0"/>
  <p:tag name="LATEXFORMHEIGHT" val="320"/>
  <p:tag name="LATEXFORMWIDTH" val="385"/>
  <p:tag name="LATEXFORMWRAP" val="True"/>
  <p:tag name="ORIGINALHEIGHT" val="6.865139"/>
  <p:tag name="ORIGINALWIDTH" val="6.756557"/>
  <p:tag name="TEMPFOLDER" val="c:\temp\"/>
  <p:tag name="TRANSPARENCY" val="True"/>
</p:tagLst>
</file>

<file path=ppt/tags/tag235.xml><?xml version="1.0" encoding="utf-8"?>
<p:tagLst xmlns:a="http://schemas.openxmlformats.org/drawingml/2006/main" xmlns:r="http://schemas.openxmlformats.org/officeDocument/2006/relationships" xmlns:p="http://schemas.openxmlformats.org/presentationml/2006/main">
  <p:tag name="EMFCHILD" val="True"/>
  <p:tag name="ORIGINALHEIGHT" val="2.372889"/>
  <p:tag name="ORIGINALWIDTH" val="6.607537"/>
</p:tagLst>
</file>

<file path=ppt/tags/tag236.xml><?xml version="1.0" encoding="utf-8"?>
<p:tagLst xmlns:a="http://schemas.openxmlformats.org/drawingml/2006/main" xmlns:r="http://schemas.openxmlformats.org/officeDocument/2006/relationships" xmlns:p="http://schemas.openxmlformats.org/presentationml/2006/main">
  <p:tag name="EMFCHILD" val="True"/>
  <p:tag name="ORIGINALHEIGHT" val="7.098365"/>
  <p:tag name="ORIGINALWIDTH" val="6.037199"/>
</p:tagLst>
</file>

<file path=ppt/tags/tag237.xml><?xml version="1.0" encoding="utf-8"?>
<p:tagLst xmlns:a="http://schemas.openxmlformats.org/drawingml/2006/main" xmlns:r="http://schemas.openxmlformats.org/officeDocument/2006/relationships" xmlns:p="http://schemas.openxmlformats.org/presentationml/2006/main">
  <p:tag name="EMFCHILD" val="True"/>
  <p:tag name="ORIGINALHEIGHT" val="0.3447381"/>
  <p:tag name="ORIGINALWIDTH" val="4.911742"/>
</p:tagLst>
</file>

<file path=ppt/tags/tag238.xml><?xml version="1.0" encoding="utf-8"?>
<p:tagLst xmlns:a="http://schemas.openxmlformats.org/drawingml/2006/main" xmlns:r="http://schemas.openxmlformats.org/officeDocument/2006/relationships" xmlns:p="http://schemas.openxmlformats.org/presentationml/2006/main">
  <p:tag name="EMFCHILD" val="True"/>
  <p:tag name="ORIGINALHEIGHT" val="3.201349"/>
  <p:tag name="ORIGINALWIDTH" val="4.249671"/>
</p:tagLst>
</file>

<file path=ppt/tags/tag239.xml><?xml version="1.0" encoding="utf-8"?>
<p:tagLst xmlns:a="http://schemas.openxmlformats.org/drawingml/2006/main" xmlns:r="http://schemas.openxmlformats.org/officeDocument/2006/relationships" xmlns:p="http://schemas.openxmlformats.org/presentationml/2006/main">
  <p:tag name="EMFCHILD" val="True"/>
  <p:tag name="ORIGINALHEIGHT" val="7.09126"/>
  <p:tag name="ORIGINALWIDTH" val="1.808351"/>
</p:tagLst>
</file>

<file path=ppt/tags/tag240.xml><?xml version="1.0" encoding="utf-8"?>
<p:tagLst xmlns:a="http://schemas.openxmlformats.org/drawingml/2006/main" xmlns:r="http://schemas.openxmlformats.org/officeDocument/2006/relationships" xmlns:p="http://schemas.openxmlformats.org/presentationml/2006/main">
  <p:tag name="EMFCHILD" val="True"/>
  <p:tag name="ORIGINALHEIGHT" val="0.2697227"/>
  <p:tag name="ORIGINALWIDTH" val="2.768201"/>
</p:tagLst>
</file>

<file path=ppt/tags/tag241.xml><?xml version="1.0" encoding="utf-8"?>
<p:tagLst xmlns:a="http://schemas.openxmlformats.org/drawingml/2006/main" xmlns:r="http://schemas.openxmlformats.org/officeDocument/2006/relationships" xmlns:p="http://schemas.openxmlformats.org/presentationml/2006/main">
  <p:tag name="EMFCHILD" val="True"/>
  <p:tag name="ORIGINALHEIGHT" val="4.848166"/>
  <p:tag name="ORIGINALWIDTH" val="5.529461"/>
</p:tagLst>
</file>

<file path=ppt/tags/tag242.xml><?xml version="1.0" encoding="utf-8"?>
<p:tagLst xmlns:a="http://schemas.openxmlformats.org/drawingml/2006/main" xmlns:r="http://schemas.openxmlformats.org/officeDocument/2006/relationships" xmlns:p="http://schemas.openxmlformats.org/presentationml/2006/main">
  <p:tag name="EMFCHILD" val="True"/>
  <p:tag name="ORIGINALHEIGHT" val="0.3478012"/>
  <p:tag name="ORIGINALWIDTH" val="4.701751"/>
</p:tagLst>
</file>

<file path=ppt/tags/tag243.xml><?xml version="1.0" encoding="utf-8"?>
<p:tagLst xmlns:a="http://schemas.openxmlformats.org/drawingml/2006/main" xmlns:r="http://schemas.openxmlformats.org/officeDocument/2006/relationships" xmlns:p="http://schemas.openxmlformats.org/presentationml/2006/main">
  <p:tag name="EMFCHILD" val="True"/>
  <p:tag name="ORIGINALHEIGHT" val="4.649418"/>
  <p:tag name="ORIGINALWIDTH" val="4.145328"/>
</p:tagLst>
</file>

<file path=ppt/tags/tag244.xml><?xml version="1.0" encoding="utf-8"?>
<p:tagLst xmlns:a="http://schemas.openxmlformats.org/drawingml/2006/main" xmlns:r="http://schemas.openxmlformats.org/officeDocument/2006/relationships" xmlns:p="http://schemas.openxmlformats.org/presentationml/2006/main">
  <p:tag name="EMFCHILD" val="True"/>
  <p:tag name="ORIGINALHEIGHT" val="3.488343"/>
  <p:tag name="ORIGINALWIDTH" val="2.593307"/>
</p:tagLst>
</file>

<file path=ppt/tags/tag245.xml><?xml version="1.0" encoding="utf-8"?>
<p:tagLst xmlns:a="http://schemas.openxmlformats.org/drawingml/2006/main" xmlns:r="http://schemas.openxmlformats.org/officeDocument/2006/relationships" xmlns:p="http://schemas.openxmlformats.org/presentationml/2006/main">
  <p:tag name="EMFCHILD" val="True"/>
  <p:tag name="ORIGINALHEIGHT" val="7.09126"/>
  <p:tag name="ORIGINALWIDTH" val="1.80141"/>
</p:tagLst>
</file>

<file path=ppt/tags/tag246.xml><?xml version="1.0" encoding="utf-8"?>
<p:tagLst xmlns:a="http://schemas.openxmlformats.org/drawingml/2006/main" xmlns:r="http://schemas.openxmlformats.org/officeDocument/2006/relationships" xmlns:p="http://schemas.openxmlformats.org/presentationml/2006/main">
  <p:tag name="EMFCHILD" val="True"/>
  <p:tag name="ORIGINALHEIGHT" val="0.405578"/>
  <p:tag name="ORIGINALWIDTH" val="38.95063"/>
</p:tagLst>
</file>

<file path=ppt/tags/tag247.xml><?xml version="1.0" encoding="utf-8"?>
<p:tagLst xmlns:a="http://schemas.openxmlformats.org/drawingml/2006/main" xmlns:r="http://schemas.openxmlformats.org/officeDocument/2006/relationships" xmlns:p="http://schemas.openxmlformats.org/presentationml/2006/main">
  <p:tag name="EMFCHILD" val="True"/>
  <p:tag name="ORIGINALHEIGHT" val="5.132129"/>
  <p:tag name="ORIGINALWIDTH" val="4.416615"/>
</p:tagLst>
</file>

<file path=ppt/tags/tag248.xml><?xml version="1.0" encoding="utf-8"?>
<p:tagLst xmlns:a="http://schemas.openxmlformats.org/drawingml/2006/main" xmlns:r="http://schemas.openxmlformats.org/officeDocument/2006/relationships" xmlns:p="http://schemas.openxmlformats.org/presentationml/2006/main">
  <p:tag name="EMFCHILD" val="True"/>
  <p:tag name="ORIGINALHEIGHT" val="2.372889"/>
  <p:tag name="ORIGINALWIDTH" val="6.627382"/>
</p:tagLst>
</file>

<file path=ppt/tags/tag249.xml><?xml version="1.0" encoding="utf-8"?>
<p:tagLst xmlns:a="http://schemas.openxmlformats.org/drawingml/2006/main" xmlns:r="http://schemas.openxmlformats.org/officeDocument/2006/relationships" xmlns:p="http://schemas.openxmlformats.org/presentationml/2006/main">
  <p:tag name="EMFCHILD" val="True"/>
  <p:tag name="ORIGINALHEIGHT" val="6.459528"/>
  <p:tag name="ORIGINALWIDTH" val="3.050372"/>
</p:tagLst>
</file>

<file path=ppt/tags/tag250.xml><?xml version="1.0" encoding="utf-8"?>
<p:tagLst xmlns:a="http://schemas.openxmlformats.org/drawingml/2006/main" xmlns:r="http://schemas.openxmlformats.org/officeDocument/2006/relationships" xmlns:p="http://schemas.openxmlformats.org/presentationml/2006/main">
  <p:tag name="EMFCHILD" val="True"/>
  <p:tag name="ORIGINALHEIGHT" val="3.201349"/>
  <p:tag name="ORIGINALWIDTH" val="4.249671"/>
</p:tagLst>
</file>

<file path=ppt/tags/tag251.xml><?xml version="1.0" encoding="utf-8"?>
<p:tagLst xmlns:a="http://schemas.openxmlformats.org/drawingml/2006/main" xmlns:r="http://schemas.openxmlformats.org/officeDocument/2006/relationships" xmlns:p="http://schemas.openxmlformats.org/presentationml/2006/main">
  <p:tag name="EMFCHILD" val="True"/>
  <p:tag name="ORIGINALHEIGHT" val="0.3478012"/>
  <p:tag name="ORIGINALWIDTH" val="4.701751"/>
</p:tagLst>
</file>

<file path=ppt/tags/tag252.xml><?xml version="1.0" encoding="utf-8"?>
<p:tagLst xmlns:a="http://schemas.openxmlformats.org/drawingml/2006/main" xmlns:r="http://schemas.openxmlformats.org/officeDocument/2006/relationships" xmlns:p="http://schemas.openxmlformats.org/presentationml/2006/main">
  <p:tag name="EMFCHILD" val="True"/>
  <p:tag name="ORIGINALHEIGHT" val="4.713321"/>
  <p:tag name="ORIGINALWIDTH" val="2.531717"/>
</p:tagLst>
</file>

<file path=ppt/tags/tag253.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28"/>
  <p:tag name="IGUANATEXSIZE" val="18"/>
  <p:tag name="LATEXADDIN" val="\documentclass{article}&#10;\usepackage{amsmath}&#10;\pagestyle{empty}&#10;\begin{document}&#10;&#10;&#10;$t = \frac{(\bar{y} - \mu_0)}{\frac{s}{\sqrt{n}}}$&#10;\end{document}"/>
  <p:tag name="LATEXENGINEID" val="0"/>
  <p:tag name="LATEXFORMHEIGHT" val="320"/>
  <p:tag name="LATEXFORMWIDTH" val="385"/>
  <p:tag name="LATEXFORMWRAP" val="True"/>
  <p:tag name="ORIGINALHEIGHT" val="6.081767"/>
  <p:tag name="ORIGINALWIDTH" val="3.023764"/>
  <p:tag name="TEMPFOLDER" val="c:\temp\"/>
  <p:tag name="TRANSPARENCY" val="True"/>
</p:tagLst>
</file>

<file path=ppt/tags/tag254.xml><?xml version="1.0" encoding="utf-8"?>
<p:tagLst xmlns:a="http://schemas.openxmlformats.org/drawingml/2006/main" xmlns:r="http://schemas.openxmlformats.org/officeDocument/2006/relationships" xmlns:p="http://schemas.openxmlformats.org/presentationml/2006/main">
  <p:tag name="EMFCHILD" val="True"/>
  <p:tag name="ORIGINALHEIGHT" val="2.234116"/>
  <p:tag name="ORIGINALWIDTH" val="6.549866"/>
</p:tagLst>
</file>

<file path=ppt/tags/tag255.xml><?xml version="1.0" encoding="utf-8"?>
<p:tagLst xmlns:a="http://schemas.openxmlformats.org/drawingml/2006/main" xmlns:r="http://schemas.openxmlformats.org/officeDocument/2006/relationships" xmlns:p="http://schemas.openxmlformats.org/presentationml/2006/main">
  <p:tag name="EMFCHILD" val="True"/>
  <p:tag name="ORIGINALHEIGHT" val="6.676568"/>
  <p:tag name="ORIGINALWIDTH" val="1.792583"/>
</p:tagLst>
</file>

<file path=ppt/tags/tag256.xml><?xml version="1.0" encoding="utf-8"?>
<p:tagLst xmlns:a="http://schemas.openxmlformats.org/drawingml/2006/main" xmlns:r="http://schemas.openxmlformats.org/officeDocument/2006/relationships" xmlns:p="http://schemas.openxmlformats.org/presentationml/2006/main">
  <p:tag name="EMFCHILD" val="True"/>
  <p:tag name="ORIGINALHEIGHT" val="0.2539388"/>
  <p:tag name="ORIGINALWIDTH" val="2.744046"/>
</p:tagLst>
</file>

<file path=ppt/tags/tag257.xml><?xml version="1.0" encoding="utf-8"?>
<p:tagLst xmlns:a="http://schemas.openxmlformats.org/drawingml/2006/main" xmlns:r="http://schemas.openxmlformats.org/officeDocument/2006/relationships" xmlns:p="http://schemas.openxmlformats.org/presentationml/2006/main">
  <p:tag name="EMFCHILD" val="True"/>
  <p:tag name="ORIGINALHEIGHT" val="4.31069"/>
  <p:tag name="ORIGINALWIDTH" val="3.536926"/>
</p:tagLst>
</file>

<file path=ppt/tags/tag258.xml><?xml version="1.0" encoding="utf-8"?>
<p:tagLst xmlns:a="http://schemas.openxmlformats.org/drawingml/2006/main" xmlns:r="http://schemas.openxmlformats.org/officeDocument/2006/relationships" xmlns:p="http://schemas.openxmlformats.org/presentationml/2006/main">
  <p:tag name="EMFCHILD" val="True"/>
  <p:tag name="ORIGINALHEIGHT" val="0.3274525"/>
  <p:tag name="ORIGINALWIDTH" val="4.660745"/>
</p:tagLst>
</file>

<file path=ppt/tags/tag259.xml><?xml version="1.0" encoding="utf-8"?>
<p:tagLst xmlns:a="http://schemas.openxmlformats.org/drawingml/2006/main" xmlns:r="http://schemas.openxmlformats.org/officeDocument/2006/relationships" xmlns:p="http://schemas.openxmlformats.org/presentationml/2006/main">
  <p:tag name="EMFCHILD" val="True"/>
  <p:tag name="ORIGINALHEIGHT" val="4.377541"/>
  <p:tag name="ORIGINALWIDTH" val="4.109181"/>
</p:tagLst>
</file>

<file path=ppt/tags/tag260.xml><?xml version="1.0" encoding="utf-8"?>
<p:tagLst xmlns:a="http://schemas.openxmlformats.org/drawingml/2006/main" xmlns:r="http://schemas.openxmlformats.org/officeDocument/2006/relationships" xmlns:p="http://schemas.openxmlformats.org/presentationml/2006/main">
  <p:tag name="EMFCHILD" val="True"/>
  <p:tag name="ORIGINALHEIGHT" val="3.284336"/>
  <p:tag name="ORIGINALWIDTH" val="2.570677"/>
</p:tagLst>
</file>

<file path=ppt/tags/tag261.xml><?xml version="1.0" encoding="utf-8"?>
<p:tagLst xmlns:a="http://schemas.openxmlformats.org/drawingml/2006/main" xmlns:r="http://schemas.openxmlformats.org/officeDocument/2006/relationships" xmlns:p="http://schemas.openxmlformats.org/presentationml/2006/main">
  <p:tag name="EMFCHILD" val="True"/>
  <p:tag name="ORIGINALHEIGHT" val="6.676568"/>
  <p:tag name="ORIGINALWIDTH" val="1.785696"/>
</p:tagLst>
</file>

<file path=ppt/tags/tag262.xml><?xml version="1.0" encoding="utf-8"?>
<p:tagLst xmlns:a="http://schemas.openxmlformats.org/drawingml/2006/main" xmlns:r="http://schemas.openxmlformats.org/officeDocument/2006/relationships" xmlns:p="http://schemas.openxmlformats.org/presentationml/2006/main">
  <p:tag name="EMFCHILD" val="True"/>
  <p:tag name="ORIGINALHEIGHT" val="0.381878"/>
  <p:tag name="ORIGINALWIDTH" val="25.18689"/>
</p:tagLst>
</file>

<file path=ppt/tags/tag263.xml><?xml version="1.0" encoding="utf-8"?>
<p:tagLst xmlns:a="http://schemas.openxmlformats.org/drawingml/2006/main" xmlns:r="http://schemas.openxmlformats.org/officeDocument/2006/relationships" xmlns:p="http://schemas.openxmlformats.org/presentationml/2006/main">
  <p:tag name="EMFCHILD" val="True"/>
  <p:tag name="ORIGINALHEIGHT" val="2.162513"/>
  <p:tag name="ORIGINALWIDTH" val="2.18163"/>
</p:tagLst>
</file>

<file path=ppt/tags/tag264.xml><?xml version="1.0" encoding="utf-8"?>
<p:tagLst xmlns:a="http://schemas.openxmlformats.org/drawingml/2006/main" xmlns:r="http://schemas.openxmlformats.org/officeDocument/2006/relationships" xmlns:p="http://schemas.openxmlformats.org/presentationml/2006/main">
  <p:tag name="EMFCHILD" val="True"/>
  <p:tag name="ORIGINALHEIGHT" val="0.3245851"/>
  <p:tag name="ORIGINALWIDTH" val="9.741263"/>
</p:tagLst>
</file>

<file path=ppt/tags/tag265.xml><?xml version="1.0" encoding="utf-8"?>
<p:tagLst xmlns:a="http://schemas.openxmlformats.org/drawingml/2006/main" xmlns:r="http://schemas.openxmlformats.org/officeDocument/2006/relationships" xmlns:p="http://schemas.openxmlformats.org/presentationml/2006/main">
  <p:tag name="EMFCHILD" val="True"/>
  <p:tag name="ORIGINALHEIGHT" val="4.773756"/>
  <p:tag name="ORIGINALWIDTH" val="4.836053"/>
</p:tagLst>
</file>

<file path=ppt/tags/tag266.xml><?xml version="1.0" encoding="utf-8"?>
<p:tagLst xmlns:a="http://schemas.openxmlformats.org/drawingml/2006/main" xmlns:r="http://schemas.openxmlformats.org/officeDocument/2006/relationships" xmlns:p="http://schemas.openxmlformats.org/presentationml/2006/main">
  <p:tag name="EMFCHILD" val="True"/>
  <p:tag name="ORIGINALHEIGHT" val="0.2673202"/>
  <p:tag name="ORIGINALWIDTH" val="4.337678"/>
</p:tagLst>
</file>

<file path=ppt/tags/tag267.xml><?xml version="1.0" encoding="utf-8"?>
<p:tagLst xmlns:a="http://schemas.openxmlformats.org/drawingml/2006/main" xmlns:r="http://schemas.openxmlformats.org/officeDocument/2006/relationships" xmlns:p="http://schemas.openxmlformats.org/presentationml/2006/main">
  <p:tag name="EMFCHILD" val="True"/>
  <p:tag name="ORIGINALHEIGHT" val="2.162513"/>
  <p:tag name="ORIGINALWIDTH" val="3.447276"/>
</p:tagLst>
</file>

<file path=ppt/tags/tag268.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21"/>
  <p:tag name="IGUANATEXSIZE" val="18"/>
  <p:tag name="LATEXADDIN" val="\documentclass{article}&#10;\usepackage{amsmath}&#10;\pagestyle{empty}&#10;\begin{document}&#10;&#10;&#10;$t = \frac{\sqrt{n}(\bar{y} - \mu_0)}{s}$&#10;\end{document}"/>
  <p:tag name="LATEXENGINEID" val="0"/>
  <p:tag name="LATEXFORMHEIGHT" val="320"/>
  <p:tag name="LATEXFORMWIDTH" val="385"/>
  <p:tag name="LATEXFORMWRAP" val="True"/>
  <p:tag name="ORIGINALHEIGHT" val="6.11951"/>
  <p:tag name="ORIGINALWIDTH" val="3.044619"/>
  <p:tag name="TEMPFOLDER" val="c:\temp\"/>
  <p:tag name="TRANSPARENCY" val="True"/>
</p:tagLst>
</file>

<file path=ppt/tags/tag269.xml><?xml version="1.0" encoding="utf-8"?>
<p:tagLst xmlns:a="http://schemas.openxmlformats.org/drawingml/2006/main" xmlns:r="http://schemas.openxmlformats.org/officeDocument/2006/relationships" xmlns:p="http://schemas.openxmlformats.org/presentationml/2006/main">
  <p:tag name="EMFCHILD" val="True"/>
  <p:tag name="ORIGINALHEIGHT" val="2.247988"/>
  <p:tag name="ORIGINALWIDTH" val="6.595011"/>
</p:tagLst>
</file>

<file path=ppt/tags/tag270.xml><?xml version="1.0" encoding="utf-8"?>
<p:tagLst xmlns:a="http://schemas.openxmlformats.org/drawingml/2006/main" xmlns:r="http://schemas.openxmlformats.org/officeDocument/2006/relationships" xmlns:p="http://schemas.openxmlformats.org/presentationml/2006/main">
  <p:tag name="EMFCHILD" val="True"/>
  <p:tag name="ORIGINALHEIGHT" val="6.72476"/>
  <p:tag name="ORIGINALWIDTH" val="6.025764"/>
</p:tagLst>
</file>

<file path=ppt/tags/tag271.xml><?xml version="1.0" encoding="utf-8"?>
<p:tagLst xmlns:a="http://schemas.openxmlformats.org/drawingml/2006/main" xmlns:r="http://schemas.openxmlformats.org/officeDocument/2006/relationships" xmlns:p="http://schemas.openxmlformats.org/presentationml/2006/main">
  <p:tag name="EMFCHILD" val="True"/>
  <p:tag name="ORIGINALHEIGHT" val="0.3265967"/>
  <p:tag name="ORIGINALWIDTH" val="4.902449"/>
</p:tagLst>
</file>

<file path=ppt/tags/tag272.xml><?xml version="1.0" encoding="utf-8"?>
<p:tagLst xmlns:a="http://schemas.openxmlformats.org/drawingml/2006/main" xmlns:r="http://schemas.openxmlformats.org/officeDocument/2006/relationships" xmlns:p="http://schemas.openxmlformats.org/presentationml/2006/main">
  <p:tag name="EMFCHILD" val="True"/>
  <p:tag name="ORIGINALHEIGHT" val="3.032852"/>
  <p:tag name="ORIGINALWIDTH" val="4.241644"/>
</p:tagLst>
</file>

<file path=ppt/tags/tag273.xml><?xml version="1.0" encoding="utf-8"?>
<p:tagLst xmlns:a="http://schemas.openxmlformats.org/drawingml/2006/main" xmlns:r="http://schemas.openxmlformats.org/officeDocument/2006/relationships" xmlns:p="http://schemas.openxmlformats.org/presentationml/2006/main">
  <p:tag name="EMFCHILD" val="True"/>
  <p:tag name="ORIGINALHEIGHT" val="6.718023"/>
  <p:tag name="ORIGINALWIDTH" val="1.804943"/>
</p:tagLst>
</file>

<file path=ppt/tags/tag274.xml><?xml version="1.0" encoding="utf-8"?>
<p:tagLst xmlns:a="http://schemas.openxmlformats.org/drawingml/2006/main" xmlns:r="http://schemas.openxmlformats.org/officeDocument/2006/relationships" xmlns:p="http://schemas.openxmlformats.org/presentationml/2006/main">
  <p:tag name="EMFCHILD" val="True"/>
  <p:tag name="ORIGINALHEIGHT" val="0.2555118"/>
  <p:tag name="ORIGINALWIDTH" val="2.762948"/>
</p:tagLst>
</file>

<file path=ppt/tags/tag275.xml><?xml version="1.0" encoding="utf-8"?>
<p:tagLst xmlns:a="http://schemas.openxmlformats.org/drawingml/2006/main" xmlns:r="http://schemas.openxmlformats.org/officeDocument/2006/relationships" xmlns:p="http://schemas.openxmlformats.org/presentationml/2006/main">
  <p:tag name="EMFCHILD" val="True"/>
  <p:tag name="ORIGINALHEIGHT" val="4.337445"/>
  <p:tag name="ORIGINALWIDTH" val="3.561285"/>
</p:tagLst>
</file>

<file path=ppt/tags/tag276.xml><?xml version="1.0" encoding="utf-8"?>
<p:tagLst xmlns:a="http://schemas.openxmlformats.org/drawingml/2006/main" xmlns:r="http://schemas.openxmlformats.org/officeDocument/2006/relationships" xmlns:p="http://schemas.openxmlformats.org/presentationml/2006/main">
  <p:tag name="EMFCHILD" val="True"/>
  <p:tag name="ORIGINALHEIGHT" val="0.3294838"/>
  <p:tag name="ORIGINALWIDTH" val="4.692869"/>
</p:tagLst>
</file>

<file path=ppt/tags/tag277.xml><?xml version="1.0" encoding="utf-8"?>
<p:tagLst xmlns:a="http://schemas.openxmlformats.org/drawingml/2006/main" xmlns:r="http://schemas.openxmlformats.org/officeDocument/2006/relationships" xmlns:p="http://schemas.openxmlformats.org/presentationml/2006/main">
  <p:tag name="EMFCHILD" val="True"/>
  <p:tag name="ORIGINALHEIGHT" val="4.404725"/>
  <p:tag name="ORIGINALWIDTH" val="4.137488"/>
</p:tagLst>
</file>

<file path=ppt/tags/tag278.xml><?xml version="1.0" encoding="utf-8"?>
<p:tagLst xmlns:a="http://schemas.openxmlformats.org/drawingml/2006/main" xmlns:r="http://schemas.openxmlformats.org/officeDocument/2006/relationships" xmlns:p="http://schemas.openxmlformats.org/presentationml/2006/main">
  <p:tag name="EMFCHILD" val="True"/>
  <p:tag name="ORIGINALHEIGHT" val="3.304724"/>
  <p:tag name="ORIGINALWIDTH" val="2.588407"/>
</p:tagLst>
</file>

<file path=ppt/tags/tag279.xml><?xml version="1.0" encoding="utf-8"?>
<p:tagLst xmlns:a="http://schemas.openxmlformats.org/drawingml/2006/main" xmlns:r="http://schemas.openxmlformats.org/officeDocument/2006/relationships" xmlns:p="http://schemas.openxmlformats.org/presentationml/2006/main">
  <p:tag name="EMFCHILD" val="True"/>
  <p:tag name="ORIGINALHEIGHT" val="6.718023"/>
  <p:tag name="ORIGINALWIDTH" val="1.797987"/>
</p:tagLst>
</file>

<file path=ppt/tags/tag280.xml><?xml version="1.0" encoding="utf-8"?>
<p:tagLst xmlns:a="http://schemas.openxmlformats.org/drawingml/2006/main" xmlns:r="http://schemas.openxmlformats.org/officeDocument/2006/relationships" xmlns:p="http://schemas.openxmlformats.org/presentationml/2006/main">
  <p:tag name="EMFCHILD" val="True"/>
  <p:tag name="ORIGINALHEIGHT" val="0.384252"/>
  <p:tag name="ORIGINALWIDTH" val="36.77825"/>
</p:tagLst>
</file>

<file path=ppt/tags/tag281.xml><?xml version="1.0" encoding="utf-8"?>
<p:tagLst xmlns:a="http://schemas.openxmlformats.org/drawingml/2006/main" xmlns:r="http://schemas.openxmlformats.org/officeDocument/2006/relationships" xmlns:p="http://schemas.openxmlformats.org/presentationml/2006/main">
  <p:tag name="EMFCHILD" val="True"/>
  <p:tag name="ORIGINALHEIGHT" val="3.032852"/>
  <p:tag name="ORIGINALWIDTH" val="2.769903"/>
</p:tagLst>
</file>

<file path=ppt/tags/tag282.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3"/>
  <p:tag name="IGUANATEXSIZE" val="18"/>
  <p:tag name="LATEXADDIN" val="\documentclass{article}&#10;\usepackage{amsmath}&#10;\pagestyle{empty}&#10;\begin{document}&#10;&#10;&#10;$\text{H}_1: \mu &gt; \mu_0$&#10;\end{document}"/>
  <p:tag name="LATEXENGINEID" val="0"/>
  <p:tag name="LATEXFORMHEIGHT" val="320"/>
  <p:tag name="LATEXFORMWIDTH" val="385"/>
  <p:tag name="LATEXFORMWRAP" val="True"/>
  <p:tag name="ORIGINALHEIGHT" val="6.804462"/>
  <p:tag name="ORIGINALWIDTH" val="6.736394"/>
  <p:tag name="TEMPFOLDER" val="c:\temp\"/>
  <p:tag name="TRANSPARENCY" val="True"/>
</p:tagLst>
</file>

<file path=ppt/tags/tag283.xml><?xml version="1.0" encoding="utf-8"?>
<p:tagLst xmlns:a="http://schemas.openxmlformats.org/drawingml/2006/main" xmlns:r="http://schemas.openxmlformats.org/officeDocument/2006/relationships" xmlns:p="http://schemas.openxmlformats.org/presentationml/2006/main">
  <p:tag name="EMFCHILD" val="True"/>
  <p:tag name="ORIGINALHEIGHT" val="4.630621"/>
  <p:tag name="ORIGINALWIDTH" val="2.513079"/>
</p:tagLst>
</file>

<file path=ppt/tags/tag284.xml><?xml version="1.0" encoding="utf-8"?>
<p:tagLst xmlns:a="http://schemas.openxmlformats.org/drawingml/2006/main" xmlns:r="http://schemas.openxmlformats.org/officeDocument/2006/relationships" xmlns:p="http://schemas.openxmlformats.org/presentationml/2006/main">
  <p:tag name="EMFCHILD" val="True"/>
  <p:tag name="ORIGINALHEIGHT" val="4.293876"/>
  <p:tag name="ORIGINALWIDTH" val="1.04545"/>
</p:tagLst>
</file>

<file path=ppt/tags/tag285.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286.xml><?xml version="1.0" encoding="utf-8"?>
<p:tagLst xmlns:a="http://schemas.openxmlformats.org/drawingml/2006/main" xmlns:r="http://schemas.openxmlformats.org/officeDocument/2006/relationships" xmlns:p="http://schemas.openxmlformats.org/presentationml/2006/main">
  <p:tag name="EMFCHILD" val="True"/>
  <p:tag name="ORIGINALHEIGHT" val="5.778303"/>
  <p:tag name="ORIGINALWIDTH" val="6.026289"/>
</p:tagLst>
</file>

<file path=ppt/tags/tag287.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288.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03499"/>
</p:tagLst>
</file>

<file path=ppt/tags/tag289.xml><?xml version="1.0" encoding="utf-8"?>
<p:tagLst xmlns:a="http://schemas.openxmlformats.org/drawingml/2006/main" xmlns:r="http://schemas.openxmlformats.org/officeDocument/2006/relationships" xmlns:p="http://schemas.openxmlformats.org/presentationml/2006/main">
  <p:tag name="BITMAPVECTOR" val="1"/>
  <p:tag name="IGUANATEXCURSOR" val="88"/>
  <p:tag name="IGUANATEXSIZE" val="18"/>
  <p:tag name="IGUANATEXVERSION" val="161"/>
  <p:tag name="LATEXADDIN" val="\documentclass{article}&#10;\usepackage{amsmath}&#10;\pagestyle{empty}&#10;\begin{document}&#10;&#10;&#10;$ H_0: \mu = \mu_0$&#10;\end{document}"/>
  <p:tag name="LATEXENGINEID" val="0"/>
  <p:tag name="LATEXFORMHEIGHT" val="320"/>
  <p:tag name="LATEXFORMWIDTH" val="385"/>
  <p:tag name="LATEXFORMWRAP" val="True"/>
  <p:tag name="ORIGINALHEIGHT" val="8.956344"/>
  <p:tag name="ORIGINALWIDTH" val="49.79995"/>
  <p:tag name="OUTPUTTYPE" val="SVG"/>
  <p:tag name="TEMPFOLDER" val="c:\temp\"/>
  <p:tag name="TRANSPARENCY" val="True"/>
</p:tagLst>
</file>

<file path=ppt/tags/tag290.xml><?xml version="1.0" encoding="utf-8"?>
<p:tagLst xmlns:a="http://schemas.openxmlformats.org/drawingml/2006/main" xmlns:r="http://schemas.openxmlformats.org/officeDocument/2006/relationships" xmlns:p="http://schemas.openxmlformats.org/presentationml/2006/main">
  <p:tag name="BITMAPVECTOR" val="1"/>
  <p:tag name="IGUANATEXCURSOR" val="102"/>
  <p:tag name="IGUANATEXSIZE" val="18"/>
  <p:tag name="IGUANATEXVERSION" val="161"/>
  <p:tag name="LATEXADDIN" val="\documentclass{article}&#10;\usepackage{amsmath}&#10;\pagestyle{empty}&#10;\begin{document}&#10;&#10;&#10;$ \text{Normal} (\mu, \sigma^2)$&#10;&#10;\end{document}"/>
  <p:tag name="LATEXENGINEID" val="0"/>
  <p:tag name="LATEXFORMHEIGHT" val="320"/>
  <p:tag name="LATEXFORMWIDTH" val="385"/>
  <p:tag name="LATEXFORMWRAP" val="True"/>
  <p:tag name="ORIGINALHEIGHT" val="10.24856"/>
  <p:tag name="ORIGINALWIDTH" val="59.53653"/>
  <p:tag name="OUTPUTTYPE" val="SVG"/>
  <p:tag name="TEMPFOLDER" val="c:\temp\"/>
  <p:tag name="TRANSPARENCY" val="True"/>
</p:tagLst>
</file>

<file path=ppt/tags/tag291.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02"/>
  <p:tag name="IGUANATEXSIZE" val="18"/>
  <p:tag name="LATEXADDIN" val="\documentclass{article}&#10;\usepackage{amsmath}&#10;\pagestyle{empty}&#10;\begin{document}&#10;&#10;&#10;$ \text{Normal} (\mu, \sigma^2)$&#10;&#10;\end{document}"/>
  <p:tag name="LATEXENGINEID" val="0"/>
  <p:tag name="LATEXFORMHEIGHT" val="320"/>
  <p:tag name="LATEXFORMWIDTH" val="385"/>
  <p:tag name="LATEXFORMWRAP" val="True"/>
  <p:tag name="ORIGINALHEIGHT" val="6.495191"/>
  <p:tag name="ORIGINALWIDTH" val="6.776553"/>
  <p:tag name="TEMPFOLDER" val="c:\temp\"/>
  <p:tag name="TRANSPARENCY" val="True"/>
</p:tagLst>
</file>

<file path=ppt/tags/tag292.xml><?xml version="1.0" encoding="utf-8"?>
<p:tagLst xmlns:a="http://schemas.openxmlformats.org/drawingml/2006/main" xmlns:r="http://schemas.openxmlformats.org/officeDocument/2006/relationships" xmlns:p="http://schemas.openxmlformats.org/presentationml/2006/main">
  <p:tag name="EMFCHILD" val="True"/>
  <p:tag name="ORIGINALHEIGHT" val="4.364962"/>
  <p:tag name="ORIGINALWIDTH" val="4.39532"/>
</p:tagLst>
</file>

<file path=ppt/tags/tag293.xml><?xml version="1.0" encoding="utf-8"?>
<p:tagLst xmlns:a="http://schemas.openxmlformats.org/drawingml/2006/main" xmlns:r="http://schemas.openxmlformats.org/officeDocument/2006/relationships" xmlns:p="http://schemas.openxmlformats.org/presentationml/2006/main">
  <p:tag name="EMFCHILD" val="True"/>
  <p:tag name="ORIGINALHEIGHT" val="4.203326"/>
  <p:tag name="ORIGINALWIDTH" val="3.333727"/>
</p:tagLst>
</file>

<file path=ppt/tags/tag294.xml><?xml version="1.0" encoding="utf-8"?>
<p:tagLst xmlns:a="http://schemas.openxmlformats.org/drawingml/2006/main" xmlns:r="http://schemas.openxmlformats.org/officeDocument/2006/relationships" xmlns:p="http://schemas.openxmlformats.org/presentationml/2006/main">
  <p:tag name="EMFCHILD" val="True"/>
  <p:tag name="ORIGINALHEIGHT" val="4.203326"/>
  <p:tag name="ORIGINALWIDTH" val="7.748907"/>
</p:tagLst>
</file>

<file path=ppt/tags/tag295.xml><?xml version="1.0" encoding="utf-8"?>
<p:tagLst xmlns:a="http://schemas.openxmlformats.org/drawingml/2006/main" xmlns:r="http://schemas.openxmlformats.org/officeDocument/2006/relationships" xmlns:p="http://schemas.openxmlformats.org/presentationml/2006/main">
  <p:tag name="EMFCHILD" val="True"/>
  <p:tag name="ORIGINALHEIGHT" val="4.364962"/>
  <p:tag name="ORIGINALWIDTH" val="4.474716"/>
</p:tagLst>
</file>

<file path=ppt/tags/tag296.xml><?xml version="1.0" encoding="utf-8"?>
<p:tagLst xmlns:a="http://schemas.openxmlformats.org/drawingml/2006/main" xmlns:r="http://schemas.openxmlformats.org/officeDocument/2006/relationships" xmlns:p="http://schemas.openxmlformats.org/presentationml/2006/main">
  <p:tag name="EMFCHILD" val="True"/>
  <p:tag name="ORIGINALHEIGHT" val="6.599783"/>
  <p:tag name="ORIGINALWIDTH" val="2.202625"/>
</p:tagLst>
</file>

<file path=ppt/tags/tag297.xml><?xml version="1.0" encoding="utf-8"?>
<p:tagLst xmlns:a="http://schemas.openxmlformats.org/drawingml/2006/main" xmlns:r="http://schemas.openxmlformats.org/officeDocument/2006/relationships" xmlns:p="http://schemas.openxmlformats.org/presentationml/2006/main">
  <p:tag name="EMFCHILD" val="True"/>
  <p:tag name="ORIGINALHEIGHT" val="9.509759"/>
  <p:tag name="ORIGINALWIDTH" val="2.301837"/>
</p:tagLst>
</file>

<file path=ppt/tags/tag298.xml><?xml version="1.0" encoding="utf-8"?>
<p:tagLst xmlns:a="http://schemas.openxmlformats.org/drawingml/2006/main" xmlns:r="http://schemas.openxmlformats.org/officeDocument/2006/relationships" xmlns:p="http://schemas.openxmlformats.org/presentationml/2006/main">
  <p:tag name="EMFCHILD" val="True"/>
  <p:tag name="ORIGINALHEIGHT" val="6.257439"/>
  <p:tag name="ORIGINALWIDTH" val="5.377603"/>
</p:tagLst>
</file>

<file path=ppt/tags/tag299.xml><?xml version="1.0" encoding="utf-8"?>
<p:tagLst xmlns:a="http://schemas.openxmlformats.org/drawingml/2006/main" xmlns:r="http://schemas.openxmlformats.org/officeDocument/2006/relationships" xmlns:p="http://schemas.openxmlformats.org/presentationml/2006/main">
  <p:tag name="EMFCHILD" val="True"/>
  <p:tag name="ORIGINALHEIGHT" val="2.843395"/>
  <p:tag name="ORIGINALWIDTH" val="1.160849"/>
</p:tagLst>
</file>

<file path=ppt/tags/tag300.xml><?xml version="1.0" encoding="utf-8"?>
<p:tagLst xmlns:a="http://schemas.openxmlformats.org/drawingml/2006/main" xmlns:r="http://schemas.openxmlformats.org/officeDocument/2006/relationships" xmlns:p="http://schemas.openxmlformats.org/presentationml/2006/main">
  <p:tag name="EMFCHILD" val="True"/>
  <p:tag name="ORIGINALHEIGHT" val="4.203326"/>
  <p:tag name="ORIGINALWIDTH" val="5.2486"/>
</p:tagLst>
</file>

<file path=ppt/tags/tag301.xml><?xml version="1.0" encoding="utf-8"?>
<p:tagLst xmlns:a="http://schemas.openxmlformats.org/drawingml/2006/main" xmlns:r="http://schemas.openxmlformats.org/officeDocument/2006/relationships" xmlns:p="http://schemas.openxmlformats.org/presentationml/2006/main">
  <p:tag name="EMFCHILD" val="True"/>
  <p:tag name="ORIGINALHEIGHT" val="4.420124"/>
  <p:tag name="ORIGINALWIDTH" val="3.069773"/>
</p:tagLst>
</file>

<file path=ppt/tags/tag302.xml><?xml version="1.0" encoding="utf-8"?>
<p:tagLst xmlns:a="http://schemas.openxmlformats.org/drawingml/2006/main" xmlns:r="http://schemas.openxmlformats.org/officeDocument/2006/relationships" xmlns:p="http://schemas.openxmlformats.org/presentationml/2006/main">
  <p:tag name="EMFCHILD" val="True"/>
  <p:tag name="ORIGINALHEIGHT" val="9.509759"/>
  <p:tag name="ORIGINALWIDTH" val="2.301837"/>
</p:tagLst>
</file>

<file path=ppt/tags/tag303.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88"/>
  <p:tag name="IGUANATEXSIZE" val="18"/>
  <p:tag name="LATEXADDIN" val="\documentclass{article}&#10;\usepackage{amsmath}&#10;\pagestyle{empty}&#10;\begin{document}&#10;&#10;&#10;$ H_0: \mu = \mu_0$&#10;\end{document}"/>
  <p:tag name="LATEXENGINEID" val="0"/>
  <p:tag name="LATEXFORMHEIGHT" val="320"/>
  <p:tag name="LATEXFORMWIDTH" val="385"/>
  <p:tag name="LATEXFORMWRAP" val="True"/>
  <p:tag name="ORIGINALHEIGHT" val="6.804462"/>
  <p:tag name="ORIGINALWIDTH" val="8.430446"/>
  <p:tag name="TEMPFOLDER" val="c:\temp\"/>
  <p:tag name="TRANSPARENCY" val="True"/>
</p:tagLst>
</file>

<file path=ppt/tags/tag304.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52012"/>
</p:tagLst>
</file>

<file path=ppt/tags/tag305.xml><?xml version="1.0" encoding="utf-8"?>
<p:tagLst xmlns:a="http://schemas.openxmlformats.org/drawingml/2006/main" xmlns:r="http://schemas.openxmlformats.org/officeDocument/2006/relationships" xmlns:p="http://schemas.openxmlformats.org/presentationml/2006/main">
  <p:tag name="EMFCHILD" val="True"/>
  <p:tag name="ORIGINALHEIGHT" val="4.293876"/>
  <p:tag name="ORIGINALWIDTH" val="1.061286"/>
</p:tagLst>
</file>

<file path=ppt/tags/tag306.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426728"/>
</p:tagLst>
</file>

<file path=ppt/tags/tag307.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658267"/>
</p:tagLst>
</file>

<file path=ppt/tags/tag308.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426728"/>
</p:tagLst>
</file>

<file path=ppt/tags/tag309.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52012"/>
</p:tagLst>
</file>

<file path=ppt/tags/tag310.xml><?xml version="1.0" encoding="utf-8"?>
<p:tagLst xmlns:a="http://schemas.openxmlformats.org/drawingml/2006/main" xmlns:r="http://schemas.openxmlformats.org/officeDocument/2006/relationships" xmlns:p="http://schemas.openxmlformats.org/presentationml/2006/main">
  <p:tag name="BITMAPVECTOR" val="1"/>
  <p:tag name="IGUANATEXCURSOR" val="93"/>
  <p:tag name="IGUANATEXSIZE" val="18"/>
  <p:tag name="IGUANATEXVERSION" val="161"/>
  <p:tag name="LATEXADDIN" val="\documentclass{article}&#10;\usepackage{amsmath}&#10;\pagestyle{empty}&#10;\begin{document}&#10;&#10;&#10;$\text{H}_1: \mu &gt; \mu_0$&#10;\end{document}"/>
  <p:tag name="LATEXENGINEID" val="0"/>
  <p:tag name="LATEXFORMHEIGHT" val="320"/>
  <p:tag name="LATEXFORMWIDTH" val="385"/>
  <p:tag name="LATEXFORMWRAP" val="True"/>
  <p:tag name="ORIGINALHEIGHT" val="8.956344"/>
  <p:tag name="ORIGINALWIDTH" val="48.31451"/>
  <p:tag name="OUTPUTTYPE" val="SVG"/>
  <p:tag name="TEMPFOLDER" val="c:\temp\"/>
  <p:tag name="TRANSPARENCY" val="True"/>
</p:tagLst>
</file>

<file path=ppt/tags/tag311.xml><?xml version="1.0" encoding="utf-8"?>
<p:tagLst xmlns:a="http://schemas.openxmlformats.org/drawingml/2006/main" xmlns:r="http://schemas.openxmlformats.org/officeDocument/2006/relationships" xmlns:p="http://schemas.openxmlformats.org/presentationml/2006/main">
  <p:tag name="BITMAPVECTOR" val="1"/>
  <p:tag name="IGUANATEXCURSOR" val="121"/>
  <p:tag name="IGUANATEXSIZE" val="18"/>
  <p:tag name="IGUANATEXVERSION" val="161"/>
  <p:tag name="LATEXADDIN" val="\documentclass{article}&#10;\usepackage{amsmath}&#10;\pagestyle{empty}&#10;\begin{document}&#10;&#10;&#10;$t = \frac{\sqrt{n}(\bar{y} - \mu_0)}{s}$&#10;\end{document}"/>
  <p:tag name="LATEXENGINEID" val="0"/>
  <p:tag name="LATEXFORMHEIGHT" val="320"/>
  <p:tag name="LATEXFORMWIDTH" val="385"/>
  <p:tag name="LATEXFORMWRAP" val="True"/>
  <p:tag name="ORIGINALHEIGHT" val="13.21977"/>
  <p:tag name="ORIGINALWIDTH" val="54.54452"/>
  <p:tag name="OUTPUTTYPE" val="SVG"/>
  <p:tag name="TEMPFOLDER" val="c:\temp\"/>
  <p:tag name="TRANSPARENCY" val="True"/>
</p:tagLst>
</file>

<file path=ppt/tags/tag312.xml><?xml version="1.0" encoding="utf-8"?>
<p:tagLst xmlns:a="http://schemas.openxmlformats.org/drawingml/2006/main" xmlns:r="http://schemas.openxmlformats.org/officeDocument/2006/relationships" xmlns:p="http://schemas.openxmlformats.org/presentationml/2006/main">
  <p:tag name="BITMAPVECTOR" val="1"/>
  <p:tag name="IGUANATEXCURSOR" val="128"/>
  <p:tag name="IGUANATEXSIZE" val="18"/>
  <p:tag name="IGUANATEXVERSION" val="161"/>
  <p:tag name="LATEXADDIN" val="\documentclass{article}&#10;\usepackage{amsmath}&#10;\pagestyle{empty}&#10;\begin{document}&#10;&#10;&#10;$t = \frac{(\bar{y} - \mu_0)}{\frac{s}{\sqrt{n}}}$&#10;\end{document}"/>
  <p:tag name="LATEXENGINEID" val="0"/>
  <p:tag name="LATEXFORMHEIGHT" val="320"/>
  <p:tag name="LATEXFORMWIDTH" val="385"/>
  <p:tag name="LATEXFORMWRAP" val="True"/>
  <p:tag name="ORIGINALHEIGHT" val="16.79251"/>
  <p:tag name="ORIGINALWIDTH" val="42.83151"/>
  <p:tag name="OUTPUTTYPE" val="SVG"/>
  <p:tag name="TEMPFOLDER" val="c:\temp\"/>
  <p:tag name="TRANSPARENCY" val="True"/>
</p:tagLst>
</file>

<file path=ppt/tags/tag313.xml><?xml version="1.0" encoding="utf-8"?>
<p:tagLst xmlns:a="http://schemas.openxmlformats.org/drawingml/2006/main" xmlns:r="http://schemas.openxmlformats.org/officeDocument/2006/relationships" xmlns:p="http://schemas.openxmlformats.org/presentationml/2006/main">
  <p:tag name="BITMAPVECTOR" val="1"/>
  <p:tag name="IGUANATEXCURSOR" val="134"/>
  <p:tag name="IGUANATEXSIZE" val="18"/>
  <p:tag name="IGUANATEXVERSION" val="161"/>
  <p:tag name="LATEXADDIN" val="\documentclass{article}&#10;\usepackage{amsmath}&#10;\pagestyle{empty}&#10;\begin{document}&#10;&#10;&#10;$T = \frac{\sqrt{n}(\bar{Y} - \mu_0)}{S} \sim t_{n-1}$&#10;\end{document}"/>
  <p:tag name="LATEXENGINEID" val="0"/>
  <p:tag name="LATEXFORMHEIGHT" val="320"/>
  <p:tag name="LATEXFORMWIDTH" val="385"/>
  <p:tag name="LATEXFORMWRAP" val="True"/>
  <p:tag name="ORIGINALHEIGHT" val="14.56773"/>
  <p:tag name="ORIGINALWIDTH" val="92.77928"/>
  <p:tag name="OUTPUTTYPE" val="SVG"/>
  <p:tag name="TEMPFOLDER" val="c:\temp\"/>
  <p:tag name="TRANSPARENCY" val="True"/>
</p:tagLst>
</file>

<file path=ppt/tags/tag314.xml><?xml version="1.0" encoding="utf-8"?>
<p:tagLst xmlns:a="http://schemas.openxmlformats.org/drawingml/2006/main" xmlns:r="http://schemas.openxmlformats.org/officeDocument/2006/relationships" xmlns:p="http://schemas.openxmlformats.org/presentationml/2006/main">
  <p:tag name="BITMAPVECTOR" val="1"/>
  <p:tag name="IGUANATEXCURSOR" val="93"/>
  <p:tag name="IGUANATEXSIZE" val="18"/>
  <p:tag name="IGUANATEXVERSION" val="161"/>
  <p:tag name="LATEXADDIN" val="\documentclass{article}&#10;\usepackage{amsmath}&#10;\pagestyle{empty}&#10;\begin{document}&#10;&#10;&#10;$\text{H}_0: \mu \leq  \mu_0$&#10;\end{document}"/>
  <p:tag name="LATEXENGINEID" val="0"/>
  <p:tag name="LATEXFORMHEIGHT" val="320"/>
  <p:tag name="LATEXFORMWIDTH" val="385"/>
  <p:tag name="LATEXFORMWRAP" val="True"/>
  <p:tag name="ORIGINALHEIGHT" val="8.956344"/>
  <p:tag name="ORIGINALWIDTH" val="48.31451"/>
  <p:tag name="OUTPUTTYPE" val="SVG"/>
  <p:tag name="TEMPFOLDER" val="c:\temp\"/>
  <p:tag name="TRANSPARENCY" val="True"/>
</p:tagLst>
</file>

<file path=ppt/tags/tag315.xml><?xml version="1.0" encoding="utf-8"?>
<p:tagLst xmlns:a="http://schemas.openxmlformats.org/drawingml/2006/main" xmlns:r="http://schemas.openxmlformats.org/officeDocument/2006/relationships" xmlns:p="http://schemas.openxmlformats.org/presentationml/2006/main">
  <p:tag name="BITMAPVECTOR" val="1"/>
  <p:tag name="IGUANATEXCURSOR" val="119"/>
  <p:tag name="IGUANATEXSIZE" val="18"/>
  <p:tag name="IGUANATEXVERSION" val="161"/>
  <p:tag name="LATEXADDIN" val="\documentclass{article}&#10;\usepackage{amsmath}&#10;\pagestyle{empty}&#10;\begin{document}&#10;&#10;&#10;$\text{P}(T &gt; c | \text{H}_0) = 0.05 $&#10;\end{document}"/>
  <p:tag name="LATEXENGINEID" val="0"/>
  <p:tag name="LATEXFORMHEIGHT" val="320"/>
  <p:tag name="LATEXFORMWIDTH" val="385"/>
  <p:tag name="LATEXFORMWRAP" val="True"/>
  <p:tag name="ORIGINALHEIGHT" val="9.713561"/>
  <p:tag name="ORIGINALWIDTH" val="83.92854"/>
  <p:tag name="OUTPUTTYPE" val="SVG"/>
  <p:tag name="TEMPFOLDER" val="c:\temp\"/>
  <p:tag name="TRANSPARENCY" val="True"/>
</p:tagLst>
</file>

<file path=ppt/tags/tag316.xml><?xml version="1.0" encoding="utf-8"?>
<p:tagLst xmlns:a="http://schemas.openxmlformats.org/drawingml/2006/main" xmlns:r="http://schemas.openxmlformats.org/officeDocument/2006/relationships" xmlns:p="http://schemas.openxmlformats.org/presentationml/2006/main">
  <p:tag name="BITMAPVECTOR" val="1"/>
  <p:tag name="IGUANATEXCURSOR" val="88"/>
  <p:tag name="IGUANATEXSIZE" val="18"/>
  <p:tag name="IGUANATEXVERSION" val="161"/>
  <p:tag name="LATEXADDIN" val="\documentclass{article}&#10;\usepackage{amsmath}&#10;\pagestyle{empty}&#10;\begin{document}&#10;&#10;&#10;$t &gt; c$&#10;\end{document}"/>
  <p:tag name="LATEXENGINEID" val="0"/>
  <p:tag name="LATEXFORMHEIGHT" val="320"/>
  <p:tag name="LATEXFORMWIDTH" val="385"/>
  <p:tag name="LATEXFORMWRAP" val="True"/>
  <p:tag name="ORIGINALHEIGHT" val="6.398163"/>
  <p:tag name="ORIGINALWIDTH" val="20.93582"/>
  <p:tag name="OUTPUTTYPE" val="SVG"/>
  <p:tag name="TEMPFOLDER" val="c:\temp\"/>
  <p:tag name="TRANSPARENCY" val="True"/>
</p:tagLst>
</file>

<file path=ppt/tags/tag317.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88"/>
  <p:tag name="IGUANATEXSIZE" val="18"/>
  <p:tag name="LATEXADDIN" val="\documentclass{article}&#10;\usepackage{amsmath}&#10;\pagestyle{empty}&#10;\begin{document}&#10;&#10;&#10;$t &gt; c$&#10;\end{document}"/>
  <p:tag name="LATEXENGINEID" val="0"/>
  <p:tag name="LATEXFORMHEIGHT" val="320"/>
  <p:tag name="LATEXFORMWIDTH" val="385"/>
  <p:tag name="LATEXFORMWRAP" val="True"/>
  <p:tag name="ORIGINALHEIGHT" val="6.11951"/>
  <p:tag name="ORIGINALWIDTH" val="3.058486"/>
  <p:tag name="TEMPFOLDER" val="c:\temp\"/>
  <p:tag name="TRANSPARENCY" val="True"/>
</p:tagLst>
</file>

<file path=ppt/tags/tag318.xml><?xml version="1.0" encoding="utf-8"?>
<p:tagLst xmlns:a="http://schemas.openxmlformats.org/drawingml/2006/main" xmlns:r="http://schemas.openxmlformats.org/officeDocument/2006/relationships" xmlns:p="http://schemas.openxmlformats.org/presentationml/2006/main">
  <p:tag name="EMFCHILD" val="True"/>
  <p:tag name="ORIGINALHEIGHT" val="5.57196"/>
  <p:tag name="ORIGINALWIDTH" val="6.087138"/>
</p:tagLst>
</file>

<file path=ppt/tags/tag319.xml><?xml version="1.0" encoding="utf-8"?>
<p:tagLst xmlns:a="http://schemas.openxmlformats.org/drawingml/2006/main" xmlns:r="http://schemas.openxmlformats.org/officeDocument/2006/relationships" xmlns:p="http://schemas.openxmlformats.org/presentationml/2006/main">
  <p:tag name="EMFCHILD" val="True"/>
  <p:tag name="ORIGINALHEIGHT" val="4.351881"/>
  <p:tag name="ORIGINALWIDTH" val="3.875458"/>
</p:tagLst>
</file>

<file path=ppt/tags/tag320.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9"/>
  <p:tag name="IGUANATEXSIZE" val="18"/>
  <p:tag name="LATEXADDIN" val="\documentclass{article}&#10;\usepackage{amsmath}&#10;\pagestyle{empty}&#10;\begin{document}&#10;&#10;&#10;$\text{P}(T &gt; c | \text{H}_0) = 0.05 $&#10;\end{document}"/>
  <p:tag name="LATEXENGINEID" val="0"/>
  <p:tag name="LATEXFORMHEIGHT" val="320"/>
  <p:tag name="LATEXFORMWIDTH" val="385"/>
  <p:tag name="LATEXFORMWRAP" val="True"/>
  <p:tag name="ORIGINALHEIGHT" val="6.634339"/>
  <p:tag name="ORIGINALWIDTH" val="5.850698"/>
  <p:tag name="TEMPFOLDER" val="c:\temp\"/>
  <p:tag name="TRANSPARENCY" val="True"/>
</p:tagLst>
</file>

<file path=ppt/tags/tag321.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4505"/>
</p:tagLst>
</file>

<file path=ppt/tags/tag322.xml><?xml version="1.0" encoding="utf-8"?>
<p:tagLst xmlns:a="http://schemas.openxmlformats.org/drawingml/2006/main" xmlns:r="http://schemas.openxmlformats.org/officeDocument/2006/relationships" xmlns:p="http://schemas.openxmlformats.org/presentationml/2006/main">
  <p:tag name="EMFCHILD" val="True"/>
  <p:tag name="ORIGINALHEIGHT" val="6.576072"/>
  <p:tag name="ORIGINALWIDTH" val="6.754635"/>
</p:tagLst>
</file>

<file path=ppt/tags/tag323.xml><?xml version="1.0" encoding="utf-8"?>
<p:tagLst xmlns:a="http://schemas.openxmlformats.org/drawingml/2006/main" xmlns:r="http://schemas.openxmlformats.org/officeDocument/2006/relationships" xmlns:p="http://schemas.openxmlformats.org/presentationml/2006/main">
  <p:tag name="EMFCHILD" val="True"/>
  <p:tag name="ORIGINALHEIGHT" val="5.633858"/>
  <p:tag name="ORIGINALWIDTH" val="6.069246"/>
</p:tagLst>
</file>

<file path=ppt/tags/tag324.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3.864041"/>
</p:tagLst>
</file>

<file path=ppt/tags/tag325.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73315"/>
</p:tagLst>
</file>

<file path=ppt/tags/tag326.xml><?xml version="1.0" encoding="utf-8"?>
<p:tagLst xmlns:a="http://schemas.openxmlformats.org/drawingml/2006/main" xmlns:r="http://schemas.openxmlformats.org/officeDocument/2006/relationships" xmlns:p="http://schemas.openxmlformats.org/presentationml/2006/main">
  <p:tag name="EMFCHILD" val="True"/>
  <p:tag name="ORIGINALHEIGHT" val="6.634339"/>
  <p:tag name="ORIGINALWIDTH" val="6.784425"/>
</p:tagLst>
</file>

<file path=ppt/tags/tag327.xml><?xml version="1.0" encoding="utf-8"?>
<p:tagLst xmlns:a="http://schemas.openxmlformats.org/drawingml/2006/main" xmlns:r="http://schemas.openxmlformats.org/officeDocument/2006/relationships" xmlns:p="http://schemas.openxmlformats.org/presentationml/2006/main">
  <p:tag name="EMFCHILD" val="True"/>
  <p:tag name="ORIGINALHEIGHT" val="4.650831"/>
  <p:tag name="ORIGINALWIDTH" val="3.226333"/>
</p:tagLst>
</file>

<file path=ppt/tags/tag328.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4505"/>
</p:tagLst>
</file>

<file path=ppt/tags/tag329.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05641"/>
</p:tagLst>
</file>

<file path=ppt/tags/tag330.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4.181932"/>
</p:tagLst>
</file>

<file path=ppt/tags/tag331.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2931"/>
</p:tagLst>
</file>

<file path=ppt/tags/tag332.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4.181932"/>
</p:tagLst>
</file>

<file path=ppt/tags/tag333.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3.963385"/>
</p:tagLst>
</file>

<file path=ppt/tags/tag334.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3"/>
  <p:tag name="IGUANATEXSIZE" val="18"/>
  <p:tag name="LATEXADDIN" val="\documentclass{article}&#10;\usepackage{amsmath}&#10;\pagestyle{empty}&#10;\begin{document}&#10;&#10;&#10;$\text{H}_0: \mu \leq  \mu_0$&#10;\end{document}"/>
  <p:tag name="LATEXENGINEID" val="0"/>
  <p:tag name="LATEXFORMHEIGHT" val="320"/>
  <p:tag name="LATEXFORMWIDTH" val="385"/>
  <p:tag name="LATEXFORMWRAP" val="True"/>
  <p:tag name="ORIGINALHEIGHT" val="6.804462"/>
  <p:tag name="ORIGINALWIDTH" val="6.736394"/>
  <p:tag name="TEMPFOLDER" val="c:\temp\"/>
  <p:tag name="TRANSPARENCY" val="True"/>
</p:tagLst>
</file>

<file path=ppt/tags/tag335.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03499"/>
</p:tagLst>
</file>

<file path=ppt/tags/tag336.xml><?xml version="1.0" encoding="utf-8"?>
<p:tagLst xmlns:a="http://schemas.openxmlformats.org/drawingml/2006/main" xmlns:r="http://schemas.openxmlformats.org/officeDocument/2006/relationships" xmlns:p="http://schemas.openxmlformats.org/presentationml/2006/main">
  <p:tag name="EMFCHILD" val="True"/>
  <p:tag name="ORIGINALHEIGHT" val="4.293876"/>
  <p:tag name="ORIGINALWIDTH" val="1.04545"/>
</p:tagLst>
</file>

<file path=ppt/tags/tag337.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338.xml><?xml version="1.0" encoding="utf-8"?>
<p:tagLst xmlns:a="http://schemas.openxmlformats.org/drawingml/2006/main" xmlns:r="http://schemas.openxmlformats.org/officeDocument/2006/relationships" xmlns:p="http://schemas.openxmlformats.org/presentationml/2006/main">
  <p:tag name="EMFCHILD" val="True"/>
  <p:tag name="ORIGINALHEIGHT" val="7.701094"/>
  <p:tag name="ORIGINALWIDTH" val="6.026289"/>
</p:tagLst>
</file>

<file path=ppt/tags/tag339.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340.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03499"/>
</p:tagLst>
</file>

<file path=ppt/tags/tag341.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34"/>
  <p:tag name="IGUANATEXSIZE" val="18"/>
  <p:tag name="LATEXADDIN" val="\documentclass{article}&#10;\usepackage{amsmath}&#10;\pagestyle{empty}&#10;\begin{document}&#10;&#10;&#10;$T = \frac{\sqrt{n}(\bar{Y} - \mu_0)}{S} \sim t_{n-1}$&#10;\end{document}"/>
  <p:tag name="LATEXENGINEID" val="0"/>
  <p:tag name="LATEXFORMHEIGHT" val="320"/>
  <p:tag name="LATEXFORMWIDTH" val="385"/>
  <p:tag name="LATEXFORMWRAP" val="True"/>
  <p:tag name="ORIGINALHEIGHT" val="6.865139"/>
  <p:tag name="ORIGINALWIDTH" val="6.756557"/>
  <p:tag name="TEMPFOLDER" val="c:\temp\"/>
  <p:tag name="TRANSPARENCY" val="True"/>
</p:tagLst>
</file>

<file path=ppt/tags/tag342.xml><?xml version="1.0" encoding="utf-8"?>
<p:tagLst xmlns:a="http://schemas.openxmlformats.org/drawingml/2006/main" xmlns:r="http://schemas.openxmlformats.org/officeDocument/2006/relationships" xmlns:p="http://schemas.openxmlformats.org/presentationml/2006/main">
  <p:tag name="EMFCHILD" val="True"/>
  <p:tag name="ORIGINALHEIGHT" val="2.372889"/>
  <p:tag name="ORIGINALWIDTH" val="6.607537"/>
</p:tagLst>
</file>

<file path=ppt/tags/tag343.xml><?xml version="1.0" encoding="utf-8"?>
<p:tagLst xmlns:a="http://schemas.openxmlformats.org/drawingml/2006/main" xmlns:r="http://schemas.openxmlformats.org/officeDocument/2006/relationships" xmlns:p="http://schemas.openxmlformats.org/presentationml/2006/main">
  <p:tag name="EMFCHILD" val="True"/>
  <p:tag name="ORIGINALHEIGHT" val="7.098365"/>
  <p:tag name="ORIGINALWIDTH" val="6.037199"/>
</p:tagLst>
</file>

<file path=ppt/tags/tag344.xml><?xml version="1.0" encoding="utf-8"?>
<p:tagLst xmlns:a="http://schemas.openxmlformats.org/drawingml/2006/main" xmlns:r="http://schemas.openxmlformats.org/officeDocument/2006/relationships" xmlns:p="http://schemas.openxmlformats.org/presentationml/2006/main">
  <p:tag name="EMFCHILD" val="True"/>
  <p:tag name="ORIGINALHEIGHT" val="0.3447381"/>
  <p:tag name="ORIGINALWIDTH" val="4.911742"/>
</p:tagLst>
</file>

<file path=ppt/tags/tag345.xml><?xml version="1.0" encoding="utf-8"?>
<p:tagLst xmlns:a="http://schemas.openxmlformats.org/drawingml/2006/main" xmlns:r="http://schemas.openxmlformats.org/officeDocument/2006/relationships" xmlns:p="http://schemas.openxmlformats.org/presentationml/2006/main">
  <p:tag name="EMFCHILD" val="True"/>
  <p:tag name="ORIGINALHEIGHT" val="3.201349"/>
  <p:tag name="ORIGINALWIDTH" val="4.249671"/>
</p:tagLst>
</file>

<file path=ppt/tags/tag346.xml><?xml version="1.0" encoding="utf-8"?>
<p:tagLst xmlns:a="http://schemas.openxmlformats.org/drawingml/2006/main" xmlns:r="http://schemas.openxmlformats.org/officeDocument/2006/relationships" xmlns:p="http://schemas.openxmlformats.org/presentationml/2006/main">
  <p:tag name="EMFCHILD" val="True"/>
  <p:tag name="ORIGINALHEIGHT" val="7.09126"/>
  <p:tag name="ORIGINALWIDTH" val="1.808351"/>
</p:tagLst>
</file>

<file path=ppt/tags/tag347.xml><?xml version="1.0" encoding="utf-8"?>
<p:tagLst xmlns:a="http://schemas.openxmlformats.org/drawingml/2006/main" xmlns:r="http://schemas.openxmlformats.org/officeDocument/2006/relationships" xmlns:p="http://schemas.openxmlformats.org/presentationml/2006/main">
  <p:tag name="EMFCHILD" val="True"/>
  <p:tag name="ORIGINALHEIGHT" val="0.2697227"/>
  <p:tag name="ORIGINALWIDTH" val="2.768201"/>
</p:tagLst>
</file>

<file path=ppt/tags/tag348.xml><?xml version="1.0" encoding="utf-8"?>
<p:tagLst xmlns:a="http://schemas.openxmlformats.org/drawingml/2006/main" xmlns:r="http://schemas.openxmlformats.org/officeDocument/2006/relationships" xmlns:p="http://schemas.openxmlformats.org/presentationml/2006/main">
  <p:tag name="EMFCHILD" val="True"/>
  <p:tag name="ORIGINALHEIGHT" val="4.848166"/>
  <p:tag name="ORIGINALWIDTH" val="5.529461"/>
</p:tagLst>
</file>

<file path=ppt/tags/tag349.xml><?xml version="1.0" encoding="utf-8"?>
<p:tagLst xmlns:a="http://schemas.openxmlformats.org/drawingml/2006/main" xmlns:r="http://schemas.openxmlformats.org/officeDocument/2006/relationships" xmlns:p="http://schemas.openxmlformats.org/presentationml/2006/main">
  <p:tag name="EMFCHILD" val="True"/>
  <p:tag name="ORIGINALHEIGHT" val="0.3478012"/>
  <p:tag name="ORIGINALWIDTH" val="4.701751"/>
</p:tagLst>
</file>

<file path=ppt/tags/tag350.xml><?xml version="1.0" encoding="utf-8"?>
<p:tagLst xmlns:a="http://schemas.openxmlformats.org/drawingml/2006/main" xmlns:r="http://schemas.openxmlformats.org/officeDocument/2006/relationships" xmlns:p="http://schemas.openxmlformats.org/presentationml/2006/main">
  <p:tag name="EMFCHILD" val="True"/>
  <p:tag name="ORIGINALHEIGHT" val="4.649418"/>
  <p:tag name="ORIGINALWIDTH" val="4.145328"/>
</p:tagLst>
</file>

<file path=ppt/tags/tag351.xml><?xml version="1.0" encoding="utf-8"?>
<p:tagLst xmlns:a="http://schemas.openxmlformats.org/drawingml/2006/main" xmlns:r="http://schemas.openxmlformats.org/officeDocument/2006/relationships" xmlns:p="http://schemas.openxmlformats.org/presentationml/2006/main">
  <p:tag name="EMFCHILD" val="True"/>
  <p:tag name="ORIGINALHEIGHT" val="3.488343"/>
  <p:tag name="ORIGINALWIDTH" val="2.593307"/>
</p:tagLst>
</file>

<file path=ppt/tags/tag352.xml><?xml version="1.0" encoding="utf-8"?>
<p:tagLst xmlns:a="http://schemas.openxmlformats.org/drawingml/2006/main" xmlns:r="http://schemas.openxmlformats.org/officeDocument/2006/relationships" xmlns:p="http://schemas.openxmlformats.org/presentationml/2006/main">
  <p:tag name="EMFCHILD" val="True"/>
  <p:tag name="ORIGINALHEIGHT" val="7.09126"/>
  <p:tag name="ORIGINALWIDTH" val="1.80141"/>
</p:tagLst>
</file>

<file path=ppt/tags/tag353.xml><?xml version="1.0" encoding="utf-8"?>
<p:tagLst xmlns:a="http://schemas.openxmlformats.org/drawingml/2006/main" xmlns:r="http://schemas.openxmlformats.org/officeDocument/2006/relationships" xmlns:p="http://schemas.openxmlformats.org/presentationml/2006/main">
  <p:tag name="EMFCHILD" val="True"/>
  <p:tag name="ORIGINALHEIGHT" val="0.405578"/>
  <p:tag name="ORIGINALWIDTH" val="38.95063"/>
</p:tagLst>
</file>

<file path=ppt/tags/tag354.xml><?xml version="1.0" encoding="utf-8"?>
<p:tagLst xmlns:a="http://schemas.openxmlformats.org/drawingml/2006/main" xmlns:r="http://schemas.openxmlformats.org/officeDocument/2006/relationships" xmlns:p="http://schemas.openxmlformats.org/presentationml/2006/main">
  <p:tag name="EMFCHILD" val="True"/>
  <p:tag name="ORIGINALHEIGHT" val="5.132129"/>
  <p:tag name="ORIGINALWIDTH" val="4.416615"/>
</p:tagLst>
</file>

<file path=ppt/tags/tag355.xml><?xml version="1.0" encoding="utf-8"?>
<p:tagLst xmlns:a="http://schemas.openxmlformats.org/drawingml/2006/main" xmlns:r="http://schemas.openxmlformats.org/officeDocument/2006/relationships" xmlns:p="http://schemas.openxmlformats.org/presentationml/2006/main">
  <p:tag name="EMFCHILD" val="True"/>
  <p:tag name="ORIGINALHEIGHT" val="2.372889"/>
  <p:tag name="ORIGINALWIDTH" val="6.627382"/>
</p:tagLst>
</file>

<file path=ppt/tags/tag356.xml><?xml version="1.0" encoding="utf-8"?>
<p:tagLst xmlns:a="http://schemas.openxmlformats.org/drawingml/2006/main" xmlns:r="http://schemas.openxmlformats.org/officeDocument/2006/relationships" xmlns:p="http://schemas.openxmlformats.org/presentationml/2006/main">
  <p:tag name="EMFCHILD" val="True"/>
  <p:tag name="ORIGINALHEIGHT" val="6.459528"/>
  <p:tag name="ORIGINALWIDTH" val="3.050372"/>
</p:tagLst>
</file>

<file path=ppt/tags/tag357.xml><?xml version="1.0" encoding="utf-8"?>
<p:tagLst xmlns:a="http://schemas.openxmlformats.org/drawingml/2006/main" xmlns:r="http://schemas.openxmlformats.org/officeDocument/2006/relationships" xmlns:p="http://schemas.openxmlformats.org/presentationml/2006/main">
  <p:tag name="EMFCHILD" val="True"/>
  <p:tag name="ORIGINALHEIGHT" val="3.201349"/>
  <p:tag name="ORIGINALWIDTH" val="4.249671"/>
</p:tagLst>
</file>

<file path=ppt/tags/tag358.xml><?xml version="1.0" encoding="utf-8"?>
<p:tagLst xmlns:a="http://schemas.openxmlformats.org/drawingml/2006/main" xmlns:r="http://schemas.openxmlformats.org/officeDocument/2006/relationships" xmlns:p="http://schemas.openxmlformats.org/presentationml/2006/main">
  <p:tag name="EMFCHILD" val="True"/>
  <p:tag name="ORIGINALHEIGHT" val="0.3478012"/>
  <p:tag name="ORIGINALWIDTH" val="4.701751"/>
</p:tagLst>
</file>

<file path=ppt/tags/tag359.xml><?xml version="1.0" encoding="utf-8"?>
<p:tagLst xmlns:a="http://schemas.openxmlformats.org/drawingml/2006/main" xmlns:r="http://schemas.openxmlformats.org/officeDocument/2006/relationships" xmlns:p="http://schemas.openxmlformats.org/presentationml/2006/main">
  <p:tag name="EMFCHILD" val="True"/>
  <p:tag name="ORIGINALHEIGHT" val="4.713321"/>
  <p:tag name="ORIGINALWIDTH" val="2.531717"/>
</p:tagLst>
</file>

<file path=ppt/tags/tag360.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28"/>
  <p:tag name="IGUANATEXSIZE" val="18"/>
  <p:tag name="LATEXADDIN" val="\documentclass{article}&#10;\usepackage{amsmath}&#10;\pagestyle{empty}&#10;\begin{document}&#10;&#10;&#10;$t = \frac{(\bar{y} - \mu_0)}{\frac{s}{\sqrt{n}}}$&#10;\end{document}"/>
  <p:tag name="LATEXENGINEID" val="0"/>
  <p:tag name="LATEXFORMHEIGHT" val="320"/>
  <p:tag name="LATEXFORMWIDTH" val="385"/>
  <p:tag name="LATEXFORMWRAP" val="True"/>
  <p:tag name="ORIGINALHEIGHT" val="6.081767"/>
  <p:tag name="ORIGINALWIDTH" val="3.023764"/>
  <p:tag name="TEMPFOLDER" val="c:\temp\"/>
  <p:tag name="TRANSPARENCY" val="True"/>
</p:tagLst>
</file>

<file path=ppt/tags/tag361.xml><?xml version="1.0" encoding="utf-8"?>
<p:tagLst xmlns:a="http://schemas.openxmlformats.org/drawingml/2006/main" xmlns:r="http://schemas.openxmlformats.org/officeDocument/2006/relationships" xmlns:p="http://schemas.openxmlformats.org/presentationml/2006/main">
  <p:tag name="EMFCHILD" val="True"/>
  <p:tag name="ORIGINALHEIGHT" val="2.234116"/>
  <p:tag name="ORIGINALWIDTH" val="6.549866"/>
</p:tagLst>
</file>

<file path=ppt/tags/tag362.xml><?xml version="1.0" encoding="utf-8"?>
<p:tagLst xmlns:a="http://schemas.openxmlformats.org/drawingml/2006/main" xmlns:r="http://schemas.openxmlformats.org/officeDocument/2006/relationships" xmlns:p="http://schemas.openxmlformats.org/presentationml/2006/main">
  <p:tag name="EMFCHILD" val="True"/>
  <p:tag name="ORIGINALHEIGHT" val="6.676568"/>
  <p:tag name="ORIGINALWIDTH" val="1.792583"/>
</p:tagLst>
</file>

<file path=ppt/tags/tag363.xml><?xml version="1.0" encoding="utf-8"?>
<p:tagLst xmlns:a="http://schemas.openxmlformats.org/drawingml/2006/main" xmlns:r="http://schemas.openxmlformats.org/officeDocument/2006/relationships" xmlns:p="http://schemas.openxmlformats.org/presentationml/2006/main">
  <p:tag name="EMFCHILD" val="True"/>
  <p:tag name="ORIGINALHEIGHT" val="0.2539388"/>
  <p:tag name="ORIGINALWIDTH" val="2.744046"/>
</p:tagLst>
</file>

<file path=ppt/tags/tag364.xml><?xml version="1.0" encoding="utf-8"?>
<p:tagLst xmlns:a="http://schemas.openxmlformats.org/drawingml/2006/main" xmlns:r="http://schemas.openxmlformats.org/officeDocument/2006/relationships" xmlns:p="http://schemas.openxmlformats.org/presentationml/2006/main">
  <p:tag name="EMFCHILD" val="True"/>
  <p:tag name="ORIGINALHEIGHT" val="4.31069"/>
  <p:tag name="ORIGINALWIDTH" val="3.536926"/>
</p:tagLst>
</file>

<file path=ppt/tags/tag365.xml><?xml version="1.0" encoding="utf-8"?>
<p:tagLst xmlns:a="http://schemas.openxmlformats.org/drawingml/2006/main" xmlns:r="http://schemas.openxmlformats.org/officeDocument/2006/relationships" xmlns:p="http://schemas.openxmlformats.org/presentationml/2006/main">
  <p:tag name="EMFCHILD" val="True"/>
  <p:tag name="ORIGINALHEIGHT" val="0.3274525"/>
  <p:tag name="ORIGINALWIDTH" val="4.660745"/>
</p:tagLst>
</file>

<file path=ppt/tags/tag366.xml><?xml version="1.0" encoding="utf-8"?>
<p:tagLst xmlns:a="http://schemas.openxmlformats.org/drawingml/2006/main" xmlns:r="http://schemas.openxmlformats.org/officeDocument/2006/relationships" xmlns:p="http://schemas.openxmlformats.org/presentationml/2006/main">
  <p:tag name="EMFCHILD" val="True"/>
  <p:tag name="ORIGINALHEIGHT" val="4.377541"/>
  <p:tag name="ORIGINALWIDTH" val="4.109181"/>
</p:tagLst>
</file>

<file path=ppt/tags/tag367.xml><?xml version="1.0" encoding="utf-8"?>
<p:tagLst xmlns:a="http://schemas.openxmlformats.org/drawingml/2006/main" xmlns:r="http://schemas.openxmlformats.org/officeDocument/2006/relationships" xmlns:p="http://schemas.openxmlformats.org/presentationml/2006/main">
  <p:tag name="EMFCHILD" val="True"/>
  <p:tag name="ORIGINALHEIGHT" val="3.284336"/>
  <p:tag name="ORIGINALWIDTH" val="2.570677"/>
</p:tagLst>
</file>

<file path=ppt/tags/tag368.xml><?xml version="1.0" encoding="utf-8"?>
<p:tagLst xmlns:a="http://schemas.openxmlformats.org/drawingml/2006/main" xmlns:r="http://schemas.openxmlformats.org/officeDocument/2006/relationships" xmlns:p="http://schemas.openxmlformats.org/presentationml/2006/main">
  <p:tag name="EMFCHILD" val="True"/>
  <p:tag name="ORIGINALHEIGHT" val="6.676568"/>
  <p:tag name="ORIGINALWIDTH" val="1.785696"/>
</p:tagLst>
</file>

<file path=ppt/tags/tag369.xml><?xml version="1.0" encoding="utf-8"?>
<p:tagLst xmlns:a="http://schemas.openxmlformats.org/drawingml/2006/main" xmlns:r="http://schemas.openxmlformats.org/officeDocument/2006/relationships" xmlns:p="http://schemas.openxmlformats.org/presentationml/2006/main">
  <p:tag name="EMFCHILD" val="True"/>
  <p:tag name="ORIGINALHEIGHT" val="0.381878"/>
  <p:tag name="ORIGINALWIDTH" val="25.18689"/>
</p:tagLst>
</file>

<file path=ppt/tags/tag370.xml><?xml version="1.0" encoding="utf-8"?>
<p:tagLst xmlns:a="http://schemas.openxmlformats.org/drawingml/2006/main" xmlns:r="http://schemas.openxmlformats.org/officeDocument/2006/relationships" xmlns:p="http://schemas.openxmlformats.org/presentationml/2006/main">
  <p:tag name="EMFCHILD" val="True"/>
  <p:tag name="ORIGINALHEIGHT" val="2.162513"/>
  <p:tag name="ORIGINALWIDTH" val="2.18163"/>
</p:tagLst>
</file>

<file path=ppt/tags/tag371.xml><?xml version="1.0" encoding="utf-8"?>
<p:tagLst xmlns:a="http://schemas.openxmlformats.org/drawingml/2006/main" xmlns:r="http://schemas.openxmlformats.org/officeDocument/2006/relationships" xmlns:p="http://schemas.openxmlformats.org/presentationml/2006/main">
  <p:tag name="EMFCHILD" val="True"/>
  <p:tag name="ORIGINALHEIGHT" val="0.3245851"/>
  <p:tag name="ORIGINALWIDTH" val="9.741263"/>
</p:tagLst>
</file>

<file path=ppt/tags/tag372.xml><?xml version="1.0" encoding="utf-8"?>
<p:tagLst xmlns:a="http://schemas.openxmlformats.org/drawingml/2006/main" xmlns:r="http://schemas.openxmlformats.org/officeDocument/2006/relationships" xmlns:p="http://schemas.openxmlformats.org/presentationml/2006/main">
  <p:tag name="EMFCHILD" val="True"/>
  <p:tag name="ORIGINALHEIGHT" val="4.773756"/>
  <p:tag name="ORIGINALWIDTH" val="4.836053"/>
</p:tagLst>
</file>

<file path=ppt/tags/tag373.xml><?xml version="1.0" encoding="utf-8"?>
<p:tagLst xmlns:a="http://schemas.openxmlformats.org/drawingml/2006/main" xmlns:r="http://schemas.openxmlformats.org/officeDocument/2006/relationships" xmlns:p="http://schemas.openxmlformats.org/presentationml/2006/main">
  <p:tag name="EMFCHILD" val="True"/>
  <p:tag name="ORIGINALHEIGHT" val="0.2673202"/>
  <p:tag name="ORIGINALWIDTH" val="4.337678"/>
</p:tagLst>
</file>

<file path=ppt/tags/tag374.xml><?xml version="1.0" encoding="utf-8"?>
<p:tagLst xmlns:a="http://schemas.openxmlformats.org/drawingml/2006/main" xmlns:r="http://schemas.openxmlformats.org/officeDocument/2006/relationships" xmlns:p="http://schemas.openxmlformats.org/presentationml/2006/main">
  <p:tag name="EMFCHILD" val="True"/>
  <p:tag name="ORIGINALHEIGHT" val="2.162513"/>
  <p:tag name="ORIGINALWIDTH" val="3.447276"/>
</p:tagLst>
</file>

<file path=ppt/tags/tag375.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21"/>
  <p:tag name="IGUANATEXSIZE" val="18"/>
  <p:tag name="LATEXADDIN" val="\documentclass{article}&#10;\usepackage{amsmath}&#10;\pagestyle{empty}&#10;\begin{document}&#10;&#10;&#10;$t = \frac{\sqrt{n}(\bar{y} - \mu_0)}{s}$&#10;\end{document}"/>
  <p:tag name="LATEXENGINEID" val="0"/>
  <p:tag name="LATEXFORMHEIGHT" val="320"/>
  <p:tag name="LATEXFORMWIDTH" val="385"/>
  <p:tag name="LATEXFORMWRAP" val="True"/>
  <p:tag name="ORIGINALHEIGHT" val="6.11951"/>
  <p:tag name="ORIGINALWIDTH" val="3.044619"/>
  <p:tag name="TEMPFOLDER" val="c:\temp\"/>
  <p:tag name="TRANSPARENCY" val="True"/>
</p:tagLst>
</file>

<file path=ppt/tags/tag376.xml><?xml version="1.0" encoding="utf-8"?>
<p:tagLst xmlns:a="http://schemas.openxmlformats.org/drawingml/2006/main" xmlns:r="http://schemas.openxmlformats.org/officeDocument/2006/relationships" xmlns:p="http://schemas.openxmlformats.org/presentationml/2006/main">
  <p:tag name="EMFCHILD" val="True"/>
  <p:tag name="ORIGINALHEIGHT" val="2.247988"/>
  <p:tag name="ORIGINALWIDTH" val="6.595011"/>
</p:tagLst>
</file>

<file path=ppt/tags/tag377.xml><?xml version="1.0" encoding="utf-8"?>
<p:tagLst xmlns:a="http://schemas.openxmlformats.org/drawingml/2006/main" xmlns:r="http://schemas.openxmlformats.org/officeDocument/2006/relationships" xmlns:p="http://schemas.openxmlformats.org/presentationml/2006/main">
  <p:tag name="EMFCHILD" val="True"/>
  <p:tag name="ORIGINALHEIGHT" val="6.72476"/>
  <p:tag name="ORIGINALWIDTH" val="6.025764"/>
</p:tagLst>
</file>

<file path=ppt/tags/tag378.xml><?xml version="1.0" encoding="utf-8"?>
<p:tagLst xmlns:a="http://schemas.openxmlformats.org/drawingml/2006/main" xmlns:r="http://schemas.openxmlformats.org/officeDocument/2006/relationships" xmlns:p="http://schemas.openxmlformats.org/presentationml/2006/main">
  <p:tag name="EMFCHILD" val="True"/>
  <p:tag name="ORIGINALHEIGHT" val="0.3265967"/>
  <p:tag name="ORIGINALWIDTH" val="4.902449"/>
</p:tagLst>
</file>

<file path=ppt/tags/tag379.xml><?xml version="1.0" encoding="utf-8"?>
<p:tagLst xmlns:a="http://schemas.openxmlformats.org/drawingml/2006/main" xmlns:r="http://schemas.openxmlformats.org/officeDocument/2006/relationships" xmlns:p="http://schemas.openxmlformats.org/presentationml/2006/main">
  <p:tag name="EMFCHILD" val="True"/>
  <p:tag name="ORIGINALHEIGHT" val="3.032852"/>
  <p:tag name="ORIGINALWIDTH" val="4.241644"/>
</p:tagLst>
</file>

<file path=ppt/tags/tag380.xml><?xml version="1.0" encoding="utf-8"?>
<p:tagLst xmlns:a="http://schemas.openxmlformats.org/drawingml/2006/main" xmlns:r="http://schemas.openxmlformats.org/officeDocument/2006/relationships" xmlns:p="http://schemas.openxmlformats.org/presentationml/2006/main">
  <p:tag name="EMFCHILD" val="True"/>
  <p:tag name="ORIGINALHEIGHT" val="6.718023"/>
  <p:tag name="ORIGINALWIDTH" val="1.804943"/>
</p:tagLst>
</file>

<file path=ppt/tags/tag381.xml><?xml version="1.0" encoding="utf-8"?>
<p:tagLst xmlns:a="http://schemas.openxmlformats.org/drawingml/2006/main" xmlns:r="http://schemas.openxmlformats.org/officeDocument/2006/relationships" xmlns:p="http://schemas.openxmlformats.org/presentationml/2006/main">
  <p:tag name="EMFCHILD" val="True"/>
  <p:tag name="ORIGINALHEIGHT" val="0.2555118"/>
  <p:tag name="ORIGINALWIDTH" val="2.762948"/>
</p:tagLst>
</file>

<file path=ppt/tags/tag382.xml><?xml version="1.0" encoding="utf-8"?>
<p:tagLst xmlns:a="http://schemas.openxmlformats.org/drawingml/2006/main" xmlns:r="http://schemas.openxmlformats.org/officeDocument/2006/relationships" xmlns:p="http://schemas.openxmlformats.org/presentationml/2006/main">
  <p:tag name="EMFCHILD" val="True"/>
  <p:tag name="ORIGINALHEIGHT" val="4.337445"/>
  <p:tag name="ORIGINALWIDTH" val="3.561285"/>
</p:tagLst>
</file>

<file path=ppt/tags/tag383.xml><?xml version="1.0" encoding="utf-8"?>
<p:tagLst xmlns:a="http://schemas.openxmlformats.org/drawingml/2006/main" xmlns:r="http://schemas.openxmlformats.org/officeDocument/2006/relationships" xmlns:p="http://schemas.openxmlformats.org/presentationml/2006/main">
  <p:tag name="EMFCHILD" val="True"/>
  <p:tag name="ORIGINALHEIGHT" val="0.3294838"/>
  <p:tag name="ORIGINALWIDTH" val="4.692869"/>
</p:tagLst>
</file>

<file path=ppt/tags/tag384.xml><?xml version="1.0" encoding="utf-8"?>
<p:tagLst xmlns:a="http://schemas.openxmlformats.org/drawingml/2006/main" xmlns:r="http://schemas.openxmlformats.org/officeDocument/2006/relationships" xmlns:p="http://schemas.openxmlformats.org/presentationml/2006/main">
  <p:tag name="EMFCHILD" val="True"/>
  <p:tag name="ORIGINALHEIGHT" val="4.404725"/>
  <p:tag name="ORIGINALWIDTH" val="4.137488"/>
</p:tagLst>
</file>

<file path=ppt/tags/tag385.xml><?xml version="1.0" encoding="utf-8"?>
<p:tagLst xmlns:a="http://schemas.openxmlformats.org/drawingml/2006/main" xmlns:r="http://schemas.openxmlformats.org/officeDocument/2006/relationships" xmlns:p="http://schemas.openxmlformats.org/presentationml/2006/main">
  <p:tag name="EMFCHILD" val="True"/>
  <p:tag name="ORIGINALHEIGHT" val="3.304724"/>
  <p:tag name="ORIGINALWIDTH" val="2.588407"/>
</p:tagLst>
</file>

<file path=ppt/tags/tag386.xml><?xml version="1.0" encoding="utf-8"?>
<p:tagLst xmlns:a="http://schemas.openxmlformats.org/drawingml/2006/main" xmlns:r="http://schemas.openxmlformats.org/officeDocument/2006/relationships" xmlns:p="http://schemas.openxmlformats.org/presentationml/2006/main">
  <p:tag name="EMFCHILD" val="True"/>
  <p:tag name="ORIGINALHEIGHT" val="6.718023"/>
  <p:tag name="ORIGINALWIDTH" val="1.797987"/>
</p:tagLst>
</file>

<file path=ppt/tags/tag387.xml><?xml version="1.0" encoding="utf-8"?>
<p:tagLst xmlns:a="http://schemas.openxmlformats.org/drawingml/2006/main" xmlns:r="http://schemas.openxmlformats.org/officeDocument/2006/relationships" xmlns:p="http://schemas.openxmlformats.org/presentationml/2006/main">
  <p:tag name="EMFCHILD" val="True"/>
  <p:tag name="ORIGINALHEIGHT" val="0.384252"/>
  <p:tag name="ORIGINALWIDTH" val="36.77825"/>
</p:tagLst>
</file>

<file path=ppt/tags/tag388.xml><?xml version="1.0" encoding="utf-8"?>
<p:tagLst xmlns:a="http://schemas.openxmlformats.org/drawingml/2006/main" xmlns:r="http://schemas.openxmlformats.org/officeDocument/2006/relationships" xmlns:p="http://schemas.openxmlformats.org/presentationml/2006/main">
  <p:tag name="EMFCHILD" val="True"/>
  <p:tag name="ORIGINALHEIGHT" val="3.032852"/>
  <p:tag name="ORIGINALWIDTH" val="2.769903"/>
</p:tagLst>
</file>

<file path=ppt/tags/tag389.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3"/>
  <p:tag name="IGUANATEXSIZE" val="18"/>
  <p:tag name="LATEXADDIN" val="\documentclass{article}&#10;\usepackage{amsmath}&#10;\pagestyle{empty}&#10;\begin{document}&#10;&#10;&#10;$\text{H}_1: \mu &gt; \mu_0$&#10;\end{document}"/>
  <p:tag name="LATEXENGINEID" val="0"/>
  <p:tag name="LATEXFORMHEIGHT" val="320"/>
  <p:tag name="LATEXFORMWIDTH" val="385"/>
  <p:tag name="LATEXFORMWRAP" val="True"/>
  <p:tag name="ORIGINALHEIGHT" val="6.804462"/>
  <p:tag name="ORIGINALWIDTH" val="6.736394"/>
  <p:tag name="TEMPFOLDER" val="c:\temp\"/>
  <p:tag name="TRANSPARENCY" val="True"/>
</p:tagLst>
</file>

<file path=ppt/tags/tag390.xml><?xml version="1.0" encoding="utf-8"?>
<p:tagLst xmlns:a="http://schemas.openxmlformats.org/drawingml/2006/main" xmlns:r="http://schemas.openxmlformats.org/officeDocument/2006/relationships" xmlns:p="http://schemas.openxmlformats.org/presentationml/2006/main">
  <p:tag name="EMFCHILD" val="True"/>
  <p:tag name="ORIGINALHEIGHT" val="4.630621"/>
  <p:tag name="ORIGINALWIDTH" val="2.513079"/>
</p:tagLst>
</file>

<file path=ppt/tags/tag391.xml><?xml version="1.0" encoding="utf-8"?>
<p:tagLst xmlns:a="http://schemas.openxmlformats.org/drawingml/2006/main" xmlns:r="http://schemas.openxmlformats.org/officeDocument/2006/relationships" xmlns:p="http://schemas.openxmlformats.org/presentationml/2006/main">
  <p:tag name="EMFCHILD" val="True"/>
  <p:tag name="ORIGINALHEIGHT" val="4.293876"/>
  <p:tag name="ORIGINALWIDTH" val="1.04545"/>
</p:tagLst>
</file>

<file path=ppt/tags/tag392.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393.xml><?xml version="1.0" encoding="utf-8"?>
<p:tagLst xmlns:a="http://schemas.openxmlformats.org/drawingml/2006/main" xmlns:r="http://schemas.openxmlformats.org/officeDocument/2006/relationships" xmlns:p="http://schemas.openxmlformats.org/presentationml/2006/main">
  <p:tag name="EMFCHILD" val="True"/>
  <p:tag name="ORIGINALHEIGHT" val="5.778303"/>
  <p:tag name="ORIGINALWIDTH" val="6.026289"/>
</p:tagLst>
</file>

<file path=ppt/tags/tag394.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395.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03499"/>
</p:tagLst>
</file>

<file path=ppt/tags/tag396.xml><?xml version="1.0" encoding="utf-8"?>
<p:tagLst xmlns:a="http://schemas.openxmlformats.org/drawingml/2006/main" xmlns:r="http://schemas.openxmlformats.org/officeDocument/2006/relationships" xmlns:p="http://schemas.openxmlformats.org/presentationml/2006/main">
  <p:tag name="BITMAPVECTOR" val="1"/>
  <p:tag name="IGUANATEXCURSOR" val="88"/>
  <p:tag name="IGUANATEXSIZE" val="18"/>
  <p:tag name="IGUANATEXVERSION" val="161"/>
  <p:tag name="LATEXADDIN" val="\documentclass{article}&#10;\usepackage{amsmath}&#10;\pagestyle{empty}&#10;\begin{document}&#10;&#10;&#10;$ H_0: \mu = \mu_0$&#10;\end{document}"/>
  <p:tag name="LATEXENGINEID" val="0"/>
  <p:tag name="LATEXFORMHEIGHT" val="320"/>
  <p:tag name="LATEXFORMWIDTH" val="385"/>
  <p:tag name="LATEXFORMWRAP" val="True"/>
  <p:tag name="ORIGINALHEIGHT" val="8.956344"/>
  <p:tag name="ORIGINALWIDTH" val="49.79995"/>
  <p:tag name="OUTPUTTYPE" val="SVG"/>
  <p:tag name="TEMPFOLDER" val="c:\temp\"/>
  <p:tag name="TRANSPARENCY" val="True"/>
</p:tagLst>
</file>

<file path=ppt/tags/tag397.xml><?xml version="1.0" encoding="utf-8"?>
<p:tagLst xmlns:a="http://schemas.openxmlformats.org/drawingml/2006/main" xmlns:r="http://schemas.openxmlformats.org/officeDocument/2006/relationships" xmlns:p="http://schemas.openxmlformats.org/presentationml/2006/main">
  <p:tag name="BITMAPVECTOR" val="1"/>
  <p:tag name="IGUANATEXCURSOR" val="102"/>
  <p:tag name="IGUANATEXSIZE" val="18"/>
  <p:tag name="IGUANATEXVERSION" val="161"/>
  <p:tag name="LATEXADDIN" val="\documentclass{article}&#10;\usepackage{amsmath}&#10;\pagestyle{empty}&#10;\begin{document}&#10;&#10;&#10;$ \text{Normal} (\mu, \sigma^2)$&#10;&#10;\end{document}"/>
  <p:tag name="LATEXENGINEID" val="0"/>
  <p:tag name="LATEXFORMHEIGHT" val="320"/>
  <p:tag name="LATEXFORMWIDTH" val="385"/>
  <p:tag name="LATEXFORMWRAP" val="True"/>
  <p:tag name="ORIGINALHEIGHT" val="10.24856"/>
  <p:tag name="ORIGINALWIDTH" val="59.53653"/>
  <p:tag name="OUTPUTTYPE" val="SVG"/>
  <p:tag name="TEMPFOLDER" val="c:\temp\"/>
  <p:tag name="TRANSPARENCY" val="True"/>
</p:tagLst>
</file>

<file path=ppt/tags/tag398.xml><?xml version="1.0" encoding="utf-8"?>
<p:tagLst xmlns:a="http://schemas.openxmlformats.org/drawingml/2006/main" xmlns:r="http://schemas.openxmlformats.org/officeDocument/2006/relationships" xmlns:p="http://schemas.openxmlformats.org/presentationml/2006/main">
  <p:tag name="BITMAPVECTOR" val="1"/>
  <p:tag name="IGUANATEXCURSOR" val="93"/>
  <p:tag name="IGUANATEXSIZE" val="18"/>
  <p:tag name="IGUANATEXVERSION" val="161"/>
  <p:tag name="LATEXADDIN" val="\documentclass{article}&#10;\usepackage{amsmath}&#10;\pagestyle{empty}&#10;\begin{document}&#10;&#10;&#10;$ \mu_0 = 0$&#10;\end{document}"/>
  <p:tag name="LATEXENGINEID" val="0"/>
  <p:tag name="LATEXFORMHEIGHT" val="320"/>
  <p:tag name="LATEXFORMWIDTH" val="385"/>
  <p:tag name="LATEXFORMWRAP" val="True"/>
  <p:tag name="ORIGINALHEIGHT" val="9.061592"/>
  <p:tag name="ORIGINALWIDTH" val="27.55621"/>
  <p:tag name="OUTPUTTYPE" val="SVG"/>
  <p:tag name="TEMPFOLDER" val="c:\temp\"/>
  <p:tag name="TRANSPARENCY" val="True"/>
</p:tagLst>
</file>

<file path=ppt/tags/tag399.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3"/>
  <p:tag name="IGUANATEXSIZE" val="18"/>
  <p:tag name="LATEXADDIN" val="\documentclass{article}&#10;\usepackage{amsmath}&#10;\pagestyle{empty}&#10;\begin{document}&#10;&#10;&#10;$ \mu_0 = 0$&#10;\end{document}"/>
  <p:tag name="LATEXENGINEID" val="0"/>
  <p:tag name="LATEXFORMHEIGHT" val="320"/>
  <p:tag name="LATEXFORMWIDTH" val="385"/>
  <p:tag name="LATEXFORMWRAP" val="True"/>
  <p:tag name="ORIGINALHEIGHT" val="6.760237"/>
  <p:tag name="ORIGINALWIDTH" val="5.306648"/>
  <p:tag name="TEMPFOLDER" val="c:\temp\"/>
  <p:tag name="TRANSPARENCY" val="True"/>
</p:tagLst>
</file>

<file path=ppt/tags/tag400.xml><?xml version="1.0" encoding="utf-8"?>
<p:tagLst xmlns:a="http://schemas.openxmlformats.org/drawingml/2006/main" xmlns:r="http://schemas.openxmlformats.org/officeDocument/2006/relationships" xmlns:p="http://schemas.openxmlformats.org/presentationml/2006/main">
  <p:tag name="EMFCHILD" val="True"/>
  <p:tag name="ORIGINALHEIGHT" val="4.91916"/>
  <p:tag name="ORIGINALWIDTH" val="3.180052"/>
</p:tagLst>
</file>

<file path=ppt/tags/tag401.xml><?xml version="1.0" encoding="utf-8"?>
<p:tagLst xmlns:a="http://schemas.openxmlformats.org/drawingml/2006/main" xmlns:r="http://schemas.openxmlformats.org/officeDocument/2006/relationships" xmlns:p="http://schemas.openxmlformats.org/presentationml/2006/main">
  <p:tag name="EMFCHILD" val="True"/>
  <p:tag name="ORIGINALHEIGHT" val="2.404068"/>
  <p:tag name="ORIGINALWIDTH" val="6.510891"/>
</p:tagLst>
</file>

<file path=ppt/tags/tag402.xml><?xml version="1.0" encoding="utf-8"?>
<p:tagLst xmlns:a="http://schemas.openxmlformats.org/drawingml/2006/main" xmlns:r="http://schemas.openxmlformats.org/officeDocument/2006/relationships" xmlns:p="http://schemas.openxmlformats.org/presentationml/2006/main">
  <p:tag name="EMFCHILD" val="True"/>
  <p:tag name="ORIGINALHEIGHT" val="7.06846"/>
  <p:tag name="ORIGINALWIDTH" val="4.121915"/>
</p:tagLst>
</file>

<file path=ppt/tags/tag403.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02"/>
  <p:tag name="IGUANATEXSIZE" val="18"/>
  <p:tag name="LATEXADDIN" val="\documentclass{article}&#10;\usepackage{amsmath}&#10;\pagestyle{empty}&#10;\begin{document}&#10;&#10;&#10;$ \text{Normal} (\mu, \sigma^2)$&#10;&#10;\end{document}"/>
  <p:tag name="LATEXENGINEID" val="0"/>
  <p:tag name="LATEXFORMHEIGHT" val="320"/>
  <p:tag name="LATEXFORMWIDTH" val="385"/>
  <p:tag name="LATEXFORMWRAP" val="True"/>
  <p:tag name="ORIGINALHEIGHT" val="6.495191"/>
  <p:tag name="ORIGINALWIDTH" val="6.776553"/>
  <p:tag name="TEMPFOLDER" val="c:\temp\"/>
  <p:tag name="TRANSPARENCY" val="True"/>
</p:tagLst>
</file>

<file path=ppt/tags/tag404.xml><?xml version="1.0" encoding="utf-8"?>
<p:tagLst xmlns:a="http://schemas.openxmlformats.org/drawingml/2006/main" xmlns:r="http://schemas.openxmlformats.org/officeDocument/2006/relationships" xmlns:p="http://schemas.openxmlformats.org/presentationml/2006/main">
  <p:tag name="EMFCHILD" val="True"/>
  <p:tag name="ORIGINALHEIGHT" val="4.364962"/>
  <p:tag name="ORIGINALWIDTH" val="4.39532"/>
</p:tagLst>
</file>

<file path=ppt/tags/tag405.xml><?xml version="1.0" encoding="utf-8"?>
<p:tagLst xmlns:a="http://schemas.openxmlformats.org/drawingml/2006/main" xmlns:r="http://schemas.openxmlformats.org/officeDocument/2006/relationships" xmlns:p="http://schemas.openxmlformats.org/presentationml/2006/main">
  <p:tag name="EMFCHILD" val="True"/>
  <p:tag name="ORIGINALHEIGHT" val="4.203326"/>
  <p:tag name="ORIGINALWIDTH" val="3.333727"/>
</p:tagLst>
</file>

<file path=ppt/tags/tag406.xml><?xml version="1.0" encoding="utf-8"?>
<p:tagLst xmlns:a="http://schemas.openxmlformats.org/drawingml/2006/main" xmlns:r="http://schemas.openxmlformats.org/officeDocument/2006/relationships" xmlns:p="http://schemas.openxmlformats.org/presentationml/2006/main">
  <p:tag name="EMFCHILD" val="True"/>
  <p:tag name="ORIGINALHEIGHT" val="4.203326"/>
  <p:tag name="ORIGINALWIDTH" val="7.748907"/>
</p:tagLst>
</file>

<file path=ppt/tags/tag407.xml><?xml version="1.0" encoding="utf-8"?>
<p:tagLst xmlns:a="http://schemas.openxmlformats.org/drawingml/2006/main" xmlns:r="http://schemas.openxmlformats.org/officeDocument/2006/relationships" xmlns:p="http://schemas.openxmlformats.org/presentationml/2006/main">
  <p:tag name="EMFCHILD" val="True"/>
  <p:tag name="ORIGINALHEIGHT" val="4.364962"/>
  <p:tag name="ORIGINALWIDTH" val="4.474716"/>
</p:tagLst>
</file>

<file path=ppt/tags/tag408.xml><?xml version="1.0" encoding="utf-8"?>
<p:tagLst xmlns:a="http://schemas.openxmlformats.org/drawingml/2006/main" xmlns:r="http://schemas.openxmlformats.org/officeDocument/2006/relationships" xmlns:p="http://schemas.openxmlformats.org/presentationml/2006/main">
  <p:tag name="EMFCHILD" val="True"/>
  <p:tag name="ORIGINALHEIGHT" val="6.599783"/>
  <p:tag name="ORIGINALWIDTH" val="2.202625"/>
</p:tagLst>
</file>

<file path=ppt/tags/tag409.xml><?xml version="1.0" encoding="utf-8"?>
<p:tagLst xmlns:a="http://schemas.openxmlformats.org/drawingml/2006/main" xmlns:r="http://schemas.openxmlformats.org/officeDocument/2006/relationships" xmlns:p="http://schemas.openxmlformats.org/presentationml/2006/main">
  <p:tag name="EMFCHILD" val="True"/>
  <p:tag name="ORIGINALHEIGHT" val="9.509759"/>
  <p:tag name="ORIGINALWIDTH" val="2.301837"/>
</p:tagLst>
</file>

<file path=ppt/tags/tag410.xml><?xml version="1.0" encoding="utf-8"?>
<p:tagLst xmlns:a="http://schemas.openxmlformats.org/drawingml/2006/main" xmlns:r="http://schemas.openxmlformats.org/officeDocument/2006/relationships" xmlns:p="http://schemas.openxmlformats.org/presentationml/2006/main">
  <p:tag name="EMFCHILD" val="True"/>
  <p:tag name="ORIGINALHEIGHT" val="6.257439"/>
  <p:tag name="ORIGINALWIDTH" val="5.377603"/>
</p:tagLst>
</file>

<file path=ppt/tags/tag411.xml><?xml version="1.0" encoding="utf-8"?>
<p:tagLst xmlns:a="http://schemas.openxmlformats.org/drawingml/2006/main" xmlns:r="http://schemas.openxmlformats.org/officeDocument/2006/relationships" xmlns:p="http://schemas.openxmlformats.org/presentationml/2006/main">
  <p:tag name="EMFCHILD" val="True"/>
  <p:tag name="ORIGINALHEIGHT" val="2.843395"/>
  <p:tag name="ORIGINALWIDTH" val="1.160849"/>
</p:tagLst>
</file>

<file path=ppt/tags/tag412.xml><?xml version="1.0" encoding="utf-8"?>
<p:tagLst xmlns:a="http://schemas.openxmlformats.org/drawingml/2006/main" xmlns:r="http://schemas.openxmlformats.org/officeDocument/2006/relationships" xmlns:p="http://schemas.openxmlformats.org/presentationml/2006/main">
  <p:tag name="EMFCHILD" val="True"/>
  <p:tag name="ORIGINALHEIGHT" val="4.203326"/>
  <p:tag name="ORIGINALWIDTH" val="5.2486"/>
</p:tagLst>
</file>

<file path=ppt/tags/tag413.xml><?xml version="1.0" encoding="utf-8"?>
<p:tagLst xmlns:a="http://schemas.openxmlformats.org/drawingml/2006/main" xmlns:r="http://schemas.openxmlformats.org/officeDocument/2006/relationships" xmlns:p="http://schemas.openxmlformats.org/presentationml/2006/main">
  <p:tag name="EMFCHILD" val="True"/>
  <p:tag name="ORIGINALHEIGHT" val="4.420124"/>
  <p:tag name="ORIGINALWIDTH" val="3.069773"/>
</p:tagLst>
</file>

<file path=ppt/tags/tag414.xml><?xml version="1.0" encoding="utf-8"?>
<p:tagLst xmlns:a="http://schemas.openxmlformats.org/drawingml/2006/main" xmlns:r="http://schemas.openxmlformats.org/officeDocument/2006/relationships" xmlns:p="http://schemas.openxmlformats.org/presentationml/2006/main">
  <p:tag name="EMFCHILD" val="True"/>
  <p:tag name="ORIGINALHEIGHT" val="9.509759"/>
  <p:tag name="ORIGINALWIDTH" val="2.301837"/>
</p:tagLst>
</file>

<file path=ppt/tags/tag415.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88"/>
  <p:tag name="IGUANATEXSIZE" val="18"/>
  <p:tag name="LATEXADDIN" val="\documentclass{article}&#10;\usepackage{amsmath}&#10;\pagestyle{empty}&#10;\begin{document}&#10;&#10;&#10;$ H_0: \mu = \mu_0$&#10;\end{document}"/>
  <p:tag name="LATEXENGINEID" val="0"/>
  <p:tag name="LATEXFORMHEIGHT" val="320"/>
  <p:tag name="LATEXFORMWIDTH" val="385"/>
  <p:tag name="LATEXFORMWRAP" val="True"/>
  <p:tag name="ORIGINALHEIGHT" val="6.804462"/>
  <p:tag name="ORIGINALWIDTH" val="8.430446"/>
  <p:tag name="TEMPFOLDER" val="c:\temp\"/>
  <p:tag name="TRANSPARENCY" val="True"/>
</p:tagLst>
</file>

<file path=ppt/tags/tag416.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52012"/>
</p:tagLst>
</file>

<file path=ppt/tags/tag417.xml><?xml version="1.0" encoding="utf-8"?>
<p:tagLst xmlns:a="http://schemas.openxmlformats.org/drawingml/2006/main" xmlns:r="http://schemas.openxmlformats.org/officeDocument/2006/relationships" xmlns:p="http://schemas.openxmlformats.org/presentationml/2006/main">
  <p:tag name="EMFCHILD" val="True"/>
  <p:tag name="ORIGINALHEIGHT" val="4.293876"/>
  <p:tag name="ORIGINALWIDTH" val="1.061286"/>
</p:tagLst>
</file>

<file path=ppt/tags/tag418.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426728"/>
</p:tagLst>
</file>

<file path=ppt/tags/tag419.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658267"/>
</p:tagLst>
</file>

<file path=ppt/tags/tag420.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426728"/>
</p:tagLst>
</file>

<file path=ppt/tags/tag421.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52012"/>
</p:tagLst>
</file>

<file path=ppt/tags/tag422.xml><?xml version="1.0" encoding="utf-8"?>
<p:tagLst xmlns:a="http://schemas.openxmlformats.org/drawingml/2006/main" xmlns:r="http://schemas.openxmlformats.org/officeDocument/2006/relationships" xmlns:p="http://schemas.openxmlformats.org/presentationml/2006/main">
  <p:tag name="BITMAPVECTOR" val="1"/>
  <p:tag name="IGUANATEXCURSOR" val="93"/>
  <p:tag name="IGUANATEXSIZE" val="18"/>
  <p:tag name="IGUANATEXVERSION" val="161"/>
  <p:tag name="LATEXADDIN" val="\documentclass{article}&#10;\usepackage{amsmath}&#10;\pagestyle{empty}&#10;\begin{document}&#10;&#10;&#10;$\text{H}_1: \mu &gt; \mu_0$&#10;\end{document}"/>
  <p:tag name="LATEXENGINEID" val="0"/>
  <p:tag name="LATEXFORMHEIGHT" val="320"/>
  <p:tag name="LATEXFORMWIDTH" val="385"/>
  <p:tag name="LATEXFORMWRAP" val="True"/>
  <p:tag name="ORIGINALHEIGHT" val="8.956344"/>
  <p:tag name="ORIGINALWIDTH" val="48.31451"/>
  <p:tag name="OUTPUTTYPE" val="SVG"/>
  <p:tag name="TEMPFOLDER" val="c:\temp\"/>
  <p:tag name="TRANSPARENCY" val="True"/>
</p:tagLst>
</file>

<file path=ppt/tags/tag423.xml><?xml version="1.0" encoding="utf-8"?>
<p:tagLst xmlns:a="http://schemas.openxmlformats.org/drawingml/2006/main" xmlns:r="http://schemas.openxmlformats.org/officeDocument/2006/relationships" xmlns:p="http://schemas.openxmlformats.org/presentationml/2006/main">
  <p:tag name="BITMAPVECTOR" val="1"/>
  <p:tag name="IGUANATEXCURSOR" val="100"/>
  <p:tag name="IGUANATEXSIZE" val="18"/>
  <p:tag name="IGUANATEXVERSION" val="161"/>
  <p:tag name="LATEXADDIN" val="\documentclass{article}&#10;\usepackage{amsmath}&#10;\pagestyle{empty}&#10;\begin{document}&#10;&#10;&#10;$\text{H}_1: \mu &lt; \mu_0$&#10;\end{document}"/>
  <p:tag name="LATEXENGINEID" val="0"/>
  <p:tag name="LATEXFORMHEIGHT" val="320"/>
  <p:tag name="LATEXFORMWIDTH" val="385"/>
  <p:tag name="LATEXFORMWRAP" val="True"/>
  <p:tag name="ORIGINALHEIGHT" val="8.956344"/>
  <p:tag name="ORIGINALWIDTH" val="48.31451"/>
  <p:tag name="OUTPUTTYPE" val="SVG"/>
  <p:tag name="TEMPFOLDER" val="c:\temp\"/>
  <p:tag name="TRANSPARENCY" val="True"/>
</p:tagLst>
</file>

<file path=ppt/tags/tag424.xml><?xml version="1.0" encoding="utf-8"?>
<p:tagLst xmlns:a="http://schemas.openxmlformats.org/drawingml/2006/main" xmlns:r="http://schemas.openxmlformats.org/officeDocument/2006/relationships" xmlns:p="http://schemas.openxmlformats.org/presentationml/2006/main">
  <p:tag name="BITMAPVECTOR" val="1"/>
  <p:tag name="IGUANATEXCURSOR" val="103"/>
  <p:tag name="IGUANATEXSIZE" val="18"/>
  <p:tag name="IGUANATEXVERSION" val="161"/>
  <p:tag name="LATEXADDIN" val="\documentclass{article}&#10;\usepackage{amsmath}&#10;\pagestyle{empty}&#10;\begin{document}&#10;&#10;&#10;$\text{H}_1: \mu \neq \mu_0$&#10;\end{document}"/>
  <p:tag name="LATEXENGINEID" val="0"/>
  <p:tag name="LATEXFORMHEIGHT" val="320"/>
  <p:tag name="LATEXFORMWIDTH" val="385"/>
  <p:tag name="LATEXFORMWRAP" val="True"/>
  <p:tag name="ORIGINALHEIGHT" val="9.285171"/>
  <p:tag name="ORIGINALWIDTH" val="48.31451"/>
  <p:tag name="OUTPUTTYPE" val="SVG"/>
  <p:tag name="TEMPFOLDER" val="c:\temp\"/>
  <p:tag name="TRANSPARENCY" val="True"/>
</p:tagLst>
</file>

<file path=ppt/tags/tag425.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03"/>
  <p:tag name="IGUANATEXSIZE" val="18"/>
  <p:tag name="LATEXADDIN" val="\documentclass{article}&#10;\usepackage{amsmath}&#10;\pagestyle{empty}&#10;\begin{document}&#10;&#10;&#10;$\text{H}_1: \mu \neq \mu_0$&#10;\end{document}"/>
  <p:tag name="LATEXENGINEID" val="0"/>
  <p:tag name="LATEXFORMHEIGHT" val="320"/>
  <p:tag name="LATEXFORMWIDTH" val="385"/>
  <p:tag name="LATEXFORMWRAP" val="True"/>
  <p:tag name="ORIGINALHEIGHT" val="6.804462"/>
  <p:tag name="ORIGINALWIDTH" val="6.736394"/>
  <p:tag name="TEMPFOLDER" val="c:\temp\"/>
  <p:tag name="TRANSPARENCY" val="True"/>
</p:tagLst>
</file>

<file path=ppt/tags/tag426.xml><?xml version="1.0" encoding="utf-8"?>
<p:tagLst xmlns:a="http://schemas.openxmlformats.org/drawingml/2006/main" xmlns:r="http://schemas.openxmlformats.org/officeDocument/2006/relationships" xmlns:p="http://schemas.openxmlformats.org/presentationml/2006/main">
  <p:tag name="EMFCHILD" val="True"/>
  <p:tag name="ORIGINALHEIGHT" val="4.630621"/>
  <p:tag name="ORIGINALWIDTH" val="2.513079"/>
</p:tagLst>
</file>

<file path=ppt/tags/tag427.xml><?xml version="1.0" encoding="utf-8"?>
<p:tagLst xmlns:a="http://schemas.openxmlformats.org/drawingml/2006/main" xmlns:r="http://schemas.openxmlformats.org/officeDocument/2006/relationships" xmlns:p="http://schemas.openxmlformats.org/presentationml/2006/main">
  <p:tag name="EMFCHILD" val="True"/>
  <p:tag name="ORIGINALHEIGHT" val="4.293876"/>
  <p:tag name="ORIGINALWIDTH" val="1.04545"/>
</p:tagLst>
</file>

<file path=ppt/tags/tag428.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429.xml><?xml version="1.0" encoding="utf-8"?>
<p:tagLst xmlns:a="http://schemas.openxmlformats.org/drawingml/2006/main" xmlns:r="http://schemas.openxmlformats.org/officeDocument/2006/relationships" xmlns:p="http://schemas.openxmlformats.org/presentationml/2006/main">
  <p:tag name="EMFCHILD" val="True"/>
  <p:tag name="ORIGINALHEIGHT" val="9.285171"/>
  <p:tag name="ORIGINALWIDTH" val="4.921608"/>
</p:tagLst>
</file>

<file path=ppt/tags/tag430.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558879"/>
</p:tagLst>
</file>

<file path=ppt/tags/tag431.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432.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03499"/>
</p:tagLst>
</file>

<file path=ppt/tags/tag433.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00"/>
  <p:tag name="IGUANATEXSIZE" val="18"/>
  <p:tag name="LATEXADDIN" val="\documentclass{article}&#10;\usepackage{amsmath}&#10;\pagestyle{empty}&#10;\begin{document}&#10;&#10;&#10;$\text{H}_1: \mu &lt; \mu_0$&#10;\end{document}"/>
  <p:tag name="LATEXENGINEID" val="0"/>
  <p:tag name="LATEXFORMHEIGHT" val="320"/>
  <p:tag name="LATEXFORMWIDTH" val="385"/>
  <p:tag name="LATEXFORMWRAP" val="True"/>
  <p:tag name="ORIGINALHEIGHT" val="6.804462"/>
  <p:tag name="ORIGINALWIDTH" val="6.736394"/>
  <p:tag name="TEMPFOLDER" val="c:\temp\"/>
  <p:tag name="TRANSPARENCY" val="True"/>
</p:tagLst>
</file>

<file path=ppt/tags/tag434.xml><?xml version="1.0" encoding="utf-8"?>
<p:tagLst xmlns:a="http://schemas.openxmlformats.org/drawingml/2006/main" xmlns:r="http://schemas.openxmlformats.org/officeDocument/2006/relationships" xmlns:p="http://schemas.openxmlformats.org/presentationml/2006/main">
  <p:tag name="EMFCHILD" val="True"/>
  <p:tag name="ORIGINALHEIGHT" val="4.630621"/>
  <p:tag name="ORIGINALWIDTH" val="2.513079"/>
</p:tagLst>
</file>

<file path=ppt/tags/tag435.xml><?xml version="1.0" encoding="utf-8"?>
<p:tagLst xmlns:a="http://schemas.openxmlformats.org/drawingml/2006/main" xmlns:r="http://schemas.openxmlformats.org/officeDocument/2006/relationships" xmlns:p="http://schemas.openxmlformats.org/presentationml/2006/main">
  <p:tag name="EMFCHILD" val="True"/>
  <p:tag name="ORIGINALHEIGHT" val="4.293876"/>
  <p:tag name="ORIGINALWIDTH" val="1.04545"/>
</p:tagLst>
</file>

<file path=ppt/tags/tag436.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437.xml><?xml version="1.0" encoding="utf-8"?>
<p:tagLst xmlns:a="http://schemas.openxmlformats.org/drawingml/2006/main" xmlns:r="http://schemas.openxmlformats.org/officeDocument/2006/relationships" xmlns:p="http://schemas.openxmlformats.org/presentationml/2006/main">
  <p:tag name="EMFCHILD" val="True"/>
  <p:tag name="ORIGINALHEIGHT" val="5.778303"/>
  <p:tag name="ORIGINALWIDTH" val="6.026289"/>
</p:tagLst>
</file>

<file path=ppt/tags/tag438.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439.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03499"/>
</p:tagLst>
</file>

<file path=ppt/tags/tag440.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3"/>
  <p:tag name="IGUANATEXSIZE" val="18"/>
  <p:tag name="LATEXADDIN" val="\documentclass{article}&#10;\usepackage{amsmath}&#10;\pagestyle{empty}&#10;\begin{document}&#10;&#10;&#10;$\text{H}_1: \mu &gt; \mu_0$&#10;\end{document}"/>
  <p:tag name="LATEXENGINEID" val="0"/>
  <p:tag name="LATEXFORMHEIGHT" val="320"/>
  <p:tag name="LATEXFORMWIDTH" val="385"/>
  <p:tag name="LATEXFORMWRAP" val="True"/>
  <p:tag name="ORIGINALHEIGHT" val="6.804462"/>
  <p:tag name="ORIGINALWIDTH" val="6.736394"/>
  <p:tag name="TEMPFOLDER" val="c:\temp\"/>
  <p:tag name="TRANSPARENCY" val="True"/>
</p:tagLst>
</file>

<file path=ppt/tags/tag441.xml><?xml version="1.0" encoding="utf-8"?>
<p:tagLst xmlns:a="http://schemas.openxmlformats.org/drawingml/2006/main" xmlns:r="http://schemas.openxmlformats.org/officeDocument/2006/relationships" xmlns:p="http://schemas.openxmlformats.org/presentationml/2006/main">
  <p:tag name="EMFCHILD" val="True"/>
  <p:tag name="ORIGINALHEIGHT" val="4.630621"/>
  <p:tag name="ORIGINALWIDTH" val="2.513079"/>
</p:tagLst>
</file>

<file path=ppt/tags/tag442.xml><?xml version="1.0" encoding="utf-8"?>
<p:tagLst xmlns:a="http://schemas.openxmlformats.org/drawingml/2006/main" xmlns:r="http://schemas.openxmlformats.org/officeDocument/2006/relationships" xmlns:p="http://schemas.openxmlformats.org/presentationml/2006/main">
  <p:tag name="EMFCHILD" val="True"/>
  <p:tag name="ORIGINALHEIGHT" val="4.293876"/>
  <p:tag name="ORIGINALWIDTH" val="1.04545"/>
</p:tagLst>
</file>

<file path=ppt/tags/tag443.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444.xml><?xml version="1.0" encoding="utf-8"?>
<p:tagLst xmlns:a="http://schemas.openxmlformats.org/drawingml/2006/main" xmlns:r="http://schemas.openxmlformats.org/officeDocument/2006/relationships" xmlns:p="http://schemas.openxmlformats.org/presentationml/2006/main">
  <p:tag name="EMFCHILD" val="True"/>
  <p:tag name="ORIGINALHEIGHT" val="5.778303"/>
  <p:tag name="ORIGINALWIDTH" val="6.026289"/>
</p:tagLst>
</file>

<file path=ppt/tags/tag445.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446.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03499"/>
</p:tagLst>
</file>

<file path=ppt/tags/tag447.xml><?xml version="1.0" encoding="utf-8"?>
<p:tagLst xmlns:a="http://schemas.openxmlformats.org/drawingml/2006/main" xmlns:r="http://schemas.openxmlformats.org/officeDocument/2006/relationships" xmlns:p="http://schemas.openxmlformats.org/presentationml/2006/main">
  <p:tag name="BITMAPVECTOR" val="1"/>
  <p:tag name="IGUANATEXCURSOR" val="93"/>
  <p:tag name="IGUANATEXSIZE" val="18"/>
  <p:tag name="IGUANATEXVERSION" val="161"/>
  <p:tag name="LATEXADDIN" val="\documentclass{article}&#10;\usepackage{amsmath}&#10;\pagestyle{empty}&#10;\begin{document}&#10;&#10;&#10;$\text{H}_1: \mu &gt; \mu_0$&#10;\end{document}"/>
  <p:tag name="LATEXENGINEID" val="0"/>
  <p:tag name="LATEXFORMHEIGHT" val="320"/>
  <p:tag name="LATEXFORMWIDTH" val="385"/>
  <p:tag name="LATEXFORMWRAP" val="True"/>
  <p:tag name="ORIGINALHEIGHT" val="8.956344"/>
  <p:tag name="ORIGINALWIDTH" val="48.31451"/>
  <p:tag name="OUTPUTTYPE" val="SVG"/>
  <p:tag name="TEMPFOLDER" val="c:\temp\"/>
  <p:tag name="TRANSPARENCY" val="True"/>
</p:tagLst>
</file>

<file path=ppt/tags/tag448.xml><?xml version="1.0" encoding="utf-8"?>
<p:tagLst xmlns:a="http://schemas.openxmlformats.org/drawingml/2006/main" xmlns:r="http://schemas.openxmlformats.org/officeDocument/2006/relationships" xmlns:p="http://schemas.openxmlformats.org/presentationml/2006/main">
  <p:tag name="BITMAPVECTOR" val="1"/>
  <p:tag name="IGUANATEXCURSOR" val="121"/>
  <p:tag name="IGUANATEXSIZE" val="18"/>
  <p:tag name="IGUANATEXVERSION" val="161"/>
  <p:tag name="LATEXADDIN" val="\documentclass{article}&#10;\usepackage{amsmath}&#10;\pagestyle{empty}&#10;\begin{document}&#10;&#10;&#10;$t = \frac{\sqrt{n}(\bar{y} - \mu_0)}{s}$&#10;\end{document}"/>
  <p:tag name="LATEXENGINEID" val="0"/>
  <p:tag name="LATEXFORMHEIGHT" val="320"/>
  <p:tag name="LATEXFORMWIDTH" val="385"/>
  <p:tag name="LATEXFORMWRAP" val="True"/>
  <p:tag name="ORIGINALHEIGHT" val="13.21977"/>
  <p:tag name="ORIGINALWIDTH" val="54.54452"/>
  <p:tag name="OUTPUTTYPE" val="SVG"/>
  <p:tag name="TEMPFOLDER" val="c:\temp\"/>
  <p:tag name="TRANSPARENCY" val="True"/>
</p:tagLst>
</file>

<file path=ppt/tags/tag449.xml><?xml version="1.0" encoding="utf-8"?>
<p:tagLst xmlns:a="http://schemas.openxmlformats.org/drawingml/2006/main" xmlns:r="http://schemas.openxmlformats.org/officeDocument/2006/relationships" xmlns:p="http://schemas.openxmlformats.org/presentationml/2006/main">
  <p:tag name="BITMAPVECTOR" val="1"/>
  <p:tag name="IGUANATEXCURSOR" val="128"/>
  <p:tag name="IGUANATEXSIZE" val="18"/>
  <p:tag name="IGUANATEXVERSION" val="161"/>
  <p:tag name="LATEXADDIN" val="\documentclass{article}&#10;\usepackage{amsmath}&#10;\pagestyle{empty}&#10;\begin{document}&#10;&#10;&#10;$t = \frac{(\bar{y} - \mu_0)}{\frac{s}{\sqrt{n}}}$&#10;\end{document}"/>
  <p:tag name="LATEXENGINEID" val="0"/>
  <p:tag name="LATEXFORMHEIGHT" val="320"/>
  <p:tag name="LATEXFORMWIDTH" val="385"/>
  <p:tag name="LATEXFORMWRAP" val="True"/>
  <p:tag name="ORIGINALHEIGHT" val="16.79251"/>
  <p:tag name="ORIGINALWIDTH" val="42.83151"/>
  <p:tag name="OUTPUTTYPE" val="SVG"/>
  <p:tag name="TEMPFOLDER" val="c:\temp\"/>
  <p:tag name="TRANSPARENCY" val="True"/>
</p:tagLst>
</file>

<file path=ppt/tags/tag450.xml><?xml version="1.0" encoding="utf-8"?>
<p:tagLst xmlns:a="http://schemas.openxmlformats.org/drawingml/2006/main" xmlns:r="http://schemas.openxmlformats.org/officeDocument/2006/relationships" xmlns:p="http://schemas.openxmlformats.org/presentationml/2006/main">
  <p:tag name="BITMAPVECTOR" val="1"/>
  <p:tag name="IGUANATEXCURSOR" val="134"/>
  <p:tag name="IGUANATEXSIZE" val="18"/>
  <p:tag name="IGUANATEXVERSION" val="161"/>
  <p:tag name="LATEXADDIN" val="\documentclass{article}&#10;\usepackage{amsmath}&#10;\pagestyle{empty}&#10;\begin{document}&#10;&#10;&#10;$T = \frac{\sqrt{n}(\bar{Y} - \mu_0)}{S} \sim t_{n-1}$&#10;\end{document}"/>
  <p:tag name="LATEXENGINEID" val="0"/>
  <p:tag name="LATEXFORMHEIGHT" val="320"/>
  <p:tag name="LATEXFORMWIDTH" val="385"/>
  <p:tag name="LATEXFORMWRAP" val="True"/>
  <p:tag name="ORIGINALHEIGHT" val="14.56773"/>
  <p:tag name="ORIGINALWIDTH" val="92.77928"/>
  <p:tag name="OUTPUTTYPE" val="SVG"/>
  <p:tag name="TEMPFOLDER" val="c:\temp\"/>
  <p:tag name="TRANSPARENCY" val="True"/>
</p:tagLst>
</file>

<file path=ppt/tags/tag451.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34"/>
  <p:tag name="IGUANATEXSIZE" val="18"/>
  <p:tag name="LATEXADDIN" val="\documentclass{article}&#10;\usepackage{amsmath}&#10;\pagestyle{empty}&#10;\begin{document}&#10;&#10;&#10;$T = \frac{\sqrt{n}(\bar{Y} - \mu_0)}{S} \sim t_{n-1}$&#10;\end{document}"/>
  <p:tag name="LATEXENGINEID" val="0"/>
  <p:tag name="LATEXFORMHEIGHT" val="320"/>
  <p:tag name="LATEXFORMWIDTH" val="385"/>
  <p:tag name="LATEXFORMWRAP" val="True"/>
  <p:tag name="ORIGINALHEIGHT" val="6.865139"/>
  <p:tag name="ORIGINALWIDTH" val="6.756557"/>
  <p:tag name="TEMPFOLDER" val="c:\temp\"/>
  <p:tag name="TRANSPARENCY" val="True"/>
</p:tagLst>
</file>

<file path=ppt/tags/tag452.xml><?xml version="1.0" encoding="utf-8"?>
<p:tagLst xmlns:a="http://schemas.openxmlformats.org/drawingml/2006/main" xmlns:r="http://schemas.openxmlformats.org/officeDocument/2006/relationships" xmlns:p="http://schemas.openxmlformats.org/presentationml/2006/main">
  <p:tag name="EMFCHILD" val="True"/>
  <p:tag name="ORIGINALHEIGHT" val="2.372889"/>
  <p:tag name="ORIGINALWIDTH" val="6.607537"/>
</p:tagLst>
</file>

<file path=ppt/tags/tag453.xml><?xml version="1.0" encoding="utf-8"?>
<p:tagLst xmlns:a="http://schemas.openxmlformats.org/drawingml/2006/main" xmlns:r="http://schemas.openxmlformats.org/officeDocument/2006/relationships" xmlns:p="http://schemas.openxmlformats.org/presentationml/2006/main">
  <p:tag name="EMFCHILD" val="True"/>
  <p:tag name="ORIGINALHEIGHT" val="7.098365"/>
  <p:tag name="ORIGINALWIDTH" val="6.037199"/>
</p:tagLst>
</file>

<file path=ppt/tags/tag454.xml><?xml version="1.0" encoding="utf-8"?>
<p:tagLst xmlns:a="http://schemas.openxmlformats.org/drawingml/2006/main" xmlns:r="http://schemas.openxmlformats.org/officeDocument/2006/relationships" xmlns:p="http://schemas.openxmlformats.org/presentationml/2006/main">
  <p:tag name="EMFCHILD" val="True"/>
  <p:tag name="ORIGINALHEIGHT" val="0.3447381"/>
  <p:tag name="ORIGINALWIDTH" val="4.911742"/>
</p:tagLst>
</file>

<file path=ppt/tags/tag455.xml><?xml version="1.0" encoding="utf-8"?>
<p:tagLst xmlns:a="http://schemas.openxmlformats.org/drawingml/2006/main" xmlns:r="http://schemas.openxmlformats.org/officeDocument/2006/relationships" xmlns:p="http://schemas.openxmlformats.org/presentationml/2006/main">
  <p:tag name="EMFCHILD" val="True"/>
  <p:tag name="ORIGINALHEIGHT" val="3.201349"/>
  <p:tag name="ORIGINALWIDTH" val="4.249671"/>
</p:tagLst>
</file>

<file path=ppt/tags/tag456.xml><?xml version="1.0" encoding="utf-8"?>
<p:tagLst xmlns:a="http://schemas.openxmlformats.org/drawingml/2006/main" xmlns:r="http://schemas.openxmlformats.org/officeDocument/2006/relationships" xmlns:p="http://schemas.openxmlformats.org/presentationml/2006/main">
  <p:tag name="EMFCHILD" val="True"/>
  <p:tag name="ORIGINALHEIGHT" val="7.09126"/>
  <p:tag name="ORIGINALWIDTH" val="1.808351"/>
</p:tagLst>
</file>

<file path=ppt/tags/tag457.xml><?xml version="1.0" encoding="utf-8"?>
<p:tagLst xmlns:a="http://schemas.openxmlformats.org/drawingml/2006/main" xmlns:r="http://schemas.openxmlformats.org/officeDocument/2006/relationships" xmlns:p="http://schemas.openxmlformats.org/presentationml/2006/main">
  <p:tag name="EMFCHILD" val="True"/>
  <p:tag name="ORIGINALHEIGHT" val="0.2697227"/>
  <p:tag name="ORIGINALWIDTH" val="2.768201"/>
</p:tagLst>
</file>

<file path=ppt/tags/tag458.xml><?xml version="1.0" encoding="utf-8"?>
<p:tagLst xmlns:a="http://schemas.openxmlformats.org/drawingml/2006/main" xmlns:r="http://schemas.openxmlformats.org/officeDocument/2006/relationships" xmlns:p="http://schemas.openxmlformats.org/presentationml/2006/main">
  <p:tag name="EMFCHILD" val="True"/>
  <p:tag name="ORIGINALHEIGHT" val="4.848166"/>
  <p:tag name="ORIGINALWIDTH" val="5.529461"/>
</p:tagLst>
</file>

<file path=ppt/tags/tag459.xml><?xml version="1.0" encoding="utf-8"?>
<p:tagLst xmlns:a="http://schemas.openxmlformats.org/drawingml/2006/main" xmlns:r="http://schemas.openxmlformats.org/officeDocument/2006/relationships" xmlns:p="http://schemas.openxmlformats.org/presentationml/2006/main">
  <p:tag name="EMFCHILD" val="True"/>
  <p:tag name="ORIGINALHEIGHT" val="0.3478012"/>
  <p:tag name="ORIGINALWIDTH" val="4.701751"/>
</p:tagLst>
</file>

<file path=ppt/tags/tag460.xml><?xml version="1.0" encoding="utf-8"?>
<p:tagLst xmlns:a="http://schemas.openxmlformats.org/drawingml/2006/main" xmlns:r="http://schemas.openxmlformats.org/officeDocument/2006/relationships" xmlns:p="http://schemas.openxmlformats.org/presentationml/2006/main">
  <p:tag name="EMFCHILD" val="True"/>
  <p:tag name="ORIGINALHEIGHT" val="4.649418"/>
  <p:tag name="ORIGINALWIDTH" val="4.145328"/>
</p:tagLst>
</file>

<file path=ppt/tags/tag461.xml><?xml version="1.0" encoding="utf-8"?>
<p:tagLst xmlns:a="http://schemas.openxmlformats.org/drawingml/2006/main" xmlns:r="http://schemas.openxmlformats.org/officeDocument/2006/relationships" xmlns:p="http://schemas.openxmlformats.org/presentationml/2006/main">
  <p:tag name="EMFCHILD" val="True"/>
  <p:tag name="ORIGINALHEIGHT" val="3.488343"/>
  <p:tag name="ORIGINALWIDTH" val="2.593307"/>
</p:tagLst>
</file>

<file path=ppt/tags/tag462.xml><?xml version="1.0" encoding="utf-8"?>
<p:tagLst xmlns:a="http://schemas.openxmlformats.org/drawingml/2006/main" xmlns:r="http://schemas.openxmlformats.org/officeDocument/2006/relationships" xmlns:p="http://schemas.openxmlformats.org/presentationml/2006/main">
  <p:tag name="EMFCHILD" val="True"/>
  <p:tag name="ORIGINALHEIGHT" val="7.09126"/>
  <p:tag name="ORIGINALWIDTH" val="1.80141"/>
</p:tagLst>
</file>

<file path=ppt/tags/tag463.xml><?xml version="1.0" encoding="utf-8"?>
<p:tagLst xmlns:a="http://schemas.openxmlformats.org/drawingml/2006/main" xmlns:r="http://schemas.openxmlformats.org/officeDocument/2006/relationships" xmlns:p="http://schemas.openxmlformats.org/presentationml/2006/main">
  <p:tag name="EMFCHILD" val="True"/>
  <p:tag name="ORIGINALHEIGHT" val="0.405578"/>
  <p:tag name="ORIGINALWIDTH" val="38.95063"/>
</p:tagLst>
</file>

<file path=ppt/tags/tag464.xml><?xml version="1.0" encoding="utf-8"?>
<p:tagLst xmlns:a="http://schemas.openxmlformats.org/drawingml/2006/main" xmlns:r="http://schemas.openxmlformats.org/officeDocument/2006/relationships" xmlns:p="http://schemas.openxmlformats.org/presentationml/2006/main">
  <p:tag name="EMFCHILD" val="True"/>
  <p:tag name="ORIGINALHEIGHT" val="5.132129"/>
  <p:tag name="ORIGINALWIDTH" val="4.416615"/>
</p:tagLst>
</file>

<file path=ppt/tags/tag465.xml><?xml version="1.0" encoding="utf-8"?>
<p:tagLst xmlns:a="http://schemas.openxmlformats.org/drawingml/2006/main" xmlns:r="http://schemas.openxmlformats.org/officeDocument/2006/relationships" xmlns:p="http://schemas.openxmlformats.org/presentationml/2006/main">
  <p:tag name="EMFCHILD" val="True"/>
  <p:tag name="ORIGINALHEIGHT" val="2.372889"/>
  <p:tag name="ORIGINALWIDTH" val="6.627382"/>
</p:tagLst>
</file>

<file path=ppt/tags/tag466.xml><?xml version="1.0" encoding="utf-8"?>
<p:tagLst xmlns:a="http://schemas.openxmlformats.org/drawingml/2006/main" xmlns:r="http://schemas.openxmlformats.org/officeDocument/2006/relationships" xmlns:p="http://schemas.openxmlformats.org/presentationml/2006/main">
  <p:tag name="EMFCHILD" val="True"/>
  <p:tag name="ORIGINALHEIGHT" val="6.459528"/>
  <p:tag name="ORIGINALWIDTH" val="3.050372"/>
</p:tagLst>
</file>

<file path=ppt/tags/tag467.xml><?xml version="1.0" encoding="utf-8"?>
<p:tagLst xmlns:a="http://schemas.openxmlformats.org/drawingml/2006/main" xmlns:r="http://schemas.openxmlformats.org/officeDocument/2006/relationships" xmlns:p="http://schemas.openxmlformats.org/presentationml/2006/main">
  <p:tag name="EMFCHILD" val="True"/>
  <p:tag name="ORIGINALHEIGHT" val="3.201349"/>
  <p:tag name="ORIGINALWIDTH" val="4.249671"/>
</p:tagLst>
</file>

<file path=ppt/tags/tag468.xml><?xml version="1.0" encoding="utf-8"?>
<p:tagLst xmlns:a="http://schemas.openxmlformats.org/drawingml/2006/main" xmlns:r="http://schemas.openxmlformats.org/officeDocument/2006/relationships" xmlns:p="http://schemas.openxmlformats.org/presentationml/2006/main">
  <p:tag name="EMFCHILD" val="True"/>
  <p:tag name="ORIGINALHEIGHT" val="0.3478012"/>
  <p:tag name="ORIGINALWIDTH" val="4.701751"/>
</p:tagLst>
</file>

<file path=ppt/tags/tag469.xml><?xml version="1.0" encoding="utf-8"?>
<p:tagLst xmlns:a="http://schemas.openxmlformats.org/drawingml/2006/main" xmlns:r="http://schemas.openxmlformats.org/officeDocument/2006/relationships" xmlns:p="http://schemas.openxmlformats.org/presentationml/2006/main">
  <p:tag name="EMFCHILD" val="True"/>
  <p:tag name="ORIGINALHEIGHT" val="4.713321"/>
  <p:tag name="ORIGINALWIDTH" val="2.531717"/>
</p:tagLst>
</file>

<file path=ppt/tags/tag470.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28"/>
  <p:tag name="IGUANATEXSIZE" val="18"/>
  <p:tag name="LATEXADDIN" val="\documentclass{article}&#10;\usepackage{amsmath}&#10;\pagestyle{empty}&#10;\begin{document}&#10;&#10;&#10;$t = \frac{(\bar{y} - \mu_0)}{\frac{s}{\sqrt{n}}}$&#10;\end{document}"/>
  <p:tag name="LATEXENGINEID" val="0"/>
  <p:tag name="LATEXFORMHEIGHT" val="320"/>
  <p:tag name="LATEXFORMWIDTH" val="385"/>
  <p:tag name="LATEXFORMWRAP" val="True"/>
  <p:tag name="ORIGINALHEIGHT" val="6.081767"/>
  <p:tag name="ORIGINALWIDTH" val="3.023764"/>
  <p:tag name="TEMPFOLDER" val="c:\temp\"/>
  <p:tag name="TRANSPARENCY" val="True"/>
</p:tagLst>
</file>

<file path=ppt/tags/tag471.xml><?xml version="1.0" encoding="utf-8"?>
<p:tagLst xmlns:a="http://schemas.openxmlformats.org/drawingml/2006/main" xmlns:r="http://schemas.openxmlformats.org/officeDocument/2006/relationships" xmlns:p="http://schemas.openxmlformats.org/presentationml/2006/main">
  <p:tag name="EMFCHILD" val="True"/>
  <p:tag name="ORIGINALHEIGHT" val="2.234116"/>
  <p:tag name="ORIGINALWIDTH" val="6.549866"/>
</p:tagLst>
</file>

<file path=ppt/tags/tag472.xml><?xml version="1.0" encoding="utf-8"?>
<p:tagLst xmlns:a="http://schemas.openxmlformats.org/drawingml/2006/main" xmlns:r="http://schemas.openxmlformats.org/officeDocument/2006/relationships" xmlns:p="http://schemas.openxmlformats.org/presentationml/2006/main">
  <p:tag name="EMFCHILD" val="True"/>
  <p:tag name="ORIGINALHEIGHT" val="6.676568"/>
  <p:tag name="ORIGINALWIDTH" val="1.792583"/>
</p:tagLst>
</file>

<file path=ppt/tags/tag473.xml><?xml version="1.0" encoding="utf-8"?>
<p:tagLst xmlns:a="http://schemas.openxmlformats.org/drawingml/2006/main" xmlns:r="http://schemas.openxmlformats.org/officeDocument/2006/relationships" xmlns:p="http://schemas.openxmlformats.org/presentationml/2006/main">
  <p:tag name="EMFCHILD" val="True"/>
  <p:tag name="ORIGINALHEIGHT" val="0.2539388"/>
  <p:tag name="ORIGINALWIDTH" val="2.744046"/>
</p:tagLst>
</file>

<file path=ppt/tags/tag474.xml><?xml version="1.0" encoding="utf-8"?>
<p:tagLst xmlns:a="http://schemas.openxmlformats.org/drawingml/2006/main" xmlns:r="http://schemas.openxmlformats.org/officeDocument/2006/relationships" xmlns:p="http://schemas.openxmlformats.org/presentationml/2006/main">
  <p:tag name="EMFCHILD" val="True"/>
  <p:tag name="ORIGINALHEIGHT" val="4.31069"/>
  <p:tag name="ORIGINALWIDTH" val="3.536926"/>
</p:tagLst>
</file>

<file path=ppt/tags/tag475.xml><?xml version="1.0" encoding="utf-8"?>
<p:tagLst xmlns:a="http://schemas.openxmlformats.org/drawingml/2006/main" xmlns:r="http://schemas.openxmlformats.org/officeDocument/2006/relationships" xmlns:p="http://schemas.openxmlformats.org/presentationml/2006/main">
  <p:tag name="EMFCHILD" val="True"/>
  <p:tag name="ORIGINALHEIGHT" val="0.3274525"/>
  <p:tag name="ORIGINALWIDTH" val="4.660745"/>
</p:tagLst>
</file>

<file path=ppt/tags/tag476.xml><?xml version="1.0" encoding="utf-8"?>
<p:tagLst xmlns:a="http://schemas.openxmlformats.org/drawingml/2006/main" xmlns:r="http://schemas.openxmlformats.org/officeDocument/2006/relationships" xmlns:p="http://schemas.openxmlformats.org/presentationml/2006/main">
  <p:tag name="EMFCHILD" val="True"/>
  <p:tag name="ORIGINALHEIGHT" val="4.377541"/>
  <p:tag name="ORIGINALWIDTH" val="4.109181"/>
</p:tagLst>
</file>

<file path=ppt/tags/tag477.xml><?xml version="1.0" encoding="utf-8"?>
<p:tagLst xmlns:a="http://schemas.openxmlformats.org/drawingml/2006/main" xmlns:r="http://schemas.openxmlformats.org/officeDocument/2006/relationships" xmlns:p="http://schemas.openxmlformats.org/presentationml/2006/main">
  <p:tag name="EMFCHILD" val="True"/>
  <p:tag name="ORIGINALHEIGHT" val="3.284336"/>
  <p:tag name="ORIGINALWIDTH" val="2.570677"/>
</p:tagLst>
</file>

<file path=ppt/tags/tag478.xml><?xml version="1.0" encoding="utf-8"?>
<p:tagLst xmlns:a="http://schemas.openxmlformats.org/drawingml/2006/main" xmlns:r="http://schemas.openxmlformats.org/officeDocument/2006/relationships" xmlns:p="http://schemas.openxmlformats.org/presentationml/2006/main">
  <p:tag name="EMFCHILD" val="True"/>
  <p:tag name="ORIGINALHEIGHT" val="6.676568"/>
  <p:tag name="ORIGINALWIDTH" val="1.785696"/>
</p:tagLst>
</file>

<file path=ppt/tags/tag479.xml><?xml version="1.0" encoding="utf-8"?>
<p:tagLst xmlns:a="http://schemas.openxmlformats.org/drawingml/2006/main" xmlns:r="http://schemas.openxmlformats.org/officeDocument/2006/relationships" xmlns:p="http://schemas.openxmlformats.org/presentationml/2006/main">
  <p:tag name="EMFCHILD" val="True"/>
  <p:tag name="ORIGINALHEIGHT" val="0.381878"/>
  <p:tag name="ORIGINALWIDTH" val="25.18689"/>
</p:tagLst>
</file>

<file path=ppt/tags/tag480.xml><?xml version="1.0" encoding="utf-8"?>
<p:tagLst xmlns:a="http://schemas.openxmlformats.org/drawingml/2006/main" xmlns:r="http://schemas.openxmlformats.org/officeDocument/2006/relationships" xmlns:p="http://schemas.openxmlformats.org/presentationml/2006/main">
  <p:tag name="EMFCHILD" val="True"/>
  <p:tag name="ORIGINALHEIGHT" val="2.162513"/>
  <p:tag name="ORIGINALWIDTH" val="2.18163"/>
</p:tagLst>
</file>

<file path=ppt/tags/tag481.xml><?xml version="1.0" encoding="utf-8"?>
<p:tagLst xmlns:a="http://schemas.openxmlformats.org/drawingml/2006/main" xmlns:r="http://schemas.openxmlformats.org/officeDocument/2006/relationships" xmlns:p="http://schemas.openxmlformats.org/presentationml/2006/main">
  <p:tag name="EMFCHILD" val="True"/>
  <p:tag name="ORIGINALHEIGHT" val="0.3245851"/>
  <p:tag name="ORIGINALWIDTH" val="9.741263"/>
</p:tagLst>
</file>

<file path=ppt/tags/tag482.xml><?xml version="1.0" encoding="utf-8"?>
<p:tagLst xmlns:a="http://schemas.openxmlformats.org/drawingml/2006/main" xmlns:r="http://schemas.openxmlformats.org/officeDocument/2006/relationships" xmlns:p="http://schemas.openxmlformats.org/presentationml/2006/main">
  <p:tag name="EMFCHILD" val="True"/>
  <p:tag name="ORIGINALHEIGHT" val="4.773756"/>
  <p:tag name="ORIGINALWIDTH" val="4.836053"/>
</p:tagLst>
</file>

<file path=ppt/tags/tag483.xml><?xml version="1.0" encoding="utf-8"?>
<p:tagLst xmlns:a="http://schemas.openxmlformats.org/drawingml/2006/main" xmlns:r="http://schemas.openxmlformats.org/officeDocument/2006/relationships" xmlns:p="http://schemas.openxmlformats.org/presentationml/2006/main">
  <p:tag name="EMFCHILD" val="True"/>
  <p:tag name="ORIGINALHEIGHT" val="0.2673202"/>
  <p:tag name="ORIGINALWIDTH" val="4.337678"/>
</p:tagLst>
</file>

<file path=ppt/tags/tag484.xml><?xml version="1.0" encoding="utf-8"?>
<p:tagLst xmlns:a="http://schemas.openxmlformats.org/drawingml/2006/main" xmlns:r="http://schemas.openxmlformats.org/officeDocument/2006/relationships" xmlns:p="http://schemas.openxmlformats.org/presentationml/2006/main">
  <p:tag name="EMFCHILD" val="True"/>
  <p:tag name="ORIGINALHEIGHT" val="2.162513"/>
  <p:tag name="ORIGINALWIDTH" val="3.447276"/>
</p:tagLst>
</file>

<file path=ppt/tags/tag485.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21"/>
  <p:tag name="IGUANATEXSIZE" val="18"/>
  <p:tag name="LATEXADDIN" val="\documentclass{article}&#10;\usepackage{amsmath}&#10;\pagestyle{empty}&#10;\begin{document}&#10;&#10;&#10;$t = \frac{\sqrt{n}(\bar{y} - \mu_0)}{s}$&#10;\end{document}"/>
  <p:tag name="LATEXENGINEID" val="0"/>
  <p:tag name="LATEXFORMHEIGHT" val="320"/>
  <p:tag name="LATEXFORMWIDTH" val="385"/>
  <p:tag name="LATEXFORMWRAP" val="True"/>
  <p:tag name="ORIGINALHEIGHT" val="6.11951"/>
  <p:tag name="ORIGINALWIDTH" val="3.044619"/>
  <p:tag name="TEMPFOLDER" val="c:\temp\"/>
  <p:tag name="TRANSPARENCY" val="True"/>
</p:tagLst>
</file>

<file path=ppt/tags/tag486.xml><?xml version="1.0" encoding="utf-8"?>
<p:tagLst xmlns:a="http://schemas.openxmlformats.org/drawingml/2006/main" xmlns:r="http://schemas.openxmlformats.org/officeDocument/2006/relationships" xmlns:p="http://schemas.openxmlformats.org/presentationml/2006/main">
  <p:tag name="EMFCHILD" val="True"/>
  <p:tag name="ORIGINALHEIGHT" val="2.247988"/>
  <p:tag name="ORIGINALWIDTH" val="6.595011"/>
</p:tagLst>
</file>

<file path=ppt/tags/tag487.xml><?xml version="1.0" encoding="utf-8"?>
<p:tagLst xmlns:a="http://schemas.openxmlformats.org/drawingml/2006/main" xmlns:r="http://schemas.openxmlformats.org/officeDocument/2006/relationships" xmlns:p="http://schemas.openxmlformats.org/presentationml/2006/main">
  <p:tag name="EMFCHILD" val="True"/>
  <p:tag name="ORIGINALHEIGHT" val="6.72476"/>
  <p:tag name="ORIGINALWIDTH" val="6.025764"/>
</p:tagLst>
</file>

<file path=ppt/tags/tag488.xml><?xml version="1.0" encoding="utf-8"?>
<p:tagLst xmlns:a="http://schemas.openxmlformats.org/drawingml/2006/main" xmlns:r="http://schemas.openxmlformats.org/officeDocument/2006/relationships" xmlns:p="http://schemas.openxmlformats.org/presentationml/2006/main">
  <p:tag name="EMFCHILD" val="True"/>
  <p:tag name="ORIGINALHEIGHT" val="0.3265967"/>
  <p:tag name="ORIGINALWIDTH" val="4.902449"/>
</p:tagLst>
</file>

<file path=ppt/tags/tag489.xml><?xml version="1.0" encoding="utf-8"?>
<p:tagLst xmlns:a="http://schemas.openxmlformats.org/drawingml/2006/main" xmlns:r="http://schemas.openxmlformats.org/officeDocument/2006/relationships" xmlns:p="http://schemas.openxmlformats.org/presentationml/2006/main">
  <p:tag name="EMFCHILD" val="True"/>
  <p:tag name="ORIGINALHEIGHT" val="3.032852"/>
  <p:tag name="ORIGINALWIDTH" val="4.241644"/>
</p:tagLst>
</file>

<file path=ppt/tags/tag490.xml><?xml version="1.0" encoding="utf-8"?>
<p:tagLst xmlns:a="http://schemas.openxmlformats.org/drawingml/2006/main" xmlns:r="http://schemas.openxmlformats.org/officeDocument/2006/relationships" xmlns:p="http://schemas.openxmlformats.org/presentationml/2006/main">
  <p:tag name="EMFCHILD" val="True"/>
  <p:tag name="ORIGINALHEIGHT" val="6.718023"/>
  <p:tag name="ORIGINALWIDTH" val="1.804943"/>
</p:tagLst>
</file>

<file path=ppt/tags/tag491.xml><?xml version="1.0" encoding="utf-8"?>
<p:tagLst xmlns:a="http://schemas.openxmlformats.org/drawingml/2006/main" xmlns:r="http://schemas.openxmlformats.org/officeDocument/2006/relationships" xmlns:p="http://schemas.openxmlformats.org/presentationml/2006/main">
  <p:tag name="EMFCHILD" val="True"/>
  <p:tag name="ORIGINALHEIGHT" val="0.2555118"/>
  <p:tag name="ORIGINALWIDTH" val="2.762948"/>
</p:tagLst>
</file>

<file path=ppt/tags/tag492.xml><?xml version="1.0" encoding="utf-8"?>
<p:tagLst xmlns:a="http://schemas.openxmlformats.org/drawingml/2006/main" xmlns:r="http://schemas.openxmlformats.org/officeDocument/2006/relationships" xmlns:p="http://schemas.openxmlformats.org/presentationml/2006/main">
  <p:tag name="EMFCHILD" val="True"/>
  <p:tag name="ORIGINALHEIGHT" val="4.337445"/>
  <p:tag name="ORIGINALWIDTH" val="3.561285"/>
</p:tagLst>
</file>

<file path=ppt/tags/tag493.xml><?xml version="1.0" encoding="utf-8"?>
<p:tagLst xmlns:a="http://schemas.openxmlformats.org/drawingml/2006/main" xmlns:r="http://schemas.openxmlformats.org/officeDocument/2006/relationships" xmlns:p="http://schemas.openxmlformats.org/presentationml/2006/main">
  <p:tag name="EMFCHILD" val="True"/>
  <p:tag name="ORIGINALHEIGHT" val="0.3294838"/>
  <p:tag name="ORIGINALWIDTH" val="4.692869"/>
</p:tagLst>
</file>

<file path=ppt/tags/tag494.xml><?xml version="1.0" encoding="utf-8"?>
<p:tagLst xmlns:a="http://schemas.openxmlformats.org/drawingml/2006/main" xmlns:r="http://schemas.openxmlformats.org/officeDocument/2006/relationships" xmlns:p="http://schemas.openxmlformats.org/presentationml/2006/main">
  <p:tag name="EMFCHILD" val="True"/>
  <p:tag name="ORIGINALHEIGHT" val="4.404725"/>
  <p:tag name="ORIGINALWIDTH" val="4.137488"/>
</p:tagLst>
</file>

<file path=ppt/tags/tag495.xml><?xml version="1.0" encoding="utf-8"?>
<p:tagLst xmlns:a="http://schemas.openxmlformats.org/drawingml/2006/main" xmlns:r="http://schemas.openxmlformats.org/officeDocument/2006/relationships" xmlns:p="http://schemas.openxmlformats.org/presentationml/2006/main">
  <p:tag name="EMFCHILD" val="True"/>
  <p:tag name="ORIGINALHEIGHT" val="3.304724"/>
  <p:tag name="ORIGINALWIDTH" val="2.588407"/>
</p:tagLst>
</file>

<file path=ppt/tags/tag496.xml><?xml version="1.0" encoding="utf-8"?>
<p:tagLst xmlns:a="http://schemas.openxmlformats.org/drawingml/2006/main" xmlns:r="http://schemas.openxmlformats.org/officeDocument/2006/relationships" xmlns:p="http://schemas.openxmlformats.org/presentationml/2006/main">
  <p:tag name="EMFCHILD" val="True"/>
  <p:tag name="ORIGINALHEIGHT" val="6.718023"/>
  <p:tag name="ORIGINALWIDTH" val="1.797987"/>
</p:tagLst>
</file>

<file path=ppt/tags/tag497.xml><?xml version="1.0" encoding="utf-8"?>
<p:tagLst xmlns:a="http://schemas.openxmlformats.org/drawingml/2006/main" xmlns:r="http://schemas.openxmlformats.org/officeDocument/2006/relationships" xmlns:p="http://schemas.openxmlformats.org/presentationml/2006/main">
  <p:tag name="EMFCHILD" val="True"/>
  <p:tag name="ORIGINALHEIGHT" val="0.384252"/>
  <p:tag name="ORIGINALWIDTH" val="36.77825"/>
</p:tagLst>
</file>

<file path=ppt/tags/tag498.xml><?xml version="1.0" encoding="utf-8"?>
<p:tagLst xmlns:a="http://schemas.openxmlformats.org/drawingml/2006/main" xmlns:r="http://schemas.openxmlformats.org/officeDocument/2006/relationships" xmlns:p="http://schemas.openxmlformats.org/presentationml/2006/main">
  <p:tag name="EMFCHILD" val="True"/>
  <p:tag name="ORIGINALHEIGHT" val="3.032852"/>
  <p:tag name="ORIGINALWIDTH" val="2.769903"/>
</p:tagLst>
</file>

<file path=ppt/tags/tag499.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3"/>
  <p:tag name="IGUANATEXSIZE" val="18"/>
  <p:tag name="LATEXADDIN" val="\documentclass{article}&#10;\usepackage{amsmath}&#10;\pagestyle{empty}&#10;\begin{document}&#10;&#10;&#10;$\text{H}_1: \mu &gt; \mu_0$&#10;\end{document}"/>
  <p:tag name="LATEXENGINEID" val="0"/>
  <p:tag name="LATEXFORMHEIGHT" val="320"/>
  <p:tag name="LATEXFORMWIDTH" val="385"/>
  <p:tag name="LATEXFORMWRAP" val="True"/>
  <p:tag name="ORIGINALHEIGHT" val="6.804462"/>
  <p:tag name="ORIGINALWIDTH" val="6.736394"/>
  <p:tag name="TEMPFOLDER" val="c:\temp\"/>
  <p:tag name="TRANSPARENCY" val="True"/>
</p:tagLst>
</file>

<file path=ppt/tags/tag500.xml><?xml version="1.0" encoding="utf-8"?>
<p:tagLst xmlns:a="http://schemas.openxmlformats.org/drawingml/2006/main" xmlns:r="http://schemas.openxmlformats.org/officeDocument/2006/relationships" xmlns:p="http://schemas.openxmlformats.org/presentationml/2006/main">
  <p:tag name="EMFCHILD" val="True"/>
  <p:tag name="ORIGINALHEIGHT" val="4.630621"/>
  <p:tag name="ORIGINALWIDTH" val="2.513079"/>
</p:tagLst>
</file>

<file path=ppt/tags/tag501.xml><?xml version="1.0" encoding="utf-8"?>
<p:tagLst xmlns:a="http://schemas.openxmlformats.org/drawingml/2006/main" xmlns:r="http://schemas.openxmlformats.org/officeDocument/2006/relationships" xmlns:p="http://schemas.openxmlformats.org/presentationml/2006/main">
  <p:tag name="EMFCHILD" val="True"/>
  <p:tag name="ORIGINALHEIGHT" val="4.293876"/>
  <p:tag name="ORIGINALWIDTH" val="1.04545"/>
</p:tagLst>
</file>

<file path=ppt/tags/tag502.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503.xml><?xml version="1.0" encoding="utf-8"?>
<p:tagLst xmlns:a="http://schemas.openxmlformats.org/drawingml/2006/main" xmlns:r="http://schemas.openxmlformats.org/officeDocument/2006/relationships" xmlns:p="http://schemas.openxmlformats.org/presentationml/2006/main">
  <p:tag name="EMFCHILD" val="True"/>
  <p:tag name="ORIGINALHEIGHT" val="5.778303"/>
  <p:tag name="ORIGINALWIDTH" val="6.026289"/>
</p:tagLst>
</file>

<file path=ppt/tags/tag504.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505.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03499"/>
</p:tagLst>
</file>

<file path=ppt/tags/tag506.xml><?xml version="1.0" encoding="utf-8"?>
<p:tagLst xmlns:a="http://schemas.openxmlformats.org/drawingml/2006/main" xmlns:r="http://schemas.openxmlformats.org/officeDocument/2006/relationships" xmlns:p="http://schemas.openxmlformats.org/presentationml/2006/main">
  <p:tag name="BITMAPVECTOR" val="1"/>
  <p:tag name="IGUANATEXCURSOR" val="93"/>
  <p:tag name="IGUANATEXSIZE" val="18"/>
  <p:tag name="IGUANATEXVERSION" val="161"/>
  <p:tag name="LATEXADDIN" val="\documentclass{article}&#10;\usepackage{amsmath}&#10;\pagestyle{empty}&#10;\begin{document}&#10;&#10;&#10;$\text{H}_1: \mu &gt; \mu_0$&#10;\end{document}"/>
  <p:tag name="LATEXENGINEID" val="0"/>
  <p:tag name="LATEXFORMHEIGHT" val="320"/>
  <p:tag name="LATEXFORMWIDTH" val="385"/>
  <p:tag name="LATEXFORMWRAP" val="True"/>
  <p:tag name="ORIGINALHEIGHT" val="8.956344"/>
  <p:tag name="ORIGINALWIDTH" val="48.31451"/>
  <p:tag name="OUTPUTTYPE" val="SVG"/>
  <p:tag name="TEMPFOLDER" val="c:\temp\"/>
  <p:tag name="TRANSPARENCY" val="True"/>
</p:tagLst>
</file>

<file path=ppt/tags/tag507.xml><?xml version="1.0" encoding="utf-8"?>
<p:tagLst xmlns:a="http://schemas.openxmlformats.org/drawingml/2006/main" xmlns:r="http://schemas.openxmlformats.org/officeDocument/2006/relationships" xmlns:p="http://schemas.openxmlformats.org/presentationml/2006/main">
  <p:tag name="BITMAPVECTOR" val="1"/>
  <p:tag name="IGUANATEXCURSOR" val="93"/>
  <p:tag name="IGUANATEXSIZE" val="18"/>
  <p:tag name="IGUANATEXVERSION" val="161"/>
  <p:tag name="LATEXADDIN" val="\documentclass{article}&#10;\usepackage{amsmath}&#10;\pagestyle{empty}&#10;\begin{document}&#10;&#10;&#10;$\text{H}_0: \mu \leq  \mu_0$&#10;\end{document}"/>
  <p:tag name="LATEXENGINEID" val="0"/>
  <p:tag name="LATEXFORMHEIGHT" val="320"/>
  <p:tag name="LATEXFORMWIDTH" val="385"/>
  <p:tag name="LATEXFORMWRAP" val="True"/>
  <p:tag name="ORIGINALHEIGHT" val="8.956344"/>
  <p:tag name="ORIGINALWIDTH" val="48.31451"/>
  <p:tag name="OUTPUTTYPE" val="SVG"/>
  <p:tag name="TEMPFOLDER" val="c:\temp\"/>
  <p:tag name="TRANSPARENCY" val="True"/>
</p:tagLst>
</file>

<file path=ppt/tags/tag508.xml><?xml version="1.0" encoding="utf-8"?>
<p:tagLst xmlns:a="http://schemas.openxmlformats.org/drawingml/2006/main" xmlns:r="http://schemas.openxmlformats.org/officeDocument/2006/relationships" xmlns:p="http://schemas.openxmlformats.org/presentationml/2006/main">
  <p:tag name="BITMAPVECTOR" val="1"/>
  <p:tag name="IGUANATEXCURSOR" val="119"/>
  <p:tag name="IGUANATEXSIZE" val="18"/>
  <p:tag name="IGUANATEXVERSION" val="161"/>
  <p:tag name="LATEXADDIN" val="\documentclass{article}&#10;\usepackage{amsmath}&#10;\pagestyle{empty}&#10;\begin{document}&#10;&#10;&#10;$\text{P}(T &gt; c | \text{H}_0) = 0.05 $&#10;\end{document}"/>
  <p:tag name="LATEXENGINEID" val="0"/>
  <p:tag name="LATEXFORMHEIGHT" val="320"/>
  <p:tag name="LATEXFORMWIDTH" val="385"/>
  <p:tag name="LATEXFORMWRAP" val="True"/>
  <p:tag name="ORIGINALHEIGHT" val="9.713561"/>
  <p:tag name="ORIGINALWIDTH" val="83.92854"/>
  <p:tag name="OUTPUTTYPE" val="SVG"/>
  <p:tag name="TEMPFOLDER" val="c:\temp\"/>
  <p:tag name="TRANSPARENCY" val="True"/>
</p:tagLst>
</file>

<file path=ppt/tags/tag509.xml><?xml version="1.0" encoding="utf-8"?>
<p:tagLst xmlns:a="http://schemas.openxmlformats.org/drawingml/2006/main" xmlns:r="http://schemas.openxmlformats.org/officeDocument/2006/relationships" xmlns:p="http://schemas.openxmlformats.org/presentationml/2006/main">
  <p:tag name="BITMAPVECTOR" val="1"/>
  <p:tag name="IGUANATEXCURSOR" val="88"/>
  <p:tag name="IGUANATEXSIZE" val="18"/>
  <p:tag name="IGUANATEXVERSION" val="161"/>
  <p:tag name="LATEXADDIN" val="\documentclass{article}&#10;\usepackage{amsmath}&#10;\pagestyle{empty}&#10;\begin{document}&#10;&#10;&#10;$t &gt; c$&#10;\end{document}"/>
  <p:tag name="LATEXENGINEID" val="0"/>
  <p:tag name="LATEXFORMHEIGHT" val="320"/>
  <p:tag name="LATEXFORMWIDTH" val="385"/>
  <p:tag name="LATEXFORMWRAP" val="True"/>
  <p:tag name="ORIGINALHEIGHT" val="6.398163"/>
  <p:tag name="ORIGINALWIDTH" val="20.93582"/>
  <p:tag name="OUTPUTTYPE" val="SVG"/>
  <p:tag name="TEMPFOLDER" val="c:\temp\"/>
  <p:tag name="TRANSPARENCY" val="True"/>
</p:tagLst>
</file>

<file path=ppt/tags/tag510.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88"/>
  <p:tag name="IGUANATEXSIZE" val="18"/>
  <p:tag name="LATEXADDIN" val="\documentclass{article}&#10;\usepackage{amsmath}&#10;\pagestyle{empty}&#10;\begin{document}&#10;&#10;&#10;$t &gt; c$&#10;\end{document}"/>
  <p:tag name="LATEXENGINEID" val="0"/>
  <p:tag name="LATEXFORMHEIGHT" val="320"/>
  <p:tag name="LATEXFORMWIDTH" val="385"/>
  <p:tag name="LATEXFORMWRAP" val="True"/>
  <p:tag name="ORIGINALHEIGHT" val="6.11951"/>
  <p:tag name="ORIGINALWIDTH" val="3.058486"/>
  <p:tag name="TEMPFOLDER" val="c:\temp\"/>
  <p:tag name="TRANSPARENCY" val="True"/>
</p:tagLst>
</file>

<file path=ppt/tags/tag511.xml><?xml version="1.0" encoding="utf-8"?>
<p:tagLst xmlns:a="http://schemas.openxmlformats.org/drawingml/2006/main" xmlns:r="http://schemas.openxmlformats.org/officeDocument/2006/relationships" xmlns:p="http://schemas.openxmlformats.org/presentationml/2006/main">
  <p:tag name="EMFCHILD" val="True"/>
  <p:tag name="ORIGINALHEIGHT" val="5.57196"/>
  <p:tag name="ORIGINALWIDTH" val="6.087138"/>
</p:tagLst>
</file>

<file path=ppt/tags/tag512.xml><?xml version="1.0" encoding="utf-8"?>
<p:tagLst xmlns:a="http://schemas.openxmlformats.org/drawingml/2006/main" xmlns:r="http://schemas.openxmlformats.org/officeDocument/2006/relationships" xmlns:p="http://schemas.openxmlformats.org/presentationml/2006/main">
  <p:tag name="EMFCHILD" val="True"/>
  <p:tag name="ORIGINALHEIGHT" val="4.351881"/>
  <p:tag name="ORIGINALWIDTH" val="3.875458"/>
</p:tagLst>
</file>

<file path=ppt/tags/tag513.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9"/>
  <p:tag name="IGUANATEXSIZE" val="18"/>
  <p:tag name="LATEXADDIN" val="\documentclass{article}&#10;\usepackage{amsmath}&#10;\pagestyle{empty}&#10;\begin{document}&#10;&#10;&#10;$\text{P}(T &gt; c | \text{H}_0) = 0.05 $&#10;\end{document}"/>
  <p:tag name="LATEXENGINEID" val="0"/>
  <p:tag name="LATEXFORMHEIGHT" val="320"/>
  <p:tag name="LATEXFORMWIDTH" val="385"/>
  <p:tag name="LATEXFORMWRAP" val="True"/>
  <p:tag name="ORIGINALHEIGHT" val="6.634339"/>
  <p:tag name="ORIGINALWIDTH" val="5.850698"/>
  <p:tag name="TEMPFOLDER" val="c:\temp\"/>
  <p:tag name="TRANSPARENCY" val="True"/>
</p:tagLst>
</file>

<file path=ppt/tags/tag514.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4505"/>
</p:tagLst>
</file>

<file path=ppt/tags/tag515.xml><?xml version="1.0" encoding="utf-8"?>
<p:tagLst xmlns:a="http://schemas.openxmlformats.org/drawingml/2006/main" xmlns:r="http://schemas.openxmlformats.org/officeDocument/2006/relationships" xmlns:p="http://schemas.openxmlformats.org/presentationml/2006/main">
  <p:tag name="EMFCHILD" val="True"/>
  <p:tag name="ORIGINALHEIGHT" val="6.576072"/>
  <p:tag name="ORIGINALWIDTH" val="6.754635"/>
</p:tagLst>
</file>

<file path=ppt/tags/tag516.xml><?xml version="1.0" encoding="utf-8"?>
<p:tagLst xmlns:a="http://schemas.openxmlformats.org/drawingml/2006/main" xmlns:r="http://schemas.openxmlformats.org/officeDocument/2006/relationships" xmlns:p="http://schemas.openxmlformats.org/presentationml/2006/main">
  <p:tag name="EMFCHILD" val="True"/>
  <p:tag name="ORIGINALHEIGHT" val="5.633858"/>
  <p:tag name="ORIGINALWIDTH" val="6.069246"/>
</p:tagLst>
</file>

<file path=ppt/tags/tag517.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3.864041"/>
</p:tagLst>
</file>

<file path=ppt/tags/tag518.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73315"/>
</p:tagLst>
</file>

<file path=ppt/tags/tag519.xml><?xml version="1.0" encoding="utf-8"?>
<p:tagLst xmlns:a="http://schemas.openxmlformats.org/drawingml/2006/main" xmlns:r="http://schemas.openxmlformats.org/officeDocument/2006/relationships" xmlns:p="http://schemas.openxmlformats.org/presentationml/2006/main">
  <p:tag name="EMFCHILD" val="True"/>
  <p:tag name="ORIGINALHEIGHT" val="6.634339"/>
  <p:tag name="ORIGINALWIDTH" val="6.784425"/>
</p:tagLst>
</file>

<file path=ppt/tags/tag520.xml><?xml version="1.0" encoding="utf-8"?>
<p:tagLst xmlns:a="http://schemas.openxmlformats.org/drawingml/2006/main" xmlns:r="http://schemas.openxmlformats.org/officeDocument/2006/relationships" xmlns:p="http://schemas.openxmlformats.org/presentationml/2006/main">
  <p:tag name="EMFCHILD" val="True"/>
  <p:tag name="ORIGINALHEIGHT" val="4.650831"/>
  <p:tag name="ORIGINALWIDTH" val="3.226333"/>
</p:tagLst>
</file>

<file path=ppt/tags/tag521.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4505"/>
</p:tagLst>
</file>

<file path=ppt/tags/tag522.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05641"/>
</p:tagLst>
</file>

<file path=ppt/tags/tag523.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4.181932"/>
</p:tagLst>
</file>

<file path=ppt/tags/tag524.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2931"/>
</p:tagLst>
</file>

<file path=ppt/tags/tag525.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4.181932"/>
</p:tagLst>
</file>

<file path=ppt/tags/tag526.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3.963385"/>
</p:tagLst>
</file>

<file path=ppt/tags/tag527.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3"/>
  <p:tag name="IGUANATEXSIZE" val="18"/>
  <p:tag name="LATEXADDIN" val="\documentclass{article}&#10;\usepackage{amsmath}&#10;\pagestyle{empty}&#10;\begin{document}&#10;&#10;&#10;$\text{H}_0: \mu \leq  \mu_0$&#10;\end{document}"/>
  <p:tag name="LATEXENGINEID" val="0"/>
  <p:tag name="LATEXFORMHEIGHT" val="320"/>
  <p:tag name="LATEXFORMWIDTH" val="385"/>
  <p:tag name="LATEXFORMWRAP" val="True"/>
  <p:tag name="ORIGINALHEIGHT" val="6.804462"/>
  <p:tag name="ORIGINALWIDTH" val="6.736394"/>
  <p:tag name="TEMPFOLDER" val="c:\temp\"/>
  <p:tag name="TRANSPARENCY" val="True"/>
</p:tagLst>
</file>

<file path=ppt/tags/tag528.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03499"/>
</p:tagLst>
</file>

<file path=ppt/tags/tag529.xml><?xml version="1.0" encoding="utf-8"?>
<p:tagLst xmlns:a="http://schemas.openxmlformats.org/drawingml/2006/main" xmlns:r="http://schemas.openxmlformats.org/officeDocument/2006/relationships" xmlns:p="http://schemas.openxmlformats.org/presentationml/2006/main">
  <p:tag name="EMFCHILD" val="True"/>
  <p:tag name="ORIGINALHEIGHT" val="4.293876"/>
  <p:tag name="ORIGINALWIDTH" val="1.04545"/>
</p:tagLst>
</file>

<file path=ppt/tags/tag530.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531.xml><?xml version="1.0" encoding="utf-8"?>
<p:tagLst xmlns:a="http://schemas.openxmlformats.org/drawingml/2006/main" xmlns:r="http://schemas.openxmlformats.org/officeDocument/2006/relationships" xmlns:p="http://schemas.openxmlformats.org/presentationml/2006/main">
  <p:tag name="EMFCHILD" val="True"/>
  <p:tag name="ORIGINALHEIGHT" val="7.701094"/>
  <p:tag name="ORIGINALWIDTH" val="6.026289"/>
</p:tagLst>
</file>

<file path=ppt/tags/tag532.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533.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03499"/>
</p:tagLst>
</file>

<file path=ppt/tags/tag534.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3"/>
  <p:tag name="IGUANATEXSIZE" val="18"/>
  <p:tag name="LATEXADDIN" val="\documentclass{article}&#10;\usepackage{amsmath}&#10;\pagestyle{empty}&#10;\begin{document}&#10;&#10;&#10;$\text{H}_1: \mu &gt; \mu_0$&#10;\end{document}"/>
  <p:tag name="LATEXENGINEID" val="0"/>
  <p:tag name="LATEXFORMHEIGHT" val="320"/>
  <p:tag name="LATEXFORMWIDTH" val="385"/>
  <p:tag name="LATEXFORMWRAP" val="True"/>
  <p:tag name="ORIGINALHEIGHT" val="6.804462"/>
  <p:tag name="ORIGINALWIDTH" val="6.736394"/>
  <p:tag name="TEMPFOLDER" val="c:\temp\"/>
  <p:tag name="TRANSPARENCY" val="True"/>
</p:tagLst>
</file>

<file path=ppt/tags/tag535.xml><?xml version="1.0" encoding="utf-8"?>
<p:tagLst xmlns:a="http://schemas.openxmlformats.org/drawingml/2006/main" xmlns:r="http://schemas.openxmlformats.org/officeDocument/2006/relationships" xmlns:p="http://schemas.openxmlformats.org/presentationml/2006/main">
  <p:tag name="EMFCHILD" val="True"/>
  <p:tag name="ORIGINALHEIGHT" val="4.630621"/>
  <p:tag name="ORIGINALWIDTH" val="2.513079"/>
</p:tagLst>
</file>

<file path=ppt/tags/tag536.xml><?xml version="1.0" encoding="utf-8"?>
<p:tagLst xmlns:a="http://schemas.openxmlformats.org/drawingml/2006/main" xmlns:r="http://schemas.openxmlformats.org/officeDocument/2006/relationships" xmlns:p="http://schemas.openxmlformats.org/presentationml/2006/main">
  <p:tag name="EMFCHILD" val="True"/>
  <p:tag name="ORIGINALHEIGHT" val="4.293876"/>
  <p:tag name="ORIGINALWIDTH" val="1.04545"/>
</p:tagLst>
</file>

<file path=ppt/tags/tag537.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538.xml><?xml version="1.0" encoding="utf-8"?>
<p:tagLst xmlns:a="http://schemas.openxmlformats.org/drawingml/2006/main" xmlns:r="http://schemas.openxmlformats.org/officeDocument/2006/relationships" xmlns:p="http://schemas.openxmlformats.org/presentationml/2006/main">
  <p:tag name="EMFCHILD" val="True"/>
  <p:tag name="ORIGINALHEIGHT" val="5.778303"/>
  <p:tag name="ORIGINALWIDTH" val="6.026289"/>
</p:tagLst>
</file>

<file path=ppt/tags/tag539.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540.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03499"/>
</p:tagLst>
</file>

<file path=ppt/tags/tag541.xml><?xml version="1.0" encoding="utf-8"?>
<p:tagLst xmlns:a="http://schemas.openxmlformats.org/drawingml/2006/main" xmlns:r="http://schemas.openxmlformats.org/officeDocument/2006/relationships" xmlns:p="http://schemas.openxmlformats.org/presentationml/2006/main">
  <p:tag name="BITMAPVECTOR" val="1"/>
  <p:tag name="IGUANATEXCURSOR" val="100"/>
  <p:tag name="IGUANATEXSIZE" val="18"/>
  <p:tag name="IGUANATEXVERSION" val="161"/>
  <p:tag name="LATEXADDIN" val="\documentclass{article}&#10;\usepackage{amsmath}&#10;\pagestyle{empty}&#10;\begin{document}&#10;&#10;&#10;$\text{H}_1: \mu &lt; \mu_0$&#10;\end{document}"/>
  <p:tag name="LATEXENGINEID" val="0"/>
  <p:tag name="LATEXFORMHEIGHT" val="320"/>
  <p:tag name="LATEXFORMWIDTH" val="385"/>
  <p:tag name="LATEXFORMWRAP" val="True"/>
  <p:tag name="ORIGINALHEIGHT" val="8.956344"/>
  <p:tag name="ORIGINALWIDTH" val="48.31451"/>
  <p:tag name="OUTPUTTYPE" val="SVG"/>
  <p:tag name="TEMPFOLDER" val="c:\temp\"/>
  <p:tag name="TRANSPARENCY" val="True"/>
</p:tagLst>
</file>

<file path=ppt/tags/tag542.xml><?xml version="1.0" encoding="utf-8"?>
<p:tagLst xmlns:a="http://schemas.openxmlformats.org/drawingml/2006/main" xmlns:r="http://schemas.openxmlformats.org/officeDocument/2006/relationships" xmlns:p="http://schemas.openxmlformats.org/presentationml/2006/main">
  <p:tag name="BITMAPVECTOR" val="1"/>
  <p:tag name="IGUANATEXCURSOR" val="101"/>
  <p:tag name="IGUANATEXSIZE" val="18"/>
  <p:tag name="IGUANATEXVERSION" val="161"/>
  <p:tag name="LATEXADDIN" val="\documentclass{article}&#10;\usepackage{amsmath}&#10;\pagestyle{empty}&#10;\begin{document}&#10;&#10;&#10;$\text{H}_0: \mu \geq  \mu_0$&#10;\end{document}"/>
  <p:tag name="LATEXENGINEID" val="0"/>
  <p:tag name="LATEXFORMHEIGHT" val="320"/>
  <p:tag name="LATEXFORMWIDTH" val="385"/>
  <p:tag name="LATEXFORMWRAP" val="True"/>
  <p:tag name="ORIGINALHEIGHT" val="8.956344"/>
  <p:tag name="ORIGINALWIDTH" val="48.31451"/>
  <p:tag name="OUTPUTTYPE" val="SVG"/>
  <p:tag name="TEMPFOLDER" val="c:\temp\"/>
  <p:tag name="TRANSPARENCY" val="True"/>
</p:tagLst>
</file>

<file path=ppt/tags/tag543.xml><?xml version="1.0" encoding="utf-8"?>
<p:tagLst xmlns:a="http://schemas.openxmlformats.org/drawingml/2006/main" xmlns:r="http://schemas.openxmlformats.org/officeDocument/2006/relationships" xmlns:p="http://schemas.openxmlformats.org/presentationml/2006/main">
  <p:tag name="BITMAPVECTOR" val="1"/>
  <p:tag name="IGUANATEXCURSOR" val="95"/>
  <p:tag name="IGUANATEXSIZE" val="18"/>
  <p:tag name="IGUANATEXVERSION" val="161"/>
  <p:tag name="LATEXADDIN" val="\documentclass{article}&#10;\usepackage{amsmath}&#10;\pagestyle{empty}&#10;\begin{document}&#10;&#10;&#10;$\text{P}(T &lt; c | \text{H}_0) = 0.05 $&#10;\end{document}"/>
  <p:tag name="LATEXENGINEID" val="0"/>
  <p:tag name="LATEXFORMHEIGHT" val="320"/>
  <p:tag name="LATEXFORMWIDTH" val="385"/>
  <p:tag name="LATEXFORMWRAP" val="True"/>
  <p:tag name="ORIGINALHEIGHT" val="9.713561"/>
  <p:tag name="ORIGINALWIDTH" val="83.92854"/>
  <p:tag name="OUTPUTTYPE" val="SVG"/>
  <p:tag name="TEMPFOLDER" val="c:\temp\"/>
  <p:tag name="TRANSPARENCY" val="True"/>
</p:tagLst>
</file>

<file path=ppt/tags/tag544.xml><?xml version="1.0" encoding="utf-8"?>
<p:tagLst xmlns:a="http://schemas.openxmlformats.org/drawingml/2006/main" xmlns:r="http://schemas.openxmlformats.org/officeDocument/2006/relationships" xmlns:p="http://schemas.openxmlformats.org/presentationml/2006/main">
  <p:tag name="BITMAPVECTOR" val="1"/>
  <p:tag name="IGUANATEXCURSOR" val="88"/>
  <p:tag name="IGUANATEXSIZE" val="18"/>
  <p:tag name="IGUANATEXVERSION" val="161"/>
  <p:tag name="LATEXADDIN" val="\documentclass{article}&#10;\usepackage{amsmath}&#10;\pagestyle{empty}&#10;\begin{document}&#10;&#10;&#10;$t &lt; -c$&#10;\end{document}"/>
  <p:tag name="LATEXENGINEID" val="0"/>
  <p:tag name="LATEXFORMHEIGHT" val="320"/>
  <p:tag name="LATEXFORMWIDTH" val="385"/>
  <p:tag name="LATEXFORMWRAP" val="True"/>
  <p:tag name="ORIGINALHEIGHT" val="6.398163"/>
  <p:tag name="ORIGINALWIDTH" val="28.93184"/>
  <p:tag name="OUTPUTTYPE" val="SVG"/>
  <p:tag name="TEMPFOLDER" val="c:\temp\"/>
  <p:tag name="TRANSPARENCY" val="True"/>
</p:tagLst>
</file>

<file path=ppt/tags/tag545.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88"/>
  <p:tag name="IGUANATEXSIZE" val="18"/>
  <p:tag name="LATEXADDIN" val="\documentclass{article}&#10;\usepackage{amsmath}&#10;\pagestyle{empty}&#10;\begin{document}&#10;&#10;&#10;$t &lt; -c$&#10;\end{document}"/>
  <p:tag name="LATEXENGINEID" val="0"/>
  <p:tag name="LATEXFORMHEIGHT" val="320"/>
  <p:tag name="LATEXFORMWIDTH" val="385"/>
  <p:tag name="LATEXFORMWRAP" val="True"/>
  <p:tag name="ORIGINALHEIGHT" val="6.11951"/>
  <p:tag name="ORIGINALWIDTH" val="3.084863"/>
  <p:tag name="TEMPFOLDER" val="c:\temp\"/>
  <p:tag name="TRANSPARENCY" val="True"/>
</p:tagLst>
</file>

<file path=ppt/tags/tag546.xml><?xml version="1.0" encoding="utf-8"?>
<p:tagLst xmlns:a="http://schemas.openxmlformats.org/drawingml/2006/main" xmlns:r="http://schemas.openxmlformats.org/officeDocument/2006/relationships" xmlns:p="http://schemas.openxmlformats.org/presentationml/2006/main">
  <p:tag name="EMFCHILD" val="True"/>
  <p:tag name="ORIGINALHEIGHT" val="5.57196"/>
  <p:tag name="ORIGINALWIDTH" val="6.13963"/>
</p:tagLst>
</file>

<file path=ppt/tags/tag547.xml><?xml version="1.0" encoding="utf-8"?>
<p:tagLst xmlns:a="http://schemas.openxmlformats.org/drawingml/2006/main" xmlns:r="http://schemas.openxmlformats.org/officeDocument/2006/relationships" xmlns:p="http://schemas.openxmlformats.org/presentationml/2006/main">
  <p:tag name="EMFCHILD" val="True"/>
  <p:tag name="ORIGINALHEIGHT" val="0.384252"/>
  <p:tag name="ORIGINALWIDTH" val="6.13963"/>
</p:tagLst>
</file>

<file path=ppt/tags/tag548.xml><?xml version="1.0" encoding="utf-8"?>
<p:tagLst xmlns:a="http://schemas.openxmlformats.org/drawingml/2006/main" xmlns:r="http://schemas.openxmlformats.org/officeDocument/2006/relationships" xmlns:p="http://schemas.openxmlformats.org/presentationml/2006/main">
  <p:tag name="EMFCHILD" val="True"/>
  <p:tag name="ORIGINALHEIGHT" val="4.351881"/>
  <p:tag name="ORIGINALWIDTH" val="3.908835"/>
</p:tagLst>
</file>

<file path=ppt/tags/tag549.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5"/>
  <p:tag name="IGUANATEXSIZE" val="18"/>
  <p:tag name="LATEXADDIN" val="\documentclass{article}&#10;\usepackage{amsmath}&#10;\pagestyle{empty}&#10;\begin{document}&#10;&#10;&#10;$\text{P}(T &lt; c | \text{H}_0) = 0.05 $&#10;\end{document}"/>
  <p:tag name="LATEXENGINEID" val="0"/>
  <p:tag name="LATEXFORMHEIGHT" val="320"/>
  <p:tag name="LATEXFORMWIDTH" val="385"/>
  <p:tag name="LATEXFORMWRAP" val="True"/>
  <p:tag name="ORIGINALHEIGHT" val="6.634339"/>
  <p:tag name="ORIGINALWIDTH" val="5.850698"/>
  <p:tag name="TEMPFOLDER" val="c:\temp\"/>
  <p:tag name="TRANSPARENCY" val="True"/>
</p:tagLst>
</file>

<file path=ppt/tags/tag550.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4505"/>
</p:tagLst>
</file>

<file path=ppt/tags/tag551.xml><?xml version="1.0" encoding="utf-8"?>
<p:tagLst xmlns:a="http://schemas.openxmlformats.org/drawingml/2006/main" xmlns:r="http://schemas.openxmlformats.org/officeDocument/2006/relationships" xmlns:p="http://schemas.openxmlformats.org/presentationml/2006/main">
  <p:tag name="EMFCHILD" val="True"/>
  <p:tag name="ORIGINALHEIGHT" val="6.576072"/>
  <p:tag name="ORIGINALWIDTH" val="6.754635"/>
</p:tagLst>
</file>

<file path=ppt/tags/tag552.xml><?xml version="1.0" encoding="utf-8"?>
<p:tagLst xmlns:a="http://schemas.openxmlformats.org/drawingml/2006/main" xmlns:r="http://schemas.openxmlformats.org/officeDocument/2006/relationships" xmlns:p="http://schemas.openxmlformats.org/presentationml/2006/main">
  <p:tag name="EMFCHILD" val="True"/>
  <p:tag name="ORIGINALHEIGHT" val="5.633858"/>
  <p:tag name="ORIGINALWIDTH" val="6.069246"/>
</p:tagLst>
</file>

<file path=ppt/tags/tag553.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3.864041"/>
</p:tagLst>
</file>

<file path=ppt/tags/tag554.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73315"/>
</p:tagLst>
</file>

<file path=ppt/tags/tag555.xml><?xml version="1.0" encoding="utf-8"?>
<p:tagLst xmlns:a="http://schemas.openxmlformats.org/drawingml/2006/main" xmlns:r="http://schemas.openxmlformats.org/officeDocument/2006/relationships" xmlns:p="http://schemas.openxmlformats.org/presentationml/2006/main">
  <p:tag name="EMFCHILD" val="True"/>
  <p:tag name="ORIGINALHEIGHT" val="6.634339"/>
  <p:tag name="ORIGINALWIDTH" val="6.784425"/>
</p:tagLst>
</file>

<file path=ppt/tags/tag556.xml><?xml version="1.0" encoding="utf-8"?>
<p:tagLst xmlns:a="http://schemas.openxmlformats.org/drawingml/2006/main" xmlns:r="http://schemas.openxmlformats.org/officeDocument/2006/relationships" xmlns:p="http://schemas.openxmlformats.org/presentationml/2006/main">
  <p:tag name="EMFCHILD" val="True"/>
  <p:tag name="ORIGINALHEIGHT" val="4.650831"/>
  <p:tag name="ORIGINALWIDTH" val="3.226333"/>
</p:tagLst>
</file>

<file path=ppt/tags/tag557.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4505"/>
</p:tagLst>
</file>

<file path=ppt/tags/tag558.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05641"/>
</p:tagLst>
</file>

<file path=ppt/tags/tag559.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4.181932"/>
</p:tagLst>
</file>

<file path=ppt/tags/tag560.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2931"/>
</p:tagLst>
</file>

<file path=ppt/tags/tag561.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4.181932"/>
</p:tagLst>
</file>

<file path=ppt/tags/tag562.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3.963385"/>
</p:tagLst>
</file>

<file path=ppt/tags/tag563.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01"/>
  <p:tag name="IGUANATEXSIZE" val="18"/>
  <p:tag name="LATEXADDIN" val="\documentclass{article}&#10;\usepackage{amsmath}&#10;\pagestyle{empty}&#10;\begin{document}&#10;&#10;&#10;$\text{H}_0: \mu \geq  \mu_0$&#10;\end{document}"/>
  <p:tag name="LATEXENGINEID" val="0"/>
  <p:tag name="LATEXFORMHEIGHT" val="320"/>
  <p:tag name="LATEXFORMWIDTH" val="385"/>
  <p:tag name="LATEXFORMWRAP" val="True"/>
  <p:tag name="ORIGINALHEIGHT" val="6.804462"/>
  <p:tag name="ORIGINALWIDTH" val="6.736394"/>
  <p:tag name="TEMPFOLDER" val="c:\temp\"/>
  <p:tag name="TRANSPARENCY" val="True"/>
</p:tagLst>
</file>

<file path=ppt/tags/tag564.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03499"/>
</p:tagLst>
</file>

<file path=ppt/tags/tag565.xml><?xml version="1.0" encoding="utf-8"?>
<p:tagLst xmlns:a="http://schemas.openxmlformats.org/drawingml/2006/main" xmlns:r="http://schemas.openxmlformats.org/officeDocument/2006/relationships" xmlns:p="http://schemas.openxmlformats.org/presentationml/2006/main">
  <p:tag name="EMFCHILD" val="True"/>
  <p:tag name="ORIGINALHEIGHT" val="4.293876"/>
  <p:tag name="ORIGINALWIDTH" val="1.04545"/>
</p:tagLst>
</file>

<file path=ppt/tags/tag566.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567.xml><?xml version="1.0" encoding="utf-8"?>
<p:tagLst xmlns:a="http://schemas.openxmlformats.org/drawingml/2006/main" xmlns:r="http://schemas.openxmlformats.org/officeDocument/2006/relationships" xmlns:p="http://schemas.openxmlformats.org/presentationml/2006/main">
  <p:tag name="EMFCHILD" val="True"/>
  <p:tag name="ORIGINALHEIGHT" val="7.701094"/>
  <p:tag name="ORIGINALWIDTH" val="6.026289"/>
</p:tagLst>
</file>

<file path=ppt/tags/tag568.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569.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03499"/>
</p:tagLst>
</file>

<file path=ppt/tags/tag570.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00"/>
  <p:tag name="IGUANATEXSIZE" val="18"/>
  <p:tag name="LATEXADDIN" val="\documentclass{article}&#10;\usepackage{amsmath}&#10;\pagestyle{empty}&#10;\begin{document}&#10;&#10;&#10;$\text{H}_1: \mu &lt; \mu_0$&#10;\end{document}"/>
  <p:tag name="LATEXENGINEID" val="0"/>
  <p:tag name="LATEXFORMHEIGHT" val="320"/>
  <p:tag name="LATEXFORMWIDTH" val="385"/>
  <p:tag name="LATEXFORMWRAP" val="True"/>
  <p:tag name="ORIGINALHEIGHT" val="6.804462"/>
  <p:tag name="ORIGINALWIDTH" val="6.736394"/>
  <p:tag name="TEMPFOLDER" val="c:\temp\"/>
  <p:tag name="TRANSPARENCY" val="True"/>
</p:tagLst>
</file>

<file path=ppt/tags/tag571.xml><?xml version="1.0" encoding="utf-8"?>
<p:tagLst xmlns:a="http://schemas.openxmlformats.org/drawingml/2006/main" xmlns:r="http://schemas.openxmlformats.org/officeDocument/2006/relationships" xmlns:p="http://schemas.openxmlformats.org/presentationml/2006/main">
  <p:tag name="EMFCHILD" val="True"/>
  <p:tag name="ORIGINALHEIGHT" val="4.630621"/>
  <p:tag name="ORIGINALWIDTH" val="2.513079"/>
</p:tagLst>
</file>

<file path=ppt/tags/tag572.xml><?xml version="1.0" encoding="utf-8"?>
<p:tagLst xmlns:a="http://schemas.openxmlformats.org/drawingml/2006/main" xmlns:r="http://schemas.openxmlformats.org/officeDocument/2006/relationships" xmlns:p="http://schemas.openxmlformats.org/presentationml/2006/main">
  <p:tag name="EMFCHILD" val="True"/>
  <p:tag name="ORIGINALHEIGHT" val="4.293876"/>
  <p:tag name="ORIGINALWIDTH" val="1.04545"/>
</p:tagLst>
</file>

<file path=ppt/tags/tag573.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574.xml><?xml version="1.0" encoding="utf-8"?>
<p:tagLst xmlns:a="http://schemas.openxmlformats.org/drawingml/2006/main" xmlns:r="http://schemas.openxmlformats.org/officeDocument/2006/relationships" xmlns:p="http://schemas.openxmlformats.org/presentationml/2006/main">
  <p:tag name="EMFCHILD" val="True"/>
  <p:tag name="ORIGINALHEIGHT" val="5.778303"/>
  <p:tag name="ORIGINALWIDTH" val="6.026289"/>
</p:tagLst>
</file>

<file path=ppt/tags/tag575.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576.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03499"/>
</p:tagLst>
</file>

<file path=ppt/tags/tag577.xml><?xml version="1.0" encoding="utf-8"?>
<p:tagLst xmlns:a="http://schemas.openxmlformats.org/drawingml/2006/main" xmlns:r="http://schemas.openxmlformats.org/officeDocument/2006/relationships" xmlns:p="http://schemas.openxmlformats.org/presentationml/2006/main">
  <p:tag name="BITMAPVECTOR" val="1"/>
  <p:tag name="IGUANATEXCURSOR" val="103"/>
  <p:tag name="IGUANATEXSIZE" val="18"/>
  <p:tag name="IGUANATEXVERSION" val="161"/>
  <p:tag name="LATEXADDIN" val="\documentclass{article}&#10;\usepackage{amsmath}&#10;\pagestyle{empty}&#10;\begin{document}&#10;&#10;&#10;$\text{H}_1: \mu \neq \mu_0$&#10;\end{document}"/>
  <p:tag name="LATEXENGINEID" val="0"/>
  <p:tag name="LATEXFORMHEIGHT" val="320"/>
  <p:tag name="LATEXFORMWIDTH" val="385"/>
  <p:tag name="LATEXFORMWRAP" val="True"/>
  <p:tag name="ORIGINALHEIGHT" val="9.285171"/>
  <p:tag name="ORIGINALWIDTH" val="48.31451"/>
  <p:tag name="OUTPUTTYPE" val="SVG"/>
  <p:tag name="TEMPFOLDER" val="c:\temp\"/>
  <p:tag name="TRANSPARENCY" val="True"/>
</p:tagLst>
</file>

<file path=ppt/tags/tag578.xml><?xml version="1.0" encoding="utf-8"?>
<p:tagLst xmlns:a="http://schemas.openxmlformats.org/drawingml/2006/main" xmlns:r="http://schemas.openxmlformats.org/officeDocument/2006/relationships" xmlns:p="http://schemas.openxmlformats.org/presentationml/2006/main">
  <p:tag name="BITMAPVECTOR" val="1"/>
  <p:tag name="IGUANATEXCURSOR" val="100"/>
  <p:tag name="IGUANATEXSIZE" val="18"/>
  <p:tag name="IGUANATEXVERSION" val="161"/>
  <p:tag name="LATEXADDIN" val="\documentclass{article}&#10;\usepackage{amsmath}&#10;\pagestyle{empty}&#10;\begin{document}&#10;&#10;&#10;$\text{H}_0: \mu =\mu_0$&#10;\end{document}"/>
  <p:tag name="LATEXENGINEID" val="0"/>
  <p:tag name="LATEXFORMHEIGHT" val="320"/>
  <p:tag name="LATEXFORMWIDTH" val="385"/>
  <p:tag name="LATEXFORMWRAP" val="True"/>
  <p:tag name="ORIGINALHEIGHT" val="8.956344"/>
  <p:tag name="ORIGINALWIDTH" val="48.31451"/>
  <p:tag name="OUTPUTTYPE" val="SVG"/>
  <p:tag name="TEMPFOLDER" val="c:\temp\"/>
  <p:tag name="TRANSPARENCY" val="True"/>
</p:tagLst>
</file>

<file path=ppt/tags/tag579.xml><?xml version="1.0" encoding="utf-8"?>
<p:tagLst xmlns:a="http://schemas.openxmlformats.org/drawingml/2006/main" xmlns:r="http://schemas.openxmlformats.org/officeDocument/2006/relationships" xmlns:p="http://schemas.openxmlformats.org/presentationml/2006/main">
  <p:tag name="BITMAPVECTOR" val="1"/>
  <p:tag name="IGUANATEXCURSOR" val="89"/>
  <p:tag name="IGUANATEXSIZE" val="18"/>
  <p:tag name="IGUANATEXVERSION" val="161"/>
  <p:tag name="LATEXADDIN" val="\documentclass{article}&#10;\usepackage{amsmath}&#10;\pagestyle{empty}&#10;\begin{document}&#10;&#10;&#10;$|t| &gt; c$&#10;\end{document}"/>
  <p:tag name="LATEXENGINEID" val="0"/>
  <p:tag name="LATEXFORMHEIGHT" val="320"/>
  <p:tag name="LATEXFORMWIDTH" val="385"/>
  <p:tag name="LATEXFORMWRAP" val="True"/>
  <p:tag name="ORIGINALHEIGHT" val="9.713561"/>
  <p:tag name="ORIGINALWIDTH" val="25.51426"/>
  <p:tag name="OUTPUTTYPE" val="SVG"/>
  <p:tag name="TEMPFOLDER" val="c:\temp\"/>
  <p:tag name="TRANSPARENCY" val="True"/>
</p:tagLst>
</file>

<file path=ppt/tags/tag580.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89"/>
  <p:tag name="IGUANATEXSIZE" val="18"/>
  <p:tag name="LATEXADDIN" val="\documentclass{article}&#10;\usepackage{amsmath}&#10;\pagestyle{empty}&#10;\begin{document}&#10;&#10;&#10;$|t| &gt; c$&#10;\end{document}"/>
  <p:tag name="LATEXENGINEID" val="0"/>
  <p:tag name="LATEXFORMHEIGHT" val="320"/>
  <p:tag name="LATEXFORMWIDTH" val="385"/>
  <p:tag name="LATEXFORMWRAP" val="True"/>
  <p:tag name="ORIGINALHEIGHT" val="9.713561"/>
  <p:tag name="ORIGINALWIDTH" val="0.3984689"/>
  <p:tag name="TEMPFOLDER" val="c:\temp\"/>
  <p:tag name="TRANSPARENCY" val="True"/>
</p:tagLst>
</file>

<file path=ppt/tags/tag581.xml><?xml version="1.0" encoding="utf-8"?>
<p:tagLst xmlns:a="http://schemas.openxmlformats.org/drawingml/2006/main" xmlns:r="http://schemas.openxmlformats.org/officeDocument/2006/relationships" xmlns:p="http://schemas.openxmlformats.org/presentationml/2006/main">
  <p:tag name="EMFCHILD" val="True"/>
  <p:tag name="ORIGINALHEIGHT" val="6.187533"/>
  <p:tag name="ORIGINALWIDTH" val="3.058486"/>
</p:tagLst>
</file>

<file path=ppt/tags/tag582.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84689"/>
</p:tagLst>
</file>

<file path=ppt/tags/tag583.xml><?xml version="1.0" encoding="utf-8"?>
<p:tagLst xmlns:a="http://schemas.openxmlformats.org/drawingml/2006/main" xmlns:r="http://schemas.openxmlformats.org/officeDocument/2006/relationships" xmlns:p="http://schemas.openxmlformats.org/presentationml/2006/main">
  <p:tag name="EMFCHILD" val="True"/>
  <p:tag name="ORIGINALHEIGHT" val="5.633858"/>
  <p:tag name="ORIGINALWIDTH" val="6.087138"/>
</p:tagLst>
</file>

<file path=ppt/tags/tag584.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3.875459"/>
</p:tagLst>
</file>

<file path=ppt/tags/tag585.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00"/>
  <p:tag name="IGUANATEXSIZE" val="18"/>
  <p:tag name="LATEXADDIN" val="\documentclass{article}&#10;\usepackage{amsmath}&#10;\pagestyle{empty}&#10;\begin{document}&#10;&#10;&#10;$\text{H}_0: \mu =\mu_0$&#10;\end{document}"/>
  <p:tag name="LATEXENGINEID" val="0"/>
  <p:tag name="LATEXFORMHEIGHT" val="320"/>
  <p:tag name="LATEXFORMWIDTH" val="385"/>
  <p:tag name="LATEXFORMWRAP" val="True"/>
  <p:tag name="ORIGINALHEIGHT" val="6.804462"/>
  <p:tag name="ORIGINALWIDTH" val="6.736394"/>
  <p:tag name="TEMPFOLDER" val="c:\temp\"/>
  <p:tag name="TRANSPARENCY" val="True"/>
</p:tagLst>
</file>

<file path=ppt/tags/tag586.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03499"/>
</p:tagLst>
</file>

<file path=ppt/tags/tag587.xml><?xml version="1.0" encoding="utf-8"?>
<p:tagLst xmlns:a="http://schemas.openxmlformats.org/drawingml/2006/main" xmlns:r="http://schemas.openxmlformats.org/officeDocument/2006/relationships" xmlns:p="http://schemas.openxmlformats.org/presentationml/2006/main">
  <p:tag name="EMFCHILD" val="True"/>
  <p:tag name="ORIGINALHEIGHT" val="4.293876"/>
  <p:tag name="ORIGINALWIDTH" val="1.04545"/>
</p:tagLst>
</file>

<file path=ppt/tags/tag588.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589.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558879"/>
</p:tagLst>
</file>

<file path=ppt/tags/tag590.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591.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03499"/>
</p:tagLst>
</file>

<file path=ppt/tags/tag592.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03"/>
  <p:tag name="IGUANATEXSIZE" val="18"/>
  <p:tag name="LATEXADDIN" val="\documentclass{article}&#10;\usepackage{amsmath}&#10;\pagestyle{empty}&#10;\begin{document}&#10;&#10;&#10;$\text{H}_1: \mu \neq \mu_0$&#10;\end{document}"/>
  <p:tag name="LATEXENGINEID" val="0"/>
  <p:tag name="LATEXFORMHEIGHT" val="320"/>
  <p:tag name="LATEXFORMWIDTH" val="385"/>
  <p:tag name="LATEXFORMWRAP" val="True"/>
  <p:tag name="ORIGINALHEIGHT" val="6.804462"/>
  <p:tag name="ORIGINALWIDTH" val="6.736394"/>
  <p:tag name="TEMPFOLDER" val="c:\temp\"/>
  <p:tag name="TRANSPARENCY" val="True"/>
</p:tagLst>
</file>

<file path=ppt/tags/tag593.xml><?xml version="1.0" encoding="utf-8"?>
<p:tagLst xmlns:a="http://schemas.openxmlformats.org/drawingml/2006/main" xmlns:r="http://schemas.openxmlformats.org/officeDocument/2006/relationships" xmlns:p="http://schemas.openxmlformats.org/presentationml/2006/main">
  <p:tag name="EMFCHILD" val="True"/>
  <p:tag name="ORIGINALHEIGHT" val="4.630621"/>
  <p:tag name="ORIGINALWIDTH" val="2.513079"/>
</p:tagLst>
</file>

<file path=ppt/tags/tag594.xml><?xml version="1.0" encoding="utf-8"?>
<p:tagLst xmlns:a="http://schemas.openxmlformats.org/drawingml/2006/main" xmlns:r="http://schemas.openxmlformats.org/officeDocument/2006/relationships" xmlns:p="http://schemas.openxmlformats.org/presentationml/2006/main">
  <p:tag name="EMFCHILD" val="True"/>
  <p:tag name="ORIGINALHEIGHT" val="4.293876"/>
  <p:tag name="ORIGINALWIDTH" val="1.04545"/>
</p:tagLst>
</file>

<file path=ppt/tags/tag595.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596.xml><?xml version="1.0" encoding="utf-8"?>
<p:tagLst xmlns:a="http://schemas.openxmlformats.org/drawingml/2006/main" xmlns:r="http://schemas.openxmlformats.org/officeDocument/2006/relationships" xmlns:p="http://schemas.openxmlformats.org/presentationml/2006/main">
  <p:tag name="EMFCHILD" val="True"/>
  <p:tag name="ORIGINALHEIGHT" val="9.285171"/>
  <p:tag name="ORIGINALWIDTH" val="4.921608"/>
</p:tagLst>
</file>

<file path=ppt/tags/tag597.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558879"/>
</p:tagLst>
</file>

<file path=ppt/tags/tag598.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45712"/>
</p:tagLst>
</file>

<file path=ppt/tags/tag599.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03499"/>
</p:tagLst>
</file>

<file path=ppt/tags/tag600.xml><?xml version="1.0" encoding="utf-8"?>
<p:tagLst xmlns:a="http://schemas.openxmlformats.org/drawingml/2006/main" xmlns:r="http://schemas.openxmlformats.org/officeDocument/2006/relationships" xmlns:p="http://schemas.openxmlformats.org/presentationml/2006/main">
  <p:tag name="BITMAPVECTOR" val="1"/>
  <p:tag name="IGUANATEXCURSOR" val="100"/>
  <p:tag name="IGUANATEXSIZE" val="18"/>
  <p:tag name="IGUANATEXVERSION" val="161"/>
  <p:tag name="LATEXADDIN" val="\documentclass{article}&#10;\usepackage{amsmath}&#10;\pagestyle{empty}&#10;\begin{document}&#10;&#10;&#10;$\text{H}_0: \mu =0$&#10;\end{document}"/>
  <p:tag name="LATEXENGINEID" val="0"/>
  <p:tag name="LATEXFORMHEIGHT" val="320"/>
  <p:tag name="LATEXFORMWIDTH" val="385"/>
  <p:tag name="LATEXFORMWRAP" val="True"/>
  <p:tag name="ORIGINALHEIGHT" val="8.956344"/>
  <p:tag name="ORIGINALWIDTH" val="43.05415"/>
  <p:tag name="OUTPUTTYPE" val="SVG"/>
  <p:tag name="TEMPFOLDER" val="c:\temp\"/>
  <p:tag name="TRANSPARENCY" val="True"/>
</p:tagLst>
</file>

<file path=ppt/tags/tag601.xml><?xml version="1.0" encoding="utf-8"?>
<p:tagLst xmlns:a="http://schemas.openxmlformats.org/drawingml/2006/main" xmlns:r="http://schemas.openxmlformats.org/officeDocument/2006/relationships" xmlns:p="http://schemas.openxmlformats.org/presentationml/2006/main">
  <p:tag name="BITMAPVECTOR" val="1"/>
  <p:tag name="IGUANATEXCURSOR" val="84"/>
  <p:tag name="IGUANATEXSIZE" val="18"/>
  <p:tag name="IGUANATEXVERSION" val="161"/>
  <p:tag name="LATEXADDIN" val="\documentclass{article}&#10;\usepackage{amsmath}&#10;\pagestyle{empty}&#10;\begin{document}&#10;&#10;&#10;$ \text{Normal} (\mu, \sigma^2)$&#10;&#10;\end{document}"/>
  <p:tag name="LATEXENGINEID" val="0"/>
  <p:tag name="LATEXFORMHEIGHT" val="320"/>
  <p:tag name="LATEXFORMWIDTH" val="385"/>
  <p:tag name="LATEXFORMWRAP" val="True"/>
  <p:tag name="ORIGINALHEIGHT" val="10.24856"/>
  <p:tag name="ORIGINALWIDTH" val="59.53653"/>
  <p:tag name="OUTPUTTYPE" val="SVG"/>
  <p:tag name="TEMPFOLDER" val="c:\temp\"/>
  <p:tag name="TRANSPARENCY" val="True"/>
</p:tagLst>
</file>

<file path=ppt/tags/tag602.xml><?xml version="1.0" encoding="utf-8"?>
<p:tagLst xmlns:a="http://schemas.openxmlformats.org/drawingml/2006/main" xmlns:r="http://schemas.openxmlformats.org/officeDocument/2006/relationships" xmlns:p="http://schemas.openxmlformats.org/presentationml/2006/main">
  <p:tag name="BITMAPVECTOR" val="1"/>
  <p:tag name="IGUANATEXCURSOR" val="111"/>
  <p:tag name="IGUANATEXSIZE" val="18"/>
  <p:tag name="IGUANATEXVERSION" val="161"/>
  <p:tag name="LATEXADDIN" val="\documentclass{article}&#10;\usepackage{amsmath}&#10;\pagestyle{empty}&#10;\begin{document}&#10;&#10;&#10;$T = \frac{\sqrt{n}\bar{Y}}{S} $&#10;\end{document}"/>
  <p:tag name="LATEXENGINEID" val="0"/>
  <p:tag name="LATEXFORMHEIGHT" val="320"/>
  <p:tag name="LATEXFORMWIDTH" val="385"/>
  <p:tag name="LATEXFORMWRAP" val="True"/>
  <p:tag name="ORIGINALHEIGHT" val="14.42633"/>
  <p:tag name="ORIGINALWIDTH" val="39.06849"/>
  <p:tag name="OUTPUTTYPE" val="SVG"/>
  <p:tag name="TEMPFOLDER" val="c:\temp\"/>
  <p:tag name="TRANSPARENCY" val="True"/>
</p:tagLst>
</file>

<file path=ppt/tags/tag603.xml><?xml version="1.0" encoding="utf-8"?>
<p:tagLst xmlns:a="http://schemas.openxmlformats.org/drawingml/2006/main" xmlns:r="http://schemas.openxmlformats.org/officeDocument/2006/relationships" xmlns:p="http://schemas.openxmlformats.org/presentationml/2006/main">
  <p:tag name="BITMAPVECTOR" val="1"/>
  <p:tag name="IGUANATEXCURSOR" val="87"/>
  <p:tag name="IGUANATEXSIZE" val="18"/>
  <p:tag name="IGUANATEXVERSION" val="161"/>
  <p:tag name="LATEXADDIN" val="\documentclass{article}&#10;\usepackage{amsmath}&#10;\pagestyle{empty}&#10;\begin{document}&#10;&#10;&#10;$ t = 1.52$&#10;\end{document}"/>
  <p:tag name="LATEXENGINEID" val="0"/>
  <p:tag name="LATEXFORMHEIGHT" val="320"/>
  <p:tag name="LATEXFORMWIDTH" val="385"/>
  <p:tag name="LATEXFORMWRAP" val="True"/>
  <p:tag name="ORIGINALHEIGHT" val="7.711067"/>
  <p:tag name="ORIGINALWIDTH" val="33.37152"/>
  <p:tag name="OUTPUTTYPE" val="SVG"/>
  <p:tag name="TEMPFOLDER" val="c:\temp\"/>
  <p:tag name="TRANSPARENCY" val="True"/>
</p:tagLst>
</file>

<file path=ppt/tags/tag604.xml><?xml version="1.0" encoding="utf-8"?>
<p:tagLst xmlns:a="http://schemas.openxmlformats.org/drawingml/2006/main" xmlns:r="http://schemas.openxmlformats.org/officeDocument/2006/relationships" xmlns:p="http://schemas.openxmlformats.org/presentationml/2006/main">
  <p:tag name="BITMAPVECTOR" val="1"/>
  <p:tag name="IGUANATEXCURSOR" val="124"/>
  <p:tag name="IGUANATEXSIZE" val="18"/>
  <p:tag name="IGUANATEXVERSION" val="161"/>
  <p:tag name="LATEXADDIN" val="\documentclass{article}&#10;\usepackage{amsmath}&#10;\pagestyle{empty}&#10;\begin{document}&#10;&#10;&#10;$p-value = \text{P}(T &gt; 1.52 | \text{H}_0) $&#10;\end{document}"/>
  <p:tag name="LATEXENGINEID" val="0"/>
  <p:tag name="LATEXFORMHEIGHT" val="320"/>
  <p:tag name="LATEXFORMWIDTH" val="385"/>
  <p:tag name="LATEXFORMWRAP" val="True"/>
  <p:tag name="ORIGINALHEIGHT" val="9.713561"/>
  <p:tag name="ORIGINALWIDTH" val="120.7009"/>
  <p:tag name="OUTPUTTYPE" val="SVG"/>
  <p:tag name="TEMPFOLDER" val="c:\temp\"/>
  <p:tag name="TRANSPARENCY" val="True"/>
</p:tagLst>
</file>

<file path=ppt/tags/tag605.xml><?xml version="1.0" encoding="utf-8"?>
<p:tagLst xmlns:a="http://schemas.openxmlformats.org/drawingml/2006/main" xmlns:r="http://schemas.openxmlformats.org/officeDocument/2006/relationships" xmlns:p="http://schemas.openxmlformats.org/presentationml/2006/main">
  <p:tag name="BITMAPVECTOR" val="1"/>
  <p:tag name="IGUANATEXCURSOR" val="115"/>
  <p:tag name="IGUANATEXSIZE" val="18"/>
  <p:tag name="IGUANATEXVERSION" val="161"/>
  <p:tag name="LATEXADDIN" val="\documentclass{article}&#10;\usepackage{amsmath}&#10;\pagestyle{empty}&#10;\begin{document}&#10;&#10;&#10;$p-value = 1 - \Phi(1.52) = 0.065 $&#10;\end{document}"/>
  <p:tag name="LATEXENGINEID" val="0"/>
  <p:tag name="LATEXFORMHEIGHT" val="320"/>
  <p:tag name="LATEXFORMWIDTH" val="385"/>
  <p:tag name="LATEXFORMWRAP" val="True"/>
  <p:tag name="ORIGINALHEIGHT" val="9.713561"/>
  <p:tag name="ORIGINALWIDTH" val="140.286"/>
  <p:tag name="OUTPUTTYPE" val="SVG"/>
  <p:tag name="TEMPFOLDER" val="c:\temp\"/>
  <p:tag name="TRANSPARENCY" val="True"/>
</p:tagLst>
</file>

<file path=ppt/tags/tag606.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5"/>
  <p:tag name="IGUANATEXSIZE" val="18"/>
  <p:tag name="LATEXADDIN" val="\documentclass{article}&#10;\usepackage{amsmath}&#10;\pagestyle{empty}&#10;\begin{document}&#10;&#10;&#10;$p-value = 1 - \Phi(1.52) = 0.065 $&#10;\end{document}"/>
  <p:tag name="LATEXENGINEID" val="0"/>
  <p:tag name="LATEXFORMHEIGHT" val="320"/>
  <p:tag name="LATEXFORMWIDTH" val="385"/>
  <p:tag name="LATEXFORMWRAP" val="True"/>
  <p:tag name="ORIGINALHEIGHT" val="6.177822"/>
  <p:tag name="ORIGINALWIDTH" val="5.209779"/>
  <p:tag name="TEMPFOLDER" val="c:\temp\"/>
  <p:tag name="TRANSPARENCY" val="True"/>
</p:tagLst>
</file>

<file path=ppt/tags/tag607.xml><?xml version="1.0" encoding="utf-8"?>
<p:tagLst xmlns:a="http://schemas.openxmlformats.org/drawingml/2006/main" xmlns:r="http://schemas.openxmlformats.org/officeDocument/2006/relationships" xmlns:p="http://schemas.openxmlformats.org/presentationml/2006/main">
  <p:tag name="EMFCHILD" val="True"/>
  <p:tag name="ORIGINALHEIGHT" val="0.388535"/>
  <p:tag name="ORIGINALWIDTH" val="6.09804"/>
</p:tagLst>
</file>

<file path=ppt/tags/tag608.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4.381393"/>
</p:tagLst>
</file>

<file path=ppt/tags/tag609.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4.571027"/>
</p:tagLst>
</file>

<file path=ppt/tags/tag610.xml><?xml version="1.0" encoding="utf-8"?>
<p:tagLst xmlns:a="http://schemas.openxmlformats.org/drawingml/2006/main" xmlns:r="http://schemas.openxmlformats.org/officeDocument/2006/relationships" xmlns:p="http://schemas.openxmlformats.org/presentationml/2006/main">
  <p:tag name="EMFCHILD" val="True"/>
  <p:tag name="ORIGINALHEIGHT" val="6.848055"/>
  <p:tag name="ORIGINALWIDTH" val="2.135808"/>
</p:tagLst>
</file>

<file path=ppt/tags/tag611.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5.129921"/>
</p:tagLst>
</file>

<file path=ppt/tags/tag612.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3.832472"/>
</p:tagLst>
</file>

<file path=ppt/tags/tag613.xml><?xml version="1.0" encoding="utf-8"?>
<p:tagLst xmlns:a="http://schemas.openxmlformats.org/drawingml/2006/main" xmlns:r="http://schemas.openxmlformats.org/officeDocument/2006/relationships" xmlns:p="http://schemas.openxmlformats.org/presentationml/2006/main">
  <p:tag name="EMFCHILD" val="True"/>
  <p:tag name="ORIGINALHEIGHT" val="2.272973"/>
  <p:tag name="ORIGINALWIDTH" val="6.63695"/>
</p:tagLst>
</file>

<file path=ppt/tags/tag614.xml><?xml version="1.0" encoding="utf-8"?>
<p:tagLst xmlns:a="http://schemas.openxmlformats.org/drawingml/2006/main" xmlns:r="http://schemas.openxmlformats.org/officeDocument/2006/relationships" xmlns:p="http://schemas.openxmlformats.org/presentationml/2006/main">
  <p:tag name="EMFCHILD" val="True"/>
  <p:tag name="ORIGINALHEIGHT" val="6.469233"/>
  <p:tag name="ORIGINALWIDTH" val="3.293525"/>
</p:tagLst>
</file>

<file path=ppt/tags/tag615.xml><?xml version="1.0" encoding="utf-8"?>
<p:tagLst xmlns:a="http://schemas.openxmlformats.org/drawingml/2006/main" xmlns:r="http://schemas.openxmlformats.org/officeDocument/2006/relationships" xmlns:p="http://schemas.openxmlformats.org/presentationml/2006/main">
  <p:tag name="EMFCHILD" val="True"/>
  <p:tag name="ORIGINALHEIGHT" val="0.388535"/>
  <p:tag name="ORIGINALWIDTH" val="6.09804"/>
</p:tagLst>
</file>

<file path=ppt/tags/tag616.xml><?xml version="1.0" encoding="utf-8"?>
<p:tagLst xmlns:a="http://schemas.openxmlformats.org/drawingml/2006/main" xmlns:r="http://schemas.openxmlformats.org/officeDocument/2006/relationships" xmlns:p="http://schemas.openxmlformats.org/presentationml/2006/main">
  <p:tag name="EMFCHILD" val="True"/>
  <p:tag name="ORIGINALHEIGHT" val="6.634344"/>
  <p:tag name="ORIGINALWIDTH" val="6.078057"/>
</p:tagLst>
</file>

<file path=ppt/tags/tag617.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15433"/>
</p:tagLst>
</file>

<file path=ppt/tags/tag618.xml><?xml version="1.0" encoding="utf-8"?>
<p:tagLst xmlns:a="http://schemas.openxmlformats.org/drawingml/2006/main" xmlns:r="http://schemas.openxmlformats.org/officeDocument/2006/relationships" xmlns:p="http://schemas.openxmlformats.org/presentationml/2006/main">
  <p:tag name="EMFCHILD" val="True"/>
  <p:tag name="ORIGINALHEIGHT" val="6.469233"/>
  <p:tag name="ORIGINALWIDTH" val="3.293525"/>
</p:tagLst>
</file>

<file path=ppt/tags/tag619.xml><?xml version="1.0" encoding="utf-8"?>
<p:tagLst xmlns:a="http://schemas.openxmlformats.org/drawingml/2006/main" xmlns:r="http://schemas.openxmlformats.org/officeDocument/2006/relationships" xmlns:p="http://schemas.openxmlformats.org/presentationml/2006/main">
  <p:tag name="EMFCHILD" val="True"/>
  <p:tag name="ORIGINALHEIGHT" val="1.029631"/>
  <p:tag name="ORIGINALWIDTH" val="1.057912"/>
</p:tagLst>
</file>

<file path=ppt/tags/tag620.xml><?xml version="1.0" encoding="utf-8"?>
<p:tagLst xmlns:a="http://schemas.openxmlformats.org/drawingml/2006/main" xmlns:r="http://schemas.openxmlformats.org/officeDocument/2006/relationships" xmlns:p="http://schemas.openxmlformats.org/presentationml/2006/main">
  <p:tag name="EMFCHILD" val="True"/>
  <p:tag name="ORIGINALHEIGHT" val="6.682906"/>
  <p:tag name="ORIGINALWIDTH" val="3.982178"/>
</p:tagLst>
</file>

<file path=ppt/tags/tag621.xml><?xml version="1.0" encoding="utf-8"?>
<p:tagLst xmlns:a="http://schemas.openxmlformats.org/drawingml/2006/main" xmlns:r="http://schemas.openxmlformats.org/officeDocument/2006/relationships" xmlns:p="http://schemas.openxmlformats.org/presentationml/2006/main">
  <p:tag name="EMFCHILD" val="True"/>
  <p:tag name="ORIGINALHEIGHT" val="6.469233"/>
  <p:tag name="ORIGINALWIDTH" val="3.982178"/>
</p:tagLst>
</file>

<file path=ppt/tags/tag622.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15433"/>
</p:tagLst>
</file>

<file path=ppt/tags/tag623.xml><?xml version="1.0" encoding="utf-8"?>
<p:tagLst xmlns:a="http://schemas.openxmlformats.org/drawingml/2006/main" xmlns:r="http://schemas.openxmlformats.org/officeDocument/2006/relationships" xmlns:p="http://schemas.openxmlformats.org/presentationml/2006/main">
  <p:tag name="EMFCHILD" val="True"/>
  <p:tag name="ORIGINALHEIGHT" val="2.272973"/>
  <p:tag name="ORIGINALWIDTH" val="6.63695"/>
</p:tagLst>
</file>

<file path=ppt/tags/tag624.xml><?xml version="1.0" encoding="utf-8"?>
<p:tagLst xmlns:a="http://schemas.openxmlformats.org/drawingml/2006/main" xmlns:r="http://schemas.openxmlformats.org/officeDocument/2006/relationships" xmlns:p="http://schemas.openxmlformats.org/presentationml/2006/main">
  <p:tag name="EMFCHILD" val="True"/>
  <p:tag name="ORIGINALHEIGHT" val="6.682906"/>
  <p:tag name="ORIGINALWIDTH" val="4.201731"/>
</p:tagLst>
</file>

<file path=ppt/tags/tag625.xml><?xml version="1.0" encoding="utf-8"?>
<p:tagLst xmlns:a="http://schemas.openxmlformats.org/drawingml/2006/main" xmlns:r="http://schemas.openxmlformats.org/officeDocument/2006/relationships" xmlns:p="http://schemas.openxmlformats.org/presentationml/2006/main">
  <p:tag name="EMFCHILD" val="True"/>
  <p:tag name="ORIGINALHEIGHT" val="1.029631"/>
  <p:tag name="ORIGINALWIDTH" val="1.057912"/>
</p:tagLst>
</file>

<file path=ppt/tags/tag626.xml><?xml version="1.0" encoding="utf-8"?>
<p:tagLst xmlns:a="http://schemas.openxmlformats.org/drawingml/2006/main" xmlns:r="http://schemas.openxmlformats.org/officeDocument/2006/relationships" xmlns:p="http://schemas.openxmlformats.org/presentationml/2006/main">
  <p:tag name="EMFCHILD" val="True"/>
  <p:tag name="ORIGINALHEIGHT" val="6.682906"/>
  <p:tag name="ORIGINALWIDTH" val="4.201731"/>
</p:tagLst>
</file>

<file path=ppt/tags/tag627.xml><?xml version="1.0" encoding="utf-8"?>
<p:tagLst xmlns:a="http://schemas.openxmlformats.org/drawingml/2006/main" xmlns:r="http://schemas.openxmlformats.org/officeDocument/2006/relationships" xmlns:p="http://schemas.openxmlformats.org/presentationml/2006/main">
  <p:tag name="EMFCHILD" val="True"/>
  <p:tag name="ORIGINALHEIGHT" val="6.682906"/>
  <p:tag name="ORIGINALWIDTH" val="4.141857"/>
</p:tagLst>
</file>

<file path=ppt/tags/tag628.xml><?xml version="1.0" encoding="utf-8"?>
<p:tagLst xmlns:a="http://schemas.openxmlformats.org/drawingml/2006/main" xmlns:r="http://schemas.openxmlformats.org/officeDocument/2006/relationships" xmlns:p="http://schemas.openxmlformats.org/presentationml/2006/main">
  <p:tag name="EMFCHILD" val="True"/>
  <p:tag name="ORIGINALHEIGHT" val="6.682906"/>
  <p:tag name="ORIGINALWIDTH" val="3.982178"/>
</p:tagLst>
</file>

<file path=ppt/tags/tag629.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24"/>
  <p:tag name="IGUANATEXSIZE" val="18"/>
  <p:tag name="LATEXADDIN" val="\documentclass{article}&#10;\usepackage{amsmath}&#10;\pagestyle{empty}&#10;\begin{document}&#10;&#10;&#10;$p-value = \text{P}(T &gt; 1.52 | \text{H}_0) $&#10;\end{document}"/>
  <p:tag name="LATEXENGINEID" val="0"/>
  <p:tag name="LATEXFORMHEIGHT" val="320"/>
  <p:tag name="LATEXFORMWIDTH" val="385"/>
  <p:tag name="LATEXFORMWRAP" val="True"/>
  <p:tag name="ORIGINALHEIGHT" val="6.177822"/>
  <p:tag name="ORIGINALWIDTH" val="5.179154"/>
  <p:tag name="TEMPFOLDER" val="c:\temp\"/>
  <p:tag name="TRANSPARENCY" val="True"/>
</p:tagLst>
</file>

<file path=ppt/tags/tag630.xml><?xml version="1.0" encoding="utf-8"?>
<p:tagLst xmlns:a="http://schemas.openxmlformats.org/drawingml/2006/main" xmlns:r="http://schemas.openxmlformats.org/officeDocument/2006/relationships" xmlns:p="http://schemas.openxmlformats.org/presentationml/2006/main">
  <p:tag name="EMFCHILD" val="True"/>
  <p:tag name="ORIGINALHEIGHT" val="0.388535"/>
  <p:tag name="ORIGINALWIDTH" val="6.062205"/>
</p:tagLst>
</file>

<file path=ppt/tags/tag631.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4.355642"/>
</p:tagLst>
</file>

<file path=ppt/tags/tag632.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4.54416"/>
</p:tagLst>
</file>

<file path=ppt/tags/tag633.xml><?xml version="1.0" encoding="utf-8"?>
<p:tagLst xmlns:a="http://schemas.openxmlformats.org/drawingml/2006/main" xmlns:r="http://schemas.openxmlformats.org/officeDocument/2006/relationships" xmlns:p="http://schemas.openxmlformats.org/presentationml/2006/main">
  <p:tag name="EMFCHILD" val="True"/>
  <p:tag name="ORIGINALHEIGHT" val="6.848055"/>
  <p:tag name="ORIGINALWIDTH" val="2.12323"/>
</p:tagLst>
</file>

<file path=ppt/tags/tag634.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5.09978"/>
</p:tagLst>
</file>

<file path=ppt/tags/tag635.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3.809959"/>
</p:tagLst>
</file>

<file path=ppt/tags/tag636.xml><?xml version="1.0" encoding="utf-8"?>
<p:tagLst xmlns:a="http://schemas.openxmlformats.org/drawingml/2006/main" xmlns:r="http://schemas.openxmlformats.org/officeDocument/2006/relationships" xmlns:p="http://schemas.openxmlformats.org/presentationml/2006/main">
  <p:tag name="EMFCHILD" val="True"/>
  <p:tag name="ORIGINALHEIGHT" val="2.272973"/>
  <p:tag name="ORIGINALWIDTH" val="6.59799"/>
</p:tagLst>
</file>

<file path=ppt/tags/tag637.xml><?xml version="1.0" encoding="utf-8"?>
<p:tagLst xmlns:a="http://schemas.openxmlformats.org/drawingml/2006/main" xmlns:r="http://schemas.openxmlformats.org/officeDocument/2006/relationships" xmlns:p="http://schemas.openxmlformats.org/presentationml/2006/main">
  <p:tag name="EMFCHILD" val="True"/>
  <p:tag name="ORIGINALHEIGHT" val="6.634344"/>
  <p:tag name="ORIGINALWIDTH" val="5.843917"/>
</p:tagLst>
</file>

<file path=ppt/tags/tag638.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185"/>
</p:tagLst>
</file>

<file path=ppt/tags/tag639.xml><?xml version="1.0" encoding="utf-8"?>
<p:tagLst xmlns:a="http://schemas.openxmlformats.org/drawingml/2006/main" xmlns:r="http://schemas.openxmlformats.org/officeDocument/2006/relationships" xmlns:p="http://schemas.openxmlformats.org/presentationml/2006/main">
  <p:tag name="EMFCHILD" val="True"/>
  <p:tag name="ORIGINALHEIGHT" val="6.576069"/>
  <p:tag name="ORIGINALWIDTH" val="6.746802"/>
</p:tagLst>
</file>

<file path=ppt/tags/tag640.xml><?xml version="1.0" encoding="utf-8"?>
<p:tagLst xmlns:a="http://schemas.openxmlformats.org/drawingml/2006/main" xmlns:r="http://schemas.openxmlformats.org/officeDocument/2006/relationships" xmlns:p="http://schemas.openxmlformats.org/presentationml/2006/main">
  <p:tag name="EMFCHILD" val="True"/>
  <p:tag name="ORIGINALHEIGHT" val="5.633851"/>
  <p:tag name="ORIGINALWIDTH" val="6.062205"/>
</p:tagLst>
</file>

<file path=ppt/tags/tag641.xml><?xml version="1.0" encoding="utf-8"?>
<p:tagLst xmlns:a="http://schemas.openxmlformats.org/drawingml/2006/main" xmlns:r="http://schemas.openxmlformats.org/officeDocument/2006/relationships" xmlns:p="http://schemas.openxmlformats.org/presentationml/2006/main">
  <p:tag name="EMFCHILD" val="True"/>
  <p:tag name="ORIGINALHEIGHT" val="6.469233"/>
  <p:tag name="ORIGINALWIDTH" val="3.274174"/>
</p:tagLst>
</file>

<file path=ppt/tags/tag642.xml><?xml version="1.0" encoding="utf-8"?>
<p:tagLst xmlns:a="http://schemas.openxmlformats.org/drawingml/2006/main" xmlns:r="http://schemas.openxmlformats.org/officeDocument/2006/relationships" xmlns:p="http://schemas.openxmlformats.org/presentationml/2006/main">
  <p:tag name="EMFCHILD" val="True"/>
  <p:tag name="ORIGINALHEIGHT" val="1.029631"/>
  <p:tag name="ORIGINALWIDTH" val="1.051698"/>
</p:tagLst>
</file>

<file path=ppt/tags/tag643.xml><?xml version="1.0" encoding="utf-8"?>
<p:tagLst xmlns:a="http://schemas.openxmlformats.org/drawingml/2006/main" xmlns:r="http://schemas.openxmlformats.org/officeDocument/2006/relationships" xmlns:p="http://schemas.openxmlformats.org/presentationml/2006/main">
  <p:tag name="EMFCHILD" val="True"/>
  <p:tag name="ORIGINALHEIGHT" val="6.682906"/>
  <p:tag name="ORIGINALWIDTH" val="3.958772"/>
</p:tagLst>
</file>

<file path=ppt/tags/tag644.xml><?xml version="1.0" encoding="utf-8"?>
<p:tagLst xmlns:a="http://schemas.openxmlformats.org/drawingml/2006/main" xmlns:r="http://schemas.openxmlformats.org/officeDocument/2006/relationships" xmlns:p="http://schemas.openxmlformats.org/presentationml/2006/main">
  <p:tag name="EMFCHILD" val="True"/>
  <p:tag name="ORIGINALHEIGHT" val="6.469233"/>
  <p:tag name="ORIGINALWIDTH" val="3.958772"/>
</p:tagLst>
</file>

<file path=ppt/tags/tag645.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68707"/>
</p:tagLst>
</file>

<file path=ppt/tags/tag646.xml><?xml version="1.0" encoding="utf-8"?>
<p:tagLst xmlns:a="http://schemas.openxmlformats.org/drawingml/2006/main" xmlns:r="http://schemas.openxmlformats.org/officeDocument/2006/relationships" xmlns:p="http://schemas.openxmlformats.org/presentationml/2006/main">
  <p:tag name="EMFCHILD" val="True"/>
  <p:tag name="ORIGINALHEIGHT" val="6.634344"/>
  <p:tag name="ORIGINALWIDTH" val="6.776572"/>
</p:tagLst>
</file>

<file path=ppt/tags/tag647.xml><?xml version="1.0" encoding="utf-8"?>
<p:tagLst xmlns:a="http://schemas.openxmlformats.org/drawingml/2006/main" xmlns:r="http://schemas.openxmlformats.org/officeDocument/2006/relationships" xmlns:p="http://schemas.openxmlformats.org/presentationml/2006/main">
  <p:tag name="EMFCHILD" val="True"/>
  <p:tag name="ORIGINALHEIGHT" val="4.650847"/>
  <p:tag name="ORIGINALWIDTH" val="3.222598"/>
</p:tagLst>
</file>

<file path=ppt/tags/tag648.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185"/>
</p:tagLst>
</file>

<file path=ppt/tags/tag649.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87"/>
  <p:tag name="IGUANATEXSIZE" val="18"/>
  <p:tag name="LATEXADDIN" val="\documentclass{article}&#10;\usepackage{amsmath}&#10;\pagestyle{empty}&#10;\begin{document}&#10;&#10;&#10;$ t = 1.52$&#10;\end{document}"/>
  <p:tag name="LATEXENGINEID" val="0"/>
  <p:tag name="LATEXFORMHEIGHT" val="320"/>
  <p:tag name="LATEXFORMWIDTH" val="385"/>
  <p:tag name="LATEXFORMWRAP" val="True"/>
  <p:tag name="ORIGINALHEIGHT" val="7.139458"/>
  <p:tag name="ORIGINALWIDTH" val="3.014829"/>
  <p:tag name="TEMPFOLDER" val="c:\temp\"/>
  <p:tag name="TRANSPARENCY" val="True"/>
</p:tagLst>
</file>

<file path=ppt/tags/tag650.xml><?xml version="1.0" encoding="utf-8"?>
<p:tagLst xmlns:a="http://schemas.openxmlformats.org/drawingml/2006/main" xmlns:r="http://schemas.openxmlformats.org/officeDocument/2006/relationships" xmlns:p="http://schemas.openxmlformats.org/presentationml/2006/main">
  <p:tag name="EMFCHILD" val="True"/>
  <p:tag name="ORIGINALHEIGHT" val="2.62266"/>
  <p:tag name="ORIGINALWIDTH" val="6.53049"/>
</p:tagLst>
</file>

<file path=ppt/tags/tag651.xml><?xml version="1.0" encoding="utf-8"?>
<p:tagLst xmlns:a="http://schemas.openxmlformats.org/drawingml/2006/main" xmlns:r="http://schemas.openxmlformats.org/officeDocument/2006/relationships" xmlns:p="http://schemas.openxmlformats.org/presentationml/2006/main">
  <p:tag name="EMFCHILD" val="True"/>
  <p:tag name="ORIGINALHEIGHT" val="7.464479"/>
  <p:tag name="ORIGINALWIDTH" val="3.240682"/>
</p:tagLst>
</file>

<file path=ppt/tags/tag652.xml><?xml version="1.0" encoding="utf-8"?>
<p:tagLst xmlns:a="http://schemas.openxmlformats.org/drawingml/2006/main" xmlns:r="http://schemas.openxmlformats.org/officeDocument/2006/relationships" xmlns:p="http://schemas.openxmlformats.org/presentationml/2006/main">
  <p:tag name="EMFCHILD" val="True"/>
  <p:tag name="ORIGINALHEIGHT" val="1.188014"/>
  <p:tag name="ORIGINALWIDTH" val="1.040945"/>
</p:tagLst>
</file>

<file path=ppt/tags/tag653.xml><?xml version="1.0" encoding="utf-8"?>
<p:tagLst xmlns:a="http://schemas.openxmlformats.org/drawingml/2006/main" xmlns:r="http://schemas.openxmlformats.org/officeDocument/2006/relationships" xmlns:p="http://schemas.openxmlformats.org/presentationml/2006/main">
  <p:tag name="EMFCHILD" val="True"/>
  <p:tag name="ORIGINALHEIGHT" val="7.711067"/>
  <p:tag name="ORIGINALWIDTH" val="3.918285"/>
</p:tagLst>
</file>

<file path=ppt/tags/tag654.xml><?xml version="1.0" encoding="utf-8"?>
<p:tagLst xmlns:a="http://schemas.openxmlformats.org/drawingml/2006/main" xmlns:r="http://schemas.openxmlformats.org/officeDocument/2006/relationships" xmlns:p="http://schemas.openxmlformats.org/presentationml/2006/main">
  <p:tag name="EMFCHILD" val="True"/>
  <p:tag name="ORIGINALHEIGHT" val="7.464479"/>
  <p:tag name="ORIGINALWIDTH" val="3.918285"/>
</p:tagLst>
</file>

<file path=ppt/tags/tag655.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1"/>
  <p:tag name="IGUANATEXSIZE" val="18"/>
  <p:tag name="LATEXADDIN" val="\documentclass{article}&#10;\usepackage{amsmath}&#10;\pagestyle{empty}&#10;\begin{document}&#10;&#10;&#10;$T = \frac{\sqrt{n}\bar{Y}}{S} $&#10;\end{document}"/>
  <p:tag name="LATEXENGINEID" val="0"/>
  <p:tag name="LATEXFORMHEIGHT" val="320"/>
  <p:tag name="LATEXFORMWIDTH" val="385"/>
  <p:tag name="LATEXFORMWRAP" val="True"/>
  <p:tag name="ORIGINALHEIGHT" val="6.865123"/>
  <p:tag name="ORIGINALWIDTH" val="6.732242"/>
  <p:tag name="TEMPFOLDER" val="c:\temp\"/>
  <p:tag name="TRANSPARENCY" val="True"/>
</p:tagLst>
</file>

<file path=ppt/tags/tag656.xml><?xml version="1.0" encoding="utf-8"?>
<p:tagLst xmlns:a="http://schemas.openxmlformats.org/drawingml/2006/main" xmlns:r="http://schemas.openxmlformats.org/officeDocument/2006/relationships" xmlns:p="http://schemas.openxmlformats.org/presentationml/2006/main">
  <p:tag name="EMFCHILD" val="True"/>
  <p:tag name="ORIGINALHEIGHT" val="2.372883"/>
  <p:tag name="ORIGINALWIDTH" val="6.583734"/>
</p:tagLst>
</file>

<file path=ppt/tags/tag657.xml><?xml version="1.0" encoding="utf-8"?>
<p:tagLst xmlns:a="http://schemas.openxmlformats.org/drawingml/2006/main" xmlns:r="http://schemas.openxmlformats.org/officeDocument/2006/relationships" xmlns:p="http://schemas.openxmlformats.org/presentationml/2006/main">
  <p:tag name="EMFCHILD" val="True"/>
  <p:tag name="ORIGINALHEIGHT" val="7.098356"/>
  <p:tag name="ORIGINALWIDTH" val="6.015463"/>
</p:tagLst>
</file>

<file path=ppt/tags/tag658.xml><?xml version="1.0" encoding="utf-8"?>
<p:tagLst xmlns:a="http://schemas.openxmlformats.org/drawingml/2006/main" xmlns:r="http://schemas.openxmlformats.org/officeDocument/2006/relationships" xmlns:p="http://schemas.openxmlformats.org/presentationml/2006/main">
  <p:tag name="EMFCHILD" val="True"/>
  <p:tag name="ORIGINALHEIGHT" val="0.3447372"/>
  <p:tag name="ORIGINALWIDTH" val="4.894056"/>
</p:tagLst>
</file>

<file path=ppt/tags/tag659.xml><?xml version="1.0" encoding="utf-8"?>
<p:tagLst xmlns:a="http://schemas.openxmlformats.org/drawingml/2006/main" xmlns:r="http://schemas.openxmlformats.org/officeDocument/2006/relationships" xmlns:p="http://schemas.openxmlformats.org/presentationml/2006/main">
  <p:tag name="EMFCHILD" val="True"/>
  <p:tag name="ORIGINALHEIGHT" val="3.201352"/>
  <p:tag name="ORIGINALWIDTH" val="4.234388"/>
</p:tagLst>
</file>

<file path=ppt/tags/tag660.xml><?xml version="1.0" encoding="utf-8"?>
<p:tagLst xmlns:a="http://schemas.openxmlformats.org/drawingml/2006/main" xmlns:r="http://schemas.openxmlformats.org/officeDocument/2006/relationships" xmlns:p="http://schemas.openxmlformats.org/presentationml/2006/main">
  <p:tag name="EMFCHILD" val="True"/>
  <p:tag name="ORIGINALHEIGHT" val="0.2697111"/>
  <p:tag name="ORIGINALWIDTH" val="2.758236"/>
</p:tagLst>
</file>

<file path=ppt/tags/tag661.xml><?xml version="1.0" encoding="utf-8"?>
<p:tagLst xmlns:a="http://schemas.openxmlformats.org/drawingml/2006/main" xmlns:r="http://schemas.openxmlformats.org/officeDocument/2006/relationships" xmlns:p="http://schemas.openxmlformats.org/presentationml/2006/main">
  <p:tag name="EMFCHILD" val="True"/>
  <p:tag name="ORIGINALHEIGHT" val="4.84819"/>
  <p:tag name="ORIGINALWIDTH" val="5.509554"/>
</p:tagLst>
</file>

<file path=ppt/tags/tag662.xml><?xml version="1.0" encoding="utf-8"?>
<p:tagLst xmlns:a="http://schemas.openxmlformats.org/drawingml/2006/main" xmlns:r="http://schemas.openxmlformats.org/officeDocument/2006/relationships" xmlns:p="http://schemas.openxmlformats.org/presentationml/2006/main">
  <p:tag name="EMFCHILD" val="True"/>
  <p:tag name="ORIGINALHEIGHT" val="0.4055859"/>
  <p:tag name="ORIGINALWIDTH" val="17.75706"/>
</p:tagLst>
</file>

<file path=ppt/tags/tag663.xml><?xml version="1.0" encoding="utf-8"?>
<p:tagLst xmlns:a="http://schemas.openxmlformats.org/drawingml/2006/main" xmlns:r="http://schemas.openxmlformats.org/officeDocument/2006/relationships" xmlns:p="http://schemas.openxmlformats.org/presentationml/2006/main">
  <p:tag name="EMFCHILD" val="True"/>
  <p:tag name="ORIGINALHEIGHT" val="5.132109"/>
  <p:tag name="ORIGINALWIDTH" val="4.400687"/>
</p:tagLst>
</file>

<file path=ppt/tags/tag664.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84"/>
  <p:tag name="IGUANATEXSIZE" val="18"/>
  <p:tag name="LATEXADDIN" val="\documentclass{article}&#10;\usepackage{amsmath}&#10;\pagestyle{empty}&#10;\begin{document}&#10;&#10;&#10;$ \text{Normal} (\mu, \sigma^2)$&#10;&#10;\end{document}"/>
  <p:tag name="LATEXENGINEID" val="0"/>
  <p:tag name="LATEXFORMHEIGHT" val="320"/>
  <p:tag name="LATEXFORMWIDTH" val="385"/>
  <p:tag name="LATEXFORMWRAP" val="True"/>
  <p:tag name="ORIGINALHEIGHT" val="6.495191"/>
  <p:tag name="ORIGINALWIDTH" val="6.776553"/>
  <p:tag name="TEMPFOLDER" val="c:\temp\"/>
  <p:tag name="TRANSPARENCY" val="True"/>
</p:tagLst>
</file>

<file path=ppt/tags/tag665.xml><?xml version="1.0" encoding="utf-8"?>
<p:tagLst xmlns:a="http://schemas.openxmlformats.org/drawingml/2006/main" xmlns:r="http://schemas.openxmlformats.org/officeDocument/2006/relationships" xmlns:p="http://schemas.openxmlformats.org/presentationml/2006/main">
  <p:tag name="EMFCHILD" val="True"/>
  <p:tag name="ORIGINALHEIGHT" val="4.364962"/>
  <p:tag name="ORIGINALWIDTH" val="4.395319"/>
</p:tagLst>
</file>

<file path=ppt/tags/tag666.xml><?xml version="1.0" encoding="utf-8"?>
<p:tagLst xmlns:a="http://schemas.openxmlformats.org/drawingml/2006/main" xmlns:r="http://schemas.openxmlformats.org/officeDocument/2006/relationships" xmlns:p="http://schemas.openxmlformats.org/presentationml/2006/main">
  <p:tag name="EMFCHILD" val="True"/>
  <p:tag name="ORIGINALHEIGHT" val="4.203326"/>
  <p:tag name="ORIGINALWIDTH" val="3.333727"/>
</p:tagLst>
</file>

<file path=ppt/tags/tag667.xml><?xml version="1.0" encoding="utf-8"?>
<p:tagLst xmlns:a="http://schemas.openxmlformats.org/drawingml/2006/main" xmlns:r="http://schemas.openxmlformats.org/officeDocument/2006/relationships" xmlns:p="http://schemas.openxmlformats.org/presentationml/2006/main">
  <p:tag name="EMFCHILD" val="True"/>
  <p:tag name="ORIGINALHEIGHT" val="4.203326"/>
  <p:tag name="ORIGINALWIDTH" val="7.748907"/>
</p:tagLst>
</file>

<file path=ppt/tags/tag668.xml><?xml version="1.0" encoding="utf-8"?>
<p:tagLst xmlns:a="http://schemas.openxmlformats.org/drawingml/2006/main" xmlns:r="http://schemas.openxmlformats.org/officeDocument/2006/relationships" xmlns:p="http://schemas.openxmlformats.org/presentationml/2006/main">
  <p:tag name="EMFCHILD" val="True"/>
  <p:tag name="ORIGINALHEIGHT" val="4.364962"/>
  <p:tag name="ORIGINALWIDTH" val="4.474716"/>
</p:tagLst>
</file>

<file path=ppt/tags/tag669.xml><?xml version="1.0" encoding="utf-8"?>
<p:tagLst xmlns:a="http://schemas.openxmlformats.org/drawingml/2006/main" xmlns:r="http://schemas.openxmlformats.org/officeDocument/2006/relationships" xmlns:p="http://schemas.openxmlformats.org/presentationml/2006/main">
  <p:tag name="EMFCHILD" val="True"/>
  <p:tag name="ORIGINALHEIGHT" val="6.599783"/>
  <p:tag name="ORIGINALWIDTH" val="2.202625"/>
</p:tagLst>
</file>

<file path=ppt/tags/tag670.xml><?xml version="1.0" encoding="utf-8"?>
<p:tagLst xmlns:a="http://schemas.openxmlformats.org/drawingml/2006/main" xmlns:r="http://schemas.openxmlformats.org/officeDocument/2006/relationships" xmlns:p="http://schemas.openxmlformats.org/presentationml/2006/main">
  <p:tag name="EMFCHILD" val="True"/>
  <p:tag name="ORIGINALHEIGHT" val="9.509759"/>
  <p:tag name="ORIGINALWIDTH" val="2.301837"/>
</p:tagLst>
</file>

<file path=ppt/tags/tag671.xml><?xml version="1.0" encoding="utf-8"?>
<p:tagLst xmlns:a="http://schemas.openxmlformats.org/drawingml/2006/main" xmlns:r="http://schemas.openxmlformats.org/officeDocument/2006/relationships" xmlns:p="http://schemas.openxmlformats.org/presentationml/2006/main">
  <p:tag name="EMFCHILD" val="True"/>
  <p:tag name="ORIGINALHEIGHT" val="6.257439"/>
  <p:tag name="ORIGINALWIDTH" val="5.377603"/>
</p:tagLst>
</file>

<file path=ppt/tags/tag672.xml><?xml version="1.0" encoding="utf-8"?>
<p:tagLst xmlns:a="http://schemas.openxmlformats.org/drawingml/2006/main" xmlns:r="http://schemas.openxmlformats.org/officeDocument/2006/relationships" xmlns:p="http://schemas.openxmlformats.org/presentationml/2006/main">
  <p:tag name="EMFCHILD" val="True"/>
  <p:tag name="ORIGINALHEIGHT" val="2.843395"/>
  <p:tag name="ORIGINALWIDTH" val="1.160849"/>
</p:tagLst>
</file>

<file path=ppt/tags/tag673.xml><?xml version="1.0" encoding="utf-8"?>
<p:tagLst xmlns:a="http://schemas.openxmlformats.org/drawingml/2006/main" xmlns:r="http://schemas.openxmlformats.org/officeDocument/2006/relationships" xmlns:p="http://schemas.openxmlformats.org/presentationml/2006/main">
  <p:tag name="EMFCHILD" val="True"/>
  <p:tag name="ORIGINALHEIGHT" val="4.203326"/>
  <p:tag name="ORIGINALWIDTH" val="5.2486"/>
</p:tagLst>
</file>

<file path=ppt/tags/tag674.xml><?xml version="1.0" encoding="utf-8"?>
<p:tagLst xmlns:a="http://schemas.openxmlformats.org/drawingml/2006/main" xmlns:r="http://schemas.openxmlformats.org/officeDocument/2006/relationships" xmlns:p="http://schemas.openxmlformats.org/presentationml/2006/main">
  <p:tag name="EMFCHILD" val="True"/>
  <p:tag name="ORIGINALHEIGHT" val="4.420124"/>
  <p:tag name="ORIGINALWIDTH" val="3.069772"/>
</p:tagLst>
</file>

<file path=ppt/tags/tag675.xml><?xml version="1.0" encoding="utf-8"?>
<p:tagLst xmlns:a="http://schemas.openxmlformats.org/drawingml/2006/main" xmlns:r="http://schemas.openxmlformats.org/officeDocument/2006/relationships" xmlns:p="http://schemas.openxmlformats.org/presentationml/2006/main">
  <p:tag name="EMFCHILD" val="True"/>
  <p:tag name="ORIGINALHEIGHT" val="9.509759"/>
  <p:tag name="ORIGINALWIDTH" val="2.301837"/>
</p:tagLst>
</file>

<file path=ppt/tags/tag676.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00"/>
  <p:tag name="IGUANATEXSIZE" val="18"/>
  <p:tag name="LATEXADDIN" val="\documentclass{article}&#10;\usepackage{amsmath}&#10;\pagestyle{empty}&#10;\begin{document}&#10;&#10;&#10;$\text{H}_0: \mu =0$&#10;\end{document}"/>
  <p:tag name="LATEXENGINEID" val="0"/>
  <p:tag name="LATEXFORMHEIGHT" val="320"/>
  <p:tag name="LATEXFORMWIDTH" val="385"/>
  <p:tag name="LATEXFORMWRAP" val="True"/>
  <p:tag name="ORIGINALHEIGHT" val="6.804462"/>
  <p:tag name="ORIGINALWIDTH" val="6.691031"/>
  <p:tag name="TEMPFOLDER" val="c:\temp\"/>
  <p:tag name="TRANSPARENCY" val="True"/>
</p:tagLst>
</file>

<file path=ppt/tags/tag677.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181933"/>
</p:tagLst>
</file>

<file path=ppt/tags/tag678.xml><?xml version="1.0" encoding="utf-8"?>
<p:tagLst xmlns:a="http://schemas.openxmlformats.org/drawingml/2006/main" xmlns:r="http://schemas.openxmlformats.org/officeDocument/2006/relationships" xmlns:p="http://schemas.openxmlformats.org/presentationml/2006/main">
  <p:tag name="EMFCHILD" val="True"/>
  <p:tag name="ORIGINALHEIGHT" val="4.293876"/>
  <p:tag name="ORIGINALWIDTH" val="1.038407"/>
</p:tagLst>
</file>

<file path=ppt/tags/tag679.xml><?xml version="1.0" encoding="utf-8"?>
<p:tagLst xmlns:a="http://schemas.openxmlformats.org/drawingml/2006/main" xmlns:r="http://schemas.openxmlformats.org/officeDocument/2006/relationships" xmlns:p="http://schemas.openxmlformats.org/presentationml/2006/main">
  <p:tag name="EMFCHILD" val="True"/>
  <p:tag name="ORIGINALHEIGHT" val="6.555381"/>
  <p:tag name="ORIGINALWIDTH" val="5.30971"/>
</p:tagLst>
</file>

<file path=ppt/tags/tag680.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514697"/>
</p:tagLst>
</file>

<file path=ppt/tags/tag681.xml><?xml version="1.0" encoding="utf-8"?>
<p:tagLst xmlns:a="http://schemas.openxmlformats.org/drawingml/2006/main" xmlns:r="http://schemas.openxmlformats.org/officeDocument/2006/relationships" xmlns:p="http://schemas.openxmlformats.org/presentationml/2006/main">
  <p:tag name="EMFCHILD" val="True"/>
  <p:tag name="ORIGINALHEIGHT" val="6.854287"/>
  <p:tag name="ORIGINALWIDTH" val="4.124365"/>
</p:tagLst>
</file>

<file path=ppt/tags/tag682.xml><?xml version="1.0" encoding="utf-8"?>
<p:tagLst xmlns:a="http://schemas.openxmlformats.org/drawingml/2006/main" xmlns:r="http://schemas.openxmlformats.org/officeDocument/2006/relationships" xmlns:p="http://schemas.openxmlformats.org/presentationml/2006/main">
  <p:tag name="BITMAPVECTOR" val="1"/>
  <p:tag name="IGUANATEXCURSOR" val="124"/>
  <p:tag name="IGUANATEXSIZE" val="18"/>
  <p:tag name="IGUANATEXVERSION" val="161"/>
  <p:tag name="LATEXADDIN" val="\documentclass{article}&#10;\usepackage{amsmath}&#10;\pagestyle{empty}&#10;\begin{document}&#10;&#10;&#10;$p-value = \text{P}(T &gt; 1.52 | \text{H}_0) $&#10;\end{document}"/>
  <p:tag name="LATEXENGINEID" val="0"/>
  <p:tag name="LATEXFORMHEIGHT" val="320"/>
  <p:tag name="LATEXFORMWIDTH" val="385"/>
  <p:tag name="LATEXFORMWRAP" val="True"/>
  <p:tag name="ORIGINALHEIGHT" val="9.713561"/>
  <p:tag name="ORIGINALWIDTH" val="120.7009"/>
  <p:tag name="OUTPUTTYPE" val="SVG"/>
  <p:tag name="TEMPFOLDER" val="c:\temp\"/>
  <p:tag name="TRANSPARENCY" val="True"/>
</p:tagLst>
</file>

<file path=ppt/tags/tag683.xml><?xml version="1.0" encoding="utf-8"?>
<p:tagLst xmlns:a="http://schemas.openxmlformats.org/drawingml/2006/main" xmlns:r="http://schemas.openxmlformats.org/officeDocument/2006/relationships" xmlns:p="http://schemas.openxmlformats.org/presentationml/2006/main">
  <p:tag name="BITMAPVECTOR" val="1"/>
  <p:tag name="IGUANATEXCURSOR" val="115"/>
  <p:tag name="IGUANATEXSIZE" val="18"/>
  <p:tag name="IGUANATEXVERSION" val="161"/>
  <p:tag name="LATEXADDIN" val="\documentclass{article}&#10;\usepackage{amsmath}&#10;\pagestyle{empty}&#10;\begin{document}&#10;&#10;&#10;$p-value = 1 - \Phi(1.52) = 0.065 $&#10;\end{document}"/>
  <p:tag name="LATEXENGINEID" val="0"/>
  <p:tag name="LATEXFORMHEIGHT" val="320"/>
  <p:tag name="LATEXFORMWIDTH" val="385"/>
  <p:tag name="LATEXFORMWRAP" val="True"/>
  <p:tag name="ORIGINALHEIGHT" val="9.713561"/>
  <p:tag name="ORIGINALWIDTH" val="140.286"/>
  <p:tag name="OUTPUTTYPE" val="SVG"/>
  <p:tag name="TEMPFOLDER" val="c:\temp\"/>
  <p:tag name="TRANSPARENCY" val="True"/>
</p:tagLst>
</file>

<file path=ppt/tags/tag684.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5"/>
  <p:tag name="IGUANATEXSIZE" val="18"/>
  <p:tag name="LATEXADDIN" val="\documentclass{article}&#10;\usepackage{amsmath}&#10;\pagestyle{empty}&#10;\begin{document}&#10;&#10;&#10;$p-value = 1 - \Phi(1.52) = 0.065 $&#10;\end{document}"/>
  <p:tag name="LATEXENGINEID" val="0"/>
  <p:tag name="LATEXFORMHEIGHT" val="320"/>
  <p:tag name="LATEXFORMWIDTH" val="385"/>
  <p:tag name="LATEXFORMWRAP" val="True"/>
  <p:tag name="ORIGINALHEIGHT" val="6.177822"/>
  <p:tag name="ORIGINALWIDTH" val="5.209779"/>
  <p:tag name="TEMPFOLDER" val="c:\temp\"/>
  <p:tag name="TRANSPARENCY" val="True"/>
</p:tagLst>
</file>

<file path=ppt/tags/tag685.xml><?xml version="1.0" encoding="utf-8"?>
<p:tagLst xmlns:a="http://schemas.openxmlformats.org/drawingml/2006/main" xmlns:r="http://schemas.openxmlformats.org/officeDocument/2006/relationships" xmlns:p="http://schemas.openxmlformats.org/presentationml/2006/main">
  <p:tag name="EMFCHILD" val="True"/>
  <p:tag name="ORIGINALHEIGHT" val="0.388535"/>
  <p:tag name="ORIGINALWIDTH" val="6.09804"/>
</p:tagLst>
</file>

<file path=ppt/tags/tag686.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4.381393"/>
</p:tagLst>
</file>

<file path=ppt/tags/tag687.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4.571027"/>
</p:tagLst>
</file>

<file path=ppt/tags/tag688.xml><?xml version="1.0" encoding="utf-8"?>
<p:tagLst xmlns:a="http://schemas.openxmlformats.org/drawingml/2006/main" xmlns:r="http://schemas.openxmlformats.org/officeDocument/2006/relationships" xmlns:p="http://schemas.openxmlformats.org/presentationml/2006/main">
  <p:tag name="EMFCHILD" val="True"/>
  <p:tag name="ORIGINALHEIGHT" val="6.848055"/>
  <p:tag name="ORIGINALWIDTH" val="2.135808"/>
</p:tagLst>
</file>

<file path=ppt/tags/tag689.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5.129921"/>
</p:tagLst>
</file>

<file path=ppt/tags/tag690.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3.832472"/>
</p:tagLst>
</file>

<file path=ppt/tags/tag691.xml><?xml version="1.0" encoding="utf-8"?>
<p:tagLst xmlns:a="http://schemas.openxmlformats.org/drawingml/2006/main" xmlns:r="http://schemas.openxmlformats.org/officeDocument/2006/relationships" xmlns:p="http://schemas.openxmlformats.org/presentationml/2006/main">
  <p:tag name="EMFCHILD" val="True"/>
  <p:tag name="ORIGINALHEIGHT" val="2.272973"/>
  <p:tag name="ORIGINALWIDTH" val="6.63695"/>
</p:tagLst>
</file>

<file path=ppt/tags/tag692.xml><?xml version="1.0" encoding="utf-8"?>
<p:tagLst xmlns:a="http://schemas.openxmlformats.org/drawingml/2006/main" xmlns:r="http://schemas.openxmlformats.org/officeDocument/2006/relationships" xmlns:p="http://schemas.openxmlformats.org/presentationml/2006/main">
  <p:tag name="EMFCHILD" val="True"/>
  <p:tag name="ORIGINALHEIGHT" val="6.469233"/>
  <p:tag name="ORIGINALWIDTH" val="3.293525"/>
</p:tagLst>
</file>

<file path=ppt/tags/tag693.xml><?xml version="1.0" encoding="utf-8"?>
<p:tagLst xmlns:a="http://schemas.openxmlformats.org/drawingml/2006/main" xmlns:r="http://schemas.openxmlformats.org/officeDocument/2006/relationships" xmlns:p="http://schemas.openxmlformats.org/presentationml/2006/main">
  <p:tag name="EMFCHILD" val="True"/>
  <p:tag name="ORIGINALHEIGHT" val="0.388535"/>
  <p:tag name="ORIGINALWIDTH" val="6.09804"/>
</p:tagLst>
</file>

<file path=ppt/tags/tag694.xml><?xml version="1.0" encoding="utf-8"?>
<p:tagLst xmlns:a="http://schemas.openxmlformats.org/drawingml/2006/main" xmlns:r="http://schemas.openxmlformats.org/officeDocument/2006/relationships" xmlns:p="http://schemas.openxmlformats.org/presentationml/2006/main">
  <p:tag name="EMFCHILD" val="True"/>
  <p:tag name="ORIGINALHEIGHT" val="6.634344"/>
  <p:tag name="ORIGINALWIDTH" val="6.078057"/>
</p:tagLst>
</file>

<file path=ppt/tags/tag695.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15433"/>
</p:tagLst>
</file>

<file path=ppt/tags/tag696.xml><?xml version="1.0" encoding="utf-8"?>
<p:tagLst xmlns:a="http://schemas.openxmlformats.org/drawingml/2006/main" xmlns:r="http://schemas.openxmlformats.org/officeDocument/2006/relationships" xmlns:p="http://schemas.openxmlformats.org/presentationml/2006/main">
  <p:tag name="EMFCHILD" val="True"/>
  <p:tag name="ORIGINALHEIGHT" val="6.469233"/>
  <p:tag name="ORIGINALWIDTH" val="3.293525"/>
</p:tagLst>
</file>

<file path=ppt/tags/tag697.xml><?xml version="1.0" encoding="utf-8"?>
<p:tagLst xmlns:a="http://schemas.openxmlformats.org/drawingml/2006/main" xmlns:r="http://schemas.openxmlformats.org/officeDocument/2006/relationships" xmlns:p="http://schemas.openxmlformats.org/presentationml/2006/main">
  <p:tag name="EMFCHILD" val="True"/>
  <p:tag name="ORIGINALHEIGHT" val="1.029631"/>
  <p:tag name="ORIGINALWIDTH" val="1.057912"/>
</p:tagLst>
</file>

<file path=ppt/tags/tag698.xml><?xml version="1.0" encoding="utf-8"?>
<p:tagLst xmlns:a="http://schemas.openxmlformats.org/drawingml/2006/main" xmlns:r="http://schemas.openxmlformats.org/officeDocument/2006/relationships" xmlns:p="http://schemas.openxmlformats.org/presentationml/2006/main">
  <p:tag name="EMFCHILD" val="True"/>
  <p:tag name="ORIGINALHEIGHT" val="6.682906"/>
  <p:tag name="ORIGINALWIDTH" val="3.982178"/>
</p:tagLst>
</file>

<file path=ppt/tags/tag699.xml><?xml version="1.0" encoding="utf-8"?>
<p:tagLst xmlns:a="http://schemas.openxmlformats.org/drawingml/2006/main" xmlns:r="http://schemas.openxmlformats.org/officeDocument/2006/relationships" xmlns:p="http://schemas.openxmlformats.org/presentationml/2006/main">
  <p:tag name="EMFCHILD" val="True"/>
  <p:tag name="ORIGINALHEIGHT" val="6.469233"/>
  <p:tag name="ORIGINALWIDTH" val="3.982178"/>
</p:tagLst>
</file>

<file path=ppt/tags/tag700.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15433"/>
</p:tagLst>
</file>

<file path=ppt/tags/tag701.xml><?xml version="1.0" encoding="utf-8"?>
<p:tagLst xmlns:a="http://schemas.openxmlformats.org/drawingml/2006/main" xmlns:r="http://schemas.openxmlformats.org/officeDocument/2006/relationships" xmlns:p="http://schemas.openxmlformats.org/presentationml/2006/main">
  <p:tag name="EMFCHILD" val="True"/>
  <p:tag name="ORIGINALHEIGHT" val="2.272973"/>
  <p:tag name="ORIGINALWIDTH" val="6.63695"/>
</p:tagLst>
</file>

<file path=ppt/tags/tag702.xml><?xml version="1.0" encoding="utf-8"?>
<p:tagLst xmlns:a="http://schemas.openxmlformats.org/drawingml/2006/main" xmlns:r="http://schemas.openxmlformats.org/officeDocument/2006/relationships" xmlns:p="http://schemas.openxmlformats.org/presentationml/2006/main">
  <p:tag name="EMFCHILD" val="True"/>
  <p:tag name="ORIGINALHEIGHT" val="6.682906"/>
  <p:tag name="ORIGINALWIDTH" val="4.201731"/>
</p:tagLst>
</file>

<file path=ppt/tags/tag703.xml><?xml version="1.0" encoding="utf-8"?>
<p:tagLst xmlns:a="http://schemas.openxmlformats.org/drawingml/2006/main" xmlns:r="http://schemas.openxmlformats.org/officeDocument/2006/relationships" xmlns:p="http://schemas.openxmlformats.org/presentationml/2006/main">
  <p:tag name="EMFCHILD" val="True"/>
  <p:tag name="ORIGINALHEIGHT" val="1.029631"/>
  <p:tag name="ORIGINALWIDTH" val="1.057912"/>
</p:tagLst>
</file>

<file path=ppt/tags/tag704.xml><?xml version="1.0" encoding="utf-8"?>
<p:tagLst xmlns:a="http://schemas.openxmlformats.org/drawingml/2006/main" xmlns:r="http://schemas.openxmlformats.org/officeDocument/2006/relationships" xmlns:p="http://schemas.openxmlformats.org/presentationml/2006/main">
  <p:tag name="EMFCHILD" val="True"/>
  <p:tag name="ORIGINALHEIGHT" val="6.682906"/>
  <p:tag name="ORIGINALWIDTH" val="4.201731"/>
</p:tagLst>
</file>

<file path=ppt/tags/tag705.xml><?xml version="1.0" encoding="utf-8"?>
<p:tagLst xmlns:a="http://schemas.openxmlformats.org/drawingml/2006/main" xmlns:r="http://schemas.openxmlformats.org/officeDocument/2006/relationships" xmlns:p="http://schemas.openxmlformats.org/presentationml/2006/main">
  <p:tag name="EMFCHILD" val="True"/>
  <p:tag name="ORIGINALHEIGHT" val="6.682906"/>
  <p:tag name="ORIGINALWIDTH" val="4.141857"/>
</p:tagLst>
</file>

<file path=ppt/tags/tag706.xml><?xml version="1.0" encoding="utf-8"?>
<p:tagLst xmlns:a="http://schemas.openxmlformats.org/drawingml/2006/main" xmlns:r="http://schemas.openxmlformats.org/officeDocument/2006/relationships" xmlns:p="http://schemas.openxmlformats.org/presentationml/2006/main">
  <p:tag name="EMFCHILD" val="True"/>
  <p:tag name="ORIGINALHEIGHT" val="6.682906"/>
  <p:tag name="ORIGINALWIDTH" val="3.982178"/>
</p:tagLst>
</file>

<file path=ppt/tags/tag707.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24"/>
  <p:tag name="IGUANATEXSIZE" val="18"/>
  <p:tag name="LATEXADDIN" val="\documentclass{article}&#10;\usepackage{amsmath}&#10;\pagestyle{empty}&#10;\begin{document}&#10;&#10;&#10;$p-value = \text{P}(T &gt; 1.52 | \text{H}_0) $&#10;\end{document}"/>
  <p:tag name="LATEXENGINEID" val="0"/>
  <p:tag name="LATEXFORMHEIGHT" val="320"/>
  <p:tag name="LATEXFORMWIDTH" val="385"/>
  <p:tag name="LATEXFORMWRAP" val="True"/>
  <p:tag name="ORIGINALHEIGHT" val="6.177822"/>
  <p:tag name="ORIGINALWIDTH" val="5.179154"/>
  <p:tag name="TEMPFOLDER" val="c:\temp\"/>
  <p:tag name="TRANSPARENCY" val="True"/>
</p:tagLst>
</file>

<file path=ppt/tags/tag708.xml><?xml version="1.0" encoding="utf-8"?>
<p:tagLst xmlns:a="http://schemas.openxmlformats.org/drawingml/2006/main" xmlns:r="http://schemas.openxmlformats.org/officeDocument/2006/relationships" xmlns:p="http://schemas.openxmlformats.org/presentationml/2006/main">
  <p:tag name="EMFCHILD" val="True"/>
  <p:tag name="ORIGINALHEIGHT" val="0.388535"/>
  <p:tag name="ORIGINALWIDTH" val="6.062205"/>
</p:tagLst>
</file>

<file path=ppt/tags/tag709.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4.355642"/>
</p:tagLst>
</file>

<file path=ppt/tags/tag710.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4.54416"/>
</p:tagLst>
</file>

<file path=ppt/tags/tag711.xml><?xml version="1.0" encoding="utf-8"?>
<p:tagLst xmlns:a="http://schemas.openxmlformats.org/drawingml/2006/main" xmlns:r="http://schemas.openxmlformats.org/officeDocument/2006/relationships" xmlns:p="http://schemas.openxmlformats.org/presentationml/2006/main">
  <p:tag name="EMFCHILD" val="True"/>
  <p:tag name="ORIGINALHEIGHT" val="6.848055"/>
  <p:tag name="ORIGINALWIDTH" val="2.12323"/>
</p:tagLst>
</file>

<file path=ppt/tags/tag712.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5.09978"/>
</p:tagLst>
</file>

<file path=ppt/tags/tag713.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3.809959"/>
</p:tagLst>
</file>

<file path=ppt/tags/tag714.xml><?xml version="1.0" encoding="utf-8"?>
<p:tagLst xmlns:a="http://schemas.openxmlformats.org/drawingml/2006/main" xmlns:r="http://schemas.openxmlformats.org/officeDocument/2006/relationships" xmlns:p="http://schemas.openxmlformats.org/presentationml/2006/main">
  <p:tag name="EMFCHILD" val="True"/>
  <p:tag name="ORIGINALHEIGHT" val="2.272973"/>
  <p:tag name="ORIGINALWIDTH" val="6.59799"/>
</p:tagLst>
</file>

<file path=ppt/tags/tag715.xml><?xml version="1.0" encoding="utf-8"?>
<p:tagLst xmlns:a="http://schemas.openxmlformats.org/drawingml/2006/main" xmlns:r="http://schemas.openxmlformats.org/officeDocument/2006/relationships" xmlns:p="http://schemas.openxmlformats.org/presentationml/2006/main">
  <p:tag name="EMFCHILD" val="True"/>
  <p:tag name="ORIGINALHEIGHT" val="6.634344"/>
  <p:tag name="ORIGINALWIDTH" val="5.843917"/>
</p:tagLst>
</file>

<file path=ppt/tags/tag716.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185"/>
</p:tagLst>
</file>

<file path=ppt/tags/tag717.xml><?xml version="1.0" encoding="utf-8"?>
<p:tagLst xmlns:a="http://schemas.openxmlformats.org/drawingml/2006/main" xmlns:r="http://schemas.openxmlformats.org/officeDocument/2006/relationships" xmlns:p="http://schemas.openxmlformats.org/presentationml/2006/main">
  <p:tag name="EMFCHILD" val="True"/>
  <p:tag name="ORIGINALHEIGHT" val="6.576069"/>
  <p:tag name="ORIGINALWIDTH" val="6.746802"/>
</p:tagLst>
</file>

<file path=ppt/tags/tag718.xml><?xml version="1.0" encoding="utf-8"?>
<p:tagLst xmlns:a="http://schemas.openxmlformats.org/drawingml/2006/main" xmlns:r="http://schemas.openxmlformats.org/officeDocument/2006/relationships" xmlns:p="http://schemas.openxmlformats.org/presentationml/2006/main">
  <p:tag name="EMFCHILD" val="True"/>
  <p:tag name="ORIGINALHEIGHT" val="5.633851"/>
  <p:tag name="ORIGINALWIDTH" val="6.062205"/>
</p:tagLst>
</file>

<file path=ppt/tags/tag719.xml><?xml version="1.0" encoding="utf-8"?>
<p:tagLst xmlns:a="http://schemas.openxmlformats.org/drawingml/2006/main" xmlns:r="http://schemas.openxmlformats.org/officeDocument/2006/relationships" xmlns:p="http://schemas.openxmlformats.org/presentationml/2006/main">
  <p:tag name="EMFCHILD" val="True"/>
  <p:tag name="ORIGINALHEIGHT" val="6.469233"/>
  <p:tag name="ORIGINALWIDTH" val="3.274174"/>
</p:tagLst>
</file>

<file path=ppt/tags/tag720.xml><?xml version="1.0" encoding="utf-8"?>
<p:tagLst xmlns:a="http://schemas.openxmlformats.org/drawingml/2006/main" xmlns:r="http://schemas.openxmlformats.org/officeDocument/2006/relationships" xmlns:p="http://schemas.openxmlformats.org/presentationml/2006/main">
  <p:tag name="EMFCHILD" val="True"/>
  <p:tag name="ORIGINALHEIGHT" val="1.029631"/>
  <p:tag name="ORIGINALWIDTH" val="1.051698"/>
</p:tagLst>
</file>

<file path=ppt/tags/tag721.xml><?xml version="1.0" encoding="utf-8"?>
<p:tagLst xmlns:a="http://schemas.openxmlformats.org/drawingml/2006/main" xmlns:r="http://schemas.openxmlformats.org/officeDocument/2006/relationships" xmlns:p="http://schemas.openxmlformats.org/presentationml/2006/main">
  <p:tag name="EMFCHILD" val="True"/>
  <p:tag name="ORIGINALHEIGHT" val="6.682906"/>
  <p:tag name="ORIGINALWIDTH" val="3.958772"/>
</p:tagLst>
</file>

<file path=ppt/tags/tag722.xml><?xml version="1.0" encoding="utf-8"?>
<p:tagLst xmlns:a="http://schemas.openxmlformats.org/drawingml/2006/main" xmlns:r="http://schemas.openxmlformats.org/officeDocument/2006/relationships" xmlns:p="http://schemas.openxmlformats.org/presentationml/2006/main">
  <p:tag name="EMFCHILD" val="True"/>
  <p:tag name="ORIGINALHEIGHT" val="6.469233"/>
  <p:tag name="ORIGINALWIDTH" val="3.958772"/>
</p:tagLst>
</file>

<file path=ppt/tags/tag723.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68707"/>
</p:tagLst>
</file>

<file path=ppt/tags/tag724.xml><?xml version="1.0" encoding="utf-8"?>
<p:tagLst xmlns:a="http://schemas.openxmlformats.org/drawingml/2006/main" xmlns:r="http://schemas.openxmlformats.org/officeDocument/2006/relationships" xmlns:p="http://schemas.openxmlformats.org/presentationml/2006/main">
  <p:tag name="EMFCHILD" val="True"/>
  <p:tag name="ORIGINALHEIGHT" val="6.634344"/>
  <p:tag name="ORIGINALWIDTH" val="6.776572"/>
</p:tagLst>
</file>

<file path=ppt/tags/tag725.xml><?xml version="1.0" encoding="utf-8"?>
<p:tagLst xmlns:a="http://schemas.openxmlformats.org/drawingml/2006/main" xmlns:r="http://schemas.openxmlformats.org/officeDocument/2006/relationships" xmlns:p="http://schemas.openxmlformats.org/presentationml/2006/main">
  <p:tag name="EMFCHILD" val="True"/>
  <p:tag name="ORIGINALHEIGHT" val="4.650847"/>
  <p:tag name="ORIGINALWIDTH" val="3.222598"/>
</p:tagLst>
</file>

<file path=ppt/tags/tag726.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185"/>
</p:tagLst>
</file>

<file path=ppt/tags/tag727.xml><?xml version="1.0" encoding="utf-8"?>
<p:tagLst xmlns:a="http://schemas.openxmlformats.org/drawingml/2006/main" xmlns:r="http://schemas.openxmlformats.org/officeDocument/2006/relationships" xmlns:p="http://schemas.openxmlformats.org/presentationml/2006/main">
  <p:tag name="BITMAPVECTOR" val="1"/>
  <p:tag name="IGUANATEXCURSOR" val="124"/>
  <p:tag name="IGUANATEXSIZE" val="18"/>
  <p:tag name="IGUANATEXVERSION" val="161"/>
  <p:tag name="LATEXADDIN" val="\documentclass{article}&#10;\usepackage{amsmath}&#10;\pagestyle{empty}&#10;\begin{document}&#10;&#10;&#10;$p-value = \text{P}(T &gt; 1.52 | \text{H}_0) $&#10;\end{document}"/>
  <p:tag name="LATEXENGINEID" val="0"/>
  <p:tag name="LATEXFORMHEIGHT" val="320"/>
  <p:tag name="LATEXFORMWIDTH" val="385"/>
  <p:tag name="LATEXFORMWRAP" val="True"/>
  <p:tag name="ORIGINALHEIGHT" val="9.713561"/>
  <p:tag name="ORIGINALWIDTH" val="120.7009"/>
  <p:tag name="OUTPUTTYPE" val="SVG"/>
  <p:tag name="TEMPFOLDER" val="c:\temp\"/>
  <p:tag name="TRANSPARENCY" val="True"/>
</p:tagLst>
</file>

<file path=ppt/tags/tag728.xml><?xml version="1.0" encoding="utf-8"?>
<p:tagLst xmlns:a="http://schemas.openxmlformats.org/drawingml/2006/main" xmlns:r="http://schemas.openxmlformats.org/officeDocument/2006/relationships" xmlns:p="http://schemas.openxmlformats.org/presentationml/2006/main">
  <p:tag name="BITMAPVECTOR" val="1"/>
  <p:tag name="IGUANATEXCURSOR" val="115"/>
  <p:tag name="IGUANATEXSIZE" val="18"/>
  <p:tag name="IGUANATEXVERSION" val="161"/>
  <p:tag name="LATEXADDIN" val="\documentclass{article}&#10;\usepackage{amsmath}&#10;\pagestyle{empty}&#10;\begin{document}&#10;&#10;&#10;$p-value = 1 - \Phi(1.52) = 0.065 $&#10;\end{document}"/>
  <p:tag name="LATEXENGINEID" val="0"/>
  <p:tag name="LATEXFORMHEIGHT" val="320"/>
  <p:tag name="LATEXFORMWIDTH" val="385"/>
  <p:tag name="LATEXFORMWRAP" val="True"/>
  <p:tag name="ORIGINALHEIGHT" val="9.713561"/>
  <p:tag name="ORIGINALWIDTH" val="140.286"/>
  <p:tag name="OUTPUTTYPE" val="SVG"/>
  <p:tag name="TEMPFOLDER" val="c:\temp\"/>
  <p:tag name="TRANSPARENCY" val="True"/>
</p:tagLst>
</file>

<file path=ppt/tags/tag729.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5"/>
  <p:tag name="IGUANATEXSIZE" val="18"/>
  <p:tag name="LATEXADDIN" val="\documentclass{article}&#10;\usepackage{amsmath}&#10;\pagestyle{empty}&#10;\begin{document}&#10;&#10;&#10;$p-value = 1 - \Phi(1.52) = 0.065 $&#10;\end{document}"/>
  <p:tag name="LATEXENGINEID" val="0"/>
  <p:tag name="LATEXFORMHEIGHT" val="320"/>
  <p:tag name="LATEXFORMWIDTH" val="385"/>
  <p:tag name="LATEXFORMWRAP" val="True"/>
  <p:tag name="ORIGINALHEIGHT" val="6.177822"/>
  <p:tag name="ORIGINALWIDTH" val="5.209779"/>
  <p:tag name="TEMPFOLDER" val="c:\temp\"/>
  <p:tag name="TRANSPARENCY" val="True"/>
</p:tagLst>
</file>

<file path=ppt/tags/tag730.xml><?xml version="1.0" encoding="utf-8"?>
<p:tagLst xmlns:a="http://schemas.openxmlformats.org/drawingml/2006/main" xmlns:r="http://schemas.openxmlformats.org/officeDocument/2006/relationships" xmlns:p="http://schemas.openxmlformats.org/presentationml/2006/main">
  <p:tag name="EMFCHILD" val="True"/>
  <p:tag name="ORIGINALHEIGHT" val="0.388535"/>
  <p:tag name="ORIGINALWIDTH" val="6.09804"/>
</p:tagLst>
</file>

<file path=ppt/tags/tag731.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4.381393"/>
</p:tagLst>
</file>

<file path=ppt/tags/tag732.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4.571027"/>
</p:tagLst>
</file>

<file path=ppt/tags/tag733.xml><?xml version="1.0" encoding="utf-8"?>
<p:tagLst xmlns:a="http://schemas.openxmlformats.org/drawingml/2006/main" xmlns:r="http://schemas.openxmlformats.org/officeDocument/2006/relationships" xmlns:p="http://schemas.openxmlformats.org/presentationml/2006/main">
  <p:tag name="EMFCHILD" val="True"/>
  <p:tag name="ORIGINALHEIGHT" val="6.848055"/>
  <p:tag name="ORIGINALWIDTH" val="2.135808"/>
</p:tagLst>
</file>

<file path=ppt/tags/tag734.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5.129921"/>
</p:tagLst>
</file>

<file path=ppt/tags/tag735.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3.832472"/>
</p:tagLst>
</file>

<file path=ppt/tags/tag736.xml><?xml version="1.0" encoding="utf-8"?>
<p:tagLst xmlns:a="http://schemas.openxmlformats.org/drawingml/2006/main" xmlns:r="http://schemas.openxmlformats.org/officeDocument/2006/relationships" xmlns:p="http://schemas.openxmlformats.org/presentationml/2006/main">
  <p:tag name="EMFCHILD" val="True"/>
  <p:tag name="ORIGINALHEIGHT" val="2.272973"/>
  <p:tag name="ORIGINALWIDTH" val="6.63695"/>
</p:tagLst>
</file>

<file path=ppt/tags/tag737.xml><?xml version="1.0" encoding="utf-8"?>
<p:tagLst xmlns:a="http://schemas.openxmlformats.org/drawingml/2006/main" xmlns:r="http://schemas.openxmlformats.org/officeDocument/2006/relationships" xmlns:p="http://schemas.openxmlformats.org/presentationml/2006/main">
  <p:tag name="EMFCHILD" val="True"/>
  <p:tag name="ORIGINALHEIGHT" val="6.469233"/>
  <p:tag name="ORIGINALWIDTH" val="3.293525"/>
</p:tagLst>
</file>

<file path=ppt/tags/tag738.xml><?xml version="1.0" encoding="utf-8"?>
<p:tagLst xmlns:a="http://schemas.openxmlformats.org/drawingml/2006/main" xmlns:r="http://schemas.openxmlformats.org/officeDocument/2006/relationships" xmlns:p="http://schemas.openxmlformats.org/presentationml/2006/main">
  <p:tag name="EMFCHILD" val="True"/>
  <p:tag name="ORIGINALHEIGHT" val="0.388535"/>
  <p:tag name="ORIGINALWIDTH" val="6.09804"/>
</p:tagLst>
</file>

<file path=ppt/tags/tag739.xml><?xml version="1.0" encoding="utf-8"?>
<p:tagLst xmlns:a="http://schemas.openxmlformats.org/drawingml/2006/main" xmlns:r="http://schemas.openxmlformats.org/officeDocument/2006/relationships" xmlns:p="http://schemas.openxmlformats.org/presentationml/2006/main">
  <p:tag name="EMFCHILD" val="True"/>
  <p:tag name="ORIGINALHEIGHT" val="6.634344"/>
  <p:tag name="ORIGINALWIDTH" val="6.078057"/>
</p:tagLst>
</file>

<file path=ppt/tags/tag740.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15433"/>
</p:tagLst>
</file>

<file path=ppt/tags/tag741.xml><?xml version="1.0" encoding="utf-8"?>
<p:tagLst xmlns:a="http://schemas.openxmlformats.org/drawingml/2006/main" xmlns:r="http://schemas.openxmlformats.org/officeDocument/2006/relationships" xmlns:p="http://schemas.openxmlformats.org/presentationml/2006/main">
  <p:tag name="EMFCHILD" val="True"/>
  <p:tag name="ORIGINALHEIGHT" val="6.469233"/>
  <p:tag name="ORIGINALWIDTH" val="3.293525"/>
</p:tagLst>
</file>

<file path=ppt/tags/tag742.xml><?xml version="1.0" encoding="utf-8"?>
<p:tagLst xmlns:a="http://schemas.openxmlformats.org/drawingml/2006/main" xmlns:r="http://schemas.openxmlformats.org/officeDocument/2006/relationships" xmlns:p="http://schemas.openxmlformats.org/presentationml/2006/main">
  <p:tag name="EMFCHILD" val="True"/>
  <p:tag name="ORIGINALHEIGHT" val="1.029631"/>
  <p:tag name="ORIGINALWIDTH" val="1.057912"/>
</p:tagLst>
</file>

<file path=ppt/tags/tag743.xml><?xml version="1.0" encoding="utf-8"?>
<p:tagLst xmlns:a="http://schemas.openxmlformats.org/drawingml/2006/main" xmlns:r="http://schemas.openxmlformats.org/officeDocument/2006/relationships" xmlns:p="http://schemas.openxmlformats.org/presentationml/2006/main">
  <p:tag name="EMFCHILD" val="True"/>
  <p:tag name="ORIGINALHEIGHT" val="6.682906"/>
  <p:tag name="ORIGINALWIDTH" val="3.982178"/>
</p:tagLst>
</file>

<file path=ppt/tags/tag744.xml><?xml version="1.0" encoding="utf-8"?>
<p:tagLst xmlns:a="http://schemas.openxmlformats.org/drawingml/2006/main" xmlns:r="http://schemas.openxmlformats.org/officeDocument/2006/relationships" xmlns:p="http://schemas.openxmlformats.org/presentationml/2006/main">
  <p:tag name="EMFCHILD" val="True"/>
  <p:tag name="ORIGINALHEIGHT" val="6.469233"/>
  <p:tag name="ORIGINALWIDTH" val="3.982178"/>
</p:tagLst>
</file>

<file path=ppt/tags/tag745.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15433"/>
</p:tagLst>
</file>

<file path=ppt/tags/tag746.xml><?xml version="1.0" encoding="utf-8"?>
<p:tagLst xmlns:a="http://schemas.openxmlformats.org/drawingml/2006/main" xmlns:r="http://schemas.openxmlformats.org/officeDocument/2006/relationships" xmlns:p="http://schemas.openxmlformats.org/presentationml/2006/main">
  <p:tag name="EMFCHILD" val="True"/>
  <p:tag name="ORIGINALHEIGHT" val="2.272973"/>
  <p:tag name="ORIGINALWIDTH" val="6.63695"/>
</p:tagLst>
</file>

<file path=ppt/tags/tag747.xml><?xml version="1.0" encoding="utf-8"?>
<p:tagLst xmlns:a="http://schemas.openxmlformats.org/drawingml/2006/main" xmlns:r="http://schemas.openxmlformats.org/officeDocument/2006/relationships" xmlns:p="http://schemas.openxmlformats.org/presentationml/2006/main">
  <p:tag name="EMFCHILD" val="True"/>
  <p:tag name="ORIGINALHEIGHT" val="6.682906"/>
  <p:tag name="ORIGINALWIDTH" val="4.201731"/>
</p:tagLst>
</file>

<file path=ppt/tags/tag748.xml><?xml version="1.0" encoding="utf-8"?>
<p:tagLst xmlns:a="http://schemas.openxmlformats.org/drawingml/2006/main" xmlns:r="http://schemas.openxmlformats.org/officeDocument/2006/relationships" xmlns:p="http://schemas.openxmlformats.org/presentationml/2006/main">
  <p:tag name="EMFCHILD" val="True"/>
  <p:tag name="ORIGINALHEIGHT" val="1.029631"/>
  <p:tag name="ORIGINALWIDTH" val="1.057912"/>
</p:tagLst>
</file>

<file path=ppt/tags/tag749.xml><?xml version="1.0" encoding="utf-8"?>
<p:tagLst xmlns:a="http://schemas.openxmlformats.org/drawingml/2006/main" xmlns:r="http://schemas.openxmlformats.org/officeDocument/2006/relationships" xmlns:p="http://schemas.openxmlformats.org/presentationml/2006/main">
  <p:tag name="EMFCHILD" val="True"/>
  <p:tag name="ORIGINALHEIGHT" val="6.682906"/>
  <p:tag name="ORIGINALWIDTH" val="4.201731"/>
</p:tagLst>
</file>

<file path=ppt/tags/tag750.xml><?xml version="1.0" encoding="utf-8"?>
<p:tagLst xmlns:a="http://schemas.openxmlformats.org/drawingml/2006/main" xmlns:r="http://schemas.openxmlformats.org/officeDocument/2006/relationships" xmlns:p="http://schemas.openxmlformats.org/presentationml/2006/main">
  <p:tag name="EMFCHILD" val="True"/>
  <p:tag name="ORIGINALHEIGHT" val="6.682906"/>
  <p:tag name="ORIGINALWIDTH" val="4.141857"/>
</p:tagLst>
</file>

<file path=ppt/tags/tag751.xml><?xml version="1.0" encoding="utf-8"?>
<p:tagLst xmlns:a="http://schemas.openxmlformats.org/drawingml/2006/main" xmlns:r="http://schemas.openxmlformats.org/officeDocument/2006/relationships" xmlns:p="http://schemas.openxmlformats.org/presentationml/2006/main">
  <p:tag name="EMFCHILD" val="True"/>
  <p:tag name="ORIGINALHEIGHT" val="6.682906"/>
  <p:tag name="ORIGINALWIDTH" val="3.982178"/>
</p:tagLst>
</file>

<file path=ppt/tags/tag752.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24"/>
  <p:tag name="IGUANATEXSIZE" val="18"/>
  <p:tag name="LATEXADDIN" val="\documentclass{article}&#10;\usepackage{amsmath}&#10;\pagestyle{empty}&#10;\begin{document}&#10;&#10;&#10;$p-value = \text{P}(T &gt; 1.52 | \text{H}_0) $&#10;\end{document}"/>
  <p:tag name="LATEXENGINEID" val="0"/>
  <p:tag name="LATEXFORMHEIGHT" val="320"/>
  <p:tag name="LATEXFORMWIDTH" val="385"/>
  <p:tag name="LATEXFORMWRAP" val="True"/>
  <p:tag name="ORIGINALHEIGHT" val="6.177822"/>
  <p:tag name="ORIGINALWIDTH" val="5.179154"/>
  <p:tag name="TEMPFOLDER" val="c:\temp\"/>
  <p:tag name="TRANSPARENCY" val="True"/>
</p:tagLst>
</file>

<file path=ppt/tags/tag753.xml><?xml version="1.0" encoding="utf-8"?>
<p:tagLst xmlns:a="http://schemas.openxmlformats.org/drawingml/2006/main" xmlns:r="http://schemas.openxmlformats.org/officeDocument/2006/relationships" xmlns:p="http://schemas.openxmlformats.org/presentationml/2006/main">
  <p:tag name="EMFCHILD" val="True"/>
  <p:tag name="ORIGINALHEIGHT" val="0.388535"/>
  <p:tag name="ORIGINALWIDTH" val="6.062205"/>
</p:tagLst>
</file>

<file path=ppt/tags/tag754.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4.355642"/>
</p:tagLst>
</file>

<file path=ppt/tags/tag755.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4.54416"/>
</p:tagLst>
</file>

<file path=ppt/tags/tag756.xml><?xml version="1.0" encoding="utf-8"?>
<p:tagLst xmlns:a="http://schemas.openxmlformats.org/drawingml/2006/main" xmlns:r="http://schemas.openxmlformats.org/officeDocument/2006/relationships" xmlns:p="http://schemas.openxmlformats.org/presentationml/2006/main">
  <p:tag name="EMFCHILD" val="True"/>
  <p:tag name="ORIGINALHEIGHT" val="6.848055"/>
  <p:tag name="ORIGINALWIDTH" val="2.12323"/>
</p:tagLst>
</file>

<file path=ppt/tags/tag757.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5.09978"/>
</p:tagLst>
</file>

<file path=ppt/tags/tag758.xml><?xml version="1.0" encoding="utf-8"?>
<p:tagLst xmlns:a="http://schemas.openxmlformats.org/drawingml/2006/main" xmlns:r="http://schemas.openxmlformats.org/officeDocument/2006/relationships" xmlns:p="http://schemas.openxmlformats.org/presentationml/2006/main">
  <p:tag name="EMFCHILD" val="True"/>
  <p:tag name="ORIGINALHEIGHT" val="4.400221"/>
  <p:tag name="ORIGINALWIDTH" val="3.809959"/>
</p:tagLst>
</file>

<file path=ppt/tags/tag759.xml><?xml version="1.0" encoding="utf-8"?>
<p:tagLst xmlns:a="http://schemas.openxmlformats.org/drawingml/2006/main" xmlns:r="http://schemas.openxmlformats.org/officeDocument/2006/relationships" xmlns:p="http://schemas.openxmlformats.org/presentationml/2006/main">
  <p:tag name="EMFCHILD" val="True"/>
  <p:tag name="ORIGINALHEIGHT" val="2.272973"/>
  <p:tag name="ORIGINALWIDTH" val="6.59799"/>
</p:tagLst>
</file>

<file path=ppt/tags/tag760.xml><?xml version="1.0" encoding="utf-8"?>
<p:tagLst xmlns:a="http://schemas.openxmlformats.org/drawingml/2006/main" xmlns:r="http://schemas.openxmlformats.org/officeDocument/2006/relationships" xmlns:p="http://schemas.openxmlformats.org/presentationml/2006/main">
  <p:tag name="EMFCHILD" val="True"/>
  <p:tag name="ORIGINALHEIGHT" val="6.634344"/>
  <p:tag name="ORIGINALWIDTH" val="5.843917"/>
</p:tagLst>
</file>

<file path=ppt/tags/tag761.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185"/>
</p:tagLst>
</file>

<file path=ppt/tags/tag762.xml><?xml version="1.0" encoding="utf-8"?>
<p:tagLst xmlns:a="http://schemas.openxmlformats.org/drawingml/2006/main" xmlns:r="http://schemas.openxmlformats.org/officeDocument/2006/relationships" xmlns:p="http://schemas.openxmlformats.org/presentationml/2006/main">
  <p:tag name="EMFCHILD" val="True"/>
  <p:tag name="ORIGINALHEIGHT" val="6.576069"/>
  <p:tag name="ORIGINALWIDTH" val="6.746802"/>
</p:tagLst>
</file>

<file path=ppt/tags/tag763.xml><?xml version="1.0" encoding="utf-8"?>
<p:tagLst xmlns:a="http://schemas.openxmlformats.org/drawingml/2006/main" xmlns:r="http://schemas.openxmlformats.org/officeDocument/2006/relationships" xmlns:p="http://schemas.openxmlformats.org/presentationml/2006/main">
  <p:tag name="EMFCHILD" val="True"/>
  <p:tag name="ORIGINALHEIGHT" val="5.633851"/>
  <p:tag name="ORIGINALWIDTH" val="6.062205"/>
</p:tagLst>
</file>

<file path=ppt/tags/tag764.xml><?xml version="1.0" encoding="utf-8"?>
<p:tagLst xmlns:a="http://schemas.openxmlformats.org/drawingml/2006/main" xmlns:r="http://schemas.openxmlformats.org/officeDocument/2006/relationships" xmlns:p="http://schemas.openxmlformats.org/presentationml/2006/main">
  <p:tag name="EMFCHILD" val="True"/>
  <p:tag name="ORIGINALHEIGHT" val="6.469233"/>
  <p:tag name="ORIGINALWIDTH" val="3.274174"/>
</p:tagLst>
</file>

<file path=ppt/tags/tag765.xml><?xml version="1.0" encoding="utf-8"?>
<p:tagLst xmlns:a="http://schemas.openxmlformats.org/drawingml/2006/main" xmlns:r="http://schemas.openxmlformats.org/officeDocument/2006/relationships" xmlns:p="http://schemas.openxmlformats.org/presentationml/2006/main">
  <p:tag name="EMFCHILD" val="True"/>
  <p:tag name="ORIGINALHEIGHT" val="1.029631"/>
  <p:tag name="ORIGINALWIDTH" val="1.051698"/>
</p:tagLst>
</file>

<file path=ppt/tags/tag766.xml><?xml version="1.0" encoding="utf-8"?>
<p:tagLst xmlns:a="http://schemas.openxmlformats.org/drawingml/2006/main" xmlns:r="http://schemas.openxmlformats.org/officeDocument/2006/relationships" xmlns:p="http://schemas.openxmlformats.org/presentationml/2006/main">
  <p:tag name="EMFCHILD" val="True"/>
  <p:tag name="ORIGINALHEIGHT" val="6.682906"/>
  <p:tag name="ORIGINALWIDTH" val="3.958772"/>
</p:tagLst>
</file>

<file path=ppt/tags/tag767.xml><?xml version="1.0" encoding="utf-8"?>
<p:tagLst xmlns:a="http://schemas.openxmlformats.org/drawingml/2006/main" xmlns:r="http://schemas.openxmlformats.org/officeDocument/2006/relationships" xmlns:p="http://schemas.openxmlformats.org/presentationml/2006/main">
  <p:tag name="EMFCHILD" val="True"/>
  <p:tag name="ORIGINALHEIGHT" val="6.469233"/>
  <p:tag name="ORIGINALWIDTH" val="3.958772"/>
</p:tagLst>
</file>

<file path=ppt/tags/tag768.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68707"/>
</p:tagLst>
</file>

<file path=ppt/tags/tag769.xml><?xml version="1.0" encoding="utf-8"?>
<p:tagLst xmlns:a="http://schemas.openxmlformats.org/drawingml/2006/main" xmlns:r="http://schemas.openxmlformats.org/officeDocument/2006/relationships" xmlns:p="http://schemas.openxmlformats.org/presentationml/2006/main">
  <p:tag name="EMFCHILD" val="True"/>
  <p:tag name="ORIGINALHEIGHT" val="6.634344"/>
  <p:tag name="ORIGINALWIDTH" val="6.776572"/>
</p:tagLst>
</file>

<file path=ppt/tags/tag770.xml><?xml version="1.0" encoding="utf-8"?>
<p:tagLst xmlns:a="http://schemas.openxmlformats.org/drawingml/2006/main" xmlns:r="http://schemas.openxmlformats.org/officeDocument/2006/relationships" xmlns:p="http://schemas.openxmlformats.org/presentationml/2006/main">
  <p:tag name="EMFCHILD" val="True"/>
  <p:tag name="ORIGINALHEIGHT" val="4.650847"/>
  <p:tag name="ORIGINALWIDTH" val="3.222598"/>
</p:tagLst>
</file>

<file path=ppt/tags/tag771.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185"/>
</p:tagLst>
</file>

<file path=ppt/tags/tag772.xml><?xml version="1.0" encoding="utf-8"?>
<p:tagLst xmlns:a="http://schemas.openxmlformats.org/drawingml/2006/main" xmlns:r="http://schemas.openxmlformats.org/officeDocument/2006/relationships" xmlns:p="http://schemas.openxmlformats.org/presentationml/2006/main">
  <p:tag name="BITMAPVECTOR" val="1"/>
  <p:tag name="IGUANATEXCURSOR" val="101"/>
  <p:tag name="IGUANATEXSIZE" val="18"/>
  <p:tag name="IGUANATEXVERSION" val="161"/>
  <p:tag name="LATEXADDIN" val="\documentclass{article}&#10;\usepackage{amsmath}&#10;\pagestyle{empty}&#10;\begin{document}&#10;&#10;&#10;$\text{P}(|T_{n-1}| &gt; |t|) = 2\text{P}(T_{n-1} &gt; |t|) $&#10;\end{document}"/>
  <p:tag name="LATEXENGINEID" val="0"/>
  <p:tag name="LATEXFORMHEIGHT" val="320"/>
  <p:tag name="LATEXFORMWIDTH" val="385"/>
  <p:tag name="LATEXFORMWRAP" val="True"/>
  <p:tag name="ORIGINALHEIGHT" val="9.713561"/>
  <p:tag name="ORIGINALWIDTH" val="138.4902"/>
  <p:tag name="OUTPUTTYPE" val="SVG"/>
  <p:tag name="TEMPFOLDER" val="c:\temp\"/>
  <p:tag name="TRANSPARENCY" val="True"/>
</p:tagLst>
</file>

<file path=ppt/tags/tag773.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01"/>
  <p:tag name="IGUANATEXSIZE" val="18"/>
  <p:tag name="LATEXADDIN" val="\documentclass{article}&#10;\usepackage{amsmath}&#10;\pagestyle{empty}&#10;\begin{document}&#10;&#10;&#10;$\text{P}(|T_{n-1}| &gt; |t|) = 2\text{P}(T_{n-1} &gt; |t|) $&#10;\end{document}"/>
  <p:tag name="LATEXENGINEID" val="0"/>
  <p:tag name="LATEXFORMHEIGHT" val="320"/>
  <p:tag name="LATEXFORMWIDTH" val="385"/>
  <p:tag name="LATEXFORMWRAP" val="True"/>
  <p:tag name="ORIGINALHEIGHT" val="6.634355"/>
  <p:tag name="ORIGINALWIDTH" val="5.83676"/>
  <p:tag name="TEMPFOLDER" val="c:\temp\"/>
  <p:tag name="TRANSPARENCY" val="True"/>
</p:tagLst>
</file>

<file path=ppt/tags/tag774.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299002"/>
</p:tagLst>
</file>

<file path=ppt/tags/tag775.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63665"/>
</p:tagLst>
</file>

<file path=ppt/tags/tag776.xml><?xml version="1.0" encoding="utf-8"?>
<p:tagLst xmlns:a="http://schemas.openxmlformats.org/drawingml/2006/main" xmlns:r="http://schemas.openxmlformats.org/officeDocument/2006/relationships" xmlns:p="http://schemas.openxmlformats.org/presentationml/2006/main">
  <p:tag name="EMFCHILD" val="True"/>
  <p:tag name="ORIGINALHEIGHT" val="6.576032"/>
  <p:tag name="ORIGINALWIDTH" val="6.738548"/>
</p:tagLst>
</file>

<file path=ppt/tags/tag777.xml><?xml version="1.0" encoding="utf-8"?>
<p:tagLst xmlns:a="http://schemas.openxmlformats.org/drawingml/2006/main" xmlns:r="http://schemas.openxmlformats.org/officeDocument/2006/relationships" xmlns:p="http://schemas.openxmlformats.org/presentationml/2006/main">
  <p:tag name="EMFCHILD" val="True"/>
  <p:tag name="ORIGINALHEIGHT" val="3.066555"/>
  <p:tag name="ORIGINALWIDTH" val="4.238327"/>
</p:tagLst>
</file>

<file path=ppt/tags/tag778.xml><?xml version="1.0" encoding="utf-8"?>
<p:tagLst xmlns:a="http://schemas.openxmlformats.org/drawingml/2006/main" xmlns:r="http://schemas.openxmlformats.org/officeDocument/2006/relationships" xmlns:p="http://schemas.openxmlformats.org/presentationml/2006/main">
  <p:tag name="EMFCHILD" val="True"/>
  <p:tag name="ORIGINALHEIGHT" val="0.3331726"/>
  <p:tag name="ORIGINALWIDTH" val="4.68922"/>
</p:tagLst>
</file>

<file path=ppt/tags/tag779.xml><?xml version="1.0" encoding="utf-8"?>
<p:tagLst xmlns:a="http://schemas.openxmlformats.org/drawingml/2006/main" xmlns:r="http://schemas.openxmlformats.org/officeDocument/2006/relationships" xmlns:p="http://schemas.openxmlformats.org/presentationml/2006/main">
  <p:tag name="EMFCHILD" val="True"/>
  <p:tag name="ORIGINALHEIGHT" val="4.514815"/>
  <p:tag name="ORIGINALWIDTH" val="2.524955"/>
</p:tagLst>
</file>

<file path=ppt/tags/tag780.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63665"/>
</p:tagLst>
</file>

<file path=ppt/tags/tag781.xml><?xml version="1.0" encoding="utf-8"?>
<p:tagLst xmlns:a="http://schemas.openxmlformats.org/drawingml/2006/main" xmlns:r="http://schemas.openxmlformats.org/officeDocument/2006/relationships" xmlns:p="http://schemas.openxmlformats.org/presentationml/2006/main">
  <p:tag name="EMFCHILD" val="True"/>
  <p:tag name="ORIGINALHEIGHT" val="5.633825"/>
  <p:tag name="ORIGINALWIDTH" val="6.054743"/>
</p:tagLst>
</file>

<file path=ppt/tags/tag782.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63665"/>
</p:tagLst>
</file>

<file path=ppt/tags/tag783.xml><?xml version="1.0" encoding="utf-8"?>
<p:tagLst xmlns:a="http://schemas.openxmlformats.org/drawingml/2006/main" xmlns:r="http://schemas.openxmlformats.org/officeDocument/2006/relationships" xmlns:p="http://schemas.openxmlformats.org/presentationml/2006/main">
  <p:tag name="EMFCHILD" val="True"/>
  <p:tag name="ORIGINALHEIGHT" val="6.18751"/>
  <p:tag name="ORIGINALWIDTH" val="3.042205"/>
</p:tagLst>
</file>

<file path=ppt/tags/tag784.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63665"/>
</p:tagLst>
</file>

<file path=ppt/tags/tag785.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299002"/>
</p:tagLst>
</file>

<file path=ppt/tags/tag786.xml><?xml version="1.0" encoding="utf-8"?>
<p:tagLst xmlns:a="http://schemas.openxmlformats.org/drawingml/2006/main" xmlns:r="http://schemas.openxmlformats.org/officeDocument/2006/relationships" xmlns:p="http://schemas.openxmlformats.org/presentationml/2006/main">
  <p:tag name="EMFCHILD" val="True"/>
  <p:tag name="ORIGINALHEIGHT" val="2.272937"/>
  <p:tag name="ORIGINALWIDTH" val="6.589894"/>
</p:tagLst>
</file>

<file path=ppt/tags/tag787.xml><?xml version="1.0" encoding="utf-8"?>
<p:tagLst xmlns:a="http://schemas.openxmlformats.org/drawingml/2006/main" xmlns:r="http://schemas.openxmlformats.org/officeDocument/2006/relationships" xmlns:p="http://schemas.openxmlformats.org/presentationml/2006/main">
  <p:tag name="EMFCHILD" val="True"/>
  <p:tag name="ORIGINALHEIGHT" val="6.469192"/>
  <p:tag name="ORIGINALWIDTH" val="3.953924"/>
</p:tagLst>
</file>

<file path=ppt/tags/tag788.xml><?xml version="1.0" encoding="utf-8"?>
<p:tagLst xmlns:a="http://schemas.openxmlformats.org/drawingml/2006/main" xmlns:r="http://schemas.openxmlformats.org/officeDocument/2006/relationships" xmlns:p="http://schemas.openxmlformats.org/presentationml/2006/main">
  <p:tag name="EMFCHILD" val="True"/>
  <p:tag name="ORIGINALHEIGHT" val="6.634355"/>
  <p:tag name="ORIGINALWIDTH" val="5.83676"/>
</p:tagLst>
</file>

<file path=ppt/tags/tag789.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299002"/>
</p:tagLst>
</file>

<file path=ppt/tags/tag790.xml><?xml version="1.0" encoding="utf-8"?>
<p:tagLst xmlns:a="http://schemas.openxmlformats.org/drawingml/2006/main" xmlns:r="http://schemas.openxmlformats.org/officeDocument/2006/relationships" xmlns:p="http://schemas.openxmlformats.org/presentationml/2006/main">
  <p:tag name="EMFCHILD" val="True"/>
  <p:tag name="ORIGINALHEIGHT" val="6.576032"/>
  <p:tag name="ORIGINALWIDTH" val="6.738548"/>
</p:tagLst>
</file>

<file path=ppt/tags/tag791.xml><?xml version="1.0" encoding="utf-8"?>
<p:tagLst xmlns:a="http://schemas.openxmlformats.org/drawingml/2006/main" xmlns:r="http://schemas.openxmlformats.org/officeDocument/2006/relationships" xmlns:p="http://schemas.openxmlformats.org/presentationml/2006/main">
  <p:tag name="EMFCHILD" val="True"/>
  <p:tag name="ORIGINALHEIGHT" val="3.066555"/>
  <p:tag name="ORIGINALWIDTH" val="4.238327"/>
</p:tagLst>
</file>

<file path=ppt/tags/tag792.xml><?xml version="1.0" encoding="utf-8"?>
<p:tagLst xmlns:a="http://schemas.openxmlformats.org/drawingml/2006/main" xmlns:r="http://schemas.openxmlformats.org/officeDocument/2006/relationships" xmlns:p="http://schemas.openxmlformats.org/presentationml/2006/main">
  <p:tag name="EMFCHILD" val="True"/>
  <p:tag name="ORIGINALHEIGHT" val="0.3331726"/>
  <p:tag name="ORIGINALWIDTH" val="4.68922"/>
</p:tagLst>
</file>

<file path=ppt/tags/tag793.xml><?xml version="1.0" encoding="utf-8"?>
<p:tagLst xmlns:a="http://schemas.openxmlformats.org/drawingml/2006/main" xmlns:r="http://schemas.openxmlformats.org/officeDocument/2006/relationships" xmlns:p="http://schemas.openxmlformats.org/presentationml/2006/main">
  <p:tag name="EMFCHILD" val="True"/>
  <p:tag name="ORIGINALHEIGHT" val="4.514815"/>
  <p:tag name="ORIGINALWIDTH" val="2.524955"/>
</p:tagLst>
</file>

<file path=ppt/tags/tag794.xml><?xml version="1.0" encoding="utf-8"?>
<p:tagLst xmlns:a="http://schemas.openxmlformats.org/drawingml/2006/main" xmlns:r="http://schemas.openxmlformats.org/officeDocument/2006/relationships" xmlns:p="http://schemas.openxmlformats.org/presentationml/2006/main">
  <p:tag name="EMFCHILD" val="True"/>
  <p:tag name="ORIGINALHEIGHT" val="5.633825"/>
  <p:tag name="ORIGINALWIDTH" val="6.054743"/>
</p:tagLst>
</file>

<file path=ppt/tags/tag795.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63665"/>
</p:tagLst>
</file>

<file path=ppt/tags/tag796.xml><?xml version="1.0" encoding="utf-8"?>
<p:tagLst xmlns:a="http://schemas.openxmlformats.org/drawingml/2006/main" xmlns:r="http://schemas.openxmlformats.org/officeDocument/2006/relationships" xmlns:p="http://schemas.openxmlformats.org/presentationml/2006/main">
  <p:tag name="EMFCHILD" val="True"/>
  <p:tag name="ORIGINALHEIGHT" val="6.18751"/>
  <p:tag name="ORIGINALWIDTH" val="3.042205"/>
</p:tagLst>
</file>

<file path=ppt/tags/tag797.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63665"/>
</p:tagLst>
</file>

<file path=ppt/tags/tag798.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299002"/>
</p:tagLst>
</file>

<file path=ppt/theme/theme1.xml><?xml version="1.0" encoding="utf-8"?>
<a:theme xmlns:a="http://schemas.openxmlformats.org/drawingml/2006/main" name="1_office theme">
  <a:themeElements>
    <a:clrScheme name="viridis inferno">
      <a:dk1>
        <a:sysClr val="windowText" lastClr="000000"/>
      </a:dk1>
      <a:lt1>
        <a:sysClr val="window" lastClr="FFFFFF"/>
      </a:lt1>
      <a:dk2>
        <a:srgbClr val="0E2841"/>
      </a:dk2>
      <a:lt2>
        <a:srgbClr val="E8E8E8"/>
      </a:lt2>
      <a:accent1>
        <a:srgbClr val="FCFFA4"/>
      </a:accent1>
      <a:accent2>
        <a:srgbClr val="FAC228"/>
      </a:accent2>
      <a:accent3>
        <a:srgbClr val="F57D15"/>
      </a:accent3>
      <a:accent4>
        <a:srgbClr val="D44842"/>
      </a:accent4>
      <a:accent5>
        <a:srgbClr val="9F2A63"/>
      </a:accent5>
      <a:accent6>
        <a:srgbClr val="65156E"/>
      </a:accent6>
      <a:hlink>
        <a:srgbClr val="280B53"/>
      </a:hlink>
      <a:folHlink>
        <a:srgbClr val="000004"/>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b944d9a-1051-4685-b09d-9a95ee2dbd99}" enabled="0" method="" siteId="{3b944d9a-1051-4685-b09d-9a95ee2dbd99}" removed="1"/>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77</Slides>
  <Notes>41</Notes>
  <HiddenSlides>17</HiddenSlides>
  <ScaleCrop>false</ScaleCrop>
  <HeadingPairs>
    <vt:vector size="4" baseType="variant">
      <vt:variant>
        <vt:lpstr>Theme</vt:lpstr>
      </vt:variant>
      <vt:variant>
        <vt:i4>1</vt:i4>
      </vt:variant>
      <vt:variant>
        <vt:lpstr>Slide Titles</vt:lpstr>
      </vt:variant>
      <vt:variant>
        <vt:i4>77</vt:i4>
      </vt:variant>
    </vt:vector>
  </HeadingPairs>
  <TitlesOfParts>
    <vt:vector size="78" baseType="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Luis Carlos Guevara Hernandez</dc:creator>
  <cp:revision>1</cp:revision>
  <dcterms:created xsi:type="dcterms:W3CDTF">2024-06-30T19:22:33Z</dcterms:created>
  <dcterms:modified xsi:type="dcterms:W3CDTF">2026-03-25T14:42:46Z</dcterms:modified>
</cp:coreProperties>
</file>