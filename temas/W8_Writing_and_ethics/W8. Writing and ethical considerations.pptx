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sldIdLst>
    <p:sldId id="569" r:id="rId2"/>
    <p:sldId id="570" r:id="rId3"/>
    <p:sldId id="571" r:id="rId4"/>
    <p:sldId id="572" r:id="rId5"/>
    <p:sldId id="573" r:id="rId6"/>
    <p:sldId id="574" r:id="rId7"/>
    <p:sldId id="575" r:id="rId8"/>
    <p:sldId id="577" r:id="rId9"/>
    <p:sldId id="578" r:id="rId10"/>
    <p:sldId id="579" r:id="rId11"/>
    <p:sldId id="580" r:id="rId12"/>
    <p:sldId id="581" r:id="rId13"/>
    <p:sldId id="582" r:id="rId14"/>
    <p:sldId id="583" r:id="rId15"/>
    <p:sldId id="584" r:id="rId16"/>
    <p:sldId id="585" r:id="rId17"/>
    <p:sldId id="58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FDCF6D6-2FF0-4A0E-A435-E5E98CD49DE9}">
          <p14:sldIdLst>
            <p14:sldId id="569"/>
          </p14:sldIdLst>
        </p14:section>
        <p14:section name="Intro" id="{6BF1E331-C3E1-437F-80DF-544E86021793}">
          <p14:sldIdLst>
            <p14:sldId id="570"/>
            <p14:sldId id="571"/>
            <p14:sldId id="572"/>
            <p14:sldId id="573"/>
            <p14:sldId id="574"/>
            <p14:sldId id="575"/>
            <p14:sldId id="577"/>
            <p14:sldId id="578"/>
            <p14:sldId id="579"/>
            <p14:sldId id="580"/>
            <p14:sldId id="581"/>
            <p14:sldId id="582"/>
            <p14:sldId id="583"/>
            <p14:sldId id="584"/>
            <p14:sldId id="585"/>
            <p14:sldId id="5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EB2222"/>
    <a:srgbClr val="F57D15"/>
    <a:srgbClr val="C8C8C8"/>
    <a:srgbClr val="F26665"/>
    <a:srgbClr val="DF102C"/>
    <a:srgbClr val="F22D1C"/>
    <a:srgbClr val="E5908D"/>
    <a:srgbClr val="FDE5D0"/>
    <a:srgbClr val="711D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3638A7-D832-790A-BE15-0D92E2E994C4}" v="4" dt="2026-04-08T18:33:54.7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2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020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Carlos Guevara Hernandez" userId="946bcc4c-b146-4724-978c-751fab731e0a" providerId="ADAL" clId="{8D45B6E4-1233-4CBF-9F60-0793E96FE6AE}"/>
    <pc:docChg chg="modSld">
      <pc:chgData name="Luis Carlos Guevara Hernandez" userId="946bcc4c-b146-4724-978c-751fab731e0a" providerId="ADAL" clId="{8D45B6E4-1233-4CBF-9F60-0793E96FE6AE}" dt="2026-04-06T15:50:00.511" v="0"/>
      <pc:docMkLst>
        <pc:docMk/>
      </pc:docMkLst>
      <pc:sldChg chg="modAnim">
        <pc:chgData name="Luis Carlos Guevara Hernandez" userId="946bcc4c-b146-4724-978c-751fab731e0a" providerId="ADAL" clId="{8D45B6E4-1233-4CBF-9F60-0793E96FE6AE}" dt="2026-04-06T15:50:00.511" v="0"/>
        <pc:sldMkLst>
          <pc:docMk/>
          <pc:sldMk cId="1137491199" sldId="583"/>
        </pc:sldMkLst>
      </pc:sldChg>
    </pc:docChg>
  </pc:docChgLst>
  <pc:docChgLst>
    <pc:chgData name="Sara Catalina Castrillón Benjumea" userId="S::sara.castrillon@est.uexternado.edu.co::4c451f3b-3cfe-4c03-87e8-507a978e1a8e" providerId="AD" clId="Web-{593638A7-D832-790A-BE15-0D92E2E994C4}"/>
    <pc:docChg chg="modSld">
      <pc:chgData name="Sara Catalina Castrillón Benjumea" userId="S::sara.castrillon@est.uexternado.edu.co::4c451f3b-3cfe-4c03-87e8-507a978e1a8e" providerId="AD" clId="Web-{593638A7-D832-790A-BE15-0D92E2E994C4}" dt="2026-04-08T18:33:54.757" v="3"/>
      <pc:docMkLst>
        <pc:docMk/>
      </pc:docMkLst>
      <pc:sldChg chg="modSp">
        <pc:chgData name="Sara Catalina Castrillón Benjumea" userId="S::sara.castrillon@est.uexternado.edu.co::4c451f3b-3cfe-4c03-87e8-507a978e1a8e" providerId="AD" clId="Web-{593638A7-D832-790A-BE15-0D92E2E994C4}" dt="2026-04-08T18:33:54.757" v="3"/>
        <pc:sldMkLst>
          <pc:docMk/>
          <pc:sldMk cId="3120159366" sldId="571"/>
        </pc:sldMkLst>
        <pc:graphicFrameChg chg="mod modGraphic">
          <ac:chgData name="Sara Catalina Castrillón Benjumea" userId="S::sara.castrillon@est.uexternado.edu.co::4c451f3b-3cfe-4c03-87e8-507a978e1a8e" providerId="AD" clId="Web-{593638A7-D832-790A-BE15-0D92E2E994C4}" dt="2026-04-08T18:33:54.757" v="3"/>
          <ac:graphicFrameMkLst>
            <pc:docMk/>
            <pc:sldMk cId="3120159366" sldId="571"/>
            <ac:graphicFrameMk id="12" creationId="{D118C905-6160-066D-D34F-EE9BCDC7B1A3}"/>
          </ac:graphicFrameMkLst>
        </pc:graphicFrameChg>
      </pc:sldChg>
    </pc:docChg>
  </pc:docChgLst>
  <pc:docChgLst>
    <pc:chgData name="Luis Carlos Guevara Hernandez" userId="946bcc4c-b146-4724-978c-751fab731e0a" providerId="ADAL" clId="{E8E95438-7D72-4151-95E2-CCAFE31D1FDF}"/>
    <pc:docChg chg="undo custSel addSld delSld modSld delMainMaster delSection modSection">
      <pc:chgData name="Luis Carlos Guevara Hernandez" userId="946bcc4c-b146-4724-978c-751fab731e0a" providerId="ADAL" clId="{E8E95438-7D72-4151-95E2-CCAFE31D1FDF}" dt="2026-04-05T19:08:59.046" v="1587" actId="47"/>
      <pc:docMkLst>
        <pc:docMk/>
      </pc:docMkLst>
      <pc:sldChg chg="modSp add del mod setBg">
        <pc:chgData name="Luis Carlos Guevara Hernandez" userId="946bcc4c-b146-4724-978c-751fab731e0a" providerId="ADAL" clId="{E8E95438-7D72-4151-95E2-CCAFE31D1FDF}" dt="2026-04-05T17:47:56.283" v="400" actId="790"/>
        <pc:sldMkLst>
          <pc:docMk/>
          <pc:sldMk cId="1685783226" sldId="569"/>
        </pc:sldMkLst>
        <pc:spChg chg="mod">
          <ac:chgData name="Luis Carlos Guevara Hernandez" userId="946bcc4c-b146-4724-978c-751fab731e0a" providerId="ADAL" clId="{E8E95438-7D72-4151-95E2-CCAFE31D1FDF}" dt="2026-04-05T17:47:56.283" v="400" actId="790"/>
          <ac:spMkLst>
            <pc:docMk/>
            <pc:sldMk cId="1685783226" sldId="569"/>
            <ac:spMk id="8" creationId="{687B03B1-F682-627F-5365-D854D0180586}"/>
          </ac:spMkLst>
        </pc:spChg>
        <pc:spChg chg="mod">
          <ac:chgData name="Luis Carlos Guevara Hernandez" userId="946bcc4c-b146-4724-978c-751fab731e0a" providerId="ADAL" clId="{E8E95438-7D72-4151-95E2-CCAFE31D1FDF}" dt="2026-04-05T17:47:56.283" v="400" actId="790"/>
          <ac:spMkLst>
            <pc:docMk/>
            <pc:sldMk cId="1685783226" sldId="569"/>
            <ac:spMk id="17" creationId="{06132DC8-AD8F-6ADA-3DE6-0B3C4479F681}"/>
          </ac:spMkLst>
        </pc:spChg>
        <pc:spChg chg="mod">
          <ac:chgData name="Luis Carlos Guevara Hernandez" userId="946bcc4c-b146-4724-978c-751fab731e0a" providerId="ADAL" clId="{E8E95438-7D72-4151-95E2-CCAFE31D1FDF}" dt="2026-04-05T17:47:56.283" v="400" actId="790"/>
          <ac:spMkLst>
            <pc:docMk/>
            <pc:sldMk cId="1685783226" sldId="569"/>
            <ac:spMk id="43" creationId="{F3364C32-E4EF-E06E-4488-24140B040896}"/>
          </ac:spMkLst>
        </pc:spChg>
        <pc:spChg chg="mod">
          <ac:chgData name="Luis Carlos Guevara Hernandez" userId="946bcc4c-b146-4724-978c-751fab731e0a" providerId="ADAL" clId="{E8E95438-7D72-4151-95E2-CCAFE31D1FDF}" dt="2026-04-05T17:47:56.283" v="400" actId="790"/>
          <ac:spMkLst>
            <pc:docMk/>
            <pc:sldMk cId="1685783226" sldId="569"/>
            <ac:spMk id="44" creationId="{C8F374C7-7891-67E2-6F8B-0102DC41A8F4}"/>
          </ac:spMkLst>
        </pc:spChg>
      </pc:sldChg>
      <pc:sldChg chg="addSp delSp modSp add mod delAnim modAnim">
        <pc:chgData name="Luis Carlos Guevara Hernandez" userId="946bcc4c-b146-4724-978c-751fab731e0a" providerId="ADAL" clId="{E8E95438-7D72-4151-95E2-CCAFE31D1FDF}" dt="2026-04-05T18:02:46.767" v="480" actId="14100"/>
        <pc:sldMkLst>
          <pc:docMk/>
          <pc:sldMk cId="1205437629" sldId="570"/>
        </pc:sldMkLst>
        <pc:spChg chg="mod">
          <ac:chgData name="Luis Carlos Guevara Hernandez" userId="946bcc4c-b146-4724-978c-751fab731e0a" providerId="ADAL" clId="{E8E95438-7D72-4151-95E2-CCAFE31D1FDF}" dt="2026-04-05T18:02:46.767" v="480" actId="14100"/>
          <ac:spMkLst>
            <pc:docMk/>
            <pc:sldMk cId="1205437629" sldId="570"/>
            <ac:spMk id="2" creationId="{7294595E-6F5B-54BF-04A0-F902C8B65FE6}"/>
          </ac:spMkLst>
        </pc:spChg>
        <pc:spChg chg="mod">
          <ac:chgData name="Luis Carlos Guevara Hernandez" userId="946bcc4c-b146-4724-978c-751fab731e0a" providerId="ADAL" clId="{E8E95438-7D72-4151-95E2-CCAFE31D1FDF}" dt="2026-04-05T17:47:56.283" v="400" actId="790"/>
          <ac:spMkLst>
            <pc:docMk/>
            <pc:sldMk cId="1205437629" sldId="570"/>
            <ac:spMk id="4" creationId="{63934CC7-C02A-EEA2-D81C-BD068A1C81F3}"/>
          </ac:spMkLst>
        </pc:spChg>
        <pc:spChg chg="add mod">
          <ac:chgData name="Luis Carlos Guevara Hernandez" userId="946bcc4c-b146-4724-978c-751fab731e0a" providerId="ADAL" clId="{E8E95438-7D72-4151-95E2-CCAFE31D1FDF}" dt="2026-04-05T17:47:56.283" v="400" actId="790"/>
          <ac:spMkLst>
            <pc:docMk/>
            <pc:sldMk cId="1205437629" sldId="570"/>
            <ac:spMk id="6" creationId="{E4255A70-C4BA-3FA0-0B7C-58FF864A9DA6}"/>
          </ac:spMkLst>
        </pc:spChg>
        <pc:spChg chg="mod">
          <ac:chgData name="Luis Carlos Guevara Hernandez" userId="946bcc4c-b146-4724-978c-751fab731e0a" providerId="ADAL" clId="{E8E95438-7D72-4151-95E2-CCAFE31D1FDF}" dt="2026-04-05T17:47:56.283" v="400" actId="790"/>
          <ac:spMkLst>
            <pc:docMk/>
            <pc:sldMk cId="1205437629" sldId="570"/>
            <ac:spMk id="10" creationId="{EFD3D4C4-1A21-EC44-CA8B-35211E5AF240}"/>
          </ac:spMkLst>
        </pc:spChg>
        <pc:spChg chg="mod">
          <ac:chgData name="Luis Carlos Guevara Hernandez" userId="946bcc4c-b146-4724-978c-751fab731e0a" providerId="ADAL" clId="{E8E95438-7D72-4151-95E2-CCAFE31D1FDF}" dt="2026-04-05T17:06:51.174" v="109" actId="14100"/>
          <ac:spMkLst>
            <pc:docMk/>
            <pc:sldMk cId="1205437629" sldId="570"/>
            <ac:spMk id="11" creationId="{7AE4C2AD-B033-83D0-4C3C-32844762AB56}"/>
          </ac:spMkLst>
        </pc:spChg>
        <pc:spChg chg="mod">
          <ac:chgData name="Luis Carlos Guevara Hernandez" userId="946bcc4c-b146-4724-978c-751fab731e0a" providerId="ADAL" clId="{E8E95438-7D72-4151-95E2-CCAFE31D1FDF}" dt="2026-04-05T17:47:56.283" v="400" actId="790"/>
          <ac:spMkLst>
            <pc:docMk/>
            <pc:sldMk cId="1205437629" sldId="570"/>
            <ac:spMk id="20" creationId="{06DFBFD3-A103-54A1-61A9-272663350598}"/>
          </ac:spMkLst>
        </pc:spChg>
        <pc:spChg chg="mod">
          <ac:chgData name="Luis Carlos Guevara Hernandez" userId="946bcc4c-b146-4724-978c-751fab731e0a" providerId="ADAL" clId="{E8E95438-7D72-4151-95E2-CCAFE31D1FDF}" dt="2026-04-05T17:47:56.283" v="400" actId="790"/>
          <ac:spMkLst>
            <pc:docMk/>
            <pc:sldMk cId="1205437629" sldId="570"/>
            <ac:spMk id="21" creationId="{09400331-BFBF-C107-91CD-FA9FC98B1730}"/>
          </ac:spMkLst>
        </pc:spChg>
        <pc:spChg chg="mod">
          <ac:chgData name="Luis Carlos Guevara Hernandez" userId="946bcc4c-b146-4724-978c-751fab731e0a" providerId="ADAL" clId="{E8E95438-7D72-4151-95E2-CCAFE31D1FDF}" dt="2026-04-05T17:05:43.727" v="91" actId="790"/>
          <ac:spMkLst>
            <pc:docMk/>
            <pc:sldMk cId="1205437629" sldId="570"/>
            <ac:spMk id="22" creationId="{10D34128-5EB7-6A68-4B37-F039B3E38264}"/>
          </ac:spMkLst>
        </pc:spChg>
        <pc:spChg chg="mod">
          <ac:chgData name="Luis Carlos Guevara Hernandez" userId="946bcc4c-b146-4724-978c-751fab731e0a" providerId="ADAL" clId="{E8E95438-7D72-4151-95E2-CCAFE31D1FDF}" dt="2026-04-05T17:47:56.283" v="400" actId="790"/>
          <ac:spMkLst>
            <pc:docMk/>
            <pc:sldMk cId="1205437629" sldId="570"/>
            <ac:spMk id="26" creationId="{98160F0C-98CF-80B1-6D41-0212DCA14295}"/>
          </ac:spMkLst>
        </pc:spChg>
        <pc:spChg chg="mod">
          <ac:chgData name="Luis Carlos Guevara Hernandez" userId="946bcc4c-b146-4724-978c-751fab731e0a" providerId="ADAL" clId="{E8E95438-7D72-4151-95E2-CCAFE31D1FDF}" dt="2026-04-05T17:47:56.283" v="400" actId="790"/>
          <ac:spMkLst>
            <pc:docMk/>
            <pc:sldMk cId="1205437629" sldId="570"/>
            <ac:spMk id="28" creationId="{73CB7619-1CF2-912A-DBE9-88DECC2BCD88}"/>
          </ac:spMkLst>
        </pc:spChg>
        <pc:spChg chg="mod">
          <ac:chgData name="Luis Carlos Guevara Hernandez" userId="946bcc4c-b146-4724-978c-751fab731e0a" providerId="ADAL" clId="{E8E95438-7D72-4151-95E2-CCAFE31D1FDF}" dt="2026-04-05T17:47:56.283" v="400" actId="790"/>
          <ac:spMkLst>
            <pc:docMk/>
            <pc:sldMk cId="1205437629" sldId="570"/>
            <ac:spMk id="29" creationId="{94A63E4B-C224-FB2D-0136-750F4B5C19A9}"/>
          </ac:spMkLst>
        </pc:spChg>
        <pc:spChg chg="mod">
          <ac:chgData name="Luis Carlos Guevara Hernandez" userId="946bcc4c-b146-4724-978c-751fab731e0a" providerId="ADAL" clId="{E8E95438-7D72-4151-95E2-CCAFE31D1FDF}" dt="2026-04-05T17:47:56.283" v="400" actId="790"/>
          <ac:spMkLst>
            <pc:docMk/>
            <pc:sldMk cId="1205437629" sldId="570"/>
            <ac:spMk id="32" creationId="{204AD29F-5B33-D566-F9DB-40DA344C8B90}"/>
          </ac:spMkLst>
        </pc:spChg>
        <pc:spChg chg="mod">
          <ac:chgData name="Luis Carlos Guevara Hernandez" userId="946bcc4c-b146-4724-978c-751fab731e0a" providerId="ADAL" clId="{E8E95438-7D72-4151-95E2-CCAFE31D1FDF}" dt="2026-04-05T17:00:26.284" v="46"/>
          <ac:spMkLst>
            <pc:docMk/>
            <pc:sldMk cId="1205437629" sldId="570"/>
            <ac:spMk id="34" creationId="{01334F5B-3876-D6A1-A777-D18A61C9087A}"/>
          </ac:spMkLst>
        </pc:spChg>
        <pc:grpChg chg="mod">
          <ac:chgData name="Luis Carlos Guevara Hernandez" userId="946bcc4c-b146-4724-978c-751fab731e0a" providerId="ADAL" clId="{E8E95438-7D72-4151-95E2-CCAFE31D1FDF}" dt="2026-04-05T17:07:06.482" v="176" actId="1036"/>
          <ac:grpSpMkLst>
            <pc:docMk/>
            <pc:sldMk cId="1205437629" sldId="570"/>
            <ac:grpSpMk id="14" creationId="{8CF21585-0B29-6835-D4EE-6C869E2AFF6A}"/>
          </ac:grpSpMkLst>
        </pc:grpChg>
        <pc:grpChg chg="mod">
          <ac:chgData name="Luis Carlos Guevara Hernandez" userId="946bcc4c-b146-4724-978c-751fab731e0a" providerId="ADAL" clId="{E8E95438-7D72-4151-95E2-CCAFE31D1FDF}" dt="2026-04-05T17:07:06.482" v="176" actId="1036"/>
          <ac:grpSpMkLst>
            <pc:docMk/>
            <pc:sldMk cId="1205437629" sldId="570"/>
            <ac:grpSpMk id="24" creationId="{3C9EA374-11A9-6C66-BBDA-2FF2B6E24938}"/>
          </ac:grpSpMkLst>
        </pc:grpChg>
        <pc:grpChg chg="mod">
          <ac:chgData name="Luis Carlos Guevara Hernandez" userId="946bcc4c-b146-4724-978c-751fab731e0a" providerId="ADAL" clId="{E8E95438-7D72-4151-95E2-CCAFE31D1FDF}" dt="2026-04-05T17:07:06.482" v="176" actId="1036"/>
          <ac:grpSpMkLst>
            <pc:docMk/>
            <pc:sldMk cId="1205437629" sldId="570"/>
            <ac:grpSpMk id="30" creationId="{0DCCB21F-5692-BF4F-C4B0-C53BA22B2A31}"/>
          </ac:grpSpMkLst>
        </pc:grpChg>
      </pc:sldChg>
      <pc:sldChg chg="addSp delSp modSp add mod delAnim modAnim">
        <pc:chgData name="Luis Carlos Guevara Hernandez" userId="946bcc4c-b146-4724-978c-751fab731e0a" providerId="ADAL" clId="{E8E95438-7D72-4151-95E2-CCAFE31D1FDF}" dt="2026-04-05T18:18:05.071" v="661" actId="20577"/>
        <pc:sldMkLst>
          <pc:docMk/>
          <pc:sldMk cId="3120159366" sldId="571"/>
        </pc:sldMkLst>
        <pc:spChg chg="mod">
          <ac:chgData name="Luis Carlos Guevara Hernandez" userId="946bcc4c-b146-4724-978c-751fab731e0a" providerId="ADAL" clId="{E8E95438-7D72-4151-95E2-CCAFE31D1FDF}" dt="2026-04-05T18:18:05.071" v="661" actId="20577"/>
          <ac:spMkLst>
            <pc:docMk/>
            <pc:sldMk cId="3120159366" sldId="571"/>
            <ac:spMk id="7" creationId="{46241DF0-53FA-EB71-F57B-A64F0DE9BAD8}"/>
          </ac:spMkLst>
        </pc:spChg>
        <pc:spChg chg="add mod">
          <ac:chgData name="Luis Carlos Guevara Hernandez" userId="946bcc4c-b146-4724-978c-751fab731e0a" providerId="ADAL" clId="{E8E95438-7D72-4151-95E2-CCAFE31D1FDF}" dt="2026-04-05T17:47:56.283" v="400" actId="790"/>
          <ac:spMkLst>
            <pc:docMk/>
            <pc:sldMk cId="3120159366" sldId="571"/>
            <ac:spMk id="8" creationId="{0A56A611-D2B2-BA3F-5706-BE40FF440FB3}"/>
          </ac:spMkLst>
        </pc:spChg>
        <pc:spChg chg="mod">
          <ac:chgData name="Luis Carlos Guevara Hernandez" userId="946bcc4c-b146-4724-978c-751fab731e0a" providerId="ADAL" clId="{E8E95438-7D72-4151-95E2-CCAFE31D1FDF}" dt="2026-04-05T17:47:56.283" v="400" actId="790"/>
          <ac:spMkLst>
            <pc:docMk/>
            <pc:sldMk cId="3120159366" sldId="571"/>
            <ac:spMk id="10" creationId="{EED85033-75AE-B8D6-39C8-252386D2842B}"/>
          </ac:spMkLst>
        </pc:spChg>
        <pc:spChg chg="add mod">
          <ac:chgData name="Luis Carlos Guevara Hernandez" userId="946bcc4c-b146-4724-978c-751fab731e0a" providerId="ADAL" clId="{E8E95438-7D72-4151-95E2-CCAFE31D1FDF}" dt="2026-04-05T17:40:25.028" v="241" actId="1076"/>
          <ac:spMkLst>
            <pc:docMk/>
            <pc:sldMk cId="3120159366" sldId="571"/>
            <ac:spMk id="13" creationId="{3B2E617E-086A-0799-60FD-764CE247F0CF}"/>
          </ac:spMkLst>
        </pc:spChg>
        <pc:spChg chg="add mod">
          <ac:chgData name="Luis Carlos Guevara Hernandez" userId="946bcc4c-b146-4724-978c-751fab731e0a" providerId="ADAL" clId="{E8E95438-7D72-4151-95E2-CCAFE31D1FDF}" dt="2026-04-05T17:47:56.283" v="400" actId="790"/>
          <ac:spMkLst>
            <pc:docMk/>
            <pc:sldMk cId="3120159366" sldId="571"/>
            <ac:spMk id="15" creationId="{7940B70A-3657-AB7A-5850-5AB8C0A8B05F}"/>
          </ac:spMkLst>
        </pc:spChg>
        <pc:spChg chg="mod">
          <ac:chgData name="Luis Carlos Guevara Hernandez" userId="946bcc4c-b146-4724-978c-751fab731e0a" providerId="ADAL" clId="{E8E95438-7D72-4151-95E2-CCAFE31D1FDF}" dt="2026-04-05T17:40:25.028" v="241" actId="1076"/>
          <ac:spMkLst>
            <pc:docMk/>
            <pc:sldMk cId="3120159366" sldId="571"/>
            <ac:spMk id="17" creationId="{17C025EB-AFA6-776F-7F2D-98B6C04F0617}"/>
          </ac:spMkLst>
        </pc:spChg>
        <pc:spChg chg="add mod">
          <ac:chgData name="Luis Carlos Guevara Hernandez" userId="946bcc4c-b146-4724-978c-751fab731e0a" providerId="ADAL" clId="{E8E95438-7D72-4151-95E2-CCAFE31D1FDF}" dt="2026-04-05T17:47:56.283" v="400" actId="790"/>
          <ac:spMkLst>
            <pc:docMk/>
            <pc:sldMk cId="3120159366" sldId="571"/>
            <ac:spMk id="18" creationId="{3ACD2D18-E8E5-5DBA-2D27-895553092154}"/>
          </ac:spMkLst>
        </pc:spChg>
        <pc:spChg chg="add mod">
          <ac:chgData name="Luis Carlos Guevara Hernandez" userId="946bcc4c-b146-4724-978c-751fab731e0a" providerId="ADAL" clId="{E8E95438-7D72-4151-95E2-CCAFE31D1FDF}" dt="2026-04-05T17:47:56.283" v="400" actId="790"/>
          <ac:spMkLst>
            <pc:docMk/>
            <pc:sldMk cId="3120159366" sldId="571"/>
            <ac:spMk id="23" creationId="{C59806DB-5017-1983-9631-FFAC60756F30}"/>
          </ac:spMkLst>
        </pc:spChg>
        <pc:spChg chg="add mod">
          <ac:chgData name="Luis Carlos Guevara Hernandez" userId="946bcc4c-b146-4724-978c-751fab731e0a" providerId="ADAL" clId="{E8E95438-7D72-4151-95E2-CCAFE31D1FDF}" dt="2026-04-05T17:47:56.283" v="400" actId="790"/>
          <ac:spMkLst>
            <pc:docMk/>
            <pc:sldMk cId="3120159366" sldId="571"/>
            <ac:spMk id="27" creationId="{E0FE6C2A-CCD0-F89B-828C-53F57BC9BA48}"/>
          </ac:spMkLst>
        </pc:spChg>
        <pc:spChg chg="add mod">
          <ac:chgData name="Luis Carlos Guevara Hernandez" userId="946bcc4c-b146-4724-978c-751fab731e0a" providerId="ADAL" clId="{E8E95438-7D72-4151-95E2-CCAFE31D1FDF}" dt="2026-04-05T17:47:56.283" v="400" actId="790"/>
          <ac:spMkLst>
            <pc:docMk/>
            <pc:sldMk cId="3120159366" sldId="571"/>
            <ac:spMk id="39" creationId="{5BA34CFD-2DE8-99FC-7D3A-66BDE9082B56}"/>
          </ac:spMkLst>
        </pc:spChg>
        <pc:spChg chg="add mod">
          <ac:chgData name="Luis Carlos Guevara Hernandez" userId="946bcc4c-b146-4724-978c-751fab731e0a" providerId="ADAL" clId="{E8E95438-7D72-4151-95E2-CCAFE31D1FDF}" dt="2026-04-05T17:47:56.283" v="400" actId="790"/>
          <ac:spMkLst>
            <pc:docMk/>
            <pc:sldMk cId="3120159366" sldId="571"/>
            <ac:spMk id="42" creationId="{C742358A-7ED5-BDA9-86B2-3022A379EB09}"/>
          </ac:spMkLst>
        </pc:spChg>
        <pc:spChg chg="add mod">
          <ac:chgData name="Luis Carlos Guevara Hernandez" userId="946bcc4c-b146-4724-978c-751fab731e0a" providerId="ADAL" clId="{E8E95438-7D72-4151-95E2-CCAFE31D1FDF}" dt="2026-04-05T17:47:56.283" v="400" actId="790"/>
          <ac:spMkLst>
            <pc:docMk/>
            <pc:sldMk cId="3120159366" sldId="571"/>
            <ac:spMk id="45" creationId="{F9EE9746-371B-3BD2-54D7-ECADF1097312}"/>
          </ac:spMkLst>
        </pc:spChg>
        <pc:spChg chg="add mod">
          <ac:chgData name="Luis Carlos Guevara Hernandez" userId="946bcc4c-b146-4724-978c-751fab731e0a" providerId="ADAL" clId="{E8E95438-7D72-4151-95E2-CCAFE31D1FDF}" dt="2026-04-05T17:47:56.283" v="400" actId="790"/>
          <ac:spMkLst>
            <pc:docMk/>
            <pc:sldMk cId="3120159366" sldId="571"/>
            <ac:spMk id="47" creationId="{E240153B-F222-A957-2A4F-627CCB83E007}"/>
          </ac:spMkLst>
        </pc:spChg>
        <pc:picChg chg="mod">
          <ac:chgData name="Luis Carlos Guevara Hernandez" userId="946bcc4c-b146-4724-978c-751fab731e0a" providerId="ADAL" clId="{E8E95438-7D72-4151-95E2-CCAFE31D1FDF}" dt="2026-04-05T17:40:46.700" v="247" actId="1076"/>
          <ac:picMkLst>
            <pc:docMk/>
            <pc:sldMk cId="3120159366" sldId="571"/>
            <ac:picMk id="9" creationId="{6421B877-F5D4-CF79-7D87-2728E3C8D6D7}"/>
          </ac:picMkLst>
        </pc:picChg>
      </pc:sldChg>
      <pc:sldChg chg="addSp delSp modSp add mod addAnim delAnim modAnim">
        <pc:chgData name="Luis Carlos Guevara Hernandez" userId="946bcc4c-b146-4724-978c-751fab731e0a" providerId="ADAL" clId="{E8E95438-7D72-4151-95E2-CCAFE31D1FDF}" dt="2026-04-05T18:17:54.444" v="658" actId="14100"/>
        <pc:sldMkLst>
          <pc:docMk/>
          <pc:sldMk cId="4197326643" sldId="572"/>
        </pc:sldMkLst>
        <pc:spChg chg="mod">
          <ac:chgData name="Luis Carlos Guevara Hernandez" userId="946bcc4c-b146-4724-978c-751fab731e0a" providerId="ADAL" clId="{E8E95438-7D72-4151-95E2-CCAFE31D1FDF}" dt="2026-04-05T18:02:31.606" v="479"/>
          <ac:spMkLst>
            <pc:docMk/>
            <pc:sldMk cId="4197326643" sldId="572"/>
            <ac:spMk id="2" creationId="{402D7FB5-7D33-61C5-0F77-84752F3DDF20}"/>
          </ac:spMkLst>
        </pc:spChg>
        <pc:spChg chg="mod">
          <ac:chgData name="Luis Carlos Guevara Hernandez" userId="946bcc4c-b146-4724-978c-751fab731e0a" providerId="ADAL" clId="{E8E95438-7D72-4151-95E2-CCAFE31D1FDF}" dt="2026-04-05T17:47:56.283" v="400" actId="790"/>
          <ac:spMkLst>
            <pc:docMk/>
            <pc:sldMk cId="4197326643" sldId="572"/>
            <ac:spMk id="4" creationId="{57DC8FFD-6D12-4A96-B7CA-ADB515EA8988}"/>
          </ac:spMkLst>
        </pc:spChg>
        <pc:spChg chg="add mod">
          <ac:chgData name="Luis Carlos Guevara Hernandez" userId="946bcc4c-b146-4724-978c-751fab731e0a" providerId="ADAL" clId="{E8E95438-7D72-4151-95E2-CCAFE31D1FDF}" dt="2026-04-05T18:17:54.444" v="658" actId="14100"/>
          <ac:spMkLst>
            <pc:docMk/>
            <pc:sldMk cId="4197326643" sldId="572"/>
            <ac:spMk id="6" creationId="{E8BC6E21-AC55-3768-34A7-4F03B8DE5F00}"/>
          </ac:spMkLst>
        </pc:spChg>
        <pc:spChg chg="mod">
          <ac:chgData name="Luis Carlos Guevara Hernandez" userId="946bcc4c-b146-4724-978c-751fab731e0a" providerId="ADAL" clId="{E8E95438-7D72-4151-95E2-CCAFE31D1FDF}" dt="2026-04-05T18:13:24.765" v="619" actId="1076"/>
          <ac:spMkLst>
            <pc:docMk/>
            <pc:sldMk cId="4197326643" sldId="572"/>
            <ac:spMk id="32" creationId="{47758848-74C1-46FA-1BA1-0085B60FD5B6}"/>
          </ac:spMkLst>
        </pc:spChg>
        <pc:spChg chg="mod">
          <ac:chgData name="Luis Carlos Guevara Hernandez" userId="946bcc4c-b146-4724-978c-751fab731e0a" providerId="ADAL" clId="{E8E95438-7D72-4151-95E2-CCAFE31D1FDF}" dt="2026-04-05T18:13:22.432" v="618" actId="1076"/>
          <ac:spMkLst>
            <pc:docMk/>
            <pc:sldMk cId="4197326643" sldId="572"/>
            <ac:spMk id="33" creationId="{5E0667B8-C6F3-6BDB-4998-FB6A8E988A8E}"/>
          </ac:spMkLst>
        </pc:spChg>
        <pc:spChg chg="mod">
          <ac:chgData name="Luis Carlos Guevara Hernandez" userId="946bcc4c-b146-4724-978c-751fab731e0a" providerId="ADAL" clId="{E8E95438-7D72-4151-95E2-CCAFE31D1FDF}" dt="2026-04-05T18:12:28.605" v="596" actId="404"/>
          <ac:spMkLst>
            <pc:docMk/>
            <pc:sldMk cId="4197326643" sldId="572"/>
            <ac:spMk id="34" creationId="{BD92C486-2A99-072F-1B2C-C223503062AE}"/>
          </ac:spMkLst>
        </pc:spChg>
        <pc:spChg chg="add mod">
          <ac:chgData name="Luis Carlos Guevara Hernandez" userId="946bcc4c-b146-4724-978c-751fab731e0a" providerId="ADAL" clId="{E8E95438-7D72-4151-95E2-CCAFE31D1FDF}" dt="2026-04-05T17:48:54.059" v="419"/>
          <ac:spMkLst>
            <pc:docMk/>
            <pc:sldMk cId="4197326643" sldId="572"/>
            <ac:spMk id="60" creationId="{D9E8C30C-2F83-AF8E-9896-A72E6F757681}"/>
          </ac:spMkLst>
        </pc:spChg>
        <pc:spChg chg="add mod">
          <ac:chgData name="Luis Carlos Guevara Hernandez" userId="946bcc4c-b146-4724-978c-751fab731e0a" providerId="ADAL" clId="{E8E95438-7D72-4151-95E2-CCAFE31D1FDF}" dt="2026-04-05T18:11:26.864" v="572" actId="20577"/>
          <ac:spMkLst>
            <pc:docMk/>
            <pc:sldMk cId="4197326643" sldId="572"/>
            <ac:spMk id="61" creationId="{CC39E7D4-6100-31E7-FCD0-116B1CCF34B9}"/>
          </ac:spMkLst>
        </pc:spChg>
        <pc:spChg chg="add mod">
          <ac:chgData name="Luis Carlos Guevara Hernandez" userId="946bcc4c-b146-4724-978c-751fab731e0a" providerId="ADAL" clId="{E8E95438-7D72-4151-95E2-CCAFE31D1FDF}" dt="2026-04-05T17:48:54.059" v="419"/>
          <ac:spMkLst>
            <pc:docMk/>
            <pc:sldMk cId="4197326643" sldId="572"/>
            <ac:spMk id="62" creationId="{975D374C-7E9B-4425-5C07-9A2047718974}"/>
          </ac:spMkLst>
        </pc:spChg>
        <pc:spChg chg="add mod">
          <ac:chgData name="Luis Carlos Guevara Hernandez" userId="946bcc4c-b146-4724-978c-751fab731e0a" providerId="ADAL" clId="{E8E95438-7D72-4151-95E2-CCAFE31D1FDF}" dt="2026-04-05T17:48:54.059" v="419"/>
          <ac:spMkLst>
            <pc:docMk/>
            <pc:sldMk cId="4197326643" sldId="572"/>
            <ac:spMk id="63" creationId="{0B1479F5-B019-7715-50BE-91D536F1E56D}"/>
          </ac:spMkLst>
        </pc:spChg>
        <pc:spChg chg="add mod">
          <ac:chgData name="Luis Carlos Guevara Hernandez" userId="946bcc4c-b146-4724-978c-751fab731e0a" providerId="ADAL" clId="{E8E95438-7D72-4151-95E2-CCAFE31D1FDF}" dt="2026-04-05T17:49:19.410" v="421" actId="207"/>
          <ac:spMkLst>
            <pc:docMk/>
            <pc:sldMk cId="4197326643" sldId="572"/>
            <ac:spMk id="64" creationId="{C9DD0D67-36A5-CA00-C71A-EE21F6F0642A}"/>
          </ac:spMkLst>
        </pc:spChg>
        <pc:spChg chg="add mod">
          <ac:chgData name="Luis Carlos Guevara Hernandez" userId="946bcc4c-b146-4724-978c-751fab731e0a" providerId="ADAL" clId="{E8E95438-7D72-4151-95E2-CCAFE31D1FDF}" dt="2026-04-05T17:48:54.059" v="419"/>
          <ac:spMkLst>
            <pc:docMk/>
            <pc:sldMk cId="4197326643" sldId="572"/>
            <ac:spMk id="65" creationId="{B927DC03-EA56-8C28-839C-DAD77216A6AC}"/>
          </ac:spMkLst>
        </pc:spChg>
        <pc:spChg chg="add mod">
          <ac:chgData name="Luis Carlos Guevara Hernandez" userId="946bcc4c-b146-4724-978c-751fab731e0a" providerId="ADAL" clId="{E8E95438-7D72-4151-95E2-CCAFE31D1FDF}" dt="2026-04-05T17:48:54.059" v="419"/>
          <ac:spMkLst>
            <pc:docMk/>
            <pc:sldMk cId="4197326643" sldId="572"/>
            <ac:spMk id="66" creationId="{BACA2EF0-6C80-7DBE-A0F6-9620F1FA2602}"/>
          </ac:spMkLst>
        </pc:spChg>
        <pc:spChg chg="add mod">
          <ac:chgData name="Luis Carlos Guevara Hernandez" userId="946bcc4c-b146-4724-978c-751fab731e0a" providerId="ADAL" clId="{E8E95438-7D72-4151-95E2-CCAFE31D1FDF}" dt="2026-04-05T17:48:54.059" v="419"/>
          <ac:spMkLst>
            <pc:docMk/>
            <pc:sldMk cId="4197326643" sldId="572"/>
            <ac:spMk id="67" creationId="{3ECD511C-1C6A-E18C-FF8B-D605466DD4A5}"/>
          </ac:spMkLst>
        </pc:spChg>
        <pc:spChg chg="add mod">
          <ac:chgData name="Luis Carlos Guevara Hernandez" userId="946bcc4c-b146-4724-978c-751fab731e0a" providerId="ADAL" clId="{E8E95438-7D72-4151-95E2-CCAFE31D1FDF}" dt="2026-04-05T17:48:54.059" v="419"/>
          <ac:spMkLst>
            <pc:docMk/>
            <pc:sldMk cId="4197326643" sldId="572"/>
            <ac:spMk id="68" creationId="{3DA0E5A6-EA2F-20D5-37EB-BCDD1992418D}"/>
          </ac:spMkLst>
        </pc:spChg>
        <pc:spChg chg="add mod">
          <ac:chgData name="Luis Carlos Guevara Hernandez" userId="946bcc4c-b146-4724-978c-751fab731e0a" providerId="ADAL" clId="{E8E95438-7D72-4151-95E2-CCAFE31D1FDF}" dt="2026-04-05T17:49:19.410" v="421" actId="207"/>
          <ac:spMkLst>
            <pc:docMk/>
            <pc:sldMk cId="4197326643" sldId="572"/>
            <ac:spMk id="69" creationId="{B528C3AD-92F8-0021-5E35-B21F18D06840}"/>
          </ac:spMkLst>
        </pc:spChg>
        <pc:grpChg chg="mod">
          <ac:chgData name="Luis Carlos Guevara Hernandez" userId="946bcc4c-b146-4724-978c-751fab731e0a" providerId="ADAL" clId="{E8E95438-7D72-4151-95E2-CCAFE31D1FDF}" dt="2026-04-05T18:12:34.912" v="597" actId="1076"/>
          <ac:grpSpMkLst>
            <pc:docMk/>
            <pc:sldMk cId="4197326643" sldId="572"/>
            <ac:grpSpMk id="30" creationId="{5E4E578A-0E80-EC21-426E-A34D2D874AE7}"/>
          </ac:grpSpMkLst>
        </pc:grpChg>
      </pc:sldChg>
      <pc:sldChg chg="addSp delSp modSp add mod delAnim modAnim">
        <pc:chgData name="Luis Carlos Guevara Hernandez" userId="946bcc4c-b146-4724-978c-751fab731e0a" providerId="ADAL" clId="{E8E95438-7D72-4151-95E2-CCAFE31D1FDF}" dt="2026-04-05T18:17:39.392" v="653" actId="14100"/>
        <pc:sldMkLst>
          <pc:docMk/>
          <pc:sldMk cId="2916298572" sldId="573"/>
        </pc:sldMkLst>
        <pc:spChg chg="mod">
          <ac:chgData name="Luis Carlos Guevara Hernandez" userId="946bcc4c-b146-4724-978c-751fab731e0a" providerId="ADAL" clId="{E8E95438-7D72-4151-95E2-CCAFE31D1FDF}" dt="2026-04-05T18:02:26.243" v="478"/>
          <ac:spMkLst>
            <pc:docMk/>
            <pc:sldMk cId="2916298572" sldId="573"/>
            <ac:spMk id="2" creationId="{82CB87DF-0D91-56EA-9991-C1FC8165884B}"/>
          </ac:spMkLst>
        </pc:spChg>
        <pc:spChg chg="mod">
          <ac:chgData name="Luis Carlos Guevara Hernandez" userId="946bcc4c-b146-4724-978c-751fab731e0a" providerId="ADAL" clId="{E8E95438-7D72-4151-95E2-CCAFE31D1FDF}" dt="2026-04-05T17:47:56.283" v="400" actId="790"/>
          <ac:spMkLst>
            <pc:docMk/>
            <pc:sldMk cId="2916298572" sldId="573"/>
            <ac:spMk id="4" creationId="{CD83386B-3793-807D-ECC1-B297AA4F8CD0}"/>
          </ac:spMkLst>
        </pc:spChg>
        <pc:spChg chg="mod">
          <ac:chgData name="Luis Carlos Guevara Hernandez" userId="946bcc4c-b146-4724-978c-751fab731e0a" providerId="ADAL" clId="{E8E95438-7D72-4151-95E2-CCAFE31D1FDF}" dt="2026-04-05T18:17:39.392" v="653" actId="14100"/>
          <ac:spMkLst>
            <pc:docMk/>
            <pc:sldMk cId="2916298572" sldId="573"/>
            <ac:spMk id="6" creationId="{9EBACD29-9278-54B1-89D2-019065C83474}"/>
          </ac:spMkLst>
        </pc:spChg>
        <pc:spChg chg="mod">
          <ac:chgData name="Luis Carlos Guevara Hernandez" userId="946bcc4c-b146-4724-978c-751fab731e0a" providerId="ADAL" clId="{E8E95438-7D72-4151-95E2-CCAFE31D1FDF}" dt="2026-04-05T17:47:56.283" v="400" actId="790"/>
          <ac:spMkLst>
            <pc:docMk/>
            <pc:sldMk cId="2916298572" sldId="573"/>
            <ac:spMk id="10" creationId="{EEAD37F8-55B9-7143-8A0A-BC87FD07D4F7}"/>
          </ac:spMkLst>
        </pc:spChg>
        <pc:spChg chg="mod">
          <ac:chgData name="Luis Carlos Guevara Hernandez" userId="946bcc4c-b146-4724-978c-751fab731e0a" providerId="ADAL" clId="{E8E95438-7D72-4151-95E2-CCAFE31D1FDF}" dt="2026-04-05T17:48:27.065" v="408" actId="1076"/>
          <ac:spMkLst>
            <pc:docMk/>
            <pc:sldMk cId="2916298572" sldId="573"/>
            <ac:spMk id="11" creationId="{5B645CD3-A0DB-9164-ECC4-76F164E0EA45}"/>
          </ac:spMkLst>
        </pc:spChg>
        <pc:spChg chg="mod">
          <ac:chgData name="Luis Carlos Guevara Hernandez" userId="946bcc4c-b146-4724-978c-751fab731e0a" providerId="ADAL" clId="{E8E95438-7D72-4151-95E2-CCAFE31D1FDF}" dt="2026-04-05T17:48:27.065" v="408" actId="1076"/>
          <ac:spMkLst>
            <pc:docMk/>
            <pc:sldMk cId="2916298572" sldId="573"/>
            <ac:spMk id="14" creationId="{1975FD68-D6EA-5C36-1183-71E177D7C934}"/>
          </ac:spMkLst>
        </pc:spChg>
        <pc:spChg chg="mod">
          <ac:chgData name="Luis Carlos Guevara Hernandez" userId="946bcc4c-b146-4724-978c-751fab731e0a" providerId="ADAL" clId="{E8E95438-7D72-4151-95E2-CCAFE31D1FDF}" dt="2026-04-05T17:51:30.065" v="428" actId="404"/>
          <ac:spMkLst>
            <pc:docMk/>
            <pc:sldMk cId="2916298572" sldId="573"/>
            <ac:spMk id="16" creationId="{0A532286-A052-3252-8B26-7617823BD7B0}"/>
          </ac:spMkLst>
        </pc:spChg>
        <pc:spChg chg="mod">
          <ac:chgData name="Luis Carlos Guevara Hernandez" userId="946bcc4c-b146-4724-978c-751fab731e0a" providerId="ADAL" clId="{E8E95438-7D72-4151-95E2-CCAFE31D1FDF}" dt="2026-04-05T18:12:53.782" v="605" actId="1076"/>
          <ac:spMkLst>
            <pc:docMk/>
            <pc:sldMk cId="2916298572" sldId="573"/>
            <ac:spMk id="17" creationId="{3AB7B6BA-98E0-4BBD-54BD-5AEB841D8D3A}"/>
          </ac:spMkLst>
        </pc:spChg>
        <pc:spChg chg="mod">
          <ac:chgData name="Luis Carlos Guevara Hernandez" userId="946bcc4c-b146-4724-978c-751fab731e0a" providerId="ADAL" clId="{E8E95438-7D72-4151-95E2-CCAFE31D1FDF}" dt="2026-04-05T18:12:42.505" v="602" actId="404"/>
          <ac:spMkLst>
            <pc:docMk/>
            <pc:sldMk cId="2916298572" sldId="573"/>
            <ac:spMk id="18" creationId="{07BF9B2D-ED30-25F7-EA8C-36E3ABEB4771}"/>
          </ac:spMkLst>
        </pc:spChg>
        <pc:spChg chg="mod">
          <ac:chgData name="Luis Carlos Guevara Hernandez" userId="946bcc4c-b146-4724-978c-751fab731e0a" providerId="ADAL" clId="{E8E95438-7D72-4151-95E2-CCAFE31D1FDF}" dt="2026-04-05T18:12:42.505" v="602" actId="404"/>
          <ac:spMkLst>
            <pc:docMk/>
            <pc:sldMk cId="2916298572" sldId="573"/>
            <ac:spMk id="19" creationId="{D82967BD-E888-3FB4-18D0-D005829935C6}"/>
          </ac:spMkLst>
        </pc:spChg>
        <pc:spChg chg="mod">
          <ac:chgData name="Luis Carlos Guevara Hernandez" userId="946bcc4c-b146-4724-978c-751fab731e0a" providerId="ADAL" clId="{E8E95438-7D72-4151-95E2-CCAFE31D1FDF}" dt="2026-04-05T17:48:27.065" v="408" actId="1076"/>
          <ac:spMkLst>
            <pc:docMk/>
            <pc:sldMk cId="2916298572" sldId="573"/>
            <ac:spMk id="20" creationId="{D9580820-CBFD-6295-0C01-3F1D7492AF05}"/>
          </ac:spMkLst>
        </pc:spChg>
        <pc:spChg chg="mod">
          <ac:chgData name="Luis Carlos Guevara Hernandez" userId="946bcc4c-b146-4724-978c-751fab731e0a" providerId="ADAL" clId="{E8E95438-7D72-4151-95E2-CCAFE31D1FDF}" dt="2026-04-05T17:48:10.046" v="403" actId="20577"/>
          <ac:spMkLst>
            <pc:docMk/>
            <pc:sldMk cId="2916298572" sldId="573"/>
            <ac:spMk id="21" creationId="{6362F818-DFDA-5E84-AEE2-BEF396618703}"/>
          </ac:spMkLst>
        </pc:spChg>
        <pc:spChg chg="mod">
          <ac:chgData name="Luis Carlos Guevara Hernandez" userId="946bcc4c-b146-4724-978c-751fab731e0a" providerId="ADAL" clId="{E8E95438-7D72-4151-95E2-CCAFE31D1FDF}" dt="2026-04-05T17:51:30.065" v="428" actId="404"/>
          <ac:spMkLst>
            <pc:docMk/>
            <pc:sldMk cId="2916298572" sldId="573"/>
            <ac:spMk id="22" creationId="{846DC3EB-AAC8-B32C-1A10-1055FA9AE830}"/>
          </ac:spMkLst>
        </pc:spChg>
        <pc:spChg chg="mod">
          <ac:chgData name="Luis Carlos Guevara Hernandez" userId="946bcc4c-b146-4724-978c-751fab731e0a" providerId="ADAL" clId="{E8E95438-7D72-4151-95E2-CCAFE31D1FDF}" dt="2026-04-05T17:48:27.065" v="408" actId="1076"/>
          <ac:spMkLst>
            <pc:docMk/>
            <pc:sldMk cId="2916298572" sldId="573"/>
            <ac:spMk id="24" creationId="{9B6A8D61-FE51-5188-B4B2-31E4B6176F37}"/>
          </ac:spMkLst>
        </pc:spChg>
        <pc:spChg chg="mod">
          <ac:chgData name="Luis Carlos Guevara Hernandez" userId="946bcc4c-b146-4724-978c-751fab731e0a" providerId="ADAL" clId="{E8E95438-7D72-4151-95E2-CCAFE31D1FDF}" dt="2026-04-05T17:48:27.065" v="408" actId="1076"/>
          <ac:spMkLst>
            <pc:docMk/>
            <pc:sldMk cId="2916298572" sldId="573"/>
            <ac:spMk id="25" creationId="{DB57B200-CA0E-FE6E-886D-C31D2E02AF26}"/>
          </ac:spMkLst>
        </pc:spChg>
        <pc:spChg chg="mod">
          <ac:chgData name="Luis Carlos Guevara Hernandez" userId="946bcc4c-b146-4724-978c-751fab731e0a" providerId="ADAL" clId="{E8E95438-7D72-4151-95E2-CCAFE31D1FDF}" dt="2026-04-05T17:48:27.065" v="408" actId="1076"/>
          <ac:spMkLst>
            <pc:docMk/>
            <pc:sldMk cId="2916298572" sldId="573"/>
            <ac:spMk id="26" creationId="{851C06C1-0131-6543-889B-37F228D77690}"/>
          </ac:spMkLst>
        </pc:spChg>
        <pc:spChg chg="mod">
          <ac:chgData name="Luis Carlos Guevara Hernandez" userId="946bcc4c-b146-4724-978c-751fab731e0a" providerId="ADAL" clId="{E8E95438-7D72-4151-95E2-CCAFE31D1FDF}" dt="2026-04-05T17:48:27.065" v="408" actId="1076"/>
          <ac:spMkLst>
            <pc:docMk/>
            <pc:sldMk cId="2916298572" sldId="573"/>
            <ac:spMk id="28" creationId="{702EA81E-DB6A-A788-FE3C-74AB098EF806}"/>
          </ac:spMkLst>
        </pc:spChg>
        <pc:spChg chg="mod">
          <ac:chgData name="Luis Carlos Guevara Hernandez" userId="946bcc4c-b146-4724-978c-751fab731e0a" providerId="ADAL" clId="{E8E95438-7D72-4151-95E2-CCAFE31D1FDF}" dt="2026-04-05T17:51:30.065" v="428" actId="404"/>
          <ac:spMkLst>
            <pc:docMk/>
            <pc:sldMk cId="2916298572" sldId="573"/>
            <ac:spMk id="29" creationId="{F8F5FB73-0DCF-D9AD-89E9-E9C19B683FEF}"/>
          </ac:spMkLst>
        </pc:spChg>
        <pc:grpChg chg="add mod">
          <ac:chgData name="Luis Carlos Guevara Hernandez" userId="946bcc4c-b146-4724-978c-751fab731e0a" providerId="ADAL" clId="{E8E95438-7D72-4151-95E2-CCAFE31D1FDF}" dt="2026-04-05T18:12:45.756" v="603" actId="1076"/>
          <ac:grpSpMkLst>
            <pc:docMk/>
            <pc:sldMk cId="2916298572" sldId="573"/>
            <ac:grpSpMk id="13" creationId="{92A05894-47A1-56B8-7F00-0EA4F77E63D8}"/>
          </ac:grpSpMkLst>
        </pc:grpChg>
        <pc:grpChg chg="mod">
          <ac:chgData name="Luis Carlos Guevara Hernandez" userId="946bcc4c-b146-4724-978c-751fab731e0a" providerId="ADAL" clId="{E8E95438-7D72-4151-95E2-CCAFE31D1FDF}" dt="2026-04-05T17:43:59.259" v="297"/>
          <ac:grpSpMkLst>
            <pc:docMk/>
            <pc:sldMk cId="2916298572" sldId="573"/>
            <ac:grpSpMk id="15" creationId="{66902A83-C006-154E-5844-4E984A15BD8D}"/>
          </ac:grpSpMkLst>
        </pc:grpChg>
      </pc:sldChg>
      <pc:sldChg chg="addSp delSp modSp add mod delAnim modAnim">
        <pc:chgData name="Luis Carlos Guevara Hernandez" userId="946bcc4c-b146-4724-978c-751fab731e0a" providerId="ADAL" clId="{E8E95438-7D72-4151-95E2-CCAFE31D1FDF}" dt="2026-04-05T18:17:24.732" v="650" actId="1035"/>
        <pc:sldMkLst>
          <pc:docMk/>
          <pc:sldMk cId="159807194" sldId="574"/>
        </pc:sldMkLst>
        <pc:spChg chg="mod">
          <ac:chgData name="Luis Carlos Guevara Hernandez" userId="946bcc4c-b146-4724-978c-751fab731e0a" providerId="ADAL" clId="{E8E95438-7D72-4151-95E2-CCAFE31D1FDF}" dt="2026-04-05T18:02:22.658" v="477" actId="20577"/>
          <ac:spMkLst>
            <pc:docMk/>
            <pc:sldMk cId="159807194" sldId="574"/>
            <ac:spMk id="2" creationId="{6881F933-AD8F-00AD-CCF4-18D5E2755A7E}"/>
          </ac:spMkLst>
        </pc:spChg>
        <pc:spChg chg="mod">
          <ac:chgData name="Luis Carlos Guevara Hernandez" userId="946bcc4c-b146-4724-978c-751fab731e0a" providerId="ADAL" clId="{E8E95438-7D72-4151-95E2-CCAFE31D1FDF}" dt="2026-04-05T18:17:24.732" v="650" actId="1035"/>
          <ac:spMkLst>
            <pc:docMk/>
            <pc:sldMk cId="159807194" sldId="574"/>
            <ac:spMk id="11" creationId="{D0ECD57B-F7FF-05B4-2411-A073D471AA56}"/>
          </ac:spMkLst>
        </pc:spChg>
        <pc:spChg chg="mod">
          <ac:chgData name="Luis Carlos Guevara Hernandez" userId="946bcc4c-b146-4724-978c-751fab731e0a" providerId="ADAL" clId="{E8E95438-7D72-4151-95E2-CCAFE31D1FDF}" dt="2026-04-05T18:17:24.732" v="650" actId="1035"/>
          <ac:spMkLst>
            <pc:docMk/>
            <pc:sldMk cId="159807194" sldId="574"/>
            <ac:spMk id="14" creationId="{41864F64-1D94-56DF-5B7E-7D032A532314}"/>
          </ac:spMkLst>
        </pc:spChg>
        <pc:spChg chg="mod">
          <ac:chgData name="Luis Carlos Guevara Hernandez" userId="946bcc4c-b146-4724-978c-751fab731e0a" providerId="ADAL" clId="{E8E95438-7D72-4151-95E2-CCAFE31D1FDF}" dt="2026-04-05T18:17:24.732" v="650" actId="1035"/>
          <ac:spMkLst>
            <pc:docMk/>
            <pc:sldMk cId="159807194" sldId="574"/>
            <ac:spMk id="16" creationId="{AB820723-3CAA-4FF8-580C-9A2C6C43CB9A}"/>
          </ac:spMkLst>
        </pc:spChg>
        <pc:spChg chg="mod">
          <ac:chgData name="Luis Carlos Guevara Hernandez" userId="946bcc4c-b146-4724-978c-751fab731e0a" providerId="ADAL" clId="{E8E95438-7D72-4151-95E2-CCAFE31D1FDF}" dt="2026-04-05T18:17:24.732" v="650" actId="1035"/>
          <ac:spMkLst>
            <pc:docMk/>
            <pc:sldMk cId="159807194" sldId="574"/>
            <ac:spMk id="24" creationId="{8DFE3FC6-9890-D561-0AA5-F203179136F0}"/>
          </ac:spMkLst>
        </pc:spChg>
        <pc:spChg chg="mod">
          <ac:chgData name="Luis Carlos Guevara Hernandez" userId="946bcc4c-b146-4724-978c-751fab731e0a" providerId="ADAL" clId="{E8E95438-7D72-4151-95E2-CCAFE31D1FDF}" dt="2026-04-05T18:07:59.393" v="499" actId="20577"/>
          <ac:spMkLst>
            <pc:docMk/>
            <pc:sldMk cId="159807194" sldId="574"/>
            <ac:spMk id="25" creationId="{8E959151-C839-DDC6-7024-42D771F20065}"/>
          </ac:spMkLst>
        </pc:spChg>
        <pc:spChg chg="mod">
          <ac:chgData name="Luis Carlos Guevara Hernandez" userId="946bcc4c-b146-4724-978c-751fab731e0a" providerId="ADAL" clId="{E8E95438-7D72-4151-95E2-CCAFE31D1FDF}" dt="2026-04-05T18:09:43.450" v="549" actId="20577"/>
          <ac:spMkLst>
            <pc:docMk/>
            <pc:sldMk cId="159807194" sldId="574"/>
            <ac:spMk id="29" creationId="{1E16FB31-64FC-510F-F3D4-17F1A57ADBB1}"/>
          </ac:spMkLst>
        </pc:spChg>
        <pc:spChg chg="mod">
          <ac:chgData name="Luis Carlos Guevara Hernandez" userId="946bcc4c-b146-4724-978c-751fab731e0a" providerId="ADAL" clId="{E8E95438-7D72-4151-95E2-CCAFE31D1FDF}" dt="2026-04-05T18:13:39.478" v="630" actId="1037"/>
          <ac:spMkLst>
            <pc:docMk/>
            <pc:sldMk cId="159807194" sldId="574"/>
            <ac:spMk id="40" creationId="{18606F5D-F2A6-872E-8350-F1688A53D608}"/>
          </ac:spMkLst>
        </pc:spChg>
        <pc:spChg chg="mod">
          <ac:chgData name="Luis Carlos Guevara Hernandez" userId="946bcc4c-b146-4724-978c-751fab731e0a" providerId="ADAL" clId="{E8E95438-7D72-4151-95E2-CCAFE31D1FDF}" dt="2026-04-05T18:01:56.540" v="440"/>
          <ac:spMkLst>
            <pc:docMk/>
            <pc:sldMk cId="159807194" sldId="574"/>
            <ac:spMk id="41" creationId="{16030A2C-1D2E-ACF4-A293-B78125A7F9B5}"/>
          </ac:spMkLst>
        </pc:spChg>
        <pc:spChg chg="mod">
          <ac:chgData name="Luis Carlos Guevara Hernandez" userId="946bcc4c-b146-4724-978c-751fab731e0a" providerId="ADAL" clId="{E8E95438-7D72-4151-95E2-CCAFE31D1FDF}" dt="2026-04-05T18:01:56.540" v="440"/>
          <ac:spMkLst>
            <pc:docMk/>
            <pc:sldMk cId="159807194" sldId="574"/>
            <ac:spMk id="42" creationId="{A1BB45B4-DE3B-0C44-99D5-B3703E3DEEE9}"/>
          </ac:spMkLst>
        </pc:spChg>
        <pc:spChg chg="add mod">
          <ac:chgData name="Luis Carlos Guevara Hernandez" userId="946bcc4c-b146-4724-978c-751fab731e0a" providerId="ADAL" clId="{E8E95438-7D72-4151-95E2-CCAFE31D1FDF}" dt="2026-04-05T18:17:24.732" v="650" actId="1035"/>
          <ac:spMkLst>
            <pc:docMk/>
            <pc:sldMk cId="159807194" sldId="574"/>
            <ac:spMk id="43" creationId="{912D156F-C9D3-3D8B-5F7A-EA0FA8DF2143}"/>
          </ac:spMkLst>
        </pc:spChg>
        <pc:spChg chg="add mod">
          <ac:chgData name="Luis Carlos Guevara Hernandez" userId="946bcc4c-b146-4724-978c-751fab731e0a" providerId="ADAL" clId="{E8E95438-7D72-4151-95E2-CCAFE31D1FDF}" dt="2026-04-05T18:17:24.732" v="650" actId="1035"/>
          <ac:spMkLst>
            <pc:docMk/>
            <pc:sldMk cId="159807194" sldId="574"/>
            <ac:spMk id="44" creationId="{1B187FCA-4BF5-0096-BC87-5153539FA4DF}"/>
          </ac:spMkLst>
        </pc:spChg>
        <pc:spChg chg="add mod">
          <ac:chgData name="Luis Carlos Guevara Hernandez" userId="946bcc4c-b146-4724-978c-751fab731e0a" providerId="ADAL" clId="{E8E95438-7D72-4151-95E2-CCAFE31D1FDF}" dt="2026-04-05T18:17:24.732" v="650" actId="1035"/>
          <ac:spMkLst>
            <pc:docMk/>
            <pc:sldMk cId="159807194" sldId="574"/>
            <ac:spMk id="45" creationId="{42BC216F-097D-E891-D184-57BB5892213C}"/>
          </ac:spMkLst>
        </pc:spChg>
        <pc:spChg chg="add mod">
          <ac:chgData name="Luis Carlos Guevara Hernandez" userId="946bcc4c-b146-4724-978c-751fab731e0a" providerId="ADAL" clId="{E8E95438-7D72-4151-95E2-CCAFE31D1FDF}" dt="2026-04-05T18:17:24.732" v="650" actId="1035"/>
          <ac:spMkLst>
            <pc:docMk/>
            <pc:sldMk cId="159807194" sldId="574"/>
            <ac:spMk id="46" creationId="{63DF14DC-AD57-BEF5-968B-ADF945817A99}"/>
          </ac:spMkLst>
        </pc:spChg>
        <pc:spChg chg="add mod">
          <ac:chgData name="Luis Carlos Guevara Hernandez" userId="946bcc4c-b146-4724-978c-751fab731e0a" providerId="ADAL" clId="{E8E95438-7D72-4151-95E2-CCAFE31D1FDF}" dt="2026-04-05T18:17:24.732" v="650" actId="1035"/>
          <ac:spMkLst>
            <pc:docMk/>
            <pc:sldMk cId="159807194" sldId="574"/>
            <ac:spMk id="47" creationId="{8A898909-7CCA-B1BE-ED4E-51AB6EDE5A79}"/>
          </ac:spMkLst>
        </pc:spChg>
        <pc:spChg chg="add mod">
          <ac:chgData name="Luis Carlos Guevara Hernandez" userId="946bcc4c-b146-4724-978c-751fab731e0a" providerId="ADAL" clId="{E8E95438-7D72-4151-95E2-CCAFE31D1FDF}" dt="2026-04-05T18:17:24.732" v="650" actId="1035"/>
          <ac:spMkLst>
            <pc:docMk/>
            <pc:sldMk cId="159807194" sldId="574"/>
            <ac:spMk id="48" creationId="{AFF6C2F1-81D5-0203-D8BD-E05D68CF44CA}"/>
          </ac:spMkLst>
        </pc:spChg>
        <pc:grpChg chg="add mod">
          <ac:chgData name="Luis Carlos Guevara Hernandez" userId="946bcc4c-b146-4724-978c-751fab731e0a" providerId="ADAL" clId="{E8E95438-7D72-4151-95E2-CCAFE31D1FDF}" dt="2026-04-05T18:13:30.975" v="621" actId="1076"/>
          <ac:grpSpMkLst>
            <pc:docMk/>
            <pc:sldMk cId="159807194" sldId="574"/>
            <ac:grpSpMk id="38" creationId="{BE0E7C56-CB6B-8484-9C7B-6492C6200B9A}"/>
          </ac:grpSpMkLst>
        </pc:grpChg>
        <pc:grpChg chg="mod">
          <ac:chgData name="Luis Carlos Guevara Hernandez" userId="946bcc4c-b146-4724-978c-751fab731e0a" providerId="ADAL" clId="{E8E95438-7D72-4151-95E2-CCAFE31D1FDF}" dt="2026-04-05T18:01:56.540" v="440"/>
          <ac:grpSpMkLst>
            <pc:docMk/>
            <pc:sldMk cId="159807194" sldId="574"/>
            <ac:grpSpMk id="39" creationId="{BA1C55D4-9E33-45C8-1C68-C45E703E9F77}"/>
          </ac:grpSpMkLst>
        </pc:grpChg>
      </pc:sldChg>
      <pc:sldChg chg="addSp delSp modSp add mod delAnim modAnim">
        <pc:chgData name="Luis Carlos Guevara Hernandez" userId="946bcc4c-b146-4724-978c-751fab731e0a" providerId="ADAL" clId="{E8E95438-7D72-4151-95E2-CCAFE31D1FDF}" dt="2026-04-05T18:21:43.306" v="723"/>
        <pc:sldMkLst>
          <pc:docMk/>
          <pc:sldMk cId="3373553944" sldId="575"/>
        </pc:sldMkLst>
        <pc:spChg chg="add mod">
          <ac:chgData name="Luis Carlos Guevara Hernandez" userId="946bcc4c-b146-4724-978c-751fab731e0a" providerId="ADAL" clId="{E8E95438-7D72-4151-95E2-CCAFE31D1FDF}" dt="2026-04-05T18:21:26.765" v="719" actId="20577"/>
          <ac:spMkLst>
            <pc:docMk/>
            <pc:sldMk cId="3373553944" sldId="575"/>
            <ac:spMk id="3" creationId="{E43FADD8-61DB-342F-1276-24C7E39C628E}"/>
          </ac:spMkLst>
        </pc:spChg>
        <pc:spChg chg="add mod">
          <ac:chgData name="Luis Carlos Guevara Hernandez" userId="946bcc4c-b146-4724-978c-751fab731e0a" providerId="ADAL" clId="{E8E95438-7D72-4151-95E2-CCAFE31D1FDF}" dt="2026-04-05T18:20:05.555" v="693" actId="207"/>
          <ac:spMkLst>
            <pc:docMk/>
            <pc:sldMk cId="3373553944" sldId="575"/>
            <ac:spMk id="6" creationId="{DAB661E5-439E-D353-AE28-F7D9BE29D71E}"/>
          </ac:spMkLst>
        </pc:spChg>
        <pc:spChg chg="add mod">
          <ac:chgData name="Luis Carlos Guevara Hernandez" userId="946bcc4c-b146-4724-978c-751fab731e0a" providerId="ADAL" clId="{E8E95438-7D72-4151-95E2-CCAFE31D1FDF}" dt="2026-04-05T18:20:05.555" v="693" actId="207"/>
          <ac:spMkLst>
            <pc:docMk/>
            <pc:sldMk cId="3373553944" sldId="575"/>
            <ac:spMk id="8" creationId="{C789A741-B14A-96EE-DF9E-C2C1F5850FCE}"/>
          </ac:spMkLst>
        </pc:spChg>
        <pc:spChg chg="add mod">
          <ac:chgData name="Luis Carlos Guevara Hernandez" userId="946bcc4c-b146-4724-978c-751fab731e0a" providerId="ADAL" clId="{E8E95438-7D72-4151-95E2-CCAFE31D1FDF}" dt="2026-04-05T18:20:05.555" v="693" actId="207"/>
          <ac:spMkLst>
            <pc:docMk/>
            <pc:sldMk cId="3373553944" sldId="575"/>
            <ac:spMk id="9" creationId="{EA5700BE-1AF8-ACFD-5194-BE59BBC92928}"/>
          </ac:spMkLst>
        </pc:spChg>
        <pc:spChg chg="add mod">
          <ac:chgData name="Luis Carlos Guevara Hernandez" userId="946bcc4c-b146-4724-978c-751fab731e0a" providerId="ADAL" clId="{E8E95438-7D72-4151-95E2-CCAFE31D1FDF}" dt="2026-04-05T18:20:05.555" v="693" actId="207"/>
          <ac:spMkLst>
            <pc:docMk/>
            <pc:sldMk cId="3373553944" sldId="575"/>
            <ac:spMk id="15" creationId="{98081653-C53A-2CA8-DC52-8B48A797B626}"/>
          </ac:spMkLst>
        </pc:spChg>
        <pc:spChg chg="add mod">
          <ac:chgData name="Luis Carlos Guevara Hernandez" userId="946bcc4c-b146-4724-978c-751fab731e0a" providerId="ADAL" clId="{E8E95438-7D72-4151-95E2-CCAFE31D1FDF}" dt="2026-04-05T18:20:33.405" v="702" actId="404"/>
          <ac:spMkLst>
            <pc:docMk/>
            <pc:sldMk cId="3373553944" sldId="575"/>
            <ac:spMk id="17" creationId="{35039271-E88A-FFBB-600A-B897CC60C3C3}"/>
          </ac:spMkLst>
        </pc:spChg>
        <pc:spChg chg="add mod">
          <ac:chgData name="Luis Carlos Guevara Hernandez" userId="946bcc4c-b146-4724-978c-751fab731e0a" providerId="ADAL" clId="{E8E95438-7D72-4151-95E2-CCAFE31D1FDF}" dt="2026-04-05T18:21:04.203" v="713" actId="20577"/>
          <ac:spMkLst>
            <pc:docMk/>
            <pc:sldMk cId="3373553944" sldId="575"/>
            <ac:spMk id="18" creationId="{3D839B70-A072-97FF-E0D4-33E9CD0C77DC}"/>
          </ac:spMkLst>
        </pc:spChg>
        <pc:spChg chg="add mod">
          <ac:chgData name="Luis Carlos Guevara Hernandez" userId="946bcc4c-b146-4724-978c-751fab731e0a" providerId="ADAL" clId="{E8E95438-7D72-4151-95E2-CCAFE31D1FDF}" dt="2026-04-05T18:21:08.655" v="714" actId="14100"/>
          <ac:spMkLst>
            <pc:docMk/>
            <pc:sldMk cId="3373553944" sldId="575"/>
            <ac:spMk id="19" creationId="{144C7126-C14E-79DD-919C-A9EBC148F74E}"/>
          </ac:spMkLst>
        </pc:spChg>
        <pc:spChg chg="add mod">
          <ac:chgData name="Luis Carlos Guevara Hernandez" userId="946bcc4c-b146-4724-978c-751fab731e0a" providerId="ADAL" clId="{E8E95438-7D72-4151-95E2-CCAFE31D1FDF}" dt="2026-04-05T18:21:11.790" v="715" actId="14100"/>
          <ac:spMkLst>
            <pc:docMk/>
            <pc:sldMk cId="3373553944" sldId="575"/>
            <ac:spMk id="20" creationId="{2F199FF6-56EB-82D8-5E89-D206E3B03E9E}"/>
          </ac:spMkLst>
        </pc:spChg>
        <pc:spChg chg="add mod">
          <ac:chgData name="Luis Carlos Guevara Hernandez" userId="946bcc4c-b146-4724-978c-751fab731e0a" providerId="ADAL" clId="{E8E95438-7D72-4151-95E2-CCAFE31D1FDF}" dt="2026-04-05T18:18:41.351" v="667" actId="14100"/>
          <ac:spMkLst>
            <pc:docMk/>
            <pc:sldMk cId="3373553944" sldId="575"/>
            <ac:spMk id="21" creationId="{C6F5AAFF-3AB5-2570-2D33-3F23AD8CCE22}"/>
          </ac:spMkLst>
        </pc:spChg>
        <pc:cxnChg chg="mod">
          <ac:chgData name="Luis Carlos Guevara Hernandez" userId="946bcc4c-b146-4724-978c-751fab731e0a" providerId="ADAL" clId="{E8E95438-7D72-4151-95E2-CCAFE31D1FDF}" dt="2026-04-05T18:20:14.405" v="696" actId="208"/>
          <ac:cxnSpMkLst>
            <pc:docMk/>
            <pc:sldMk cId="3373553944" sldId="575"/>
            <ac:cxnSpMk id="7" creationId="{154AF8FA-07AC-30C7-44CD-E63CA552AA66}"/>
          </ac:cxnSpMkLst>
        </pc:cxnChg>
        <pc:cxnChg chg="mod">
          <ac:chgData name="Luis Carlos Guevara Hernandez" userId="946bcc4c-b146-4724-978c-751fab731e0a" providerId="ADAL" clId="{E8E95438-7D72-4151-95E2-CCAFE31D1FDF}" dt="2026-04-05T18:20:14.405" v="696" actId="208"/>
          <ac:cxnSpMkLst>
            <pc:docMk/>
            <pc:sldMk cId="3373553944" sldId="575"/>
            <ac:cxnSpMk id="12" creationId="{208DE54A-593E-7E9A-C3E4-5CBC468DB79C}"/>
          </ac:cxnSpMkLst>
        </pc:cxnChg>
        <pc:cxnChg chg="add mod">
          <ac:chgData name="Luis Carlos Guevara Hernandez" userId="946bcc4c-b146-4724-978c-751fab731e0a" providerId="ADAL" clId="{E8E95438-7D72-4151-95E2-CCAFE31D1FDF}" dt="2026-04-05T18:20:14.405" v="696" actId="208"/>
          <ac:cxnSpMkLst>
            <pc:docMk/>
            <pc:sldMk cId="3373553944" sldId="575"/>
            <ac:cxnSpMk id="13" creationId="{8ABEF736-F99C-10B6-A92F-C38C09B8B758}"/>
          </ac:cxnSpMkLst>
        </pc:cxnChg>
      </pc:sldChg>
      <pc:sldChg chg="addSp delSp modSp add mod delAnim modAnim">
        <pc:chgData name="Luis Carlos Guevara Hernandez" userId="946bcc4c-b146-4724-978c-751fab731e0a" providerId="ADAL" clId="{E8E95438-7D72-4151-95E2-CCAFE31D1FDF}" dt="2026-04-05T18:32:33.578" v="1001" actId="207"/>
        <pc:sldMkLst>
          <pc:docMk/>
          <pc:sldMk cId="2404278945" sldId="577"/>
        </pc:sldMkLst>
        <pc:spChg chg="add mod">
          <ac:chgData name="Luis Carlos Guevara Hernandez" userId="946bcc4c-b146-4724-978c-751fab731e0a" providerId="ADAL" clId="{E8E95438-7D72-4151-95E2-CCAFE31D1FDF}" dt="2026-04-05T18:32:18.209" v="1000" actId="1076"/>
          <ac:spMkLst>
            <pc:docMk/>
            <pc:sldMk cId="2404278945" sldId="577"/>
            <ac:spMk id="2" creationId="{24B10D0F-1A9E-B365-7210-CE5761B7DFC7}"/>
          </ac:spMkLst>
        </pc:spChg>
        <pc:spChg chg="mod">
          <ac:chgData name="Luis Carlos Guevara Hernandez" userId="946bcc4c-b146-4724-978c-751fab731e0a" providerId="ADAL" clId="{E8E95438-7D72-4151-95E2-CCAFE31D1FDF}" dt="2026-04-05T18:32:03.185" v="996"/>
          <ac:spMkLst>
            <pc:docMk/>
            <pc:sldMk cId="2404278945" sldId="577"/>
            <ac:spMk id="14" creationId="{92FBCFB1-AB28-D18D-4074-133DB53F0D28}"/>
          </ac:spMkLst>
        </pc:spChg>
        <pc:spChg chg="mod">
          <ac:chgData name="Luis Carlos Guevara Hernandez" userId="946bcc4c-b146-4724-978c-751fab731e0a" providerId="ADAL" clId="{E8E95438-7D72-4151-95E2-CCAFE31D1FDF}" dt="2026-04-05T18:32:03.185" v="996"/>
          <ac:spMkLst>
            <pc:docMk/>
            <pc:sldMk cId="2404278945" sldId="577"/>
            <ac:spMk id="16" creationId="{D7E10FB5-25FB-0FC4-5850-B15E95E90F57}"/>
          </ac:spMkLst>
        </pc:spChg>
        <pc:spChg chg="mod">
          <ac:chgData name="Luis Carlos Guevara Hernandez" userId="946bcc4c-b146-4724-978c-751fab731e0a" providerId="ADAL" clId="{E8E95438-7D72-4151-95E2-CCAFE31D1FDF}" dt="2026-04-05T18:32:14.357" v="999" actId="14100"/>
          <ac:spMkLst>
            <pc:docMk/>
            <pc:sldMk cId="2404278945" sldId="577"/>
            <ac:spMk id="21" creationId="{A39DEED9-91C2-85D5-65B5-DB1CCE6FF9F8}"/>
          </ac:spMkLst>
        </pc:spChg>
        <pc:spChg chg="mod">
          <ac:chgData name="Luis Carlos Guevara Hernandez" userId="946bcc4c-b146-4724-978c-751fab731e0a" providerId="ADAL" clId="{E8E95438-7D72-4151-95E2-CCAFE31D1FDF}" dt="2026-04-05T18:32:03.185" v="996"/>
          <ac:spMkLst>
            <pc:docMk/>
            <pc:sldMk cId="2404278945" sldId="577"/>
            <ac:spMk id="23" creationId="{1A31F229-5AE1-ACCA-3ABD-64086E06CEA3}"/>
          </ac:spMkLst>
        </pc:spChg>
        <pc:spChg chg="mod">
          <ac:chgData name="Luis Carlos Guevara Hernandez" userId="946bcc4c-b146-4724-978c-751fab731e0a" providerId="ADAL" clId="{E8E95438-7D72-4151-95E2-CCAFE31D1FDF}" dt="2026-04-05T18:32:03.185" v="996"/>
          <ac:spMkLst>
            <pc:docMk/>
            <pc:sldMk cId="2404278945" sldId="577"/>
            <ac:spMk id="24" creationId="{B5D82D50-FA4A-47D8-6ADC-44E2352D5410}"/>
          </ac:spMkLst>
        </pc:spChg>
        <pc:spChg chg="mod">
          <ac:chgData name="Luis Carlos Guevara Hernandez" userId="946bcc4c-b146-4724-978c-751fab731e0a" providerId="ADAL" clId="{E8E95438-7D72-4151-95E2-CCAFE31D1FDF}" dt="2026-04-05T18:32:03.185" v="996"/>
          <ac:spMkLst>
            <pc:docMk/>
            <pc:sldMk cId="2404278945" sldId="577"/>
            <ac:spMk id="29" creationId="{CFD8156F-D403-5289-044B-7091FED48976}"/>
          </ac:spMkLst>
        </pc:spChg>
        <pc:spChg chg="add mod">
          <ac:chgData name="Luis Carlos Guevara Hernandez" userId="946bcc4c-b146-4724-978c-751fab731e0a" providerId="ADAL" clId="{E8E95438-7D72-4151-95E2-CCAFE31D1FDF}" dt="2026-04-05T18:32:18.209" v="1000" actId="1076"/>
          <ac:spMkLst>
            <pc:docMk/>
            <pc:sldMk cId="2404278945" sldId="577"/>
            <ac:spMk id="31" creationId="{1116C8D9-3F46-7A34-4A9F-6F6C1F382B76}"/>
          </ac:spMkLst>
        </pc:spChg>
        <pc:spChg chg="add mod">
          <ac:chgData name="Luis Carlos Guevara Hernandez" userId="946bcc4c-b146-4724-978c-751fab731e0a" providerId="ADAL" clId="{E8E95438-7D72-4151-95E2-CCAFE31D1FDF}" dt="2026-04-05T18:32:18.209" v="1000" actId="1076"/>
          <ac:spMkLst>
            <pc:docMk/>
            <pc:sldMk cId="2404278945" sldId="577"/>
            <ac:spMk id="32" creationId="{B30F22EE-4792-0E03-A25A-E1A30A8CB726}"/>
          </ac:spMkLst>
        </pc:spChg>
        <pc:spChg chg="mod">
          <ac:chgData name="Luis Carlos Guevara Hernandez" userId="946bcc4c-b146-4724-978c-751fab731e0a" providerId="ADAL" clId="{E8E95438-7D72-4151-95E2-CCAFE31D1FDF}" dt="2026-04-05T18:32:33.578" v="1001" actId="207"/>
          <ac:spMkLst>
            <pc:docMk/>
            <pc:sldMk cId="2404278945" sldId="577"/>
            <ac:spMk id="33" creationId="{2E9E7226-96BF-AEB9-1531-3BCAD1A5D7D3}"/>
          </ac:spMkLst>
        </pc:spChg>
        <pc:spChg chg="mod">
          <ac:chgData name="Luis Carlos Guevara Hernandez" userId="946bcc4c-b146-4724-978c-751fab731e0a" providerId="ADAL" clId="{E8E95438-7D72-4151-95E2-CCAFE31D1FDF}" dt="2026-04-05T18:32:18.209" v="1000" actId="1076"/>
          <ac:spMkLst>
            <pc:docMk/>
            <pc:sldMk cId="2404278945" sldId="577"/>
            <ac:spMk id="34" creationId="{FA9670AB-34FB-1731-33D3-1864A253B43D}"/>
          </ac:spMkLst>
        </pc:spChg>
        <pc:spChg chg="add mod">
          <ac:chgData name="Luis Carlos Guevara Hernandez" userId="946bcc4c-b146-4724-978c-751fab731e0a" providerId="ADAL" clId="{E8E95438-7D72-4151-95E2-CCAFE31D1FDF}" dt="2026-04-05T18:32:18.209" v="1000" actId="1076"/>
          <ac:spMkLst>
            <pc:docMk/>
            <pc:sldMk cId="2404278945" sldId="577"/>
            <ac:spMk id="35" creationId="{C0A60222-825B-027C-8B85-0F0E23C891D3}"/>
          </ac:spMkLst>
        </pc:spChg>
        <pc:spChg chg="add mod">
          <ac:chgData name="Luis Carlos Guevara Hernandez" userId="946bcc4c-b146-4724-978c-751fab731e0a" providerId="ADAL" clId="{E8E95438-7D72-4151-95E2-CCAFE31D1FDF}" dt="2026-04-05T18:32:18.209" v="1000" actId="1076"/>
          <ac:spMkLst>
            <pc:docMk/>
            <pc:sldMk cId="2404278945" sldId="577"/>
            <ac:spMk id="36" creationId="{A79E181D-9E38-02FB-9DCF-D6D22743F2EB}"/>
          </ac:spMkLst>
        </pc:spChg>
        <pc:grpChg chg="mod">
          <ac:chgData name="Luis Carlos Guevara Hernandez" userId="946bcc4c-b146-4724-978c-751fab731e0a" providerId="ADAL" clId="{E8E95438-7D72-4151-95E2-CCAFE31D1FDF}" dt="2026-04-05T18:32:18.209" v="1000" actId="1076"/>
          <ac:grpSpMkLst>
            <pc:docMk/>
            <pc:sldMk cId="2404278945" sldId="577"/>
            <ac:grpSpMk id="11" creationId="{3019AD67-BAE3-E24E-536F-D8C44CD7E6FF}"/>
          </ac:grpSpMkLst>
        </pc:grpChg>
        <pc:grpChg chg="mod">
          <ac:chgData name="Luis Carlos Guevara Hernandez" userId="946bcc4c-b146-4724-978c-751fab731e0a" providerId="ADAL" clId="{E8E95438-7D72-4151-95E2-CCAFE31D1FDF}" dt="2026-04-05T18:32:18.209" v="1000" actId="1076"/>
          <ac:grpSpMkLst>
            <pc:docMk/>
            <pc:sldMk cId="2404278945" sldId="577"/>
            <ac:grpSpMk id="22" creationId="{54EC2078-4EE6-FAFE-5B8C-05E129081759}"/>
          </ac:grpSpMkLst>
        </pc:grpChg>
        <pc:grpChg chg="mod">
          <ac:chgData name="Luis Carlos Guevara Hernandez" userId="946bcc4c-b146-4724-978c-751fab731e0a" providerId="ADAL" clId="{E8E95438-7D72-4151-95E2-CCAFE31D1FDF}" dt="2026-04-05T18:32:18.209" v="1000" actId="1076"/>
          <ac:grpSpMkLst>
            <pc:docMk/>
            <pc:sldMk cId="2404278945" sldId="577"/>
            <ac:grpSpMk id="28" creationId="{8FB99C76-FD7C-EBF9-7D18-FD9EE1AAF9C0}"/>
          </ac:grpSpMkLst>
        </pc:grpChg>
      </pc:sldChg>
      <pc:sldChg chg="addSp delSp modSp add mod addAnim delAnim modAnim">
        <pc:chgData name="Luis Carlos Guevara Hernandez" userId="946bcc4c-b146-4724-978c-751fab731e0a" providerId="ADAL" clId="{E8E95438-7D72-4151-95E2-CCAFE31D1FDF}" dt="2026-04-05T18:41:20.978" v="1193" actId="1076"/>
        <pc:sldMkLst>
          <pc:docMk/>
          <pc:sldMk cId="1934208634" sldId="578"/>
        </pc:sldMkLst>
        <pc:spChg chg="add mod">
          <ac:chgData name="Luis Carlos Guevara Hernandez" userId="946bcc4c-b146-4724-978c-751fab731e0a" providerId="ADAL" clId="{E8E95438-7D72-4151-95E2-CCAFE31D1FDF}" dt="2026-04-05T18:35:36.516" v="1046" actId="20577"/>
          <ac:spMkLst>
            <pc:docMk/>
            <pc:sldMk cId="1934208634" sldId="578"/>
            <ac:spMk id="6" creationId="{69770D6B-7D62-1D99-1450-3D2469463189}"/>
          </ac:spMkLst>
        </pc:spChg>
        <pc:spChg chg="mod">
          <ac:chgData name="Luis Carlos Guevara Hernandez" userId="946bcc4c-b146-4724-978c-751fab731e0a" providerId="ADAL" clId="{E8E95438-7D72-4151-95E2-CCAFE31D1FDF}" dt="2026-04-05T18:35:01.794" v="1037" actId="207"/>
          <ac:spMkLst>
            <pc:docMk/>
            <pc:sldMk cId="1934208634" sldId="578"/>
            <ac:spMk id="35" creationId="{A07AE333-D52D-91F0-9B67-52F1A13E9204}"/>
          </ac:spMkLst>
        </pc:spChg>
        <pc:cxnChg chg="mod">
          <ac:chgData name="Luis Carlos Guevara Hernandez" userId="946bcc4c-b146-4724-978c-751fab731e0a" providerId="ADAL" clId="{E8E95438-7D72-4151-95E2-CCAFE31D1FDF}" dt="2026-04-05T18:41:20.978" v="1193" actId="1076"/>
          <ac:cxnSpMkLst>
            <pc:docMk/>
            <pc:sldMk cId="1934208634" sldId="578"/>
            <ac:cxnSpMk id="40" creationId="{2A40BACC-234A-9898-33A2-3E2CAC0D2309}"/>
          </ac:cxnSpMkLst>
        </pc:cxnChg>
      </pc:sldChg>
      <pc:sldChg chg="addSp delSp modSp add mod delAnim">
        <pc:chgData name="Luis Carlos Guevara Hernandez" userId="946bcc4c-b146-4724-978c-751fab731e0a" providerId="ADAL" clId="{E8E95438-7D72-4151-95E2-CCAFE31D1FDF}" dt="2026-04-05T18:37:15.949" v="1093" actId="1036"/>
        <pc:sldMkLst>
          <pc:docMk/>
          <pc:sldMk cId="1884991219" sldId="579"/>
        </pc:sldMkLst>
        <pc:spChg chg="mod">
          <ac:chgData name="Luis Carlos Guevara Hernandez" userId="946bcc4c-b146-4724-978c-751fab731e0a" providerId="ADAL" clId="{E8E95438-7D72-4151-95E2-CCAFE31D1FDF}" dt="2026-04-05T18:36:37.886" v="1065" actId="6549"/>
          <ac:spMkLst>
            <pc:docMk/>
            <pc:sldMk cId="1884991219" sldId="579"/>
            <ac:spMk id="6" creationId="{3A604EC8-2EEF-34FF-4158-125DA9FB11CA}"/>
          </ac:spMkLst>
        </pc:spChg>
        <pc:spChg chg="mod">
          <ac:chgData name="Luis Carlos Guevara Hernandez" userId="946bcc4c-b146-4724-978c-751fab731e0a" providerId="ADAL" clId="{E8E95438-7D72-4151-95E2-CCAFE31D1FDF}" dt="2026-04-05T18:35:57.231" v="1050"/>
          <ac:spMkLst>
            <pc:docMk/>
            <pc:sldMk cId="1884991219" sldId="579"/>
            <ac:spMk id="14" creationId="{C54238FF-B496-9C17-5B37-56CC00951E48}"/>
          </ac:spMkLst>
        </pc:spChg>
        <pc:spChg chg="mod">
          <ac:chgData name="Luis Carlos Guevara Hernandez" userId="946bcc4c-b146-4724-978c-751fab731e0a" providerId="ADAL" clId="{E8E95438-7D72-4151-95E2-CCAFE31D1FDF}" dt="2026-04-05T18:35:52.154" v="1049" actId="20577"/>
          <ac:spMkLst>
            <pc:docMk/>
            <pc:sldMk cId="1884991219" sldId="579"/>
            <ac:spMk id="16" creationId="{A322D108-A874-CBC6-8AE1-F6023C093ECF}"/>
          </ac:spMkLst>
        </pc:spChg>
        <pc:spChg chg="mod">
          <ac:chgData name="Luis Carlos Guevara Hernandez" userId="946bcc4c-b146-4724-978c-751fab731e0a" providerId="ADAL" clId="{E8E95438-7D72-4151-95E2-CCAFE31D1FDF}" dt="2026-04-05T18:36:26.387" v="1062" actId="20577"/>
          <ac:spMkLst>
            <pc:docMk/>
            <pc:sldMk cId="1884991219" sldId="579"/>
            <ac:spMk id="35" creationId="{F1C1EA8D-7868-1BC2-975A-3CC8DB73D7FA}"/>
          </ac:spMkLst>
        </pc:spChg>
        <pc:cxnChg chg="mod">
          <ac:chgData name="Luis Carlos Guevara Hernandez" userId="946bcc4c-b146-4724-978c-751fab731e0a" providerId="ADAL" clId="{E8E95438-7D72-4151-95E2-CCAFE31D1FDF}" dt="2026-04-05T18:37:15.949" v="1093" actId="1036"/>
          <ac:cxnSpMkLst>
            <pc:docMk/>
            <pc:sldMk cId="1884991219" sldId="579"/>
            <ac:cxnSpMk id="40" creationId="{6424E21F-2D8D-3756-34DB-8B50B0CC74A4}"/>
          </ac:cxnSpMkLst>
        </pc:cxnChg>
      </pc:sldChg>
      <pc:sldChg chg="addSp modSp add mod">
        <pc:chgData name="Luis Carlos Guevara Hernandez" userId="946bcc4c-b146-4724-978c-751fab731e0a" providerId="ADAL" clId="{E8E95438-7D72-4151-95E2-CCAFE31D1FDF}" dt="2026-04-05T18:40:05.249" v="1177" actId="1076"/>
        <pc:sldMkLst>
          <pc:docMk/>
          <pc:sldMk cId="3742978663" sldId="580"/>
        </pc:sldMkLst>
        <pc:spChg chg="mod">
          <ac:chgData name="Luis Carlos Guevara Hernandez" userId="946bcc4c-b146-4724-978c-751fab731e0a" providerId="ADAL" clId="{E8E95438-7D72-4151-95E2-CCAFE31D1FDF}" dt="2026-04-05T18:40:05.249" v="1177" actId="1076"/>
          <ac:spMkLst>
            <pc:docMk/>
            <pc:sldMk cId="3742978663" sldId="580"/>
            <ac:spMk id="6" creationId="{3D5DBD53-2268-1922-78AB-D9663D8651F2}"/>
          </ac:spMkLst>
        </pc:spChg>
        <pc:spChg chg="mod">
          <ac:chgData name="Luis Carlos Guevara Hernandez" userId="946bcc4c-b146-4724-978c-751fab731e0a" providerId="ADAL" clId="{E8E95438-7D72-4151-95E2-CCAFE31D1FDF}" dt="2026-04-05T18:37:34.472" v="1099" actId="14100"/>
          <ac:spMkLst>
            <pc:docMk/>
            <pc:sldMk cId="3742978663" sldId="580"/>
            <ac:spMk id="14" creationId="{7BA942A5-1B47-9C83-26D7-FEE9C83F5F86}"/>
          </ac:spMkLst>
        </pc:spChg>
        <pc:spChg chg="mod">
          <ac:chgData name="Luis Carlos Guevara Hernandez" userId="946bcc4c-b146-4724-978c-751fab731e0a" providerId="ADAL" clId="{E8E95438-7D72-4151-95E2-CCAFE31D1FDF}" dt="2026-04-05T18:37:31.911" v="1098" actId="20577"/>
          <ac:spMkLst>
            <pc:docMk/>
            <pc:sldMk cId="3742978663" sldId="580"/>
            <ac:spMk id="16" creationId="{03A89522-3DDC-BE9C-24FD-415EB32F9F38}"/>
          </ac:spMkLst>
        </pc:spChg>
        <pc:spChg chg="mod">
          <ac:chgData name="Luis Carlos Guevara Hernandez" userId="946bcc4c-b146-4724-978c-751fab731e0a" providerId="ADAL" clId="{E8E95438-7D72-4151-95E2-CCAFE31D1FDF}" dt="2026-04-05T18:40:00.812" v="1176" actId="20577"/>
          <ac:spMkLst>
            <pc:docMk/>
            <pc:sldMk cId="3742978663" sldId="580"/>
            <ac:spMk id="35" creationId="{481DB880-23D3-918D-A9C7-16F8645B37EB}"/>
          </ac:spMkLst>
        </pc:spChg>
        <pc:grpChg chg="mod">
          <ac:chgData name="Luis Carlos Guevara Hernandez" userId="946bcc4c-b146-4724-978c-751fab731e0a" providerId="ADAL" clId="{E8E95438-7D72-4151-95E2-CCAFE31D1FDF}" dt="2026-04-05T18:37:30.475" v="1096"/>
          <ac:grpSpMkLst>
            <pc:docMk/>
            <pc:sldMk cId="3742978663" sldId="580"/>
            <ac:grpSpMk id="11" creationId="{121D8590-FF9E-5AFA-EE73-A3EC88957EF3}"/>
          </ac:grpSpMkLst>
        </pc:grpChg>
        <pc:cxnChg chg="mod">
          <ac:chgData name="Luis Carlos Guevara Hernandez" userId="946bcc4c-b146-4724-978c-751fab731e0a" providerId="ADAL" clId="{E8E95438-7D72-4151-95E2-CCAFE31D1FDF}" dt="2026-04-05T18:39:24.515" v="1164" actId="1036"/>
          <ac:cxnSpMkLst>
            <pc:docMk/>
            <pc:sldMk cId="3742978663" sldId="580"/>
            <ac:cxnSpMk id="40" creationId="{1C9DAD1F-CFDF-F8DE-9409-C12ABACB2768}"/>
          </ac:cxnSpMkLst>
        </pc:cxnChg>
      </pc:sldChg>
      <pc:sldChg chg="modSp add mod">
        <pc:chgData name="Luis Carlos Guevara Hernandez" userId="946bcc4c-b146-4724-978c-751fab731e0a" providerId="ADAL" clId="{E8E95438-7D72-4151-95E2-CCAFE31D1FDF}" dt="2026-04-05T18:41:10.980" v="1192" actId="1076"/>
        <pc:sldMkLst>
          <pc:docMk/>
          <pc:sldMk cId="2032251370" sldId="581"/>
        </pc:sldMkLst>
        <pc:spChg chg="mod">
          <ac:chgData name="Luis Carlos Guevara Hernandez" userId="946bcc4c-b146-4724-978c-751fab731e0a" providerId="ADAL" clId="{E8E95438-7D72-4151-95E2-CCAFE31D1FDF}" dt="2026-04-05T18:40:44.796" v="1191" actId="207"/>
          <ac:spMkLst>
            <pc:docMk/>
            <pc:sldMk cId="2032251370" sldId="581"/>
            <ac:spMk id="6" creationId="{D2F3D328-9EC7-859E-EA90-29A6C68089B3}"/>
          </ac:spMkLst>
        </pc:spChg>
        <pc:spChg chg="mod">
          <ac:chgData name="Luis Carlos Guevara Hernandez" userId="946bcc4c-b146-4724-978c-751fab731e0a" providerId="ADAL" clId="{E8E95438-7D72-4151-95E2-CCAFE31D1FDF}" dt="2026-04-05T18:39:35.189" v="1166"/>
          <ac:spMkLst>
            <pc:docMk/>
            <pc:sldMk cId="2032251370" sldId="581"/>
            <ac:spMk id="14" creationId="{52885ECC-BF8E-3FEF-2C35-7ADDFD806E92}"/>
          </ac:spMkLst>
        </pc:spChg>
        <pc:spChg chg="mod">
          <ac:chgData name="Luis Carlos Guevara Hernandez" userId="946bcc4c-b146-4724-978c-751fab731e0a" providerId="ADAL" clId="{E8E95438-7D72-4151-95E2-CCAFE31D1FDF}" dt="2026-04-05T18:39:36.674" v="1168" actId="20577"/>
          <ac:spMkLst>
            <pc:docMk/>
            <pc:sldMk cId="2032251370" sldId="581"/>
            <ac:spMk id="16" creationId="{E6E2237E-A7A9-3B75-955E-987B3143068D}"/>
          </ac:spMkLst>
        </pc:spChg>
        <pc:spChg chg="mod">
          <ac:chgData name="Luis Carlos Guevara Hernandez" userId="946bcc4c-b146-4724-978c-751fab731e0a" providerId="ADAL" clId="{E8E95438-7D72-4151-95E2-CCAFE31D1FDF}" dt="2026-04-05T18:39:55.463" v="1175" actId="20577"/>
          <ac:spMkLst>
            <pc:docMk/>
            <pc:sldMk cId="2032251370" sldId="581"/>
            <ac:spMk id="35" creationId="{C711D4F2-A96B-C2CC-151A-8B6FBCF3CB51}"/>
          </ac:spMkLst>
        </pc:spChg>
        <pc:cxnChg chg="mod">
          <ac:chgData name="Luis Carlos Guevara Hernandez" userId="946bcc4c-b146-4724-978c-751fab731e0a" providerId="ADAL" clId="{E8E95438-7D72-4151-95E2-CCAFE31D1FDF}" dt="2026-04-05T18:41:10.980" v="1192" actId="1076"/>
          <ac:cxnSpMkLst>
            <pc:docMk/>
            <pc:sldMk cId="2032251370" sldId="581"/>
            <ac:cxnSpMk id="40" creationId="{4E13918E-AEAB-96EE-FD18-99C17610433C}"/>
          </ac:cxnSpMkLst>
        </pc:cxnChg>
      </pc:sldChg>
      <pc:sldChg chg="addSp delSp modSp add mod delAnim modAnim">
        <pc:chgData name="Luis Carlos Guevara Hernandez" userId="946bcc4c-b146-4724-978c-751fab731e0a" providerId="ADAL" clId="{E8E95438-7D72-4151-95E2-CCAFE31D1FDF}" dt="2026-04-05T18:51:10.805" v="1362" actId="14100"/>
        <pc:sldMkLst>
          <pc:docMk/>
          <pc:sldMk cId="2636028227" sldId="582"/>
        </pc:sldMkLst>
        <pc:spChg chg="mod">
          <ac:chgData name="Luis Carlos Guevara Hernandez" userId="946bcc4c-b146-4724-978c-751fab731e0a" providerId="ADAL" clId="{E8E95438-7D72-4151-95E2-CCAFE31D1FDF}" dt="2026-04-05T18:50:24.754" v="1334" actId="1076"/>
          <ac:spMkLst>
            <pc:docMk/>
            <pc:sldMk cId="2636028227" sldId="582"/>
            <ac:spMk id="32" creationId="{EE07B54F-91C5-DEA7-2DD8-3BB371654968}"/>
          </ac:spMkLst>
        </pc:spChg>
        <pc:spChg chg="mod">
          <ac:chgData name="Luis Carlos Guevara Hernandez" userId="946bcc4c-b146-4724-978c-751fab731e0a" providerId="ADAL" clId="{E8E95438-7D72-4151-95E2-CCAFE31D1FDF}" dt="2026-04-05T18:50:28.899" v="1335" actId="1076"/>
          <ac:spMkLst>
            <pc:docMk/>
            <pc:sldMk cId="2636028227" sldId="582"/>
            <ac:spMk id="33" creationId="{41406838-E604-E438-8192-72AF983CE8E6}"/>
          </ac:spMkLst>
        </pc:spChg>
        <pc:spChg chg="mod">
          <ac:chgData name="Luis Carlos Guevara Hernandez" userId="946bcc4c-b146-4724-978c-751fab731e0a" providerId="ADAL" clId="{E8E95438-7D72-4151-95E2-CCAFE31D1FDF}" dt="2026-04-05T18:42:24.722" v="1204" actId="207"/>
          <ac:spMkLst>
            <pc:docMk/>
            <pc:sldMk cId="2636028227" sldId="582"/>
            <ac:spMk id="34" creationId="{91A3C58B-F438-7192-2972-F9BE0E30B6B6}"/>
          </ac:spMkLst>
        </pc:spChg>
        <pc:spChg chg="mod">
          <ac:chgData name="Luis Carlos Guevara Hernandez" userId="946bcc4c-b146-4724-978c-751fab731e0a" providerId="ADAL" clId="{E8E95438-7D72-4151-95E2-CCAFE31D1FDF}" dt="2026-04-05T18:42:24.722" v="1204" actId="207"/>
          <ac:spMkLst>
            <pc:docMk/>
            <pc:sldMk cId="2636028227" sldId="582"/>
            <ac:spMk id="36" creationId="{CE46EEC7-6DCD-5F26-5082-5E649B92DF8C}"/>
          </ac:spMkLst>
        </pc:spChg>
        <pc:spChg chg="add mod">
          <ac:chgData name="Luis Carlos Guevara Hernandez" userId="946bcc4c-b146-4724-978c-751fab731e0a" providerId="ADAL" clId="{E8E95438-7D72-4151-95E2-CCAFE31D1FDF}" dt="2026-04-05T18:42:24.722" v="1204" actId="207"/>
          <ac:spMkLst>
            <pc:docMk/>
            <pc:sldMk cId="2636028227" sldId="582"/>
            <ac:spMk id="38" creationId="{3AFF28CC-7767-9DD9-166E-D5D77F9E09D0}"/>
          </ac:spMkLst>
        </pc:spChg>
        <pc:spChg chg="add mod">
          <ac:chgData name="Luis Carlos Guevara Hernandez" userId="946bcc4c-b146-4724-978c-751fab731e0a" providerId="ADAL" clId="{E8E95438-7D72-4151-95E2-CCAFE31D1FDF}" dt="2026-04-05T18:42:38.149" v="1206" actId="113"/>
          <ac:spMkLst>
            <pc:docMk/>
            <pc:sldMk cId="2636028227" sldId="582"/>
            <ac:spMk id="39" creationId="{FFEC262C-26ED-A64A-0D12-FC541BD75D62}"/>
          </ac:spMkLst>
        </pc:spChg>
        <pc:spChg chg="mod">
          <ac:chgData name="Luis Carlos Guevara Hernandez" userId="946bcc4c-b146-4724-978c-751fab731e0a" providerId="ADAL" clId="{E8E95438-7D72-4151-95E2-CCAFE31D1FDF}" dt="2026-04-05T18:42:24.722" v="1204" actId="207"/>
          <ac:spMkLst>
            <pc:docMk/>
            <pc:sldMk cId="2636028227" sldId="582"/>
            <ac:spMk id="41" creationId="{6CE69E56-8F16-C746-59C6-CE23C9EA302A}"/>
          </ac:spMkLst>
        </pc:spChg>
        <pc:spChg chg="add mod">
          <ac:chgData name="Luis Carlos Guevara Hernandez" userId="946bcc4c-b146-4724-978c-751fab731e0a" providerId="ADAL" clId="{E8E95438-7D72-4151-95E2-CCAFE31D1FDF}" dt="2026-04-05T18:42:24.722" v="1204" actId="207"/>
          <ac:spMkLst>
            <pc:docMk/>
            <pc:sldMk cId="2636028227" sldId="582"/>
            <ac:spMk id="42" creationId="{0CFA132C-23DB-A5FF-EBDC-D9583389F262}"/>
          </ac:spMkLst>
        </pc:spChg>
        <pc:spChg chg="add mod">
          <ac:chgData name="Luis Carlos Guevara Hernandez" userId="946bcc4c-b146-4724-978c-751fab731e0a" providerId="ADAL" clId="{E8E95438-7D72-4151-95E2-CCAFE31D1FDF}" dt="2026-04-05T18:43:52.566" v="1214" actId="20577"/>
          <ac:spMkLst>
            <pc:docMk/>
            <pc:sldMk cId="2636028227" sldId="582"/>
            <ac:spMk id="43" creationId="{D70A1139-FC60-1126-268A-BDE8753AFBFA}"/>
          </ac:spMkLst>
        </pc:spChg>
        <pc:spChg chg="mod">
          <ac:chgData name="Luis Carlos Guevara Hernandez" userId="946bcc4c-b146-4724-978c-751fab731e0a" providerId="ADAL" clId="{E8E95438-7D72-4151-95E2-CCAFE31D1FDF}" dt="2026-04-05T18:44:50.509" v="1231" actId="20577"/>
          <ac:spMkLst>
            <pc:docMk/>
            <pc:sldMk cId="2636028227" sldId="582"/>
            <ac:spMk id="44" creationId="{BADFF7CF-AE99-1CDA-E6DD-D0784D84AD62}"/>
          </ac:spMkLst>
        </pc:spChg>
        <pc:spChg chg="mod">
          <ac:chgData name="Luis Carlos Guevara Hernandez" userId="946bcc4c-b146-4724-978c-751fab731e0a" providerId="ADAL" clId="{E8E95438-7D72-4151-95E2-CCAFE31D1FDF}" dt="2026-04-05T18:47:23.630" v="1287" actId="20577"/>
          <ac:spMkLst>
            <pc:docMk/>
            <pc:sldMk cId="2636028227" sldId="582"/>
            <ac:spMk id="45" creationId="{CBBE154C-0542-2C56-7F4D-1FBE3DA5AA31}"/>
          </ac:spMkLst>
        </pc:spChg>
        <pc:spChg chg="add mod">
          <ac:chgData name="Luis Carlos Guevara Hernandez" userId="946bcc4c-b146-4724-978c-751fab731e0a" providerId="ADAL" clId="{E8E95438-7D72-4151-95E2-CCAFE31D1FDF}" dt="2026-04-05T18:48:53.838" v="1308" actId="20577"/>
          <ac:spMkLst>
            <pc:docMk/>
            <pc:sldMk cId="2636028227" sldId="582"/>
            <ac:spMk id="46" creationId="{421BA5FB-506B-8ACB-D3FE-65F394B51915}"/>
          </ac:spMkLst>
        </pc:spChg>
        <pc:spChg chg="add mod">
          <ac:chgData name="Luis Carlos Guevara Hernandez" userId="946bcc4c-b146-4724-978c-751fab731e0a" providerId="ADAL" clId="{E8E95438-7D72-4151-95E2-CCAFE31D1FDF}" dt="2026-04-05T18:49:30.922" v="1315" actId="20577"/>
          <ac:spMkLst>
            <pc:docMk/>
            <pc:sldMk cId="2636028227" sldId="582"/>
            <ac:spMk id="47" creationId="{52B57BF6-F8B4-1D92-0130-76FC3BA6136A}"/>
          </ac:spMkLst>
        </pc:spChg>
        <pc:spChg chg="add mod">
          <ac:chgData name="Luis Carlos Guevara Hernandez" userId="946bcc4c-b146-4724-978c-751fab731e0a" providerId="ADAL" clId="{E8E95438-7D72-4151-95E2-CCAFE31D1FDF}" dt="2026-04-05T18:50:02.926" v="1325" actId="20577"/>
          <ac:spMkLst>
            <pc:docMk/>
            <pc:sldMk cId="2636028227" sldId="582"/>
            <ac:spMk id="48" creationId="{95A194AB-957B-7588-ED04-5BA636C73682}"/>
          </ac:spMkLst>
        </pc:spChg>
        <pc:spChg chg="mod">
          <ac:chgData name="Luis Carlos Guevara Hernandez" userId="946bcc4c-b146-4724-978c-751fab731e0a" providerId="ADAL" clId="{E8E95438-7D72-4151-95E2-CCAFE31D1FDF}" dt="2026-04-05T18:51:10.805" v="1362" actId="14100"/>
          <ac:spMkLst>
            <pc:docMk/>
            <pc:sldMk cId="2636028227" sldId="582"/>
            <ac:spMk id="49" creationId="{6AE1E11E-8E5F-1C93-FEC8-590269257473}"/>
          </ac:spMkLst>
        </pc:spChg>
        <pc:spChg chg="add mod">
          <ac:chgData name="Luis Carlos Guevara Hernandez" userId="946bcc4c-b146-4724-978c-751fab731e0a" providerId="ADAL" clId="{E8E95438-7D72-4151-95E2-CCAFE31D1FDF}" dt="2026-04-05T18:48:13.665" v="1298" actId="108"/>
          <ac:spMkLst>
            <pc:docMk/>
            <pc:sldMk cId="2636028227" sldId="582"/>
            <ac:spMk id="50" creationId="{76117440-739A-42CB-A8EB-AE01CCA58CA8}"/>
          </ac:spMkLst>
        </pc:spChg>
        <pc:spChg chg="add mod">
          <ac:chgData name="Luis Carlos Guevara Hernandez" userId="946bcc4c-b146-4724-978c-751fab731e0a" providerId="ADAL" clId="{E8E95438-7D72-4151-95E2-CCAFE31D1FDF}" dt="2026-04-05T18:48:35.754" v="1304" actId="20577"/>
          <ac:spMkLst>
            <pc:docMk/>
            <pc:sldMk cId="2636028227" sldId="582"/>
            <ac:spMk id="51" creationId="{78943526-2AD9-3052-B074-34AAD26FEEC6}"/>
          </ac:spMkLst>
        </pc:spChg>
        <pc:spChg chg="mod">
          <ac:chgData name="Luis Carlos Guevara Hernandez" userId="946bcc4c-b146-4724-978c-751fab731e0a" providerId="ADAL" clId="{E8E95438-7D72-4151-95E2-CCAFE31D1FDF}" dt="2026-04-05T18:51:04.677" v="1361" actId="1038"/>
          <ac:spMkLst>
            <pc:docMk/>
            <pc:sldMk cId="2636028227" sldId="582"/>
            <ac:spMk id="52" creationId="{9A63D1E7-BB70-364F-DC44-CD91A4732488}"/>
          </ac:spMkLst>
        </pc:spChg>
        <pc:spChg chg="mod">
          <ac:chgData name="Luis Carlos Guevara Hernandez" userId="946bcc4c-b146-4724-978c-751fab731e0a" providerId="ADAL" clId="{E8E95438-7D72-4151-95E2-CCAFE31D1FDF}" dt="2026-04-05T18:51:04.677" v="1361" actId="1038"/>
          <ac:spMkLst>
            <pc:docMk/>
            <pc:sldMk cId="2636028227" sldId="582"/>
            <ac:spMk id="53" creationId="{1D1C7E78-A5C4-4AE5-0710-67AB94E8354F}"/>
          </ac:spMkLst>
        </pc:spChg>
        <pc:spChg chg="mod">
          <ac:chgData name="Luis Carlos Guevara Hernandez" userId="946bcc4c-b146-4724-978c-751fab731e0a" providerId="ADAL" clId="{E8E95438-7D72-4151-95E2-CCAFE31D1FDF}" dt="2026-04-05T18:51:04.677" v="1361" actId="1038"/>
          <ac:spMkLst>
            <pc:docMk/>
            <pc:sldMk cId="2636028227" sldId="582"/>
            <ac:spMk id="54" creationId="{886307E3-2DD1-CE0F-DAB1-43AEF4010F31}"/>
          </ac:spMkLst>
        </pc:spChg>
      </pc:sldChg>
      <pc:sldChg chg="addSp delSp modSp add mod delAnim modAnim">
        <pc:chgData name="Luis Carlos Guevara Hernandez" userId="946bcc4c-b146-4724-978c-751fab731e0a" providerId="ADAL" clId="{E8E95438-7D72-4151-95E2-CCAFE31D1FDF}" dt="2026-04-05T18:59:57.929" v="1459" actId="14100"/>
        <pc:sldMkLst>
          <pc:docMk/>
          <pc:sldMk cId="1137491199" sldId="583"/>
        </pc:sldMkLst>
        <pc:spChg chg="add mod">
          <ac:chgData name="Luis Carlos Guevara Hernandez" userId="946bcc4c-b146-4724-978c-751fab731e0a" providerId="ADAL" clId="{E8E95438-7D72-4151-95E2-CCAFE31D1FDF}" dt="2026-04-05T18:56:41.018" v="1422" actId="179"/>
          <ac:spMkLst>
            <pc:docMk/>
            <pc:sldMk cId="1137491199" sldId="583"/>
            <ac:spMk id="3" creationId="{6802AFDE-67E6-79D2-3E8F-638C70C8996D}"/>
          </ac:spMkLst>
        </pc:spChg>
        <pc:spChg chg="add mod">
          <ac:chgData name="Luis Carlos Guevara Hernandez" userId="946bcc4c-b146-4724-978c-751fab731e0a" providerId="ADAL" clId="{E8E95438-7D72-4151-95E2-CCAFE31D1FDF}" dt="2026-04-05T18:56:28.635" v="1417" actId="179"/>
          <ac:spMkLst>
            <pc:docMk/>
            <pc:sldMk cId="1137491199" sldId="583"/>
            <ac:spMk id="7" creationId="{400E651E-6DB6-56C8-81E8-72779A4EC54E}"/>
          </ac:spMkLst>
        </pc:spChg>
        <pc:spChg chg="add mod">
          <ac:chgData name="Luis Carlos Guevara Hernandez" userId="946bcc4c-b146-4724-978c-751fab731e0a" providerId="ADAL" clId="{E8E95438-7D72-4151-95E2-CCAFE31D1FDF}" dt="2026-04-05T18:57:27.766" v="1430" actId="14100"/>
          <ac:spMkLst>
            <pc:docMk/>
            <pc:sldMk cId="1137491199" sldId="583"/>
            <ac:spMk id="8" creationId="{C0DB610E-F8F6-5730-9850-6805411A63ED}"/>
          </ac:spMkLst>
        </pc:spChg>
        <pc:spChg chg="add mod">
          <ac:chgData name="Luis Carlos Guevara Hernandez" userId="946bcc4c-b146-4724-978c-751fab731e0a" providerId="ADAL" clId="{E8E95438-7D72-4151-95E2-CCAFE31D1FDF}" dt="2026-04-05T18:59:57.929" v="1459" actId="14100"/>
          <ac:spMkLst>
            <pc:docMk/>
            <pc:sldMk cId="1137491199" sldId="583"/>
            <ac:spMk id="9" creationId="{3A88BAAB-CF37-FD27-45A5-F901C87F5FD8}"/>
          </ac:spMkLst>
        </pc:spChg>
      </pc:sldChg>
      <pc:sldChg chg="addSp delSp modSp add mod delAnim modAnim">
        <pc:chgData name="Luis Carlos Guevara Hernandez" userId="946bcc4c-b146-4724-978c-751fab731e0a" providerId="ADAL" clId="{E8E95438-7D72-4151-95E2-CCAFE31D1FDF}" dt="2026-04-05T19:03:25.379" v="1501" actId="20577"/>
        <pc:sldMkLst>
          <pc:docMk/>
          <pc:sldMk cId="2425918315" sldId="584"/>
        </pc:sldMkLst>
        <pc:spChg chg="add mod">
          <ac:chgData name="Luis Carlos Guevara Hernandez" userId="946bcc4c-b146-4724-978c-751fab731e0a" providerId="ADAL" clId="{E8E95438-7D72-4151-95E2-CCAFE31D1FDF}" dt="2026-04-05T19:00:42.478" v="1465"/>
          <ac:spMkLst>
            <pc:docMk/>
            <pc:sldMk cId="2425918315" sldId="584"/>
            <ac:spMk id="2" creationId="{C72B17C5-72D9-D089-F800-9932BEAEC5D8}"/>
          </ac:spMkLst>
        </pc:spChg>
        <pc:spChg chg="mod">
          <ac:chgData name="Luis Carlos Guevara Hernandez" userId="946bcc4c-b146-4724-978c-751fab731e0a" providerId="ADAL" clId="{E8E95438-7D72-4151-95E2-CCAFE31D1FDF}" dt="2026-04-05T19:00:51.915" v="1467" actId="207"/>
          <ac:spMkLst>
            <pc:docMk/>
            <pc:sldMk cId="2425918315" sldId="584"/>
            <ac:spMk id="12" creationId="{85598453-E1B5-1A2C-5DCF-DF9BC962473E}"/>
          </ac:spMkLst>
        </pc:spChg>
        <pc:spChg chg="mod">
          <ac:chgData name="Luis Carlos Guevara Hernandez" userId="946bcc4c-b146-4724-978c-751fab731e0a" providerId="ADAL" clId="{E8E95438-7D72-4151-95E2-CCAFE31D1FDF}" dt="2026-04-05T19:00:33.468" v="1463"/>
          <ac:spMkLst>
            <pc:docMk/>
            <pc:sldMk cId="2425918315" sldId="584"/>
            <ac:spMk id="13" creationId="{2B0F7479-BBB7-8168-E699-B8BB48AFAF18}"/>
          </ac:spMkLst>
        </pc:spChg>
        <pc:spChg chg="mod">
          <ac:chgData name="Luis Carlos Guevara Hernandez" userId="946bcc4c-b146-4724-978c-751fab731e0a" providerId="ADAL" clId="{E8E95438-7D72-4151-95E2-CCAFE31D1FDF}" dt="2026-04-05T19:00:48.301" v="1466" actId="207"/>
          <ac:spMkLst>
            <pc:docMk/>
            <pc:sldMk cId="2425918315" sldId="584"/>
            <ac:spMk id="14" creationId="{258E4C8F-0B45-C6FF-E7AE-FE11265C6786}"/>
          </ac:spMkLst>
        </pc:spChg>
        <pc:spChg chg="add mod">
          <ac:chgData name="Luis Carlos Guevara Hernandez" userId="946bcc4c-b146-4724-978c-751fab731e0a" providerId="ADAL" clId="{E8E95438-7D72-4151-95E2-CCAFE31D1FDF}" dt="2026-04-05T19:00:33.468" v="1463"/>
          <ac:spMkLst>
            <pc:docMk/>
            <pc:sldMk cId="2425918315" sldId="584"/>
            <ac:spMk id="15" creationId="{19614451-537D-698B-3B80-11A9BFD36D34}"/>
          </ac:spMkLst>
        </pc:spChg>
        <pc:spChg chg="add mod">
          <ac:chgData name="Luis Carlos Guevara Hernandez" userId="946bcc4c-b146-4724-978c-751fab731e0a" providerId="ADAL" clId="{E8E95438-7D72-4151-95E2-CCAFE31D1FDF}" dt="2026-04-05T19:00:33.468" v="1463"/>
          <ac:spMkLst>
            <pc:docMk/>
            <pc:sldMk cId="2425918315" sldId="584"/>
            <ac:spMk id="16" creationId="{1FF52420-9FB8-153C-C67A-38215FDCC950}"/>
          </ac:spMkLst>
        </pc:spChg>
        <pc:spChg chg="add mod">
          <ac:chgData name="Luis Carlos Guevara Hernandez" userId="946bcc4c-b146-4724-978c-751fab731e0a" providerId="ADAL" clId="{E8E95438-7D72-4151-95E2-CCAFE31D1FDF}" dt="2026-04-05T19:00:33.468" v="1463"/>
          <ac:spMkLst>
            <pc:docMk/>
            <pc:sldMk cId="2425918315" sldId="584"/>
            <ac:spMk id="17" creationId="{5D423266-AF92-A1F3-0965-96D0DB2661C9}"/>
          </ac:spMkLst>
        </pc:spChg>
        <pc:spChg chg="mod">
          <ac:chgData name="Luis Carlos Guevara Hernandez" userId="946bcc4c-b146-4724-978c-751fab731e0a" providerId="ADAL" clId="{E8E95438-7D72-4151-95E2-CCAFE31D1FDF}" dt="2026-04-05T19:02:44.719" v="1490" actId="13926"/>
          <ac:spMkLst>
            <pc:docMk/>
            <pc:sldMk cId="2425918315" sldId="584"/>
            <ac:spMk id="19" creationId="{85D0B7E4-E7DA-E8C5-3B43-206FBBAB247C}"/>
          </ac:spMkLst>
        </pc:spChg>
        <pc:spChg chg="mod">
          <ac:chgData name="Luis Carlos Guevara Hernandez" userId="946bcc4c-b146-4724-978c-751fab731e0a" providerId="ADAL" clId="{E8E95438-7D72-4151-95E2-CCAFE31D1FDF}" dt="2026-04-05T19:01:29.826" v="1475" actId="20577"/>
          <ac:spMkLst>
            <pc:docMk/>
            <pc:sldMk cId="2425918315" sldId="584"/>
            <ac:spMk id="20" creationId="{9E415B67-9F18-59CB-0331-52FF703DE645}"/>
          </ac:spMkLst>
        </pc:spChg>
        <pc:spChg chg="mod">
          <ac:chgData name="Luis Carlos Guevara Hernandez" userId="946bcc4c-b146-4724-978c-751fab731e0a" providerId="ADAL" clId="{E8E95438-7D72-4151-95E2-CCAFE31D1FDF}" dt="2026-04-05T19:00:38.594" v="1464"/>
          <ac:spMkLst>
            <pc:docMk/>
            <pc:sldMk cId="2425918315" sldId="584"/>
            <ac:spMk id="21" creationId="{54465C50-5D56-397A-645F-55FBE0B8C5EF}"/>
          </ac:spMkLst>
        </pc:spChg>
        <pc:spChg chg="add mod">
          <ac:chgData name="Luis Carlos Guevara Hernandez" userId="946bcc4c-b146-4724-978c-751fab731e0a" providerId="ADAL" clId="{E8E95438-7D72-4151-95E2-CCAFE31D1FDF}" dt="2026-04-05T19:01:44.115" v="1479" actId="20577"/>
          <ac:spMkLst>
            <pc:docMk/>
            <pc:sldMk cId="2425918315" sldId="584"/>
            <ac:spMk id="22" creationId="{A5DE6C16-F5A2-773E-94A6-4FA37E27CC65}"/>
          </ac:spMkLst>
        </pc:spChg>
        <pc:spChg chg="add mod">
          <ac:chgData name="Luis Carlos Guevara Hernandez" userId="946bcc4c-b146-4724-978c-751fab731e0a" providerId="ADAL" clId="{E8E95438-7D72-4151-95E2-CCAFE31D1FDF}" dt="2026-04-05T19:02:44.719" v="1490" actId="13926"/>
          <ac:spMkLst>
            <pc:docMk/>
            <pc:sldMk cId="2425918315" sldId="584"/>
            <ac:spMk id="23" creationId="{FAAEF299-6B7D-8F7D-D59F-0D8B9949FB6D}"/>
          </ac:spMkLst>
        </pc:spChg>
        <pc:spChg chg="mod">
          <ac:chgData name="Luis Carlos Guevara Hernandez" userId="946bcc4c-b146-4724-978c-751fab731e0a" providerId="ADAL" clId="{E8E95438-7D72-4151-95E2-CCAFE31D1FDF}" dt="2026-04-05T19:02:23.095" v="1484" actId="20577"/>
          <ac:spMkLst>
            <pc:docMk/>
            <pc:sldMk cId="2425918315" sldId="584"/>
            <ac:spMk id="24" creationId="{62EC0339-E601-A4E4-E29E-F66134B50167}"/>
          </ac:spMkLst>
        </pc:spChg>
        <pc:spChg chg="mod">
          <ac:chgData name="Luis Carlos Guevara Hernandez" userId="946bcc4c-b146-4724-978c-751fab731e0a" providerId="ADAL" clId="{E8E95438-7D72-4151-95E2-CCAFE31D1FDF}" dt="2026-04-05T19:02:31.983" v="1487" actId="20577"/>
          <ac:spMkLst>
            <pc:docMk/>
            <pc:sldMk cId="2425918315" sldId="584"/>
            <ac:spMk id="25" creationId="{B1CFF11A-021F-6265-CCB6-8E16E596164D}"/>
          </ac:spMkLst>
        </pc:spChg>
        <pc:spChg chg="add mod">
          <ac:chgData name="Luis Carlos Guevara Hernandez" userId="946bcc4c-b146-4724-978c-751fab731e0a" providerId="ADAL" clId="{E8E95438-7D72-4151-95E2-CCAFE31D1FDF}" dt="2026-04-05T19:02:48.109" v="1491" actId="14100"/>
          <ac:spMkLst>
            <pc:docMk/>
            <pc:sldMk cId="2425918315" sldId="584"/>
            <ac:spMk id="26" creationId="{F1B2745F-4FBD-51A7-00E9-1A748FDAC76C}"/>
          </ac:spMkLst>
        </pc:spChg>
        <pc:spChg chg="mod">
          <ac:chgData name="Luis Carlos Guevara Hernandez" userId="946bcc4c-b146-4724-978c-751fab731e0a" providerId="ADAL" clId="{E8E95438-7D72-4151-95E2-CCAFE31D1FDF}" dt="2026-04-05T19:03:11.451" v="1497" actId="20577"/>
          <ac:spMkLst>
            <pc:docMk/>
            <pc:sldMk cId="2425918315" sldId="584"/>
            <ac:spMk id="27" creationId="{45855CD3-81A8-5EFE-E119-46E147042690}"/>
          </ac:spMkLst>
        </pc:spChg>
        <pc:spChg chg="add mod">
          <ac:chgData name="Luis Carlos Guevara Hernandez" userId="946bcc4c-b146-4724-978c-751fab731e0a" providerId="ADAL" clId="{E8E95438-7D72-4151-95E2-CCAFE31D1FDF}" dt="2026-04-05T19:03:25.379" v="1501" actId="20577"/>
          <ac:spMkLst>
            <pc:docMk/>
            <pc:sldMk cId="2425918315" sldId="584"/>
            <ac:spMk id="28" creationId="{F8642629-FE30-0BCB-414D-81FC01054CDF}"/>
          </ac:spMkLst>
        </pc:spChg>
        <pc:cxnChg chg="mod">
          <ac:chgData name="Luis Carlos Guevara Hernandez" userId="946bcc4c-b146-4724-978c-751fab731e0a" providerId="ADAL" clId="{E8E95438-7D72-4151-95E2-CCAFE31D1FDF}" dt="2026-04-05T19:01:03.947" v="1469" actId="208"/>
          <ac:cxnSpMkLst>
            <pc:docMk/>
            <pc:sldMk cId="2425918315" sldId="584"/>
            <ac:cxnSpMk id="29" creationId="{4EF041CB-34D7-B418-5D2C-EEDB8134BDEF}"/>
          </ac:cxnSpMkLst>
        </pc:cxnChg>
        <pc:cxnChg chg="mod">
          <ac:chgData name="Luis Carlos Guevara Hernandez" userId="946bcc4c-b146-4724-978c-751fab731e0a" providerId="ADAL" clId="{E8E95438-7D72-4151-95E2-CCAFE31D1FDF}" dt="2026-04-05T19:02:48.109" v="1491" actId="14100"/>
          <ac:cxnSpMkLst>
            <pc:docMk/>
            <pc:sldMk cId="2425918315" sldId="584"/>
            <ac:cxnSpMk id="30" creationId="{DA6EDF74-0426-C6B4-E76B-0A7893240D25}"/>
          </ac:cxnSpMkLst>
        </pc:cxnChg>
      </pc:sldChg>
      <pc:sldChg chg="addSp delSp modSp add mod">
        <pc:chgData name="Luis Carlos Guevara Hernandez" userId="946bcc4c-b146-4724-978c-751fab731e0a" providerId="ADAL" clId="{E8E95438-7D72-4151-95E2-CCAFE31D1FDF}" dt="2026-04-05T19:05:37.240" v="1534" actId="20577"/>
        <pc:sldMkLst>
          <pc:docMk/>
          <pc:sldMk cId="937100075" sldId="585"/>
        </pc:sldMkLst>
        <pc:spChg chg="add mod">
          <ac:chgData name="Luis Carlos Guevara Hernandez" userId="946bcc4c-b146-4724-978c-751fab731e0a" providerId="ADAL" clId="{E8E95438-7D72-4151-95E2-CCAFE31D1FDF}" dt="2026-04-05T19:04:25.446" v="1510" actId="13926"/>
          <ac:spMkLst>
            <pc:docMk/>
            <pc:sldMk cId="937100075" sldId="585"/>
            <ac:spMk id="3" creationId="{4B7215CC-C730-CF1C-EF2F-EF5B2EC2FF61}"/>
          </ac:spMkLst>
        </pc:spChg>
        <pc:spChg chg="add mod">
          <ac:chgData name="Luis Carlos Guevara Hernandez" userId="946bcc4c-b146-4724-978c-751fab731e0a" providerId="ADAL" clId="{E8E95438-7D72-4151-95E2-CCAFE31D1FDF}" dt="2026-04-05T19:04:36.205" v="1513" actId="20577"/>
          <ac:spMkLst>
            <pc:docMk/>
            <pc:sldMk cId="937100075" sldId="585"/>
            <ac:spMk id="7" creationId="{A3EAFE1B-DAFC-CA4E-2D02-77ED1A845706}"/>
          </ac:spMkLst>
        </pc:spChg>
        <pc:spChg chg="add mod">
          <ac:chgData name="Luis Carlos Guevara Hernandez" userId="946bcc4c-b146-4724-978c-751fab731e0a" providerId="ADAL" clId="{E8E95438-7D72-4151-95E2-CCAFE31D1FDF}" dt="2026-04-05T19:04:46.925" v="1516" actId="20577"/>
          <ac:spMkLst>
            <pc:docMk/>
            <pc:sldMk cId="937100075" sldId="585"/>
            <ac:spMk id="8" creationId="{36EBED76-FC3D-91C9-70BF-9E316BE726A3}"/>
          </ac:spMkLst>
        </pc:spChg>
        <pc:spChg chg="add mod">
          <ac:chgData name="Luis Carlos Guevara Hernandez" userId="946bcc4c-b146-4724-978c-751fab731e0a" providerId="ADAL" clId="{E8E95438-7D72-4151-95E2-CCAFE31D1FDF}" dt="2026-04-05T19:04:56.153" v="1518" actId="13926"/>
          <ac:spMkLst>
            <pc:docMk/>
            <pc:sldMk cId="937100075" sldId="585"/>
            <ac:spMk id="9" creationId="{CDAE307F-A9DC-714D-D6AC-857F2CD0C4A5}"/>
          </ac:spMkLst>
        </pc:spChg>
        <pc:spChg chg="add mod">
          <ac:chgData name="Luis Carlos Guevara Hernandez" userId="946bcc4c-b146-4724-978c-751fab731e0a" providerId="ADAL" clId="{E8E95438-7D72-4151-95E2-CCAFE31D1FDF}" dt="2026-04-05T19:05:37.240" v="1534" actId="20577"/>
          <ac:spMkLst>
            <pc:docMk/>
            <pc:sldMk cId="937100075" sldId="585"/>
            <ac:spMk id="31" creationId="{3E0A9CF9-8E47-4D49-E297-A59E903003D9}"/>
          </ac:spMkLst>
        </pc:spChg>
        <pc:cxnChg chg="add mod">
          <ac:chgData name="Luis Carlos Guevara Hernandez" userId="946bcc4c-b146-4724-978c-751fab731e0a" providerId="ADAL" clId="{E8E95438-7D72-4151-95E2-CCAFE31D1FDF}" dt="2026-04-05T19:04:23.327" v="1509" actId="20577"/>
          <ac:cxnSpMkLst>
            <pc:docMk/>
            <pc:sldMk cId="937100075" sldId="585"/>
            <ac:cxnSpMk id="33" creationId="{7391C79F-818E-7EA2-BF84-EC8B0E7B7649}"/>
          </ac:cxnSpMkLst>
        </pc:cxnChg>
      </pc:sldChg>
      <pc:sldChg chg="addSp delSp modSp add mod delAnim modAnim">
        <pc:chgData name="Luis Carlos Guevara Hernandez" userId="946bcc4c-b146-4724-978c-751fab731e0a" providerId="ADAL" clId="{E8E95438-7D72-4151-95E2-CCAFE31D1FDF}" dt="2026-04-05T19:08:54.211" v="1586" actId="1076"/>
        <pc:sldMkLst>
          <pc:docMk/>
          <pc:sldMk cId="4229965008" sldId="586"/>
        </pc:sldMkLst>
        <pc:spChg chg="add mod">
          <ac:chgData name="Luis Carlos Guevara Hernandez" userId="946bcc4c-b146-4724-978c-751fab731e0a" providerId="ADAL" clId="{E8E95438-7D72-4151-95E2-CCAFE31D1FDF}" dt="2026-04-05T19:06:03.773" v="1538"/>
          <ac:spMkLst>
            <pc:docMk/>
            <pc:sldMk cId="4229965008" sldId="586"/>
            <ac:spMk id="19" creationId="{60B84244-B6CE-3FDA-389E-0EF60427749C}"/>
          </ac:spMkLst>
        </pc:spChg>
        <pc:spChg chg="add mod">
          <ac:chgData name="Luis Carlos Guevara Hernandez" userId="946bcc4c-b146-4724-978c-751fab731e0a" providerId="ADAL" clId="{E8E95438-7D72-4151-95E2-CCAFE31D1FDF}" dt="2026-04-05T19:06:03.773" v="1538"/>
          <ac:spMkLst>
            <pc:docMk/>
            <pc:sldMk cId="4229965008" sldId="586"/>
            <ac:spMk id="20" creationId="{14EDEDDE-EE5D-CDC9-3566-9A4AB3A584C0}"/>
          </ac:spMkLst>
        </pc:spChg>
        <pc:spChg chg="mod">
          <ac:chgData name="Luis Carlos Guevara Hernandez" userId="946bcc4c-b146-4724-978c-751fab731e0a" providerId="ADAL" clId="{E8E95438-7D72-4151-95E2-CCAFE31D1FDF}" dt="2026-04-05T19:08:54.211" v="1586" actId="1076"/>
          <ac:spMkLst>
            <pc:docMk/>
            <pc:sldMk cId="4229965008" sldId="586"/>
            <ac:spMk id="22" creationId="{0E8DC91B-908D-D418-3843-E9CEFAB1124E}"/>
          </ac:spMkLst>
        </pc:spChg>
        <pc:spChg chg="add mod">
          <ac:chgData name="Luis Carlos Guevara Hernandez" userId="946bcc4c-b146-4724-978c-751fab731e0a" providerId="ADAL" clId="{E8E95438-7D72-4151-95E2-CCAFE31D1FDF}" dt="2026-04-05T19:08:54.211" v="1586" actId="1076"/>
          <ac:spMkLst>
            <pc:docMk/>
            <pc:sldMk cId="4229965008" sldId="586"/>
            <ac:spMk id="24" creationId="{D0D30DA8-19F9-4E62-E8F9-4DDCFD444707}"/>
          </ac:spMkLst>
        </pc:spChg>
        <pc:spChg chg="mod">
          <ac:chgData name="Luis Carlos Guevara Hernandez" userId="946bcc4c-b146-4724-978c-751fab731e0a" providerId="ADAL" clId="{E8E95438-7D72-4151-95E2-CCAFE31D1FDF}" dt="2026-04-05T19:08:54.211" v="1586" actId="1076"/>
          <ac:spMkLst>
            <pc:docMk/>
            <pc:sldMk cId="4229965008" sldId="586"/>
            <ac:spMk id="25" creationId="{2C8A68B3-0AD5-5D20-14C2-F32D3AFA4066}"/>
          </ac:spMkLst>
        </pc:spChg>
        <pc:spChg chg="add mod">
          <ac:chgData name="Luis Carlos Guevara Hernandez" userId="946bcc4c-b146-4724-978c-751fab731e0a" providerId="ADAL" clId="{E8E95438-7D72-4151-95E2-CCAFE31D1FDF}" dt="2026-04-05T19:08:54.211" v="1586" actId="1076"/>
          <ac:spMkLst>
            <pc:docMk/>
            <pc:sldMk cId="4229965008" sldId="586"/>
            <ac:spMk id="26" creationId="{5099EC24-22B1-F260-3DAE-9A45EAF1EA2C}"/>
          </ac:spMkLst>
        </pc:spChg>
        <pc:spChg chg="add mod">
          <ac:chgData name="Luis Carlos Guevara Hernandez" userId="946bcc4c-b146-4724-978c-751fab731e0a" providerId="ADAL" clId="{E8E95438-7D72-4151-95E2-CCAFE31D1FDF}" dt="2026-04-05T19:08:54.211" v="1586" actId="1076"/>
          <ac:spMkLst>
            <pc:docMk/>
            <pc:sldMk cId="4229965008" sldId="586"/>
            <ac:spMk id="27" creationId="{13F91249-40F0-D547-1C2B-B1C0514A5EBA}"/>
          </ac:spMkLst>
        </pc:spChg>
        <pc:spChg chg="add mod">
          <ac:chgData name="Luis Carlos Guevara Hernandez" userId="946bcc4c-b146-4724-978c-751fab731e0a" providerId="ADAL" clId="{E8E95438-7D72-4151-95E2-CCAFE31D1FDF}" dt="2026-04-05T19:08:54.211" v="1586" actId="1076"/>
          <ac:spMkLst>
            <pc:docMk/>
            <pc:sldMk cId="4229965008" sldId="586"/>
            <ac:spMk id="28" creationId="{2DD0C8D6-0371-7386-817D-B7CE38B99B5A}"/>
          </ac:spMkLst>
        </pc:spChg>
        <pc:spChg chg="add mod">
          <ac:chgData name="Luis Carlos Guevara Hernandez" userId="946bcc4c-b146-4724-978c-751fab731e0a" providerId="ADAL" clId="{E8E95438-7D72-4151-95E2-CCAFE31D1FDF}" dt="2026-04-05T19:08:54.211" v="1586" actId="1076"/>
          <ac:spMkLst>
            <pc:docMk/>
            <pc:sldMk cId="4229965008" sldId="586"/>
            <ac:spMk id="29" creationId="{B67EF740-C3DD-D999-0377-CB671C3583DD}"/>
          </ac:spMkLst>
        </pc:spChg>
        <pc:spChg chg="add mod">
          <ac:chgData name="Luis Carlos Guevara Hernandez" userId="946bcc4c-b146-4724-978c-751fab731e0a" providerId="ADAL" clId="{E8E95438-7D72-4151-95E2-CCAFE31D1FDF}" dt="2026-04-05T19:08:54.211" v="1586" actId="1076"/>
          <ac:spMkLst>
            <pc:docMk/>
            <pc:sldMk cId="4229965008" sldId="586"/>
            <ac:spMk id="30" creationId="{294AE905-9CF4-5E0B-071E-7079EE57A18E}"/>
          </ac:spMkLst>
        </pc:spChg>
        <pc:spChg chg="add mod">
          <ac:chgData name="Luis Carlos Guevara Hernandez" userId="946bcc4c-b146-4724-978c-751fab731e0a" providerId="ADAL" clId="{E8E95438-7D72-4151-95E2-CCAFE31D1FDF}" dt="2026-04-05T19:06:11.921" v="1539" actId="207"/>
          <ac:spMkLst>
            <pc:docMk/>
            <pc:sldMk cId="4229965008" sldId="586"/>
            <ac:spMk id="34" creationId="{D1142861-E1A8-C8B3-2EE2-2EADC946C023}"/>
          </ac:spMkLst>
        </pc:spChg>
        <pc:spChg chg="add mod">
          <ac:chgData name="Luis Carlos Guevara Hernandez" userId="946bcc4c-b146-4724-978c-751fab731e0a" providerId="ADAL" clId="{E8E95438-7D72-4151-95E2-CCAFE31D1FDF}" dt="2026-04-05T19:08:54.211" v="1586" actId="1076"/>
          <ac:spMkLst>
            <pc:docMk/>
            <pc:sldMk cId="4229965008" sldId="586"/>
            <ac:spMk id="35" creationId="{40DC416D-81F0-C26B-C47A-B88763DC13D2}"/>
          </ac:spMkLst>
        </pc:spChg>
        <pc:picChg chg="mod">
          <ac:chgData name="Luis Carlos Guevara Hernandez" userId="946bcc4c-b146-4724-978c-751fab731e0a" providerId="ADAL" clId="{E8E95438-7D72-4151-95E2-CCAFE31D1FDF}" dt="2026-04-05T19:08:54.211" v="1586" actId="1076"/>
          <ac:picMkLst>
            <pc:docMk/>
            <pc:sldMk cId="4229965008" sldId="586"/>
            <ac:picMk id="23" creationId="{9EBD1655-2F65-A9AA-69BB-90283F42D36B}"/>
          </ac:picMkLst>
        </pc:picChg>
        <pc:picChg chg="mod">
          <ac:chgData name="Luis Carlos Guevara Hernandez" userId="946bcc4c-b146-4724-978c-751fab731e0a" providerId="ADAL" clId="{E8E95438-7D72-4151-95E2-CCAFE31D1FDF}" dt="2026-04-05T19:06:53.536" v="1563" actId="1037"/>
          <ac:picMkLst>
            <pc:docMk/>
            <pc:sldMk cId="4229965008" sldId="586"/>
            <ac:picMk id="32" creationId="{379EB8F7-5A7F-9F45-AA4E-97432A073F1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4FB681-422F-492A-A538-67B2BCA02B73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28808D-F8FF-4F45-9B49-F778C5ECCDCA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891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28808D-F8FF-4F45-9B49-F778C5ECCDC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574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17A0A-6EFD-B01B-EC1F-38FE536D1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9B3561-1019-732E-E36E-EA04934DED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0650B-7620-BB1F-FA20-AE3D2B353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39C63-A79D-F6B4-9D37-0199E55A62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5700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26F2C-9BA1-708C-002D-4338A8466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7D9717-C6C8-41B1-E083-6ABDC3B8CE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ECF51-8F1F-1135-358E-B1453BF16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4D830-7D08-DFE5-D44F-A485E8027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8022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742EF-60E6-B1A1-02C0-74815A522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CE4257-69AD-9536-B161-9773E47D68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B71AC9-3DAC-9147-2546-6487FD2CCC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871FB-B69F-A913-882C-1CB1394614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8317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2B572-A460-99A6-E4D7-94ACC25BE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ACAB8D-F00E-6760-E969-D14739EF8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7061E2-3D18-5E7A-5D63-C4016FEFDC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4DE23-8045-CC7D-F0B1-F205AD0AA5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6161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23B8D-9A15-7E90-7332-E45897F0F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96C634-F7A2-C9AD-BF5B-9B821FFB9C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D7AA39-0DB8-0760-3F8E-2CFBD41F9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255DF-2F06-F671-E943-7896E6EB98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20007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DC18F-30CD-5EA1-7142-5DF5ADA24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FDC56A-DD0D-E863-BEB5-F084154E8B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179CC3-07E1-3B4E-C2A5-9B051FC75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3BAE5-8DB6-56A3-B842-91B4E8F18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18024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A2AB2-2185-8DA2-C7AB-F996E30D8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5CD956-D5CA-6164-FDB9-21761CF38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9D09A2-4693-71BC-CA3B-31C49359C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4BFF7-200A-8455-B58A-9AD4A1D314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49339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8CF8F-B475-32E2-C5A2-ACAEAFE13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79050D-B1AC-8880-F749-AB0B080CEF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0443E3-718B-4EC6-7A82-5E8E6F9EB6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B687B-1D51-2B03-3D2B-B3CB114DA0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89016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8F3C4-4DCC-A22C-97AB-3E6787F7C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5493DE-FFBC-70B5-489A-A537499287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1B321E-018A-AEA4-AEA8-384521D8E5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B9264-5370-9A92-E8EC-841FB90741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19802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6EC4A-C2C5-AEE6-951F-DF61C7C62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133BFD-761D-C8EF-660C-EEA77C5121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09BE16-EA89-CDBE-84A2-1D7A51362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F12DA3-D91C-417E-FEB5-400FB6A68A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91992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1433F-EBDE-1B5B-1155-30C6D9175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343B23-08AB-6CCE-38A5-CC5ABC67C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E8E17A-D83B-882D-DD3C-B6F7888EA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ADC41-99FB-B4F8-C528-2FF7914F69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97405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AA88C-2336-1923-96C5-0001D6607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F973A4-2604-1CF9-ADFE-9532DAC7D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B3837C-563B-EB6E-6723-553261181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C9846-37A6-B13B-CDF8-D34DC170E8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79813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63CAC-5501-9466-23FE-C3C18625A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9FF0F9-2C06-4FF8-F9AD-5CBD7A2C65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1DD085-036E-CEB9-3402-F8B7DCB7BB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591F9-7470-088E-AA41-AB813D164D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34596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42166-0EB7-9137-9E12-7FD028788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0BD860-4883-1268-9AAF-2B3C6F008A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41EF63-6814-801E-DFCA-559CE45D8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83357-F6BD-F20E-63F4-0DC484129E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89620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93396-8CF0-F34B-0EA7-2025CE422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681D4F-9CD3-5F6C-73E1-D8779C26DF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37AF8B-42F6-5BE2-6DC0-E5E2D349F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C8D871-37E4-BE64-7D93-FA9732B206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40222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EC81A-2EC0-7B2D-4D6F-5103AAFA6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896F43-B6A3-06DE-5E0F-7DB1A9B1D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5EE9B9-18FD-738C-EAF2-2CCB7AA854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52C0C-9BE8-FE15-F08B-FF9E3EBD71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816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A091627-21E3-E27B-E6AD-066BFD446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3049" y="6348790"/>
            <a:ext cx="29581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en-US" sz="1100" b="0" i="0" u="none" strike="noStrike" cap="none" spc="0" normalizeH="0" baseline="0" smtClean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</a:defRPr>
            </a:lvl1pPr>
          </a:lstStyle>
          <a:p>
            <a:fld id="{330EA680-D336-4FF7-8B7A-9848BB0A1C3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936BE-570E-88C8-40E5-D51EC60FA9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02950" y="136525"/>
            <a:ext cx="1218229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algn="r"/>
            <a:fld id="{27AB8C26-330F-4C13-A9D7-A5B1D2394DAC}" type="datetime1">
              <a:rPr lang="es-CO" smtClean="0"/>
              <a:pPr algn="r"/>
              <a:t>8/04/2026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371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63049" y="6348790"/>
            <a:ext cx="29581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en-US" sz="1100" b="0" i="0" u="none" strike="noStrike" cap="none" spc="0" normalizeH="0" baseline="0" smtClean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</a:defRPr>
            </a:lvl1pPr>
          </a:lstStyle>
          <a:p>
            <a:fld id="{330EA680-D336-4FF7-8B7A-9848BB0A1C3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0B7291D-A788-CC25-C55E-112D8F557E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02950" y="136525"/>
            <a:ext cx="1218229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algn="r"/>
            <a:fld id="{27AB8C26-330F-4C13-A9D7-A5B1D2394DAC}" type="datetime1">
              <a:rPr lang="es-CO" smtClean="0"/>
              <a:pPr algn="r"/>
              <a:t>8/04/2026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96CD3C1-6EB4-6EFD-F4E3-71A9BD7B0358}"/>
              </a:ext>
            </a:extLst>
          </p:cNvPr>
          <p:cNvSpPr txBox="1">
            <a:spLocks/>
          </p:cNvSpPr>
          <p:nvPr userDrawn="1"/>
        </p:nvSpPr>
        <p:spPr>
          <a:xfrm>
            <a:off x="2707689" y="6355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3797250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No hay ninguna descripción de la foto disponible.">
            <a:extLst>
              <a:ext uri="{FF2B5EF4-FFF2-40B4-BE49-F238E27FC236}">
                <a16:creationId xmlns:a16="http://schemas.microsoft.com/office/drawing/2014/main" id="{EB57F572-F800-7DCC-86E6-0ED913827FD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65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03" b="28790"/>
          <a:stretch/>
        </p:blipFill>
        <p:spPr bwMode="auto">
          <a:xfrm>
            <a:off x="165202" y="6360118"/>
            <a:ext cx="267089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B1187D6-03F5-FA01-E450-C0CBF98383D2}"/>
              </a:ext>
            </a:extLst>
          </p:cNvPr>
          <p:cNvSpPr txBox="1">
            <a:spLocks/>
          </p:cNvSpPr>
          <p:nvPr userDrawn="1"/>
        </p:nvSpPr>
        <p:spPr>
          <a:xfrm>
            <a:off x="2707689" y="6355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 analysis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0D86290-9E91-373E-E2B8-1D310275E3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3049" y="6348790"/>
            <a:ext cx="29581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en-US" sz="1100" b="0" i="0" u="none" strike="noStrike" cap="none" spc="0" normalizeH="0" baseline="0" smtClean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</a:defRPr>
            </a:lvl1pPr>
          </a:lstStyle>
          <a:p>
            <a:fld id="{330EA680-D336-4FF7-8B7A-9848BB0A1C3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0090DA5-0A0D-8130-3FF1-75EB91FC62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02950" y="136525"/>
            <a:ext cx="1218229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algn="r"/>
            <a:fld id="{27AB8C26-330F-4C13-A9D7-A5B1D2394DAC}" type="datetime1">
              <a:rPr lang="es-CO" smtClean="0"/>
              <a:pPr algn="r"/>
              <a:t>8/04/2026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22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s.lse.ac.uk/writingforresearch/2017/07/17/how-to-write-paragraphs-in-research-texts-articles-books-and-phds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mbridge.org/core/journals/behavioural-public-policy/article/abs/nudge-forgood/06BC9E9032521954E8325798390A998A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5E4F70-617F-C480-31B1-BEF3C369F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6132DC8-AD8F-6ADA-3DE6-0B3C4479F681}"/>
              </a:ext>
            </a:extLst>
          </p:cNvPr>
          <p:cNvSpPr/>
          <p:nvPr/>
        </p:nvSpPr>
        <p:spPr>
          <a:xfrm>
            <a:off x="282990" y="6356349"/>
            <a:ext cx="4334729" cy="36512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F3364C32-E4EF-E06E-4488-24140B040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3049" y="6348790"/>
            <a:ext cx="2958129" cy="365125"/>
          </a:xfrm>
        </p:spPr>
        <p:txBody>
          <a:bodyPr vert="horz" lIns="91440" tIns="45720" rIns="91440" bIns="45720" rtlCol="0" anchor="ctr"/>
          <a:lstStyle>
            <a:lvl1pPr algn="r">
              <a:defRPr kumimoji="0" lang="en-US" sz="1100" b="0" i="0" u="none" strike="noStrike" cap="none" spc="0" normalizeH="0" baseline="0" smtClean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44" name="Date Placeholder 3">
            <a:extLst>
              <a:ext uri="{FF2B5EF4-FFF2-40B4-BE49-F238E27FC236}">
                <a16:creationId xmlns:a16="http://schemas.microsoft.com/office/drawing/2014/main" id="{C8F374C7-7891-67E2-6F8B-0102DC41A8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02950" y="136525"/>
            <a:ext cx="1218229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AB8C26-330F-4C13-A9D7-A5B1D2394DAC}" type="datetime1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4/8/2026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pic>
        <p:nvPicPr>
          <p:cNvPr id="5" name="Picture 2" descr="Foro Enseñanza e Investigación de las Políticas Públicas en Colombia – En  homenaje a Luis Fernando Aguilar Villanueva">
            <a:extLst>
              <a:ext uri="{FF2B5EF4-FFF2-40B4-BE49-F238E27FC236}">
                <a16:creationId xmlns:a16="http://schemas.microsoft.com/office/drawing/2014/main" id="{8AD871B2-1100-3372-F893-0535F759B1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" b="39588"/>
          <a:stretch/>
        </p:blipFill>
        <p:spPr bwMode="auto">
          <a:xfrm>
            <a:off x="1071562" y="357805"/>
            <a:ext cx="1843086" cy="601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7B03B1-F682-627F-5365-D854D0180586}"/>
              </a:ext>
            </a:extLst>
          </p:cNvPr>
          <p:cNvSpPr txBox="1"/>
          <p:nvPr/>
        </p:nvSpPr>
        <p:spPr>
          <a:xfrm>
            <a:off x="1071563" y="1394866"/>
            <a:ext cx="7798118" cy="1295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ts val="4600"/>
              </a:lnSpc>
              <a:defRPr/>
            </a:pPr>
            <a:r>
              <a:rPr lang="en-US" sz="4800" noProof="0" dirty="0">
                <a:solidFill>
                  <a:prstClr val="white"/>
                </a:solidFill>
                <a:latin typeface="Aptos Black" panose="020F0502020204030204" pitchFamily="34" charset="0"/>
              </a:rPr>
              <a:t>Writing Strategies and Ethical Considerations</a:t>
            </a:r>
          </a:p>
        </p:txBody>
      </p:sp>
    </p:spTree>
    <p:extLst>
      <p:ext uri="{BB962C8B-B14F-4D97-AF65-F5344CB8AC3E}">
        <p14:creationId xmlns:p14="http://schemas.microsoft.com/office/powerpoint/2010/main" val="1685783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B728F-D9B0-A70A-861D-0DD2BFDCD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34CC7-C02A-EEA2-D81C-BD068A1C81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B90C8843-FFA9-87F5-0EDD-172EB9099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EFD3D4C4-1A21-EC44-CA8B-35211E5AF240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294595E-6F5B-54BF-04A0-F902C8B65FE6}"/>
              </a:ext>
            </a:extLst>
          </p:cNvPr>
          <p:cNvSpPr txBox="1">
            <a:spLocks/>
          </p:cNvSpPr>
          <p:nvPr/>
        </p:nvSpPr>
        <p:spPr>
          <a:xfrm>
            <a:off x="891589" y="501650"/>
            <a:ext cx="5537132" cy="8710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lang="en-US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Writing Strategies and Ethical Considerations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255A70-C4BA-3FA0-0B7C-58FF864A9DA6}"/>
              </a:ext>
            </a:extLst>
          </p:cNvPr>
          <p:cNvSpPr txBox="1"/>
          <p:nvPr/>
        </p:nvSpPr>
        <p:spPr>
          <a:xfrm>
            <a:off x="955089" y="1515015"/>
            <a:ext cx="53270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noProof="0" dirty="0"/>
              <a:t>Before designing a proposal, plan the overall structure or outline of the topics and their order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E4C2AD-B033-83D0-4C3C-32844762AB56}"/>
              </a:ext>
            </a:extLst>
          </p:cNvPr>
          <p:cNvSpPr txBox="1"/>
          <p:nvPr/>
        </p:nvSpPr>
        <p:spPr>
          <a:xfrm>
            <a:off x="1037333" y="2328310"/>
            <a:ext cx="505866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400" noProof="0" dirty="0">
                <a:solidFill>
                  <a:prstClr val="black"/>
                </a:solidFill>
              </a:rPr>
              <a:t>The structure of a proposal varies depending on the project design</a:t>
            </a:r>
            <a:endParaRPr lang="en-US" sz="1400" noProof="0" dirty="0">
              <a:solidFill>
                <a:prstClr val="black"/>
              </a:solidFill>
              <a:latin typeface="Aptos" panose="020B0004020202020204"/>
            </a:endParaRPr>
          </a:p>
          <a:p>
            <a:pPr marL="460375" lvl="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200" noProof="0" dirty="0">
                <a:solidFill>
                  <a:prstClr val="black"/>
                </a:solidFill>
              </a:rPr>
              <a:t>The proposal should follow good writing practices to ensure a </a:t>
            </a:r>
            <a:r>
              <a:rPr lang="en-US" sz="1200" b="1" noProof="0" dirty="0">
                <a:solidFill>
                  <a:prstClr val="black"/>
                </a:solidFill>
                <a:highlight>
                  <a:srgbClr val="FFC000"/>
                </a:highlight>
              </a:rPr>
              <a:t>coherent research proposal or project that is easy to read.</a:t>
            </a:r>
            <a:br>
              <a:rPr lang="en-US" sz="1200" b="1" noProof="0" dirty="0">
                <a:solidFill>
                  <a:prstClr val="black"/>
                </a:solidFill>
                <a:highlight>
                  <a:srgbClr val="FFC000"/>
                </a:highlight>
              </a:rPr>
            </a:br>
            <a:endParaRPr lang="en-US" sz="1200" b="1" noProof="0" dirty="0">
              <a:solidFill>
                <a:prstClr val="black"/>
              </a:solidFill>
              <a:highlight>
                <a:srgbClr val="FFC000"/>
              </a:highlight>
            </a:endParaRPr>
          </a:p>
          <a:p>
            <a:pPr marL="460375" lvl="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200" noProof="0" dirty="0"/>
              <a:t>In addition, special attention should be paid to </a:t>
            </a:r>
            <a:r>
              <a:rPr lang="en-US" sz="1200" b="1" noProof="0" dirty="0">
                <a:highlight>
                  <a:srgbClr val="FFC000"/>
                </a:highlight>
              </a:rPr>
              <a:t>good ethical practices</a:t>
            </a:r>
            <a:r>
              <a:rPr lang="en-US" sz="1200" noProof="0" dirty="0"/>
              <a:t>, and </a:t>
            </a:r>
            <a:r>
              <a:rPr lang="en-US" sz="1200" b="1" noProof="0" dirty="0">
                <a:highlight>
                  <a:srgbClr val="FFC000"/>
                </a:highlight>
              </a:rPr>
              <a:t>anticipating potential problems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C000"/>
              </a:highlight>
              <a:uLnTx/>
              <a:uFillTx/>
              <a:latin typeface="Aptos" panose="020B0004020202020204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CF21585-0B29-6835-D4EE-6C869E2AFF6A}"/>
              </a:ext>
            </a:extLst>
          </p:cNvPr>
          <p:cNvGrpSpPr/>
          <p:nvPr/>
        </p:nvGrpSpPr>
        <p:grpSpPr>
          <a:xfrm>
            <a:off x="1037333" y="4237281"/>
            <a:ext cx="886096" cy="886096"/>
            <a:chOff x="718594" y="4663575"/>
            <a:chExt cx="1248038" cy="1248038"/>
          </a:xfrm>
          <a:effectLst/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72E1E21-CD96-E283-09B6-49118C6BD48F}"/>
                </a:ext>
              </a:extLst>
            </p:cNvPr>
            <p:cNvGrpSpPr/>
            <p:nvPr/>
          </p:nvGrpSpPr>
          <p:grpSpPr>
            <a:xfrm>
              <a:off x="718594" y="4663575"/>
              <a:ext cx="1248038" cy="1248038"/>
              <a:chOff x="10234551" y="2151076"/>
              <a:chExt cx="1248038" cy="1248038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9400331-BFBF-C107-91CD-FA9FC98B1730}"/>
                  </a:ext>
                </a:extLst>
              </p:cNvPr>
              <p:cNvSpPr/>
              <p:nvPr/>
            </p:nvSpPr>
            <p:spPr>
              <a:xfrm>
                <a:off x="10234551" y="2151076"/>
                <a:ext cx="1248038" cy="1248038"/>
              </a:xfrm>
              <a:prstGeom prst="ellipse">
                <a:avLst/>
              </a:prstGeom>
              <a:solidFill>
                <a:srgbClr val="EB2222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D34128-5EB7-6A68-4B37-F039B3E38264}"/>
                  </a:ext>
                </a:extLst>
              </p:cNvPr>
              <p:cNvSpPr txBox="1"/>
              <p:nvPr/>
            </p:nvSpPr>
            <p:spPr>
              <a:xfrm>
                <a:off x="10437925" y="2345392"/>
                <a:ext cx="841290" cy="738327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Up">
                  <a:avLst>
                    <a:gd name="adj" fmla="val 10889563"/>
                  </a:avLst>
                </a:prstTxWarp>
                <a:spAutoFit/>
              </a:bodyPr>
              <a:lstStyle/>
              <a:p>
                <a:pPr algn="ctr"/>
                <a:r>
                  <a:rPr lang="en-US" noProof="0" dirty="0">
                    <a:solidFill>
                      <a:schemeClr val="bg1"/>
                    </a:solidFill>
                  </a:rPr>
                  <a:t>Quantitative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6DFBFD3-A103-54A1-61A9-272663350598}"/>
                </a:ext>
              </a:extLst>
            </p:cNvPr>
            <p:cNvSpPr txBox="1"/>
            <p:nvPr/>
          </p:nvSpPr>
          <p:spPr>
            <a:xfrm>
              <a:off x="1020177" y="4857891"/>
              <a:ext cx="593674" cy="9103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noProof="0" dirty="0">
                  <a:solidFill>
                    <a:schemeClr val="bg1"/>
                  </a:solidFill>
                  <a:latin typeface="Aptos Black" panose="020B0004020202020204" pitchFamily="34" charset="0"/>
                </a:rPr>
                <a:t>1</a:t>
              </a:r>
              <a:endParaRPr lang="en-US" sz="3600" b="1" noProof="0" dirty="0">
                <a:solidFill>
                  <a:schemeClr val="bg1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C9EA374-11A9-6C66-BBDA-2FF2B6E24938}"/>
              </a:ext>
            </a:extLst>
          </p:cNvPr>
          <p:cNvGrpSpPr/>
          <p:nvPr/>
        </p:nvGrpSpPr>
        <p:grpSpPr>
          <a:xfrm>
            <a:off x="2667929" y="4237281"/>
            <a:ext cx="886096" cy="886096"/>
            <a:chOff x="5471981" y="4549504"/>
            <a:chExt cx="1248038" cy="1248038"/>
          </a:xfrm>
          <a:solidFill>
            <a:srgbClr val="FFC000"/>
          </a:solidFill>
          <a:effectLst/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CBB7EAA-A7FC-2349-86AD-C457420DD2AC}"/>
                </a:ext>
              </a:extLst>
            </p:cNvPr>
            <p:cNvGrpSpPr/>
            <p:nvPr/>
          </p:nvGrpSpPr>
          <p:grpSpPr>
            <a:xfrm>
              <a:off x="5471981" y="4549504"/>
              <a:ext cx="1248038" cy="1248038"/>
              <a:chOff x="10234551" y="2151076"/>
              <a:chExt cx="1248038" cy="1248038"/>
            </a:xfrm>
            <a:grpFill/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73CB7619-1CF2-912A-DBE9-88DECC2BCD88}"/>
                  </a:ext>
                </a:extLst>
              </p:cNvPr>
              <p:cNvSpPr/>
              <p:nvPr/>
            </p:nvSpPr>
            <p:spPr>
              <a:xfrm>
                <a:off x="10234551" y="2151076"/>
                <a:ext cx="1248038" cy="1248038"/>
              </a:xfrm>
              <a:prstGeom prst="ellipse">
                <a:avLst/>
              </a:prstGeom>
              <a:grpFill/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4A63E4B-C224-FB2D-0136-750F4B5C19A9}"/>
                  </a:ext>
                </a:extLst>
              </p:cNvPr>
              <p:cNvSpPr txBox="1"/>
              <p:nvPr/>
            </p:nvSpPr>
            <p:spPr>
              <a:xfrm>
                <a:off x="10437925" y="2345392"/>
                <a:ext cx="841290" cy="738327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Up">
                  <a:avLst>
                    <a:gd name="adj" fmla="val 10889563"/>
                  </a:avLst>
                </a:prstTxWarp>
                <a:spAutoFit/>
              </a:bodyPr>
              <a:lstStyle/>
              <a:p>
                <a:pPr algn="ctr"/>
                <a:r>
                  <a:rPr lang="en-US" sz="1200" noProof="0" dirty="0"/>
                  <a:t>Qualitative</a:t>
                </a:r>
                <a:endParaRPr lang="en-US" noProof="0" dirty="0"/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8160F0C-98CF-80B1-6D41-0212DCA14295}"/>
                </a:ext>
              </a:extLst>
            </p:cNvPr>
            <p:cNvSpPr txBox="1"/>
            <p:nvPr/>
          </p:nvSpPr>
          <p:spPr>
            <a:xfrm>
              <a:off x="5778214" y="4743820"/>
              <a:ext cx="593674" cy="9103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b="1" noProof="0" dirty="0">
                  <a:latin typeface="Aptos Black" panose="020B0004020202020204" pitchFamily="34" charset="0"/>
                </a:rPr>
                <a:t>2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DCCB21F-5692-BF4F-C4B0-C53BA22B2A31}"/>
              </a:ext>
            </a:extLst>
          </p:cNvPr>
          <p:cNvGrpSpPr/>
          <p:nvPr/>
        </p:nvGrpSpPr>
        <p:grpSpPr>
          <a:xfrm>
            <a:off x="4298525" y="4255361"/>
            <a:ext cx="886096" cy="886096"/>
            <a:chOff x="718594" y="4663575"/>
            <a:chExt cx="1248038" cy="1248038"/>
          </a:xfrm>
          <a:effectLst/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86815C9-FD45-7BE5-157B-A800CBDD6908}"/>
                </a:ext>
              </a:extLst>
            </p:cNvPr>
            <p:cNvGrpSpPr/>
            <p:nvPr/>
          </p:nvGrpSpPr>
          <p:grpSpPr>
            <a:xfrm>
              <a:off x="718594" y="4663575"/>
              <a:ext cx="1248038" cy="1248038"/>
              <a:chOff x="10234551" y="2151076"/>
              <a:chExt cx="1248038" cy="1248038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CE6EBD9C-53EF-8560-3AD7-09A0A389EDE3}"/>
                  </a:ext>
                </a:extLst>
              </p:cNvPr>
              <p:cNvSpPr/>
              <p:nvPr/>
            </p:nvSpPr>
            <p:spPr>
              <a:xfrm>
                <a:off x="10234551" y="2151076"/>
                <a:ext cx="1248038" cy="1248038"/>
              </a:xfrm>
              <a:prstGeom prst="ellipse">
                <a:avLst/>
              </a:prstGeom>
              <a:solidFill>
                <a:srgbClr val="F57D1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1334F5B-3876-D6A1-A777-D18A61C9087A}"/>
                  </a:ext>
                </a:extLst>
              </p:cNvPr>
              <p:cNvSpPr txBox="1"/>
              <p:nvPr/>
            </p:nvSpPr>
            <p:spPr>
              <a:xfrm>
                <a:off x="10398241" y="2317567"/>
                <a:ext cx="927943" cy="899086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Up">
                  <a:avLst>
                    <a:gd name="adj" fmla="val 10889563"/>
                  </a:avLst>
                </a:prstTxWarp>
                <a:spAutoFit/>
              </a:bodyPr>
              <a:lstStyle/>
              <a:p>
                <a:pPr algn="ctr"/>
                <a:r>
                  <a:rPr lang="en-US" noProof="0" dirty="0">
                    <a:solidFill>
                      <a:schemeClr val="bg1"/>
                    </a:solidFill>
                  </a:rPr>
                  <a:t>Mixed methods</a:t>
                </a: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04AD29F-5B33-D566-F9DB-40DA344C8B90}"/>
                </a:ext>
              </a:extLst>
            </p:cNvPr>
            <p:cNvSpPr txBox="1"/>
            <p:nvPr/>
          </p:nvSpPr>
          <p:spPr>
            <a:xfrm>
              <a:off x="997919" y="4857891"/>
              <a:ext cx="593674" cy="9103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b="1" noProof="0" dirty="0">
                  <a:solidFill>
                    <a:schemeClr val="bg1"/>
                  </a:solidFill>
                  <a:latin typeface="Aptos Black" panose="020B0004020202020204" pitchFamily="34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54376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23FBB-AA9E-23C8-45F6-1F6E7A6C1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CE97B-422B-6196-BD00-3C5B6FFAFF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CEBB66F-A669-FEE3-4364-5D9D91B9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EED85033-75AE-B8D6-39C8-252386D2842B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09FF8721-084F-396E-7AE6-FC2017CBE420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6584249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lang="en-US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Writing Strategies and Ethical Considerations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241DF0-53FA-EB71-F57B-A64F0DE9BAD8}"/>
              </a:ext>
            </a:extLst>
          </p:cNvPr>
          <p:cNvSpPr txBox="1"/>
          <p:nvPr/>
        </p:nvSpPr>
        <p:spPr>
          <a:xfrm>
            <a:off x="2221280" y="1665174"/>
            <a:ext cx="54483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noProof="0" dirty="0"/>
              <a:t>Regardless of the type of proposal, its contents should provide a </a:t>
            </a:r>
            <a:r>
              <a:rPr lang="en-US" sz="1600" b="1" noProof="0" dirty="0">
                <a:highlight>
                  <a:srgbClr val="FFC000"/>
                </a:highlight>
              </a:rPr>
              <a:t>coherent picture of the entire project</a:t>
            </a:r>
            <a:endParaRPr lang="en-US" sz="1600" b="1" u="sng" noProof="0" dirty="0">
              <a:solidFill>
                <a:srgbClr val="DF102C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56A611-D2B2-BA3F-5706-BE40FF440FB3}"/>
              </a:ext>
            </a:extLst>
          </p:cNvPr>
          <p:cNvSpPr txBox="1"/>
          <p:nvPr/>
        </p:nvSpPr>
        <p:spPr>
          <a:xfrm>
            <a:off x="980923" y="2329877"/>
            <a:ext cx="1109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900" b="1"/>
            </a:lvl1pPr>
          </a:lstStyle>
          <a:p>
            <a:r>
              <a:rPr lang="en-US" b="0" noProof="0" dirty="0"/>
              <a:t>Joseph A. Maxwell</a:t>
            </a:r>
          </a:p>
          <a:p>
            <a:r>
              <a:rPr lang="en-US" b="0" noProof="0" dirty="0"/>
              <a:t>(2013)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21B877-F5D4-CF79-7D87-2728E3C8D6D7}"/>
              </a:ext>
            </a:extLst>
          </p:cNvPr>
          <p:cNvPicPr>
            <a:picLocks/>
          </p:cNvPicPr>
          <p:nvPr/>
        </p:nvPicPr>
        <p:blipFill>
          <a:blip r:embed="rId3"/>
          <a:srcRect l="-12311" t="-25636" r="-12478" b="847"/>
          <a:stretch/>
        </p:blipFill>
        <p:spPr>
          <a:xfrm>
            <a:off x="1205575" y="1669845"/>
            <a:ext cx="660032" cy="660032"/>
          </a:xfrm>
          <a:prstGeom prst="ellipse">
            <a:avLst/>
          </a:prstGeom>
          <a:solidFill>
            <a:srgbClr val="FFC000"/>
          </a:solidFill>
          <a:effectLst/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118C905-6160-066D-D34F-EE9BCDC7B1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687214"/>
              </p:ext>
            </p:extLst>
          </p:nvPr>
        </p:nvGraphicFramePr>
        <p:xfrm>
          <a:off x="2221280" y="2573575"/>
          <a:ext cx="5196066" cy="3017520"/>
        </p:xfrm>
        <a:graphic>
          <a:graphicData uri="http://schemas.openxmlformats.org/drawingml/2006/table">
            <a:tbl>
              <a:tblPr bandRow="1">
                <a:tableStyleId>{1E171933-4619-4E11-9A3F-F7608DF75F80}</a:tableStyleId>
              </a:tblPr>
              <a:tblGrid>
                <a:gridCol w="5196066">
                  <a:extLst>
                    <a:ext uri="{9D8B030D-6E8A-4147-A177-3AD203B41FA5}">
                      <a16:colId xmlns:a16="http://schemas.microsoft.com/office/drawing/2014/main" val="4113122498"/>
                    </a:ext>
                  </a:extLst>
                </a:gridCol>
              </a:tblGrid>
              <a:tr h="1842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solidFill>
                            <a:srgbClr val="FF0000"/>
                          </a:solidFill>
                        </a:rPr>
                        <a:t>1.</a:t>
                      </a:r>
                      <a:r>
                        <a:rPr lang="en-US" sz="1000" noProof="0" dirty="0"/>
                        <a:t> What do readers need to know to better understand your topic?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35367"/>
                  </a:ext>
                </a:extLst>
              </a:tr>
              <a:tr h="1842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en-US" sz="1000" noProof="0" dirty="0"/>
                        <a:t>What do readers already know about your topic?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54827721"/>
                  </a:ext>
                </a:extLst>
              </a:tr>
              <a:tr h="1842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en-US" sz="1000" noProof="0" dirty="0"/>
                        <a:t>What do you propose to study?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743343"/>
                  </a:ext>
                </a:extLst>
              </a:tr>
              <a:tr h="1842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4. </a:t>
                      </a:r>
                      <a:r>
                        <a:rPr lang="en-US" sz="1000" noProof="0" dirty="0"/>
                        <a:t>What is the context, and who are the people you will study?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8116963"/>
                  </a:ext>
                </a:extLst>
              </a:tr>
              <a:tr h="184203">
                <a:tc>
                  <a:txBody>
                    <a:bodyPr/>
                    <a:lstStyle/>
                    <a:p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5. </a:t>
                      </a:r>
                      <a:r>
                        <a:rPr lang="en-US" sz="1000" noProof="0" dirty="0"/>
                        <a:t>What methods do you plan to use to collect data?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068503"/>
                  </a:ext>
                </a:extLst>
              </a:tr>
              <a:tr h="184203">
                <a:tc>
                  <a:txBody>
                    <a:bodyPr/>
                    <a:lstStyle/>
                    <a:p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6. </a:t>
                      </a:r>
                      <a:r>
                        <a:rPr lang="en-US" sz="1000" noProof="0" dirty="0"/>
                        <a:t>How will you analyze the data?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3272887"/>
                  </a:ext>
                </a:extLst>
              </a:tr>
              <a:tr h="184203">
                <a:tc>
                  <a:txBody>
                    <a:bodyPr/>
                    <a:lstStyle/>
                    <a:p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7. </a:t>
                      </a:r>
                      <a:r>
                        <a:rPr lang="en-US" sz="1000" noProof="0" dirty="0"/>
                        <a:t>How will you validate your findings?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814566"/>
                  </a:ext>
                </a:extLst>
              </a:tr>
              <a:tr h="184203">
                <a:tc>
                  <a:txBody>
                    <a:bodyPr/>
                    <a:lstStyle/>
                    <a:p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8. </a:t>
                      </a:r>
                      <a:r>
                        <a:rPr lang="en-US" sz="1000" noProof="0" dirty="0"/>
                        <a:t>What ethical issues will your study raise?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34324526"/>
                  </a:ext>
                </a:extLst>
              </a:tr>
              <a:tr h="1842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9. </a:t>
                      </a:r>
                      <a:r>
                        <a:rPr lang="en-US" sz="1000" noProof="0" dirty="0"/>
                        <a:t>What do preliminary results show about the feasibility and value of the proposed study?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66816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B2E617E-086A-0799-60FD-764CE247F0CF}"/>
              </a:ext>
            </a:extLst>
          </p:cNvPr>
          <p:cNvSpPr txBox="1"/>
          <p:nvPr/>
        </p:nvSpPr>
        <p:spPr>
          <a:xfrm>
            <a:off x="8402041" y="2716119"/>
            <a:ext cx="330341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z="1050" b="1" noProof="0" dirty="0">
                <a:solidFill>
                  <a:srgbClr val="FF0000"/>
                </a:solidFill>
              </a:rPr>
              <a:t>Problem Framing and Objectives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noProof="0" dirty="0">
                <a:solidFill>
                  <a:schemeClr val="tx1"/>
                </a:solidFill>
              </a:rPr>
              <a:t>Relevance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noProof="0" dirty="0">
                <a:solidFill>
                  <a:schemeClr val="tx1"/>
                </a:solidFill>
              </a:rPr>
              <a:t>Research objectives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noProof="0" dirty="0">
                <a:solidFill>
                  <a:schemeClr val="tx1"/>
                </a:solidFill>
              </a:rPr>
              <a:t>Research question / hypothesis</a:t>
            </a:r>
            <a:endParaRPr lang="en-US" sz="1050" b="1" noProof="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0B70A-3657-AB7A-5850-5AB8C0A8B05F}"/>
              </a:ext>
            </a:extLst>
          </p:cNvPr>
          <p:cNvSpPr txBox="1"/>
          <p:nvPr/>
        </p:nvSpPr>
        <p:spPr>
          <a:xfrm>
            <a:off x="8413185" y="3454783"/>
            <a:ext cx="330341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z="1050" b="1" noProof="0" dirty="0">
                <a:solidFill>
                  <a:srgbClr val="FF0000"/>
                </a:solidFill>
              </a:rPr>
              <a:t>Purpose</a:t>
            </a:r>
            <a:endParaRPr lang="en-US" sz="1050" b="1" u="sng" noProof="0" dirty="0">
              <a:solidFill>
                <a:srgbClr val="FF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noProof="0" dirty="0">
                <a:solidFill>
                  <a:schemeClr val="tx1"/>
                </a:solidFill>
              </a:rPr>
              <a:t>Theoretical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noProof="0" dirty="0">
                <a:solidFill>
                  <a:schemeClr val="tx1"/>
                </a:solidFill>
              </a:rPr>
              <a:t>Practical</a:t>
            </a:r>
            <a:endParaRPr lang="en-US" sz="1050" b="1" noProof="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C025EB-AFA6-776F-7F2D-98B6C04F0617}"/>
              </a:ext>
            </a:extLst>
          </p:cNvPr>
          <p:cNvSpPr txBox="1"/>
          <p:nvPr/>
        </p:nvSpPr>
        <p:spPr>
          <a:xfrm>
            <a:off x="8413185" y="4131386"/>
            <a:ext cx="330341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z="1050" b="1" noProof="0" dirty="0">
                <a:solidFill>
                  <a:srgbClr val="FF0000"/>
                </a:solidFill>
              </a:rPr>
              <a:t>Research Methods and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noProof="0" dirty="0">
                <a:solidFill>
                  <a:schemeClr val="tx1"/>
                </a:solidFill>
              </a:rPr>
              <a:t>Data collection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noProof="0" dirty="0">
                <a:solidFill>
                  <a:schemeClr val="tx1"/>
                </a:solidFill>
              </a:rPr>
              <a:t>Methods and instruments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CD2D18-E8E5-5DBA-2D27-895553092154}"/>
              </a:ext>
            </a:extLst>
          </p:cNvPr>
          <p:cNvSpPr txBox="1"/>
          <p:nvPr/>
        </p:nvSpPr>
        <p:spPr>
          <a:xfrm>
            <a:off x="8413185" y="4789104"/>
            <a:ext cx="330341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z="1050" b="1" noProof="0" dirty="0">
                <a:solidFill>
                  <a:srgbClr val="FF0000"/>
                </a:solidFill>
              </a:rPr>
              <a:t>Anticipation of Problems and Ethical Issues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noProof="0" dirty="0">
                <a:solidFill>
                  <a:schemeClr val="tx1"/>
                </a:solidFill>
              </a:rPr>
              <a:t>Theoretical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noProof="0" dirty="0">
                <a:solidFill>
                  <a:schemeClr val="tx1"/>
                </a:solidFill>
              </a:rPr>
              <a:t>Practical</a:t>
            </a:r>
            <a:endParaRPr lang="en-US" sz="1050" b="1" noProof="0" dirty="0">
              <a:solidFill>
                <a:schemeClr val="tx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0B53AEC-1091-8A52-B291-0EB21C10A7D5}"/>
              </a:ext>
            </a:extLst>
          </p:cNvPr>
          <p:cNvSpPr/>
          <p:nvPr/>
        </p:nvSpPr>
        <p:spPr>
          <a:xfrm>
            <a:off x="7054173" y="2573575"/>
            <a:ext cx="346020" cy="3460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59806DB-5017-1983-9631-FFAC60756F30}"/>
              </a:ext>
            </a:extLst>
          </p:cNvPr>
          <p:cNvSpPr/>
          <p:nvPr/>
        </p:nvSpPr>
        <p:spPr>
          <a:xfrm>
            <a:off x="8389150" y="2684409"/>
            <a:ext cx="346020" cy="3460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0FE6C2A-CCD0-F89B-828C-53F57BC9BA48}"/>
              </a:ext>
            </a:extLst>
          </p:cNvPr>
          <p:cNvSpPr/>
          <p:nvPr/>
        </p:nvSpPr>
        <p:spPr>
          <a:xfrm>
            <a:off x="7054173" y="2912441"/>
            <a:ext cx="346020" cy="3460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44C5924-B49A-2C2D-6039-EE8317AAF974}"/>
              </a:ext>
            </a:extLst>
          </p:cNvPr>
          <p:cNvSpPr/>
          <p:nvPr/>
        </p:nvSpPr>
        <p:spPr>
          <a:xfrm>
            <a:off x="7060239" y="3269067"/>
            <a:ext cx="346020" cy="3460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A58EED6-E09D-829B-D999-79DF241567A9}"/>
              </a:ext>
            </a:extLst>
          </p:cNvPr>
          <p:cNvCxnSpPr>
            <a:stCxn id="19" idx="6"/>
            <a:endCxn id="23" idx="2"/>
          </p:cNvCxnSpPr>
          <p:nvPr/>
        </p:nvCxnSpPr>
        <p:spPr>
          <a:xfrm>
            <a:off x="7400193" y="2746585"/>
            <a:ext cx="988957" cy="110834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8F3DE77-BA06-762F-CE6B-FD8EC26737EC}"/>
              </a:ext>
            </a:extLst>
          </p:cNvPr>
          <p:cNvCxnSpPr>
            <a:cxnSpLocks/>
            <a:stCxn id="27" idx="6"/>
            <a:endCxn id="23" idx="2"/>
          </p:cNvCxnSpPr>
          <p:nvPr/>
        </p:nvCxnSpPr>
        <p:spPr>
          <a:xfrm flipV="1">
            <a:off x="7400193" y="2857419"/>
            <a:ext cx="988957" cy="22803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11E548F-4647-BB00-EB8F-795FE0677D19}"/>
              </a:ext>
            </a:extLst>
          </p:cNvPr>
          <p:cNvCxnSpPr>
            <a:cxnSpLocks/>
            <a:stCxn id="35" idx="6"/>
          </p:cNvCxnSpPr>
          <p:nvPr/>
        </p:nvCxnSpPr>
        <p:spPr>
          <a:xfrm flipV="1">
            <a:off x="7406259" y="2854619"/>
            <a:ext cx="971747" cy="587458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5BA34CFD-2DE8-99FC-7D3A-66BDE9082B56}"/>
              </a:ext>
            </a:extLst>
          </p:cNvPr>
          <p:cNvSpPr/>
          <p:nvPr/>
        </p:nvSpPr>
        <p:spPr>
          <a:xfrm>
            <a:off x="7054173" y="3602581"/>
            <a:ext cx="346020" cy="3460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CA56C53-7A94-F5F8-8FA2-9838E47D04D2}"/>
              </a:ext>
            </a:extLst>
          </p:cNvPr>
          <p:cNvCxnSpPr>
            <a:cxnSpLocks/>
            <a:stCxn id="39" idx="6"/>
            <a:endCxn id="23" idx="2"/>
          </p:cNvCxnSpPr>
          <p:nvPr/>
        </p:nvCxnSpPr>
        <p:spPr>
          <a:xfrm flipV="1">
            <a:off x="7400193" y="2857419"/>
            <a:ext cx="988957" cy="91817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FD61BE3-B78B-4304-29EF-725868E6250B}"/>
              </a:ext>
            </a:extLst>
          </p:cNvPr>
          <p:cNvCxnSpPr>
            <a:cxnSpLocks/>
            <a:stCxn id="39" idx="6"/>
            <a:endCxn id="42" idx="2"/>
          </p:cNvCxnSpPr>
          <p:nvPr/>
        </p:nvCxnSpPr>
        <p:spPr>
          <a:xfrm>
            <a:off x="7400193" y="3775591"/>
            <a:ext cx="988360" cy="496636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C742358A-7ED5-BDA9-86B2-3022A379EB09}"/>
              </a:ext>
            </a:extLst>
          </p:cNvPr>
          <p:cNvSpPr/>
          <p:nvPr/>
        </p:nvSpPr>
        <p:spPr>
          <a:xfrm>
            <a:off x="8388553" y="4099217"/>
            <a:ext cx="346020" cy="3460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2180F20-885C-75B9-73D3-64C3EA6A0271}"/>
              </a:ext>
            </a:extLst>
          </p:cNvPr>
          <p:cNvSpPr/>
          <p:nvPr/>
        </p:nvSpPr>
        <p:spPr>
          <a:xfrm>
            <a:off x="7054173" y="3943380"/>
            <a:ext cx="346020" cy="3460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E305E78-9067-4660-E93A-D3B7A7C2F870}"/>
              </a:ext>
            </a:extLst>
          </p:cNvPr>
          <p:cNvCxnSpPr>
            <a:cxnSpLocks/>
            <a:stCxn id="43" idx="6"/>
            <a:endCxn id="42" idx="2"/>
          </p:cNvCxnSpPr>
          <p:nvPr/>
        </p:nvCxnSpPr>
        <p:spPr>
          <a:xfrm>
            <a:off x="7400193" y="4116390"/>
            <a:ext cx="988360" cy="155837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F9EE9746-371B-3BD2-54D7-ECADF1097312}"/>
              </a:ext>
            </a:extLst>
          </p:cNvPr>
          <p:cNvSpPr/>
          <p:nvPr/>
        </p:nvSpPr>
        <p:spPr>
          <a:xfrm>
            <a:off x="8390300" y="3445739"/>
            <a:ext cx="346020" cy="3460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76E179E-CFAD-930A-58B6-6404BE1BD1BD}"/>
              </a:ext>
            </a:extLst>
          </p:cNvPr>
          <p:cNvCxnSpPr>
            <a:cxnSpLocks/>
            <a:stCxn id="39" idx="6"/>
            <a:endCxn id="45" idx="2"/>
          </p:cNvCxnSpPr>
          <p:nvPr/>
        </p:nvCxnSpPr>
        <p:spPr>
          <a:xfrm flipV="1">
            <a:off x="7400193" y="3618749"/>
            <a:ext cx="990107" cy="156842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E240153B-F222-A957-2A4F-627CCB83E007}"/>
              </a:ext>
            </a:extLst>
          </p:cNvPr>
          <p:cNvSpPr/>
          <p:nvPr/>
        </p:nvSpPr>
        <p:spPr>
          <a:xfrm>
            <a:off x="7043029" y="4276894"/>
            <a:ext cx="346020" cy="3460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CCC3368-4247-44FE-484B-05076D4E5EC1}"/>
              </a:ext>
            </a:extLst>
          </p:cNvPr>
          <p:cNvSpPr/>
          <p:nvPr/>
        </p:nvSpPr>
        <p:spPr>
          <a:xfrm>
            <a:off x="8389150" y="4760562"/>
            <a:ext cx="346020" cy="3460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F536B6B-4BDA-89D2-3F09-7A62E087CBBD}"/>
              </a:ext>
            </a:extLst>
          </p:cNvPr>
          <p:cNvCxnSpPr>
            <a:cxnSpLocks/>
            <a:stCxn id="47" idx="6"/>
            <a:endCxn id="45" idx="2"/>
          </p:cNvCxnSpPr>
          <p:nvPr/>
        </p:nvCxnSpPr>
        <p:spPr>
          <a:xfrm flipV="1">
            <a:off x="7389049" y="3618749"/>
            <a:ext cx="1001251" cy="831155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BC101E46-5A20-C0F3-D58E-696EEE2B09DE}"/>
              </a:ext>
            </a:extLst>
          </p:cNvPr>
          <p:cNvSpPr/>
          <p:nvPr/>
        </p:nvSpPr>
        <p:spPr>
          <a:xfrm>
            <a:off x="7054264" y="4617693"/>
            <a:ext cx="346020" cy="3460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261FCE9-FD66-C9E4-E3FF-99AF769733A4}"/>
              </a:ext>
            </a:extLst>
          </p:cNvPr>
          <p:cNvSpPr/>
          <p:nvPr/>
        </p:nvSpPr>
        <p:spPr>
          <a:xfrm>
            <a:off x="7054173" y="4951207"/>
            <a:ext cx="346020" cy="3460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111C7E30-EB57-05EB-F66F-1FEA4CD1FC57}"/>
              </a:ext>
            </a:extLst>
          </p:cNvPr>
          <p:cNvSpPr/>
          <p:nvPr/>
        </p:nvSpPr>
        <p:spPr>
          <a:xfrm>
            <a:off x="7419091" y="5286387"/>
            <a:ext cx="346020" cy="3460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98C9007-4861-923F-E8C8-7539FD98C030}"/>
              </a:ext>
            </a:extLst>
          </p:cNvPr>
          <p:cNvCxnSpPr>
            <a:cxnSpLocks/>
            <a:stCxn id="47" idx="6"/>
            <a:endCxn id="42" idx="2"/>
          </p:cNvCxnSpPr>
          <p:nvPr/>
        </p:nvCxnSpPr>
        <p:spPr>
          <a:xfrm flipV="1">
            <a:off x="7389049" y="4272227"/>
            <a:ext cx="999504" cy="177677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EE2B0E4-558D-F5F4-A7B2-2A424FC88AB1}"/>
              </a:ext>
            </a:extLst>
          </p:cNvPr>
          <p:cNvCxnSpPr>
            <a:cxnSpLocks/>
            <a:stCxn id="50" idx="6"/>
            <a:endCxn id="45" idx="2"/>
          </p:cNvCxnSpPr>
          <p:nvPr/>
        </p:nvCxnSpPr>
        <p:spPr>
          <a:xfrm flipV="1">
            <a:off x="7400284" y="3618749"/>
            <a:ext cx="990016" cy="1171954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A271F8D-20F0-D9BE-8B7C-3F3C9CE2B652}"/>
              </a:ext>
            </a:extLst>
          </p:cNvPr>
          <p:cNvCxnSpPr>
            <a:cxnSpLocks/>
            <a:stCxn id="51" idx="6"/>
            <a:endCxn id="48" idx="2"/>
          </p:cNvCxnSpPr>
          <p:nvPr/>
        </p:nvCxnSpPr>
        <p:spPr>
          <a:xfrm flipV="1">
            <a:off x="7400193" y="4933572"/>
            <a:ext cx="988957" cy="190645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B995F5C-E1A8-4FFA-8661-24531BA56FB8}"/>
              </a:ext>
            </a:extLst>
          </p:cNvPr>
          <p:cNvCxnSpPr>
            <a:cxnSpLocks/>
            <a:endCxn id="45" idx="2"/>
          </p:cNvCxnSpPr>
          <p:nvPr/>
        </p:nvCxnSpPr>
        <p:spPr>
          <a:xfrm flipV="1">
            <a:off x="7385555" y="3618749"/>
            <a:ext cx="1004745" cy="1840648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2A883A8-E2A7-209E-A736-6A10B11D8279}"/>
              </a:ext>
            </a:extLst>
          </p:cNvPr>
          <p:cNvCxnSpPr>
            <a:cxnSpLocks/>
            <a:endCxn id="42" idx="2"/>
          </p:cNvCxnSpPr>
          <p:nvPr/>
        </p:nvCxnSpPr>
        <p:spPr>
          <a:xfrm flipV="1">
            <a:off x="7387302" y="4272227"/>
            <a:ext cx="1001251" cy="118717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0159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7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25DF1-6795-0C34-48E6-D5170F1D0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C8FFD-6D12-4A96-B7CA-ADB515EA89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7D2271C5-D91E-BFC1-D7E3-71E289A54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C0E8221-D39B-57A0-306E-CEE686AD0253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2D7FB5-7D33-61C5-0F77-84752F3DDF20}"/>
              </a:ext>
            </a:extLst>
          </p:cNvPr>
          <p:cNvSpPr txBox="1">
            <a:spLocks/>
          </p:cNvSpPr>
          <p:nvPr/>
        </p:nvSpPr>
        <p:spPr>
          <a:xfrm>
            <a:off x="1940888" y="501651"/>
            <a:ext cx="4857780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(General) Structure of a </a:t>
            </a:r>
            <a:r>
              <a:rPr lang="en-US" sz="3200" b="1" dirty="0">
                <a:solidFill>
                  <a:srgbClr val="FF0000"/>
                </a:solidFill>
                <a:latin typeface="Aptos SemiBold" panose="020F0502020204030204" pitchFamily="34" charset="0"/>
              </a:rPr>
              <a:t>Quantitative study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 SemiBold" panose="020F0502020204030204" pitchFamily="34" charset="0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BC6E21-AC55-3768-34A7-4F03B8DE5F00}"/>
              </a:ext>
            </a:extLst>
          </p:cNvPr>
          <p:cNvSpPr txBox="1"/>
          <p:nvPr/>
        </p:nvSpPr>
        <p:spPr>
          <a:xfrm>
            <a:off x="891590" y="1435100"/>
            <a:ext cx="69022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0" dirty="0"/>
              <a:t>The structure of a quantitative study follows the </a:t>
            </a:r>
            <a:r>
              <a:rPr lang="en-US" sz="1600" b="1" noProof="0" dirty="0">
                <a:highlight>
                  <a:srgbClr val="FFC000"/>
                </a:highlight>
              </a:rPr>
              <a:t>model of an introduction and literature review, methods, results, and discussion</a:t>
            </a:r>
            <a:r>
              <a:rPr lang="en-US" sz="1600" noProof="0" dirty="0"/>
              <a:t>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E4E578A-0E80-EC21-426E-A34D2D874AE7}"/>
              </a:ext>
            </a:extLst>
          </p:cNvPr>
          <p:cNvGrpSpPr/>
          <p:nvPr/>
        </p:nvGrpSpPr>
        <p:grpSpPr>
          <a:xfrm>
            <a:off x="934827" y="660262"/>
            <a:ext cx="616228" cy="616228"/>
            <a:chOff x="718594" y="4663575"/>
            <a:chExt cx="1248038" cy="1248038"/>
          </a:xfrm>
          <a:effectLst/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1EA68D9-8D2A-6495-DAF8-6A0223A3E34D}"/>
                </a:ext>
              </a:extLst>
            </p:cNvPr>
            <p:cNvGrpSpPr/>
            <p:nvPr/>
          </p:nvGrpSpPr>
          <p:grpSpPr>
            <a:xfrm>
              <a:off x="718594" y="4663575"/>
              <a:ext cx="1248038" cy="1248038"/>
              <a:chOff x="10234551" y="2151076"/>
              <a:chExt cx="1248038" cy="1248038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5E0667B8-C6F3-6BDB-4998-FB6A8E988A8E}"/>
                  </a:ext>
                </a:extLst>
              </p:cNvPr>
              <p:cNvSpPr/>
              <p:nvPr/>
            </p:nvSpPr>
            <p:spPr>
              <a:xfrm>
                <a:off x="10234551" y="2151076"/>
                <a:ext cx="1248038" cy="1248038"/>
              </a:xfrm>
              <a:prstGeom prst="ellipse">
                <a:avLst/>
              </a:prstGeom>
              <a:solidFill>
                <a:srgbClr val="EB2222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D92C486-2A99-072F-1B2C-C223503062AE}"/>
                  </a:ext>
                </a:extLst>
              </p:cNvPr>
              <p:cNvSpPr txBox="1"/>
              <p:nvPr/>
            </p:nvSpPr>
            <p:spPr>
              <a:xfrm>
                <a:off x="10437925" y="2345392"/>
                <a:ext cx="841290" cy="738327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Up">
                  <a:avLst>
                    <a:gd name="adj" fmla="val 10889563"/>
                  </a:avLst>
                </a:prstTxWarp>
                <a:spAutoFit/>
              </a:bodyPr>
              <a:lstStyle/>
              <a:p>
                <a:pPr algn="ctr"/>
                <a:r>
                  <a:rPr lang="en-US" sz="1100" noProof="0" dirty="0">
                    <a:solidFill>
                      <a:schemeClr val="bg1"/>
                    </a:solidFill>
                  </a:rPr>
                  <a:t>Quantitative</a:t>
                </a: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7758848-74C1-46FA-1BA1-0085B60FD5B6}"/>
                </a:ext>
              </a:extLst>
            </p:cNvPr>
            <p:cNvSpPr txBox="1"/>
            <p:nvPr/>
          </p:nvSpPr>
          <p:spPr>
            <a:xfrm>
              <a:off x="974434" y="4857891"/>
              <a:ext cx="593674" cy="9350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noProof="0" dirty="0">
                  <a:solidFill>
                    <a:schemeClr val="bg1"/>
                  </a:solidFill>
                  <a:latin typeface="Aptos Black" panose="020B0004020202020204" pitchFamily="34" charset="0"/>
                </a:rPr>
                <a:t>1</a:t>
              </a:r>
              <a:endParaRPr lang="en-US" sz="2400" b="1" noProof="0" dirty="0">
                <a:solidFill>
                  <a:schemeClr val="bg1"/>
                </a:solidFill>
                <a:latin typeface="Aptos Black" panose="020B0004020202020204" pitchFamily="34" charset="0"/>
              </a:endParaRP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D8020FB5-F763-D5A6-7FAA-166A519EC440}"/>
              </a:ext>
            </a:extLst>
          </p:cNvPr>
          <p:cNvSpPr txBox="1"/>
          <p:nvPr/>
        </p:nvSpPr>
        <p:spPr>
          <a:xfrm>
            <a:off x="1779465" y="2518887"/>
            <a:ext cx="3648152" cy="302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noProof="0" dirty="0"/>
              <a:t>Introduction and Literature Review</a:t>
            </a:r>
            <a:endParaRPr lang="en-US" sz="1600" b="1" noProof="0" dirty="0">
              <a:solidFill>
                <a:schemeClr val="accent5"/>
              </a:solidFill>
              <a:latin typeface="Corbel" panose="020B0503020204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9E8C30C-2F83-AF8E-9896-A72E6F757681}"/>
              </a:ext>
            </a:extLst>
          </p:cNvPr>
          <p:cNvSpPr txBox="1"/>
          <p:nvPr/>
        </p:nvSpPr>
        <p:spPr>
          <a:xfrm>
            <a:off x="1185791" y="2346148"/>
            <a:ext cx="593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noProof="0" dirty="0">
                <a:solidFill>
                  <a:srgbClr val="FF0000"/>
                </a:solidFill>
                <a:latin typeface="Aptos Black" panose="020B0004020202020204" pitchFamily="34" charset="0"/>
              </a:rPr>
              <a:t>A</a:t>
            </a:r>
            <a:endParaRPr lang="en-US" sz="36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39E7D4-6100-31E7-FCD0-116B1CCF34B9}"/>
              </a:ext>
            </a:extLst>
          </p:cNvPr>
          <p:cNvSpPr txBox="1"/>
          <p:nvPr/>
        </p:nvSpPr>
        <p:spPr>
          <a:xfrm>
            <a:off x="1242941" y="2928423"/>
            <a:ext cx="5204411" cy="1106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noProof="0" dirty="0">
                <a:solidFill>
                  <a:schemeClr val="bg1">
                    <a:lumMod val="75000"/>
                  </a:schemeClr>
                </a:solidFill>
              </a:rPr>
              <a:t>Statement of the problem (the problem, theory, existing literature on the problem, gaps or deficiencies in the literature, and the relevance of the study for different audiences)</a:t>
            </a:r>
          </a:p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noProof="0" dirty="0">
                <a:solidFill>
                  <a:schemeClr val="bg1">
                    <a:lumMod val="75000"/>
                  </a:schemeClr>
                </a:solidFill>
              </a:rPr>
              <a:t>Purpose of the study</a:t>
            </a:r>
          </a:p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noProof="0" dirty="0">
                <a:solidFill>
                  <a:schemeClr val="bg1">
                    <a:lumMod val="75000"/>
                  </a:schemeClr>
                </a:solidFill>
              </a:rPr>
              <a:t>Research questions or hypotheses</a:t>
            </a:r>
            <a:endParaRPr lang="en-US" sz="1100" b="1" noProof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75D374C-7E9B-4425-5C07-9A2047718974}"/>
              </a:ext>
            </a:extLst>
          </p:cNvPr>
          <p:cNvSpPr txBox="1"/>
          <p:nvPr/>
        </p:nvSpPr>
        <p:spPr>
          <a:xfrm>
            <a:off x="1779465" y="4333182"/>
            <a:ext cx="2826339" cy="300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noProof="0" dirty="0"/>
              <a:t>Methods</a:t>
            </a:r>
            <a:endParaRPr lang="en-US" sz="1600" b="1" noProof="0" dirty="0">
              <a:solidFill>
                <a:schemeClr val="accent5"/>
              </a:solidFill>
              <a:latin typeface="Corbel" panose="020B0503020204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B1479F5-B019-7715-50BE-91D536F1E56D}"/>
              </a:ext>
            </a:extLst>
          </p:cNvPr>
          <p:cNvSpPr txBox="1"/>
          <p:nvPr/>
        </p:nvSpPr>
        <p:spPr>
          <a:xfrm>
            <a:off x="1185791" y="4140549"/>
            <a:ext cx="593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noProof="0" dirty="0">
                <a:solidFill>
                  <a:srgbClr val="FF0000"/>
                </a:solidFill>
                <a:latin typeface="Aptos Black" panose="020B0004020202020204" pitchFamily="34" charset="0"/>
              </a:rPr>
              <a:t>B</a:t>
            </a:r>
            <a:endParaRPr lang="en-US" sz="36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9DD0D67-36A5-CA00-C71A-EE21F6F0642A}"/>
              </a:ext>
            </a:extLst>
          </p:cNvPr>
          <p:cNvSpPr txBox="1"/>
          <p:nvPr/>
        </p:nvSpPr>
        <p:spPr>
          <a:xfrm>
            <a:off x="1242941" y="4722824"/>
            <a:ext cx="5204411" cy="90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noProof="0" dirty="0">
                <a:solidFill>
                  <a:schemeClr val="bg1">
                    <a:lumMod val="75000"/>
                  </a:schemeClr>
                </a:solidFill>
              </a:rPr>
              <a:t>Population, sample, participants, and participant recruitment</a:t>
            </a:r>
          </a:p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noProof="0" dirty="0">
                <a:solidFill>
                  <a:schemeClr val="bg1">
                    <a:lumMod val="75000"/>
                  </a:schemeClr>
                </a:solidFill>
              </a:rPr>
              <a:t>Type of research design(e.g., experimental, survey)</a:t>
            </a:r>
          </a:p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noProof="0" dirty="0">
                <a:solidFill>
                  <a:schemeClr val="bg1">
                    <a:lumMod val="75000"/>
                  </a:schemeClr>
                </a:solidFill>
              </a:rPr>
              <a:t>Procedures(procedures and variables, instruments and materials, ethical considerations)</a:t>
            </a:r>
            <a:endParaRPr lang="en-US" sz="1100" b="1" noProof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927DC03-EA56-8C28-839C-DAD77216A6AC}"/>
              </a:ext>
            </a:extLst>
          </p:cNvPr>
          <p:cNvSpPr txBox="1"/>
          <p:nvPr/>
        </p:nvSpPr>
        <p:spPr>
          <a:xfrm>
            <a:off x="8060762" y="2437668"/>
            <a:ext cx="2826339" cy="302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noProof="0" dirty="0"/>
              <a:t>Data Analysis Procedures</a:t>
            </a:r>
            <a:endParaRPr lang="en-US" sz="1600" b="1" noProof="0" dirty="0">
              <a:solidFill>
                <a:schemeClr val="accent5"/>
              </a:solidFill>
              <a:latin typeface="Corbel" panose="020B050302020402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ACA2EF0-6C80-7DBE-A0F6-9620F1FA2602}"/>
              </a:ext>
            </a:extLst>
          </p:cNvPr>
          <p:cNvSpPr txBox="1"/>
          <p:nvPr/>
        </p:nvSpPr>
        <p:spPr>
          <a:xfrm>
            <a:off x="7467089" y="2277800"/>
            <a:ext cx="593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noProof="0" dirty="0">
                <a:solidFill>
                  <a:srgbClr val="FF0000"/>
                </a:solidFill>
                <a:latin typeface="Aptos Black" panose="020B0004020202020204" pitchFamily="34" charset="0"/>
              </a:rPr>
              <a:t>C</a:t>
            </a:r>
            <a:endParaRPr lang="en-US" sz="36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ECD511C-1C6A-E18C-FF8B-D605466DD4A5}"/>
              </a:ext>
            </a:extLst>
          </p:cNvPr>
          <p:cNvSpPr txBox="1"/>
          <p:nvPr/>
        </p:nvSpPr>
        <p:spPr>
          <a:xfrm>
            <a:off x="8060763" y="3314587"/>
            <a:ext cx="2826339" cy="302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noProof="0" dirty="0"/>
              <a:t>Appendices</a:t>
            </a:r>
            <a:endParaRPr lang="en-US" sz="1600" b="1" noProof="0" dirty="0">
              <a:latin typeface="Corbel" panose="020B050302020402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DA0E5A6-EA2F-20D5-37EB-BCDD1992418D}"/>
              </a:ext>
            </a:extLst>
          </p:cNvPr>
          <p:cNvSpPr txBox="1"/>
          <p:nvPr/>
        </p:nvSpPr>
        <p:spPr>
          <a:xfrm>
            <a:off x="7467089" y="3141848"/>
            <a:ext cx="593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noProof="0" dirty="0">
                <a:solidFill>
                  <a:srgbClr val="FF0000"/>
                </a:solidFill>
                <a:latin typeface="Aptos Black" panose="020B0004020202020204" pitchFamily="34" charset="0"/>
              </a:rPr>
              <a:t>D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528C3AD-92F8-0021-5E35-B21F18D06840}"/>
              </a:ext>
            </a:extLst>
          </p:cNvPr>
          <p:cNvSpPr txBox="1"/>
          <p:nvPr/>
        </p:nvSpPr>
        <p:spPr>
          <a:xfrm>
            <a:off x="7467089" y="3768184"/>
            <a:ext cx="4128086" cy="69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noProof="0" dirty="0">
                <a:solidFill>
                  <a:schemeClr val="bg1">
                    <a:lumMod val="75000"/>
                  </a:schemeClr>
                </a:solidFill>
              </a:rPr>
              <a:t>Instruments and materials</a:t>
            </a:r>
          </a:p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noProof="0" dirty="0">
                <a:solidFill>
                  <a:schemeClr val="bg1">
                    <a:lumMod val="75000"/>
                  </a:schemeClr>
                </a:solidFill>
              </a:rPr>
              <a:t>Study timeline</a:t>
            </a:r>
          </a:p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noProof="0" dirty="0">
                <a:solidFill>
                  <a:schemeClr val="bg1">
                    <a:lumMod val="75000"/>
                  </a:schemeClr>
                </a:solidFill>
              </a:rPr>
              <a:t>Budget</a:t>
            </a:r>
          </a:p>
        </p:txBody>
      </p:sp>
    </p:spTree>
    <p:extLst>
      <p:ext uri="{BB962C8B-B14F-4D97-AF65-F5344CB8AC3E}">
        <p14:creationId xmlns:p14="http://schemas.microsoft.com/office/powerpoint/2010/main" val="4197326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A729A-A8DC-B664-8F28-E6A3AA5A3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3386B-3793-807D-ECC1-B297AA4F8C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7E212DDF-D355-FA57-1E94-6C6CD9BB3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EEAD37F8-55B9-7143-8A0A-BC87FD07D4F7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2CB87DF-0D91-56EA-9991-C1FC8165884B}"/>
              </a:ext>
            </a:extLst>
          </p:cNvPr>
          <p:cNvSpPr txBox="1">
            <a:spLocks/>
          </p:cNvSpPr>
          <p:nvPr/>
        </p:nvSpPr>
        <p:spPr>
          <a:xfrm>
            <a:off x="1946247" y="494671"/>
            <a:ext cx="4803561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(General) Structure of a </a:t>
            </a:r>
            <a:r>
              <a:rPr lang="en-US" sz="3200" b="1" dirty="0">
                <a:solidFill>
                  <a:srgbClr val="FF0000"/>
                </a:solidFill>
                <a:latin typeface="Aptos SemiBold" panose="020F0502020204030204" pitchFamily="34" charset="0"/>
              </a:rPr>
              <a:t>Qualitative study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 SemiBold" panose="020F0502020204030204" pitchFamily="34" charset="0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BACD29-9278-54B1-89D2-019065C83474}"/>
              </a:ext>
            </a:extLst>
          </p:cNvPr>
          <p:cNvSpPr txBox="1"/>
          <p:nvPr/>
        </p:nvSpPr>
        <p:spPr>
          <a:xfrm>
            <a:off x="891590" y="1435100"/>
            <a:ext cx="64236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noProof="0" dirty="0"/>
              <a:t>In qualitative research, </a:t>
            </a:r>
            <a:r>
              <a:rPr lang="en-US" sz="1600" b="1" noProof="0" dirty="0">
                <a:highlight>
                  <a:srgbClr val="FFC000"/>
                </a:highlight>
              </a:rPr>
              <a:t>there is no single dominant structure</a:t>
            </a:r>
            <a:r>
              <a:rPr lang="en-US" sz="1600" b="1" noProof="0" dirty="0"/>
              <a:t>. </a:t>
            </a:r>
            <a:r>
              <a:rPr lang="en-US" sz="1600" noProof="0" dirty="0"/>
              <a:t>However, guidance presented in several general frameworks can be helpful.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645CD3-A0DB-9164-ECC4-76F164E0EA45}"/>
              </a:ext>
            </a:extLst>
          </p:cNvPr>
          <p:cNvSpPr txBox="1"/>
          <p:nvPr/>
        </p:nvSpPr>
        <p:spPr>
          <a:xfrm>
            <a:off x="1779465" y="2525073"/>
            <a:ext cx="3648152" cy="302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noProof="0" dirty="0"/>
              <a:t>Introduction</a:t>
            </a:r>
            <a:endParaRPr lang="en-US" sz="1600" b="1" noProof="0" dirty="0">
              <a:solidFill>
                <a:schemeClr val="accent5"/>
              </a:solidFill>
              <a:latin typeface="Corbel" panose="020B0503020204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75FD68-D6EA-5C36-1183-71E177D7C934}"/>
              </a:ext>
            </a:extLst>
          </p:cNvPr>
          <p:cNvSpPr txBox="1"/>
          <p:nvPr/>
        </p:nvSpPr>
        <p:spPr>
          <a:xfrm>
            <a:off x="1185791" y="2352334"/>
            <a:ext cx="593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noProof="0" dirty="0">
                <a:solidFill>
                  <a:srgbClr val="FF0000"/>
                </a:solidFill>
                <a:latin typeface="Aptos Black" panose="020B0004020202020204" pitchFamily="34" charset="0"/>
              </a:rPr>
              <a:t>A</a:t>
            </a:r>
            <a:endParaRPr lang="en-US" sz="36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532286-A052-3252-8B26-7617823BD7B0}"/>
              </a:ext>
            </a:extLst>
          </p:cNvPr>
          <p:cNvSpPr txBox="1"/>
          <p:nvPr/>
        </p:nvSpPr>
        <p:spPr>
          <a:xfrm>
            <a:off x="1242941" y="2934609"/>
            <a:ext cx="5204411" cy="1106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Statement of the problem(including existing literature, gaps or deficiencies in the literature, and the relevance of the study for different audiences)</a:t>
            </a:r>
          </a:p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Purpose of the study</a:t>
            </a:r>
          </a:p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Research questions</a:t>
            </a:r>
          </a:p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Philosophical assumptions and/or worldview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580820-CBFD-6295-0C01-3F1D7492AF05}"/>
              </a:ext>
            </a:extLst>
          </p:cNvPr>
          <p:cNvSpPr txBox="1"/>
          <p:nvPr/>
        </p:nvSpPr>
        <p:spPr>
          <a:xfrm>
            <a:off x="1779465" y="4339368"/>
            <a:ext cx="2826339" cy="300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noProof="0" dirty="0"/>
              <a:t>Procedures</a:t>
            </a:r>
            <a:endParaRPr lang="en-US" sz="1600" b="1" noProof="0" dirty="0">
              <a:solidFill>
                <a:schemeClr val="accent5"/>
              </a:solidFill>
              <a:latin typeface="Corbel" panose="020B0503020204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62F818-DFDA-5E84-AEE2-BEF396618703}"/>
              </a:ext>
            </a:extLst>
          </p:cNvPr>
          <p:cNvSpPr txBox="1"/>
          <p:nvPr/>
        </p:nvSpPr>
        <p:spPr>
          <a:xfrm>
            <a:off x="1185791" y="4146735"/>
            <a:ext cx="593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noProof="0" dirty="0">
                <a:solidFill>
                  <a:srgbClr val="FF0000"/>
                </a:solidFill>
                <a:latin typeface="Aptos Black" panose="020B0004020202020204" pitchFamily="34" charset="0"/>
              </a:rPr>
              <a:t>B</a:t>
            </a:r>
            <a:endParaRPr lang="en-US" sz="36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6DC3EB-AAC8-B32C-1A10-1055FA9AE830}"/>
              </a:ext>
            </a:extLst>
          </p:cNvPr>
          <p:cNvSpPr txBox="1"/>
          <p:nvPr/>
        </p:nvSpPr>
        <p:spPr>
          <a:xfrm>
            <a:off x="1242941" y="4729010"/>
            <a:ext cx="5299806" cy="1541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Research design(e.g., descriptive, case study)</a:t>
            </a:r>
          </a:p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Role of the researcher</a:t>
            </a:r>
          </a:p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Data collection processes</a:t>
            </a:r>
          </a:p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Data analysis processes</a:t>
            </a:r>
          </a:p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Proposed narrative structure for reporting findings</a:t>
            </a:r>
          </a:p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Validation strategies</a:t>
            </a:r>
          </a:p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Ethical considerations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6A8D61-FE51-5188-B4B2-31E4B6176F37}"/>
              </a:ext>
            </a:extLst>
          </p:cNvPr>
          <p:cNvSpPr txBox="1"/>
          <p:nvPr/>
        </p:nvSpPr>
        <p:spPr>
          <a:xfrm>
            <a:off x="8060762" y="2443854"/>
            <a:ext cx="2826339" cy="712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noProof="0" dirty="0"/>
              <a:t>Expected Results, Impacts, and Significance of the Study</a:t>
            </a:r>
            <a:endParaRPr lang="en-US" sz="1600" b="1" noProof="0" dirty="0">
              <a:solidFill>
                <a:schemeClr val="accent5"/>
              </a:solidFill>
              <a:latin typeface="Corbel" panose="020B0503020204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57B200-CA0E-FE6E-886D-C31D2E02AF26}"/>
              </a:ext>
            </a:extLst>
          </p:cNvPr>
          <p:cNvSpPr txBox="1"/>
          <p:nvPr/>
        </p:nvSpPr>
        <p:spPr>
          <a:xfrm>
            <a:off x="7467089" y="2283986"/>
            <a:ext cx="593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noProof="0" dirty="0">
                <a:solidFill>
                  <a:srgbClr val="FF0000"/>
                </a:solidFill>
                <a:latin typeface="Aptos Black" panose="020B0004020202020204" pitchFamily="34" charset="0"/>
              </a:rPr>
              <a:t>C</a:t>
            </a:r>
            <a:endParaRPr lang="en-US" sz="36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1C06C1-0131-6543-889B-37F228D77690}"/>
              </a:ext>
            </a:extLst>
          </p:cNvPr>
          <p:cNvSpPr txBox="1"/>
          <p:nvPr/>
        </p:nvSpPr>
        <p:spPr>
          <a:xfrm>
            <a:off x="8060763" y="3320773"/>
            <a:ext cx="2826339" cy="302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noProof="0" dirty="0"/>
              <a:t>Appendices</a:t>
            </a:r>
            <a:endParaRPr lang="en-US" sz="1600" b="1" noProof="0" dirty="0">
              <a:latin typeface="Corbel" panose="020B0503020204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2EA81E-DB6A-A788-FE3C-74AB098EF806}"/>
              </a:ext>
            </a:extLst>
          </p:cNvPr>
          <p:cNvSpPr txBox="1"/>
          <p:nvPr/>
        </p:nvSpPr>
        <p:spPr>
          <a:xfrm>
            <a:off x="7467089" y="3148034"/>
            <a:ext cx="593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noProof="0" dirty="0">
                <a:solidFill>
                  <a:srgbClr val="FF0000"/>
                </a:solidFill>
                <a:latin typeface="Aptos Black" panose="020B0004020202020204" pitchFamily="34" charset="0"/>
              </a:rPr>
              <a:t>D</a:t>
            </a:r>
            <a:endParaRPr lang="en-US" sz="36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F5FB73-0DCF-D9AD-89E9-E9C19B683FEF}"/>
              </a:ext>
            </a:extLst>
          </p:cNvPr>
          <p:cNvSpPr txBox="1"/>
          <p:nvPr/>
        </p:nvSpPr>
        <p:spPr>
          <a:xfrm>
            <a:off x="7467089" y="3774370"/>
            <a:ext cx="4128086" cy="925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Interview questions and interview protocol</a:t>
            </a:r>
          </a:p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Observation forms</a:t>
            </a:r>
          </a:p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Study timeline</a:t>
            </a:r>
          </a:p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Budget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2A05894-47A1-56B8-7F00-0EA4F77E63D8}"/>
              </a:ext>
            </a:extLst>
          </p:cNvPr>
          <p:cNvGrpSpPr/>
          <p:nvPr/>
        </p:nvGrpSpPr>
        <p:grpSpPr>
          <a:xfrm>
            <a:off x="934826" y="660261"/>
            <a:ext cx="616229" cy="616229"/>
            <a:chOff x="5471981" y="4549504"/>
            <a:chExt cx="1248038" cy="1248038"/>
          </a:xfrm>
          <a:solidFill>
            <a:srgbClr val="FFC000"/>
          </a:solidFill>
          <a:effectLst/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6902A83-C006-154E-5844-4E984A15BD8D}"/>
                </a:ext>
              </a:extLst>
            </p:cNvPr>
            <p:cNvGrpSpPr/>
            <p:nvPr/>
          </p:nvGrpSpPr>
          <p:grpSpPr>
            <a:xfrm>
              <a:off x="5471981" y="4549504"/>
              <a:ext cx="1248038" cy="1248038"/>
              <a:chOff x="10234551" y="2151076"/>
              <a:chExt cx="1248038" cy="1248038"/>
            </a:xfrm>
            <a:grpFill/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07BF9B2D-ED30-25F7-EA8C-36E3ABEB4771}"/>
                  </a:ext>
                </a:extLst>
              </p:cNvPr>
              <p:cNvSpPr/>
              <p:nvPr/>
            </p:nvSpPr>
            <p:spPr>
              <a:xfrm>
                <a:off x="10234551" y="2151076"/>
                <a:ext cx="1248038" cy="1248038"/>
              </a:xfrm>
              <a:prstGeom prst="ellipse">
                <a:avLst/>
              </a:prstGeom>
              <a:grpFill/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82967BD-E888-3FB4-18D0-D005829935C6}"/>
                  </a:ext>
                </a:extLst>
              </p:cNvPr>
              <p:cNvSpPr txBox="1"/>
              <p:nvPr/>
            </p:nvSpPr>
            <p:spPr>
              <a:xfrm>
                <a:off x="10437925" y="2345392"/>
                <a:ext cx="841290" cy="738327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Up">
                  <a:avLst>
                    <a:gd name="adj" fmla="val 10889563"/>
                  </a:avLst>
                </a:prstTxWarp>
                <a:spAutoFit/>
              </a:bodyPr>
              <a:lstStyle/>
              <a:p>
                <a:pPr algn="ctr"/>
                <a:r>
                  <a:rPr lang="en-US" sz="1000" noProof="0" dirty="0"/>
                  <a:t>Qualitative</a:t>
                </a:r>
                <a:endParaRPr lang="en-US" sz="1200" noProof="0" dirty="0"/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AB7B6BA-98E0-4BBD-54BD-5AEB841D8D3A}"/>
                </a:ext>
              </a:extLst>
            </p:cNvPr>
            <p:cNvSpPr txBox="1"/>
            <p:nvPr/>
          </p:nvSpPr>
          <p:spPr>
            <a:xfrm>
              <a:off x="5727823" y="4743820"/>
              <a:ext cx="593673" cy="9350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noProof="0" dirty="0">
                  <a:latin typeface="Aptos Black" panose="020B0004020202020204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6298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6" grpId="0"/>
      <p:bldP spid="20" grpId="0"/>
      <p:bldP spid="21" grpId="0"/>
      <p:bldP spid="22" grpId="0"/>
      <p:bldP spid="24" grpId="0"/>
      <p:bldP spid="25" grpId="0"/>
      <p:bldP spid="26" grpId="0"/>
      <p:bldP spid="28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33F0B-7373-2544-D454-5169EADFA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145AA-C255-715A-882C-17310152E2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F9B0B9C9-10B5-6420-9710-223C891FA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6F0E852-B2BD-E126-43FD-9A51E6C53507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881F933-AD8F-00AD-CCF4-18D5E2755A7E}"/>
              </a:ext>
            </a:extLst>
          </p:cNvPr>
          <p:cNvSpPr txBox="1">
            <a:spLocks/>
          </p:cNvSpPr>
          <p:nvPr/>
        </p:nvSpPr>
        <p:spPr>
          <a:xfrm>
            <a:off x="1946247" y="494671"/>
            <a:ext cx="4803561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(General) Structure of a Mixed Methods  study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ECD57B-F7FF-05B4-2411-A073D471AA56}"/>
              </a:ext>
            </a:extLst>
          </p:cNvPr>
          <p:cNvSpPr txBox="1"/>
          <p:nvPr/>
        </p:nvSpPr>
        <p:spPr>
          <a:xfrm>
            <a:off x="1779465" y="2067869"/>
            <a:ext cx="3648152" cy="302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dirty="0"/>
              <a:t> Introduction and Literature Review</a:t>
            </a:r>
            <a:endParaRPr lang="en-US" sz="1600" b="1" noProof="0" dirty="0">
              <a:solidFill>
                <a:schemeClr val="accent5"/>
              </a:solidFill>
              <a:latin typeface="Corbel" panose="020B0503020204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864F64-1D94-56DF-5B7E-7D032A532314}"/>
              </a:ext>
            </a:extLst>
          </p:cNvPr>
          <p:cNvSpPr txBox="1"/>
          <p:nvPr/>
        </p:nvSpPr>
        <p:spPr>
          <a:xfrm>
            <a:off x="1185791" y="1895130"/>
            <a:ext cx="593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noProof="0" dirty="0">
                <a:solidFill>
                  <a:srgbClr val="FF0000"/>
                </a:solidFill>
                <a:latin typeface="Aptos Black" panose="020B0004020202020204" pitchFamily="34" charset="0"/>
              </a:rPr>
              <a:t>A</a:t>
            </a:r>
            <a:endParaRPr lang="en-US" sz="36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820723-3CAA-4FF8-580C-9A2C6C43CB9A}"/>
              </a:ext>
            </a:extLst>
          </p:cNvPr>
          <p:cNvSpPr txBox="1"/>
          <p:nvPr/>
        </p:nvSpPr>
        <p:spPr>
          <a:xfrm>
            <a:off x="1242941" y="2477405"/>
            <a:ext cx="5506867" cy="2542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Statement of the problem (deficiencies in previous research, the need for both quantitative and qualitative data, and the understanding gained by combining or integrating both datasets)</a:t>
            </a:r>
          </a:p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Purpose or objective of the study(the overall intent to collect and combine quantitative and qualitative data)</a:t>
            </a:r>
          </a:p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Research questions and hypotheses</a:t>
            </a:r>
          </a:p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Quantitative research questions or hypotheses</a:t>
            </a:r>
          </a:p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Qualitative research questions</a:t>
            </a:r>
          </a:p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Mixed-methods integration questions</a:t>
            </a:r>
          </a:p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Philosophical assumptions or worldview and theory</a:t>
            </a:r>
          </a:p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Literature review(typically includes quantitative, qualitative, and mixed-methods studies and demonstrates the need for a mixed-methods study)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FE3FC6-9890-D561-0AA5-F203179136F0}"/>
              </a:ext>
            </a:extLst>
          </p:cNvPr>
          <p:cNvSpPr txBox="1"/>
          <p:nvPr/>
        </p:nvSpPr>
        <p:spPr>
          <a:xfrm>
            <a:off x="8060762" y="1986650"/>
            <a:ext cx="2826339" cy="302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dirty="0"/>
              <a:t>Methods</a:t>
            </a:r>
            <a:endParaRPr lang="en-US" sz="1600" b="1" noProof="0" dirty="0">
              <a:solidFill>
                <a:schemeClr val="accent5"/>
              </a:solidFill>
              <a:latin typeface="Corbel" panose="020B0503020204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959151-C839-DDC6-7024-42D771F20065}"/>
              </a:ext>
            </a:extLst>
          </p:cNvPr>
          <p:cNvSpPr txBox="1"/>
          <p:nvPr/>
        </p:nvSpPr>
        <p:spPr>
          <a:xfrm>
            <a:off x="7467089" y="1826782"/>
            <a:ext cx="593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600" dirty="0">
                <a:solidFill>
                  <a:srgbClr val="FF0000"/>
                </a:solidFill>
                <a:latin typeface="Aptos Black" panose="020B0004020202020204" pitchFamily="34" charset="0"/>
              </a:rPr>
              <a:t>B</a:t>
            </a:r>
            <a:endParaRPr lang="en-US" sz="36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16FB31-64FC-510F-F3D4-17F1A57ADBB1}"/>
              </a:ext>
            </a:extLst>
          </p:cNvPr>
          <p:cNvSpPr txBox="1"/>
          <p:nvPr/>
        </p:nvSpPr>
        <p:spPr>
          <a:xfrm>
            <a:off x="7467089" y="2448973"/>
            <a:ext cx="4378230" cy="1721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Definition of mixed-methods research and justification </a:t>
            </a:r>
          </a:p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Mixed-methods design</a:t>
            </a:r>
          </a:p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Design diagram and validity challenges in the design</a:t>
            </a:r>
          </a:p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Quantitative data collection(ordered according to the design)</a:t>
            </a:r>
          </a:p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Quantitative data analysis</a:t>
            </a:r>
          </a:p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Qualitative data collection</a:t>
            </a:r>
          </a:p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Qualitative data analysis</a:t>
            </a:r>
          </a:p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Integration statement and joint display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E0E7C56-CB6B-8484-9C7B-6492C6200B9A}"/>
              </a:ext>
            </a:extLst>
          </p:cNvPr>
          <p:cNvGrpSpPr/>
          <p:nvPr/>
        </p:nvGrpSpPr>
        <p:grpSpPr>
          <a:xfrm>
            <a:off x="934826" y="658548"/>
            <a:ext cx="616229" cy="616229"/>
            <a:chOff x="718594" y="4663575"/>
            <a:chExt cx="1248038" cy="1248038"/>
          </a:xfrm>
          <a:effectLst/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BA1C55D4-9E33-45C8-1C68-C45E703E9F77}"/>
                </a:ext>
              </a:extLst>
            </p:cNvPr>
            <p:cNvGrpSpPr/>
            <p:nvPr/>
          </p:nvGrpSpPr>
          <p:grpSpPr>
            <a:xfrm>
              <a:off x="718594" y="4663575"/>
              <a:ext cx="1248038" cy="1248038"/>
              <a:chOff x="10234551" y="2151076"/>
              <a:chExt cx="1248038" cy="1248038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16030A2C-1D2E-ACF4-A293-B78125A7F9B5}"/>
                  </a:ext>
                </a:extLst>
              </p:cNvPr>
              <p:cNvSpPr/>
              <p:nvPr/>
            </p:nvSpPr>
            <p:spPr>
              <a:xfrm>
                <a:off x="10234551" y="2151076"/>
                <a:ext cx="1248038" cy="1248038"/>
              </a:xfrm>
              <a:prstGeom prst="ellipse">
                <a:avLst/>
              </a:prstGeom>
              <a:solidFill>
                <a:srgbClr val="F57D1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1BB45B4-DE3B-0C44-99D5-B3703E3DEEE9}"/>
                  </a:ext>
                </a:extLst>
              </p:cNvPr>
              <p:cNvSpPr txBox="1"/>
              <p:nvPr/>
            </p:nvSpPr>
            <p:spPr>
              <a:xfrm>
                <a:off x="10398241" y="2317567"/>
                <a:ext cx="927943" cy="899086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Up">
                  <a:avLst>
                    <a:gd name="adj" fmla="val 10889563"/>
                  </a:avLst>
                </a:prstTxWarp>
                <a:spAutoFit/>
              </a:bodyPr>
              <a:lstStyle/>
              <a:p>
                <a:pPr algn="ctr"/>
                <a:r>
                  <a:rPr lang="en-US" noProof="0" dirty="0">
                    <a:solidFill>
                      <a:schemeClr val="bg1"/>
                    </a:solidFill>
                  </a:rPr>
                  <a:t>Mixed methods</a:t>
                </a: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8606F5D-F2A6-872E-8350-F1688A53D608}"/>
                </a:ext>
              </a:extLst>
            </p:cNvPr>
            <p:cNvSpPr txBox="1"/>
            <p:nvPr/>
          </p:nvSpPr>
          <p:spPr>
            <a:xfrm>
              <a:off x="973437" y="4830065"/>
              <a:ext cx="593673" cy="9350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noProof="0" dirty="0">
                  <a:solidFill>
                    <a:schemeClr val="bg1"/>
                  </a:solidFill>
                  <a:latin typeface="Aptos Black" panose="020B0004020202020204" pitchFamily="34" charset="0"/>
                </a:rPr>
                <a:t>3</a:t>
              </a:r>
              <a:endParaRPr lang="en-US" sz="4000" b="1" noProof="0" dirty="0">
                <a:solidFill>
                  <a:schemeClr val="bg1"/>
                </a:solidFill>
                <a:latin typeface="Aptos Black" panose="020B0004020202020204" pitchFamily="34" charset="0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12D156F-C9D3-3D8B-5F7A-EA0FA8DF2143}"/>
              </a:ext>
            </a:extLst>
          </p:cNvPr>
          <p:cNvSpPr txBox="1"/>
          <p:nvPr/>
        </p:nvSpPr>
        <p:spPr>
          <a:xfrm>
            <a:off x="8060762" y="4232134"/>
            <a:ext cx="3568172" cy="50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dirty="0"/>
              <a:t>Resources and Skills Required to Conduct the Research</a:t>
            </a:r>
            <a:endParaRPr lang="en-US" sz="1600" b="1" noProof="0" dirty="0">
              <a:solidFill>
                <a:schemeClr val="accent5"/>
              </a:solidFill>
              <a:latin typeface="Corbel" panose="020B0503020204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B187FCA-4BF5-0096-BC87-5153539FA4DF}"/>
              </a:ext>
            </a:extLst>
          </p:cNvPr>
          <p:cNvSpPr txBox="1"/>
          <p:nvPr/>
        </p:nvSpPr>
        <p:spPr>
          <a:xfrm>
            <a:off x="7467089" y="4162789"/>
            <a:ext cx="593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600" noProof="0" dirty="0">
                <a:solidFill>
                  <a:srgbClr val="FF0000"/>
                </a:solidFill>
                <a:latin typeface="Aptos Black" panose="020B0004020202020204" pitchFamily="34" charset="0"/>
              </a:rPr>
              <a:t>C</a:t>
            </a:r>
            <a:endParaRPr lang="en-US" sz="36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2BC216F-097D-E891-D184-57BB5892213C}"/>
              </a:ext>
            </a:extLst>
          </p:cNvPr>
          <p:cNvSpPr txBox="1"/>
          <p:nvPr/>
        </p:nvSpPr>
        <p:spPr>
          <a:xfrm>
            <a:off x="8060762" y="4792726"/>
            <a:ext cx="3568172" cy="302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dirty="0"/>
              <a:t>Potential Ethical Issues</a:t>
            </a:r>
            <a:endParaRPr lang="en-US" sz="1600" b="1" noProof="0" dirty="0">
              <a:solidFill>
                <a:schemeClr val="accent5"/>
              </a:solidFill>
              <a:latin typeface="Corbel" panose="020B0503020204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3DF14DC-AD57-BEF5-968B-ADF945817A99}"/>
              </a:ext>
            </a:extLst>
          </p:cNvPr>
          <p:cNvSpPr txBox="1"/>
          <p:nvPr/>
        </p:nvSpPr>
        <p:spPr>
          <a:xfrm>
            <a:off x="7467089" y="4597378"/>
            <a:ext cx="593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600" dirty="0">
                <a:solidFill>
                  <a:srgbClr val="FF0000"/>
                </a:solidFill>
                <a:latin typeface="Aptos Black" panose="020B0004020202020204" pitchFamily="34" charset="0"/>
              </a:rPr>
              <a:t>D</a:t>
            </a:r>
            <a:endParaRPr lang="en-US" sz="36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A898909-7CCA-B1BE-ED4E-51AB6EDE5A79}"/>
              </a:ext>
            </a:extLst>
          </p:cNvPr>
          <p:cNvSpPr txBox="1"/>
          <p:nvPr/>
        </p:nvSpPr>
        <p:spPr>
          <a:xfrm>
            <a:off x="8060762" y="5246408"/>
            <a:ext cx="3568172" cy="302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dirty="0"/>
              <a:t>Appendices</a:t>
            </a:r>
            <a:endParaRPr lang="en-US" sz="1600" b="1" noProof="0" dirty="0">
              <a:solidFill>
                <a:schemeClr val="accent5"/>
              </a:solidFill>
              <a:latin typeface="Corbel" panose="020B0503020204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F6C2F1-81D5-0203-D8BD-E05D68CF44CA}"/>
              </a:ext>
            </a:extLst>
          </p:cNvPr>
          <p:cNvSpPr txBox="1"/>
          <p:nvPr/>
        </p:nvSpPr>
        <p:spPr>
          <a:xfrm>
            <a:off x="7467089" y="5051060"/>
            <a:ext cx="593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600" noProof="0" dirty="0">
                <a:solidFill>
                  <a:srgbClr val="FF0000"/>
                </a:solidFill>
                <a:latin typeface="Aptos Black" panose="020B0004020202020204" pitchFamily="34" charset="0"/>
              </a:rPr>
              <a:t>E</a:t>
            </a:r>
            <a:endParaRPr lang="en-US" sz="36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07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6" grpId="0"/>
      <p:bldP spid="24" grpId="0"/>
      <p:bldP spid="25" grpId="0"/>
      <p:bldP spid="29" grpId="0"/>
      <p:bldP spid="43" grpId="0"/>
      <p:bldP spid="44" grpId="0"/>
      <p:bldP spid="45" grpId="0"/>
      <p:bldP spid="46" grpId="0"/>
      <p:bldP spid="47" grpId="0"/>
      <p:bldP spid="4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9358B-40A6-7B6D-084C-E1A5A5A4D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76066-D72D-E58C-00CC-95FADD3DB4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42360FD2-6D7A-7D40-3B41-32DA2FE19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3D10ED5-42DB-56FE-58CC-3105DEC0D6DE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3FADD8-61DB-342F-1276-24C7E39C628E}"/>
              </a:ext>
            </a:extLst>
          </p:cNvPr>
          <p:cNvSpPr txBox="1"/>
          <p:nvPr/>
        </p:nvSpPr>
        <p:spPr>
          <a:xfrm>
            <a:off x="905929" y="1545435"/>
            <a:ext cx="745945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600" dirty="0"/>
              <a:t>It is useful to establish the discipline or habit of writing regularly and continuously. </a:t>
            </a:r>
          </a:p>
          <a:p>
            <a:pPr lvl="0">
              <a:defRPr/>
            </a:pPr>
            <a:r>
              <a:rPr lang="en-US" sz="1600" dirty="0"/>
              <a:t>For this purpose, the use of </a:t>
            </a:r>
            <a:r>
              <a:rPr lang="en-US" sz="1600" b="1" dirty="0">
                <a:highlight>
                  <a:srgbClr val="FFC000"/>
                </a:highlight>
              </a:rPr>
              <a:t>drafts </a:t>
            </a:r>
            <a:r>
              <a:rPr lang="en-US" sz="1600" dirty="0"/>
              <a:t>is very valuable.</a:t>
            </a:r>
          </a:p>
          <a:p>
            <a:pPr lvl="0">
              <a:defRPr/>
            </a:pPr>
            <a:endParaRPr lang="en-US" sz="1600" noProof="0" dirty="0"/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You gain perspective when you return to the study after a short break.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An intermittent writing process often disrupts workflow (“weekend writer”).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Continuous work on the study means writing something every day or, at the very least, being involved daily in the processes of : </a:t>
            </a:r>
            <a:r>
              <a:rPr lang="en-US" sz="1200" b="1" dirty="0">
                <a:highlight>
                  <a:srgbClr val="FFC000"/>
                </a:highlight>
              </a:rPr>
              <a:t>thinking, gathering information, and reviewing</a:t>
            </a:r>
            <a:r>
              <a:rPr lang="en-US" sz="1200" dirty="0"/>
              <a:t>.</a:t>
            </a:r>
            <a:endParaRPr lang="en-US" sz="1200" noProof="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AB661E5-439E-D353-AE28-F7D9BE29D71E}"/>
              </a:ext>
            </a:extLst>
          </p:cNvPr>
          <p:cNvSpPr/>
          <p:nvPr/>
        </p:nvSpPr>
        <p:spPr>
          <a:xfrm rot="16200000">
            <a:off x="1188383" y="3797746"/>
            <a:ext cx="458398" cy="458398"/>
          </a:xfrm>
          <a:prstGeom prst="ellipse">
            <a:avLst/>
          </a:prstGeom>
          <a:solidFill>
            <a:srgbClr val="EB22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4AF8FA-07AC-30C7-44CD-E63CA552AA66}"/>
              </a:ext>
            </a:extLst>
          </p:cNvPr>
          <p:cNvCxnSpPr>
            <a:cxnSpLocks/>
            <a:stCxn id="9" idx="0"/>
            <a:endCxn id="6" idx="4"/>
          </p:cNvCxnSpPr>
          <p:nvPr/>
        </p:nvCxnSpPr>
        <p:spPr>
          <a:xfrm flipH="1">
            <a:off x="1646781" y="4026945"/>
            <a:ext cx="2530478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C789A741-B14A-96EE-DF9E-C2C1F5850FCE}"/>
              </a:ext>
            </a:extLst>
          </p:cNvPr>
          <p:cNvSpPr/>
          <p:nvPr/>
        </p:nvSpPr>
        <p:spPr>
          <a:xfrm rot="16200000">
            <a:off x="7213071" y="3797746"/>
            <a:ext cx="458398" cy="458398"/>
          </a:xfrm>
          <a:prstGeom prst="ellipse">
            <a:avLst/>
          </a:prstGeom>
          <a:solidFill>
            <a:srgbClr val="EB22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A5700BE-1AF8-ACFD-5194-BE59BBC92928}"/>
              </a:ext>
            </a:extLst>
          </p:cNvPr>
          <p:cNvSpPr/>
          <p:nvPr/>
        </p:nvSpPr>
        <p:spPr>
          <a:xfrm rot="16200000">
            <a:off x="4177259" y="3797746"/>
            <a:ext cx="458398" cy="458398"/>
          </a:xfrm>
          <a:prstGeom prst="ellipse">
            <a:avLst/>
          </a:prstGeom>
          <a:solidFill>
            <a:srgbClr val="EB22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8DE54A-593E-7E9A-C3E4-5CBC468DB79C}"/>
              </a:ext>
            </a:extLst>
          </p:cNvPr>
          <p:cNvCxnSpPr>
            <a:cxnSpLocks/>
            <a:stCxn id="8" idx="0"/>
            <a:endCxn id="9" idx="4"/>
          </p:cNvCxnSpPr>
          <p:nvPr/>
        </p:nvCxnSpPr>
        <p:spPr>
          <a:xfrm flipH="1">
            <a:off x="4635657" y="4026945"/>
            <a:ext cx="2577414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BEF736-F99C-10B6-A92F-C38C09B8B758}"/>
              </a:ext>
            </a:extLst>
          </p:cNvPr>
          <p:cNvCxnSpPr>
            <a:cxnSpLocks/>
            <a:stCxn id="15" idx="0"/>
            <a:endCxn id="8" idx="4"/>
          </p:cNvCxnSpPr>
          <p:nvPr/>
        </p:nvCxnSpPr>
        <p:spPr>
          <a:xfrm flipH="1">
            <a:off x="7671469" y="4014525"/>
            <a:ext cx="2873749" cy="1242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98081653-C53A-2CA8-DC52-8B48A797B626}"/>
              </a:ext>
            </a:extLst>
          </p:cNvPr>
          <p:cNvSpPr/>
          <p:nvPr/>
        </p:nvSpPr>
        <p:spPr>
          <a:xfrm rot="16200000">
            <a:off x="10545218" y="3785326"/>
            <a:ext cx="458398" cy="458398"/>
          </a:xfrm>
          <a:prstGeom prst="ellipse">
            <a:avLst/>
          </a:prstGeom>
          <a:solidFill>
            <a:srgbClr val="EB22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039271-E88A-FFBB-600A-B897CC60C3C3}"/>
              </a:ext>
            </a:extLst>
          </p:cNvPr>
          <p:cNvSpPr txBox="1"/>
          <p:nvPr/>
        </p:nvSpPr>
        <p:spPr>
          <a:xfrm>
            <a:off x="1068898" y="4333367"/>
            <a:ext cx="20629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noProof="0" dirty="0">
                <a:solidFill>
                  <a:schemeClr val="bg1">
                    <a:lumMod val="75000"/>
                  </a:schemeClr>
                </a:solidFill>
              </a:rPr>
              <a:t>Set writing as a priority and make it a daily activity, regardless of mood or motivation.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839B70-A072-97FF-E0D4-33E9CD0C77DC}"/>
              </a:ext>
            </a:extLst>
          </p:cNvPr>
          <p:cNvSpPr txBox="1"/>
          <p:nvPr/>
        </p:nvSpPr>
        <p:spPr>
          <a:xfrm>
            <a:off x="3494915" y="4333367"/>
            <a:ext cx="18230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Write when you feel most alert, during the day or at night.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4C7126-C14E-79DD-919C-A9EBC148F74E}"/>
              </a:ext>
            </a:extLst>
          </p:cNvPr>
          <p:cNvSpPr txBox="1"/>
          <p:nvPr/>
        </p:nvSpPr>
        <p:spPr>
          <a:xfrm>
            <a:off x="6459094" y="4331665"/>
            <a:ext cx="1823085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Avoid writing marathons. Write in small, regular amounts.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199FF6-56EB-82D8-5E89-D206E3B03E9E}"/>
              </a:ext>
            </a:extLst>
          </p:cNvPr>
          <p:cNvSpPr txBox="1"/>
          <p:nvPr/>
        </p:nvSpPr>
        <p:spPr>
          <a:xfrm>
            <a:off x="9423273" y="4331665"/>
            <a:ext cx="205931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Schedule writing tasks so you work in specific, manageable writing units during each session.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C6F5AAFF-3AB5-2570-2D33-3F23AD8CCE22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3494674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lang="en-US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The Habit of Writing</a:t>
            </a:r>
          </a:p>
        </p:txBody>
      </p:sp>
    </p:spTree>
    <p:extLst>
      <p:ext uri="{BB962C8B-B14F-4D97-AF65-F5344CB8AC3E}">
        <p14:creationId xmlns:p14="http://schemas.microsoft.com/office/powerpoint/2010/main" val="3373553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8" grpId="0" animBg="1"/>
      <p:bldP spid="9" grpId="0" animBg="1"/>
      <p:bldP spid="15" grpId="0" animBg="1"/>
      <p:bldP spid="17" grpId="0"/>
      <p:bldP spid="18" grpId="0"/>
      <p:bldP spid="19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F501A-7083-A8C7-1160-ECEC17F80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7DA34-A099-D8AE-A11B-74407279BE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E77DAFDA-CC31-C942-810F-67A36EBFC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7AB1DBB-35F3-1095-BBE7-108E29009D13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A39DEED9-91C2-85D5-65B5-DB1CCE6FF9F8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5342955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lang="en-US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Clear and Concise Writing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B10D0F-1A9E-B365-7210-CE5761B7DFC7}"/>
              </a:ext>
            </a:extLst>
          </p:cNvPr>
          <p:cNvSpPr txBox="1"/>
          <p:nvPr/>
        </p:nvSpPr>
        <p:spPr>
          <a:xfrm>
            <a:off x="891589" y="1879816"/>
            <a:ext cx="73033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600" dirty="0"/>
              <a:t>Each paragraph </a:t>
            </a:r>
            <a:r>
              <a:rPr lang="en-US" sz="1600" b="1" dirty="0">
                <a:highlight>
                  <a:srgbClr val="FFC000"/>
                </a:highlight>
              </a:rPr>
              <a:t>should be a single unit of thought</a:t>
            </a:r>
            <a:r>
              <a:rPr lang="en-US" sz="1600" dirty="0"/>
              <a:t>, a package of ideas made up of closely related sentences.</a:t>
            </a:r>
            <a:endParaRPr lang="en-US" sz="1400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019AD67-BAE3-E24E-536F-D8C44CD7E6FF}"/>
              </a:ext>
            </a:extLst>
          </p:cNvPr>
          <p:cNvGrpSpPr/>
          <p:nvPr/>
        </p:nvGrpSpPr>
        <p:grpSpPr>
          <a:xfrm>
            <a:off x="1829319" y="2730931"/>
            <a:ext cx="1293923" cy="461665"/>
            <a:chOff x="1217680" y="3449509"/>
            <a:chExt cx="1293923" cy="46166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2FBCFB1-AB28-D18D-4074-133DB53F0D28}"/>
                </a:ext>
              </a:extLst>
            </p:cNvPr>
            <p:cNvSpPr txBox="1"/>
            <p:nvPr/>
          </p:nvSpPr>
          <p:spPr>
            <a:xfrm>
              <a:off x="1613375" y="3542400"/>
              <a:ext cx="898228" cy="3024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600" b="1" noProof="0" dirty="0"/>
                <a:t>Topic</a:t>
              </a:r>
              <a:endParaRPr lang="en-US" sz="1600" b="1" noProof="0" dirty="0">
                <a:solidFill>
                  <a:schemeClr val="accent5"/>
                </a:solidFill>
                <a:latin typeface="Corbel" panose="020B0503020204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7E10FB5-25FB-0FC4-5850-B15E95E90F57}"/>
                </a:ext>
              </a:extLst>
            </p:cNvPr>
            <p:cNvSpPr txBox="1"/>
            <p:nvPr/>
          </p:nvSpPr>
          <p:spPr>
            <a:xfrm>
              <a:off x="1217680" y="3449509"/>
              <a:ext cx="5936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1.</a:t>
              </a:r>
              <a:endParaRPr lang="en-US" sz="24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4EC2078-4EE6-FAFE-5B8C-05E129081759}"/>
              </a:ext>
            </a:extLst>
          </p:cNvPr>
          <p:cNvGrpSpPr/>
          <p:nvPr/>
        </p:nvGrpSpPr>
        <p:grpSpPr>
          <a:xfrm>
            <a:off x="1833799" y="3351250"/>
            <a:ext cx="1289443" cy="461665"/>
            <a:chOff x="1217680" y="3449509"/>
            <a:chExt cx="1289443" cy="461665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A31F229-5AE1-ACCA-3ABD-64086E06CEA3}"/>
                </a:ext>
              </a:extLst>
            </p:cNvPr>
            <p:cNvSpPr txBox="1"/>
            <p:nvPr/>
          </p:nvSpPr>
          <p:spPr>
            <a:xfrm>
              <a:off x="1608895" y="3515827"/>
              <a:ext cx="898228" cy="3024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600" b="1" noProof="0" dirty="0"/>
                <a:t>Body</a:t>
              </a:r>
              <a:endParaRPr lang="en-US" sz="1600" b="1" noProof="0" dirty="0">
                <a:solidFill>
                  <a:schemeClr val="accent5"/>
                </a:solidFill>
                <a:latin typeface="Corbel" panose="020B0503020204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5D82D50-FA4A-47D8-6ADC-44E2352D5410}"/>
                </a:ext>
              </a:extLst>
            </p:cNvPr>
            <p:cNvSpPr txBox="1"/>
            <p:nvPr/>
          </p:nvSpPr>
          <p:spPr>
            <a:xfrm>
              <a:off x="1217680" y="3449509"/>
              <a:ext cx="5936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2.</a:t>
              </a:r>
              <a:endParaRPr lang="en-US" sz="24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7988A38-3AB8-D957-54B6-3871F94F6A01}"/>
              </a:ext>
            </a:extLst>
          </p:cNvPr>
          <p:cNvGrpSpPr/>
          <p:nvPr/>
        </p:nvGrpSpPr>
        <p:grpSpPr>
          <a:xfrm>
            <a:off x="1794137" y="4234798"/>
            <a:ext cx="1623022" cy="461665"/>
            <a:chOff x="1217680" y="3449509"/>
            <a:chExt cx="1623022" cy="461665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92F03F2-1CF2-B78B-B18C-026C6FF6EA4B}"/>
                </a:ext>
              </a:extLst>
            </p:cNvPr>
            <p:cNvSpPr txBox="1"/>
            <p:nvPr/>
          </p:nvSpPr>
          <p:spPr>
            <a:xfrm>
              <a:off x="1648557" y="3529081"/>
              <a:ext cx="1192145" cy="3024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600" b="1" noProof="0" dirty="0"/>
                <a:t>Evidence</a:t>
              </a:r>
              <a:endParaRPr lang="en-US" sz="1600" b="1" noProof="0" dirty="0">
                <a:solidFill>
                  <a:schemeClr val="accent5"/>
                </a:solidFill>
                <a:latin typeface="Corbel" panose="020B0503020204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F9C7736-DB5A-83C7-FA27-129A9CC42C6B}"/>
                </a:ext>
              </a:extLst>
            </p:cNvPr>
            <p:cNvSpPr txBox="1"/>
            <p:nvPr/>
          </p:nvSpPr>
          <p:spPr>
            <a:xfrm>
              <a:off x="1217680" y="3449509"/>
              <a:ext cx="5936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3.</a:t>
              </a:r>
              <a:endParaRPr lang="en-US" sz="24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FB99C76-FD7C-EBF9-7D18-FD9EE1AAF9C0}"/>
              </a:ext>
            </a:extLst>
          </p:cNvPr>
          <p:cNvGrpSpPr/>
          <p:nvPr/>
        </p:nvGrpSpPr>
        <p:grpSpPr>
          <a:xfrm>
            <a:off x="1793179" y="5121457"/>
            <a:ext cx="1623022" cy="461665"/>
            <a:chOff x="1217680" y="3449509"/>
            <a:chExt cx="1623022" cy="461665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FD8156F-D403-5289-044B-7091FED48976}"/>
                </a:ext>
              </a:extLst>
            </p:cNvPr>
            <p:cNvSpPr txBox="1"/>
            <p:nvPr/>
          </p:nvSpPr>
          <p:spPr>
            <a:xfrm>
              <a:off x="1648557" y="3551941"/>
              <a:ext cx="1192145" cy="3024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600" b="1" noProof="0" dirty="0"/>
                <a:t>Closing</a:t>
              </a:r>
              <a:endParaRPr lang="en-US" sz="1600" b="1" noProof="0" dirty="0">
                <a:solidFill>
                  <a:schemeClr val="accent5"/>
                </a:solidFill>
                <a:latin typeface="Corbel" panose="020B050302020402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BBEF3CE-81B7-40F1-0772-2669D026EC76}"/>
                </a:ext>
              </a:extLst>
            </p:cNvPr>
            <p:cNvSpPr txBox="1"/>
            <p:nvPr/>
          </p:nvSpPr>
          <p:spPr>
            <a:xfrm>
              <a:off x="1217680" y="3449509"/>
              <a:ext cx="5936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4.</a:t>
              </a:r>
              <a:endParaRPr lang="en-US" sz="24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1116C8D9-3F46-7A34-4A9F-6F6C1F382B76}"/>
              </a:ext>
            </a:extLst>
          </p:cNvPr>
          <p:cNvSpPr txBox="1"/>
          <p:nvPr/>
        </p:nvSpPr>
        <p:spPr>
          <a:xfrm>
            <a:off x="900954" y="1168178"/>
            <a:ext cx="55334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600" dirty="0">
                <a:solidFill>
                  <a:prstClr val="black"/>
                </a:solidFill>
              </a:rPr>
              <a:t>The basic building blocks of any intellectual or research argument are </a:t>
            </a:r>
            <a:r>
              <a:rPr lang="en-US" sz="1600" b="1" dirty="0">
                <a:solidFill>
                  <a:prstClr val="black"/>
                </a:solidFill>
                <a:highlight>
                  <a:srgbClr val="FFC000"/>
                </a:highlight>
              </a:rPr>
              <a:t>paragraphs</a:t>
            </a:r>
            <a:r>
              <a:rPr lang="en-US" sz="1600" dirty="0">
                <a:solidFill>
                  <a:prstClr val="black"/>
                </a:solidFill>
              </a:rPr>
              <a:t>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0F22EE-4792-0E03-A25A-E1A30A8CB726}"/>
              </a:ext>
            </a:extLst>
          </p:cNvPr>
          <p:cNvSpPr txBox="1"/>
          <p:nvPr/>
        </p:nvSpPr>
        <p:spPr>
          <a:xfrm>
            <a:off x="3771900" y="2832546"/>
            <a:ext cx="54417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Effective access to justice in Colombia faces multiple challenges.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9E7226-96BF-AEB9-1531-3BCAD1A5D7D3}"/>
              </a:ext>
            </a:extLst>
          </p:cNvPr>
          <p:cNvSpPr txBox="1"/>
          <p:nvPr/>
        </p:nvSpPr>
        <p:spPr>
          <a:xfrm>
            <a:off x="3819011" y="4075598"/>
            <a:ext cx="6342157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 example, a recent study by the Center for Studies on Law, Justice, and Society (2016) </a:t>
            </a:r>
            <a:r>
              <a:rPr lang="en-US" sz="1050" dirty="0">
                <a:highlight>
                  <a:srgbClr val="FFC000"/>
                </a:highlight>
              </a:rPr>
              <a:t>suggested that 45% of Colombians living in rural areas must travel more than 20 kilometers to reach a judicial office. In addition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the World Bank (2019), in its annual report on access to justice, highlighted that only 30% of municipalities in Colombia have extrajudicial conciliation centers, which limits access to alternative dispute resolution mechanisms.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9670AB-34FB-1731-33D3-1864A253B43D}"/>
              </a:ext>
            </a:extLst>
          </p:cNvPr>
          <p:cNvSpPr txBox="1"/>
          <p:nvPr/>
        </p:nvSpPr>
        <p:spPr>
          <a:xfrm>
            <a:off x="3848036" y="5089611"/>
            <a:ext cx="609487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Overcoming these barriers through improvements in judicial infrastructure and the implementation of alternative dispute resolution mechanisms is essential to guaranteeing access to justice, thereby laying the foundations for a more equitable and effective system.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0A60222-825B-027C-8B85-0F0E23C891D3}"/>
              </a:ext>
            </a:extLst>
          </p:cNvPr>
          <p:cNvSpPr txBox="1"/>
          <p:nvPr/>
        </p:nvSpPr>
        <p:spPr>
          <a:xfrm>
            <a:off x="3819011" y="3234817"/>
            <a:ext cx="609487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Despite advances in legislation and judicial reforms (DNP,2025), </a:t>
            </a:r>
            <a:r>
              <a:rPr lang="en-US" dirty="0">
                <a:solidFill>
                  <a:schemeClr val="tx1"/>
                </a:solidFill>
                <a:highlight>
                  <a:srgbClr val="FFC000"/>
                </a:highlight>
              </a:rPr>
              <a:t>people continue to face significant barriers when dealing with justiciable problems, both from objective and subjective instances (OCDE, 2016)</a:t>
            </a:r>
            <a:r>
              <a:rPr lang="en-US" dirty="0"/>
              <a:t>. From an objective perspective, these barriers include a lack of relevant and accessible mechanisms for conflict resolution.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9E181D-9E38-02FB-9DCF-D6D22743F2EB}"/>
              </a:ext>
            </a:extLst>
          </p:cNvPr>
          <p:cNvSpPr txBox="1"/>
          <p:nvPr/>
        </p:nvSpPr>
        <p:spPr>
          <a:xfrm>
            <a:off x="2317854" y="5899984"/>
            <a:ext cx="784331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700" noProof="0" dirty="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write paragraphs in research texts (articles, books and PhDs) | Writing for Research</a:t>
            </a:r>
            <a:endParaRPr lang="en-US" sz="700" noProof="0" dirty="0">
              <a:solidFill>
                <a:srgbClr val="00B0F0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50BDC10-BC38-1B5C-90A5-5CC3E2E01CF5}"/>
              </a:ext>
            </a:extLst>
          </p:cNvPr>
          <p:cNvCxnSpPr>
            <a:cxnSpLocks/>
          </p:cNvCxnSpPr>
          <p:nvPr/>
        </p:nvCxnSpPr>
        <p:spPr>
          <a:xfrm flipV="1">
            <a:off x="2317854" y="3156606"/>
            <a:ext cx="786384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F649AB6-55E5-6740-C69F-DE1EBD3260A6}"/>
              </a:ext>
            </a:extLst>
          </p:cNvPr>
          <p:cNvCxnSpPr>
            <a:cxnSpLocks/>
          </p:cNvCxnSpPr>
          <p:nvPr/>
        </p:nvCxnSpPr>
        <p:spPr>
          <a:xfrm flipV="1">
            <a:off x="2317854" y="4013856"/>
            <a:ext cx="786384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3F05EAD-74C0-B5DA-4962-A2118302B601}"/>
              </a:ext>
            </a:extLst>
          </p:cNvPr>
          <p:cNvCxnSpPr>
            <a:cxnSpLocks/>
          </p:cNvCxnSpPr>
          <p:nvPr/>
        </p:nvCxnSpPr>
        <p:spPr>
          <a:xfrm flipV="1">
            <a:off x="2317854" y="4997800"/>
            <a:ext cx="786384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A927501-B0DD-62E5-3044-EA2AE659D080}"/>
              </a:ext>
            </a:extLst>
          </p:cNvPr>
          <p:cNvCxnSpPr>
            <a:cxnSpLocks/>
          </p:cNvCxnSpPr>
          <p:nvPr/>
        </p:nvCxnSpPr>
        <p:spPr>
          <a:xfrm flipV="1">
            <a:off x="2317854" y="5766727"/>
            <a:ext cx="786384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278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A4547-C993-E045-D05B-B01D4E0A2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C1520-844D-0D1B-5142-61E0D4B05B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3EC56D8-D881-1381-643E-F35C06A44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33C1608-9FEF-F9F0-AC13-DD4E527E926C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DA27EE76-1322-3F15-1F40-BABB926F214A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5342955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lang="en-US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Clear and Concise Writing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6C1C86-E057-4D48-87AB-20130A7B564A}"/>
              </a:ext>
            </a:extLst>
          </p:cNvPr>
          <p:cNvSpPr txBox="1"/>
          <p:nvPr/>
        </p:nvSpPr>
        <p:spPr>
          <a:xfrm>
            <a:off x="891589" y="1879816"/>
            <a:ext cx="73033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600" dirty="0"/>
              <a:t>Each paragraph </a:t>
            </a:r>
            <a:r>
              <a:rPr lang="en-US" sz="1600" b="1" dirty="0">
                <a:highlight>
                  <a:srgbClr val="FFC000"/>
                </a:highlight>
              </a:rPr>
              <a:t>should be a single unit of thought</a:t>
            </a:r>
            <a:r>
              <a:rPr lang="en-US" sz="1600" dirty="0"/>
              <a:t>, a package of ideas made up of closely related sentences.</a:t>
            </a:r>
            <a:endParaRPr lang="en-US" sz="1400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32FD749-47C8-1679-B667-F6340E79DFEA}"/>
              </a:ext>
            </a:extLst>
          </p:cNvPr>
          <p:cNvGrpSpPr/>
          <p:nvPr/>
        </p:nvGrpSpPr>
        <p:grpSpPr>
          <a:xfrm>
            <a:off x="1829319" y="2730931"/>
            <a:ext cx="1293923" cy="461665"/>
            <a:chOff x="1217680" y="3449509"/>
            <a:chExt cx="1293923" cy="46166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75A333B-E51E-1617-E384-AE19EAF81AB9}"/>
                </a:ext>
              </a:extLst>
            </p:cNvPr>
            <p:cNvSpPr txBox="1"/>
            <p:nvPr/>
          </p:nvSpPr>
          <p:spPr>
            <a:xfrm>
              <a:off x="1613375" y="3542400"/>
              <a:ext cx="898228" cy="3024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600" b="1" noProof="0" dirty="0"/>
                <a:t>Topic</a:t>
              </a:r>
              <a:endParaRPr lang="en-US" sz="1600" b="1" noProof="0" dirty="0">
                <a:solidFill>
                  <a:schemeClr val="accent5"/>
                </a:solidFill>
                <a:latin typeface="Corbel" panose="020B0503020204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12B857F-741E-0F6E-0BD4-5B239C28F643}"/>
                </a:ext>
              </a:extLst>
            </p:cNvPr>
            <p:cNvSpPr txBox="1"/>
            <p:nvPr/>
          </p:nvSpPr>
          <p:spPr>
            <a:xfrm>
              <a:off x="1217680" y="3449509"/>
              <a:ext cx="5936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1.</a:t>
              </a:r>
              <a:endParaRPr lang="en-US" sz="24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89EC12AA-5896-C01C-5EDB-9AD07C4052DA}"/>
              </a:ext>
            </a:extLst>
          </p:cNvPr>
          <p:cNvSpPr txBox="1"/>
          <p:nvPr/>
        </p:nvSpPr>
        <p:spPr>
          <a:xfrm>
            <a:off x="900954" y="1168178"/>
            <a:ext cx="55334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600" dirty="0">
                <a:solidFill>
                  <a:prstClr val="black"/>
                </a:solidFill>
              </a:rPr>
              <a:t>The basic building blocks of any intellectual or research argument are </a:t>
            </a:r>
            <a:r>
              <a:rPr lang="en-US" sz="1600" b="1" dirty="0">
                <a:solidFill>
                  <a:prstClr val="black"/>
                </a:solidFill>
                <a:highlight>
                  <a:srgbClr val="FFC000"/>
                </a:highlight>
              </a:rPr>
              <a:t>paragraphs</a:t>
            </a:r>
            <a:r>
              <a:rPr lang="en-US" sz="1600" dirty="0">
                <a:solidFill>
                  <a:prstClr val="black"/>
                </a:solidFill>
              </a:rPr>
              <a:t>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7AE333-D52D-91F0-9B67-52F1A13E9204}"/>
              </a:ext>
            </a:extLst>
          </p:cNvPr>
          <p:cNvSpPr txBox="1"/>
          <p:nvPr/>
        </p:nvSpPr>
        <p:spPr>
          <a:xfrm>
            <a:off x="3819011" y="3234817"/>
            <a:ext cx="6094878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/>
            <a:r>
              <a:rPr lang="en-US" dirty="0">
                <a:solidFill>
                  <a:schemeClr val="tx1"/>
                </a:solidFill>
              </a:rPr>
              <a:t>The initial topic sentence alerts readers to a change in topic or focus and indicates, through signposting, what the paragraph is about.</a:t>
            </a:r>
            <a:br>
              <a:rPr lang="en-US" dirty="0"/>
            </a:br>
            <a:endParaRPr lang="en-US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It should never be linked to the material that came before (all links are made forward, in the closing sentences).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Be careful not to begin paragraphs with linking words such as “However,” “Nevertheless,” “Moreover.”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D3AC63E-E1E7-295B-776B-C16D51BA4467}"/>
              </a:ext>
            </a:extLst>
          </p:cNvPr>
          <p:cNvCxnSpPr>
            <a:cxnSpLocks/>
          </p:cNvCxnSpPr>
          <p:nvPr/>
        </p:nvCxnSpPr>
        <p:spPr>
          <a:xfrm flipV="1">
            <a:off x="2317854" y="3156606"/>
            <a:ext cx="786384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A40BACC-234A-9898-33A2-3E2CAC0D2309}"/>
              </a:ext>
            </a:extLst>
          </p:cNvPr>
          <p:cNvCxnSpPr>
            <a:cxnSpLocks/>
          </p:cNvCxnSpPr>
          <p:nvPr/>
        </p:nvCxnSpPr>
        <p:spPr>
          <a:xfrm flipV="1">
            <a:off x="2317854" y="5441145"/>
            <a:ext cx="786384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770D6B-7D62-1D99-1450-3D2469463189}"/>
              </a:ext>
            </a:extLst>
          </p:cNvPr>
          <p:cNvSpPr txBox="1"/>
          <p:nvPr/>
        </p:nvSpPr>
        <p:spPr>
          <a:xfrm>
            <a:off x="3819011" y="4458229"/>
            <a:ext cx="6094878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/>
            <a:r>
              <a:rPr lang="en-US" dirty="0">
                <a:solidFill>
                  <a:schemeClr val="tx1"/>
                </a:solidFill>
              </a:rPr>
              <a:t>Topic sentences should clearly signal a new focus of attention.</a:t>
            </a:r>
          </a:p>
          <a:p>
            <a:pPr algn="l"/>
            <a:endParaRPr lang="en-US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They should give readers a sense of a smooth and “natural” progression of thought.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 very brief indication or naming prompt, not a mini-guide or an advance summary of the entire paragraph’s argument.</a:t>
            </a:r>
          </a:p>
        </p:txBody>
      </p:sp>
    </p:spTree>
    <p:extLst>
      <p:ext uri="{BB962C8B-B14F-4D97-AF65-F5344CB8AC3E}">
        <p14:creationId xmlns:p14="http://schemas.microsoft.com/office/powerpoint/2010/main" val="19342086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1" grpId="0"/>
      <p:bldP spid="3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41A9E-3DE6-DDB9-8111-A9FE00E4B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53825-59AC-347A-B14C-5E46F0449C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98484F91-D58F-97F7-CD5E-E3C0A1B96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2D4DE9C-6DAD-967E-2330-8731A294B4EE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2734F1B9-0462-8000-1559-06A8597EE34F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5342955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lang="en-US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Clear and Concise Writing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197BDE-8F16-CB50-662A-08264C3B9AB9}"/>
              </a:ext>
            </a:extLst>
          </p:cNvPr>
          <p:cNvSpPr txBox="1"/>
          <p:nvPr/>
        </p:nvSpPr>
        <p:spPr>
          <a:xfrm>
            <a:off x="891589" y="1879816"/>
            <a:ext cx="73033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600" dirty="0"/>
              <a:t>Each paragraph </a:t>
            </a:r>
            <a:r>
              <a:rPr lang="en-US" sz="1600" b="1" dirty="0">
                <a:highlight>
                  <a:srgbClr val="FFC000"/>
                </a:highlight>
              </a:rPr>
              <a:t>should be a single unit of thought</a:t>
            </a:r>
            <a:r>
              <a:rPr lang="en-US" sz="1600" dirty="0"/>
              <a:t>, a package of ideas made up of closely related sentences.</a:t>
            </a:r>
            <a:endParaRPr lang="en-US" sz="1400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D74D814-CA16-EE8A-44A7-9D2E5F8C2D4A}"/>
              </a:ext>
            </a:extLst>
          </p:cNvPr>
          <p:cNvGrpSpPr/>
          <p:nvPr/>
        </p:nvGrpSpPr>
        <p:grpSpPr>
          <a:xfrm>
            <a:off x="1829319" y="2730931"/>
            <a:ext cx="1293923" cy="461665"/>
            <a:chOff x="1217680" y="3449509"/>
            <a:chExt cx="1293923" cy="46166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54238FF-B496-9C17-5B37-56CC00951E48}"/>
                </a:ext>
              </a:extLst>
            </p:cNvPr>
            <p:cNvSpPr txBox="1"/>
            <p:nvPr/>
          </p:nvSpPr>
          <p:spPr>
            <a:xfrm>
              <a:off x="1613375" y="3542400"/>
              <a:ext cx="898228" cy="3024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600" b="1" dirty="0"/>
                <a:t>Body</a:t>
              </a:r>
              <a:endParaRPr lang="en-US" sz="1600" b="1" noProof="0" dirty="0">
                <a:solidFill>
                  <a:schemeClr val="accent5"/>
                </a:solidFill>
                <a:latin typeface="Corbel" panose="020B0503020204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322D108-A874-CBC6-8AE1-F6023C093ECF}"/>
                </a:ext>
              </a:extLst>
            </p:cNvPr>
            <p:cNvSpPr txBox="1"/>
            <p:nvPr/>
          </p:nvSpPr>
          <p:spPr>
            <a:xfrm>
              <a:off x="1217680" y="3449509"/>
              <a:ext cx="5936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2</a:t>
              </a:r>
              <a:r>
                <a:rPr lang="en-US" sz="24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.</a:t>
              </a:r>
              <a:endParaRPr lang="en-US" sz="24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BE2D202-29B4-457E-64B4-D424917BB622}"/>
              </a:ext>
            </a:extLst>
          </p:cNvPr>
          <p:cNvSpPr txBox="1"/>
          <p:nvPr/>
        </p:nvSpPr>
        <p:spPr>
          <a:xfrm>
            <a:off x="900954" y="1168178"/>
            <a:ext cx="55334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600" dirty="0">
                <a:solidFill>
                  <a:prstClr val="black"/>
                </a:solidFill>
              </a:rPr>
              <a:t>The basic building blocks of any intellectual or research argument are </a:t>
            </a:r>
            <a:r>
              <a:rPr lang="en-US" sz="1600" b="1" dirty="0">
                <a:solidFill>
                  <a:prstClr val="black"/>
                </a:solidFill>
                <a:highlight>
                  <a:srgbClr val="FFC000"/>
                </a:highlight>
              </a:rPr>
              <a:t>paragraphs</a:t>
            </a:r>
            <a:r>
              <a:rPr lang="en-US" sz="1600" dirty="0">
                <a:solidFill>
                  <a:prstClr val="black"/>
                </a:solidFill>
              </a:rPr>
              <a:t>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C1EA8D-7868-1BC2-975A-3CC8DB73D7FA}"/>
              </a:ext>
            </a:extLst>
          </p:cNvPr>
          <p:cNvSpPr txBox="1"/>
          <p:nvPr/>
        </p:nvSpPr>
        <p:spPr>
          <a:xfrm>
            <a:off x="3819011" y="3234817"/>
            <a:ext cx="609487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/>
            <a:r>
              <a:rPr lang="en-US" dirty="0">
                <a:solidFill>
                  <a:schemeClr val="tx1"/>
                </a:solidFill>
              </a:rPr>
              <a:t>The main body sentences present the central argument of the paragraph. In research writing, they should: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Clearly explain reasoning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Describe results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Develop implications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Clarify formulas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Elaborate and explain theoretical and thematic points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B057667-8796-521C-3E6F-1E5549056447}"/>
              </a:ext>
            </a:extLst>
          </p:cNvPr>
          <p:cNvCxnSpPr>
            <a:cxnSpLocks/>
          </p:cNvCxnSpPr>
          <p:nvPr/>
        </p:nvCxnSpPr>
        <p:spPr>
          <a:xfrm flipV="1">
            <a:off x="2317854" y="3156606"/>
            <a:ext cx="786384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424E21F-2D8D-3756-34DB-8B50B0CC74A4}"/>
              </a:ext>
            </a:extLst>
          </p:cNvPr>
          <p:cNvCxnSpPr>
            <a:cxnSpLocks/>
          </p:cNvCxnSpPr>
          <p:nvPr/>
        </p:nvCxnSpPr>
        <p:spPr>
          <a:xfrm flipV="1">
            <a:off x="2317854" y="5080926"/>
            <a:ext cx="786384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A604EC8-2EEF-34FF-4158-125DA9FB11CA}"/>
              </a:ext>
            </a:extLst>
          </p:cNvPr>
          <p:cNvSpPr txBox="1"/>
          <p:nvPr/>
        </p:nvSpPr>
        <p:spPr>
          <a:xfrm>
            <a:off x="3819011" y="4698022"/>
            <a:ext cx="609487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/>
            <a:r>
              <a:rPr lang="en-US" dirty="0">
                <a:solidFill>
                  <a:schemeClr val="tx1"/>
                </a:solidFill>
              </a:rPr>
              <a:t>Body sentences constitute the main flow of the paragraph, the core of the unit of thought.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4991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1" grpId="0"/>
      <p:bldP spid="3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BD7AB-C521-D1FA-928D-4F89ED600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2D8DB-E498-D582-966B-C67A8E62A9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31962C8A-2559-7FAC-BB41-01869C526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3FAFB4B-6835-BB0F-7178-99C6607FC2B0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B0AA02DB-42FB-3A54-54DD-7617E0B6D7FF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5342955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lang="en-US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Clear and Concise Writing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A79B21-7B12-B456-509E-73B727FBE3D5}"/>
              </a:ext>
            </a:extLst>
          </p:cNvPr>
          <p:cNvSpPr txBox="1"/>
          <p:nvPr/>
        </p:nvSpPr>
        <p:spPr>
          <a:xfrm>
            <a:off x="891589" y="1879816"/>
            <a:ext cx="73033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600" dirty="0"/>
              <a:t>Each paragraph </a:t>
            </a:r>
            <a:r>
              <a:rPr lang="en-US" sz="1600" b="1" dirty="0">
                <a:highlight>
                  <a:srgbClr val="FFC000"/>
                </a:highlight>
              </a:rPr>
              <a:t>should be a single unit of thought</a:t>
            </a:r>
            <a:r>
              <a:rPr lang="en-US" sz="1600" dirty="0"/>
              <a:t>, a package of ideas made up of closely related sentences.</a:t>
            </a:r>
            <a:endParaRPr lang="en-US" sz="1400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21D8590-FF9E-5AFA-EE73-A3EC88957EF3}"/>
              </a:ext>
            </a:extLst>
          </p:cNvPr>
          <p:cNvGrpSpPr/>
          <p:nvPr/>
        </p:nvGrpSpPr>
        <p:grpSpPr>
          <a:xfrm>
            <a:off x="1829319" y="2730931"/>
            <a:ext cx="1786717" cy="461665"/>
            <a:chOff x="1217680" y="3449509"/>
            <a:chExt cx="1786717" cy="46166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BA942A5-1B47-9C83-26D7-FEE9C83F5F86}"/>
                </a:ext>
              </a:extLst>
            </p:cNvPr>
            <p:cNvSpPr txBox="1"/>
            <p:nvPr/>
          </p:nvSpPr>
          <p:spPr>
            <a:xfrm>
              <a:off x="1613375" y="3542400"/>
              <a:ext cx="1391022" cy="3024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600" b="1" dirty="0"/>
                <a:t>Evidence</a:t>
              </a:r>
              <a:endParaRPr lang="en-US" sz="1600" b="1" noProof="0" dirty="0">
                <a:solidFill>
                  <a:schemeClr val="accent5"/>
                </a:solidFill>
                <a:latin typeface="Corbel" panose="020B0503020204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3A89522-3DDC-BE9C-24FD-415EB32F9F38}"/>
                </a:ext>
              </a:extLst>
            </p:cNvPr>
            <p:cNvSpPr txBox="1"/>
            <p:nvPr/>
          </p:nvSpPr>
          <p:spPr>
            <a:xfrm>
              <a:off x="1217680" y="3449509"/>
              <a:ext cx="5936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3.</a:t>
              </a:r>
              <a:endParaRPr lang="en-US" sz="24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DBFE395-FB70-B1C4-923E-034D51F89972}"/>
              </a:ext>
            </a:extLst>
          </p:cNvPr>
          <p:cNvSpPr txBox="1"/>
          <p:nvPr/>
        </p:nvSpPr>
        <p:spPr>
          <a:xfrm>
            <a:off x="900954" y="1168178"/>
            <a:ext cx="55334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600" dirty="0">
                <a:solidFill>
                  <a:prstClr val="black"/>
                </a:solidFill>
              </a:rPr>
              <a:t>The basic building blocks of any intellectual or research argument are </a:t>
            </a:r>
            <a:r>
              <a:rPr lang="en-US" sz="1600" b="1" dirty="0">
                <a:solidFill>
                  <a:prstClr val="black"/>
                </a:solidFill>
                <a:highlight>
                  <a:srgbClr val="FFC000"/>
                </a:highlight>
              </a:rPr>
              <a:t>paragraphs</a:t>
            </a:r>
            <a:r>
              <a:rPr lang="en-US" sz="1600" dirty="0">
                <a:solidFill>
                  <a:prstClr val="black"/>
                </a:solidFill>
              </a:rPr>
              <a:t>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1DB880-23D3-918D-A9C7-16F8645B37EB}"/>
              </a:ext>
            </a:extLst>
          </p:cNvPr>
          <p:cNvSpPr txBox="1"/>
          <p:nvPr/>
        </p:nvSpPr>
        <p:spPr>
          <a:xfrm>
            <a:off x="3819011" y="3234817"/>
            <a:ext cx="6094878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/>
            <a:r>
              <a:rPr lang="en-US" dirty="0">
                <a:solidFill>
                  <a:schemeClr val="tx1"/>
                </a:solidFill>
              </a:rPr>
              <a:t>Evidence sentences may be distributed throughout a paragraph, interspersed among body sentences at points where they are most necessary or useful. Evidence includes: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Examples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References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Citations from other authors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Supporting facts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Exhibits, tables, graphs, or diagrams.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C6198E1-F598-6D77-9E24-60494E5B90B0}"/>
              </a:ext>
            </a:extLst>
          </p:cNvPr>
          <p:cNvCxnSpPr>
            <a:cxnSpLocks/>
          </p:cNvCxnSpPr>
          <p:nvPr/>
        </p:nvCxnSpPr>
        <p:spPr>
          <a:xfrm flipV="1">
            <a:off x="2317854" y="3156606"/>
            <a:ext cx="786384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C9DAD1F-CFDF-F8DE-9409-C12ABACB2768}"/>
              </a:ext>
            </a:extLst>
          </p:cNvPr>
          <p:cNvCxnSpPr>
            <a:cxnSpLocks/>
          </p:cNvCxnSpPr>
          <p:nvPr/>
        </p:nvCxnSpPr>
        <p:spPr>
          <a:xfrm flipV="1">
            <a:off x="2317854" y="5621252"/>
            <a:ext cx="786384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D5DBD53-2268-1922-78AB-D9663D8651F2}"/>
              </a:ext>
            </a:extLst>
          </p:cNvPr>
          <p:cNvSpPr txBox="1"/>
          <p:nvPr/>
        </p:nvSpPr>
        <p:spPr>
          <a:xfrm>
            <a:off x="3819011" y="4589617"/>
            <a:ext cx="6094878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/>
            <a:r>
              <a:rPr lang="en-US" b="1" dirty="0">
                <a:solidFill>
                  <a:schemeClr val="tx1"/>
                </a:solidFill>
                <a:highlight>
                  <a:srgbClr val="FFC000"/>
                </a:highlight>
              </a:rPr>
              <a:t>Evidence sentences are inherently digressive</a:t>
            </a:r>
            <a:r>
              <a:rPr lang="en-US" dirty="0">
                <a:solidFill>
                  <a:schemeClr val="tx1"/>
                </a:solidFill>
              </a:rPr>
              <a:t>: they have the potential to interrupt the main flow of the paragraph.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Therefore, they require careful management, especially when two or more evidence sentences appear consecutively without intervening body sentences.</a:t>
            </a:r>
          </a:p>
        </p:txBody>
      </p:sp>
    </p:spTree>
    <p:extLst>
      <p:ext uri="{BB962C8B-B14F-4D97-AF65-F5344CB8AC3E}">
        <p14:creationId xmlns:p14="http://schemas.microsoft.com/office/powerpoint/2010/main" val="3742978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1" grpId="0"/>
      <p:bldP spid="3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3EA12-EEBC-903A-378F-B54CA991B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0A1FA-0F0C-09D1-624A-78CF1167C2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B832470B-46CC-C861-08AC-C0E60BA2F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4A916FC-72D9-572F-D2C8-E62898C08903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B0B1C2DD-5C1B-6253-22B5-97A5C4A6A15D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5342955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lang="en-US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Clear and Concise Writing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9D3DE0-A6A3-C47A-DCF3-77528FE61AA1}"/>
              </a:ext>
            </a:extLst>
          </p:cNvPr>
          <p:cNvSpPr txBox="1"/>
          <p:nvPr/>
        </p:nvSpPr>
        <p:spPr>
          <a:xfrm>
            <a:off x="891589" y="1879816"/>
            <a:ext cx="73033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600" dirty="0"/>
              <a:t>Each paragraph </a:t>
            </a:r>
            <a:r>
              <a:rPr lang="en-US" sz="1600" b="1" dirty="0">
                <a:highlight>
                  <a:srgbClr val="FFC000"/>
                </a:highlight>
              </a:rPr>
              <a:t>should be a single unit of thought</a:t>
            </a:r>
            <a:r>
              <a:rPr lang="en-US" sz="1600" dirty="0"/>
              <a:t>, a package of ideas made up of closely related sentences.</a:t>
            </a:r>
            <a:endParaRPr lang="en-US" sz="1400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A982014-8A3F-FE8A-4F9C-FCEDD7A5A28C}"/>
              </a:ext>
            </a:extLst>
          </p:cNvPr>
          <p:cNvGrpSpPr/>
          <p:nvPr/>
        </p:nvGrpSpPr>
        <p:grpSpPr>
          <a:xfrm>
            <a:off x="1829319" y="2730931"/>
            <a:ext cx="1786717" cy="461665"/>
            <a:chOff x="1217680" y="3449509"/>
            <a:chExt cx="1786717" cy="46166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2885ECC-BF8E-3FEF-2C35-7ADDFD806E92}"/>
                </a:ext>
              </a:extLst>
            </p:cNvPr>
            <p:cNvSpPr txBox="1"/>
            <p:nvPr/>
          </p:nvSpPr>
          <p:spPr>
            <a:xfrm>
              <a:off x="1613375" y="3542400"/>
              <a:ext cx="1391022" cy="3024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600" b="1" dirty="0"/>
                <a:t>Closing</a:t>
              </a:r>
              <a:endParaRPr lang="en-US" sz="1600" b="1" noProof="0" dirty="0">
                <a:solidFill>
                  <a:schemeClr val="accent5"/>
                </a:solidFill>
                <a:latin typeface="Corbel" panose="020B0503020204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6E2237E-A7A9-3B75-955E-987B3143068D}"/>
                </a:ext>
              </a:extLst>
            </p:cNvPr>
            <p:cNvSpPr txBox="1"/>
            <p:nvPr/>
          </p:nvSpPr>
          <p:spPr>
            <a:xfrm>
              <a:off x="1217680" y="3449509"/>
              <a:ext cx="5936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4</a:t>
              </a:r>
              <a:r>
                <a:rPr lang="en-US" sz="24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.</a:t>
              </a:r>
              <a:endParaRPr lang="en-US" sz="24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5AC0F242-9840-8C9E-93D9-5678653FA99A}"/>
              </a:ext>
            </a:extLst>
          </p:cNvPr>
          <p:cNvSpPr txBox="1"/>
          <p:nvPr/>
        </p:nvSpPr>
        <p:spPr>
          <a:xfrm>
            <a:off x="900954" y="1168178"/>
            <a:ext cx="55334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600" dirty="0">
                <a:solidFill>
                  <a:prstClr val="black"/>
                </a:solidFill>
              </a:rPr>
              <a:t>The basic building blocks of any intellectual or research argument are </a:t>
            </a:r>
            <a:r>
              <a:rPr lang="en-US" sz="1600" b="1" dirty="0">
                <a:solidFill>
                  <a:prstClr val="black"/>
                </a:solidFill>
                <a:highlight>
                  <a:srgbClr val="FFC000"/>
                </a:highlight>
              </a:rPr>
              <a:t>paragraphs</a:t>
            </a:r>
            <a:r>
              <a:rPr lang="en-US" sz="1600" dirty="0">
                <a:solidFill>
                  <a:prstClr val="black"/>
                </a:solidFill>
              </a:rPr>
              <a:t>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11D4F2-A96B-C2CC-151A-8B6FBCF3CB51}"/>
              </a:ext>
            </a:extLst>
          </p:cNvPr>
          <p:cNvSpPr txBox="1"/>
          <p:nvPr/>
        </p:nvSpPr>
        <p:spPr>
          <a:xfrm>
            <a:off x="3819011" y="3234817"/>
            <a:ext cx="609487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/>
            <a:r>
              <a:rPr lang="en-US" dirty="0">
                <a:solidFill>
                  <a:schemeClr val="tx1"/>
                </a:solidFill>
              </a:rPr>
              <a:t>The closing sentence serves to:</a:t>
            </a:r>
          </a:p>
          <a:p>
            <a:pPr algn="l"/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Pull the paragraph’s argument together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Make clear to readers that a building block has been established.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81250FA-F8E6-0382-2241-9C55F6D57BF6}"/>
              </a:ext>
            </a:extLst>
          </p:cNvPr>
          <p:cNvCxnSpPr>
            <a:cxnSpLocks/>
          </p:cNvCxnSpPr>
          <p:nvPr/>
        </p:nvCxnSpPr>
        <p:spPr>
          <a:xfrm flipV="1">
            <a:off x="2317854" y="3156606"/>
            <a:ext cx="786384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E13918E-AEAB-96EE-FD18-99C17610433C}"/>
              </a:ext>
            </a:extLst>
          </p:cNvPr>
          <p:cNvCxnSpPr>
            <a:cxnSpLocks/>
          </p:cNvCxnSpPr>
          <p:nvPr/>
        </p:nvCxnSpPr>
        <p:spPr>
          <a:xfrm flipV="1">
            <a:off x="2317854" y="5406506"/>
            <a:ext cx="786384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2F3D328-9EC7-859E-EA90-29A6C68089B3}"/>
              </a:ext>
            </a:extLst>
          </p:cNvPr>
          <p:cNvSpPr txBox="1"/>
          <p:nvPr/>
        </p:nvSpPr>
        <p:spPr>
          <a:xfrm>
            <a:off x="3819011" y="4131495"/>
            <a:ext cx="6094878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/>
            <a:r>
              <a:rPr lang="en-US" dirty="0">
                <a:solidFill>
                  <a:schemeClr val="tx1"/>
                </a:solidFill>
              </a:rPr>
              <a:t>It should be: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Constructive and substantive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Add value to the argument, rather than simply repeat earlier material.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algn="l"/>
            <a:r>
              <a:rPr lang="en-US" b="1" dirty="0">
                <a:solidFill>
                  <a:schemeClr val="tx1"/>
                </a:solidFill>
                <a:highlight>
                  <a:srgbClr val="FFC000"/>
                </a:highlight>
              </a:rPr>
              <a:t>The closing sentence should also manage any necessary transition to the next paragraph.</a:t>
            </a:r>
          </a:p>
        </p:txBody>
      </p:sp>
    </p:spTree>
    <p:extLst>
      <p:ext uri="{BB962C8B-B14F-4D97-AF65-F5344CB8AC3E}">
        <p14:creationId xmlns:p14="http://schemas.microsoft.com/office/powerpoint/2010/main" val="20322513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1" grpId="0"/>
      <p:bldP spid="35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1D071-D4FE-DB1B-3E0D-B3A7CCBF2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6BDDE-DD06-D835-DA49-1B5A8DAFC4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E3DB3E4-7D90-F3EF-6F6D-93421B560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360DB56-29B8-7711-6943-5251F1091C11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28D5CC2D-2815-C4CC-D27F-FB17BB459F48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5342955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lang="en-US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Clear and Concise Writing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3403981-3FDB-DC25-EAB9-C34E98A46B98}"/>
              </a:ext>
            </a:extLst>
          </p:cNvPr>
          <p:cNvGrpSpPr/>
          <p:nvPr/>
        </p:nvGrpSpPr>
        <p:grpSpPr>
          <a:xfrm>
            <a:off x="5378674" y="3177670"/>
            <a:ext cx="1563655" cy="854187"/>
            <a:chOff x="744471" y="3487085"/>
            <a:chExt cx="1804306" cy="974780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E07B54F-91C5-DEA7-2DD8-3BB371654968}"/>
                </a:ext>
              </a:extLst>
            </p:cNvPr>
            <p:cNvSpPr txBox="1"/>
            <p:nvPr/>
          </p:nvSpPr>
          <p:spPr>
            <a:xfrm>
              <a:off x="744471" y="3888193"/>
              <a:ext cx="1804306" cy="573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b="1" noProof="0" dirty="0"/>
                <a:t>Common Errors in Paragraph Writing </a:t>
              </a:r>
              <a:endParaRPr lang="en-US" sz="1100" b="1" noProof="0" dirty="0">
                <a:solidFill>
                  <a:schemeClr val="accent5"/>
                </a:solidFill>
                <a:latin typeface="Corbel" panose="020B0503020204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1406838-E604-E438-8192-72AF983CE8E6}"/>
                </a:ext>
              </a:extLst>
            </p:cNvPr>
            <p:cNvSpPr txBox="1"/>
            <p:nvPr/>
          </p:nvSpPr>
          <p:spPr>
            <a:xfrm>
              <a:off x="1476673" y="3487085"/>
              <a:ext cx="419057" cy="4565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🙅🏻‍♂️</a:t>
              </a:r>
              <a:endParaRPr lang="en-US" sz="24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91A3C58B-F438-7192-2972-F9BE0E30B6B6}"/>
              </a:ext>
            </a:extLst>
          </p:cNvPr>
          <p:cNvSpPr/>
          <p:nvPr/>
        </p:nvSpPr>
        <p:spPr>
          <a:xfrm rot="17996010">
            <a:off x="5163189" y="1089324"/>
            <a:ext cx="1624239" cy="1782427"/>
          </a:xfrm>
          <a:custGeom>
            <a:avLst/>
            <a:gdLst/>
            <a:ahLst/>
            <a:cxnLst/>
            <a:rect l="l" t="t" r="r" b="b"/>
            <a:pathLst>
              <a:path w="2341023" h="2597668">
                <a:moveTo>
                  <a:pt x="1965941" y="1292843"/>
                </a:moveTo>
                <a:cubicBezTo>
                  <a:pt x="2168857" y="1656345"/>
                  <a:pt x="2288499" y="2043765"/>
                  <a:pt x="2331102" y="2433107"/>
                </a:cubicBezTo>
                <a:lnTo>
                  <a:pt x="2341023" y="2597668"/>
                </a:lnTo>
                <a:lnTo>
                  <a:pt x="832144" y="2597668"/>
                </a:lnTo>
                <a:lnTo>
                  <a:pt x="808917" y="2452148"/>
                </a:lnTo>
                <a:cubicBezTo>
                  <a:pt x="778350" y="2307022"/>
                  <a:pt x="725677" y="2163981"/>
                  <a:pt x="649584" y="2027668"/>
                </a:cubicBezTo>
                <a:cubicBezTo>
                  <a:pt x="497396" y="1755041"/>
                  <a:pt x="273137" y="1548036"/>
                  <a:pt x="13923" y="1417175"/>
                </a:cubicBezTo>
                <a:lnTo>
                  <a:pt x="0" y="1410965"/>
                </a:lnTo>
                <a:lnTo>
                  <a:pt x="533524" y="0"/>
                </a:lnTo>
                <a:lnTo>
                  <a:pt x="694620" y="71859"/>
                </a:lnTo>
                <a:cubicBezTo>
                  <a:pt x="1213048" y="333579"/>
                  <a:pt x="1661567" y="747590"/>
                  <a:pt x="1965941" y="1292843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CE46EEC7-6DCD-5F26-5082-5E649B92DF8C}"/>
              </a:ext>
            </a:extLst>
          </p:cNvPr>
          <p:cNvSpPr/>
          <p:nvPr/>
        </p:nvSpPr>
        <p:spPr>
          <a:xfrm rot="17996010">
            <a:off x="6908208" y="1996024"/>
            <a:ext cx="1472419" cy="1728043"/>
          </a:xfrm>
          <a:custGeom>
            <a:avLst/>
            <a:gdLst/>
            <a:ahLst/>
            <a:cxnLst/>
            <a:rect l="l" t="t" r="r" b="b"/>
            <a:pathLst>
              <a:path w="2122204" h="2518410">
                <a:moveTo>
                  <a:pt x="2122204" y="0"/>
                </a:moveTo>
                <a:lnTo>
                  <a:pt x="2113545" y="235266"/>
                </a:lnTo>
                <a:cubicBezTo>
                  <a:pt x="2039574" y="1103238"/>
                  <a:pt x="1591383" y="1925265"/>
                  <a:pt x="840001" y="2450806"/>
                </a:cubicBezTo>
                <a:lnTo>
                  <a:pt x="737940" y="2518410"/>
                </a:lnTo>
                <a:lnTo>
                  <a:pt x="0" y="1196470"/>
                </a:lnTo>
                <a:lnTo>
                  <a:pt x="93949" y="1123468"/>
                </a:lnTo>
                <a:cubicBezTo>
                  <a:pt x="397562" y="861986"/>
                  <a:pt x="578278" y="494372"/>
                  <a:pt x="611154" y="108606"/>
                </a:cubicBezTo>
                <a:lnTo>
                  <a:pt x="615151" y="1"/>
                </a:lnTo>
                <a:lnTo>
                  <a:pt x="2122204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AFF28CC-7767-9DD9-166E-D5D77F9E09D0}"/>
              </a:ext>
            </a:extLst>
          </p:cNvPr>
          <p:cNvSpPr/>
          <p:nvPr/>
        </p:nvSpPr>
        <p:spPr>
          <a:xfrm rot="17996010">
            <a:off x="4048053" y="2354949"/>
            <a:ext cx="1619808" cy="1111332"/>
          </a:xfrm>
          <a:custGeom>
            <a:avLst/>
            <a:gdLst/>
            <a:ahLst/>
            <a:cxnLst/>
            <a:rect l="l" t="t" r="r" b="b"/>
            <a:pathLst>
              <a:path w="2334636" h="1619629">
                <a:moveTo>
                  <a:pt x="2334636" y="184796"/>
                </a:moveTo>
                <a:lnTo>
                  <a:pt x="1801660" y="1594311"/>
                </a:lnTo>
                <a:lnTo>
                  <a:pt x="1715199" y="1565277"/>
                </a:lnTo>
                <a:cubicBezTo>
                  <a:pt x="1436805" y="1486349"/>
                  <a:pt x="1135830" y="1487074"/>
                  <a:pt x="849388" y="1577974"/>
                </a:cubicBezTo>
                <a:lnTo>
                  <a:pt x="737941" y="1619629"/>
                </a:lnTo>
                <a:lnTo>
                  <a:pt x="0" y="297688"/>
                </a:lnTo>
                <a:lnTo>
                  <a:pt x="111110" y="246294"/>
                </a:lnTo>
                <a:cubicBezTo>
                  <a:pt x="765762" y="-36626"/>
                  <a:pt x="1476820" y="-69293"/>
                  <a:pt x="2126405" y="114872"/>
                </a:cubicBezTo>
                <a:lnTo>
                  <a:pt x="2334636" y="184796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FEC262C-26ED-A64A-0D12-FC541BD75D62}"/>
              </a:ext>
            </a:extLst>
          </p:cNvPr>
          <p:cNvSpPr/>
          <p:nvPr/>
        </p:nvSpPr>
        <p:spPr>
          <a:xfrm rot="17996010">
            <a:off x="3954138" y="3384713"/>
            <a:ext cx="1579270" cy="1694445"/>
          </a:xfrm>
          <a:custGeom>
            <a:avLst/>
            <a:gdLst/>
            <a:ahLst/>
            <a:cxnLst/>
            <a:rect l="l" t="t" r="r" b="b"/>
            <a:pathLst>
              <a:path w="2276209" h="2469444">
                <a:moveTo>
                  <a:pt x="1541343" y="0"/>
                </a:moveTo>
                <a:lnTo>
                  <a:pt x="2276209" y="1316432"/>
                </a:lnTo>
                <a:lnTo>
                  <a:pt x="2273217" y="1317909"/>
                </a:lnTo>
                <a:cubicBezTo>
                  <a:pt x="1864277" y="1546190"/>
                  <a:pt x="1602985" y="1936633"/>
                  <a:pt x="1524859" y="2363967"/>
                </a:cubicBezTo>
                <a:lnTo>
                  <a:pt x="1510753" y="2469444"/>
                </a:lnTo>
                <a:lnTo>
                  <a:pt x="0" y="2469444"/>
                </a:lnTo>
                <a:lnTo>
                  <a:pt x="3257" y="2380946"/>
                </a:lnTo>
                <a:cubicBezTo>
                  <a:pt x="85447" y="1416532"/>
                  <a:pt x="629637" y="508841"/>
                  <a:pt x="1538393" y="1551"/>
                </a:cubicBezTo>
                <a:lnTo>
                  <a:pt x="1541343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600" b="1" noProof="0" dirty="0">
              <a:solidFill>
                <a:schemeClr val="bg1"/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6CE69E56-8F16-C746-59C6-CE23C9EA302A}"/>
              </a:ext>
            </a:extLst>
          </p:cNvPr>
          <p:cNvSpPr/>
          <p:nvPr/>
        </p:nvSpPr>
        <p:spPr>
          <a:xfrm rot="17996010">
            <a:off x="6764296" y="3593932"/>
            <a:ext cx="1665358" cy="1167230"/>
          </a:xfrm>
          <a:custGeom>
            <a:avLst/>
            <a:gdLst/>
            <a:ahLst/>
            <a:cxnLst/>
            <a:rect l="l" t="t" r="r" b="b"/>
            <a:pathLst>
              <a:path w="2400288" h="1701093">
                <a:moveTo>
                  <a:pt x="1665424" y="0"/>
                </a:moveTo>
                <a:lnTo>
                  <a:pt x="2400288" y="1316430"/>
                </a:lnTo>
                <a:lnTo>
                  <a:pt x="2397420" y="1318128"/>
                </a:lnTo>
                <a:cubicBezTo>
                  <a:pt x="1670415" y="1723960"/>
                  <a:pt x="847740" y="1796695"/>
                  <a:pt x="105358" y="1586221"/>
                </a:cubicBezTo>
                <a:lnTo>
                  <a:pt x="0" y="1550842"/>
                </a:lnTo>
                <a:lnTo>
                  <a:pt x="533565" y="139772"/>
                </a:lnTo>
                <a:lnTo>
                  <a:pt x="657471" y="168595"/>
                </a:lnTo>
                <a:cubicBezTo>
                  <a:pt x="989843" y="229360"/>
                  <a:pt x="1344532" y="179323"/>
                  <a:pt x="1662596" y="1771"/>
                </a:cubicBezTo>
                <a:lnTo>
                  <a:pt x="1665424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0CFA132C-23DB-A5FF-EBDC-D9583389F262}"/>
              </a:ext>
            </a:extLst>
          </p:cNvPr>
          <p:cNvSpPr/>
          <p:nvPr/>
        </p:nvSpPr>
        <p:spPr>
          <a:xfrm rot="17996010">
            <a:off x="5593365" y="4201314"/>
            <a:ext cx="1698399" cy="1913497"/>
          </a:xfrm>
          <a:custGeom>
            <a:avLst/>
            <a:gdLst/>
            <a:ahLst/>
            <a:cxnLst/>
            <a:rect l="l" t="t" r="r" b="b"/>
            <a:pathLst>
              <a:path w="2447910" h="2788686">
                <a:moveTo>
                  <a:pt x="2447910" y="1377722"/>
                </a:moveTo>
                <a:lnTo>
                  <a:pt x="1914387" y="2788686"/>
                </a:lnTo>
                <a:lnTo>
                  <a:pt x="1654088" y="2672576"/>
                </a:lnTo>
                <a:cubicBezTo>
                  <a:pt x="1135659" y="2410855"/>
                  <a:pt x="687141" y="1996845"/>
                  <a:pt x="382767" y="1451592"/>
                </a:cubicBezTo>
                <a:cubicBezTo>
                  <a:pt x="129122" y="997214"/>
                  <a:pt x="5593" y="505465"/>
                  <a:pt x="0" y="19304"/>
                </a:cubicBezTo>
                <a:lnTo>
                  <a:pt x="711" y="0"/>
                </a:lnTo>
                <a:lnTo>
                  <a:pt x="1507765" y="0"/>
                </a:lnTo>
                <a:lnTo>
                  <a:pt x="1507742" y="625"/>
                </a:lnTo>
                <a:cubicBezTo>
                  <a:pt x="1510538" y="243705"/>
                  <a:pt x="1572303" y="489580"/>
                  <a:pt x="1699125" y="716769"/>
                </a:cubicBezTo>
                <a:cubicBezTo>
                  <a:pt x="1851312" y="989395"/>
                  <a:pt x="2075572" y="1196401"/>
                  <a:pt x="2334786" y="1327261"/>
                </a:cubicBezTo>
                <a:lnTo>
                  <a:pt x="2447910" y="1377722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70A1139-FC60-1126-268A-BDE8753AFBFA}"/>
              </a:ext>
            </a:extLst>
          </p:cNvPr>
          <p:cNvSpPr txBox="1"/>
          <p:nvPr/>
        </p:nvSpPr>
        <p:spPr>
          <a:xfrm rot="21444275">
            <a:off x="5363053" y="2152610"/>
            <a:ext cx="1575294" cy="558676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0889563"/>
              </a:avLst>
            </a:prstTxWarp>
            <a:spAutoFit/>
          </a:bodyPr>
          <a:lstStyle/>
          <a:p>
            <a:pPr lvl="0" algn="ctr">
              <a:defRPr/>
            </a:pPr>
            <a:r>
              <a:rPr lang="en-US" sz="1100" b="1" dirty="0">
                <a:solidFill>
                  <a:schemeClr val="bg1"/>
                </a:solidFill>
              </a:rPr>
              <a:t>Starting with a </a:t>
            </a:r>
          </a:p>
          <a:p>
            <a:pPr lvl="0" algn="ctr">
              <a:defRPr/>
            </a:pPr>
            <a:r>
              <a:rPr lang="en-US" sz="1100" b="1" dirty="0">
                <a:solidFill>
                  <a:schemeClr val="bg1"/>
                </a:solidFill>
              </a:rPr>
              <a:t>backward-looking </a:t>
            </a:r>
          </a:p>
          <a:p>
            <a:pPr lvl="0" algn="ctr">
              <a:defRPr/>
            </a:pPr>
            <a:r>
              <a:rPr lang="en-US" sz="1100" b="1" dirty="0">
                <a:solidFill>
                  <a:schemeClr val="bg1"/>
                </a:solidFill>
              </a:rPr>
              <a:t>link to the previous </a:t>
            </a:r>
          </a:p>
          <a:p>
            <a:pPr lvl="0" algn="ctr">
              <a:defRPr/>
            </a:pPr>
            <a:r>
              <a:rPr lang="en-US" sz="1100" b="1" dirty="0">
                <a:solidFill>
                  <a:schemeClr val="bg1"/>
                </a:solidFill>
              </a:rPr>
              <a:t>paragraph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ADFF7CF-AE99-1CDA-E6DD-D0784D84AD62}"/>
              </a:ext>
            </a:extLst>
          </p:cNvPr>
          <p:cNvSpPr txBox="1"/>
          <p:nvPr/>
        </p:nvSpPr>
        <p:spPr>
          <a:xfrm rot="3558805">
            <a:off x="6382089" y="2716797"/>
            <a:ext cx="1592860" cy="552515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0889563"/>
              </a:avLst>
            </a:prstTxWarp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</a:rPr>
              <a:t>Beginning with a 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</a:rPr>
              <a:t>“clarifying” 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</a:rPr>
              <a:t>sentence</a:t>
            </a:r>
            <a:endParaRPr lang="en-US" sz="1200" b="1" noProof="0" dirty="0">
              <a:solidFill>
                <a:schemeClr val="bg1"/>
              </a:solidFill>
              <a:effectLst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BBE154C-0542-2C56-7F4D-1FBE3DA5AA31}"/>
              </a:ext>
            </a:extLst>
          </p:cNvPr>
          <p:cNvSpPr txBox="1"/>
          <p:nvPr/>
        </p:nvSpPr>
        <p:spPr>
          <a:xfrm rot="6656398">
            <a:off x="6566762" y="3820287"/>
            <a:ext cx="1592860" cy="552515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0889563"/>
              </a:avLst>
            </a:prstTxWarp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</a:rPr>
              <a:t>Starting with</a:t>
            </a:r>
            <a:b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</a:rPr>
            </a:b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</a:rPr>
              <a:t>quotations and/or</a:t>
            </a:r>
            <a:b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</a:rPr>
            </a:b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</a:rPr>
              <a:t> references</a:t>
            </a:r>
            <a:endParaRPr lang="en-US" sz="1200" b="1" kern="1200" noProof="0" dirty="0">
              <a:solidFill>
                <a:schemeClr val="bg1"/>
              </a:solidFill>
              <a:effectLst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1BA5FB-506B-8ACB-D3FE-65F394B51915}"/>
              </a:ext>
            </a:extLst>
          </p:cNvPr>
          <p:cNvSpPr txBox="1"/>
          <p:nvPr/>
        </p:nvSpPr>
        <p:spPr>
          <a:xfrm rot="17496273">
            <a:off x="4243511" y="2684951"/>
            <a:ext cx="1592860" cy="552515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0889563"/>
              </a:avLst>
            </a:prstTxWarp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</a:rPr>
              <a:t>Abrupt breaks</a:t>
            </a:r>
            <a:b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</a:rPr>
            </a:b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</a:rPr>
              <a:t> caused by length</a:t>
            </a:r>
            <a:endParaRPr lang="en-US" sz="1200" b="1" kern="1200" noProof="0" dirty="0">
              <a:solidFill>
                <a:schemeClr val="bg1"/>
              </a:solidFill>
              <a:effectLst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2B57BF6-F8B4-1D92-0130-76FC3BA6136A}"/>
              </a:ext>
            </a:extLst>
          </p:cNvPr>
          <p:cNvSpPr txBox="1"/>
          <p:nvPr/>
        </p:nvSpPr>
        <p:spPr>
          <a:xfrm rot="14430657">
            <a:off x="4337054" y="3870245"/>
            <a:ext cx="1592860" cy="552515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0889563"/>
              </a:avLst>
            </a:prstTxWarp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</a:rPr>
              <a:t>Overly</a:t>
            </a:r>
            <a:b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</a:rPr>
            </a:b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</a:rPr>
              <a:t> long paragraphs</a:t>
            </a:r>
            <a:endParaRPr lang="en-US" sz="1200" b="1" kern="1200" noProof="0" dirty="0">
              <a:solidFill>
                <a:schemeClr val="bg1"/>
              </a:solidFill>
              <a:effectLst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5A194AB-957B-7588-ED04-5BA636C73682}"/>
              </a:ext>
            </a:extLst>
          </p:cNvPr>
          <p:cNvSpPr txBox="1"/>
          <p:nvPr/>
        </p:nvSpPr>
        <p:spPr>
          <a:xfrm rot="10644275">
            <a:off x="5518914" y="4479736"/>
            <a:ext cx="1575294" cy="558676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0889563"/>
              </a:avLst>
            </a:prstTxWarp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</a:rPr>
              <a:t>Overly short 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</a:rPr>
              <a:t>paragraphs</a:t>
            </a:r>
            <a:endParaRPr lang="en-US" sz="1200" b="1" kern="1200" noProof="0" dirty="0">
              <a:solidFill>
                <a:schemeClr val="bg1"/>
              </a:solidFill>
              <a:effectLst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AE1E11E-8E5F-1C93-FEC8-590269257473}"/>
              </a:ext>
            </a:extLst>
          </p:cNvPr>
          <p:cNvSpPr txBox="1"/>
          <p:nvPr/>
        </p:nvSpPr>
        <p:spPr>
          <a:xfrm>
            <a:off x="978373" y="1401689"/>
            <a:ext cx="31497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050" b="1" dirty="0">
                <a:solidFill>
                  <a:srgbClr val="FF0000"/>
                </a:solidFill>
              </a:rPr>
              <a:t>Starting with a backward-looking link to the previous paragraph</a:t>
            </a:r>
          </a:p>
          <a:p>
            <a:pPr lvl="0">
              <a:defRPr/>
            </a:pPr>
            <a:r>
              <a:rPr lang="en-US" sz="900" dirty="0"/>
              <a:t>Readers may conclude that this is simply “more of the same” and move on to the next paragraph. </a:t>
            </a:r>
            <a:r>
              <a:rPr lang="en-US" sz="900" b="1" dirty="0"/>
              <a:t>Even those who persist may become confused: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What is the paragraph about?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Is it the first sentence?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Or is the real point the now “submerged” topic sentence that appears second?</a:t>
            </a:r>
            <a:endParaRPr kumimoji="0" lang="en-US" sz="90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ptos" panose="020B0004020202020204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6117440-739A-42CB-A8EB-AE01CCA58CA8}"/>
              </a:ext>
            </a:extLst>
          </p:cNvPr>
          <p:cNvSpPr txBox="1"/>
          <p:nvPr/>
        </p:nvSpPr>
        <p:spPr>
          <a:xfrm>
            <a:off x="8541515" y="1416538"/>
            <a:ext cx="3122652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050" b="1" dirty="0">
                <a:solidFill>
                  <a:srgbClr val="FF0000"/>
                </a:solidFill>
              </a:rPr>
              <a:t>Beginning with a “clarifying” </a:t>
            </a:r>
            <a:r>
              <a:rPr lang="en-US" sz="1050" b="1" dirty="0" err="1">
                <a:solidFill>
                  <a:srgbClr val="FF0000"/>
                </a:solidFill>
              </a:rPr>
              <a:t>sentenceor</a:t>
            </a:r>
            <a:r>
              <a:rPr lang="en-US" sz="1050" b="1" dirty="0">
                <a:solidFill>
                  <a:srgbClr val="FF0000"/>
                </a:solidFill>
              </a:rPr>
              <a:t> some other formal or insubstantial statement.</a:t>
            </a:r>
          </a:p>
          <a:p>
            <a:pPr lvl="0">
              <a:defRPr/>
            </a:pPr>
            <a:r>
              <a:rPr lang="en-US" sz="900" dirty="0"/>
              <a:t>Examples include opening by discussing: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a caveat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a definition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a difficulty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a methodological issue that belongs to the background of the argument rather than its core.</a:t>
            </a:r>
          </a:p>
          <a:p>
            <a:pPr lvl="0">
              <a:defRPr/>
            </a:pPr>
            <a:endParaRPr lang="en-US" sz="900" dirty="0"/>
          </a:p>
          <a:p>
            <a:pPr lvl="0">
              <a:defRPr/>
            </a:pPr>
            <a:r>
              <a:rPr lang="en-US" sz="900" dirty="0"/>
              <a:t>As a result, readers may fail to correctly identify the topic sentence, and therefore the closing sentence becomes unjustified.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8943526-2AD9-3052-B074-34AAD26FEEC6}"/>
              </a:ext>
            </a:extLst>
          </p:cNvPr>
          <p:cNvSpPr txBox="1"/>
          <p:nvPr/>
        </p:nvSpPr>
        <p:spPr>
          <a:xfrm>
            <a:off x="8518242" y="3657226"/>
            <a:ext cx="3122653" cy="1638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050" b="1" dirty="0">
                <a:solidFill>
                  <a:srgbClr val="FF0000"/>
                </a:solidFill>
              </a:rPr>
              <a:t>Starting with quotations and/or references</a:t>
            </a:r>
          </a:p>
          <a:p>
            <a:pPr lvl="0">
              <a:defRPr/>
            </a:pPr>
            <a:r>
              <a:rPr lang="en-US" sz="900" dirty="0"/>
              <a:t>When the first words of a paragraph are the name of another author, the writer inadvertently signals: </a:t>
            </a:r>
            <a:r>
              <a:rPr lang="en-US" sz="900" i="1" dirty="0"/>
              <a:t>“What follows is a completely derivative paragraph”(</a:t>
            </a:r>
            <a:r>
              <a:rPr lang="en-US" sz="900" dirty="0"/>
              <a:t>or section, if the pattern is repeated). To avoid this:</a:t>
            </a:r>
          </a:p>
          <a:p>
            <a:pPr lvl="0"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0B0004020202020204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Write a clear and independent topic sentence.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Explain the central ideas or propositions of one or more schools of thought in the body sentences.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Relegate authors’ names to supporting references at the end of sentences.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A63D1E7-BB70-364F-DC44-CD91A4732488}"/>
              </a:ext>
            </a:extLst>
          </p:cNvPr>
          <p:cNvSpPr txBox="1"/>
          <p:nvPr/>
        </p:nvSpPr>
        <p:spPr>
          <a:xfrm>
            <a:off x="1025399" y="2945351"/>
            <a:ext cx="27367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050" b="1" dirty="0">
                <a:solidFill>
                  <a:srgbClr val="FF0000"/>
                </a:solidFill>
              </a:rPr>
              <a:t>Abrupt breaks caused by length</a:t>
            </a:r>
          </a:p>
          <a:p>
            <a:pPr lvl="0">
              <a:defRPr/>
            </a:pPr>
            <a:r>
              <a:rPr lang="en-US" sz="900" dirty="0"/>
              <a:t>This commonly occurs when evidence sentences multiply: a brief, planned presentation of an example or the analysis of an exhibit becomes too long, breaking the paragraph’s flow.</a:t>
            </a:r>
            <a:endParaRPr lang="en-US" sz="900" noProof="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D1C7E78-A5C4-4AE5-0710-67AB94E8354F}"/>
              </a:ext>
            </a:extLst>
          </p:cNvPr>
          <p:cNvSpPr txBox="1"/>
          <p:nvPr/>
        </p:nvSpPr>
        <p:spPr>
          <a:xfrm>
            <a:off x="1039744" y="4039190"/>
            <a:ext cx="2722381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050" b="1" dirty="0">
                <a:solidFill>
                  <a:srgbClr val="FF0000"/>
                </a:solidFill>
              </a:rPr>
              <a:t>Overly long paragraphs</a:t>
            </a:r>
          </a:p>
          <a:p>
            <a:pPr lvl="0">
              <a:defRPr/>
            </a:pPr>
            <a:r>
              <a:rPr lang="en-US" sz="900" dirty="0"/>
              <a:t>Paragraphs extend beyond the acceptable range for research writing, which is typically: </a:t>
            </a:r>
            <a:r>
              <a:rPr lang="en-US" sz="900" b="1" dirty="0">
                <a:highlight>
                  <a:srgbClr val="FFC000"/>
                </a:highlight>
              </a:rPr>
              <a:t>100–200 words and may reach 300 words or more.</a:t>
            </a:r>
            <a:endParaRPr lang="en-US" sz="900" b="1" noProof="0" dirty="0">
              <a:highlight>
                <a:srgbClr val="FFC000"/>
              </a:highlight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86307E3-2DD1-CE0F-DAB1-43AEF4010F31}"/>
              </a:ext>
            </a:extLst>
          </p:cNvPr>
          <p:cNvSpPr txBox="1"/>
          <p:nvPr/>
        </p:nvSpPr>
        <p:spPr>
          <a:xfrm>
            <a:off x="1028546" y="5017622"/>
            <a:ext cx="2733580" cy="807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050" b="1" dirty="0">
                <a:solidFill>
                  <a:srgbClr val="FF0000"/>
                </a:solidFill>
              </a:rPr>
              <a:t>Overly short paragraphs</a:t>
            </a:r>
          </a:p>
          <a:p>
            <a:pPr lvl="0">
              <a:defRPr/>
            </a:pPr>
            <a:r>
              <a:rPr lang="en-US" sz="900" dirty="0"/>
              <a:t>In research writing, this occurs when a paragraph has: </a:t>
            </a:r>
            <a:r>
              <a:rPr lang="en-US" sz="900" b="1" dirty="0">
                <a:highlight>
                  <a:srgbClr val="FFC000"/>
                </a:highlight>
              </a:rPr>
              <a:t>fewer than 100 words, especially when it consists of a single sentence or fewer than 50 words.</a:t>
            </a:r>
            <a:endParaRPr lang="en-US" sz="900" b="1" noProof="0" dirty="0">
              <a:highlight>
                <a:srgbClr val="FFC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36028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6" grpId="0" animBg="1"/>
      <p:bldP spid="38" grpId="0" animBg="1"/>
      <p:bldP spid="39" grpId="0" animBg="1"/>
      <p:bldP spid="41" grpId="0" animBg="1"/>
      <p:bldP spid="42" grpId="0" animBg="1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14A97-6203-AFDE-B7A6-DAA6C3FEC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0BBBA-5241-A2D5-37A5-0A75D8E99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83EF978-A3E9-67EF-8D52-73DC183FA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B6EC8C7-0539-D2F7-38CE-C051636BBD4D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40AF86C3-15A8-8CDF-AE81-4F0498AB5719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5342955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lang="en-US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Clear and Concise Writing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02AFDE-67E6-79D2-3E8F-638C70C8996D}"/>
              </a:ext>
            </a:extLst>
          </p:cNvPr>
          <p:cNvSpPr txBox="1"/>
          <p:nvPr/>
        </p:nvSpPr>
        <p:spPr>
          <a:xfrm>
            <a:off x="891589" y="1397271"/>
            <a:ext cx="855266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noProof="0" dirty="0">
                <a:highlight>
                  <a:srgbClr val="FFC000"/>
                </a:highlight>
              </a:rPr>
              <a:t>It is important to develop editorial skills</a:t>
            </a:r>
            <a:br>
              <a:rPr lang="en-US" sz="1600" b="1" noProof="0" dirty="0">
                <a:highlight>
                  <a:srgbClr val="FFC000"/>
                </a:highlight>
              </a:rPr>
            </a:br>
            <a:endParaRPr lang="en-US" sz="1600" b="1" noProof="0" dirty="0">
              <a:highlight>
                <a:srgbClr val="FFC000"/>
              </a:highlight>
            </a:endParaRPr>
          </a:p>
          <a:p>
            <a:pPr marL="401638" indent="-228600">
              <a:buFont typeface="Arial" panose="020B0604020202020204" pitchFamily="34" charset="0"/>
              <a:buChar char="•"/>
            </a:pPr>
            <a:r>
              <a:rPr lang="en-US" sz="1200" dirty="0"/>
              <a:t>Eliminate unnecessary words(while retaining essential ones)</a:t>
            </a:r>
          </a:p>
          <a:p>
            <a:pPr marL="401638" indent="-228600">
              <a:buFont typeface="Arial" panose="020B0604020202020204" pitchFamily="34" charset="0"/>
              <a:buChar char="•"/>
            </a:pPr>
            <a:r>
              <a:rPr lang="en-US" sz="1200" dirty="0"/>
              <a:t>Eliminate the passive voice(by using the active voice)</a:t>
            </a:r>
          </a:p>
          <a:p>
            <a:pPr marL="401638" indent="-228600">
              <a:buFont typeface="Arial" panose="020B0604020202020204" pitchFamily="34" charset="0"/>
              <a:buChar char="•"/>
            </a:pPr>
            <a:r>
              <a:rPr lang="en-US" sz="1200" dirty="0"/>
              <a:t>Reduce qualifiers and value judgments</a:t>
            </a:r>
          </a:p>
          <a:p>
            <a:pPr marL="401638" indent="-228600">
              <a:buFont typeface="Arial" panose="020B0604020202020204" pitchFamily="34" charset="0"/>
              <a:buChar char="•"/>
            </a:pPr>
            <a:r>
              <a:rPr lang="en-US" sz="1200" dirty="0"/>
              <a:t>Reduce the excessive use of citations, italics, footnotes, and parenthetical comments.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0E651E-6DB6-56C8-81E8-72779A4EC54E}"/>
              </a:ext>
            </a:extLst>
          </p:cNvPr>
          <p:cNvSpPr txBox="1"/>
          <p:nvPr/>
        </p:nvSpPr>
        <p:spPr>
          <a:xfrm>
            <a:off x="1074265" y="3048643"/>
            <a:ext cx="465459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highlight>
                  <a:srgbClr val="FFC000"/>
                </a:highlight>
              </a:rPr>
              <a:t>Regarding Voice and Tense</a:t>
            </a:r>
            <a:br>
              <a:rPr lang="en-US" sz="1600" b="1" dirty="0">
                <a:highlight>
                  <a:srgbClr val="FFC000"/>
                </a:highlight>
              </a:rPr>
            </a:br>
            <a:endParaRPr lang="en-US" sz="1600" b="1" dirty="0">
              <a:highlight>
                <a:srgbClr val="FFC000"/>
              </a:highlight>
            </a:endParaRPr>
          </a:p>
          <a:p>
            <a:pPr marL="22860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Use the </a:t>
            </a:r>
            <a:r>
              <a:rPr lang="en-US" sz="1200" b="1" dirty="0">
                <a:highlight>
                  <a:srgbClr val="FFC000"/>
                </a:highlight>
              </a:rPr>
              <a:t>active voice </a:t>
            </a:r>
            <a:r>
              <a:rPr lang="en-US" sz="1200" dirty="0"/>
              <a:t>as much as possible in academic writing.</a:t>
            </a:r>
          </a:p>
          <a:p>
            <a:pPr marL="22860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There is a common practice of using the</a:t>
            </a:r>
            <a:r>
              <a:rPr lang="en-US" sz="1200" b="1" dirty="0">
                <a:highlight>
                  <a:srgbClr val="FFC000"/>
                </a:highlight>
              </a:rPr>
              <a:t> past tense to review the literature and report </a:t>
            </a:r>
            <a:r>
              <a:rPr lang="en-US" sz="1200" dirty="0"/>
              <a:t>results of previous studies</a:t>
            </a:r>
          </a:p>
          <a:p>
            <a:pPr marL="22860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highlight>
                  <a:srgbClr val="FFC000"/>
                </a:highlight>
              </a:rPr>
              <a:t>Future tense</a:t>
            </a:r>
            <a:r>
              <a:rPr lang="en-US" sz="1200" dirty="0"/>
              <a:t> appropriately indicates that the study will be conducted in the future and is a key tense used in research proposals.</a:t>
            </a:r>
          </a:p>
          <a:p>
            <a:pPr marL="22860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Use the present tense to add clarity to a study, especially in the introduction.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C0DB610E-F8F6-5730-9850-6805411A63ED}"/>
              </a:ext>
            </a:extLst>
          </p:cNvPr>
          <p:cNvSpPr/>
          <p:nvPr/>
        </p:nvSpPr>
        <p:spPr>
          <a:xfrm rot="10800000">
            <a:off x="6251162" y="2994570"/>
            <a:ext cx="211985" cy="2693470"/>
          </a:xfrm>
          <a:prstGeom prst="leftBrace">
            <a:avLst>
              <a:gd name="adj1" fmla="val 58333"/>
              <a:gd name="adj2" fmla="val 87941"/>
            </a:avLst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F26665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88BAAB-CF37-FD27-45A5-F901C87F5FD8}"/>
              </a:ext>
            </a:extLst>
          </p:cNvPr>
          <p:cNvSpPr txBox="1"/>
          <p:nvPr/>
        </p:nvSpPr>
        <p:spPr>
          <a:xfrm>
            <a:off x="6587836" y="3140976"/>
            <a:ext cx="464501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noProof="0" dirty="0">
                <a:highlight>
                  <a:srgbClr val="FFC000"/>
                </a:highlight>
              </a:rPr>
              <a:t>Active Voice</a:t>
            </a:r>
            <a:r>
              <a:rPr lang="en-US" sz="1200" noProof="0" dirty="0"/>
              <a:t>: The </a:t>
            </a:r>
            <a:r>
              <a:rPr lang="en-US" sz="1200" noProof="0" dirty="0">
                <a:solidFill>
                  <a:srgbClr val="00B0F0"/>
                </a:solidFill>
              </a:rPr>
              <a:t>researchers</a:t>
            </a:r>
            <a:r>
              <a:rPr lang="en-US" sz="1200" noProof="0" dirty="0"/>
              <a:t> </a:t>
            </a:r>
            <a:r>
              <a:rPr lang="en-US" sz="1200" noProof="0" dirty="0">
                <a:solidFill>
                  <a:srgbClr val="00B050"/>
                </a:solidFill>
              </a:rPr>
              <a:t>identified</a:t>
            </a:r>
            <a:r>
              <a:rPr lang="en-US" sz="1200" noProof="0" dirty="0"/>
              <a:t> significant </a:t>
            </a:r>
            <a:r>
              <a:rPr lang="en-US" sz="1200" noProof="0" dirty="0">
                <a:solidFill>
                  <a:srgbClr val="FF0000"/>
                </a:solidFill>
              </a:rPr>
              <a:t>barriers to access to justice</a:t>
            </a:r>
            <a:r>
              <a:rPr lang="en-US" sz="1200" noProof="0" dirty="0"/>
              <a:t>. They implemented programs to build new conciliation centers.</a:t>
            </a:r>
          </a:p>
          <a:p>
            <a:endParaRPr lang="en-US" sz="1200" noProof="0" dirty="0"/>
          </a:p>
          <a:p>
            <a:pPr algn="ctr"/>
            <a:r>
              <a:rPr lang="en-US" sz="1200" b="1" noProof="0" dirty="0">
                <a:solidFill>
                  <a:srgbClr val="00B0F0"/>
                </a:solidFill>
              </a:rPr>
              <a:t>Subject </a:t>
            </a:r>
            <a:r>
              <a:rPr lang="en-US" sz="1200" noProof="0" dirty="0"/>
              <a:t> + </a:t>
            </a:r>
            <a:r>
              <a:rPr lang="en-US" sz="1200" b="1" noProof="0" dirty="0">
                <a:solidFill>
                  <a:srgbClr val="00B050"/>
                </a:solidFill>
              </a:rPr>
              <a:t>verb </a:t>
            </a:r>
            <a:r>
              <a:rPr lang="en-US" sz="1200" noProof="0" dirty="0"/>
              <a:t> + </a:t>
            </a:r>
            <a:r>
              <a:rPr lang="en-US" sz="1200" b="1" noProof="0" dirty="0">
                <a:solidFill>
                  <a:schemeClr val="accent4"/>
                </a:solidFill>
              </a:rPr>
              <a:t> </a:t>
            </a:r>
            <a:r>
              <a:rPr lang="en-US" sz="1200" b="1" noProof="0" dirty="0">
                <a:solidFill>
                  <a:srgbClr val="FF0000"/>
                </a:solidFill>
              </a:rPr>
              <a:t>direct object</a:t>
            </a:r>
          </a:p>
          <a:p>
            <a:endParaRPr lang="en-US" sz="1200" b="1" noProof="0" dirty="0">
              <a:highlight>
                <a:srgbClr val="FFC000"/>
              </a:highlight>
            </a:endParaRPr>
          </a:p>
          <a:p>
            <a:r>
              <a:rPr lang="en-US" sz="1200" b="1" noProof="0" dirty="0">
                <a:highlight>
                  <a:srgbClr val="FFC000"/>
                </a:highlight>
              </a:rPr>
              <a:t>Passive Voice </a:t>
            </a:r>
            <a:r>
              <a:rPr lang="en-US" sz="1200" noProof="0" dirty="0">
                <a:solidFill>
                  <a:srgbClr val="E5908D"/>
                </a:solidFill>
              </a:rPr>
              <a:t>: </a:t>
            </a:r>
            <a:r>
              <a:rPr lang="en-US" sz="1200" noProof="0" dirty="0"/>
              <a:t>Significant </a:t>
            </a:r>
            <a:r>
              <a:rPr lang="en-US" sz="1200" noProof="0" dirty="0">
                <a:solidFill>
                  <a:srgbClr val="FF0000"/>
                </a:solidFill>
              </a:rPr>
              <a:t>barriers to access to justice </a:t>
            </a:r>
            <a:r>
              <a:rPr lang="en-US" sz="1200" noProof="0" dirty="0">
                <a:solidFill>
                  <a:srgbClr val="00B050"/>
                </a:solidFill>
              </a:rPr>
              <a:t>were identified </a:t>
            </a:r>
            <a:r>
              <a:rPr lang="en-US" sz="1200" noProof="0" dirty="0"/>
              <a:t>by the </a:t>
            </a:r>
            <a:r>
              <a:rPr lang="en-US" sz="1200" noProof="0" dirty="0">
                <a:solidFill>
                  <a:srgbClr val="00B0F0"/>
                </a:solidFill>
              </a:rPr>
              <a:t>researchers</a:t>
            </a:r>
            <a:r>
              <a:rPr lang="en-US" sz="1200" noProof="0" dirty="0"/>
              <a:t>. Programs were implemented to build new conciliation centers.</a:t>
            </a:r>
          </a:p>
          <a:p>
            <a:endParaRPr lang="en-US" sz="1200" noProof="0" dirty="0"/>
          </a:p>
          <a:p>
            <a:pPr algn="ctr"/>
            <a:r>
              <a:rPr lang="en-US" sz="1200" b="1" noProof="0" dirty="0">
                <a:solidFill>
                  <a:srgbClr val="FF0000"/>
                </a:solidFill>
              </a:rPr>
              <a:t>Subject</a:t>
            </a:r>
            <a:r>
              <a:rPr lang="en-US" sz="1200" b="1" noProof="0" dirty="0">
                <a:solidFill>
                  <a:srgbClr val="E5908D"/>
                </a:solidFill>
              </a:rPr>
              <a:t> </a:t>
            </a:r>
            <a:r>
              <a:rPr lang="en-US" sz="1200" noProof="0" dirty="0"/>
              <a:t> + </a:t>
            </a:r>
            <a:r>
              <a:rPr lang="en-US" sz="1200" b="1" noProof="0" dirty="0">
                <a:solidFill>
                  <a:srgbClr val="00B050"/>
                </a:solidFill>
              </a:rPr>
              <a:t>passive verb phrase </a:t>
            </a:r>
            <a:r>
              <a:rPr lang="en-US" sz="1200" noProof="0" dirty="0"/>
              <a:t>+ </a:t>
            </a:r>
            <a:r>
              <a:rPr lang="en-US" sz="1200" b="1" noProof="0" dirty="0">
                <a:solidFill>
                  <a:srgbClr val="00B0F0"/>
                </a:solidFill>
              </a:rPr>
              <a:t>agent complement</a:t>
            </a:r>
          </a:p>
          <a:p>
            <a:endParaRPr lang="en-US" sz="1200" noProof="0" dirty="0"/>
          </a:p>
        </p:txBody>
      </p:sp>
    </p:spTree>
    <p:extLst>
      <p:ext uri="{BB962C8B-B14F-4D97-AF65-F5344CB8AC3E}">
        <p14:creationId xmlns:p14="http://schemas.microsoft.com/office/powerpoint/2010/main" val="11374911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8B800-F159-F36A-4570-2F239D3AF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3F2EF-8B05-FB5B-A159-6B0CC46F93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E0E1D0E-9229-854B-9714-D3EB46407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EE94A43B-1F4E-4243-A889-706F155091C7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54465C50-5D56-397A-645F-55FBE0B8C5EF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5342955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lang="en-US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Ethical Considerations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2B17C5-72D9-D089-F800-9932BEAEC5D8}"/>
              </a:ext>
            </a:extLst>
          </p:cNvPr>
          <p:cNvSpPr txBox="1"/>
          <p:nvPr/>
        </p:nvSpPr>
        <p:spPr>
          <a:xfrm>
            <a:off x="891589" y="1167438"/>
            <a:ext cx="81224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600" dirty="0"/>
              <a:t>In addition to conceptualizing the process of writing a proposal or research study, it is necessary to anticipate ethical issues and design strategies to address them.</a:t>
            </a:r>
            <a:endParaRPr lang="en-US" sz="1600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001105-5BF0-F6C9-0551-0F2D1E3BB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113" y="2897489"/>
            <a:ext cx="516485" cy="492434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EF759E0B-2FEB-A514-2297-A69A48054D2D}"/>
              </a:ext>
            </a:extLst>
          </p:cNvPr>
          <p:cNvGrpSpPr/>
          <p:nvPr/>
        </p:nvGrpSpPr>
        <p:grpSpPr>
          <a:xfrm>
            <a:off x="1042067" y="4268343"/>
            <a:ext cx="535873" cy="638487"/>
            <a:chOff x="1217432" y="2913141"/>
            <a:chExt cx="432953" cy="515859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5598453-E1B5-1A2C-5DCF-DF9BC962473E}"/>
                </a:ext>
              </a:extLst>
            </p:cNvPr>
            <p:cNvSpPr/>
            <p:nvPr/>
          </p:nvSpPr>
          <p:spPr>
            <a:xfrm rot="2416952">
              <a:off x="1217432" y="2913141"/>
              <a:ext cx="291337" cy="408043"/>
            </a:xfrm>
            <a:custGeom>
              <a:avLst/>
              <a:gdLst>
                <a:gd name="connsiteX0" fmla="*/ 412080 w 453384"/>
                <a:gd name="connsiteY0" fmla="*/ 604674 h 635004"/>
                <a:gd name="connsiteX1" fmla="*/ 453384 w 453384"/>
                <a:gd name="connsiteY1" fmla="*/ 626751 h 635004"/>
                <a:gd name="connsiteX2" fmla="*/ 452010 w 453384"/>
                <a:gd name="connsiteY2" fmla="*/ 631003 h 635004"/>
                <a:gd name="connsiteX3" fmla="*/ 426481 w 453384"/>
                <a:gd name="connsiteY3" fmla="*/ 622500 h 635004"/>
                <a:gd name="connsiteX4" fmla="*/ 247220 w 453384"/>
                <a:gd name="connsiteY4" fmla="*/ 717 h 635004"/>
                <a:gd name="connsiteX5" fmla="*/ 333494 w 453384"/>
                <a:gd name="connsiteY5" fmla="*/ 63845 h 635004"/>
                <a:gd name="connsiteX6" fmla="*/ 437534 w 453384"/>
                <a:gd name="connsiteY6" fmla="*/ 63845 h 635004"/>
                <a:gd name="connsiteX7" fmla="*/ 428459 w 453384"/>
                <a:gd name="connsiteY7" fmla="*/ 148291 h 635004"/>
                <a:gd name="connsiteX8" fmla="*/ 427918 w 453384"/>
                <a:gd name="connsiteY8" fmla="*/ 150051 h 635004"/>
                <a:gd name="connsiteX9" fmla="*/ 416565 w 453384"/>
                <a:gd name="connsiteY9" fmla="*/ 155817 h 635004"/>
                <a:gd name="connsiteX10" fmla="*/ 292961 w 453384"/>
                <a:gd name="connsiteY10" fmla="*/ 429921 h 635004"/>
                <a:gd name="connsiteX11" fmla="*/ 308233 w 453384"/>
                <a:gd name="connsiteY11" fmla="*/ 482181 h 635004"/>
                <a:gd name="connsiteX12" fmla="*/ 315768 w 453384"/>
                <a:gd name="connsiteY12" fmla="*/ 496237 h 635004"/>
                <a:gd name="connsiteX13" fmla="*/ 308744 w 453384"/>
                <a:gd name="connsiteY13" fmla="*/ 516722 h 635004"/>
                <a:gd name="connsiteX14" fmla="*/ 266449 w 453384"/>
                <a:gd name="connsiteY14" fmla="*/ 590372 h 635004"/>
                <a:gd name="connsiteX15" fmla="*/ 182278 w 453384"/>
                <a:gd name="connsiteY15" fmla="*/ 529218 h 635004"/>
                <a:gd name="connsiteX16" fmla="*/ 98107 w 453384"/>
                <a:gd name="connsiteY16" fmla="*/ 468064 h 635004"/>
                <a:gd name="connsiteX17" fmla="*/ 216022 w 453384"/>
                <a:gd name="connsiteY17" fmla="*/ 359283 h 635004"/>
                <a:gd name="connsiteX18" fmla="*/ 216009 w 453384"/>
                <a:gd name="connsiteY18" fmla="*/ 359244 h 635004"/>
                <a:gd name="connsiteX19" fmla="*/ 56679 w 453384"/>
                <a:gd name="connsiteY19" fmla="*/ 340547 h 635004"/>
                <a:gd name="connsiteX20" fmla="*/ 88828 w 453384"/>
                <a:gd name="connsiteY20" fmla="*/ 241599 h 635004"/>
                <a:gd name="connsiteX21" fmla="*/ 120979 w 453384"/>
                <a:gd name="connsiteY21" fmla="*/ 142650 h 635004"/>
                <a:gd name="connsiteX22" fmla="*/ 260873 w 453384"/>
                <a:gd name="connsiteY22" fmla="*/ 221178 h 635004"/>
                <a:gd name="connsiteX23" fmla="*/ 260906 w 453384"/>
                <a:gd name="connsiteY23" fmla="*/ 221155 h 635004"/>
                <a:gd name="connsiteX24" fmla="*/ 229451 w 453384"/>
                <a:gd name="connsiteY24" fmla="*/ 63845 h 635004"/>
                <a:gd name="connsiteX25" fmla="*/ 247220 w 453384"/>
                <a:gd name="connsiteY25" fmla="*/ 717 h 635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53384" h="635004">
                  <a:moveTo>
                    <a:pt x="412080" y="604674"/>
                  </a:moveTo>
                  <a:lnTo>
                    <a:pt x="453384" y="626751"/>
                  </a:lnTo>
                  <a:lnTo>
                    <a:pt x="452010" y="631003"/>
                  </a:lnTo>
                  <a:cubicBezTo>
                    <a:pt x="447608" y="637669"/>
                    <a:pt x="440268" y="636760"/>
                    <a:pt x="426481" y="622500"/>
                  </a:cubicBezTo>
                  <a:close/>
                  <a:moveTo>
                    <a:pt x="247220" y="717"/>
                  </a:moveTo>
                  <a:cubicBezTo>
                    <a:pt x="265918" y="7731"/>
                    <a:pt x="297581" y="63845"/>
                    <a:pt x="333494" y="63845"/>
                  </a:cubicBezTo>
                  <a:cubicBezTo>
                    <a:pt x="390953" y="63845"/>
                    <a:pt x="437534" y="-79806"/>
                    <a:pt x="437534" y="63845"/>
                  </a:cubicBezTo>
                  <a:cubicBezTo>
                    <a:pt x="437534" y="93407"/>
                    <a:pt x="434106" y="121813"/>
                    <a:pt x="428459" y="148291"/>
                  </a:cubicBezTo>
                  <a:lnTo>
                    <a:pt x="427918" y="150051"/>
                  </a:lnTo>
                  <a:lnTo>
                    <a:pt x="416565" y="155817"/>
                  </a:lnTo>
                  <a:cubicBezTo>
                    <a:pt x="325199" y="213887"/>
                    <a:pt x="273052" y="320423"/>
                    <a:pt x="292961" y="429921"/>
                  </a:cubicBezTo>
                  <a:cubicBezTo>
                    <a:pt x="296279" y="448171"/>
                    <a:pt x="301442" y="465639"/>
                    <a:pt x="308233" y="482181"/>
                  </a:cubicBezTo>
                  <a:lnTo>
                    <a:pt x="315768" y="496237"/>
                  </a:lnTo>
                  <a:lnTo>
                    <a:pt x="308744" y="516722"/>
                  </a:lnTo>
                  <a:cubicBezTo>
                    <a:pt x="297748" y="541461"/>
                    <a:pt x="283824" y="566456"/>
                    <a:pt x="266449" y="590372"/>
                  </a:cubicBezTo>
                  <a:cubicBezTo>
                    <a:pt x="182013" y="706588"/>
                    <a:pt x="228764" y="562992"/>
                    <a:pt x="182278" y="529218"/>
                  </a:cubicBezTo>
                  <a:cubicBezTo>
                    <a:pt x="135793" y="495444"/>
                    <a:pt x="13673" y="584280"/>
                    <a:pt x="98107" y="468064"/>
                  </a:cubicBezTo>
                  <a:cubicBezTo>
                    <a:pt x="132859" y="420233"/>
                    <a:pt x="175988" y="384197"/>
                    <a:pt x="216022" y="359283"/>
                  </a:cubicBezTo>
                  <a:cubicBezTo>
                    <a:pt x="216041" y="359270"/>
                    <a:pt x="216030" y="359242"/>
                    <a:pt x="216009" y="359244"/>
                  </a:cubicBezTo>
                  <a:cubicBezTo>
                    <a:pt x="168981" y="362618"/>
                    <a:pt x="112906" y="358817"/>
                    <a:pt x="56679" y="340547"/>
                  </a:cubicBezTo>
                  <a:cubicBezTo>
                    <a:pt x="-79942" y="296157"/>
                    <a:pt x="71072" y="296246"/>
                    <a:pt x="88828" y="241599"/>
                  </a:cubicBezTo>
                  <a:cubicBezTo>
                    <a:pt x="106583" y="186951"/>
                    <a:pt x="-15642" y="98261"/>
                    <a:pt x="120979" y="142650"/>
                  </a:cubicBezTo>
                  <a:cubicBezTo>
                    <a:pt x="177208" y="160920"/>
                    <a:pt x="224811" y="190804"/>
                    <a:pt x="260873" y="221178"/>
                  </a:cubicBezTo>
                  <a:cubicBezTo>
                    <a:pt x="260891" y="221194"/>
                    <a:pt x="260915" y="221176"/>
                    <a:pt x="260906" y="221155"/>
                  </a:cubicBezTo>
                  <a:cubicBezTo>
                    <a:pt x="243163" y="177470"/>
                    <a:pt x="229451" y="122966"/>
                    <a:pt x="229451" y="63845"/>
                  </a:cubicBezTo>
                  <a:cubicBezTo>
                    <a:pt x="229451" y="9976"/>
                    <a:pt x="236002" y="-3491"/>
                    <a:pt x="247220" y="717"/>
                  </a:cubicBezTo>
                  <a:close/>
                </a:path>
              </a:pathLst>
            </a:custGeom>
            <a:solidFill>
              <a:srgbClr val="FF0000"/>
            </a:solidFill>
            <a:ln w="21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B0F7479-BBB7-8168-E699-B8BB48AFAF18}"/>
                </a:ext>
              </a:extLst>
            </p:cNvPr>
            <p:cNvSpPr/>
            <p:nvPr/>
          </p:nvSpPr>
          <p:spPr>
            <a:xfrm>
              <a:off x="1297450" y="3076065"/>
              <a:ext cx="352935" cy="352935"/>
            </a:xfrm>
            <a:custGeom>
              <a:avLst/>
              <a:gdLst>
                <a:gd name="connsiteX0" fmla="*/ 193430 w 549244"/>
                <a:gd name="connsiteY0" fmla="*/ 294424 h 549244"/>
                <a:gd name="connsiteX1" fmla="*/ 169938 w 549244"/>
                <a:gd name="connsiteY1" fmla="*/ 300867 h 549244"/>
                <a:gd name="connsiteX2" fmla="*/ 40446 w 549244"/>
                <a:gd name="connsiteY2" fmla="*/ 363096 h 549244"/>
                <a:gd name="connsiteX3" fmla="*/ 37865 w 549244"/>
                <a:gd name="connsiteY3" fmla="*/ 367206 h 549244"/>
                <a:gd name="connsiteX4" fmla="*/ 42432 w 549244"/>
                <a:gd name="connsiteY4" fmla="*/ 371790 h 549244"/>
                <a:gd name="connsiteX5" fmla="*/ 44418 w 549244"/>
                <a:gd name="connsiteY5" fmla="*/ 371333 h 549244"/>
                <a:gd name="connsiteX6" fmla="*/ 174211 w 549244"/>
                <a:gd name="connsiteY6" fmla="*/ 308920 h 549244"/>
                <a:gd name="connsiteX7" fmla="*/ 193430 w 549244"/>
                <a:gd name="connsiteY7" fmla="*/ 303576 h 549244"/>
                <a:gd name="connsiteX8" fmla="*/ 303245 w 549244"/>
                <a:gd name="connsiteY8" fmla="*/ 303576 h 549244"/>
                <a:gd name="connsiteX9" fmla="*/ 316972 w 549244"/>
                <a:gd name="connsiteY9" fmla="*/ 317302 h 549244"/>
                <a:gd name="connsiteX10" fmla="*/ 303245 w 549244"/>
                <a:gd name="connsiteY10" fmla="*/ 331030 h 549244"/>
                <a:gd name="connsiteX11" fmla="*/ 220883 w 549244"/>
                <a:gd name="connsiteY11" fmla="*/ 331030 h 549244"/>
                <a:gd name="connsiteX12" fmla="*/ 216308 w 549244"/>
                <a:gd name="connsiteY12" fmla="*/ 335606 h 549244"/>
                <a:gd name="connsiteX13" fmla="*/ 220883 w 549244"/>
                <a:gd name="connsiteY13" fmla="*/ 340181 h 549244"/>
                <a:gd name="connsiteX14" fmla="*/ 303245 w 549244"/>
                <a:gd name="connsiteY14" fmla="*/ 340181 h 549244"/>
                <a:gd name="connsiteX15" fmla="*/ 326124 w 549244"/>
                <a:gd name="connsiteY15" fmla="*/ 317302 h 549244"/>
                <a:gd name="connsiteX16" fmla="*/ 303245 w 549244"/>
                <a:gd name="connsiteY16" fmla="*/ 294424 h 549244"/>
                <a:gd name="connsiteX17" fmla="*/ 426789 w 549244"/>
                <a:gd name="connsiteY17" fmla="*/ 257352 h 549244"/>
                <a:gd name="connsiteX18" fmla="*/ 414919 w 549244"/>
                <a:gd name="connsiteY18" fmla="*/ 260715 h 549244"/>
                <a:gd name="connsiteX19" fmla="*/ 336676 w 549244"/>
                <a:gd name="connsiteY19" fmla="*/ 305557 h 549244"/>
                <a:gd name="connsiteX20" fmla="*/ 335015 w 549244"/>
                <a:gd name="connsiteY20" fmla="*/ 311670 h 549244"/>
                <a:gd name="connsiteX21" fmla="*/ 341223 w 549244"/>
                <a:gd name="connsiteY21" fmla="*/ 313496 h 549244"/>
                <a:gd name="connsiteX22" fmla="*/ 419720 w 549244"/>
                <a:gd name="connsiteY22" fmla="*/ 268485 h 549244"/>
                <a:gd name="connsiteX23" fmla="*/ 426789 w 549244"/>
                <a:gd name="connsiteY23" fmla="*/ 266508 h 549244"/>
                <a:gd name="connsiteX24" fmla="*/ 440516 w 549244"/>
                <a:gd name="connsiteY24" fmla="*/ 280235 h 549244"/>
                <a:gd name="connsiteX25" fmla="*/ 435703 w 549244"/>
                <a:gd name="connsiteY25" fmla="*/ 290947 h 549244"/>
                <a:gd name="connsiteX26" fmla="*/ 310192 w 549244"/>
                <a:gd name="connsiteY26" fmla="*/ 382712 h 549244"/>
                <a:gd name="connsiteX27" fmla="*/ 301873 w 549244"/>
                <a:gd name="connsiteY27" fmla="*/ 385517 h 549244"/>
                <a:gd name="connsiteX28" fmla="*/ 216308 w 549244"/>
                <a:gd name="connsiteY28" fmla="*/ 385517 h 549244"/>
                <a:gd name="connsiteX29" fmla="*/ 103257 w 549244"/>
                <a:gd name="connsiteY29" fmla="*/ 428039 h 549244"/>
                <a:gd name="connsiteX30" fmla="*/ 101917 w 549244"/>
                <a:gd name="connsiteY30" fmla="*/ 431273 h 549244"/>
                <a:gd name="connsiteX31" fmla="*/ 106492 w 549244"/>
                <a:gd name="connsiteY31" fmla="*/ 435849 h 549244"/>
                <a:gd name="connsiteX32" fmla="*/ 109722 w 549244"/>
                <a:gd name="connsiteY32" fmla="*/ 434523 h 549244"/>
                <a:gd name="connsiteX33" fmla="*/ 216308 w 549244"/>
                <a:gd name="connsiteY33" fmla="*/ 394668 h 549244"/>
                <a:gd name="connsiteX34" fmla="*/ 301873 w 549244"/>
                <a:gd name="connsiteY34" fmla="*/ 394668 h 549244"/>
                <a:gd name="connsiteX35" fmla="*/ 315572 w 549244"/>
                <a:gd name="connsiteY35" fmla="*/ 390120 h 549244"/>
                <a:gd name="connsiteX36" fmla="*/ 441403 w 549244"/>
                <a:gd name="connsiteY36" fmla="*/ 298122 h 549244"/>
                <a:gd name="connsiteX37" fmla="*/ 441944 w 549244"/>
                <a:gd name="connsiteY37" fmla="*/ 297664 h 549244"/>
                <a:gd name="connsiteX38" fmla="*/ 449667 w 549244"/>
                <a:gd name="connsiteY38" fmla="*/ 280231 h 549244"/>
                <a:gd name="connsiteX39" fmla="*/ 426789 w 549244"/>
                <a:gd name="connsiteY39" fmla="*/ 257352 h 549244"/>
                <a:gd name="connsiteX40" fmla="*/ 223172 w 549244"/>
                <a:gd name="connsiteY40" fmla="*/ 120585 h 549244"/>
                <a:gd name="connsiteX41" fmla="*/ 253892 w 549244"/>
                <a:gd name="connsiteY41" fmla="*/ 146277 h 549244"/>
                <a:gd name="connsiteX42" fmla="*/ 262023 w 549244"/>
                <a:gd name="connsiteY42" fmla="*/ 162410 h 549244"/>
                <a:gd name="connsiteX43" fmla="*/ 262106 w 549244"/>
                <a:gd name="connsiteY43" fmla="*/ 162410 h 549244"/>
                <a:gd name="connsiteX44" fmla="*/ 270237 w 549244"/>
                <a:gd name="connsiteY44" fmla="*/ 146277 h 549244"/>
                <a:gd name="connsiteX45" fmla="*/ 300958 w 549244"/>
                <a:gd name="connsiteY45" fmla="*/ 120585 h 549244"/>
                <a:gd name="connsiteX46" fmla="*/ 330700 w 549244"/>
                <a:gd name="connsiteY46" fmla="*/ 151310 h 549244"/>
                <a:gd name="connsiteX47" fmla="*/ 262065 w 549244"/>
                <a:gd name="connsiteY47" fmla="*/ 247156 h 549244"/>
                <a:gd name="connsiteX48" fmla="*/ 193430 w 549244"/>
                <a:gd name="connsiteY48" fmla="*/ 151310 h 549244"/>
                <a:gd name="connsiteX49" fmla="*/ 202581 w 549244"/>
                <a:gd name="connsiteY49" fmla="*/ 130349 h 549244"/>
                <a:gd name="connsiteX50" fmla="*/ 223172 w 549244"/>
                <a:gd name="connsiteY50" fmla="*/ 120585 h 549244"/>
                <a:gd name="connsiteX51" fmla="*/ 223172 w 549244"/>
                <a:gd name="connsiteY51" fmla="*/ 111433 h 549244"/>
                <a:gd name="connsiteX52" fmla="*/ 184278 w 549244"/>
                <a:gd name="connsiteY52" fmla="*/ 151310 h 549244"/>
                <a:gd name="connsiteX53" fmla="*/ 262065 w 549244"/>
                <a:gd name="connsiteY53" fmla="*/ 258838 h 549244"/>
                <a:gd name="connsiteX54" fmla="*/ 339852 w 549244"/>
                <a:gd name="connsiteY54" fmla="*/ 151310 h 549244"/>
                <a:gd name="connsiteX55" fmla="*/ 300958 w 549244"/>
                <a:gd name="connsiteY55" fmla="*/ 111433 h 549244"/>
                <a:gd name="connsiteX56" fmla="*/ 262106 w 549244"/>
                <a:gd name="connsiteY56" fmla="*/ 142090 h 549244"/>
                <a:gd name="connsiteX57" fmla="*/ 262023 w 549244"/>
                <a:gd name="connsiteY57" fmla="*/ 142090 h 549244"/>
                <a:gd name="connsiteX58" fmla="*/ 223172 w 549244"/>
                <a:gd name="connsiteY58" fmla="*/ 111433 h 549244"/>
                <a:gd name="connsiteX59" fmla="*/ 262594 w 549244"/>
                <a:gd name="connsiteY59" fmla="*/ 268 h 549244"/>
                <a:gd name="connsiteX60" fmla="*/ 548976 w 549244"/>
                <a:gd name="connsiteY60" fmla="*/ 262594 h 549244"/>
                <a:gd name="connsiteX61" fmla="*/ 286650 w 549244"/>
                <a:gd name="connsiteY61" fmla="*/ 548976 h 549244"/>
                <a:gd name="connsiteX62" fmla="*/ 268 w 549244"/>
                <a:gd name="connsiteY62" fmla="*/ 286650 h 549244"/>
                <a:gd name="connsiteX63" fmla="*/ 262594 w 549244"/>
                <a:gd name="connsiteY63" fmla="*/ 268 h 549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49244" h="549244">
                  <a:moveTo>
                    <a:pt x="193430" y="294424"/>
                  </a:moveTo>
                  <a:cubicBezTo>
                    <a:pt x="185173" y="294502"/>
                    <a:pt x="177079" y="296722"/>
                    <a:pt x="169938" y="300867"/>
                  </a:cubicBezTo>
                  <a:lnTo>
                    <a:pt x="40446" y="363096"/>
                  </a:lnTo>
                  <a:cubicBezTo>
                    <a:pt x="38871" y="363859"/>
                    <a:pt x="37868" y="365455"/>
                    <a:pt x="37865" y="367206"/>
                  </a:cubicBezTo>
                  <a:cubicBezTo>
                    <a:pt x="37860" y="369733"/>
                    <a:pt x="39905" y="371785"/>
                    <a:pt x="42432" y="371790"/>
                  </a:cubicBezTo>
                  <a:cubicBezTo>
                    <a:pt x="43120" y="371791"/>
                    <a:pt x="43799" y="371634"/>
                    <a:pt x="44418" y="371333"/>
                  </a:cubicBezTo>
                  <a:lnTo>
                    <a:pt x="174211" y="308920"/>
                  </a:lnTo>
                  <a:cubicBezTo>
                    <a:pt x="180035" y="305480"/>
                    <a:pt x="186665" y="303636"/>
                    <a:pt x="193430" y="303576"/>
                  </a:cubicBezTo>
                  <a:lnTo>
                    <a:pt x="303245" y="303576"/>
                  </a:lnTo>
                  <a:cubicBezTo>
                    <a:pt x="310827" y="303576"/>
                    <a:pt x="316972" y="309721"/>
                    <a:pt x="316972" y="317302"/>
                  </a:cubicBezTo>
                  <a:cubicBezTo>
                    <a:pt x="316972" y="324884"/>
                    <a:pt x="310827" y="331030"/>
                    <a:pt x="303245" y="331030"/>
                  </a:cubicBezTo>
                  <a:lnTo>
                    <a:pt x="220883" y="331030"/>
                  </a:lnTo>
                  <a:cubicBezTo>
                    <a:pt x="218356" y="331030"/>
                    <a:pt x="216308" y="333078"/>
                    <a:pt x="216308" y="335606"/>
                  </a:cubicBezTo>
                  <a:cubicBezTo>
                    <a:pt x="216308" y="338133"/>
                    <a:pt x="218356" y="340181"/>
                    <a:pt x="220883" y="340181"/>
                  </a:cubicBezTo>
                  <a:lnTo>
                    <a:pt x="303245" y="340181"/>
                  </a:lnTo>
                  <a:cubicBezTo>
                    <a:pt x="315881" y="340181"/>
                    <a:pt x="326124" y="329938"/>
                    <a:pt x="326124" y="317302"/>
                  </a:cubicBezTo>
                  <a:cubicBezTo>
                    <a:pt x="326124" y="304667"/>
                    <a:pt x="315881" y="294424"/>
                    <a:pt x="303245" y="294424"/>
                  </a:cubicBezTo>
                  <a:close/>
                  <a:moveTo>
                    <a:pt x="426789" y="257352"/>
                  </a:moveTo>
                  <a:cubicBezTo>
                    <a:pt x="422586" y="257270"/>
                    <a:pt x="418455" y="258440"/>
                    <a:pt x="414919" y="260715"/>
                  </a:cubicBezTo>
                  <a:lnTo>
                    <a:pt x="336676" y="305557"/>
                  </a:lnTo>
                  <a:cubicBezTo>
                    <a:pt x="334573" y="306820"/>
                    <a:pt x="333841" y="309517"/>
                    <a:pt x="335015" y="311670"/>
                  </a:cubicBezTo>
                  <a:cubicBezTo>
                    <a:pt x="336226" y="313889"/>
                    <a:pt x="339005" y="314706"/>
                    <a:pt x="341223" y="313496"/>
                  </a:cubicBezTo>
                  <a:lnTo>
                    <a:pt x="419720" y="268485"/>
                  </a:lnTo>
                  <a:cubicBezTo>
                    <a:pt x="421821" y="267124"/>
                    <a:pt x="424286" y="266435"/>
                    <a:pt x="426789" y="266508"/>
                  </a:cubicBezTo>
                  <a:cubicBezTo>
                    <a:pt x="434370" y="266508"/>
                    <a:pt x="440516" y="272654"/>
                    <a:pt x="440516" y="280235"/>
                  </a:cubicBezTo>
                  <a:cubicBezTo>
                    <a:pt x="440339" y="284289"/>
                    <a:pt x="438616" y="288122"/>
                    <a:pt x="435703" y="290947"/>
                  </a:cubicBezTo>
                  <a:lnTo>
                    <a:pt x="310192" y="382712"/>
                  </a:lnTo>
                  <a:cubicBezTo>
                    <a:pt x="307794" y="384519"/>
                    <a:pt x="304875" y="385503"/>
                    <a:pt x="301873" y="385517"/>
                  </a:cubicBezTo>
                  <a:lnTo>
                    <a:pt x="216308" y="385517"/>
                  </a:lnTo>
                  <a:cubicBezTo>
                    <a:pt x="169512" y="385517"/>
                    <a:pt x="131475" y="399816"/>
                    <a:pt x="103257" y="428039"/>
                  </a:cubicBezTo>
                  <a:cubicBezTo>
                    <a:pt x="102399" y="428897"/>
                    <a:pt x="101918" y="430060"/>
                    <a:pt x="101917" y="431273"/>
                  </a:cubicBezTo>
                  <a:cubicBezTo>
                    <a:pt x="101916" y="433800"/>
                    <a:pt x="103965" y="435849"/>
                    <a:pt x="106492" y="435849"/>
                  </a:cubicBezTo>
                  <a:cubicBezTo>
                    <a:pt x="107702" y="435851"/>
                    <a:pt x="108863" y="435374"/>
                    <a:pt x="109722" y="434523"/>
                  </a:cubicBezTo>
                  <a:cubicBezTo>
                    <a:pt x="136155" y="408080"/>
                    <a:pt x="172020" y="394668"/>
                    <a:pt x="216308" y="394668"/>
                  </a:cubicBezTo>
                  <a:lnTo>
                    <a:pt x="301873" y="394668"/>
                  </a:lnTo>
                  <a:cubicBezTo>
                    <a:pt x="306808" y="394652"/>
                    <a:pt x="311608" y="393058"/>
                    <a:pt x="315572" y="390120"/>
                  </a:cubicBezTo>
                  <a:lnTo>
                    <a:pt x="441403" y="298122"/>
                  </a:lnTo>
                  <a:lnTo>
                    <a:pt x="441944" y="297664"/>
                  </a:lnTo>
                  <a:cubicBezTo>
                    <a:pt x="446736" y="293113"/>
                    <a:pt x="449515" y="286838"/>
                    <a:pt x="449667" y="280231"/>
                  </a:cubicBezTo>
                  <a:cubicBezTo>
                    <a:pt x="449652" y="267601"/>
                    <a:pt x="439418" y="257367"/>
                    <a:pt x="426789" y="257352"/>
                  </a:cubicBezTo>
                  <a:close/>
                  <a:moveTo>
                    <a:pt x="223172" y="120585"/>
                  </a:moveTo>
                  <a:cubicBezTo>
                    <a:pt x="234798" y="120585"/>
                    <a:pt x="245423" y="129470"/>
                    <a:pt x="253892" y="146277"/>
                  </a:cubicBezTo>
                  <a:lnTo>
                    <a:pt x="262023" y="162410"/>
                  </a:lnTo>
                  <a:cubicBezTo>
                    <a:pt x="262046" y="162456"/>
                    <a:pt x="262083" y="162456"/>
                    <a:pt x="262106" y="162410"/>
                  </a:cubicBezTo>
                  <a:lnTo>
                    <a:pt x="270237" y="146277"/>
                  </a:lnTo>
                  <a:cubicBezTo>
                    <a:pt x="278707" y="129470"/>
                    <a:pt x="289332" y="120585"/>
                    <a:pt x="300958" y="120585"/>
                  </a:cubicBezTo>
                  <a:cubicBezTo>
                    <a:pt x="316973" y="120585"/>
                    <a:pt x="330700" y="137478"/>
                    <a:pt x="330700" y="151310"/>
                  </a:cubicBezTo>
                  <a:cubicBezTo>
                    <a:pt x="330700" y="184100"/>
                    <a:pt x="285401" y="228021"/>
                    <a:pt x="262065" y="247156"/>
                  </a:cubicBezTo>
                  <a:cubicBezTo>
                    <a:pt x="238729" y="228044"/>
                    <a:pt x="193430" y="184150"/>
                    <a:pt x="193430" y="151310"/>
                  </a:cubicBezTo>
                  <a:cubicBezTo>
                    <a:pt x="193776" y="143430"/>
                    <a:pt x="197037" y="135960"/>
                    <a:pt x="202581" y="130349"/>
                  </a:cubicBezTo>
                  <a:cubicBezTo>
                    <a:pt x="207831" y="124430"/>
                    <a:pt x="215266" y="120905"/>
                    <a:pt x="223172" y="120585"/>
                  </a:cubicBezTo>
                  <a:close/>
                  <a:moveTo>
                    <a:pt x="223172" y="111433"/>
                  </a:moveTo>
                  <a:cubicBezTo>
                    <a:pt x="202453" y="111433"/>
                    <a:pt x="184278" y="131795"/>
                    <a:pt x="184278" y="151310"/>
                  </a:cubicBezTo>
                  <a:cubicBezTo>
                    <a:pt x="184278" y="199354"/>
                    <a:pt x="262065" y="258838"/>
                    <a:pt x="262065" y="258838"/>
                  </a:cubicBezTo>
                  <a:cubicBezTo>
                    <a:pt x="262065" y="258838"/>
                    <a:pt x="339852" y="199354"/>
                    <a:pt x="339852" y="151310"/>
                  </a:cubicBezTo>
                  <a:cubicBezTo>
                    <a:pt x="339852" y="131799"/>
                    <a:pt x="321676" y="111433"/>
                    <a:pt x="300958" y="111433"/>
                  </a:cubicBezTo>
                  <a:cubicBezTo>
                    <a:pt x="287689" y="111433"/>
                    <a:pt x="273367" y="119788"/>
                    <a:pt x="262106" y="142090"/>
                  </a:cubicBezTo>
                  <a:cubicBezTo>
                    <a:pt x="262083" y="142131"/>
                    <a:pt x="262046" y="142131"/>
                    <a:pt x="262023" y="142090"/>
                  </a:cubicBezTo>
                  <a:cubicBezTo>
                    <a:pt x="250767" y="119793"/>
                    <a:pt x="236441" y="111433"/>
                    <a:pt x="223172" y="111433"/>
                  </a:cubicBezTo>
                  <a:close/>
                  <a:moveTo>
                    <a:pt x="262594" y="268"/>
                  </a:moveTo>
                  <a:cubicBezTo>
                    <a:pt x="414116" y="-6374"/>
                    <a:pt x="542333" y="111072"/>
                    <a:pt x="548976" y="262594"/>
                  </a:cubicBezTo>
                  <a:cubicBezTo>
                    <a:pt x="555618" y="414115"/>
                    <a:pt x="438172" y="542333"/>
                    <a:pt x="286650" y="548976"/>
                  </a:cubicBezTo>
                  <a:cubicBezTo>
                    <a:pt x="135129" y="555618"/>
                    <a:pt x="6911" y="438172"/>
                    <a:pt x="268" y="286650"/>
                  </a:cubicBezTo>
                  <a:cubicBezTo>
                    <a:pt x="-6374" y="135129"/>
                    <a:pt x="111072" y="6911"/>
                    <a:pt x="262594" y="268"/>
                  </a:cubicBezTo>
                  <a:close/>
                </a:path>
              </a:pathLst>
            </a:custGeom>
            <a:solidFill>
              <a:srgbClr val="F26665"/>
            </a:solidFill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258E4C8F-0B45-C6FF-E7AE-FE11265C6786}"/>
              </a:ext>
            </a:extLst>
          </p:cNvPr>
          <p:cNvSpPr/>
          <p:nvPr/>
        </p:nvSpPr>
        <p:spPr>
          <a:xfrm rot="16200000">
            <a:off x="1133901" y="2180746"/>
            <a:ext cx="458398" cy="4583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9614451-537D-698B-3B80-11A9BFD36D34}"/>
              </a:ext>
            </a:extLst>
          </p:cNvPr>
          <p:cNvSpPr/>
          <p:nvPr/>
        </p:nvSpPr>
        <p:spPr>
          <a:xfrm>
            <a:off x="1388356" y="2359433"/>
            <a:ext cx="47355" cy="6314"/>
          </a:xfrm>
          <a:custGeom>
            <a:avLst/>
            <a:gdLst>
              <a:gd name="connsiteX0" fmla="*/ 0 w 47355"/>
              <a:gd name="connsiteY0" fmla="*/ 0 h 6314"/>
              <a:gd name="connsiteX1" fmla="*/ 47355 w 47355"/>
              <a:gd name="connsiteY1" fmla="*/ 0 h 6314"/>
              <a:gd name="connsiteX2" fmla="*/ 47355 w 47355"/>
              <a:gd name="connsiteY2" fmla="*/ 6314 h 6314"/>
              <a:gd name="connsiteX3" fmla="*/ 0 w 47355"/>
              <a:gd name="connsiteY3" fmla="*/ 6314 h 6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355" h="6314">
                <a:moveTo>
                  <a:pt x="0" y="0"/>
                </a:moveTo>
                <a:lnTo>
                  <a:pt x="47355" y="0"/>
                </a:lnTo>
                <a:lnTo>
                  <a:pt x="47355" y="6314"/>
                </a:lnTo>
                <a:lnTo>
                  <a:pt x="0" y="6314"/>
                </a:lnTo>
                <a:close/>
              </a:path>
            </a:pathLst>
          </a:custGeom>
          <a:solidFill>
            <a:schemeClr val="bg2"/>
          </a:solidFill>
          <a:ln w="30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FF52420-9FB8-153C-C67A-38215FDCC950}"/>
              </a:ext>
            </a:extLst>
          </p:cNvPr>
          <p:cNvSpPr/>
          <p:nvPr/>
        </p:nvSpPr>
        <p:spPr>
          <a:xfrm>
            <a:off x="1388356" y="2378375"/>
            <a:ext cx="47355" cy="6314"/>
          </a:xfrm>
          <a:custGeom>
            <a:avLst/>
            <a:gdLst>
              <a:gd name="connsiteX0" fmla="*/ 0 w 47355"/>
              <a:gd name="connsiteY0" fmla="*/ 0 h 6314"/>
              <a:gd name="connsiteX1" fmla="*/ 47355 w 47355"/>
              <a:gd name="connsiteY1" fmla="*/ 0 h 6314"/>
              <a:gd name="connsiteX2" fmla="*/ 47355 w 47355"/>
              <a:gd name="connsiteY2" fmla="*/ 6314 h 6314"/>
              <a:gd name="connsiteX3" fmla="*/ 0 w 47355"/>
              <a:gd name="connsiteY3" fmla="*/ 6314 h 6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355" h="6314">
                <a:moveTo>
                  <a:pt x="0" y="0"/>
                </a:moveTo>
                <a:lnTo>
                  <a:pt x="47355" y="0"/>
                </a:lnTo>
                <a:lnTo>
                  <a:pt x="47355" y="6314"/>
                </a:lnTo>
                <a:lnTo>
                  <a:pt x="0" y="6314"/>
                </a:lnTo>
                <a:close/>
              </a:path>
            </a:pathLst>
          </a:custGeom>
          <a:solidFill>
            <a:schemeClr val="bg2"/>
          </a:solidFill>
          <a:ln w="30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D423266-AF92-A1F3-0965-96D0DB2661C9}"/>
              </a:ext>
            </a:extLst>
          </p:cNvPr>
          <p:cNvSpPr/>
          <p:nvPr/>
        </p:nvSpPr>
        <p:spPr>
          <a:xfrm>
            <a:off x="1388356" y="2397317"/>
            <a:ext cx="31570" cy="6314"/>
          </a:xfrm>
          <a:custGeom>
            <a:avLst/>
            <a:gdLst>
              <a:gd name="connsiteX0" fmla="*/ 0 w 31570"/>
              <a:gd name="connsiteY0" fmla="*/ 0 h 6314"/>
              <a:gd name="connsiteX1" fmla="*/ 31570 w 31570"/>
              <a:gd name="connsiteY1" fmla="*/ 0 h 6314"/>
              <a:gd name="connsiteX2" fmla="*/ 31570 w 31570"/>
              <a:gd name="connsiteY2" fmla="*/ 6314 h 6314"/>
              <a:gd name="connsiteX3" fmla="*/ 0 w 31570"/>
              <a:gd name="connsiteY3" fmla="*/ 6314 h 6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70" h="6314">
                <a:moveTo>
                  <a:pt x="0" y="0"/>
                </a:moveTo>
                <a:lnTo>
                  <a:pt x="31570" y="0"/>
                </a:lnTo>
                <a:lnTo>
                  <a:pt x="31570" y="6314"/>
                </a:lnTo>
                <a:lnTo>
                  <a:pt x="0" y="6314"/>
                </a:lnTo>
                <a:close/>
              </a:path>
            </a:pathLst>
          </a:custGeom>
          <a:solidFill>
            <a:schemeClr val="bg2"/>
          </a:solidFill>
          <a:ln w="30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8A5DAA5-1E64-D1D5-D116-E3CD8C53533A}"/>
              </a:ext>
            </a:extLst>
          </p:cNvPr>
          <p:cNvSpPr/>
          <p:nvPr/>
        </p:nvSpPr>
        <p:spPr>
          <a:xfrm>
            <a:off x="1236820" y="2308920"/>
            <a:ext cx="252560" cy="192577"/>
          </a:xfrm>
          <a:custGeom>
            <a:avLst/>
            <a:gdLst>
              <a:gd name="connsiteX0" fmla="*/ 249403 w 252560"/>
              <a:gd name="connsiteY0" fmla="*/ 25256 h 192577"/>
              <a:gd name="connsiteX1" fmla="*/ 230461 w 252560"/>
              <a:gd name="connsiteY1" fmla="*/ 25256 h 192577"/>
              <a:gd name="connsiteX2" fmla="*/ 230461 w 252560"/>
              <a:gd name="connsiteY2" fmla="*/ 11365 h 192577"/>
              <a:gd name="connsiteX3" fmla="*/ 228330 w 252560"/>
              <a:gd name="connsiteY3" fmla="*/ 8379 h 192577"/>
              <a:gd name="connsiteX4" fmla="*/ 126280 w 252560"/>
              <a:gd name="connsiteY4" fmla="*/ 8031 h 192577"/>
              <a:gd name="connsiteX5" fmla="*/ 24230 w 252560"/>
              <a:gd name="connsiteY5" fmla="*/ 8376 h 192577"/>
              <a:gd name="connsiteX6" fmla="*/ 22099 w 252560"/>
              <a:gd name="connsiteY6" fmla="*/ 11365 h 192577"/>
              <a:gd name="connsiteX7" fmla="*/ 22099 w 252560"/>
              <a:gd name="connsiteY7" fmla="*/ 25256 h 192577"/>
              <a:gd name="connsiteX8" fmla="*/ 3157 w 252560"/>
              <a:gd name="connsiteY8" fmla="*/ 25256 h 192577"/>
              <a:gd name="connsiteX9" fmla="*/ 0 w 252560"/>
              <a:gd name="connsiteY9" fmla="*/ 28413 h 192577"/>
              <a:gd name="connsiteX10" fmla="*/ 0 w 252560"/>
              <a:gd name="connsiteY10" fmla="*/ 179949 h 192577"/>
              <a:gd name="connsiteX11" fmla="*/ 3157 w 252560"/>
              <a:gd name="connsiteY11" fmla="*/ 183106 h 192577"/>
              <a:gd name="connsiteX12" fmla="*/ 104497 w 252560"/>
              <a:gd name="connsiteY12" fmla="*/ 183106 h 192577"/>
              <a:gd name="connsiteX13" fmla="*/ 116493 w 252560"/>
              <a:gd name="connsiteY13" fmla="*/ 192577 h 192577"/>
              <a:gd name="connsiteX14" fmla="*/ 136067 w 252560"/>
              <a:gd name="connsiteY14" fmla="*/ 192577 h 192577"/>
              <a:gd name="connsiteX15" fmla="*/ 148063 w 252560"/>
              <a:gd name="connsiteY15" fmla="*/ 183106 h 192577"/>
              <a:gd name="connsiteX16" fmla="*/ 249403 w 252560"/>
              <a:gd name="connsiteY16" fmla="*/ 183106 h 192577"/>
              <a:gd name="connsiteX17" fmla="*/ 252560 w 252560"/>
              <a:gd name="connsiteY17" fmla="*/ 179949 h 192577"/>
              <a:gd name="connsiteX18" fmla="*/ 252560 w 252560"/>
              <a:gd name="connsiteY18" fmla="*/ 28413 h 192577"/>
              <a:gd name="connsiteX19" fmla="*/ 249403 w 252560"/>
              <a:gd name="connsiteY19" fmla="*/ 25256 h 192577"/>
              <a:gd name="connsiteX20" fmla="*/ 224147 w 252560"/>
              <a:gd name="connsiteY20" fmla="*/ 13638 h 192577"/>
              <a:gd name="connsiteX21" fmla="*/ 224147 w 252560"/>
              <a:gd name="connsiteY21" fmla="*/ 158545 h 192577"/>
              <a:gd name="connsiteX22" fmla="*/ 129437 w 252560"/>
              <a:gd name="connsiteY22" fmla="*/ 158545 h 192577"/>
              <a:gd name="connsiteX23" fmla="*/ 129437 w 252560"/>
              <a:gd name="connsiteY23" fmla="*/ 13638 h 192577"/>
              <a:gd name="connsiteX24" fmla="*/ 224147 w 252560"/>
              <a:gd name="connsiteY24" fmla="*/ 13638 h 192577"/>
              <a:gd name="connsiteX25" fmla="*/ 28413 w 252560"/>
              <a:gd name="connsiteY25" fmla="*/ 13638 h 192577"/>
              <a:gd name="connsiteX26" fmla="*/ 123123 w 252560"/>
              <a:gd name="connsiteY26" fmla="*/ 13638 h 192577"/>
              <a:gd name="connsiteX27" fmla="*/ 123123 w 252560"/>
              <a:gd name="connsiteY27" fmla="*/ 158545 h 192577"/>
              <a:gd name="connsiteX28" fmla="*/ 28413 w 252560"/>
              <a:gd name="connsiteY28" fmla="*/ 158545 h 192577"/>
              <a:gd name="connsiteX29" fmla="*/ 246246 w 252560"/>
              <a:gd name="connsiteY29" fmla="*/ 176792 h 192577"/>
              <a:gd name="connsiteX30" fmla="*/ 145222 w 252560"/>
              <a:gd name="connsiteY30" fmla="*/ 176792 h 192577"/>
              <a:gd name="connsiteX31" fmla="*/ 142065 w 252560"/>
              <a:gd name="connsiteY31" fmla="*/ 179949 h 192577"/>
              <a:gd name="connsiteX32" fmla="*/ 142065 w 252560"/>
              <a:gd name="connsiteY32" fmla="*/ 180265 h 192577"/>
              <a:gd name="connsiteX33" fmla="*/ 136067 w 252560"/>
              <a:gd name="connsiteY33" fmla="*/ 186263 h 192577"/>
              <a:gd name="connsiteX34" fmla="*/ 116493 w 252560"/>
              <a:gd name="connsiteY34" fmla="*/ 186263 h 192577"/>
              <a:gd name="connsiteX35" fmla="*/ 110495 w 252560"/>
              <a:gd name="connsiteY35" fmla="*/ 180265 h 192577"/>
              <a:gd name="connsiteX36" fmla="*/ 110495 w 252560"/>
              <a:gd name="connsiteY36" fmla="*/ 179949 h 192577"/>
              <a:gd name="connsiteX37" fmla="*/ 107338 w 252560"/>
              <a:gd name="connsiteY37" fmla="*/ 176792 h 192577"/>
              <a:gd name="connsiteX38" fmla="*/ 6314 w 252560"/>
              <a:gd name="connsiteY38" fmla="*/ 176792 h 192577"/>
              <a:gd name="connsiteX39" fmla="*/ 6314 w 252560"/>
              <a:gd name="connsiteY39" fmla="*/ 31570 h 192577"/>
              <a:gd name="connsiteX40" fmla="*/ 22099 w 252560"/>
              <a:gd name="connsiteY40" fmla="*/ 31570 h 192577"/>
              <a:gd name="connsiteX41" fmla="*/ 22099 w 252560"/>
              <a:gd name="connsiteY41" fmla="*/ 162901 h 192577"/>
              <a:gd name="connsiteX42" fmla="*/ 25255 w 252560"/>
              <a:gd name="connsiteY42" fmla="*/ 166059 h 192577"/>
              <a:gd name="connsiteX43" fmla="*/ 26282 w 252560"/>
              <a:gd name="connsiteY43" fmla="*/ 165888 h 192577"/>
              <a:gd name="connsiteX44" fmla="*/ 125254 w 252560"/>
              <a:gd name="connsiteY44" fmla="*/ 165888 h 192577"/>
              <a:gd name="connsiteX45" fmla="*/ 125412 w 252560"/>
              <a:gd name="connsiteY45" fmla="*/ 165913 h 192577"/>
              <a:gd name="connsiteX46" fmla="*/ 126128 w 252560"/>
              <a:gd name="connsiteY46" fmla="*/ 166033 h 192577"/>
              <a:gd name="connsiteX47" fmla="*/ 126280 w 252560"/>
              <a:gd name="connsiteY47" fmla="*/ 166058 h 192577"/>
              <a:gd name="connsiteX48" fmla="*/ 126397 w 252560"/>
              <a:gd name="connsiteY48" fmla="*/ 166039 h 192577"/>
              <a:gd name="connsiteX49" fmla="*/ 127107 w 252560"/>
              <a:gd name="connsiteY49" fmla="*/ 165932 h 192577"/>
              <a:gd name="connsiteX50" fmla="*/ 127265 w 252560"/>
              <a:gd name="connsiteY50" fmla="*/ 165897 h 192577"/>
              <a:gd name="connsiteX51" fmla="*/ 127306 w 252560"/>
              <a:gd name="connsiteY51" fmla="*/ 165897 h 192577"/>
              <a:gd name="connsiteX52" fmla="*/ 226278 w 252560"/>
              <a:gd name="connsiteY52" fmla="*/ 165897 h 192577"/>
              <a:gd name="connsiteX53" fmla="*/ 227304 w 252560"/>
              <a:gd name="connsiteY53" fmla="*/ 166058 h 192577"/>
              <a:gd name="connsiteX54" fmla="*/ 230461 w 252560"/>
              <a:gd name="connsiteY54" fmla="*/ 162901 h 192577"/>
              <a:gd name="connsiteX55" fmla="*/ 230461 w 252560"/>
              <a:gd name="connsiteY55" fmla="*/ 31570 h 192577"/>
              <a:gd name="connsiteX56" fmla="*/ 246246 w 252560"/>
              <a:gd name="connsiteY56" fmla="*/ 31570 h 192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252560" h="192577">
                <a:moveTo>
                  <a:pt x="249403" y="25256"/>
                </a:moveTo>
                <a:lnTo>
                  <a:pt x="230461" y="25256"/>
                </a:lnTo>
                <a:lnTo>
                  <a:pt x="230461" y="11365"/>
                </a:lnTo>
                <a:cubicBezTo>
                  <a:pt x="230461" y="10017"/>
                  <a:pt x="229605" y="8817"/>
                  <a:pt x="228330" y="8379"/>
                </a:cubicBezTo>
                <a:cubicBezTo>
                  <a:pt x="195230" y="-2671"/>
                  <a:pt x="159455" y="-2793"/>
                  <a:pt x="126280" y="8031"/>
                </a:cubicBezTo>
                <a:cubicBezTo>
                  <a:pt x="93106" y="-2794"/>
                  <a:pt x="57331" y="-2673"/>
                  <a:pt x="24230" y="8376"/>
                </a:cubicBezTo>
                <a:cubicBezTo>
                  <a:pt x="22954" y="8814"/>
                  <a:pt x="22097" y="10016"/>
                  <a:pt x="22099" y="11365"/>
                </a:cubicBezTo>
                <a:lnTo>
                  <a:pt x="22099" y="25256"/>
                </a:lnTo>
                <a:lnTo>
                  <a:pt x="3157" y="25256"/>
                </a:lnTo>
                <a:cubicBezTo>
                  <a:pt x="1413" y="25256"/>
                  <a:pt x="0" y="26669"/>
                  <a:pt x="0" y="28413"/>
                </a:cubicBezTo>
                <a:lnTo>
                  <a:pt x="0" y="179949"/>
                </a:lnTo>
                <a:cubicBezTo>
                  <a:pt x="0" y="181693"/>
                  <a:pt x="1413" y="183106"/>
                  <a:pt x="3157" y="183106"/>
                </a:cubicBezTo>
                <a:lnTo>
                  <a:pt x="104497" y="183106"/>
                </a:lnTo>
                <a:cubicBezTo>
                  <a:pt x="105821" y="188660"/>
                  <a:pt x="110784" y="192578"/>
                  <a:pt x="116493" y="192577"/>
                </a:cubicBezTo>
                <a:lnTo>
                  <a:pt x="136067" y="192577"/>
                </a:lnTo>
                <a:cubicBezTo>
                  <a:pt x="141776" y="192578"/>
                  <a:pt x="146739" y="188660"/>
                  <a:pt x="148063" y="183106"/>
                </a:cubicBezTo>
                <a:lnTo>
                  <a:pt x="249403" y="183106"/>
                </a:lnTo>
                <a:cubicBezTo>
                  <a:pt x="251147" y="183106"/>
                  <a:pt x="252560" y="181693"/>
                  <a:pt x="252560" y="179949"/>
                </a:cubicBezTo>
                <a:lnTo>
                  <a:pt x="252560" y="28413"/>
                </a:lnTo>
                <a:cubicBezTo>
                  <a:pt x="252560" y="26669"/>
                  <a:pt x="251147" y="25256"/>
                  <a:pt x="249403" y="25256"/>
                </a:cubicBezTo>
                <a:close/>
                <a:moveTo>
                  <a:pt x="224147" y="13638"/>
                </a:moveTo>
                <a:lnTo>
                  <a:pt x="224147" y="158545"/>
                </a:lnTo>
                <a:cubicBezTo>
                  <a:pt x="193270" y="149187"/>
                  <a:pt x="160314" y="149187"/>
                  <a:pt x="129437" y="158545"/>
                </a:cubicBezTo>
                <a:lnTo>
                  <a:pt x="129437" y="13638"/>
                </a:lnTo>
                <a:cubicBezTo>
                  <a:pt x="160252" y="3872"/>
                  <a:pt x="193332" y="3872"/>
                  <a:pt x="224147" y="13638"/>
                </a:cubicBezTo>
                <a:close/>
                <a:moveTo>
                  <a:pt x="28413" y="13638"/>
                </a:moveTo>
                <a:cubicBezTo>
                  <a:pt x="59228" y="3872"/>
                  <a:pt x="92308" y="3872"/>
                  <a:pt x="123123" y="13638"/>
                </a:cubicBezTo>
                <a:lnTo>
                  <a:pt x="123123" y="158545"/>
                </a:lnTo>
                <a:cubicBezTo>
                  <a:pt x="92246" y="149187"/>
                  <a:pt x="59290" y="149187"/>
                  <a:pt x="28413" y="158545"/>
                </a:cubicBezTo>
                <a:close/>
                <a:moveTo>
                  <a:pt x="246246" y="176792"/>
                </a:moveTo>
                <a:lnTo>
                  <a:pt x="145222" y="176792"/>
                </a:lnTo>
                <a:cubicBezTo>
                  <a:pt x="143478" y="176792"/>
                  <a:pt x="142065" y="178205"/>
                  <a:pt x="142065" y="179949"/>
                </a:cubicBezTo>
                <a:lnTo>
                  <a:pt x="142065" y="180265"/>
                </a:lnTo>
                <a:cubicBezTo>
                  <a:pt x="142065" y="183577"/>
                  <a:pt x="139379" y="186263"/>
                  <a:pt x="136067" y="186263"/>
                </a:cubicBezTo>
                <a:lnTo>
                  <a:pt x="116493" y="186263"/>
                </a:lnTo>
                <a:cubicBezTo>
                  <a:pt x="113181" y="186263"/>
                  <a:pt x="110495" y="183577"/>
                  <a:pt x="110495" y="180265"/>
                </a:cubicBezTo>
                <a:lnTo>
                  <a:pt x="110495" y="179949"/>
                </a:lnTo>
                <a:cubicBezTo>
                  <a:pt x="110495" y="178205"/>
                  <a:pt x="109082" y="176792"/>
                  <a:pt x="107338" y="176792"/>
                </a:cubicBezTo>
                <a:lnTo>
                  <a:pt x="6314" y="176792"/>
                </a:lnTo>
                <a:lnTo>
                  <a:pt x="6314" y="31570"/>
                </a:lnTo>
                <a:lnTo>
                  <a:pt x="22099" y="31570"/>
                </a:lnTo>
                <a:lnTo>
                  <a:pt x="22099" y="162901"/>
                </a:lnTo>
                <a:cubicBezTo>
                  <a:pt x="22098" y="164645"/>
                  <a:pt x="23511" y="166059"/>
                  <a:pt x="25255" y="166059"/>
                </a:cubicBezTo>
                <a:cubicBezTo>
                  <a:pt x="25605" y="166059"/>
                  <a:pt x="25951" y="166001"/>
                  <a:pt x="26282" y="165888"/>
                </a:cubicBezTo>
                <a:cubicBezTo>
                  <a:pt x="58403" y="155175"/>
                  <a:pt x="93133" y="155175"/>
                  <a:pt x="125254" y="165888"/>
                </a:cubicBezTo>
                <a:cubicBezTo>
                  <a:pt x="125306" y="165899"/>
                  <a:pt x="125359" y="165908"/>
                  <a:pt x="125412" y="165913"/>
                </a:cubicBezTo>
                <a:cubicBezTo>
                  <a:pt x="125645" y="165982"/>
                  <a:pt x="125886" y="166022"/>
                  <a:pt x="126128" y="166033"/>
                </a:cubicBezTo>
                <a:cubicBezTo>
                  <a:pt x="126179" y="166033"/>
                  <a:pt x="126229" y="166058"/>
                  <a:pt x="126280" y="166058"/>
                </a:cubicBezTo>
                <a:cubicBezTo>
                  <a:pt x="126331" y="166058"/>
                  <a:pt x="126359" y="166042"/>
                  <a:pt x="126397" y="166039"/>
                </a:cubicBezTo>
                <a:cubicBezTo>
                  <a:pt x="126637" y="166032"/>
                  <a:pt x="126875" y="165996"/>
                  <a:pt x="127107" y="165932"/>
                </a:cubicBezTo>
                <a:cubicBezTo>
                  <a:pt x="127158" y="165932"/>
                  <a:pt x="127211" y="165913"/>
                  <a:pt x="127265" y="165897"/>
                </a:cubicBezTo>
                <a:lnTo>
                  <a:pt x="127306" y="165897"/>
                </a:lnTo>
                <a:cubicBezTo>
                  <a:pt x="159427" y="155185"/>
                  <a:pt x="194157" y="155185"/>
                  <a:pt x="226278" y="165897"/>
                </a:cubicBezTo>
                <a:cubicBezTo>
                  <a:pt x="226609" y="166006"/>
                  <a:pt x="226955" y="166061"/>
                  <a:pt x="227304" y="166058"/>
                </a:cubicBezTo>
                <a:cubicBezTo>
                  <a:pt x="229048" y="166058"/>
                  <a:pt x="230461" y="164645"/>
                  <a:pt x="230461" y="162901"/>
                </a:cubicBezTo>
                <a:lnTo>
                  <a:pt x="230461" y="31570"/>
                </a:lnTo>
                <a:lnTo>
                  <a:pt x="246246" y="31570"/>
                </a:lnTo>
                <a:close/>
              </a:path>
            </a:pathLst>
          </a:custGeom>
          <a:solidFill>
            <a:schemeClr val="bg2"/>
          </a:solidFill>
          <a:ln w="30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D0B7E4-E7DA-E8C5-3B43-206FBBAB247C}"/>
              </a:ext>
            </a:extLst>
          </p:cNvPr>
          <p:cNvSpPr txBox="1"/>
          <p:nvPr/>
        </p:nvSpPr>
        <p:spPr>
          <a:xfrm>
            <a:off x="1864486" y="2170742"/>
            <a:ext cx="138692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100" b="1" noProof="0" dirty="0">
                <a:highlight>
                  <a:srgbClr val="FFC000"/>
                </a:highlight>
              </a:rPr>
              <a:t>Before Conducting the Study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effectLst/>
              <a:highlight>
                <a:srgbClr val="FFC000"/>
              </a:highlight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415B67-9F18-59CB-0331-52FF703DE645}"/>
              </a:ext>
            </a:extLst>
          </p:cNvPr>
          <p:cNvSpPr txBox="1"/>
          <p:nvPr/>
        </p:nvSpPr>
        <p:spPr>
          <a:xfrm>
            <a:off x="1864486" y="2805147"/>
            <a:ext cx="2777364" cy="14414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defRPr sz="1100" b="1"/>
            </a:lvl1pPr>
          </a:lstStyle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Follow the standards of professional associations.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Obtain approval from the Institutional Review Board (IRB) or equivalent ethics committee.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Obtain local permission from the research site and from participants.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Select an appropriate research site.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Minimize the research burden placed on participants.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DE6C16-F5A2-773E-94A6-4FA37E27CC65}"/>
              </a:ext>
            </a:extLst>
          </p:cNvPr>
          <p:cNvSpPr txBox="1"/>
          <p:nvPr/>
        </p:nvSpPr>
        <p:spPr>
          <a:xfrm>
            <a:off x="1893002" y="4386078"/>
            <a:ext cx="2777364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defRPr sz="1100" b="1"/>
            </a:lvl1pPr>
          </a:lstStyle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Consult the code of ethics of professional associations in your field or discipline.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Identify and seek local ethical approvals when required.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Select a site where the researcher can remain objective and has no personal or professional conflict of interest.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Use brief and appropriate instruments, test the acceptability of data-collection procedures, collect data at convenient times, and offer compensation for participants’ time when appropriate.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AEF299-6B7D-8F7D-D59F-0D8B9949FB6D}"/>
              </a:ext>
            </a:extLst>
          </p:cNvPr>
          <p:cNvSpPr txBox="1"/>
          <p:nvPr/>
        </p:nvSpPr>
        <p:spPr>
          <a:xfrm>
            <a:off x="5274412" y="2170742"/>
            <a:ext cx="138692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100" b="1" noProof="0" dirty="0">
                <a:highlight>
                  <a:srgbClr val="FFC000"/>
                </a:highlight>
              </a:rPr>
              <a:t>At the Beginning of the Study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effectLst/>
              <a:highlight>
                <a:srgbClr val="FFC000"/>
              </a:highlight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EC0339-E601-A4E4-E29E-F66134B50167}"/>
              </a:ext>
            </a:extLst>
          </p:cNvPr>
          <p:cNvSpPr txBox="1"/>
          <p:nvPr/>
        </p:nvSpPr>
        <p:spPr>
          <a:xfrm>
            <a:off x="5274412" y="2805147"/>
            <a:ext cx="2777364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defRPr sz="1100" b="1"/>
            </a:lvl1pPr>
          </a:lstStyle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Disclose the purpose of the study clearly.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Do not pressure participants to sign informed consent forms.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Respect the norms and procedures of social groups(e.g., Indigenous communities).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Be sensitive to the needs of vulnerable populations(e.g., children).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CFF11A-021F-6265-CCB6-8E16E596164D}"/>
              </a:ext>
            </a:extLst>
          </p:cNvPr>
          <p:cNvSpPr txBox="1"/>
          <p:nvPr/>
        </p:nvSpPr>
        <p:spPr>
          <a:xfrm>
            <a:off x="5272658" y="4386078"/>
            <a:ext cx="2777364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defRPr sz="1100" b="1"/>
            </a:lvl1pPr>
          </a:lstStyle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Identify participants’ needs through a needs assessment or informal conversations.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Contact participants and inform them of the general purpose of the study.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Inform participants that they have the right not to participate or to refuse to sign the consent form.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B2745F-4FBD-51A7-00E9-1A748FDAC76C}"/>
              </a:ext>
            </a:extLst>
          </p:cNvPr>
          <p:cNvSpPr txBox="1"/>
          <p:nvPr/>
        </p:nvSpPr>
        <p:spPr>
          <a:xfrm>
            <a:off x="8686092" y="2170742"/>
            <a:ext cx="10120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100" b="1" noProof="0" dirty="0">
                <a:highlight>
                  <a:srgbClr val="FFC000"/>
                </a:highlight>
              </a:rPr>
              <a:t>Data Collection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effectLst/>
              <a:highlight>
                <a:srgbClr val="FFC000"/>
              </a:highlight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855CD3-81A8-5EFE-E119-46E147042690}"/>
              </a:ext>
            </a:extLst>
          </p:cNvPr>
          <p:cNvSpPr txBox="1"/>
          <p:nvPr/>
        </p:nvSpPr>
        <p:spPr>
          <a:xfrm>
            <a:off x="8686092" y="2805147"/>
            <a:ext cx="2777364" cy="160556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defRPr sz="1100" b="1"/>
            </a:lvl1pPr>
          </a:lstStyle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Respect the research site and cause minimal disruption.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Ensure that all participants are treated equally.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Avoid deception of participants.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Do not “use” participants by collecting data and then abandoning the site.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Avoid collecting information that may be harmful to participants.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Build trust and clearly discuss the anticipated level of disruption when gaining access.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642629-FE30-0BCB-414D-81FC01054CDF}"/>
              </a:ext>
            </a:extLst>
          </p:cNvPr>
          <p:cNvSpPr txBox="1"/>
          <p:nvPr/>
        </p:nvSpPr>
        <p:spPr>
          <a:xfrm>
            <a:off x="8684338" y="4386078"/>
            <a:ext cx="2777364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defRPr sz="1100" b="1"/>
            </a:lvl1pPr>
          </a:lstStyle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Clearly explain the purpose of the study and the intended use of the data.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Avoid biased questions, refrain from expressing personal opinions, do not disclose sensitive information, and involve participants as collaborators when possible.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Provide incentives or compensation, when appropriate.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Adhere strictly to the questions established in the interview or data-collection protocol.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EF041CB-34D7-B418-5D2C-EEDB8134BDEF}"/>
              </a:ext>
            </a:extLst>
          </p:cNvPr>
          <p:cNvCxnSpPr>
            <a:cxnSpLocks/>
            <a:stCxn id="23" idx="1"/>
            <a:endCxn id="19" idx="3"/>
          </p:cNvCxnSpPr>
          <p:nvPr/>
        </p:nvCxnSpPr>
        <p:spPr>
          <a:xfrm flipH="1">
            <a:off x="3251414" y="2386186"/>
            <a:ext cx="2022998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A6EDF74-0426-C6B4-E76B-0A7893240D25}"/>
              </a:ext>
            </a:extLst>
          </p:cNvPr>
          <p:cNvCxnSpPr>
            <a:cxnSpLocks/>
            <a:stCxn id="26" idx="1"/>
            <a:endCxn id="23" idx="3"/>
          </p:cNvCxnSpPr>
          <p:nvPr/>
        </p:nvCxnSpPr>
        <p:spPr>
          <a:xfrm flipH="1">
            <a:off x="6661340" y="2386186"/>
            <a:ext cx="2024752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918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054D2-17B7-80E6-0D87-7AFF71807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FEBC1-8A61-9257-CDDE-DDE1EAE90D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BAE6F9C9-5CE6-26D5-4AF8-720FC688F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EAD05B4B-5008-3BCD-9C57-E5B8CC49BBEC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601C119B-EB2C-6572-3FBF-AF43573FBE81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5342955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lang="en-US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Ethical Considerations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238B7C-23CF-3499-8DC7-D45FA8579E16}"/>
              </a:ext>
            </a:extLst>
          </p:cNvPr>
          <p:cNvSpPr txBox="1"/>
          <p:nvPr/>
        </p:nvSpPr>
        <p:spPr>
          <a:xfrm>
            <a:off x="891589" y="1167438"/>
            <a:ext cx="81224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600" dirty="0"/>
              <a:t>In addition to conceptualizing the process of writing a proposal or research study, it is necessary to anticipate ethical issues and design strategies to address them.</a:t>
            </a:r>
            <a:endParaRPr lang="en-US" sz="1600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90E1EA-99B9-F223-D185-387B42528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113" y="2897489"/>
            <a:ext cx="516485" cy="492434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8B54B33-66CF-5DBB-FF88-EF306FF7A716}"/>
              </a:ext>
            </a:extLst>
          </p:cNvPr>
          <p:cNvGrpSpPr/>
          <p:nvPr/>
        </p:nvGrpSpPr>
        <p:grpSpPr>
          <a:xfrm>
            <a:off x="1042067" y="4268343"/>
            <a:ext cx="535873" cy="638487"/>
            <a:chOff x="1217432" y="2913141"/>
            <a:chExt cx="432953" cy="515859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A13E419-C24E-F1F7-FBC3-CFCA89675400}"/>
                </a:ext>
              </a:extLst>
            </p:cNvPr>
            <p:cNvSpPr/>
            <p:nvPr/>
          </p:nvSpPr>
          <p:spPr>
            <a:xfrm rot="2416952">
              <a:off x="1217432" y="2913141"/>
              <a:ext cx="291337" cy="408043"/>
            </a:xfrm>
            <a:custGeom>
              <a:avLst/>
              <a:gdLst>
                <a:gd name="connsiteX0" fmla="*/ 412080 w 453384"/>
                <a:gd name="connsiteY0" fmla="*/ 604674 h 635004"/>
                <a:gd name="connsiteX1" fmla="*/ 453384 w 453384"/>
                <a:gd name="connsiteY1" fmla="*/ 626751 h 635004"/>
                <a:gd name="connsiteX2" fmla="*/ 452010 w 453384"/>
                <a:gd name="connsiteY2" fmla="*/ 631003 h 635004"/>
                <a:gd name="connsiteX3" fmla="*/ 426481 w 453384"/>
                <a:gd name="connsiteY3" fmla="*/ 622500 h 635004"/>
                <a:gd name="connsiteX4" fmla="*/ 247220 w 453384"/>
                <a:gd name="connsiteY4" fmla="*/ 717 h 635004"/>
                <a:gd name="connsiteX5" fmla="*/ 333494 w 453384"/>
                <a:gd name="connsiteY5" fmla="*/ 63845 h 635004"/>
                <a:gd name="connsiteX6" fmla="*/ 437534 w 453384"/>
                <a:gd name="connsiteY6" fmla="*/ 63845 h 635004"/>
                <a:gd name="connsiteX7" fmla="*/ 428459 w 453384"/>
                <a:gd name="connsiteY7" fmla="*/ 148291 h 635004"/>
                <a:gd name="connsiteX8" fmla="*/ 427918 w 453384"/>
                <a:gd name="connsiteY8" fmla="*/ 150051 h 635004"/>
                <a:gd name="connsiteX9" fmla="*/ 416565 w 453384"/>
                <a:gd name="connsiteY9" fmla="*/ 155817 h 635004"/>
                <a:gd name="connsiteX10" fmla="*/ 292961 w 453384"/>
                <a:gd name="connsiteY10" fmla="*/ 429921 h 635004"/>
                <a:gd name="connsiteX11" fmla="*/ 308233 w 453384"/>
                <a:gd name="connsiteY11" fmla="*/ 482181 h 635004"/>
                <a:gd name="connsiteX12" fmla="*/ 315768 w 453384"/>
                <a:gd name="connsiteY12" fmla="*/ 496237 h 635004"/>
                <a:gd name="connsiteX13" fmla="*/ 308744 w 453384"/>
                <a:gd name="connsiteY13" fmla="*/ 516722 h 635004"/>
                <a:gd name="connsiteX14" fmla="*/ 266449 w 453384"/>
                <a:gd name="connsiteY14" fmla="*/ 590372 h 635004"/>
                <a:gd name="connsiteX15" fmla="*/ 182278 w 453384"/>
                <a:gd name="connsiteY15" fmla="*/ 529218 h 635004"/>
                <a:gd name="connsiteX16" fmla="*/ 98107 w 453384"/>
                <a:gd name="connsiteY16" fmla="*/ 468064 h 635004"/>
                <a:gd name="connsiteX17" fmla="*/ 216022 w 453384"/>
                <a:gd name="connsiteY17" fmla="*/ 359283 h 635004"/>
                <a:gd name="connsiteX18" fmla="*/ 216009 w 453384"/>
                <a:gd name="connsiteY18" fmla="*/ 359244 h 635004"/>
                <a:gd name="connsiteX19" fmla="*/ 56679 w 453384"/>
                <a:gd name="connsiteY19" fmla="*/ 340547 h 635004"/>
                <a:gd name="connsiteX20" fmla="*/ 88828 w 453384"/>
                <a:gd name="connsiteY20" fmla="*/ 241599 h 635004"/>
                <a:gd name="connsiteX21" fmla="*/ 120979 w 453384"/>
                <a:gd name="connsiteY21" fmla="*/ 142650 h 635004"/>
                <a:gd name="connsiteX22" fmla="*/ 260873 w 453384"/>
                <a:gd name="connsiteY22" fmla="*/ 221178 h 635004"/>
                <a:gd name="connsiteX23" fmla="*/ 260906 w 453384"/>
                <a:gd name="connsiteY23" fmla="*/ 221155 h 635004"/>
                <a:gd name="connsiteX24" fmla="*/ 229451 w 453384"/>
                <a:gd name="connsiteY24" fmla="*/ 63845 h 635004"/>
                <a:gd name="connsiteX25" fmla="*/ 247220 w 453384"/>
                <a:gd name="connsiteY25" fmla="*/ 717 h 635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53384" h="635004">
                  <a:moveTo>
                    <a:pt x="412080" y="604674"/>
                  </a:moveTo>
                  <a:lnTo>
                    <a:pt x="453384" y="626751"/>
                  </a:lnTo>
                  <a:lnTo>
                    <a:pt x="452010" y="631003"/>
                  </a:lnTo>
                  <a:cubicBezTo>
                    <a:pt x="447608" y="637669"/>
                    <a:pt x="440268" y="636760"/>
                    <a:pt x="426481" y="622500"/>
                  </a:cubicBezTo>
                  <a:close/>
                  <a:moveTo>
                    <a:pt x="247220" y="717"/>
                  </a:moveTo>
                  <a:cubicBezTo>
                    <a:pt x="265918" y="7731"/>
                    <a:pt x="297581" y="63845"/>
                    <a:pt x="333494" y="63845"/>
                  </a:cubicBezTo>
                  <a:cubicBezTo>
                    <a:pt x="390953" y="63845"/>
                    <a:pt x="437534" y="-79806"/>
                    <a:pt x="437534" y="63845"/>
                  </a:cubicBezTo>
                  <a:cubicBezTo>
                    <a:pt x="437534" y="93407"/>
                    <a:pt x="434106" y="121813"/>
                    <a:pt x="428459" y="148291"/>
                  </a:cubicBezTo>
                  <a:lnTo>
                    <a:pt x="427918" y="150051"/>
                  </a:lnTo>
                  <a:lnTo>
                    <a:pt x="416565" y="155817"/>
                  </a:lnTo>
                  <a:cubicBezTo>
                    <a:pt x="325199" y="213887"/>
                    <a:pt x="273052" y="320423"/>
                    <a:pt x="292961" y="429921"/>
                  </a:cubicBezTo>
                  <a:cubicBezTo>
                    <a:pt x="296279" y="448171"/>
                    <a:pt x="301442" y="465639"/>
                    <a:pt x="308233" y="482181"/>
                  </a:cubicBezTo>
                  <a:lnTo>
                    <a:pt x="315768" y="496237"/>
                  </a:lnTo>
                  <a:lnTo>
                    <a:pt x="308744" y="516722"/>
                  </a:lnTo>
                  <a:cubicBezTo>
                    <a:pt x="297748" y="541461"/>
                    <a:pt x="283824" y="566456"/>
                    <a:pt x="266449" y="590372"/>
                  </a:cubicBezTo>
                  <a:cubicBezTo>
                    <a:pt x="182013" y="706588"/>
                    <a:pt x="228764" y="562992"/>
                    <a:pt x="182278" y="529218"/>
                  </a:cubicBezTo>
                  <a:cubicBezTo>
                    <a:pt x="135793" y="495444"/>
                    <a:pt x="13673" y="584280"/>
                    <a:pt x="98107" y="468064"/>
                  </a:cubicBezTo>
                  <a:cubicBezTo>
                    <a:pt x="132859" y="420233"/>
                    <a:pt x="175988" y="384197"/>
                    <a:pt x="216022" y="359283"/>
                  </a:cubicBezTo>
                  <a:cubicBezTo>
                    <a:pt x="216041" y="359270"/>
                    <a:pt x="216030" y="359242"/>
                    <a:pt x="216009" y="359244"/>
                  </a:cubicBezTo>
                  <a:cubicBezTo>
                    <a:pt x="168981" y="362618"/>
                    <a:pt x="112906" y="358817"/>
                    <a:pt x="56679" y="340547"/>
                  </a:cubicBezTo>
                  <a:cubicBezTo>
                    <a:pt x="-79942" y="296157"/>
                    <a:pt x="71072" y="296246"/>
                    <a:pt x="88828" y="241599"/>
                  </a:cubicBezTo>
                  <a:cubicBezTo>
                    <a:pt x="106583" y="186951"/>
                    <a:pt x="-15642" y="98261"/>
                    <a:pt x="120979" y="142650"/>
                  </a:cubicBezTo>
                  <a:cubicBezTo>
                    <a:pt x="177208" y="160920"/>
                    <a:pt x="224811" y="190804"/>
                    <a:pt x="260873" y="221178"/>
                  </a:cubicBezTo>
                  <a:cubicBezTo>
                    <a:pt x="260891" y="221194"/>
                    <a:pt x="260915" y="221176"/>
                    <a:pt x="260906" y="221155"/>
                  </a:cubicBezTo>
                  <a:cubicBezTo>
                    <a:pt x="243163" y="177470"/>
                    <a:pt x="229451" y="122966"/>
                    <a:pt x="229451" y="63845"/>
                  </a:cubicBezTo>
                  <a:cubicBezTo>
                    <a:pt x="229451" y="9976"/>
                    <a:pt x="236002" y="-3491"/>
                    <a:pt x="247220" y="717"/>
                  </a:cubicBezTo>
                  <a:close/>
                </a:path>
              </a:pathLst>
            </a:custGeom>
            <a:solidFill>
              <a:srgbClr val="FF0000"/>
            </a:solidFill>
            <a:ln w="21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8ADA368-F58E-7C52-9088-F27687A118CF}"/>
                </a:ext>
              </a:extLst>
            </p:cNvPr>
            <p:cNvSpPr/>
            <p:nvPr/>
          </p:nvSpPr>
          <p:spPr>
            <a:xfrm>
              <a:off x="1297450" y="3076065"/>
              <a:ext cx="352935" cy="352935"/>
            </a:xfrm>
            <a:custGeom>
              <a:avLst/>
              <a:gdLst>
                <a:gd name="connsiteX0" fmla="*/ 193430 w 549244"/>
                <a:gd name="connsiteY0" fmla="*/ 294424 h 549244"/>
                <a:gd name="connsiteX1" fmla="*/ 169938 w 549244"/>
                <a:gd name="connsiteY1" fmla="*/ 300867 h 549244"/>
                <a:gd name="connsiteX2" fmla="*/ 40446 w 549244"/>
                <a:gd name="connsiteY2" fmla="*/ 363096 h 549244"/>
                <a:gd name="connsiteX3" fmla="*/ 37865 w 549244"/>
                <a:gd name="connsiteY3" fmla="*/ 367206 h 549244"/>
                <a:gd name="connsiteX4" fmla="*/ 42432 w 549244"/>
                <a:gd name="connsiteY4" fmla="*/ 371790 h 549244"/>
                <a:gd name="connsiteX5" fmla="*/ 44418 w 549244"/>
                <a:gd name="connsiteY5" fmla="*/ 371333 h 549244"/>
                <a:gd name="connsiteX6" fmla="*/ 174211 w 549244"/>
                <a:gd name="connsiteY6" fmla="*/ 308920 h 549244"/>
                <a:gd name="connsiteX7" fmla="*/ 193430 w 549244"/>
                <a:gd name="connsiteY7" fmla="*/ 303576 h 549244"/>
                <a:gd name="connsiteX8" fmla="*/ 303245 w 549244"/>
                <a:gd name="connsiteY8" fmla="*/ 303576 h 549244"/>
                <a:gd name="connsiteX9" fmla="*/ 316972 w 549244"/>
                <a:gd name="connsiteY9" fmla="*/ 317302 h 549244"/>
                <a:gd name="connsiteX10" fmla="*/ 303245 w 549244"/>
                <a:gd name="connsiteY10" fmla="*/ 331030 h 549244"/>
                <a:gd name="connsiteX11" fmla="*/ 220883 w 549244"/>
                <a:gd name="connsiteY11" fmla="*/ 331030 h 549244"/>
                <a:gd name="connsiteX12" fmla="*/ 216308 w 549244"/>
                <a:gd name="connsiteY12" fmla="*/ 335606 h 549244"/>
                <a:gd name="connsiteX13" fmla="*/ 220883 w 549244"/>
                <a:gd name="connsiteY13" fmla="*/ 340181 h 549244"/>
                <a:gd name="connsiteX14" fmla="*/ 303245 w 549244"/>
                <a:gd name="connsiteY14" fmla="*/ 340181 h 549244"/>
                <a:gd name="connsiteX15" fmla="*/ 326124 w 549244"/>
                <a:gd name="connsiteY15" fmla="*/ 317302 h 549244"/>
                <a:gd name="connsiteX16" fmla="*/ 303245 w 549244"/>
                <a:gd name="connsiteY16" fmla="*/ 294424 h 549244"/>
                <a:gd name="connsiteX17" fmla="*/ 426789 w 549244"/>
                <a:gd name="connsiteY17" fmla="*/ 257352 h 549244"/>
                <a:gd name="connsiteX18" fmla="*/ 414919 w 549244"/>
                <a:gd name="connsiteY18" fmla="*/ 260715 h 549244"/>
                <a:gd name="connsiteX19" fmla="*/ 336676 w 549244"/>
                <a:gd name="connsiteY19" fmla="*/ 305557 h 549244"/>
                <a:gd name="connsiteX20" fmla="*/ 335015 w 549244"/>
                <a:gd name="connsiteY20" fmla="*/ 311670 h 549244"/>
                <a:gd name="connsiteX21" fmla="*/ 341223 w 549244"/>
                <a:gd name="connsiteY21" fmla="*/ 313496 h 549244"/>
                <a:gd name="connsiteX22" fmla="*/ 419720 w 549244"/>
                <a:gd name="connsiteY22" fmla="*/ 268485 h 549244"/>
                <a:gd name="connsiteX23" fmla="*/ 426789 w 549244"/>
                <a:gd name="connsiteY23" fmla="*/ 266508 h 549244"/>
                <a:gd name="connsiteX24" fmla="*/ 440516 w 549244"/>
                <a:gd name="connsiteY24" fmla="*/ 280235 h 549244"/>
                <a:gd name="connsiteX25" fmla="*/ 435703 w 549244"/>
                <a:gd name="connsiteY25" fmla="*/ 290947 h 549244"/>
                <a:gd name="connsiteX26" fmla="*/ 310192 w 549244"/>
                <a:gd name="connsiteY26" fmla="*/ 382712 h 549244"/>
                <a:gd name="connsiteX27" fmla="*/ 301873 w 549244"/>
                <a:gd name="connsiteY27" fmla="*/ 385517 h 549244"/>
                <a:gd name="connsiteX28" fmla="*/ 216308 w 549244"/>
                <a:gd name="connsiteY28" fmla="*/ 385517 h 549244"/>
                <a:gd name="connsiteX29" fmla="*/ 103257 w 549244"/>
                <a:gd name="connsiteY29" fmla="*/ 428039 h 549244"/>
                <a:gd name="connsiteX30" fmla="*/ 101917 w 549244"/>
                <a:gd name="connsiteY30" fmla="*/ 431273 h 549244"/>
                <a:gd name="connsiteX31" fmla="*/ 106492 w 549244"/>
                <a:gd name="connsiteY31" fmla="*/ 435849 h 549244"/>
                <a:gd name="connsiteX32" fmla="*/ 109722 w 549244"/>
                <a:gd name="connsiteY32" fmla="*/ 434523 h 549244"/>
                <a:gd name="connsiteX33" fmla="*/ 216308 w 549244"/>
                <a:gd name="connsiteY33" fmla="*/ 394668 h 549244"/>
                <a:gd name="connsiteX34" fmla="*/ 301873 w 549244"/>
                <a:gd name="connsiteY34" fmla="*/ 394668 h 549244"/>
                <a:gd name="connsiteX35" fmla="*/ 315572 w 549244"/>
                <a:gd name="connsiteY35" fmla="*/ 390120 h 549244"/>
                <a:gd name="connsiteX36" fmla="*/ 441403 w 549244"/>
                <a:gd name="connsiteY36" fmla="*/ 298122 h 549244"/>
                <a:gd name="connsiteX37" fmla="*/ 441944 w 549244"/>
                <a:gd name="connsiteY37" fmla="*/ 297664 h 549244"/>
                <a:gd name="connsiteX38" fmla="*/ 449667 w 549244"/>
                <a:gd name="connsiteY38" fmla="*/ 280231 h 549244"/>
                <a:gd name="connsiteX39" fmla="*/ 426789 w 549244"/>
                <a:gd name="connsiteY39" fmla="*/ 257352 h 549244"/>
                <a:gd name="connsiteX40" fmla="*/ 223172 w 549244"/>
                <a:gd name="connsiteY40" fmla="*/ 120585 h 549244"/>
                <a:gd name="connsiteX41" fmla="*/ 253892 w 549244"/>
                <a:gd name="connsiteY41" fmla="*/ 146277 h 549244"/>
                <a:gd name="connsiteX42" fmla="*/ 262023 w 549244"/>
                <a:gd name="connsiteY42" fmla="*/ 162410 h 549244"/>
                <a:gd name="connsiteX43" fmla="*/ 262106 w 549244"/>
                <a:gd name="connsiteY43" fmla="*/ 162410 h 549244"/>
                <a:gd name="connsiteX44" fmla="*/ 270237 w 549244"/>
                <a:gd name="connsiteY44" fmla="*/ 146277 h 549244"/>
                <a:gd name="connsiteX45" fmla="*/ 300958 w 549244"/>
                <a:gd name="connsiteY45" fmla="*/ 120585 h 549244"/>
                <a:gd name="connsiteX46" fmla="*/ 330700 w 549244"/>
                <a:gd name="connsiteY46" fmla="*/ 151310 h 549244"/>
                <a:gd name="connsiteX47" fmla="*/ 262065 w 549244"/>
                <a:gd name="connsiteY47" fmla="*/ 247156 h 549244"/>
                <a:gd name="connsiteX48" fmla="*/ 193430 w 549244"/>
                <a:gd name="connsiteY48" fmla="*/ 151310 h 549244"/>
                <a:gd name="connsiteX49" fmla="*/ 202581 w 549244"/>
                <a:gd name="connsiteY49" fmla="*/ 130349 h 549244"/>
                <a:gd name="connsiteX50" fmla="*/ 223172 w 549244"/>
                <a:gd name="connsiteY50" fmla="*/ 120585 h 549244"/>
                <a:gd name="connsiteX51" fmla="*/ 223172 w 549244"/>
                <a:gd name="connsiteY51" fmla="*/ 111433 h 549244"/>
                <a:gd name="connsiteX52" fmla="*/ 184278 w 549244"/>
                <a:gd name="connsiteY52" fmla="*/ 151310 h 549244"/>
                <a:gd name="connsiteX53" fmla="*/ 262065 w 549244"/>
                <a:gd name="connsiteY53" fmla="*/ 258838 h 549244"/>
                <a:gd name="connsiteX54" fmla="*/ 339852 w 549244"/>
                <a:gd name="connsiteY54" fmla="*/ 151310 h 549244"/>
                <a:gd name="connsiteX55" fmla="*/ 300958 w 549244"/>
                <a:gd name="connsiteY55" fmla="*/ 111433 h 549244"/>
                <a:gd name="connsiteX56" fmla="*/ 262106 w 549244"/>
                <a:gd name="connsiteY56" fmla="*/ 142090 h 549244"/>
                <a:gd name="connsiteX57" fmla="*/ 262023 w 549244"/>
                <a:gd name="connsiteY57" fmla="*/ 142090 h 549244"/>
                <a:gd name="connsiteX58" fmla="*/ 223172 w 549244"/>
                <a:gd name="connsiteY58" fmla="*/ 111433 h 549244"/>
                <a:gd name="connsiteX59" fmla="*/ 262594 w 549244"/>
                <a:gd name="connsiteY59" fmla="*/ 268 h 549244"/>
                <a:gd name="connsiteX60" fmla="*/ 548976 w 549244"/>
                <a:gd name="connsiteY60" fmla="*/ 262594 h 549244"/>
                <a:gd name="connsiteX61" fmla="*/ 286650 w 549244"/>
                <a:gd name="connsiteY61" fmla="*/ 548976 h 549244"/>
                <a:gd name="connsiteX62" fmla="*/ 268 w 549244"/>
                <a:gd name="connsiteY62" fmla="*/ 286650 h 549244"/>
                <a:gd name="connsiteX63" fmla="*/ 262594 w 549244"/>
                <a:gd name="connsiteY63" fmla="*/ 268 h 549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49244" h="549244">
                  <a:moveTo>
                    <a:pt x="193430" y="294424"/>
                  </a:moveTo>
                  <a:cubicBezTo>
                    <a:pt x="185173" y="294502"/>
                    <a:pt x="177079" y="296722"/>
                    <a:pt x="169938" y="300867"/>
                  </a:cubicBezTo>
                  <a:lnTo>
                    <a:pt x="40446" y="363096"/>
                  </a:lnTo>
                  <a:cubicBezTo>
                    <a:pt x="38871" y="363859"/>
                    <a:pt x="37868" y="365455"/>
                    <a:pt x="37865" y="367206"/>
                  </a:cubicBezTo>
                  <a:cubicBezTo>
                    <a:pt x="37860" y="369733"/>
                    <a:pt x="39905" y="371785"/>
                    <a:pt x="42432" y="371790"/>
                  </a:cubicBezTo>
                  <a:cubicBezTo>
                    <a:pt x="43120" y="371791"/>
                    <a:pt x="43799" y="371634"/>
                    <a:pt x="44418" y="371333"/>
                  </a:cubicBezTo>
                  <a:lnTo>
                    <a:pt x="174211" y="308920"/>
                  </a:lnTo>
                  <a:cubicBezTo>
                    <a:pt x="180035" y="305480"/>
                    <a:pt x="186665" y="303636"/>
                    <a:pt x="193430" y="303576"/>
                  </a:cubicBezTo>
                  <a:lnTo>
                    <a:pt x="303245" y="303576"/>
                  </a:lnTo>
                  <a:cubicBezTo>
                    <a:pt x="310827" y="303576"/>
                    <a:pt x="316972" y="309721"/>
                    <a:pt x="316972" y="317302"/>
                  </a:cubicBezTo>
                  <a:cubicBezTo>
                    <a:pt x="316972" y="324884"/>
                    <a:pt x="310827" y="331030"/>
                    <a:pt x="303245" y="331030"/>
                  </a:cubicBezTo>
                  <a:lnTo>
                    <a:pt x="220883" y="331030"/>
                  </a:lnTo>
                  <a:cubicBezTo>
                    <a:pt x="218356" y="331030"/>
                    <a:pt x="216308" y="333078"/>
                    <a:pt x="216308" y="335606"/>
                  </a:cubicBezTo>
                  <a:cubicBezTo>
                    <a:pt x="216308" y="338133"/>
                    <a:pt x="218356" y="340181"/>
                    <a:pt x="220883" y="340181"/>
                  </a:cubicBezTo>
                  <a:lnTo>
                    <a:pt x="303245" y="340181"/>
                  </a:lnTo>
                  <a:cubicBezTo>
                    <a:pt x="315881" y="340181"/>
                    <a:pt x="326124" y="329938"/>
                    <a:pt x="326124" y="317302"/>
                  </a:cubicBezTo>
                  <a:cubicBezTo>
                    <a:pt x="326124" y="304667"/>
                    <a:pt x="315881" y="294424"/>
                    <a:pt x="303245" y="294424"/>
                  </a:cubicBezTo>
                  <a:close/>
                  <a:moveTo>
                    <a:pt x="426789" y="257352"/>
                  </a:moveTo>
                  <a:cubicBezTo>
                    <a:pt x="422586" y="257270"/>
                    <a:pt x="418455" y="258440"/>
                    <a:pt x="414919" y="260715"/>
                  </a:cubicBezTo>
                  <a:lnTo>
                    <a:pt x="336676" y="305557"/>
                  </a:lnTo>
                  <a:cubicBezTo>
                    <a:pt x="334573" y="306820"/>
                    <a:pt x="333841" y="309517"/>
                    <a:pt x="335015" y="311670"/>
                  </a:cubicBezTo>
                  <a:cubicBezTo>
                    <a:pt x="336226" y="313889"/>
                    <a:pt x="339005" y="314706"/>
                    <a:pt x="341223" y="313496"/>
                  </a:cubicBezTo>
                  <a:lnTo>
                    <a:pt x="419720" y="268485"/>
                  </a:lnTo>
                  <a:cubicBezTo>
                    <a:pt x="421821" y="267124"/>
                    <a:pt x="424286" y="266435"/>
                    <a:pt x="426789" y="266508"/>
                  </a:cubicBezTo>
                  <a:cubicBezTo>
                    <a:pt x="434370" y="266508"/>
                    <a:pt x="440516" y="272654"/>
                    <a:pt x="440516" y="280235"/>
                  </a:cubicBezTo>
                  <a:cubicBezTo>
                    <a:pt x="440339" y="284289"/>
                    <a:pt x="438616" y="288122"/>
                    <a:pt x="435703" y="290947"/>
                  </a:cubicBezTo>
                  <a:lnTo>
                    <a:pt x="310192" y="382712"/>
                  </a:lnTo>
                  <a:cubicBezTo>
                    <a:pt x="307794" y="384519"/>
                    <a:pt x="304875" y="385503"/>
                    <a:pt x="301873" y="385517"/>
                  </a:cubicBezTo>
                  <a:lnTo>
                    <a:pt x="216308" y="385517"/>
                  </a:lnTo>
                  <a:cubicBezTo>
                    <a:pt x="169512" y="385517"/>
                    <a:pt x="131475" y="399816"/>
                    <a:pt x="103257" y="428039"/>
                  </a:cubicBezTo>
                  <a:cubicBezTo>
                    <a:pt x="102399" y="428897"/>
                    <a:pt x="101918" y="430060"/>
                    <a:pt x="101917" y="431273"/>
                  </a:cubicBezTo>
                  <a:cubicBezTo>
                    <a:pt x="101916" y="433800"/>
                    <a:pt x="103965" y="435849"/>
                    <a:pt x="106492" y="435849"/>
                  </a:cubicBezTo>
                  <a:cubicBezTo>
                    <a:pt x="107702" y="435851"/>
                    <a:pt x="108863" y="435374"/>
                    <a:pt x="109722" y="434523"/>
                  </a:cubicBezTo>
                  <a:cubicBezTo>
                    <a:pt x="136155" y="408080"/>
                    <a:pt x="172020" y="394668"/>
                    <a:pt x="216308" y="394668"/>
                  </a:cubicBezTo>
                  <a:lnTo>
                    <a:pt x="301873" y="394668"/>
                  </a:lnTo>
                  <a:cubicBezTo>
                    <a:pt x="306808" y="394652"/>
                    <a:pt x="311608" y="393058"/>
                    <a:pt x="315572" y="390120"/>
                  </a:cubicBezTo>
                  <a:lnTo>
                    <a:pt x="441403" y="298122"/>
                  </a:lnTo>
                  <a:lnTo>
                    <a:pt x="441944" y="297664"/>
                  </a:lnTo>
                  <a:cubicBezTo>
                    <a:pt x="446736" y="293113"/>
                    <a:pt x="449515" y="286838"/>
                    <a:pt x="449667" y="280231"/>
                  </a:cubicBezTo>
                  <a:cubicBezTo>
                    <a:pt x="449652" y="267601"/>
                    <a:pt x="439418" y="257367"/>
                    <a:pt x="426789" y="257352"/>
                  </a:cubicBezTo>
                  <a:close/>
                  <a:moveTo>
                    <a:pt x="223172" y="120585"/>
                  </a:moveTo>
                  <a:cubicBezTo>
                    <a:pt x="234798" y="120585"/>
                    <a:pt x="245423" y="129470"/>
                    <a:pt x="253892" y="146277"/>
                  </a:cubicBezTo>
                  <a:lnTo>
                    <a:pt x="262023" y="162410"/>
                  </a:lnTo>
                  <a:cubicBezTo>
                    <a:pt x="262046" y="162456"/>
                    <a:pt x="262083" y="162456"/>
                    <a:pt x="262106" y="162410"/>
                  </a:cubicBezTo>
                  <a:lnTo>
                    <a:pt x="270237" y="146277"/>
                  </a:lnTo>
                  <a:cubicBezTo>
                    <a:pt x="278707" y="129470"/>
                    <a:pt x="289332" y="120585"/>
                    <a:pt x="300958" y="120585"/>
                  </a:cubicBezTo>
                  <a:cubicBezTo>
                    <a:pt x="316973" y="120585"/>
                    <a:pt x="330700" y="137478"/>
                    <a:pt x="330700" y="151310"/>
                  </a:cubicBezTo>
                  <a:cubicBezTo>
                    <a:pt x="330700" y="184100"/>
                    <a:pt x="285401" y="228021"/>
                    <a:pt x="262065" y="247156"/>
                  </a:cubicBezTo>
                  <a:cubicBezTo>
                    <a:pt x="238729" y="228044"/>
                    <a:pt x="193430" y="184150"/>
                    <a:pt x="193430" y="151310"/>
                  </a:cubicBezTo>
                  <a:cubicBezTo>
                    <a:pt x="193776" y="143430"/>
                    <a:pt x="197037" y="135960"/>
                    <a:pt x="202581" y="130349"/>
                  </a:cubicBezTo>
                  <a:cubicBezTo>
                    <a:pt x="207831" y="124430"/>
                    <a:pt x="215266" y="120905"/>
                    <a:pt x="223172" y="120585"/>
                  </a:cubicBezTo>
                  <a:close/>
                  <a:moveTo>
                    <a:pt x="223172" y="111433"/>
                  </a:moveTo>
                  <a:cubicBezTo>
                    <a:pt x="202453" y="111433"/>
                    <a:pt x="184278" y="131795"/>
                    <a:pt x="184278" y="151310"/>
                  </a:cubicBezTo>
                  <a:cubicBezTo>
                    <a:pt x="184278" y="199354"/>
                    <a:pt x="262065" y="258838"/>
                    <a:pt x="262065" y="258838"/>
                  </a:cubicBezTo>
                  <a:cubicBezTo>
                    <a:pt x="262065" y="258838"/>
                    <a:pt x="339852" y="199354"/>
                    <a:pt x="339852" y="151310"/>
                  </a:cubicBezTo>
                  <a:cubicBezTo>
                    <a:pt x="339852" y="131799"/>
                    <a:pt x="321676" y="111433"/>
                    <a:pt x="300958" y="111433"/>
                  </a:cubicBezTo>
                  <a:cubicBezTo>
                    <a:pt x="287689" y="111433"/>
                    <a:pt x="273367" y="119788"/>
                    <a:pt x="262106" y="142090"/>
                  </a:cubicBezTo>
                  <a:cubicBezTo>
                    <a:pt x="262083" y="142131"/>
                    <a:pt x="262046" y="142131"/>
                    <a:pt x="262023" y="142090"/>
                  </a:cubicBezTo>
                  <a:cubicBezTo>
                    <a:pt x="250767" y="119793"/>
                    <a:pt x="236441" y="111433"/>
                    <a:pt x="223172" y="111433"/>
                  </a:cubicBezTo>
                  <a:close/>
                  <a:moveTo>
                    <a:pt x="262594" y="268"/>
                  </a:moveTo>
                  <a:cubicBezTo>
                    <a:pt x="414116" y="-6374"/>
                    <a:pt x="542333" y="111072"/>
                    <a:pt x="548976" y="262594"/>
                  </a:cubicBezTo>
                  <a:cubicBezTo>
                    <a:pt x="555618" y="414115"/>
                    <a:pt x="438172" y="542333"/>
                    <a:pt x="286650" y="548976"/>
                  </a:cubicBezTo>
                  <a:cubicBezTo>
                    <a:pt x="135129" y="555618"/>
                    <a:pt x="6911" y="438172"/>
                    <a:pt x="268" y="286650"/>
                  </a:cubicBezTo>
                  <a:cubicBezTo>
                    <a:pt x="-6374" y="135129"/>
                    <a:pt x="111072" y="6911"/>
                    <a:pt x="262594" y="268"/>
                  </a:cubicBezTo>
                  <a:close/>
                </a:path>
              </a:pathLst>
            </a:custGeom>
            <a:solidFill>
              <a:srgbClr val="F26665"/>
            </a:solidFill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33A28B27-FA59-1233-BEA4-2F4E5018B239}"/>
              </a:ext>
            </a:extLst>
          </p:cNvPr>
          <p:cNvSpPr/>
          <p:nvPr/>
        </p:nvSpPr>
        <p:spPr>
          <a:xfrm rot="16200000">
            <a:off x="1133901" y="2180746"/>
            <a:ext cx="458398" cy="4583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3384E9B-5A93-DE52-E7D8-3BA4D72BECE5}"/>
              </a:ext>
            </a:extLst>
          </p:cNvPr>
          <p:cNvSpPr/>
          <p:nvPr/>
        </p:nvSpPr>
        <p:spPr>
          <a:xfrm>
            <a:off x="1388356" y="2359433"/>
            <a:ext cx="47355" cy="6314"/>
          </a:xfrm>
          <a:custGeom>
            <a:avLst/>
            <a:gdLst>
              <a:gd name="connsiteX0" fmla="*/ 0 w 47355"/>
              <a:gd name="connsiteY0" fmla="*/ 0 h 6314"/>
              <a:gd name="connsiteX1" fmla="*/ 47355 w 47355"/>
              <a:gd name="connsiteY1" fmla="*/ 0 h 6314"/>
              <a:gd name="connsiteX2" fmla="*/ 47355 w 47355"/>
              <a:gd name="connsiteY2" fmla="*/ 6314 h 6314"/>
              <a:gd name="connsiteX3" fmla="*/ 0 w 47355"/>
              <a:gd name="connsiteY3" fmla="*/ 6314 h 6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355" h="6314">
                <a:moveTo>
                  <a:pt x="0" y="0"/>
                </a:moveTo>
                <a:lnTo>
                  <a:pt x="47355" y="0"/>
                </a:lnTo>
                <a:lnTo>
                  <a:pt x="47355" y="6314"/>
                </a:lnTo>
                <a:lnTo>
                  <a:pt x="0" y="6314"/>
                </a:lnTo>
                <a:close/>
              </a:path>
            </a:pathLst>
          </a:custGeom>
          <a:solidFill>
            <a:schemeClr val="bg2"/>
          </a:solidFill>
          <a:ln w="30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4824C41-504F-94A2-2498-69E52261DEF4}"/>
              </a:ext>
            </a:extLst>
          </p:cNvPr>
          <p:cNvSpPr/>
          <p:nvPr/>
        </p:nvSpPr>
        <p:spPr>
          <a:xfrm>
            <a:off x="1388356" y="2378375"/>
            <a:ext cx="47355" cy="6314"/>
          </a:xfrm>
          <a:custGeom>
            <a:avLst/>
            <a:gdLst>
              <a:gd name="connsiteX0" fmla="*/ 0 w 47355"/>
              <a:gd name="connsiteY0" fmla="*/ 0 h 6314"/>
              <a:gd name="connsiteX1" fmla="*/ 47355 w 47355"/>
              <a:gd name="connsiteY1" fmla="*/ 0 h 6314"/>
              <a:gd name="connsiteX2" fmla="*/ 47355 w 47355"/>
              <a:gd name="connsiteY2" fmla="*/ 6314 h 6314"/>
              <a:gd name="connsiteX3" fmla="*/ 0 w 47355"/>
              <a:gd name="connsiteY3" fmla="*/ 6314 h 6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355" h="6314">
                <a:moveTo>
                  <a:pt x="0" y="0"/>
                </a:moveTo>
                <a:lnTo>
                  <a:pt x="47355" y="0"/>
                </a:lnTo>
                <a:lnTo>
                  <a:pt x="47355" y="6314"/>
                </a:lnTo>
                <a:lnTo>
                  <a:pt x="0" y="6314"/>
                </a:lnTo>
                <a:close/>
              </a:path>
            </a:pathLst>
          </a:custGeom>
          <a:solidFill>
            <a:schemeClr val="bg2"/>
          </a:solidFill>
          <a:ln w="30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A0A4C4C-40A8-CEA5-6147-47DC3BCABA5B}"/>
              </a:ext>
            </a:extLst>
          </p:cNvPr>
          <p:cNvSpPr/>
          <p:nvPr/>
        </p:nvSpPr>
        <p:spPr>
          <a:xfrm>
            <a:off x="1388356" y="2397317"/>
            <a:ext cx="31570" cy="6314"/>
          </a:xfrm>
          <a:custGeom>
            <a:avLst/>
            <a:gdLst>
              <a:gd name="connsiteX0" fmla="*/ 0 w 31570"/>
              <a:gd name="connsiteY0" fmla="*/ 0 h 6314"/>
              <a:gd name="connsiteX1" fmla="*/ 31570 w 31570"/>
              <a:gd name="connsiteY1" fmla="*/ 0 h 6314"/>
              <a:gd name="connsiteX2" fmla="*/ 31570 w 31570"/>
              <a:gd name="connsiteY2" fmla="*/ 6314 h 6314"/>
              <a:gd name="connsiteX3" fmla="*/ 0 w 31570"/>
              <a:gd name="connsiteY3" fmla="*/ 6314 h 6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70" h="6314">
                <a:moveTo>
                  <a:pt x="0" y="0"/>
                </a:moveTo>
                <a:lnTo>
                  <a:pt x="31570" y="0"/>
                </a:lnTo>
                <a:lnTo>
                  <a:pt x="31570" y="6314"/>
                </a:lnTo>
                <a:lnTo>
                  <a:pt x="0" y="6314"/>
                </a:lnTo>
                <a:close/>
              </a:path>
            </a:pathLst>
          </a:custGeom>
          <a:solidFill>
            <a:schemeClr val="bg2"/>
          </a:solidFill>
          <a:ln w="30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0416642-F743-9624-1F83-1B14327614C8}"/>
              </a:ext>
            </a:extLst>
          </p:cNvPr>
          <p:cNvSpPr/>
          <p:nvPr/>
        </p:nvSpPr>
        <p:spPr>
          <a:xfrm>
            <a:off x="1236820" y="2308920"/>
            <a:ext cx="252560" cy="192577"/>
          </a:xfrm>
          <a:custGeom>
            <a:avLst/>
            <a:gdLst>
              <a:gd name="connsiteX0" fmla="*/ 249403 w 252560"/>
              <a:gd name="connsiteY0" fmla="*/ 25256 h 192577"/>
              <a:gd name="connsiteX1" fmla="*/ 230461 w 252560"/>
              <a:gd name="connsiteY1" fmla="*/ 25256 h 192577"/>
              <a:gd name="connsiteX2" fmla="*/ 230461 w 252560"/>
              <a:gd name="connsiteY2" fmla="*/ 11365 h 192577"/>
              <a:gd name="connsiteX3" fmla="*/ 228330 w 252560"/>
              <a:gd name="connsiteY3" fmla="*/ 8379 h 192577"/>
              <a:gd name="connsiteX4" fmla="*/ 126280 w 252560"/>
              <a:gd name="connsiteY4" fmla="*/ 8031 h 192577"/>
              <a:gd name="connsiteX5" fmla="*/ 24230 w 252560"/>
              <a:gd name="connsiteY5" fmla="*/ 8376 h 192577"/>
              <a:gd name="connsiteX6" fmla="*/ 22099 w 252560"/>
              <a:gd name="connsiteY6" fmla="*/ 11365 h 192577"/>
              <a:gd name="connsiteX7" fmla="*/ 22099 w 252560"/>
              <a:gd name="connsiteY7" fmla="*/ 25256 h 192577"/>
              <a:gd name="connsiteX8" fmla="*/ 3157 w 252560"/>
              <a:gd name="connsiteY8" fmla="*/ 25256 h 192577"/>
              <a:gd name="connsiteX9" fmla="*/ 0 w 252560"/>
              <a:gd name="connsiteY9" fmla="*/ 28413 h 192577"/>
              <a:gd name="connsiteX10" fmla="*/ 0 w 252560"/>
              <a:gd name="connsiteY10" fmla="*/ 179949 h 192577"/>
              <a:gd name="connsiteX11" fmla="*/ 3157 w 252560"/>
              <a:gd name="connsiteY11" fmla="*/ 183106 h 192577"/>
              <a:gd name="connsiteX12" fmla="*/ 104497 w 252560"/>
              <a:gd name="connsiteY12" fmla="*/ 183106 h 192577"/>
              <a:gd name="connsiteX13" fmla="*/ 116493 w 252560"/>
              <a:gd name="connsiteY13" fmla="*/ 192577 h 192577"/>
              <a:gd name="connsiteX14" fmla="*/ 136067 w 252560"/>
              <a:gd name="connsiteY14" fmla="*/ 192577 h 192577"/>
              <a:gd name="connsiteX15" fmla="*/ 148063 w 252560"/>
              <a:gd name="connsiteY15" fmla="*/ 183106 h 192577"/>
              <a:gd name="connsiteX16" fmla="*/ 249403 w 252560"/>
              <a:gd name="connsiteY16" fmla="*/ 183106 h 192577"/>
              <a:gd name="connsiteX17" fmla="*/ 252560 w 252560"/>
              <a:gd name="connsiteY17" fmla="*/ 179949 h 192577"/>
              <a:gd name="connsiteX18" fmla="*/ 252560 w 252560"/>
              <a:gd name="connsiteY18" fmla="*/ 28413 h 192577"/>
              <a:gd name="connsiteX19" fmla="*/ 249403 w 252560"/>
              <a:gd name="connsiteY19" fmla="*/ 25256 h 192577"/>
              <a:gd name="connsiteX20" fmla="*/ 224147 w 252560"/>
              <a:gd name="connsiteY20" fmla="*/ 13638 h 192577"/>
              <a:gd name="connsiteX21" fmla="*/ 224147 w 252560"/>
              <a:gd name="connsiteY21" fmla="*/ 158545 h 192577"/>
              <a:gd name="connsiteX22" fmla="*/ 129437 w 252560"/>
              <a:gd name="connsiteY22" fmla="*/ 158545 h 192577"/>
              <a:gd name="connsiteX23" fmla="*/ 129437 w 252560"/>
              <a:gd name="connsiteY23" fmla="*/ 13638 h 192577"/>
              <a:gd name="connsiteX24" fmla="*/ 224147 w 252560"/>
              <a:gd name="connsiteY24" fmla="*/ 13638 h 192577"/>
              <a:gd name="connsiteX25" fmla="*/ 28413 w 252560"/>
              <a:gd name="connsiteY25" fmla="*/ 13638 h 192577"/>
              <a:gd name="connsiteX26" fmla="*/ 123123 w 252560"/>
              <a:gd name="connsiteY26" fmla="*/ 13638 h 192577"/>
              <a:gd name="connsiteX27" fmla="*/ 123123 w 252560"/>
              <a:gd name="connsiteY27" fmla="*/ 158545 h 192577"/>
              <a:gd name="connsiteX28" fmla="*/ 28413 w 252560"/>
              <a:gd name="connsiteY28" fmla="*/ 158545 h 192577"/>
              <a:gd name="connsiteX29" fmla="*/ 246246 w 252560"/>
              <a:gd name="connsiteY29" fmla="*/ 176792 h 192577"/>
              <a:gd name="connsiteX30" fmla="*/ 145222 w 252560"/>
              <a:gd name="connsiteY30" fmla="*/ 176792 h 192577"/>
              <a:gd name="connsiteX31" fmla="*/ 142065 w 252560"/>
              <a:gd name="connsiteY31" fmla="*/ 179949 h 192577"/>
              <a:gd name="connsiteX32" fmla="*/ 142065 w 252560"/>
              <a:gd name="connsiteY32" fmla="*/ 180265 h 192577"/>
              <a:gd name="connsiteX33" fmla="*/ 136067 w 252560"/>
              <a:gd name="connsiteY33" fmla="*/ 186263 h 192577"/>
              <a:gd name="connsiteX34" fmla="*/ 116493 w 252560"/>
              <a:gd name="connsiteY34" fmla="*/ 186263 h 192577"/>
              <a:gd name="connsiteX35" fmla="*/ 110495 w 252560"/>
              <a:gd name="connsiteY35" fmla="*/ 180265 h 192577"/>
              <a:gd name="connsiteX36" fmla="*/ 110495 w 252560"/>
              <a:gd name="connsiteY36" fmla="*/ 179949 h 192577"/>
              <a:gd name="connsiteX37" fmla="*/ 107338 w 252560"/>
              <a:gd name="connsiteY37" fmla="*/ 176792 h 192577"/>
              <a:gd name="connsiteX38" fmla="*/ 6314 w 252560"/>
              <a:gd name="connsiteY38" fmla="*/ 176792 h 192577"/>
              <a:gd name="connsiteX39" fmla="*/ 6314 w 252560"/>
              <a:gd name="connsiteY39" fmla="*/ 31570 h 192577"/>
              <a:gd name="connsiteX40" fmla="*/ 22099 w 252560"/>
              <a:gd name="connsiteY40" fmla="*/ 31570 h 192577"/>
              <a:gd name="connsiteX41" fmla="*/ 22099 w 252560"/>
              <a:gd name="connsiteY41" fmla="*/ 162901 h 192577"/>
              <a:gd name="connsiteX42" fmla="*/ 25255 w 252560"/>
              <a:gd name="connsiteY42" fmla="*/ 166059 h 192577"/>
              <a:gd name="connsiteX43" fmla="*/ 26282 w 252560"/>
              <a:gd name="connsiteY43" fmla="*/ 165888 h 192577"/>
              <a:gd name="connsiteX44" fmla="*/ 125254 w 252560"/>
              <a:gd name="connsiteY44" fmla="*/ 165888 h 192577"/>
              <a:gd name="connsiteX45" fmla="*/ 125412 w 252560"/>
              <a:gd name="connsiteY45" fmla="*/ 165913 h 192577"/>
              <a:gd name="connsiteX46" fmla="*/ 126128 w 252560"/>
              <a:gd name="connsiteY46" fmla="*/ 166033 h 192577"/>
              <a:gd name="connsiteX47" fmla="*/ 126280 w 252560"/>
              <a:gd name="connsiteY47" fmla="*/ 166058 h 192577"/>
              <a:gd name="connsiteX48" fmla="*/ 126397 w 252560"/>
              <a:gd name="connsiteY48" fmla="*/ 166039 h 192577"/>
              <a:gd name="connsiteX49" fmla="*/ 127107 w 252560"/>
              <a:gd name="connsiteY49" fmla="*/ 165932 h 192577"/>
              <a:gd name="connsiteX50" fmla="*/ 127265 w 252560"/>
              <a:gd name="connsiteY50" fmla="*/ 165897 h 192577"/>
              <a:gd name="connsiteX51" fmla="*/ 127306 w 252560"/>
              <a:gd name="connsiteY51" fmla="*/ 165897 h 192577"/>
              <a:gd name="connsiteX52" fmla="*/ 226278 w 252560"/>
              <a:gd name="connsiteY52" fmla="*/ 165897 h 192577"/>
              <a:gd name="connsiteX53" fmla="*/ 227304 w 252560"/>
              <a:gd name="connsiteY53" fmla="*/ 166058 h 192577"/>
              <a:gd name="connsiteX54" fmla="*/ 230461 w 252560"/>
              <a:gd name="connsiteY54" fmla="*/ 162901 h 192577"/>
              <a:gd name="connsiteX55" fmla="*/ 230461 w 252560"/>
              <a:gd name="connsiteY55" fmla="*/ 31570 h 192577"/>
              <a:gd name="connsiteX56" fmla="*/ 246246 w 252560"/>
              <a:gd name="connsiteY56" fmla="*/ 31570 h 192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252560" h="192577">
                <a:moveTo>
                  <a:pt x="249403" y="25256"/>
                </a:moveTo>
                <a:lnTo>
                  <a:pt x="230461" y="25256"/>
                </a:lnTo>
                <a:lnTo>
                  <a:pt x="230461" y="11365"/>
                </a:lnTo>
                <a:cubicBezTo>
                  <a:pt x="230461" y="10017"/>
                  <a:pt x="229605" y="8817"/>
                  <a:pt x="228330" y="8379"/>
                </a:cubicBezTo>
                <a:cubicBezTo>
                  <a:pt x="195230" y="-2671"/>
                  <a:pt x="159455" y="-2793"/>
                  <a:pt x="126280" y="8031"/>
                </a:cubicBezTo>
                <a:cubicBezTo>
                  <a:pt x="93106" y="-2794"/>
                  <a:pt x="57331" y="-2673"/>
                  <a:pt x="24230" y="8376"/>
                </a:cubicBezTo>
                <a:cubicBezTo>
                  <a:pt x="22954" y="8814"/>
                  <a:pt x="22097" y="10016"/>
                  <a:pt x="22099" y="11365"/>
                </a:cubicBezTo>
                <a:lnTo>
                  <a:pt x="22099" y="25256"/>
                </a:lnTo>
                <a:lnTo>
                  <a:pt x="3157" y="25256"/>
                </a:lnTo>
                <a:cubicBezTo>
                  <a:pt x="1413" y="25256"/>
                  <a:pt x="0" y="26669"/>
                  <a:pt x="0" y="28413"/>
                </a:cubicBezTo>
                <a:lnTo>
                  <a:pt x="0" y="179949"/>
                </a:lnTo>
                <a:cubicBezTo>
                  <a:pt x="0" y="181693"/>
                  <a:pt x="1413" y="183106"/>
                  <a:pt x="3157" y="183106"/>
                </a:cubicBezTo>
                <a:lnTo>
                  <a:pt x="104497" y="183106"/>
                </a:lnTo>
                <a:cubicBezTo>
                  <a:pt x="105821" y="188660"/>
                  <a:pt x="110784" y="192578"/>
                  <a:pt x="116493" y="192577"/>
                </a:cubicBezTo>
                <a:lnTo>
                  <a:pt x="136067" y="192577"/>
                </a:lnTo>
                <a:cubicBezTo>
                  <a:pt x="141776" y="192578"/>
                  <a:pt x="146739" y="188660"/>
                  <a:pt x="148063" y="183106"/>
                </a:cubicBezTo>
                <a:lnTo>
                  <a:pt x="249403" y="183106"/>
                </a:lnTo>
                <a:cubicBezTo>
                  <a:pt x="251147" y="183106"/>
                  <a:pt x="252560" y="181693"/>
                  <a:pt x="252560" y="179949"/>
                </a:cubicBezTo>
                <a:lnTo>
                  <a:pt x="252560" y="28413"/>
                </a:lnTo>
                <a:cubicBezTo>
                  <a:pt x="252560" y="26669"/>
                  <a:pt x="251147" y="25256"/>
                  <a:pt x="249403" y="25256"/>
                </a:cubicBezTo>
                <a:close/>
                <a:moveTo>
                  <a:pt x="224147" y="13638"/>
                </a:moveTo>
                <a:lnTo>
                  <a:pt x="224147" y="158545"/>
                </a:lnTo>
                <a:cubicBezTo>
                  <a:pt x="193270" y="149187"/>
                  <a:pt x="160314" y="149187"/>
                  <a:pt x="129437" y="158545"/>
                </a:cubicBezTo>
                <a:lnTo>
                  <a:pt x="129437" y="13638"/>
                </a:lnTo>
                <a:cubicBezTo>
                  <a:pt x="160252" y="3872"/>
                  <a:pt x="193332" y="3872"/>
                  <a:pt x="224147" y="13638"/>
                </a:cubicBezTo>
                <a:close/>
                <a:moveTo>
                  <a:pt x="28413" y="13638"/>
                </a:moveTo>
                <a:cubicBezTo>
                  <a:pt x="59228" y="3872"/>
                  <a:pt x="92308" y="3872"/>
                  <a:pt x="123123" y="13638"/>
                </a:cubicBezTo>
                <a:lnTo>
                  <a:pt x="123123" y="158545"/>
                </a:lnTo>
                <a:cubicBezTo>
                  <a:pt x="92246" y="149187"/>
                  <a:pt x="59290" y="149187"/>
                  <a:pt x="28413" y="158545"/>
                </a:cubicBezTo>
                <a:close/>
                <a:moveTo>
                  <a:pt x="246246" y="176792"/>
                </a:moveTo>
                <a:lnTo>
                  <a:pt x="145222" y="176792"/>
                </a:lnTo>
                <a:cubicBezTo>
                  <a:pt x="143478" y="176792"/>
                  <a:pt x="142065" y="178205"/>
                  <a:pt x="142065" y="179949"/>
                </a:cubicBezTo>
                <a:lnTo>
                  <a:pt x="142065" y="180265"/>
                </a:lnTo>
                <a:cubicBezTo>
                  <a:pt x="142065" y="183577"/>
                  <a:pt x="139379" y="186263"/>
                  <a:pt x="136067" y="186263"/>
                </a:cubicBezTo>
                <a:lnTo>
                  <a:pt x="116493" y="186263"/>
                </a:lnTo>
                <a:cubicBezTo>
                  <a:pt x="113181" y="186263"/>
                  <a:pt x="110495" y="183577"/>
                  <a:pt x="110495" y="180265"/>
                </a:cubicBezTo>
                <a:lnTo>
                  <a:pt x="110495" y="179949"/>
                </a:lnTo>
                <a:cubicBezTo>
                  <a:pt x="110495" y="178205"/>
                  <a:pt x="109082" y="176792"/>
                  <a:pt x="107338" y="176792"/>
                </a:cubicBezTo>
                <a:lnTo>
                  <a:pt x="6314" y="176792"/>
                </a:lnTo>
                <a:lnTo>
                  <a:pt x="6314" y="31570"/>
                </a:lnTo>
                <a:lnTo>
                  <a:pt x="22099" y="31570"/>
                </a:lnTo>
                <a:lnTo>
                  <a:pt x="22099" y="162901"/>
                </a:lnTo>
                <a:cubicBezTo>
                  <a:pt x="22098" y="164645"/>
                  <a:pt x="23511" y="166059"/>
                  <a:pt x="25255" y="166059"/>
                </a:cubicBezTo>
                <a:cubicBezTo>
                  <a:pt x="25605" y="166059"/>
                  <a:pt x="25951" y="166001"/>
                  <a:pt x="26282" y="165888"/>
                </a:cubicBezTo>
                <a:cubicBezTo>
                  <a:pt x="58403" y="155175"/>
                  <a:pt x="93133" y="155175"/>
                  <a:pt x="125254" y="165888"/>
                </a:cubicBezTo>
                <a:cubicBezTo>
                  <a:pt x="125306" y="165899"/>
                  <a:pt x="125359" y="165908"/>
                  <a:pt x="125412" y="165913"/>
                </a:cubicBezTo>
                <a:cubicBezTo>
                  <a:pt x="125645" y="165982"/>
                  <a:pt x="125886" y="166022"/>
                  <a:pt x="126128" y="166033"/>
                </a:cubicBezTo>
                <a:cubicBezTo>
                  <a:pt x="126179" y="166033"/>
                  <a:pt x="126229" y="166058"/>
                  <a:pt x="126280" y="166058"/>
                </a:cubicBezTo>
                <a:cubicBezTo>
                  <a:pt x="126331" y="166058"/>
                  <a:pt x="126359" y="166042"/>
                  <a:pt x="126397" y="166039"/>
                </a:cubicBezTo>
                <a:cubicBezTo>
                  <a:pt x="126637" y="166032"/>
                  <a:pt x="126875" y="165996"/>
                  <a:pt x="127107" y="165932"/>
                </a:cubicBezTo>
                <a:cubicBezTo>
                  <a:pt x="127158" y="165932"/>
                  <a:pt x="127211" y="165913"/>
                  <a:pt x="127265" y="165897"/>
                </a:cubicBezTo>
                <a:lnTo>
                  <a:pt x="127306" y="165897"/>
                </a:lnTo>
                <a:cubicBezTo>
                  <a:pt x="159427" y="155185"/>
                  <a:pt x="194157" y="155185"/>
                  <a:pt x="226278" y="165897"/>
                </a:cubicBezTo>
                <a:cubicBezTo>
                  <a:pt x="226609" y="166006"/>
                  <a:pt x="226955" y="166061"/>
                  <a:pt x="227304" y="166058"/>
                </a:cubicBezTo>
                <a:cubicBezTo>
                  <a:pt x="229048" y="166058"/>
                  <a:pt x="230461" y="164645"/>
                  <a:pt x="230461" y="162901"/>
                </a:cubicBezTo>
                <a:lnTo>
                  <a:pt x="230461" y="31570"/>
                </a:lnTo>
                <a:lnTo>
                  <a:pt x="246246" y="31570"/>
                </a:lnTo>
                <a:close/>
              </a:path>
            </a:pathLst>
          </a:custGeom>
          <a:solidFill>
            <a:schemeClr val="bg2"/>
          </a:solidFill>
          <a:ln w="30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7215CC-C730-CF1C-EF2F-EF5B2EC2FF61}"/>
              </a:ext>
            </a:extLst>
          </p:cNvPr>
          <p:cNvSpPr txBox="1"/>
          <p:nvPr/>
        </p:nvSpPr>
        <p:spPr>
          <a:xfrm>
            <a:off x="1864486" y="2170742"/>
            <a:ext cx="138692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100" b="1" noProof="0" dirty="0">
                <a:highlight>
                  <a:srgbClr val="FFC000"/>
                </a:highlight>
              </a:rPr>
              <a:t>Data </a:t>
            </a:r>
            <a:br>
              <a:rPr lang="en-US" sz="1100" b="1" noProof="0" dirty="0">
                <a:highlight>
                  <a:srgbClr val="FFC000"/>
                </a:highlight>
              </a:rPr>
            </a:br>
            <a:r>
              <a:rPr lang="en-US" sz="1100" b="1" noProof="0" dirty="0">
                <a:highlight>
                  <a:srgbClr val="FFC000"/>
                </a:highlight>
              </a:rPr>
              <a:t>Analysis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effectLst/>
              <a:highlight>
                <a:srgbClr val="FFC000"/>
              </a:highlight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EAFE1B-DAFC-CA4E-2D02-77ED1A845706}"/>
              </a:ext>
            </a:extLst>
          </p:cNvPr>
          <p:cNvSpPr txBox="1"/>
          <p:nvPr/>
        </p:nvSpPr>
        <p:spPr>
          <a:xfrm>
            <a:off x="1864486" y="2805147"/>
            <a:ext cx="2777364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defRPr sz="1100" b="1"/>
            </a:lvl1pPr>
          </a:lstStyle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Avoid taking sides with participants.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Avoid disclosing only positive results.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Respect participants’ privacy and anonymity.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EBED76-FC3D-91C9-70BF-9E316BE726A3}"/>
              </a:ext>
            </a:extLst>
          </p:cNvPr>
          <p:cNvSpPr txBox="1"/>
          <p:nvPr/>
        </p:nvSpPr>
        <p:spPr>
          <a:xfrm>
            <a:off x="1893002" y="4629918"/>
            <a:ext cx="2777364" cy="8361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defRPr sz="1100" b="1"/>
            </a:lvl1pPr>
          </a:lstStyle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Report multiple perspectives.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Report contradictory findings.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Assign fictitious names or aliases and develop composite participant profiles to protect identities.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AE307F-A9DC-714D-D6AC-857F2CD0C4A5}"/>
              </a:ext>
            </a:extLst>
          </p:cNvPr>
          <p:cNvSpPr txBox="1"/>
          <p:nvPr/>
        </p:nvSpPr>
        <p:spPr>
          <a:xfrm>
            <a:off x="5274412" y="2170742"/>
            <a:ext cx="16140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100" b="1" noProof="0" dirty="0">
                <a:highlight>
                  <a:srgbClr val="FFC000"/>
                </a:highlight>
              </a:rPr>
              <a:t>Reporting, Sharing, and Storing Data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effectLst/>
              <a:highlight>
                <a:srgbClr val="FFC000"/>
              </a:highlight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0A9CF9-8E47-4D49-E297-A59E903003D9}"/>
              </a:ext>
            </a:extLst>
          </p:cNvPr>
          <p:cNvSpPr txBox="1"/>
          <p:nvPr/>
        </p:nvSpPr>
        <p:spPr>
          <a:xfrm>
            <a:off x="5274412" y="2805147"/>
            <a:ext cx="5553608" cy="25288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defRPr sz="1100" b="1"/>
            </a:lvl1pPr>
          </a:lstStyle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Avoid falsification of authorship, evidence, data, findings, and conclusions.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Do not plagiarize.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Avoid disclosing information that could harm participants.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Communicate in clear, direct, and appropriate language.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Share data with others when appropriate.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Store raw data and related materials(e.g., procedural details, instruments).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Do not duplicate or fragment publications.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Provide full evidence of ethical compliance and absence of conflicts of interest, if requested.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Indicate who owns the data generated by the study.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Report findings </a:t>
            </a:r>
            <a:r>
              <a:rPr lang="en-US" sz="900" b="0" noProof="0" dirty="0" err="1"/>
              <a:t>honestly.Use</a:t>
            </a:r>
            <a:r>
              <a:rPr lang="en-US" sz="900" b="0" noProof="0" dirty="0"/>
              <a:t> composite stories to protect participants’ identities.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Use bias‑free language and avoid discriminatory language.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Provide copies of reports to participants and stakeholders, and consider distribution via a website.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Refrain from using the same material for more than one publication.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Disclose research sponsors and those who benefit from the research.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900" b="0" noProof="0" dirty="0"/>
              <a:t>Give proper credit for intellectual ownership to researchers, participants, and advisors.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391C79F-818E-7EA2-BF84-EC8B0E7B7649}"/>
              </a:ext>
            </a:extLst>
          </p:cNvPr>
          <p:cNvCxnSpPr>
            <a:cxnSpLocks/>
            <a:stCxn id="9" idx="1"/>
            <a:endCxn id="3" idx="3"/>
          </p:cNvCxnSpPr>
          <p:nvPr/>
        </p:nvCxnSpPr>
        <p:spPr>
          <a:xfrm flipH="1">
            <a:off x="3251414" y="2386186"/>
            <a:ext cx="2022998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7100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568D6-4462-A7DC-4A47-28D95CEE4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4AC82-5A07-4861-A498-CA71837E31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D4784D1E-4E95-723F-3F58-9AAFE12FD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3FDFEDBA-ACAE-7645-F0DA-891FE1A9E4BB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8CC34D76-6711-1159-DAE0-7BD61A6E2B6E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5342955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lang="en-US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Ethical Considerations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60B84244-B6CE-3FDA-389E-0EF60427749C}"/>
              </a:ext>
            </a:extLst>
          </p:cNvPr>
          <p:cNvSpPr txBox="1">
            <a:spLocks/>
          </p:cNvSpPr>
          <p:nvPr/>
        </p:nvSpPr>
        <p:spPr>
          <a:xfrm>
            <a:off x="1822482" y="1282217"/>
            <a:ext cx="6188179" cy="133839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3200" b="1" noProof="0" dirty="0">
                <a:latin typeface="Corbel" panose="020B0503020204020204" pitchFamily="34" charset="0"/>
              </a:rPr>
              <a:t>Nudge </a:t>
            </a:r>
            <a:br>
              <a:rPr lang="en-US" sz="3200" b="1" noProof="0" dirty="0">
                <a:latin typeface="Corbel" panose="020B0503020204020204" pitchFamily="34" charset="0"/>
              </a:rPr>
            </a:br>
            <a:r>
              <a:rPr lang="en-US" sz="3200" b="1" noProof="0" dirty="0">
                <a:latin typeface="Corbel" panose="020B0503020204020204" pitchFamily="34" charset="0"/>
              </a:rPr>
              <a:t>FORGOOD</a:t>
            </a:r>
            <a:endParaRPr lang="en-US" sz="3200" b="1" noProof="0" dirty="0">
              <a:solidFill>
                <a:srgbClr val="FFC000"/>
              </a:solidFill>
              <a:latin typeface="Corbel" panose="020B0503020204020204" pitchFamily="34" charset="0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4EDEDDE-EE5D-CDC9-3566-9A4AB3A584C0}"/>
              </a:ext>
            </a:extLst>
          </p:cNvPr>
          <p:cNvSpPr/>
          <p:nvPr/>
        </p:nvSpPr>
        <p:spPr>
          <a:xfrm rot="618308">
            <a:off x="899358" y="1338817"/>
            <a:ext cx="95461" cy="95461"/>
          </a:xfrm>
          <a:custGeom>
            <a:avLst/>
            <a:gdLst>
              <a:gd name="connsiteX0" fmla="*/ 95462 w 95461"/>
              <a:gd name="connsiteY0" fmla="*/ 47731 h 95461"/>
              <a:gd name="connsiteX1" fmla="*/ 47731 w 95461"/>
              <a:gd name="connsiteY1" fmla="*/ 95462 h 95461"/>
              <a:gd name="connsiteX2" fmla="*/ 0 w 95461"/>
              <a:gd name="connsiteY2" fmla="*/ 47731 h 95461"/>
              <a:gd name="connsiteX3" fmla="*/ 47731 w 95461"/>
              <a:gd name="connsiteY3" fmla="*/ 0 h 95461"/>
              <a:gd name="connsiteX4" fmla="*/ 95462 w 95461"/>
              <a:gd name="connsiteY4" fmla="*/ 47731 h 95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461" h="95461">
                <a:moveTo>
                  <a:pt x="95462" y="47731"/>
                </a:moveTo>
                <a:cubicBezTo>
                  <a:pt x="95462" y="74092"/>
                  <a:pt x="74092" y="95462"/>
                  <a:pt x="47731" y="95462"/>
                </a:cubicBezTo>
                <a:cubicBezTo>
                  <a:pt x="21370" y="95462"/>
                  <a:pt x="0" y="74092"/>
                  <a:pt x="0" y="47731"/>
                </a:cubicBezTo>
                <a:cubicBezTo>
                  <a:pt x="0" y="21370"/>
                  <a:pt x="21370" y="0"/>
                  <a:pt x="47731" y="0"/>
                </a:cubicBezTo>
                <a:cubicBezTo>
                  <a:pt x="74092" y="0"/>
                  <a:pt x="95462" y="21370"/>
                  <a:pt x="95462" y="47731"/>
                </a:cubicBezTo>
                <a:close/>
              </a:path>
            </a:pathLst>
          </a:custGeom>
          <a:solidFill>
            <a:srgbClr val="FFFFFF"/>
          </a:solidFill>
          <a:ln w="21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8DC91B-908D-D418-3843-E9CEFAB1124E}"/>
              </a:ext>
            </a:extLst>
          </p:cNvPr>
          <p:cNvSpPr txBox="1"/>
          <p:nvPr/>
        </p:nvSpPr>
        <p:spPr>
          <a:xfrm>
            <a:off x="2122475" y="2784417"/>
            <a:ext cx="17359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b="1">
                <a:latin typeface="Corbel" panose="020B0503020204020204" pitchFamily="34" charset="0"/>
              </a:defRPr>
            </a:lvl1pPr>
          </a:lstStyle>
          <a:p>
            <a:r>
              <a:rPr lang="en-US" dirty="0"/>
              <a:t>Fairness  </a:t>
            </a:r>
            <a:r>
              <a:rPr lang="en-US" b="0" dirty="0"/>
              <a:t> (Equity / Justice)</a:t>
            </a:r>
            <a:endParaRPr lang="en-US" b="0" noProof="0" dirty="0"/>
          </a:p>
        </p:txBody>
      </p:sp>
      <p:pic>
        <p:nvPicPr>
          <p:cNvPr id="23" name="Picture 22" descr="A person wearing glasses and a black coat&#10;&#10;Description automatically generated">
            <a:hlinkClick r:id="rId3"/>
            <a:extLst>
              <a:ext uri="{FF2B5EF4-FFF2-40B4-BE49-F238E27FC236}">
                <a16:creationId xmlns:a16="http://schemas.microsoft.com/office/drawing/2014/main" id="{9EBD1655-2F65-A9AA-69BB-90283F42D36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436" y="3571390"/>
            <a:ext cx="825671" cy="825671"/>
          </a:xfrm>
          <a:prstGeom prst="ellipse">
            <a:avLst/>
          </a:prstGeom>
          <a:solidFill>
            <a:srgbClr val="FFC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0D30DA8-19F9-4E62-E8F9-4DDCFD444707}"/>
              </a:ext>
            </a:extLst>
          </p:cNvPr>
          <p:cNvSpPr txBox="1"/>
          <p:nvPr/>
        </p:nvSpPr>
        <p:spPr>
          <a:xfrm>
            <a:off x="2555444" y="3362179"/>
            <a:ext cx="77883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noProof="0" dirty="0">
                <a:solidFill>
                  <a:srgbClr val="F22D1C"/>
                </a:solidFill>
                <a:latin typeface="Verdana Pro Black" panose="020B0A04030504040204" pitchFamily="34" charset="0"/>
              </a:rPr>
              <a:t>F O R G O O 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8A68B3-0AD5-5D20-14C2-F32D3AFA4066}"/>
              </a:ext>
            </a:extLst>
          </p:cNvPr>
          <p:cNvSpPr txBox="1"/>
          <p:nvPr/>
        </p:nvSpPr>
        <p:spPr>
          <a:xfrm>
            <a:off x="2555444" y="4456097"/>
            <a:ext cx="27177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FF0066"/>
                </a:solidFill>
                <a:latin typeface="Corbel" panose="020B0503020204020204" pitchFamily="34" charset="0"/>
              </a:defRPr>
            </a:lvl1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Openness</a:t>
            </a:r>
            <a:endParaRPr lang="en-US" noProof="0" dirty="0">
              <a:solidFill>
                <a:schemeClr val="tx1"/>
              </a:solidFill>
            </a:endParaRPr>
          </a:p>
          <a:p>
            <a:pPr algn="ctr"/>
            <a:r>
              <a:rPr lang="en-US" b="0" dirty="0">
                <a:solidFill>
                  <a:schemeClr val="tx1"/>
                </a:solidFill>
              </a:rPr>
              <a:t> (Equity / Justice)</a:t>
            </a:r>
            <a:endParaRPr lang="en-US" b="0" noProof="0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99EC24-22B1-F260-3DAE-9A45EAF1EA2C}"/>
              </a:ext>
            </a:extLst>
          </p:cNvPr>
          <p:cNvSpPr txBox="1"/>
          <p:nvPr/>
        </p:nvSpPr>
        <p:spPr>
          <a:xfrm>
            <a:off x="3720564" y="2621113"/>
            <a:ext cx="27177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0">
                <a:latin typeface="Corbel" panose="020B0503020204020204" pitchFamily="34" charset="0"/>
              </a:defRPr>
            </a:lvl1pPr>
          </a:lstStyle>
          <a:p>
            <a:pPr algn="ctr"/>
            <a:r>
              <a:rPr lang="en-US" b="1" dirty="0"/>
              <a:t>Respect</a:t>
            </a:r>
            <a:endParaRPr lang="en-US" b="1" noProof="0" dirty="0"/>
          </a:p>
          <a:p>
            <a:pPr algn="ctr"/>
            <a:r>
              <a:rPr lang="en-US" dirty="0"/>
              <a:t>(Autonomy, dignity, freedom of choice)</a:t>
            </a:r>
            <a:endParaRPr lang="en-US" noProof="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F91249-40F0-D547-1C2B-B1C0514A5EBA}"/>
              </a:ext>
            </a:extLst>
          </p:cNvPr>
          <p:cNvSpPr txBox="1"/>
          <p:nvPr/>
        </p:nvSpPr>
        <p:spPr>
          <a:xfrm>
            <a:off x="5175077" y="4456097"/>
            <a:ext cx="2082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b="1">
                <a:latin typeface="Corbel" panose="020B0503020204020204" pitchFamily="34" charset="0"/>
              </a:defRPr>
            </a:lvl1pPr>
          </a:lstStyle>
          <a:p>
            <a:r>
              <a:rPr lang="en-US" dirty="0"/>
              <a:t>Goals</a:t>
            </a:r>
            <a:endParaRPr lang="en-US" noProof="0" dirty="0"/>
          </a:p>
          <a:p>
            <a:r>
              <a:rPr lang="en-US" b="0" dirty="0"/>
              <a:t>(Well‑being, the individual knows best)</a:t>
            </a:r>
            <a:endParaRPr lang="en-US" b="0" noProof="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D0C8D6-0371-7386-817D-B7CE38B99B5A}"/>
              </a:ext>
            </a:extLst>
          </p:cNvPr>
          <p:cNvSpPr txBox="1"/>
          <p:nvPr/>
        </p:nvSpPr>
        <p:spPr>
          <a:xfrm>
            <a:off x="5732119" y="2759108"/>
            <a:ext cx="30515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b="1">
                <a:latin typeface="Corbel" panose="020B0503020204020204" pitchFamily="34" charset="0"/>
              </a:defRPr>
            </a:lvl1pPr>
          </a:lstStyle>
          <a:p>
            <a:r>
              <a:rPr lang="en-US" dirty="0"/>
              <a:t>Options</a:t>
            </a:r>
            <a:endParaRPr lang="en-US" noProof="0" dirty="0"/>
          </a:p>
          <a:p>
            <a:r>
              <a:rPr lang="en-US" b="0" dirty="0"/>
              <a:t>(Alternatives)</a:t>
            </a:r>
            <a:endParaRPr lang="en-US" b="0" noProof="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7EF740-C3DD-D999-0377-CB671C3583DD}"/>
              </a:ext>
            </a:extLst>
          </p:cNvPr>
          <p:cNvSpPr txBox="1"/>
          <p:nvPr/>
        </p:nvSpPr>
        <p:spPr>
          <a:xfrm>
            <a:off x="7257877" y="4458149"/>
            <a:ext cx="24088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b="1">
                <a:latin typeface="Corbel" panose="020B0503020204020204" pitchFamily="34" charset="0"/>
              </a:defRPr>
            </a:lvl1pPr>
          </a:lstStyle>
          <a:p>
            <a:r>
              <a:rPr lang="en-US" dirty="0"/>
              <a:t>Opinions </a:t>
            </a:r>
            <a:endParaRPr lang="en-US" noProof="0" dirty="0"/>
          </a:p>
          <a:p>
            <a:r>
              <a:rPr lang="en-US" b="0" dirty="0"/>
              <a:t>(Public perception, attitudes)</a:t>
            </a:r>
            <a:endParaRPr lang="en-US" b="0" noProof="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4AE905-9CF4-5E0B-071E-7079EE57A18E}"/>
              </a:ext>
            </a:extLst>
          </p:cNvPr>
          <p:cNvSpPr txBox="1"/>
          <p:nvPr/>
        </p:nvSpPr>
        <p:spPr>
          <a:xfrm>
            <a:off x="8118915" y="2620608"/>
            <a:ext cx="26762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b="1">
                <a:latin typeface="Corbel" panose="020B0503020204020204" pitchFamily="34" charset="0"/>
              </a:defRPr>
            </a:lvl1pPr>
          </a:lstStyle>
          <a:p>
            <a:r>
              <a:rPr lang="en-US" dirty="0"/>
              <a:t>Delegation </a:t>
            </a:r>
            <a:endParaRPr lang="en-US" noProof="0" dirty="0"/>
          </a:p>
          <a:p>
            <a:r>
              <a:rPr lang="en-US" b="0" dirty="0"/>
              <a:t>(Conflicts of interest, capacity to nudge)</a:t>
            </a:r>
            <a:endParaRPr lang="en-US" b="0" noProof="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79EB8F7-5A7F-9F45-AA4E-97432A073F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044" y="1426593"/>
            <a:ext cx="796820" cy="759714"/>
          </a:xfrm>
          <a:prstGeom prst="rect">
            <a:avLst/>
          </a:prstGeom>
        </p:spPr>
      </p:pic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D1142861-E1A8-C8B3-2EE2-2EADC946C023}"/>
              </a:ext>
            </a:extLst>
          </p:cNvPr>
          <p:cNvSpPr/>
          <p:nvPr/>
        </p:nvSpPr>
        <p:spPr>
          <a:xfrm rot="2416952">
            <a:off x="1045474" y="1136877"/>
            <a:ext cx="453384" cy="635004"/>
          </a:xfrm>
          <a:custGeom>
            <a:avLst/>
            <a:gdLst>
              <a:gd name="connsiteX0" fmla="*/ 412080 w 453384"/>
              <a:gd name="connsiteY0" fmla="*/ 604674 h 635004"/>
              <a:gd name="connsiteX1" fmla="*/ 453384 w 453384"/>
              <a:gd name="connsiteY1" fmla="*/ 626751 h 635004"/>
              <a:gd name="connsiteX2" fmla="*/ 452010 w 453384"/>
              <a:gd name="connsiteY2" fmla="*/ 631003 h 635004"/>
              <a:gd name="connsiteX3" fmla="*/ 426481 w 453384"/>
              <a:gd name="connsiteY3" fmla="*/ 622500 h 635004"/>
              <a:gd name="connsiteX4" fmla="*/ 247220 w 453384"/>
              <a:gd name="connsiteY4" fmla="*/ 717 h 635004"/>
              <a:gd name="connsiteX5" fmla="*/ 333494 w 453384"/>
              <a:gd name="connsiteY5" fmla="*/ 63845 h 635004"/>
              <a:gd name="connsiteX6" fmla="*/ 437534 w 453384"/>
              <a:gd name="connsiteY6" fmla="*/ 63845 h 635004"/>
              <a:gd name="connsiteX7" fmla="*/ 428459 w 453384"/>
              <a:gd name="connsiteY7" fmla="*/ 148291 h 635004"/>
              <a:gd name="connsiteX8" fmla="*/ 427918 w 453384"/>
              <a:gd name="connsiteY8" fmla="*/ 150051 h 635004"/>
              <a:gd name="connsiteX9" fmla="*/ 416565 w 453384"/>
              <a:gd name="connsiteY9" fmla="*/ 155817 h 635004"/>
              <a:gd name="connsiteX10" fmla="*/ 292961 w 453384"/>
              <a:gd name="connsiteY10" fmla="*/ 429921 h 635004"/>
              <a:gd name="connsiteX11" fmla="*/ 308233 w 453384"/>
              <a:gd name="connsiteY11" fmla="*/ 482181 h 635004"/>
              <a:gd name="connsiteX12" fmla="*/ 315768 w 453384"/>
              <a:gd name="connsiteY12" fmla="*/ 496237 h 635004"/>
              <a:gd name="connsiteX13" fmla="*/ 308744 w 453384"/>
              <a:gd name="connsiteY13" fmla="*/ 516722 h 635004"/>
              <a:gd name="connsiteX14" fmla="*/ 266449 w 453384"/>
              <a:gd name="connsiteY14" fmla="*/ 590372 h 635004"/>
              <a:gd name="connsiteX15" fmla="*/ 182278 w 453384"/>
              <a:gd name="connsiteY15" fmla="*/ 529218 h 635004"/>
              <a:gd name="connsiteX16" fmla="*/ 98107 w 453384"/>
              <a:gd name="connsiteY16" fmla="*/ 468064 h 635004"/>
              <a:gd name="connsiteX17" fmla="*/ 216022 w 453384"/>
              <a:gd name="connsiteY17" fmla="*/ 359283 h 635004"/>
              <a:gd name="connsiteX18" fmla="*/ 216009 w 453384"/>
              <a:gd name="connsiteY18" fmla="*/ 359244 h 635004"/>
              <a:gd name="connsiteX19" fmla="*/ 56679 w 453384"/>
              <a:gd name="connsiteY19" fmla="*/ 340547 h 635004"/>
              <a:gd name="connsiteX20" fmla="*/ 88828 w 453384"/>
              <a:gd name="connsiteY20" fmla="*/ 241599 h 635004"/>
              <a:gd name="connsiteX21" fmla="*/ 120979 w 453384"/>
              <a:gd name="connsiteY21" fmla="*/ 142650 h 635004"/>
              <a:gd name="connsiteX22" fmla="*/ 260873 w 453384"/>
              <a:gd name="connsiteY22" fmla="*/ 221178 h 635004"/>
              <a:gd name="connsiteX23" fmla="*/ 260906 w 453384"/>
              <a:gd name="connsiteY23" fmla="*/ 221155 h 635004"/>
              <a:gd name="connsiteX24" fmla="*/ 229451 w 453384"/>
              <a:gd name="connsiteY24" fmla="*/ 63845 h 635004"/>
              <a:gd name="connsiteX25" fmla="*/ 247220 w 453384"/>
              <a:gd name="connsiteY25" fmla="*/ 717 h 635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53384" h="635004">
                <a:moveTo>
                  <a:pt x="412080" y="604674"/>
                </a:moveTo>
                <a:lnTo>
                  <a:pt x="453384" y="626751"/>
                </a:lnTo>
                <a:lnTo>
                  <a:pt x="452010" y="631003"/>
                </a:lnTo>
                <a:cubicBezTo>
                  <a:pt x="447608" y="637669"/>
                  <a:pt x="440268" y="636760"/>
                  <a:pt x="426481" y="622500"/>
                </a:cubicBezTo>
                <a:close/>
                <a:moveTo>
                  <a:pt x="247220" y="717"/>
                </a:moveTo>
                <a:cubicBezTo>
                  <a:pt x="265918" y="7731"/>
                  <a:pt x="297581" y="63845"/>
                  <a:pt x="333494" y="63845"/>
                </a:cubicBezTo>
                <a:cubicBezTo>
                  <a:pt x="390953" y="63845"/>
                  <a:pt x="437534" y="-79806"/>
                  <a:pt x="437534" y="63845"/>
                </a:cubicBezTo>
                <a:cubicBezTo>
                  <a:pt x="437534" y="93407"/>
                  <a:pt x="434106" y="121813"/>
                  <a:pt x="428459" y="148291"/>
                </a:cubicBezTo>
                <a:lnTo>
                  <a:pt x="427918" y="150051"/>
                </a:lnTo>
                <a:lnTo>
                  <a:pt x="416565" y="155817"/>
                </a:lnTo>
                <a:cubicBezTo>
                  <a:pt x="325199" y="213887"/>
                  <a:pt x="273052" y="320423"/>
                  <a:pt x="292961" y="429921"/>
                </a:cubicBezTo>
                <a:cubicBezTo>
                  <a:pt x="296279" y="448171"/>
                  <a:pt x="301442" y="465639"/>
                  <a:pt x="308233" y="482181"/>
                </a:cubicBezTo>
                <a:lnTo>
                  <a:pt x="315768" y="496237"/>
                </a:lnTo>
                <a:lnTo>
                  <a:pt x="308744" y="516722"/>
                </a:lnTo>
                <a:cubicBezTo>
                  <a:pt x="297748" y="541461"/>
                  <a:pt x="283824" y="566456"/>
                  <a:pt x="266449" y="590372"/>
                </a:cubicBezTo>
                <a:cubicBezTo>
                  <a:pt x="182013" y="706588"/>
                  <a:pt x="228764" y="562992"/>
                  <a:pt x="182278" y="529218"/>
                </a:cubicBezTo>
                <a:cubicBezTo>
                  <a:pt x="135793" y="495444"/>
                  <a:pt x="13673" y="584280"/>
                  <a:pt x="98107" y="468064"/>
                </a:cubicBezTo>
                <a:cubicBezTo>
                  <a:pt x="132859" y="420233"/>
                  <a:pt x="175988" y="384197"/>
                  <a:pt x="216022" y="359283"/>
                </a:cubicBezTo>
                <a:cubicBezTo>
                  <a:pt x="216041" y="359270"/>
                  <a:pt x="216030" y="359242"/>
                  <a:pt x="216009" y="359244"/>
                </a:cubicBezTo>
                <a:cubicBezTo>
                  <a:pt x="168981" y="362618"/>
                  <a:pt x="112906" y="358817"/>
                  <a:pt x="56679" y="340547"/>
                </a:cubicBezTo>
                <a:cubicBezTo>
                  <a:pt x="-79942" y="296157"/>
                  <a:pt x="71072" y="296246"/>
                  <a:pt x="88828" y="241599"/>
                </a:cubicBezTo>
                <a:cubicBezTo>
                  <a:pt x="106583" y="186951"/>
                  <a:pt x="-15642" y="98261"/>
                  <a:pt x="120979" y="142650"/>
                </a:cubicBezTo>
                <a:cubicBezTo>
                  <a:pt x="177208" y="160920"/>
                  <a:pt x="224811" y="190804"/>
                  <a:pt x="260873" y="221178"/>
                </a:cubicBezTo>
                <a:cubicBezTo>
                  <a:pt x="260891" y="221194"/>
                  <a:pt x="260915" y="221176"/>
                  <a:pt x="260906" y="221155"/>
                </a:cubicBezTo>
                <a:cubicBezTo>
                  <a:pt x="243163" y="177470"/>
                  <a:pt x="229451" y="122966"/>
                  <a:pt x="229451" y="63845"/>
                </a:cubicBezTo>
                <a:cubicBezTo>
                  <a:pt x="229451" y="9976"/>
                  <a:pt x="236002" y="-3491"/>
                  <a:pt x="247220" y="717"/>
                </a:cubicBezTo>
                <a:close/>
              </a:path>
            </a:pathLst>
          </a:custGeom>
          <a:solidFill>
            <a:srgbClr val="FF0000"/>
          </a:solidFill>
          <a:ln w="21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DC416D-81F0-C26B-C47A-B88763DC13D2}"/>
              </a:ext>
            </a:extLst>
          </p:cNvPr>
          <p:cNvSpPr txBox="1"/>
          <p:nvPr/>
        </p:nvSpPr>
        <p:spPr>
          <a:xfrm>
            <a:off x="1555082" y="4456097"/>
            <a:ext cx="832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900" b="1"/>
            </a:lvl1pPr>
          </a:lstStyle>
          <a:p>
            <a:r>
              <a:rPr lang="en-US" noProof="0" dirty="0"/>
              <a:t>Delaney</a:t>
            </a:r>
          </a:p>
          <a:p>
            <a:r>
              <a:rPr lang="en-US" noProof="0" dirty="0"/>
              <a:t>(2020)</a:t>
            </a:r>
          </a:p>
        </p:txBody>
      </p:sp>
    </p:spTree>
    <p:extLst>
      <p:ext uri="{BB962C8B-B14F-4D97-AF65-F5344CB8AC3E}">
        <p14:creationId xmlns:p14="http://schemas.microsoft.com/office/powerpoint/2010/main" val="4229965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theme/theme1.xml><?xml version="1.0" encoding="utf-8"?>
<a:theme xmlns:a="http://schemas.openxmlformats.org/drawingml/2006/main" name="1_office theme">
  <a:themeElements>
    <a:clrScheme name="viridis inferno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FCFFA4"/>
      </a:accent1>
      <a:accent2>
        <a:srgbClr val="FAC228"/>
      </a:accent2>
      <a:accent3>
        <a:srgbClr val="F57D15"/>
      </a:accent3>
      <a:accent4>
        <a:srgbClr val="D44842"/>
      </a:accent4>
      <a:accent5>
        <a:srgbClr val="9F2A63"/>
      </a:accent5>
      <a:accent6>
        <a:srgbClr val="65156E"/>
      </a:accent6>
      <a:hlink>
        <a:srgbClr val="280B53"/>
      </a:hlink>
      <a:folHlink>
        <a:srgbClr val="000004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b944d9a-1051-4685-b09d-9a95ee2dbd99}" enabled="0" method="" siteId="{3b944d9a-1051-4685-b09d-9a95ee2dbd9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2865</Words>
  <Application>Microsoft Office PowerPoint</Application>
  <PresentationFormat>Panorámica</PresentationFormat>
  <Paragraphs>395</Paragraphs>
  <Slides>17</Slides>
  <Notes>17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18" baseType="lpstr">
      <vt:lpstr>1_office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Luis Carlos Guevara Hernandez</cp:lastModifiedBy>
  <cp:revision>4</cp:revision>
  <dcterms:created xsi:type="dcterms:W3CDTF">2024-06-30T19:22:33Z</dcterms:created>
  <dcterms:modified xsi:type="dcterms:W3CDTF">2026-04-08T18:33:55Z</dcterms:modified>
</cp:coreProperties>
</file>